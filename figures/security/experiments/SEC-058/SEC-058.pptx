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5170cb5a9e42c0" /><Relationship Type="http://schemas.openxmlformats.org/officeDocument/2006/relationships/extended-properties" Target="/docProps/app.xml" Id="R9d2faede9e9a4c02" /><Relationship Type="http://schemas.openxmlformats.org/officeDocument/2006/relationships/officeDocument" Target="/ppt/presentation.xml" Id="R66cb173e1b5a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1c900c97e14d9b"/>
  </p:sldMasterIdLst>
  <p:notesMasterIdLst>
    <p:notesMasterId xmlns:r="http://schemas.openxmlformats.org/officeDocument/2006/relationships" r:id="Rb8794e1d285642a5"/>
  </p:notesMasterIdLst>
  <p:sldIdLst>
    <p:sldId xmlns:r="http://schemas.openxmlformats.org/officeDocument/2006/relationships" id="256" r:id="R3ae8aaffdfee48b9"/>
  </p:sldIdLst>
  <p:sldSz cx="7115175" cy="8486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d9557989e4596" /><Relationship Type="http://schemas.openxmlformats.org/officeDocument/2006/relationships/slideMaster" Target="/ppt/slideMasters/slideMaster1.xml" Id="R6a1c900c97e14d9b" /><Relationship Type="http://schemas.openxmlformats.org/officeDocument/2006/relationships/notesMaster" Target="/ppt/notesMasters/notesMaster1.xml" Id="Rb8794e1d285642a5" /><Relationship Type="http://schemas.openxmlformats.org/officeDocument/2006/relationships/presProps" Target="/ppt/presProps.xml" Id="R5150744882654f6e" /><Relationship Type="http://schemas.openxmlformats.org/officeDocument/2006/relationships/tableStyles" Target="/ppt/tableStyles.xml" Id="R4970850d477c4917" /><Relationship Type="http://schemas.openxmlformats.org/officeDocument/2006/relationships/slide" Target="/ppt/slides/slide1.xml" Id="R3ae8aaffdfee48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2c9acc18cd43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f0e2960f374068" /><Relationship Type="http://schemas.openxmlformats.org/officeDocument/2006/relationships/notesMaster" Target="/ppt/notesMasters/notesMaster1.xml" Id="R5025d62dcebd4f4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素材ID：SEC-058</ns1:t>
            </ns1:r>
          </ns1:p>
          <ns1:p>
            <ns1:r>
              <ns1:t>论文：Auditing Apple’s DifferentialPrivacy.framework: Implementation Bugs, Misconfigurations, and Practical Risks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1，PDF第2页</ns1:t>
            </ns1:r>
          </ns1:p>
          <ns1:p>
            <ns1:r>
              <ns1:t>类型：实验图表</ns1:t>
            </ns1:r>
          </ns1:p>
          <ns1:p>
            <ns1:r>
              <ns1:t>借鉴点：内圈算法族、外圈185类数据键、离散审计状态及连续差值色阶同时编码，适合高密度全景测量结果。</ns1:t>
            </ns1:r>
          </ns1:p>
          <ns1:p>
            <ns1:r>
              <ns1:t>论文URL：https://arxiv.org/pdf/2605.21378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a67b0cfb046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553c1eaa204475" /><Relationship Type="http://schemas.openxmlformats.org/officeDocument/2006/relationships/slideLayout" Target="/ppt/slideLayouts/slideLayout1.xml" Id="Red132f43554348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132f43554348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416419e5c4b60" /><Relationship Type="http://schemas.openxmlformats.org/officeDocument/2006/relationships/image" Target="/ppt/media/image.png" Id="Rab076d4cb0ae4b6e" /><Relationship Type="http://schemas.openxmlformats.org/officeDocument/2006/relationships/notesSlide" Target="/ppt/notesSlides/notesSlide1.xml" Id="R1dde9d27057740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57C32-1DE7-4C1F-9095-84896F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64" y="3623253"/>
            <a:ext cx="1850027" cy="360134"/>
          </a:xfrm>
          <a:custGeom xmlns:a="http://schemas.openxmlformats.org/drawingml/2006/main">
            <a:pathLst>
              <a:path w="1850027" h="360134">
                <a:moveTo>
                  <a:pt x="1831647" y="360134"/>
                </a:moveTo>
                <a:cubicBezTo>
                  <a:pt x="1837793" y="300347"/>
                  <a:pt x="1842396" y="240371"/>
                  <a:pt x="1845410" y="180293"/>
                </a:cubicBezTo>
                <a:cubicBezTo>
                  <a:pt x="1848483" y="120214"/>
                  <a:pt x="1850027" y="60136"/>
                  <a:pt x="1850027" y="0"/>
                </a:cubicBezTo>
                <a:lnTo>
                  <a:pt x="8826" y="0"/>
                </a:lnTo>
                <a:cubicBezTo>
                  <a:pt x="8826" y="28852"/>
                  <a:pt x="8083" y="57690"/>
                  <a:pt x="6612" y="86542"/>
                </a:cubicBezTo>
                <a:cubicBezTo>
                  <a:pt x="5185" y="115379"/>
                  <a:pt x="2971" y="144173"/>
                  <a:pt x="0" y="172850"/>
                </a:cubicBezTo>
                <a:lnTo>
                  <a:pt x="1831647" y="360134"/>
                </a:lnTo>
                <a:close/>
                <a:moveTo>
                  <a:pt x="1831647" y="360134"/>
                </a:moveTo>
              </a:path>
            </a:pathLst>
          </a:custGeom>
          <a:solidFill xmlns:a="http://schemas.openxmlformats.org/drawingml/2006/main">
            <a:srgbClr val="F3A3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A458E-4CB8-477D-B053-C07848DF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64" y="3623253"/>
            <a:ext cx="1850027" cy="360134"/>
          </a:xfrm>
          <a:custGeom xmlns:a="http://schemas.openxmlformats.org/drawingml/2006/main">
            <a:pathLst>
              <a:path w="1850027" h="360134" fill="none">
                <a:moveTo>
                  <a:pt x="1831647" y="360134"/>
                </a:moveTo>
                <a:cubicBezTo>
                  <a:pt x="1837793" y="300347"/>
                  <a:pt x="1842396" y="240371"/>
                  <a:pt x="1845410" y="180293"/>
                </a:cubicBezTo>
                <a:cubicBezTo>
                  <a:pt x="1848483" y="120214"/>
                  <a:pt x="1850027" y="60136"/>
                  <a:pt x="1850027" y="0"/>
                </a:cubicBezTo>
                <a:lnTo>
                  <a:pt x="8826" y="0"/>
                </a:lnTo>
                <a:cubicBezTo>
                  <a:pt x="8826" y="28852"/>
                  <a:pt x="8083" y="57690"/>
                  <a:pt x="6612" y="86542"/>
                </a:cubicBezTo>
                <a:cubicBezTo>
                  <a:pt x="5185" y="115379"/>
                  <a:pt x="2971" y="144173"/>
                  <a:pt x="0" y="172850"/>
                </a:cubicBezTo>
                <a:lnTo>
                  <a:pt x="1831647" y="360134"/>
                </a:lnTo>
                <a:close/>
                <a:moveTo>
                  <a:pt x="1831647" y="36013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4CFD9-4EF6-4021-92F0-72F225CA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248" y="3796103"/>
            <a:ext cx="1838463" cy="306697"/>
          </a:xfrm>
          <a:custGeom xmlns:a="http://schemas.openxmlformats.org/drawingml/2006/main">
            <a:pathLst>
              <a:path w="1838463" h="306697">
                <a:moveTo>
                  <a:pt x="1824248" y="306697"/>
                </a:moveTo>
                <a:cubicBezTo>
                  <a:pt x="1826914" y="286846"/>
                  <a:pt x="1829477" y="266936"/>
                  <a:pt x="1831866" y="247027"/>
                </a:cubicBezTo>
                <a:cubicBezTo>
                  <a:pt x="1834254" y="227161"/>
                  <a:pt x="1836468" y="207193"/>
                  <a:pt x="1838463" y="187284"/>
                </a:cubicBezTo>
                <a:lnTo>
                  <a:pt x="6816" y="0"/>
                </a:lnTo>
                <a:cubicBezTo>
                  <a:pt x="5855" y="9554"/>
                  <a:pt x="4777" y="19167"/>
                  <a:pt x="3641" y="28663"/>
                </a:cubicBezTo>
                <a:cubicBezTo>
                  <a:pt x="2505" y="38232"/>
                  <a:pt x="1311" y="47786"/>
                  <a:pt x="0" y="57340"/>
                </a:cubicBezTo>
                <a:lnTo>
                  <a:pt x="1824248" y="306697"/>
                </a:lnTo>
                <a:close/>
                <a:moveTo>
                  <a:pt x="1824248" y="306697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381F1-E172-43E4-B9B5-604AACF2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248" y="3796103"/>
            <a:ext cx="1838463" cy="306697"/>
          </a:xfrm>
          <a:custGeom xmlns:a="http://schemas.openxmlformats.org/drawingml/2006/main">
            <a:pathLst>
              <a:path w="1838463" h="306697" fill="none">
                <a:moveTo>
                  <a:pt x="1824248" y="306697"/>
                </a:moveTo>
                <a:cubicBezTo>
                  <a:pt x="1826914" y="286846"/>
                  <a:pt x="1829477" y="266936"/>
                  <a:pt x="1831866" y="247027"/>
                </a:cubicBezTo>
                <a:cubicBezTo>
                  <a:pt x="1834254" y="227161"/>
                  <a:pt x="1836468" y="207193"/>
                  <a:pt x="1838463" y="187284"/>
                </a:cubicBezTo>
                <a:lnTo>
                  <a:pt x="6816" y="0"/>
                </a:lnTo>
                <a:cubicBezTo>
                  <a:pt x="5855" y="9554"/>
                  <a:pt x="4777" y="19167"/>
                  <a:pt x="3641" y="28663"/>
                </a:cubicBezTo>
                <a:cubicBezTo>
                  <a:pt x="2505" y="38232"/>
                  <a:pt x="1311" y="47786"/>
                  <a:pt x="0" y="57340"/>
                </a:cubicBezTo>
                <a:lnTo>
                  <a:pt x="1824248" y="306697"/>
                </a:lnTo>
                <a:close/>
                <a:moveTo>
                  <a:pt x="1824248" y="306697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F556E-CFCF-4776-9052-84C896DA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480" y="3853443"/>
            <a:ext cx="1833016" cy="368202"/>
          </a:xfrm>
          <a:custGeom xmlns:a="http://schemas.openxmlformats.org/drawingml/2006/main">
            <a:pathLst>
              <a:path w="1833016" h="368202">
                <a:moveTo>
                  <a:pt x="1814694" y="368202"/>
                </a:moveTo>
                <a:cubicBezTo>
                  <a:pt x="1818102" y="348409"/>
                  <a:pt x="1821292" y="328675"/>
                  <a:pt x="1824365" y="308867"/>
                </a:cubicBezTo>
                <a:cubicBezTo>
                  <a:pt x="1827380" y="289016"/>
                  <a:pt x="1830278" y="269223"/>
                  <a:pt x="1833016" y="249357"/>
                </a:cubicBezTo>
                <a:lnTo>
                  <a:pt x="8768" y="0"/>
                </a:lnTo>
                <a:cubicBezTo>
                  <a:pt x="7457" y="9511"/>
                  <a:pt x="6088" y="19065"/>
                  <a:pt x="4617" y="28561"/>
                </a:cubicBezTo>
                <a:cubicBezTo>
                  <a:pt x="3131" y="38057"/>
                  <a:pt x="1602" y="47567"/>
                  <a:pt x="0" y="57005"/>
                </a:cubicBezTo>
                <a:lnTo>
                  <a:pt x="1814694" y="368202"/>
                </a:lnTo>
                <a:close/>
                <a:moveTo>
                  <a:pt x="1814694" y="368202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DC6D5-61C7-4CC6-9590-2B167CBB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480" y="3853443"/>
            <a:ext cx="1833016" cy="368202"/>
          </a:xfrm>
          <a:custGeom xmlns:a="http://schemas.openxmlformats.org/drawingml/2006/main">
            <a:pathLst>
              <a:path w="1833016" h="368202" fill="none">
                <a:moveTo>
                  <a:pt x="1814694" y="368202"/>
                </a:moveTo>
                <a:cubicBezTo>
                  <a:pt x="1818102" y="348409"/>
                  <a:pt x="1821292" y="328675"/>
                  <a:pt x="1824365" y="308867"/>
                </a:cubicBezTo>
                <a:cubicBezTo>
                  <a:pt x="1827380" y="289016"/>
                  <a:pt x="1830278" y="269223"/>
                  <a:pt x="1833016" y="249357"/>
                </a:cubicBezTo>
                <a:lnTo>
                  <a:pt x="8768" y="0"/>
                </a:lnTo>
                <a:cubicBezTo>
                  <a:pt x="7457" y="9511"/>
                  <a:pt x="6088" y="19065"/>
                  <a:pt x="4617" y="28561"/>
                </a:cubicBezTo>
                <a:cubicBezTo>
                  <a:pt x="3131" y="38057"/>
                  <a:pt x="1602" y="47567"/>
                  <a:pt x="0" y="57005"/>
                </a:cubicBezTo>
                <a:lnTo>
                  <a:pt x="1814694" y="368202"/>
                </a:lnTo>
                <a:close/>
                <a:moveTo>
                  <a:pt x="1814694" y="36820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BF5B4-D9EF-4D49-8F02-53D4B3F6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732" y="3910449"/>
            <a:ext cx="1825443" cy="429373"/>
          </a:xfrm>
          <a:custGeom xmlns:a="http://schemas.openxmlformats.org/drawingml/2006/main">
            <a:pathLst>
              <a:path w="1825443" h="429373">
                <a:moveTo>
                  <a:pt x="1803086" y="429373"/>
                </a:moveTo>
                <a:cubicBezTo>
                  <a:pt x="1807179" y="409740"/>
                  <a:pt x="1811053" y="390049"/>
                  <a:pt x="1814796" y="370372"/>
                </a:cubicBezTo>
                <a:cubicBezTo>
                  <a:pt x="1818495" y="350681"/>
                  <a:pt x="1822020" y="330947"/>
                  <a:pt x="1825443" y="311197"/>
                </a:cubicBezTo>
                <a:lnTo>
                  <a:pt x="10749" y="0"/>
                </a:lnTo>
                <a:cubicBezTo>
                  <a:pt x="9103" y="9511"/>
                  <a:pt x="7399" y="18948"/>
                  <a:pt x="5636" y="28444"/>
                </a:cubicBezTo>
                <a:cubicBezTo>
                  <a:pt x="3816" y="37897"/>
                  <a:pt x="1937" y="47334"/>
                  <a:pt x="0" y="56728"/>
                </a:cubicBezTo>
                <a:lnTo>
                  <a:pt x="1803086" y="429373"/>
                </a:lnTo>
                <a:close/>
                <a:moveTo>
                  <a:pt x="1803086" y="429373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67035-429B-4912-8B28-869B614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732" y="3910449"/>
            <a:ext cx="1825443" cy="429373"/>
          </a:xfrm>
          <a:custGeom xmlns:a="http://schemas.openxmlformats.org/drawingml/2006/main">
            <a:pathLst>
              <a:path w="1825443" h="429373" fill="none">
                <a:moveTo>
                  <a:pt x="1803086" y="429373"/>
                </a:moveTo>
                <a:cubicBezTo>
                  <a:pt x="1807179" y="409740"/>
                  <a:pt x="1811053" y="390049"/>
                  <a:pt x="1814796" y="370372"/>
                </a:cubicBezTo>
                <a:cubicBezTo>
                  <a:pt x="1818495" y="350681"/>
                  <a:pt x="1822020" y="330947"/>
                  <a:pt x="1825443" y="311197"/>
                </a:cubicBezTo>
                <a:lnTo>
                  <a:pt x="10749" y="0"/>
                </a:lnTo>
                <a:cubicBezTo>
                  <a:pt x="9103" y="9511"/>
                  <a:pt x="7399" y="18948"/>
                  <a:pt x="5636" y="28444"/>
                </a:cubicBezTo>
                <a:cubicBezTo>
                  <a:pt x="3816" y="37897"/>
                  <a:pt x="1937" y="47334"/>
                  <a:pt x="0" y="56728"/>
                </a:cubicBezTo>
                <a:lnTo>
                  <a:pt x="1803086" y="429373"/>
                </a:lnTo>
                <a:close/>
                <a:moveTo>
                  <a:pt x="1803086" y="42937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69FDC-9DFD-4E08-8559-6D4B4E66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105" y="3967177"/>
            <a:ext cx="1815714" cy="489946"/>
          </a:xfrm>
          <a:custGeom xmlns:a="http://schemas.openxmlformats.org/drawingml/2006/main">
            <a:pathLst>
              <a:path w="1815714" h="489946">
                <a:moveTo>
                  <a:pt x="1789425" y="489946"/>
                </a:moveTo>
                <a:cubicBezTo>
                  <a:pt x="1794144" y="470488"/>
                  <a:pt x="1798702" y="450928"/>
                  <a:pt x="1803072" y="431412"/>
                </a:cubicBezTo>
                <a:cubicBezTo>
                  <a:pt x="1807456" y="411837"/>
                  <a:pt x="1811665" y="392263"/>
                  <a:pt x="1815714" y="372645"/>
                </a:cubicBezTo>
                <a:lnTo>
                  <a:pt x="12627" y="0"/>
                </a:lnTo>
                <a:cubicBezTo>
                  <a:pt x="10690" y="9438"/>
                  <a:pt x="8637" y="18832"/>
                  <a:pt x="6539" y="28211"/>
                </a:cubicBezTo>
                <a:cubicBezTo>
                  <a:pt x="4428" y="37605"/>
                  <a:pt x="2272" y="46985"/>
                  <a:pt x="0" y="56321"/>
                </a:cubicBezTo>
                <a:lnTo>
                  <a:pt x="1789425" y="489946"/>
                </a:lnTo>
                <a:close/>
                <a:moveTo>
                  <a:pt x="1789425" y="489946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8A9B7-1D88-4C6B-A876-56D6A8E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105" y="3967177"/>
            <a:ext cx="1815714" cy="489946"/>
          </a:xfrm>
          <a:custGeom xmlns:a="http://schemas.openxmlformats.org/drawingml/2006/main">
            <a:pathLst>
              <a:path w="1815714" h="489946" fill="none">
                <a:moveTo>
                  <a:pt x="1789425" y="489946"/>
                </a:moveTo>
                <a:cubicBezTo>
                  <a:pt x="1794144" y="470488"/>
                  <a:pt x="1798702" y="450928"/>
                  <a:pt x="1803072" y="431412"/>
                </a:cubicBezTo>
                <a:cubicBezTo>
                  <a:pt x="1807456" y="411837"/>
                  <a:pt x="1811665" y="392263"/>
                  <a:pt x="1815714" y="372645"/>
                </a:cubicBezTo>
                <a:lnTo>
                  <a:pt x="12627" y="0"/>
                </a:lnTo>
                <a:cubicBezTo>
                  <a:pt x="10690" y="9438"/>
                  <a:pt x="8637" y="18832"/>
                  <a:pt x="6539" y="28211"/>
                </a:cubicBezTo>
                <a:cubicBezTo>
                  <a:pt x="4428" y="37605"/>
                  <a:pt x="2272" y="46985"/>
                  <a:pt x="0" y="56321"/>
                </a:cubicBezTo>
                <a:lnTo>
                  <a:pt x="1789425" y="489946"/>
                </a:lnTo>
                <a:close/>
                <a:moveTo>
                  <a:pt x="1789425" y="48994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B7204-4A8F-4ED4-832E-A76693EC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540" y="4023497"/>
            <a:ext cx="1803989" cy="549981"/>
          </a:xfrm>
          <a:custGeom xmlns:a="http://schemas.openxmlformats.org/drawingml/2006/main">
            <a:pathLst>
              <a:path w="1803989" h="549981">
                <a:moveTo>
                  <a:pt x="1773666" y="549981"/>
                </a:moveTo>
                <a:cubicBezTo>
                  <a:pt x="1779070" y="530683"/>
                  <a:pt x="1784240" y="511341"/>
                  <a:pt x="1789308" y="491941"/>
                </a:cubicBezTo>
                <a:cubicBezTo>
                  <a:pt x="1794377" y="472542"/>
                  <a:pt x="1799270" y="453084"/>
                  <a:pt x="1803989" y="433626"/>
                </a:cubicBezTo>
                <a:lnTo>
                  <a:pt x="14564" y="0"/>
                </a:lnTo>
                <a:cubicBezTo>
                  <a:pt x="12278" y="9394"/>
                  <a:pt x="9947" y="18715"/>
                  <a:pt x="7501" y="27993"/>
                </a:cubicBezTo>
                <a:cubicBezTo>
                  <a:pt x="5112" y="37314"/>
                  <a:pt x="2607" y="46591"/>
                  <a:pt x="0" y="55869"/>
                </a:cubicBezTo>
                <a:lnTo>
                  <a:pt x="1773666" y="549981"/>
                </a:lnTo>
                <a:close/>
                <a:moveTo>
                  <a:pt x="1773666" y="549981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6E065-351E-4B3A-9E68-FA69D55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540" y="4023497"/>
            <a:ext cx="1803989" cy="549981"/>
          </a:xfrm>
          <a:custGeom xmlns:a="http://schemas.openxmlformats.org/drawingml/2006/main">
            <a:pathLst>
              <a:path w="1803989" h="549981" fill="none">
                <a:moveTo>
                  <a:pt x="1773666" y="549981"/>
                </a:moveTo>
                <a:cubicBezTo>
                  <a:pt x="1779070" y="530683"/>
                  <a:pt x="1784240" y="511341"/>
                  <a:pt x="1789308" y="491941"/>
                </a:cubicBezTo>
                <a:cubicBezTo>
                  <a:pt x="1794377" y="472542"/>
                  <a:pt x="1799270" y="453084"/>
                  <a:pt x="1803989" y="433626"/>
                </a:cubicBezTo>
                <a:lnTo>
                  <a:pt x="14564" y="0"/>
                </a:lnTo>
                <a:cubicBezTo>
                  <a:pt x="12278" y="9394"/>
                  <a:pt x="9947" y="18715"/>
                  <a:pt x="7501" y="27993"/>
                </a:cubicBezTo>
                <a:cubicBezTo>
                  <a:pt x="5112" y="37314"/>
                  <a:pt x="2607" y="46591"/>
                  <a:pt x="0" y="55869"/>
                </a:cubicBezTo>
                <a:lnTo>
                  <a:pt x="1773666" y="549981"/>
                </a:lnTo>
                <a:close/>
                <a:moveTo>
                  <a:pt x="1773666" y="54998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E8667-A5A2-43C1-9E42-E38BF851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097" y="4079366"/>
            <a:ext cx="1790109" cy="609432"/>
          </a:xfrm>
          <a:custGeom xmlns:a="http://schemas.openxmlformats.org/drawingml/2006/main">
            <a:pathLst>
              <a:path w="1790109" h="609432">
                <a:moveTo>
                  <a:pt x="1755854" y="609432"/>
                </a:moveTo>
                <a:cubicBezTo>
                  <a:pt x="1761884" y="590309"/>
                  <a:pt x="1767753" y="571143"/>
                  <a:pt x="1773491" y="551903"/>
                </a:cubicBezTo>
                <a:cubicBezTo>
                  <a:pt x="1779186" y="532678"/>
                  <a:pt x="1784706" y="513453"/>
                  <a:pt x="1790109" y="494112"/>
                </a:cubicBezTo>
                <a:lnTo>
                  <a:pt x="16443" y="0"/>
                </a:lnTo>
                <a:cubicBezTo>
                  <a:pt x="13880" y="9278"/>
                  <a:pt x="11200" y="18482"/>
                  <a:pt x="8476" y="27760"/>
                </a:cubicBezTo>
                <a:cubicBezTo>
                  <a:pt x="5738" y="36979"/>
                  <a:pt x="2898" y="46140"/>
                  <a:pt x="0" y="55359"/>
                </a:cubicBezTo>
                <a:lnTo>
                  <a:pt x="1755854" y="609432"/>
                </a:lnTo>
                <a:close/>
                <a:moveTo>
                  <a:pt x="1755854" y="609432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64FEB-FF58-405B-B0EF-1371C763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097" y="4079366"/>
            <a:ext cx="1790109" cy="609432"/>
          </a:xfrm>
          <a:custGeom xmlns:a="http://schemas.openxmlformats.org/drawingml/2006/main">
            <a:pathLst>
              <a:path w="1790109" h="609432" fill="none">
                <a:moveTo>
                  <a:pt x="1755854" y="609432"/>
                </a:moveTo>
                <a:cubicBezTo>
                  <a:pt x="1761884" y="590309"/>
                  <a:pt x="1767753" y="571143"/>
                  <a:pt x="1773491" y="551903"/>
                </a:cubicBezTo>
                <a:cubicBezTo>
                  <a:pt x="1779186" y="532678"/>
                  <a:pt x="1784706" y="513453"/>
                  <a:pt x="1790109" y="494112"/>
                </a:cubicBezTo>
                <a:lnTo>
                  <a:pt x="16443" y="0"/>
                </a:lnTo>
                <a:cubicBezTo>
                  <a:pt x="13880" y="9278"/>
                  <a:pt x="11200" y="18482"/>
                  <a:pt x="8476" y="27760"/>
                </a:cubicBezTo>
                <a:cubicBezTo>
                  <a:pt x="5738" y="36979"/>
                  <a:pt x="2898" y="46140"/>
                  <a:pt x="0" y="55359"/>
                </a:cubicBezTo>
                <a:lnTo>
                  <a:pt x="1755854" y="609432"/>
                </a:lnTo>
                <a:close/>
                <a:moveTo>
                  <a:pt x="1755854" y="60943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4C9AE-45D5-4B1C-8A76-FD1DCF1A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833" y="4134726"/>
            <a:ext cx="1774118" cy="668083"/>
          </a:xfrm>
          <a:custGeom xmlns:a="http://schemas.openxmlformats.org/drawingml/2006/main">
            <a:pathLst>
              <a:path w="1774118" h="668083">
                <a:moveTo>
                  <a:pt x="1736003" y="668083"/>
                </a:moveTo>
                <a:cubicBezTo>
                  <a:pt x="1742659" y="649193"/>
                  <a:pt x="1749198" y="630245"/>
                  <a:pt x="1755577" y="611238"/>
                </a:cubicBezTo>
                <a:cubicBezTo>
                  <a:pt x="1761884" y="592246"/>
                  <a:pt x="1768088" y="573182"/>
                  <a:pt x="1774118" y="554073"/>
                </a:cubicBezTo>
                <a:lnTo>
                  <a:pt x="18264" y="0"/>
                </a:lnTo>
                <a:cubicBezTo>
                  <a:pt x="15409" y="9161"/>
                  <a:pt x="12394" y="18322"/>
                  <a:pt x="9379" y="27410"/>
                </a:cubicBezTo>
                <a:cubicBezTo>
                  <a:pt x="6306" y="36527"/>
                  <a:pt x="3190" y="45616"/>
                  <a:pt x="0" y="54733"/>
                </a:cubicBezTo>
                <a:lnTo>
                  <a:pt x="1736003" y="668083"/>
                </a:lnTo>
                <a:close/>
                <a:moveTo>
                  <a:pt x="1736003" y="668083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DDAFA-9DB6-4A80-BBB7-D315A6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833" y="4134726"/>
            <a:ext cx="1774118" cy="668083"/>
          </a:xfrm>
          <a:custGeom xmlns:a="http://schemas.openxmlformats.org/drawingml/2006/main">
            <a:pathLst>
              <a:path w="1774118" h="668083" fill="none">
                <a:moveTo>
                  <a:pt x="1736003" y="668083"/>
                </a:moveTo>
                <a:cubicBezTo>
                  <a:pt x="1742659" y="649193"/>
                  <a:pt x="1749198" y="630245"/>
                  <a:pt x="1755577" y="611238"/>
                </a:cubicBezTo>
                <a:cubicBezTo>
                  <a:pt x="1761884" y="592246"/>
                  <a:pt x="1768088" y="573182"/>
                  <a:pt x="1774118" y="554073"/>
                </a:cubicBezTo>
                <a:lnTo>
                  <a:pt x="18264" y="0"/>
                </a:lnTo>
                <a:cubicBezTo>
                  <a:pt x="15409" y="9161"/>
                  <a:pt x="12394" y="18322"/>
                  <a:pt x="9379" y="27410"/>
                </a:cubicBezTo>
                <a:cubicBezTo>
                  <a:pt x="6306" y="36527"/>
                  <a:pt x="3190" y="45616"/>
                  <a:pt x="0" y="54733"/>
                </a:cubicBezTo>
                <a:lnTo>
                  <a:pt x="1736003" y="668083"/>
                </a:lnTo>
                <a:close/>
                <a:moveTo>
                  <a:pt x="1736003" y="66808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15B11-BBFC-4F2F-8511-A54DEC50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691" y="4189459"/>
            <a:ext cx="1756145" cy="726049"/>
          </a:xfrm>
          <a:custGeom xmlns:a="http://schemas.openxmlformats.org/drawingml/2006/main">
            <a:pathLst>
              <a:path w="1756145" h="726049">
                <a:moveTo>
                  <a:pt x="1714156" y="726049"/>
                </a:moveTo>
                <a:cubicBezTo>
                  <a:pt x="1721497" y="707393"/>
                  <a:pt x="1728662" y="688677"/>
                  <a:pt x="1735668" y="669904"/>
                </a:cubicBezTo>
                <a:cubicBezTo>
                  <a:pt x="1742659" y="651072"/>
                  <a:pt x="1749489" y="632240"/>
                  <a:pt x="1756145" y="613350"/>
                </a:cubicBezTo>
                <a:lnTo>
                  <a:pt x="20143" y="0"/>
                </a:lnTo>
                <a:cubicBezTo>
                  <a:pt x="16895" y="9044"/>
                  <a:pt x="13661" y="18089"/>
                  <a:pt x="10297" y="27133"/>
                </a:cubicBezTo>
                <a:cubicBezTo>
                  <a:pt x="6947" y="36120"/>
                  <a:pt x="3466" y="45106"/>
                  <a:pt x="0" y="54034"/>
                </a:cubicBezTo>
                <a:lnTo>
                  <a:pt x="1714156" y="726049"/>
                </a:lnTo>
                <a:close/>
                <a:moveTo>
                  <a:pt x="1714156" y="726049"/>
                </a:moveTo>
              </a:path>
            </a:pathLst>
          </a:custGeom>
          <a:solidFill xmlns:a="http://schemas.openxmlformats.org/drawingml/2006/main">
            <a:srgbClr val="DDF1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4F60C-0027-4964-824D-288C861E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691" y="4189459"/>
            <a:ext cx="1756145" cy="726049"/>
          </a:xfrm>
          <a:custGeom xmlns:a="http://schemas.openxmlformats.org/drawingml/2006/main">
            <a:pathLst>
              <a:path w="1756145" h="726049" fill="none">
                <a:moveTo>
                  <a:pt x="1714156" y="726049"/>
                </a:moveTo>
                <a:cubicBezTo>
                  <a:pt x="1721497" y="707393"/>
                  <a:pt x="1728662" y="688677"/>
                  <a:pt x="1735668" y="669904"/>
                </a:cubicBezTo>
                <a:cubicBezTo>
                  <a:pt x="1742659" y="651072"/>
                  <a:pt x="1749489" y="632240"/>
                  <a:pt x="1756145" y="613350"/>
                </a:cubicBezTo>
                <a:lnTo>
                  <a:pt x="20143" y="0"/>
                </a:lnTo>
                <a:cubicBezTo>
                  <a:pt x="16895" y="9044"/>
                  <a:pt x="13661" y="18089"/>
                  <a:pt x="10297" y="27133"/>
                </a:cubicBezTo>
                <a:cubicBezTo>
                  <a:pt x="6947" y="36120"/>
                  <a:pt x="3466" y="45106"/>
                  <a:pt x="0" y="54034"/>
                </a:cubicBezTo>
                <a:lnTo>
                  <a:pt x="1714156" y="726049"/>
                </a:lnTo>
                <a:close/>
                <a:moveTo>
                  <a:pt x="1714156" y="72604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40225-FB42-4CDF-893C-2B4DAE8D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669" y="4243492"/>
            <a:ext cx="1736177" cy="783186"/>
          </a:xfrm>
          <a:custGeom xmlns:a="http://schemas.openxmlformats.org/drawingml/2006/main">
            <a:pathLst>
              <a:path w="1736177" h="783186">
                <a:moveTo>
                  <a:pt x="1690445" y="783186"/>
                </a:moveTo>
                <a:cubicBezTo>
                  <a:pt x="1698354" y="764805"/>
                  <a:pt x="1706146" y="746323"/>
                  <a:pt x="1713763" y="727768"/>
                </a:cubicBezTo>
                <a:cubicBezTo>
                  <a:pt x="1721395" y="709286"/>
                  <a:pt x="1728895" y="690673"/>
                  <a:pt x="1736177" y="672016"/>
                </a:cubicBezTo>
                <a:lnTo>
                  <a:pt x="22021" y="0"/>
                </a:lnTo>
                <a:cubicBezTo>
                  <a:pt x="18497" y="9001"/>
                  <a:pt x="14914" y="17929"/>
                  <a:pt x="11215" y="26798"/>
                </a:cubicBezTo>
                <a:cubicBezTo>
                  <a:pt x="7573" y="35741"/>
                  <a:pt x="3816" y="44552"/>
                  <a:pt x="0" y="53422"/>
                </a:cubicBezTo>
                <a:lnTo>
                  <a:pt x="1690445" y="783186"/>
                </a:lnTo>
                <a:close/>
                <a:moveTo>
                  <a:pt x="1690445" y="783186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56D0E-0073-4936-A6C0-4996915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669" y="4243492"/>
            <a:ext cx="1736177" cy="783186"/>
          </a:xfrm>
          <a:custGeom xmlns:a="http://schemas.openxmlformats.org/drawingml/2006/main">
            <a:pathLst>
              <a:path w="1736177" h="783186" fill="none">
                <a:moveTo>
                  <a:pt x="1690445" y="783186"/>
                </a:moveTo>
                <a:cubicBezTo>
                  <a:pt x="1698354" y="764805"/>
                  <a:pt x="1706146" y="746323"/>
                  <a:pt x="1713763" y="727768"/>
                </a:cubicBezTo>
                <a:cubicBezTo>
                  <a:pt x="1721395" y="709286"/>
                  <a:pt x="1728895" y="690673"/>
                  <a:pt x="1736177" y="672016"/>
                </a:cubicBezTo>
                <a:lnTo>
                  <a:pt x="22021" y="0"/>
                </a:lnTo>
                <a:cubicBezTo>
                  <a:pt x="18497" y="9001"/>
                  <a:pt x="14914" y="17929"/>
                  <a:pt x="11215" y="26798"/>
                </a:cubicBezTo>
                <a:cubicBezTo>
                  <a:pt x="7573" y="35741"/>
                  <a:pt x="3816" y="44552"/>
                  <a:pt x="0" y="53422"/>
                </a:cubicBezTo>
                <a:lnTo>
                  <a:pt x="1690445" y="783186"/>
                </a:lnTo>
                <a:close/>
                <a:moveTo>
                  <a:pt x="1690445" y="78318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50524-905D-4F26-BE57-851C68C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886" y="4296915"/>
            <a:ext cx="1714229" cy="839331"/>
          </a:xfrm>
          <a:custGeom xmlns:a="http://schemas.openxmlformats.org/drawingml/2006/main">
            <a:pathLst>
              <a:path w="1714229" h="839331">
                <a:moveTo>
                  <a:pt x="1664666" y="839331"/>
                </a:moveTo>
                <a:cubicBezTo>
                  <a:pt x="1673201" y="821242"/>
                  <a:pt x="1681619" y="803037"/>
                  <a:pt x="1689877" y="784773"/>
                </a:cubicBezTo>
                <a:cubicBezTo>
                  <a:pt x="1698121" y="766509"/>
                  <a:pt x="1706262" y="748202"/>
                  <a:pt x="1714229" y="729763"/>
                </a:cubicBezTo>
                <a:lnTo>
                  <a:pt x="23784" y="0"/>
                </a:lnTo>
                <a:cubicBezTo>
                  <a:pt x="19982" y="8826"/>
                  <a:pt x="16108" y="17637"/>
                  <a:pt x="12132" y="26405"/>
                </a:cubicBezTo>
                <a:cubicBezTo>
                  <a:pt x="8200" y="35158"/>
                  <a:pt x="4165" y="43868"/>
                  <a:pt x="0" y="52577"/>
                </a:cubicBezTo>
                <a:lnTo>
                  <a:pt x="1664666" y="839331"/>
                </a:lnTo>
                <a:close/>
                <a:moveTo>
                  <a:pt x="1664666" y="839331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D2C5A-7BBF-48AD-AC02-0C367B7F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886" y="4296915"/>
            <a:ext cx="1714229" cy="839331"/>
          </a:xfrm>
          <a:custGeom xmlns:a="http://schemas.openxmlformats.org/drawingml/2006/main">
            <a:pathLst>
              <a:path w="1714229" h="839331" fill="none">
                <a:moveTo>
                  <a:pt x="1664666" y="839331"/>
                </a:moveTo>
                <a:cubicBezTo>
                  <a:pt x="1673201" y="821242"/>
                  <a:pt x="1681619" y="803037"/>
                  <a:pt x="1689877" y="784773"/>
                </a:cubicBezTo>
                <a:cubicBezTo>
                  <a:pt x="1698121" y="766509"/>
                  <a:pt x="1706262" y="748202"/>
                  <a:pt x="1714229" y="729763"/>
                </a:cubicBezTo>
                <a:lnTo>
                  <a:pt x="23784" y="0"/>
                </a:lnTo>
                <a:cubicBezTo>
                  <a:pt x="19982" y="8826"/>
                  <a:pt x="16108" y="17637"/>
                  <a:pt x="12132" y="26405"/>
                </a:cubicBezTo>
                <a:cubicBezTo>
                  <a:pt x="8200" y="35158"/>
                  <a:pt x="4165" y="43868"/>
                  <a:pt x="0" y="52577"/>
                </a:cubicBezTo>
                <a:lnTo>
                  <a:pt x="1664666" y="839331"/>
                </a:lnTo>
                <a:close/>
                <a:moveTo>
                  <a:pt x="1664666" y="83933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FCBF0-F96E-4EFB-B907-FDA538A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354" y="4349492"/>
            <a:ext cx="1690198" cy="894632"/>
          </a:xfrm>
          <a:custGeom xmlns:a="http://schemas.openxmlformats.org/drawingml/2006/main">
            <a:pathLst>
              <a:path w="1690198" h="894632">
                <a:moveTo>
                  <a:pt x="1636950" y="894632"/>
                </a:moveTo>
                <a:cubicBezTo>
                  <a:pt x="1646170" y="876762"/>
                  <a:pt x="1655156" y="858891"/>
                  <a:pt x="1664025" y="840919"/>
                </a:cubicBezTo>
                <a:cubicBezTo>
                  <a:pt x="1672910" y="822946"/>
                  <a:pt x="1681619" y="804901"/>
                  <a:pt x="1690198" y="786754"/>
                </a:cubicBezTo>
                <a:lnTo>
                  <a:pt x="25531" y="0"/>
                </a:lnTo>
                <a:cubicBezTo>
                  <a:pt x="21439" y="8695"/>
                  <a:pt x="17288" y="17346"/>
                  <a:pt x="13021" y="25997"/>
                </a:cubicBezTo>
                <a:cubicBezTo>
                  <a:pt x="8753" y="34649"/>
                  <a:pt x="4428" y="43242"/>
                  <a:pt x="0" y="51762"/>
                </a:cubicBezTo>
                <a:lnTo>
                  <a:pt x="1636950" y="894632"/>
                </a:lnTo>
                <a:close/>
                <a:moveTo>
                  <a:pt x="1636950" y="894632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EE765-5C4D-4097-861E-A47049FF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354" y="4349492"/>
            <a:ext cx="1690198" cy="894632"/>
          </a:xfrm>
          <a:custGeom xmlns:a="http://schemas.openxmlformats.org/drawingml/2006/main">
            <a:pathLst>
              <a:path w="1690198" h="894632" fill="none">
                <a:moveTo>
                  <a:pt x="1636950" y="894632"/>
                </a:moveTo>
                <a:cubicBezTo>
                  <a:pt x="1646170" y="876762"/>
                  <a:pt x="1655156" y="858891"/>
                  <a:pt x="1664025" y="840919"/>
                </a:cubicBezTo>
                <a:cubicBezTo>
                  <a:pt x="1672910" y="822946"/>
                  <a:pt x="1681619" y="804901"/>
                  <a:pt x="1690198" y="786754"/>
                </a:cubicBezTo>
                <a:lnTo>
                  <a:pt x="25531" y="0"/>
                </a:lnTo>
                <a:cubicBezTo>
                  <a:pt x="21439" y="8695"/>
                  <a:pt x="17288" y="17346"/>
                  <a:pt x="13021" y="25997"/>
                </a:cubicBezTo>
                <a:cubicBezTo>
                  <a:pt x="8753" y="34649"/>
                  <a:pt x="4428" y="43242"/>
                  <a:pt x="0" y="51762"/>
                </a:cubicBezTo>
                <a:lnTo>
                  <a:pt x="1636950" y="894632"/>
                </a:lnTo>
                <a:close/>
                <a:moveTo>
                  <a:pt x="1636950" y="89463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4BCCB-9609-4E12-BA84-6872628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104" y="4401254"/>
            <a:ext cx="1664200" cy="948797"/>
          </a:xfrm>
          <a:custGeom xmlns:a="http://schemas.openxmlformats.org/drawingml/2006/main">
            <a:pathLst>
              <a:path w="1664200" h="948797">
                <a:moveTo>
                  <a:pt x="1607370" y="948797"/>
                </a:moveTo>
                <a:cubicBezTo>
                  <a:pt x="1617157" y="931335"/>
                  <a:pt x="1626770" y="913755"/>
                  <a:pt x="1636266" y="896060"/>
                </a:cubicBezTo>
                <a:cubicBezTo>
                  <a:pt x="1645718" y="878422"/>
                  <a:pt x="1655039" y="860668"/>
                  <a:pt x="1664200" y="842870"/>
                </a:cubicBezTo>
                <a:lnTo>
                  <a:pt x="27250" y="0"/>
                </a:lnTo>
                <a:cubicBezTo>
                  <a:pt x="22866" y="8535"/>
                  <a:pt x="18366" y="17069"/>
                  <a:pt x="13822" y="25546"/>
                </a:cubicBezTo>
                <a:cubicBezTo>
                  <a:pt x="9263" y="34022"/>
                  <a:pt x="4661" y="42455"/>
                  <a:pt x="0" y="50873"/>
                </a:cubicBezTo>
                <a:lnTo>
                  <a:pt x="1607370" y="948797"/>
                </a:lnTo>
                <a:close/>
                <a:moveTo>
                  <a:pt x="1607370" y="948797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A355A-E2B9-4808-ABD2-0D3945E6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104" y="4401254"/>
            <a:ext cx="1664200" cy="948797"/>
          </a:xfrm>
          <a:custGeom xmlns:a="http://schemas.openxmlformats.org/drawingml/2006/main">
            <a:pathLst>
              <a:path w="1664200" h="948797" fill="none">
                <a:moveTo>
                  <a:pt x="1607370" y="948797"/>
                </a:moveTo>
                <a:cubicBezTo>
                  <a:pt x="1617157" y="931335"/>
                  <a:pt x="1626770" y="913755"/>
                  <a:pt x="1636266" y="896060"/>
                </a:cubicBezTo>
                <a:cubicBezTo>
                  <a:pt x="1645718" y="878422"/>
                  <a:pt x="1655039" y="860668"/>
                  <a:pt x="1664200" y="842870"/>
                </a:cubicBezTo>
                <a:lnTo>
                  <a:pt x="27250" y="0"/>
                </a:lnTo>
                <a:cubicBezTo>
                  <a:pt x="22866" y="8535"/>
                  <a:pt x="18366" y="17069"/>
                  <a:pt x="13822" y="25546"/>
                </a:cubicBezTo>
                <a:cubicBezTo>
                  <a:pt x="9263" y="34022"/>
                  <a:pt x="4661" y="42455"/>
                  <a:pt x="0" y="50873"/>
                </a:cubicBezTo>
                <a:lnTo>
                  <a:pt x="1607370" y="948797"/>
                </a:lnTo>
                <a:close/>
                <a:moveTo>
                  <a:pt x="1607370" y="948797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D33E2-9B78-427C-BCFD-1624D555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077" y="4452127"/>
            <a:ext cx="1636397" cy="1001928"/>
          </a:xfrm>
          <a:custGeom xmlns:a="http://schemas.openxmlformats.org/drawingml/2006/main">
            <a:pathLst>
              <a:path w="1636397" h="1001928">
                <a:moveTo>
                  <a:pt x="1575969" y="1001928"/>
                </a:moveTo>
                <a:cubicBezTo>
                  <a:pt x="1586324" y="984742"/>
                  <a:pt x="1596563" y="967498"/>
                  <a:pt x="1606642" y="950152"/>
                </a:cubicBezTo>
                <a:cubicBezTo>
                  <a:pt x="1616706" y="932849"/>
                  <a:pt x="1626610" y="915445"/>
                  <a:pt x="1636397" y="897924"/>
                </a:cubicBezTo>
                <a:lnTo>
                  <a:pt x="29027" y="0"/>
                </a:lnTo>
                <a:cubicBezTo>
                  <a:pt x="24293" y="8360"/>
                  <a:pt x="19575" y="16720"/>
                  <a:pt x="14739" y="25080"/>
                </a:cubicBezTo>
                <a:cubicBezTo>
                  <a:pt x="9904" y="33396"/>
                  <a:pt x="4952" y="41640"/>
                  <a:pt x="0" y="49883"/>
                </a:cubicBezTo>
                <a:lnTo>
                  <a:pt x="1575969" y="1001928"/>
                </a:lnTo>
                <a:close/>
                <a:moveTo>
                  <a:pt x="1575969" y="1001928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81358-B957-48F1-8980-B5DF2A74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077" y="4452127"/>
            <a:ext cx="1636397" cy="1001928"/>
          </a:xfrm>
          <a:custGeom xmlns:a="http://schemas.openxmlformats.org/drawingml/2006/main">
            <a:pathLst>
              <a:path w="1636397" h="1001928" fill="none">
                <a:moveTo>
                  <a:pt x="1575969" y="1001928"/>
                </a:moveTo>
                <a:cubicBezTo>
                  <a:pt x="1586324" y="984742"/>
                  <a:pt x="1596563" y="967498"/>
                  <a:pt x="1606642" y="950152"/>
                </a:cubicBezTo>
                <a:cubicBezTo>
                  <a:pt x="1616706" y="932849"/>
                  <a:pt x="1626610" y="915445"/>
                  <a:pt x="1636397" y="897924"/>
                </a:cubicBezTo>
                <a:lnTo>
                  <a:pt x="29027" y="0"/>
                </a:lnTo>
                <a:cubicBezTo>
                  <a:pt x="24293" y="8360"/>
                  <a:pt x="19575" y="16720"/>
                  <a:pt x="14739" y="25080"/>
                </a:cubicBezTo>
                <a:cubicBezTo>
                  <a:pt x="9904" y="33396"/>
                  <a:pt x="4952" y="41640"/>
                  <a:pt x="0" y="49883"/>
                </a:cubicBezTo>
                <a:lnTo>
                  <a:pt x="1575969" y="1001928"/>
                </a:lnTo>
                <a:close/>
                <a:moveTo>
                  <a:pt x="1575969" y="100192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1665D-BA25-4C91-9139-5BED4F9B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19" y="4502010"/>
            <a:ext cx="1606627" cy="1053879"/>
          </a:xfrm>
          <a:custGeom xmlns:a="http://schemas.openxmlformats.org/drawingml/2006/main">
            <a:pathLst>
              <a:path w="1606627" h="1053879">
                <a:moveTo>
                  <a:pt x="1542748" y="1053879"/>
                </a:moveTo>
                <a:cubicBezTo>
                  <a:pt x="1553671" y="1037087"/>
                  <a:pt x="1564478" y="1020192"/>
                  <a:pt x="1575110" y="1003239"/>
                </a:cubicBezTo>
                <a:cubicBezTo>
                  <a:pt x="1585756" y="986228"/>
                  <a:pt x="1596272" y="969158"/>
                  <a:pt x="1606627" y="952045"/>
                </a:cubicBezTo>
                <a:lnTo>
                  <a:pt x="30658" y="0"/>
                </a:lnTo>
                <a:cubicBezTo>
                  <a:pt x="25706" y="8258"/>
                  <a:pt x="20652" y="16443"/>
                  <a:pt x="15526" y="24585"/>
                </a:cubicBezTo>
                <a:cubicBezTo>
                  <a:pt x="10414" y="32726"/>
                  <a:pt x="5229" y="40853"/>
                  <a:pt x="0" y="48878"/>
                </a:cubicBezTo>
                <a:lnTo>
                  <a:pt x="1542748" y="1053879"/>
                </a:lnTo>
                <a:close/>
                <a:moveTo>
                  <a:pt x="1542748" y="1053879"/>
                </a:moveTo>
              </a:path>
            </a:pathLst>
          </a:custGeom>
          <a:solidFill xmlns:a="http://schemas.openxmlformats.org/drawingml/2006/main">
            <a:srgbClr val="F3A3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9BE56-E379-4020-93BD-DC02CBA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19" y="4502010"/>
            <a:ext cx="1606627" cy="1053879"/>
          </a:xfrm>
          <a:custGeom xmlns:a="http://schemas.openxmlformats.org/drawingml/2006/main">
            <a:pathLst>
              <a:path w="1606627" h="1053879" fill="none">
                <a:moveTo>
                  <a:pt x="1542748" y="1053879"/>
                </a:moveTo>
                <a:cubicBezTo>
                  <a:pt x="1553671" y="1037087"/>
                  <a:pt x="1564478" y="1020192"/>
                  <a:pt x="1575110" y="1003239"/>
                </a:cubicBezTo>
                <a:cubicBezTo>
                  <a:pt x="1585756" y="986228"/>
                  <a:pt x="1596272" y="969158"/>
                  <a:pt x="1606627" y="952045"/>
                </a:cubicBezTo>
                <a:lnTo>
                  <a:pt x="30658" y="0"/>
                </a:lnTo>
                <a:cubicBezTo>
                  <a:pt x="25706" y="8258"/>
                  <a:pt x="20652" y="16443"/>
                  <a:pt x="15526" y="24585"/>
                </a:cubicBezTo>
                <a:cubicBezTo>
                  <a:pt x="10414" y="32726"/>
                  <a:pt x="5229" y="40853"/>
                  <a:pt x="0" y="48878"/>
                </a:cubicBezTo>
                <a:lnTo>
                  <a:pt x="1542748" y="1053879"/>
                </a:lnTo>
                <a:close/>
                <a:moveTo>
                  <a:pt x="1542748" y="105387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FC815-4D6F-4A8E-8BA7-06819E15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101" y="4550889"/>
            <a:ext cx="1575066" cy="1104622"/>
          </a:xfrm>
          <a:custGeom xmlns:a="http://schemas.openxmlformats.org/drawingml/2006/main">
            <a:pathLst>
              <a:path w="1575066" h="1104622">
                <a:moveTo>
                  <a:pt x="1507706" y="1104622"/>
                </a:moveTo>
                <a:cubicBezTo>
                  <a:pt x="1519197" y="1088237"/>
                  <a:pt x="1530572" y="1071677"/>
                  <a:pt x="1541772" y="1055117"/>
                </a:cubicBezTo>
                <a:cubicBezTo>
                  <a:pt x="1553045" y="1038514"/>
                  <a:pt x="1564085" y="1021779"/>
                  <a:pt x="1575066" y="1005001"/>
                </a:cubicBezTo>
                <a:lnTo>
                  <a:pt x="32318" y="0"/>
                </a:lnTo>
                <a:cubicBezTo>
                  <a:pt x="27032" y="8083"/>
                  <a:pt x="21730" y="16094"/>
                  <a:pt x="16327" y="24060"/>
                </a:cubicBezTo>
                <a:cubicBezTo>
                  <a:pt x="10982" y="32027"/>
                  <a:pt x="5520" y="39994"/>
                  <a:pt x="0" y="47844"/>
                </a:cubicBezTo>
                <a:lnTo>
                  <a:pt x="1507706" y="1104622"/>
                </a:lnTo>
                <a:close/>
                <a:moveTo>
                  <a:pt x="1507706" y="1104622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1A559-EEC5-4FE7-9490-85A25A6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101" y="4550889"/>
            <a:ext cx="1575066" cy="1104622"/>
          </a:xfrm>
          <a:custGeom xmlns:a="http://schemas.openxmlformats.org/drawingml/2006/main">
            <a:pathLst>
              <a:path w="1575066" h="1104622" fill="none">
                <a:moveTo>
                  <a:pt x="1507706" y="1104622"/>
                </a:moveTo>
                <a:cubicBezTo>
                  <a:pt x="1519197" y="1088237"/>
                  <a:pt x="1530572" y="1071677"/>
                  <a:pt x="1541772" y="1055117"/>
                </a:cubicBezTo>
                <a:cubicBezTo>
                  <a:pt x="1553045" y="1038514"/>
                  <a:pt x="1564085" y="1021779"/>
                  <a:pt x="1575066" y="1005001"/>
                </a:cubicBezTo>
                <a:lnTo>
                  <a:pt x="32318" y="0"/>
                </a:lnTo>
                <a:cubicBezTo>
                  <a:pt x="27032" y="8083"/>
                  <a:pt x="21730" y="16094"/>
                  <a:pt x="16327" y="24060"/>
                </a:cubicBezTo>
                <a:cubicBezTo>
                  <a:pt x="10982" y="32027"/>
                  <a:pt x="5520" y="39994"/>
                  <a:pt x="0" y="47844"/>
                </a:cubicBezTo>
                <a:lnTo>
                  <a:pt x="1507706" y="1104622"/>
                </a:lnTo>
                <a:close/>
                <a:moveTo>
                  <a:pt x="1507706" y="110462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D574F-BDCF-48B6-A086-04C1C7C0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137" y="4598733"/>
            <a:ext cx="1541670" cy="1154053"/>
          </a:xfrm>
          <a:custGeom xmlns:a="http://schemas.openxmlformats.org/drawingml/2006/main">
            <a:pathLst>
              <a:path w="1541670" h="1154053">
                <a:moveTo>
                  <a:pt x="1471004" y="1154053"/>
                </a:moveTo>
                <a:cubicBezTo>
                  <a:pt x="1483063" y="1138076"/>
                  <a:pt x="1494962" y="1121910"/>
                  <a:pt x="1506730" y="1105699"/>
                </a:cubicBezTo>
                <a:cubicBezTo>
                  <a:pt x="1518513" y="1089489"/>
                  <a:pt x="1530179" y="1073221"/>
                  <a:pt x="1541670" y="1056778"/>
                </a:cubicBezTo>
                <a:lnTo>
                  <a:pt x="33964" y="0"/>
                </a:lnTo>
                <a:cubicBezTo>
                  <a:pt x="28444" y="7850"/>
                  <a:pt x="22808" y="15700"/>
                  <a:pt x="17186" y="23492"/>
                </a:cubicBezTo>
                <a:cubicBezTo>
                  <a:pt x="11491" y="31299"/>
                  <a:pt x="5811" y="39033"/>
                  <a:pt x="0" y="46708"/>
                </a:cubicBezTo>
                <a:lnTo>
                  <a:pt x="1471004" y="1154053"/>
                </a:lnTo>
                <a:close/>
                <a:moveTo>
                  <a:pt x="1471004" y="1154053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AC474-81EF-431A-A889-E4FBEA3A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137" y="4598733"/>
            <a:ext cx="1541670" cy="1154053"/>
          </a:xfrm>
          <a:custGeom xmlns:a="http://schemas.openxmlformats.org/drawingml/2006/main">
            <a:pathLst>
              <a:path w="1541670" h="1154053" fill="none">
                <a:moveTo>
                  <a:pt x="1471004" y="1154053"/>
                </a:moveTo>
                <a:cubicBezTo>
                  <a:pt x="1483063" y="1138076"/>
                  <a:pt x="1494962" y="1121910"/>
                  <a:pt x="1506730" y="1105699"/>
                </a:cubicBezTo>
                <a:cubicBezTo>
                  <a:pt x="1518513" y="1089489"/>
                  <a:pt x="1530179" y="1073221"/>
                  <a:pt x="1541670" y="1056778"/>
                </a:cubicBezTo>
                <a:lnTo>
                  <a:pt x="33964" y="0"/>
                </a:lnTo>
                <a:cubicBezTo>
                  <a:pt x="28444" y="7850"/>
                  <a:pt x="22808" y="15700"/>
                  <a:pt x="17186" y="23492"/>
                </a:cubicBezTo>
                <a:cubicBezTo>
                  <a:pt x="11491" y="31299"/>
                  <a:pt x="5811" y="39033"/>
                  <a:pt x="0" y="46708"/>
                </a:cubicBezTo>
                <a:lnTo>
                  <a:pt x="1471004" y="1154053"/>
                </a:lnTo>
                <a:close/>
                <a:moveTo>
                  <a:pt x="1471004" y="115405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52062-D7D1-44F0-BC6A-529FEA68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643" y="4645441"/>
            <a:ext cx="1506497" cy="1202189"/>
          </a:xfrm>
          <a:custGeom xmlns:a="http://schemas.openxmlformats.org/drawingml/2006/main">
            <a:pathLst>
              <a:path w="1506497" h="1202189">
                <a:moveTo>
                  <a:pt x="1432539" y="1202189"/>
                </a:moveTo>
                <a:cubicBezTo>
                  <a:pt x="1445108" y="1186605"/>
                  <a:pt x="1457575" y="1170904"/>
                  <a:pt x="1469911" y="1155087"/>
                </a:cubicBezTo>
                <a:cubicBezTo>
                  <a:pt x="1482204" y="1139270"/>
                  <a:pt x="1494438" y="1123395"/>
                  <a:pt x="1506497" y="1107345"/>
                </a:cubicBezTo>
                <a:lnTo>
                  <a:pt x="35493" y="0"/>
                </a:lnTo>
                <a:cubicBezTo>
                  <a:pt x="29755" y="7675"/>
                  <a:pt x="23886" y="15307"/>
                  <a:pt x="17972" y="22866"/>
                </a:cubicBezTo>
                <a:cubicBezTo>
                  <a:pt x="12059" y="30498"/>
                  <a:pt x="6088" y="37998"/>
                  <a:pt x="0" y="45514"/>
                </a:cubicBezTo>
                <a:lnTo>
                  <a:pt x="1432539" y="1202189"/>
                </a:lnTo>
                <a:close/>
                <a:moveTo>
                  <a:pt x="1432539" y="1202189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08D0C-76D3-42BC-BF63-79317D7D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643" y="4645441"/>
            <a:ext cx="1506497" cy="1202189"/>
          </a:xfrm>
          <a:custGeom xmlns:a="http://schemas.openxmlformats.org/drawingml/2006/main">
            <a:pathLst>
              <a:path w="1506497" h="1202189" fill="none">
                <a:moveTo>
                  <a:pt x="1432539" y="1202189"/>
                </a:moveTo>
                <a:cubicBezTo>
                  <a:pt x="1445108" y="1186605"/>
                  <a:pt x="1457575" y="1170904"/>
                  <a:pt x="1469911" y="1155087"/>
                </a:cubicBezTo>
                <a:cubicBezTo>
                  <a:pt x="1482204" y="1139270"/>
                  <a:pt x="1494438" y="1123395"/>
                  <a:pt x="1506497" y="1107345"/>
                </a:cubicBezTo>
                <a:lnTo>
                  <a:pt x="35493" y="0"/>
                </a:lnTo>
                <a:cubicBezTo>
                  <a:pt x="29755" y="7675"/>
                  <a:pt x="23886" y="15307"/>
                  <a:pt x="17972" y="22866"/>
                </a:cubicBezTo>
                <a:cubicBezTo>
                  <a:pt x="12059" y="30498"/>
                  <a:pt x="6088" y="37998"/>
                  <a:pt x="0" y="45514"/>
                </a:cubicBezTo>
                <a:lnTo>
                  <a:pt x="1432539" y="1202189"/>
                </a:lnTo>
                <a:close/>
                <a:moveTo>
                  <a:pt x="1432539" y="120218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C5F181-B2EC-4BE6-BC88-4705E6F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650" y="4690954"/>
            <a:ext cx="1469533" cy="1248955"/>
          </a:xfrm>
          <a:custGeom xmlns:a="http://schemas.openxmlformats.org/drawingml/2006/main">
            <a:pathLst>
              <a:path w="1469533" h="1248955">
                <a:moveTo>
                  <a:pt x="1392385" y="1248955"/>
                </a:moveTo>
                <a:cubicBezTo>
                  <a:pt x="1405522" y="1233764"/>
                  <a:pt x="1418499" y="1218515"/>
                  <a:pt x="1431359" y="1203150"/>
                </a:cubicBezTo>
                <a:cubicBezTo>
                  <a:pt x="1444220" y="1187741"/>
                  <a:pt x="1456963" y="1172259"/>
                  <a:pt x="1469533" y="1156675"/>
                </a:cubicBezTo>
                <a:lnTo>
                  <a:pt x="36994" y="0"/>
                </a:lnTo>
                <a:cubicBezTo>
                  <a:pt x="30964" y="7457"/>
                  <a:pt x="24876" y="14914"/>
                  <a:pt x="18672" y="22298"/>
                </a:cubicBezTo>
                <a:cubicBezTo>
                  <a:pt x="12525" y="29697"/>
                  <a:pt x="6263" y="36979"/>
                  <a:pt x="0" y="44261"/>
                </a:cubicBezTo>
                <a:lnTo>
                  <a:pt x="1392385" y="1248955"/>
                </a:lnTo>
                <a:close/>
                <a:moveTo>
                  <a:pt x="1392385" y="1248955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4B6EF-0C0F-4D06-8F3B-DEDACEE9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650" y="4690954"/>
            <a:ext cx="1469533" cy="1248955"/>
          </a:xfrm>
          <a:custGeom xmlns:a="http://schemas.openxmlformats.org/drawingml/2006/main">
            <a:pathLst>
              <a:path w="1469533" h="1248955" fill="none">
                <a:moveTo>
                  <a:pt x="1392385" y="1248955"/>
                </a:moveTo>
                <a:cubicBezTo>
                  <a:pt x="1405522" y="1233764"/>
                  <a:pt x="1418499" y="1218515"/>
                  <a:pt x="1431359" y="1203150"/>
                </a:cubicBezTo>
                <a:cubicBezTo>
                  <a:pt x="1444220" y="1187741"/>
                  <a:pt x="1456963" y="1172259"/>
                  <a:pt x="1469533" y="1156675"/>
                </a:cubicBezTo>
                <a:lnTo>
                  <a:pt x="36994" y="0"/>
                </a:lnTo>
                <a:cubicBezTo>
                  <a:pt x="30964" y="7457"/>
                  <a:pt x="24876" y="14914"/>
                  <a:pt x="18672" y="22298"/>
                </a:cubicBezTo>
                <a:cubicBezTo>
                  <a:pt x="12525" y="29697"/>
                  <a:pt x="6263" y="36979"/>
                  <a:pt x="0" y="44261"/>
                </a:cubicBezTo>
                <a:lnTo>
                  <a:pt x="1392385" y="1248955"/>
                </a:lnTo>
                <a:close/>
                <a:moveTo>
                  <a:pt x="1392385" y="124895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7EA0F-9B78-41D2-9E4F-F0CDA7AB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142" y="4735215"/>
            <a:ext cx="1430893" cy="1294236"/>
          </a:xfrm>
          <a:custGeom xmlns:a="http://schemas.openxmlformats.org/drawingml/2006/main">
            <a:pathLst>
              <a:path w="1430893" h="1294236">
                <a:moveTo>
                  <a:pt x="1350731" y="1294236"/>
                </a:moveTo>
                <a:cubicBezTo>
                  <a:pt x="1364334" y="1279569"/>
                  <a:pt x="1377821" y="1264714"/>
                  <a:pt x="1391191" y="1249814"/>
                </a:cubicBezTo>
                <a:cubicBezTo>
                  <a:pt x="1404546" y="1234900"/>
                  <a:pt x="1417814" y="1219826"/>
                  <a:pt x="1430893" y="1204694"/>
                </a:cubicBezTo>
                <a:lnTo>
                  <a:pt x="38508" y="0"/>
                </a:lnTo>
                <a:cubicBezTo>
                  <a:pt x="32202" y="7282"/>
                  <a:pt x="25823" y="14506"/>
                  <a:pt x="19458" y="21672"/>
                </a:cubicBezTo>
                <a:cubicBezTo>
                  <a:pt x="13021" y="28852"/>
                  <a:pt x="6539" y="35959"/>
                  <a:pt x="0" y="43009"/>
                </a:cubicBezTo>
                <a:lnTo>
                  <a:pt x="1350731" y="1294236"/>
                </a:lnTo>
                <a:close/>
                <a:moveTo>
                  <a:pt x="1350731" y="1294236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D672F-C8D2-4A26-916F-FB54121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142" y="4735215"/>
            <a:ext cx="1430893" cy="1294236"/>
          </a:xfrm>
          <a:custGeom xmlns:a="http://schemas.openxmlformats.org/drawingml/2006/main">
            <a:pathLst>
              <a:path w="1430893" h="1294236" fill="none">
                <a:moveTo>
                  <a:pt x="1350731" y="1294236"/>
                </a:moveTo>
                <a:cubicBezTo>
                  <a:pt x="1364334" y="1279569"/>
                  <a:pt x="1377821" y="1264714"/>
                  <a:pt x="1391191" y="1249814"/>
                </a:cubicBezTo>
                <a:cubicBezTo>
                  <a:pt x="1404546" y="1234900"/>
                  <a:pt x="1417814" y="1219826"/>
                  <a:pt x="1430893" y="1204694"/>
                </a:cubicBezTo>
                <a:lnTo>
                  <a:pt x="38508" y="0"/>
                </a:lnTo>
                <a:cubicBezTo>
                  <a:pt x="32202" y="7282"/>
                  <a:pt x="25823" y="14506"/>
                  <a:pt x="19458" y="21672"/>
                </a:cubicBezTo>
                <a:cubicBezTo>
                  <a:pt x="13021" y="28852"/>
                  <a:pt x="6539" y="35959"/>
                  <a:pt x="0" y="43009"/>
                </a:cubicBezTo>
                <a:lnTo>
                  <a:pt x="1350731" y="1294236"/>
                </a:lnTo>
                <a:close/>
                <a:moveTo>
                  <a:pt x="1350731" y="129423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23D94-B97F-4A48-B1E5-11DEA735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206" y="4778224"/>
            <a:ext cx="1390666" cy="1338045"/>
          </a:xfrm>
          <a:custGeom xmlns:a="http://schemas.openxmlformats.org/drawingml/2006/main">
            <a:pathLst>
              <a:path w="1390666" h="1338045">
                <a:moveTo>
                  <a:pt x="1307431" y="1338045"/>
                </a:moveTo>
                <a:cubicBezTo>
                  <a:pt x="1321544" y="1323830"/>
                  <a:pt x="1335540" y="1309484"/>
                  <a:pt x="1349420" y="1295037"/>
                </a:cubicBezTo>
                <a:cubicBezTo>
                  <a:pt x="1363242" y="1280530"/>
                  <a:pt x="1377020" y="1265966"/>
                  <a:pt x="1390666" y="1251227"/>
                </a:cubicBezTo>
                <a:lnTo>
                  <a:pt x="39936" y="0"/>
                </a:lnTo>
                <a:cubicBezTo>
                  <a:pt x="33396" y="7064"/>
                  <a:pt x="26798" y="14055"/>
                  <a:pt x="20143" y="21002"/>
                </a:cubicBezTo>
                <a:cubicBezTo>
                  <a:pt x="13487" y="27935"/>
                  <a:pt x="6772" y="34882"/>
                  <a:pt x="0" y="41712"/>
                </a:cubicBezTo>
                <a:lnTo>
                  <a:pt x="1307431" y="1338045"/>
                </a:lnTo>
                <a:close/>
                <a:moveTo>
                  <a:pt x="1307431" y="1338045"/>
                </a:moveTo>
              </a:path>
            </a:pathLst>
          </a:custGeom>
          <a:solidFill xmlns:a="http://schemas.openxmlformats.org/drawingml/2006/main">
            <a:srgbClr val="F3A3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ED7ED-8BEC-4BBA-BF48-19930AE4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206" y="4778224"/>
            <a:ext cx="1390666" cy="1338045"/>
          </a:xfrm>
          <a:custGeom xmlns:a="http://schemas.openxmlformats.org/drawingml/2006/main">
            <a:pathLst>
              <a:path w="1390666" h="1338045" fill="none">
                <a:moveTo>
                  <a:pt x="1307431" y="1338045"/>
                </a:moveTo>
                <a:cubicBezTo>
                  <a:pt x="1321544" y="1323830"/>
                  <a:pt x="1335540" y="1309484"/>
                  <a:pt x="1349420" y="1295037"/>
                </a:cubicBezTo>
                <a:cubicBezTo>
                  <a:pt x="1363242" y="1280530"/>
                  <a:pt x="1377020" y="1265966"/>
                  <a:pt x="1390666" y="1251227"/>
                </a:cubicBezTo>
                <a:lnTo>
                  <a:pt x="39936" y="0"/>
                </a:lnTo>
                <a:cubicBezTo>
                  <a:pt x="33396" y="7064"/>
                  <a:pt x="26798" y="14055"/>
                  <a:pt x="20143" y="21002"/>
                </a:cubicBezTo>
                <a:cubicBezTo>
                  <a:pt x="13487" y="27935"/>
                  <a:pt x="6772" y="34882"/>
                  <a:pt x="0" y="41712"/>
                </a:cubicBezTo>
                <a:lnTo>
                  <a:pt x="1307431" y="1338045"/>
                </a:lnTo>
                <a:close/>
                <a:moveTo>
                  <a:pt x="1307431" y="133804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38C0A-2711-4212-B92B-0C241BC9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843" y="4819937"/>
            <a:ext cx="1348794" cy="1380311"/>
          </a:xfrm>
          <a:custGeom xmlns:a="http://schemas.openxmlformats.org/drawingml/2006/main">
            <a:pathLst>
              <a:path w="1348794" h="1380311">
                <a:moveTo>
                  <a:pt x="1262718" y="1380311"/>
                </a:moveTo>
                <a:cubicBezTo>
                  <a:pt x="1277283" y="1366548"/>
                  <a:pt x="1291730" y="1352668"/>
                  <a:pt x="1306135" y="1338672"/>
                </a:cubicBezTo>
                <a:cubicBezTo>
                  <a:pt x="1320466" y="1324733"/>
                  <a:pt x="1334695" y="1310562"/>
                  <a:pt x="1348794" y="1296333"/>
                </a:cubicBezTo>
                <a:lnTo>
                  <a:pt x="41363" y="0"/>
                </a:lnTo>
                <a:cubicBezTo>
                  <a:pt x="34590" y="6816"/>
                  <a:pt x="27760" y="13589"/>
                  <a:pt x="20885" y="20303"/>
                </a:cubicBezTo>
                <a:cubicBezTo>
                  <a:pt x="13996" y="27017"/>
                  <a:pt x="7049" y="33673"/>
                  <a:pt x="0" y="40271"/>
                </a:cubicBezTo>
                <a:lnTo>
                  <a:pt x="1262718" y="1380311"/>
                </a:lnTo>
                <a:close/>
                <a:moveTo>
                  <a:pt x="1262718" y="1380311"/>
                </a:moveTo>
              </a:path>
            </a:pathLst>
          </a:custGeom>
          <a:solidFill xmlns:a="http://schemas.openxmlformats.org/drawingml/2006/main">
            <a:srgbClr val="F3A3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F8FBB-609D-469B-8675-E50B4CB7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843" y="4819937"/>
            <a:ext cx="1348794" cy="1380311"/>
          </a:xfrm>
          <a:custGeom xmlns:a="http://schemas.openxmlformats.org/drawingml/2006/main">
            <a:pathLst>
              <a:path w="1348794" h="1380311" fill="none">
                <a:moveTo>
                  <a:pt x="1262718" y="1380311"/>
                </a:moveTo>
                <a:cubicBezTo>
                  <a:pt x="1277283" y="1366548"/>
                  <a:pt x="1291730" y="1352668"/>
                  <a:pt x="1306135" y="1338672"/>
                </a:cubicBezTo>
                <a:cubicBezTo>
                  <a:pt x="1320466" y="1324733"/>
                  <a:pt x="1334695" y="1310562"/>
                  <a:pt x="1348794" y="1296333"/>
                </a:cubicBezTo>
                <a:lnTo>
                  <a:pt x="41363" y="0"/>
                </a:lnTo>
                <a:cubicBezTo>
                  <a:pt x="34590" y="6816"/>
                  <a:pt x="27760" y="13589"/>
                  <a:pt x="20885" y="20303"/>
                </a:cubicBezTo>
                <a:cubicBezTo>
                  <a:pt x="13996" y="27017"/>
                  <a:pt x="7049" y="33673"/>
                  <a:pt x="0" y="40271"/>
                </a:cubicBezTo>
                <a:lnTo>
                  <a:pt x="1262718" y="1380311"/>
                </a:lnTo>
                <a:close/>
                <a:moveTo>
                  <a:pt x="1262718" y="138031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C5D50-BB76-411A-B1F5-64EF3497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70" y="4860207"/>
            <a:ext cx="1305392" cy="1421004"/>
          </a:xfrm>
          <a:custGeom xmlns:a="http://schemas.openxmlformats.org/drawingml/2006/main">
            <a:pathLst>
              <a:path w="1305392" h="1421004">
                <a:moveTo>
                  <a:pt x="1216476" y="1421004"/>
                </a:moveTo>
                <a:cubicBezTo>
                  <a:pt x="1231492" y="1407736"/>
                  <a:pt x="1246450" y="1394366"/>
                  <a:pt x="1261247" y="1380894"/>
                </a:cubicBezTo>
                <a:cubicBezTo>
                  <a:pt x="1276088" y="1367407"/>
                  <a:pt x="1290769" y="1353746"/>
                  <a:pt x="1305392" y="1340041"/>
                </a:cubicBezTo>
                <a:lnTo>
                  <a:pt x="42674" y="0"/>
                </a:lnTo>
                <a:cubicBezTo>
                  <a:pt x="35668" y="6598"/>
                  <a:pt x="28619" y="13152"/>
                  <a:pt x="21512" y="19633"/>
                </a:cubicBezTo>
                <a:cubicBezTo>
                  <a:pt x="14404" y="26056"/>
                  <a:pt x="7224" y="32493"/>
                  <a:pt x="0" y="38858"/>
                </a:cubicBezTo>
                <a:lnTo>
                  <a:pt x="1216476" y="1421004"/>
                </a:lnTo>
                <a:close/>
                <a:moveTo>
                  <a:pt x="1216476" y="1421004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09614-A003-459B-A2BB-10C969AF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70" y="4860207"/>
            <a:ext cx="1305392" cy="1421004"/>
          </a:xfrm>
          <a:custGeom xmlns:a="http://schemas.openxmlformats.org/drawingml/2006/main">
            <a:pathLst>
              <a:path w="1305392" h="1421004" fill="none">
                <a:moveTo>
                  <a:pt x="1216476" y="1421004"/>
                </a:moveTo>
                <a:cubicBezTo>
                  <a:pt x="1231492" y="1407736"/>
                  <a:pt x="1246450" y="1394366"/>
                  <a:pt x="1261247" y="1380894"/>
                </a:cubicBezTo>
                <a:cubicBezTo>
                  <a:pt x="1276088" y="1367407"/>
                  <a:pt x="1290769" y="1353746"/>
                  <a:pt x="1305392" y="1340041"/>
                </a:cubicBezTo>
                <a:lnTo>
                  <a:pt x="42674" y="0"/>
                </a:lnTo>
                <a:cubicBezTo>
                  <a:pt x="35668" y="6598"/>
                  <a:pt x="28619" y="13152"/>
                  <a:pt x="21512" y="19633"/>
                </a:cubicBezTo>
                <a:cubicBezTo>
                  <a:pt x="14404" y="26056"/>
                  <a:pt x="7224" y="32493"/>
                  <a:pt x="0" y="38858"/>
                </a:cubicBezTo>
                <a:lnTo>
                  <a:pt x="1216476" y="1421004"/>
                </a:lnTo>
                <a:close/>
                <a:moveTo>
                  <a:pt x="1216476" y="142100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A7EAA-8683-4D98-8AC6-3E2F67DC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58" y="4899065"/>
            <a:ext cx="1260388" cy="1460022"/>
          </a:xfrm>
          <a:custGeom xmlns:a="http://schemas.openxmlformats.org/drawingml/2006/main">
            <a:pathLst>
              <a:path w="1260388" h="1460022">
                <a:moveTo>
                  <a:pt x="1168792" y="1460022"/>
                </a:moveTo>
                <a:cubicBezTo>
                  <a:pt x="1184260" y="1447336"/>
                  <a:pt x="1199625" y="1434476"/>
                  <a:pt x="1214932" y="1421456"/>
                </a:cubicBezTo>
                <a:cubicBezTo>
                  <a:pt x="1230167" y="1408479"/>
                  <a:pt x="1245314" y="1395400"/>
                  <a:pt x="1260388" y="1382146"/>
                </a:cubicBezTo>
                <a:lnTo>
                  <a:pt x="43912" y="0"/>
                </a:lnTo>
                <a:cubicBezTo>
                  <a:pt x="36688" y="6379"/>
                  <a:pt x="29464" y="12627"/>
                  <a:pt x="22123" y="18890"/>
                </a:cubicBezTo>
                <a:cubicBezTo>
                  <a:pt x="14783" y="25094"/>
                  <a:pt x="7384" y="31299"/>
                  <a:pt x="0" y="37387"/>
                </a:cubicBezTo>
                <a:lnTo>
                  <a:pt x="1168792" y="1460022"/>
                </a:lnTo>
                <a:close/>
                <a:moveTo>
                  <a:pt x="1168792" y="1460022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B2979-2A51-4354-86CC-111B2FD1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58" y="4899065"/>
            <a:ext cx="1260388" cy="1460022"/>
          </a:xfrm>
          <a:custGeom xmlns:a="http://schemas.openxmlformats.org/drawingml/2006/main">
            <a:pathLst>
              <a:path w="1260388" h="1460022" fill="none">
                <a:moveTo>
                  <a:pt x="1168792" y="1460022"/>
                </a:moveTo>
                <a:cubicBezTo>
                  <a:pt x="1184260" y="1447336"/>
                  <a:pt x="1199625" y="1434476"/>
                  <a:pt x="1214932" y="1421456"/>
                </a:cubicBezTo>
                <a:cubicBezTo>
                  <a:pt x="1230167" y="1408479"/>
                  <a:pt x="1245314" y="1395400"/>
                  <a:pt x="1260388" y="1382146"/>
                </a:cubicBezTo>
                <a:lnTo>
                  <a:pt x="43912" y="0"/>
                </a:lnTo>
                <a:cubicBezTo>
                  <a:pt x="36688" y="6379"/>
                  <a:pt x="29464" y="12627"/>
                  <a:pt x="22123" y="18890"/>
                </a:cubicBezTo>
                <a:cubicBezTo>
                  <a:pt x="14783" y="25094"/>
                  <a:pt x="7384" y="31299"/>
                  <a:pt x="0" y="37387"/>
                </a:cubicBezTo>
                <a:lnTo>
                  <a:pt x="1168792" y="1460022"/>
                </a:lnTo>
                <a:close/>
                <a:moveTo>
                  <a:pt x="1168792" y="146002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14FF8-D470-46F3-9D45-C756651B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21" y="4936452"/>
            <a:ext cx="1214029" cy="1497394"/>
          </a:xfrm>
          <a:custGeom xmlns:a="http://schemas.openxmlformats.org/drawingml/2006/main">
            <a:pathLst>
              <a:path w="1214029" h="1497394">
                <a:moveTo>
                  <a:pt x="1119812" y="1497394"/>
                </a:moveTo>
                <a:cubicBezTo>
                  <a:pt x="1135746" y="1485218"/>
                  <a:pt x="1151505" y="1472868"/>
                  <a:pt x="1167205" y="1460415"/>
                </a:cubicBezTo>
                <a:cubicBezTo>
                  <a:pt x="1182905" y="1447963"/>
                  <a:pt x="1198489" y="1435379"/>
                  <a:pt x="1214029" y="1422635"/>
                </a:cubicBezTo>
                <a:lnTo>
                  <a:pt x="45237" y="0"/>
                </a:lnTo>
                <a:cubicBezTo>
                  <a:pt x="37780" y="6132"/>
                  <a:pt x="30265" y="12161"/>
                  <a:pt x="22764" y="18147"/>
                </a:cubicBezTo>
                <a:cubicBezTo>
                  <a:pt x="15191" y="24119"/>
                  <a:pt x="7632" y="30032"/>
                  <a:pt x="0" y="35887"/>
                </a:cubicBezTo>
                <a:lnTo>
                  <a:pt x="1119812" y="1497394"/>
                </a:lnTo>
                <a:close/>
                <a:moveTo>
                  <a:pt x="1119812" y="1497394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4BE88-4FF8-4581-A66A-B02E75D2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21" y="4936452"/>
            <a:ext cx="1214029" cy="1497394"/>
          </a:xfrm>
          <a:custGeom xmlns:a="http://schemas.openxmlformats.org/drawingml/2006/main">
            <a:pathLst>
              <a:path w="1214029" h="1497394" fill="none">
                <a:moveTo>
                  <a:pt x="1119812" y="1497394"/>
                </a:moveTo>
                <a:cubicBezTo>
                  <a:pt x="1135746" y="1485218"/>
                  <a:pt x="1151505" y="1472868"/>
                  <a:pt x="1167205" y="1460415"/>
                </a:cubicBezTo>
                <a:cubicBezTo>
                  <a:pt x="1182905" y="1447963"/>
                  <a:pt x="1198489" y="1435379"/>
                  <a:pt x="1214029" y="1422635"/>
                </a:cubicBezTo>
                <a:lnTo>
                  <a:pt x="45237" y="0"/>
                </a:lnTo>
                <a:cubicBezTo>
                  <a:pt x="37780" y="6132"/>
                  <a:pt x="30265" y="12161"/>
                  <a:pt x="22764" y="18147"/>
                </a:cubicBezTo>
                <a:cubicBezTo>
                  <a:pt x="15191" y="24119"/>
                  <a:pt x="7632" y="30032"/>
                  <a:pt x="0" y="35887"/>
                </a:cubicBezTo>
                <a:lnTo>
                  <a:pt x="1119812" y="1497394"/>
                </a:lnTo>
                <a:close/>
                <a:moveTo>
                  <a:pt x="1119812" y="149739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C242F-7CD2-4460-8CEF-E920C3E5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604" y="4972338"/>
            <a:ext cx="1166229" cy="1533019"/>
          </a:xfrm>
          <a:custGeom xmlns:a="http://schemas.openxmlformats.org/drawingml/2006/main">
            <a:pathLst>
              <a:path w="1166229" h="1533019">
                <a:moveTo>
                  <a:pt x="1069565" y="1533019"/>
                </a:moveTo>
                <a:cubicBezTo>
                  <a:pt x="1085834" y="1521353"/>
                  <a:pt x="1102058" y="1509585"/>
                  <a:pt x="1118210" y="1497686"/>
                </a:cubicBezTo>
                <a:cubicBezTo>
                  <a:pt x="1134304" y="1485743"/>
                  <a:pt x="1150296" y="1473683"/>
                  <a:pt x="1166229" y="1461508"/>
                </a:cubicBezTo>
                <a:lnTo>
                  <a:pt x="46417" y="0"/>
                </a:lnTo>
                <a:cubicBezTo>
                  <a:pt x="38800" y="5869"/>
                  <a:pt x="31051" y="11608"/>
                  <a:pt x="23318" y="17361"/>
                </a:cubicBezTo>
                <a:cubicBezTo>
                  <a:pt x="15642" y="23041"/>
                  <a:pt x="7850" y="28736"/>
                  <a:pt x="0" y="34314"/>
                </a:cubicBezTo>
                <a:lnTo>
                  <a:pt x="1069565" y="1533019"/>
                </a:lnTo>
                <a:close/>
                <a:moveTo>
                  <a:pt x="1069565" y="1533019"/>
                </a:moveTo>
              </a:path>
            </a:pathLst>
          </a:custGeom>
          <a:solidFill xmlns:a="http://schemas.openxmlformats.org/drawingml/2006/main">
            <a:srgbClr val="DDF1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CA5C0-50FA-4BC9-8528-8F8D155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604" y="4972338"/>
            <a:ext cx="1166229" cy="1533019"/>
          </a:xfrm>
          <a:custGeom xmlns:a="http://schemas.openxmlformats.org/drawingml/2006/main">
            <a:pathLst>
              <a:path w="1166229" h="1533019" fill="none">
                <a:moveTo>
                  <a:pt x="1069565" y="1533019"/>
                </a:moveTo>
                <a:cubicBezTo>
                  <a:pt x="1085834" y="1521353"/>
                  <a:pt x="1102058" y="1509585"/>
                  <a:pt x="1118210" y="1497686"/>
                </a:cubicBezTo>
                <a:cubicBezTo>
                  <a:pt x="1134304" y="1485743"/>
                  <a:pt x="1150296" y="1473683"/>
                  <a:pt x="1166229" y="1461508"/>
                </a:cubicBezTo>
                <a:lnTo>
                  <a:pt x="46417" y="0"/>
                </a:lnTo>
                <a:cubicBezTo>
                  <a:pt x="38800" y="5869"/>
                  <a:pt x="31051" y="11608"/>
                  <a:pt x="23318" y="17361"/>
                </a:cubicBezTo>
                <a:cubicBezTo>
                  <a:pt x="15642" y="23041"/>
                  <a:pt x="7850" y="28736"/>
                  <a:pt x="0" y="34314"/>
                </a:cubicBezTo>
                <a:lnTo>
                  <a:pt x="1069565" y="1533019"/>
                </a:lnTo>
                <a:close/>
                <a:moveTo>
                  <a:pt x="1069565" y="153301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680C6-CA85-4D95-9393-CE68EECF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037" y="5006652"/>
            <a:ext cx="1117133" cy="1566866"/>
          </a:xfrm>
          <a:custGeom xmlns:a="http://schemas.openxmlformats.org/drawingml/2006/main">
            <a:pathLst>
              <a:path w="1117133" h="1566866">
                <a:moveTo>
                  <a:pt x="1018080" y="1566866"/>
                </a:moveTo>
                <a:cubicBezTo>
                  <a:pt x="1034756" y="1555827"/>
                  <a:pt x="1051374" y="1544568"/>
                  <a:pt x="1067861" y="1533179"/>
                </a:cubicBezTo>
                <a:cubicBezTo>
                  <a:pt x="1084363" y="1521862"/>
                  <a:pt x="1100806" y="1510371"/>
                  <a:pt x="1117133" y="1498705"/>
                </a:cubicBezTo>
                <a:lnTo>
                  <a:pt x="47567" y="0"/>
                </a:lnTo>
                <a:cubicBezTo>
                  <a:pt x="39717" y="5578"/>
                  <a:pt x="31867" y="11098"/>
                  <a:pt x="23958" y="16560"/>
                </a:cubicBezTo>
                <a:cubicBezTo>
                  <a:pt x="15992" y="22021"/>
                  <a:pt x="8025" y="27425"/>
                  <a:pt x="0" y="32712"/>
                </a:cubicBezTo>
                <a:lnTo>
                  <a:pt x="1018080" y="1566866"/>
                </a:lnTo>
                <a:close/>
                <a:moveTo>
                  <a:pt x="1018080" y="1566866"/>
                </a:moveTo>
              </a:path>
            </a:pathLst>
          </a:custGeom>
          <a:solidFill xmlns:a="http://schemas.openxmlformats.org/drawingml/2006/main">
            <a:srgbClr val="F3A3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AC2CE-645D-443D-AA9B-1701330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037" y="5006652"/>
            <a:ext cx="1117133" cy="1566866"/>
          </a:xfrm>
          <a:custGeom xmlns:a="http://schemas.openxmlformats.org/drawingml/2006/main">
            <a:pathLst>
              <a:path w="1117133" h="1566866" fill="none">
                <a:moveTo>
                  <a:pt x="1018080" y="1566866"/>
                </a:moveTo>
                <a:cubicBezTo>
                  <a:pt x="1034756" y="1555827"/>
                  <a:pt x="1051374" y="1544568"/>
                  <a:pt x="1067861" y="1533179"/>
                </a:cubicBezTo>
                <a:cubicBezTo>
                  <a:pt x="1084363" y="1521862"/>
                  <a:pt x="1100806" y="1510371"/>
                  <a:pt x="1117133" y="1498705"/>
                </a:cubicBezTo>
                <a:lnTo>
                  <a:pt x="47567" y="0"/>
                </a:lnTo>
                <a:cubicBezTo>
                  <a:pt x="39717" y="5578"/>
                  <a:pt x="31867" y="11098"/>
                  <a:pt x="23958" y="16560"/>
                </a:cubicBezTo>
                <a:cubicBezTo>
                  <a:pt x="15992" y="22021"/>
                  <a:pt x="8025" y="27425"/>
                  <a:pt x="0" y="32712"/>
                </a:cubicBezTo>
                <a:lnTo>
                  <a:pt x="1018080" y="1566866"/>
                </a:lnTo>
                <a:close/>
                <a:moveTo>
                  <a:pt x="1018080" y="156686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6E5F9-B8BB-4052-AF2B-7AA15B8D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450" y="5039364"/>
            <a:ext cx="1066667" cy="1598952"/>
          </a:xfrm>
          <a:custGeom xmlns:a="http://schemas.openxmlformats.org/drawingml/2006/main">
            <a:pathLst>
              <a:path w="1066667" h="1598952">
                <a:moveTo>
                  <a:pt x="965342" y="1598952"/>
                </a:moveTo>
                <a:cubicBezTo>
                  <a:pt x="982412" y="1588422"/>
                  <a:pt x="999365" y="1577790"/>
                  <a:pt x="1016260" y="1566983"/>
                </a:cubicBezTo>
                <a:cubicBezTo>
                  <a:pt x="1033169" y="1556176"/>
                  <a:pt x="1049947" y="1545253"/>
                  <a:pt x="1066667" y="1534155"/>
                </a:cubicBezTo>
                <a:lnTo>
                  <a:pt x="48587" y="0"/>
                </a:lnTo>
                <a:cubicBezTo>
                  <a:pt x="40562" y="5345"/>
                  <a:pt x="32537" y="10588"/>
                  <a:pt x="24410" y="15759"/>
                </a:cubicBezTo>
                <a:cubicBezTo>
                  <a:pt x="16327" y="20929"/>
                  <a:pt x="8200" y="26056"/>
                  <a:pt x="0" y="31124"/>
                </a:cubicBezTo>
                <a:lnTo>
                  <a:pt x="965342" y="1598952"/>
                </a:lnTo>
                <a:close/>
                <a:moveTo>
                  <a:pt x="965342" y="1598952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DC5E7-2C8A-4499-9729-EF96F274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450" y="5039364"/>
            <a:ext cx="1066667" cy="1598952"/>
          </a:xfrm>
          <a:custGeom xmlns:a="http://schemas.openxmlformats.org/drawingml/2006/main">
            <a:pathLst>
              <a:path w="1066667" h="1598952" fill="none">
                <a:moveTo>
                  <a:pt x="965342" y="1598952"/>
                </a:moveTo>
                <a:cubicBezTo>
                  <a:pt x="982412" y="1588422"/>
                  <a:pt x="999365" y="1577790"/>
                  <a:pt x="1016260" y="1566983"/>
                </a:cubicBezTo>
                <a:cubicBezTo>
                  <a:pt x="1033169" y="1556176"/>
                  <a:pt x="1049947" y="1545253"/>
                  <a:pt x="1066667" y="1534155"/>
                </a:cubicBezTo>
                <a:lnTo>
                  <a:pt x="48587" y="0"/>
                </a:lnTo>
                <a:cubicBezTo>
                  <a:pt x="40562" y="5345"/>
                  <a:pt x="32537" y="10588"/>
                  <a:pt x="24410" y="15759"/>
                </a:cubicBezTo>
                <a:cubicBezTo>
                  <a:pt x="16327" y="20929"/>
                  <a:pt x="8200" y="26056"/>
                  <a:pt x="0" y="31124"/>
                </a:cubicBezTo>
                <a:lnTo>
                  <a:pt x="965342" y="1598952"/>
                </a:lnTo>
                <a:close/>
                <a:moveTo>
                  <a:pt x="965342" y="159895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7B19B-8F65-40C8-A6CA-39158E8F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785" y="5070488"/>
            <a:ext cx="1015007" cy="1629100"/>
          </a:xfrm>
          <a:custGeom xmlns:a="http://schemas.openxmlformats.org/drawingml/2006/main">
            <a:pathLst>
              <a:path w="1015007" h="1629100">
                <a:moveTo>
                  <a:pt x="911527" y="1629100"/>
                </a:moveTo>
                <a:cubicBezTo>
                  <a:pt x="928931" y="1619196"/>
                  <a:pt x="946292" y="1609132"/>
                  <a:pt x="963522" y="1598893"/>
                </a:cubicBezTo>
                <a:cubicBezTo>
                  <a:pt x="980766" y="1588713"/>
                  <a:pt x="997938" y="1578358"/>
                  <a:pt x="1015007" y="1567828"/>
                </a:cubicBezTo>
                <a:lnTo>
                  <a:pt x="49665" y="0"/>
                </a:lnTo>
                <a:cubicBezTo>
                  <a:pt x="41479" y="5054"/>
                  <a:pt x="33221" y="10006"/>
                  <a:pt x="24920" y="14899"/>
                </a:cubicBezTo>
                <a:cubicBezTo>
                  <a:pt x="16662" y="19793"/>
                  <a:pt x="8360" y="24628"/>
                  <a:pt x="0" y="29406"/>
                </a:cubicBezTo>
                <a:lnTo>
                  <a:pt x="911527" y="1629100"/>
                </a:lnTo>
                <a:close/>
                <a:moveTo>
                  <a:pt x="911527" y="1629100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16E90-5EFA-4454-ADA6-F27B084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785" y="5070488"/>
            <a:ext cx="1015007" cy="1629100"/>
          </a:xfrm>
          <a:custGeom xmlns:a="http://schemas.openxmlformats.org/drawingml/2006/main">
            <a:pathLst>
              <a:path w="1015007" h="1629100" fill="none">
                <a:moveTo>
                  <a:pt x="911527" y="1629100"/>
                </a:moveTo>
                <a:cubicBezTo>
                  <a:pt x="928931" y="1619196"/>
                  <a:pt x="946292" y="1609132"/>
                  <a:pt x="963522" y="1598893"/>
                </a:cubicBezTo>
                <a:cubicBezTo>
                  <a:pt x="980766" y="1588713"/>
                  <a:pt x="997938" y="1578358"/>
                  <a:pt x="1015007" y="1567828"/>
                </a:cubicBezTo>
                <a:lnTo>
                  <a:pt x="49665" y="0"/>
                </a:lnTo>
                <a:cubicBezTo>
                  <a:pt x="41479" y="5054"/>
                  <a:pt x="33221" y="10006"/>
                  <a:pt x="24920" y="14899"/>
                </a:cubicBezTo>
                <a:cubicBezTo>
                  <a:pt x="16662" y="19793"/>
                  <a:pt x="8360" y="24628"/>
                  <a:pt x="0" y="29406"/>
                </a:cubicBezTo>
                <a:lnTo>
                  <a:pt x="911527" y="1629100"/>
                </a:lnTo>
                <a:close/>
                <a:moveTo>
                  <a:pt x="911527" y="162910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B2787-CF59-4975-80F1-0FFE4F5B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45" y="5099893"/>
            <a:ext cx="962167" cy="1657442"/>
          </a:xfrm>
          <a:custGeom xmlns:a="http://schemas.openxmlformats.org/drawingml/2006/main">
            <a:pathLst>
              <a:path w="962167" h="1657442">
                <a:moveTo>
                  <a:pt x="856692" y="1657442"/>
                </a:moveTo>
                <a:cubicBezTo>
                  <a:pt x="874432" y="1648165"/>
                  <a:pt x="892127" y="1638669"/>
                  <a:pt x="909706" y="1629056"/>
                </a:cubicBezTo>
                <a:cubicBezTo>
                  <a:pt x="927286" y="1619444"/>
                  <a:pt x="944763" y="1609657"/>
                  <a:pt x="962167" y="1599695"/>
                </a:cubicBezTo>
                <a:lnTo>
                  <a:pt x="50640" y="0"/>
                </a:lnTo>
                <a:cubicBezTo>
                  <a:pt x="42280" y="4777"/>
                  <a:pt x="33862" y="9452"/>
                  <a:pt x="25429" y="14055"/>
                </a:cubicBezTo>
                <a:cubicBezTo>
                  <a:pt x="17011" y="18715"/>
                  <a:pt x="8535" y="23274"/>
                  <a:pt x="0" y="27716"/>
                </a:cubicBezTo>
                <a:lnTo>
                  <a:pt x="856692" y="1657442"/>
                </a:lnTo>
                <a:close/>
                <a:moveTo>
                  <a:pt x="856692" y="1657442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C865B-2FD0-40DC-A218-6FC8F0E9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45" y="5099893"/>
            <a:ext cx="962167" cy="1657442"/>
          </a:xfrm>
          <a:custGeom xmlns:a="http://schemas.openxmlformats.org/drawingml/2006/main">
            <a:pathLst>
              <a:path w="962167" h="1657442" fill="none">
                <a:moveTo>
                  <a:pt x="856692" y="1657442"/>
                </a:moveTo>
                <a:cubicBezTo>
                  <a:pt x="874432" y="1648165"/>
                  <a:pt x="892127" y="1638669"/>
                  <a:pt x="909706" y="1629056"/>
                </a:cubicBezTo>
                <a:cubicBezTo>
                  <a:pt x="927286" y="1619444"/>
                  <a:pt x="944763" y="1609657"/>
                  <a:pt x="962167" y="1599695"/>
                </a:cubicBezTo>
                <a:lnTo>
                  <a:pt x="50640" y="0"/>
                </a:lnTo>
                <a:cubicBezTo>
                  <a:pt x="42280" y="4777"/>
                  <a:pt x="33862" y="9452"/>
                  <a:pt x="25429" y="14055"/>
                </a:cubicBezTo>
                <a:cubicBezTo>
                  <a:pt x="17011" y="18715"/>
                  <a:pt x="8535" y="23274"/>
                  <a:pt x="0" y="27716"/>
                </a:cubicBezTo>
                <a:lnTo>
                  <a:pt x="856692" y="1657442"/>
                </a:lnTo>
                <a:close/>
                <a:moveTo>
                  <a:pt x="856692" y="165744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D4ADF-92CB-45E0-A281-D587875E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602" y="5127609"/>
            <a:ext cx="908235" cy="1683891"/>
          </a:xfrm>
          <a:custGeom xmlns:a="http://schemas.openxmlformats.org/drawingml/2006/main">
            <a:pathLst>
              <a:path w="908235" h="1683891">
                <a:moveTo>
                  <a:pt x="800881" y="1683891"/>
                </a:moveTo>
                <a:cubicBezTo>
                  <a:pt x="818912" y="1675182"/>
                  <a:pt x="836885" y="1666312"/>
                  <a:pt x="854813" y="1657268"/>
                </a:cubicBezTo>
                <a:cubicBezTo>
                  <a:pt x="872669" y="1648267"/>
                  <a:pt x="890540" y="1639062"/>
                  <a:pt x="908235" y="1629726"/>
                </a:cubicBezTo>
                <a:lnTo>
                  <a:pt x="51543" y="0"/>
                </a:lnTo>
                <a:cubicBezTo>
                  <a:pt x="43009" y="4486"/>
                  <a:pt x="34488" y="8870"/>
                  <a:pt x="25895" y="13254"/>
                </a:cubicBezTo>
                <a:cubicBezTo>
                  <a:pt x="17302" y="17579"/>
                  <a:pt x="8651" y="21847"/>
                  <a:pt x="0" y="25997"/>
                </a:cubicBezTo>
                <a:lnTo>
                  <a:pt x="800881" y="1683891"/>
                </a:lnTo>
                <a:close/>
                <a:moveTo>
                  <a:pt x="800881" y="1683891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B8F25-2D77-4A12-B307-D1F2E9BE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602" y="5127609"/>
            <a:ext cx="908235" cy="1683891"/>
          </a:xfrm>
          <a:custGeom xmlns:a="http://schemas.openxmlformats.org/drawingml/2006/main">
            <a:pathLst>
              <a:path w="908235" h="1683891" fill="none">
                <a:moveTo>
                  <a:pt x="800881" y="1683891"/>
                </a:moveTo>
                <a:cubicBezTo>
                  <a:pt x="818912" y="1675182"/>
                  <a:pt x="836885" y="1666312"/>
                  <a:pt x="854813" y="1657268"/>
                </a:cubicBezTo>
                <a:cubicBezTo>
                  <a:pt x="872669" y="1648267"/>
                  <a:pt x="890540" y="1639062"/>
                  <a:pt x="908235" y="1629726"/>
                </a:cubicBezTo>
                <a:lnTo>
                  <a:pt x="51543" y="0"/>
                </a:lnTo>
                <a:cubicBezTo>
                  <a:pt x="43009" y="4486"/>
                  <a:pt x="34488" y="8870"/>
                  <a:pt x="25895" y="13254"/>
                </a:cubicBezTo>
                <a:cubicBezTo>
                  <a:pt x="17302" y="17579"/>
                  <a:pt x="8651" y="21847"/>
                  <a:pt x="0" y="25997"/>
                </a:cubicBezTo>
                <a:lnTo>
                  <a:pt x="800881" y="1683891"/>
                </a:lnTo>
                <a:close/>
                <a:moveTo>
                  <a:pt x="800881" y="168389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59322-3959-4C2D-8B9F-6C8ED35A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214" y="5153607"/>
            <a:ext cx="853269" cy="1708359"/>
          </a:xfrm>
          <a:custGeom xmlns:a="http://schemas.openxmlformats.org/drawingml/2006/main">
            <a:pathLst>
              <a:path w="853269" h="1708359">
                <a:moveTo>
                  <a:pt x="744138" y="1708359"/>
                </a:moveTo>
                <a:cubicBezTo>
                  <a:pt x="762460" y="1700276"/>
                  <a:pt x="780724" y="1692018"/>
                  <a:pt x="798930" y="1683600"/>
                </a:cubicBezTo>
                <a:cubicBezTo>
                  <a:pt x="817077" y="1675182"/>
                  <a:pt x="835224" y="1666589"/>
                  <a:pt x="853269" y="1657894"/>
                </a:cubicBezTo>
                <a:lnTo>
                  <a:pt x="52388" y="0"/>
                </a:lnTo>
                <a:cubicBezTo>
                  <a:pt x="43751" y="4209"/>
                  <a:pt x="35042" y="8302"/>
                  <a:pt x="26274" y="12336"/>
                </a:cubicBezTo>
                <a:cubicBezTo>
                  <a:pt x="17579" y="16385"/>
                  <a:pt x="8811" y="20303"/>
                  <a:pt x="0" y="24235"/>
                </a:cubicBezTo>
                <a:lnTo>
                  <a:pt x="744138" y="1708359"/>
                </a:lnTo>
                <a:close/>
                <a:moveTo>
                  <a:pt x="744138" y="1708359"/>
                </a:moveTo>
              </a:path>
            </a:pathLst>
          </a:custGeom>
          <a:solidFill xmlns:a="http://schemas.openxmlformats.org/drawingml/2006/main">
            <a:srgbClr val="DDF1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DE9F4-7CBF-4AA1-9D1A-F8C04BDE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214" y="5153607"/>
            <a:ext cx="853269" cy="1708359"/>
          </a:xfrm>
          <a:custGeom xmlns:a="http://schemas.openxmlformats.org/drawingml/2006/main">
            <a:pathLst>
              <a:path w="853269" h="1708359" fill="none">
                <a:moveTo>
                  <a:pt x="744138" y="1708359"/>
                </a:moveTo>
                <a:cubicBezTo>
                  <a:pt x="762460" y="1700276"/>
                  <a:pt x="780724" y="1692018"/>
                  <a:pt x="798930" y="1683600"/>
                </a:cubicBezTo>
                <a:cubicBezTo>
                  <a:pt x="817077" y="1675182"/>
                  <a:pt x="835224" y="1666589"/>
                  <a:pt x="853269" y="1657894"/>
                </a:cubicBezTo>
                <a:lnTo>
                  <a:pt x="52388" y="0"/>
                </a:lnTo>
                <a:cubicBezTo>
                  <a:pt x="43751" y="4209"/>
                  <a:pt x="35042" y="8302"/>
                  <a:pt x="26274" y="12336"/>
                </a:cubicBezTo>
                <a:cubicBezTo>
                  <a:pt x="17579" y="16385"/>
                  <a:pt x="8811" y="20303"/>
                  <a:pt x="0" y="24235"/>
                </a:cubicBezTo>
                <a:lnTo>
                  <a:pt x="744138" y="1708359"/>
                </a:lnTo>
                <a:close/>
                <a:moveTo>
                  <a:pt x="744138" y="170835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5D81C-6222-4092-BABF-2E483766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10" y="5177842"/>
            <a:ext cx="797342" cy="1730832"/>
          </a:xfrm>
          <a:custGeom xmlns:a="http://schemas.openxmlformats.org/drawingml/2006/main">
            <a:pathLst>
              <a:path w="797342" h="1730832">
                <a:moveTo>
                  <a:pt x="686522" y="1730832"/>
                </a:moveTo>
                <a:cubicBezTo>
                  <a:pt x="705120" y="1723375"/>
                  <a:pt x="723675" y="1715744"/>
                  <a:pt x="742099" y="1707952"/>
                </a:cubicBezTo>
                <a:cubicBezTo>
                  <a:pt x="760596" y="1700160"/>
                  <a:pt x="778976" y="1692193"/>
                  <a:pt x="797342" y="1684124"/>
                </a:cubicBezTo>
                <a:lnTo>
                  <a:pt x="53204" y="0"/>
                </a:lnTo>
                <a:cubicBezTo>
                  <a:pt x="44378" y="3860"/>
                  <a:pt x="35566" y="7675"/>
                  <a:pt x="26682" y="11433"/>
                </a:cubicBezTo>
                <a:cubicBezTo>
                  <a:pt x="17871" y="15191"/>
                  <a:pt x="8943" y="18832"/>
                  <a:pt x="0" y="22415"/>
                </a:cubicBezTo>
                <a:lnTo>
                  <a:pt x="686522" y="1730832"/>
                </a:lnTo>
                <a:close/>
                <a:moveTo>
                  <a:pt x="686522" y="1730832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725F8-2368-47A4-B56B-A4302CD1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10" y="5177842"/>
            <a:ext cx="797342" cy="1730832"/>
          </a:xfrm>
          <a:custGeom xmlns:a="http://schemas.openxmlformats.org/drawingml/2006/main">
            <a:pathLst>
              <a:path w="797342" h="1730832" fill="none">
                <a:moveTo>
                  <a:pt x="686522" y="1730832"/>
                </a:moveTo>
                <a:cubicBezTo>
                  <a:pt x="705120" y="1723375"/>
                  <a:pt x="723675" y="1715744"/>
                  <a:pt x="742099" y="1707952"/>
                </a:cubicBezTo>
                <a:cubicBezTo>
                  <a:pt x="760596" y="1700160"/>
                  <a:pt x="778976" y="1692193"/>
                  <a:pt x="797342" y="1684124"/>
                </a:cubicBezTo>
                <a:lnTo>
                  <a:pt x="53204" y="0"/>
                </a:lnTo>
                <a:cubicBezTo>
                  <a:pt x="44378" y="3860"/>
                  <a:pt x="35566" y="7675"/>
                  <a:pt x="26682" y="11433"/>
                </a:cubicBezTo>
                <a:cubicBezTo>
                  <a:pt x="17871" y="15191"/>
                  <a:pt x="8943" y="18832"/>
                  <a:pt x="0" y="22415"/>
                </a:cubicBezTo>
                <a:lnTo>
                  <a:pt x="686522" y="1730832"/>
                </a:lnTo>
                <a:close/>
                <a:moveTo>
                  <a:pt x="686522" y="173083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C6456-2237-464D-B7A6-DE362A6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136" y="5200256"/>
            <a:ext cx="740395" cy="1751368"/>
          </a:xfrm>
          <a:custGeom xmlns:a="http://schemas.openxmlformats.org/drawingml/2006/main">
            <a:pathLst>
              <a:path w="740395" h="1751368">
                <a:moveTo>
                  <a:pt x="628089" y="1751368"/>
                </a:moveTo>
                <a:cubicBezTo>
                  <a:pt x="646921" y="1744537"/>
                  <a:pt x="665695" y="1737547"/>
                  <a:pt x="684410" y="1730366"/>
                </a:cubicBezTo>
                <a:cubicBezTo>
                  <a:pt x="703125" y="1723201"/>
                  <a:pt x="721797" y="1715918"/>
                  <a:pt x="740395" y="1708418"/>
                </a:cubicBezTo>
                <a:lnTo>
                  <a:pt x="53874" y="0"/>
                </a:lnTo>
                <a:cubicBezTo>
                  <a:pt x="44946" y="3583"/>
                  <a:pt x="36018" y="7107"/>
                  <a:pt x="27032" y="10515"/>
                </a:cubicBezTo>
                <a:cubicBezTo>
                  <a:pt x="18031" y="13996"/>
                  <a:pt x="9044" y="17346"/>
                  <a:pt x="0" y="20594"/>
                </a:cubicBezTo>
                <a:lnTo>
                  <a:pt x="628089" y="1751368"/>
                </a:lnTo>
                <a:close/>
                <a:moveTo>
                  <a:pt x="628089" y="1751368"/>
                </a:moveTo>
              </a:path>
            </a:pathLst>
          </a:custGeom>
          <a:solidFill xmlns:a="http://schemas.openxmlformats.org/drawingml/2006/main">
            <a:srgbClr val="DDF1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73939-977A-4331-A921-4D8099BE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136" y="5200256"/>
            <a:ext cx="740395" cy="1751368"/>
          </a:xfrm>
          <a:custGeom xmlns:a="http://schemas.openxmlformats.org/drawingml/2006/main">
            <a:pathLst>
              <a:path w="740395" h="1751368" fill="none">
                <a:moveTo>
                  <a:pt x="628089" y="1751368"/>
                </a:moveTo>
                <a:cubicBezTo>
                  <a:pt x="646921" y="1744537"/>
                  <a:pt x="665695" y="1737547"/>
                  <a:pt x="684410" y="1730366"/>
                </a:cubicBezTo>
                <a:cubicBezTo>
                  <a:pt x="703125" y="1723201"/>
                  <a:pt x="721797" y="1715918"/>
                  <a:pt x="740395" y="1708418"/>
                </a:cubicBezTo>
                <a:lnTo>
                  <a:pt x="53874" y="0"/>
                </a:lnTo>
                <a:cubicBezTo>
                  <a:pt x="44946" y="3583"/>
                  <a:pt x="36018" y="7107"/>
                  <a:pt x="27032" y="10515"/>
                </a:cubicBezTo>
                <a:cubicBezTo>
                  <a:pt x="18031" y="13996"/>
                  <a:pt x="9044" y="17346"/>
                  <a:pt x="0" y="20594"/>
                </a:cubicBezTo>
                <a:lnTo>
                  <a:pt x="628089" y="1751368"/>
                </a:lnTo>
                <a:close/>
                <a:moveTo>
                  <a:pt x="628089" y="175136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DAA5A-BB0E-41AF-B095-AD67D67C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520" y="5220851"/>
            <a:ext cx="682706" cy="1769850"/>
          </a:xfrm>
          <a:custGeom xmlns:a="http://schemas.openxmlformats.org/drawingml/2006/main">
            <a:pathLst>
              <a:path w="682706" h="1769850">
                <a:moveTo>
                  <a:pt x="568987" y="1769850"/>
                </a:moveTo>
                <a:cubicBezTo>
                  <a:pt x="588037" y="1763660"/>
                  <a:pt x="607044" y="1757340"/>
                  <a:pt x="625992" y="1750800"/>
                </a:cubicBezTo>
                <a:cubicBezTo>
                  <a:pt x="644926" y="1744261"/>
                  <a:pt x="663816" y="1737605"/>
                  <a:pt x="682706" y="1730774"/>
                </a:cubicBezTo>
                <a:lnTo>
                  <a:pt x="54616" y="0"/>
                </a:lnTo>
                <a:cubicBezTo>
                  <a:pt x="45572" y="3292"/>
                  <a:pt x="36469" y="6481"/>
                  <a:pt x="27366" y="9612"/>
                </a:cubicBezTo>
                <a:cubicBezTo>
                  <a:pt x="18264" y="12744"/>
                  <a:pt x="9161" y="15817"/>
                  <a:pt x="0" y="18774"/>
                </a:cubicBezTo>
                <a:lnTo>
                  <a:pt x="568987" y="1769850"/>
                </a:lnTo>
                <a:close/>
                <a:moveTo>
                  <a:pt x="568987" y="1769850"/>
                </a:moveTo>
              </a:path>
            </a:pathLst>
          </a:custGeom>
          <a:solidFill xmlns:a="http://schemas.openxmlformats.org/drawingml/2006/main">
            <a:srgbClr val="F3A3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C2BD5-1930-4241-AC85-AB74E4D7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520" y="5220851"/>
            <a:ext cx="682706" cy="1769850"/>
          </a:xfrm>
          <a:custGeom xmlns:a="http://schemas.openxmlformats.org/drawingml/2006/main">
            <a:pathLst>
              <a:path w="682706" h="1769850" fill="none">
                <a:moveTo>
                  <a:pt x="568987" y="1769850"/>
                </a:moveTo>
                <a:cubicBezTo>
                  <a:pt x="588037" y="1763660"/>
                  <a:pt x="607044" y="1757340"/>
                  <a:pt x="625992" y="1750800"/>
                </a:cubicBezTo>
                <a:cubicBezTo>
                  <a:pt x="644926" y="1744261"/>
                  <a:pt x="663816" y="1737605"/>
                  <a:pt x="682706" y="1730774"/>
                </a:cubicBezTo>
                <a:lnTo>
                  <a:pt x="54616" y="0"/>
                </a:lnTo>
                <a:cubicBezTo>
                  <a:pt x="45572" y="3292"/>
                  <a:pt x="36469" y="6481"/>
                  <a:pt x="27366" y="9612"/>
                </a:cubicBezTo>
                <a:cubicBezTo>
                  <a:pt x="18264" y="12744"/>
                  <a:pt x="9161" y="15817"/>
                  <a:pt x="0" y="18774"/>
                </a:cubicBezTo>
                <a:lnTo>
                  <a:pt x="568987" y="1769850"/>
                </a:lnTo>
                <a:close/>
                <a:moveTo>
                  <a:pt x="568987" y="176985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0891E-A79E-441C-9BBA-C2CDD819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335" y="5239624"/>
            <a:ext cx="624172" cy="1786294"/>
          </a:xfrm>
          <a:custGeom xmlns:a="http://schemas.openxmlformats.org/drawingml/2006/main">
            <a:pathLst>
              <a:path w="624172" h="1786294">
                <a:moveTo>
                  <a:pt x="509186" y="1786294"/>
                </a:moveTo>
                <a:cubicBezTo>
                  <a:pt x="528411" y="1780774"/>
                  <a:pt x="547650" y="1775035"/>
                  <a:pt x="566817" y="1769180"/>
                </a:cubicBezTo>
                <a:cubicBezTo>
                  <a:pt x="585984" y="1763311"/>
                  <a:pt x="605107" y="1757281"/>
                  <a:pt x="624172" y="1751077"/>
                </a:cubicBezTo>
                <a:lnTo>
                  <a:pt x="55184" y="0"/>
                </a:lnTo>
                <a:cubicBezTo>
                  <a:pt x="46023" y="2957"/>
                  <a:pt x="36862" y="5855"/>
                  <a:pt x="27643" y="8710"/>
                </a:cubicBezTo>
                <a:cubicBezTo>
                  <a:pt x="18497" y="11491"/>
                  <a:pt x="9278" y="14229"/>
                  <a:pt x="0" y="16895"/>
                </a:cubicBezTo>
                <a:lnTo>
                  <a:pt x="509186" y="1786294"/>
                </a:lnTo>
                <a:close/>
                <a:moveTo>
                  <a:pt x="509186" y="1786294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3A2F5-5730-48CD-9C5A-D6D64724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335" y="5239624"/>
            <a:ext cx="624172" cy="1786294"/>
          </a:xfrm>
          <a:custGeom xmlns:a="http://schemas.openxmlformats.org/drawingml/2006/main">
            <a:pathLst>
              <a:path w="624172" h="1786294" fill="none">
                <a:moveTo>
                  <a:pt x="509186" y="1786294"/>
                </a:moveTo>
                <a:cubicBezTo>
                  <a:pt x="528411" y="1780774"/>
                  <a:pt x="547650" y="1775035"/>
                  <a:pt x="566817" y="1769180"/>
                </a:cubicBezTo>
                <a:cubicBezTo>
                  <a:pt x="585984" y="1763311"/>
                  <a:pt x="605107" y="1757281"/>
                  <a:pt x="624172" y="1751077"/>
                </a:cubicBezTo>
                <a:lnTo>
                  <a:pt x="55184" y="0"/>
                </a:lnTo>
                <a:cubicBezTo>
                  <a:pt x="46023" y="2957"/>
                  <a:pt x="36862" y="5855"/>
                  <a:pt x="27643" y="8710"/>
                </a:cubicBezTo>
                <a:cubicBezTo>
                  <a:pt x="18497" y="11491"/>
                  <a:pt x="9278" y="14229"/>
                  <a:pt x="0" y="16895"/>
                </a:cubicBezTo>
                <a:lnTo>
                  <a:pt x="509186" y="1786294"/>
                </a:lnTo>
                <a:close/>
                <a:moveTo>
                  <a:pt x="509186" y="178629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3C78B-5791-4EC0-AA9D-FDDCDDAD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583" y="5256519"/>
            <a:ext cx="564938" cy="1800698"/>
          </a:xfrm>
          <a:custGeom xmlns:a="http://schemas.openxmlformats.org/drawingml/2006/main">
            <a:pathLst>
              <a:path w="564938" h="1800698">
                <a:moveTo>
                  <a:pt x="448816" y="1800698"/>
                </a:moveTo>
                <a:cubicBezTo>
                  <a:pt x="468274" y="1795804"/>
                  <a:pt x="487674" y="1790736"/>
                  <a:pt x="507016" y="1785565"/>
                </a:cubicBezTo>
                <a:cubicBezTo>
                  <a:pt x="526372" y="1780322"/>
                  <a:pt x="545655" y="1774919"/>
                  <a:pt x="564938" y="1769399"/>
                </a:cubicBezTo>
                <a:lnTo>
                  <a:pt x="55752" y="0"/>
                </a:lnTo>
                <a:cubicBezTo>
                  <a:pt x="46533" y="2680"/>
                  <a:pt x="37256" y="5229"/>
                  <a:pt x="27935" y="7734"/>
                </a:cubicBezTo>
                <a:cubicBezTo>
                  <a:pt x="18657" y="10239"/>
                  <a:pt x="9336" y="12686"/>
                  <a:pt x="0" y="15016"/>
                </a:cubicBezTo>
                <a:lnTo>
                  <a:pt x="448816" y="1800698"/>
                </a:lnTo>
                <a:close/>
                <a:moveTo>
                  <a:pt x="448816" y="1800698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44736-FCAC-4E38-AC1B-1C907237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583" y="5256519"/>
            <a:ext cx="564938" cy="1800698"/>
          </a:xfrm>
          <a:custGeom xmlns:a="http://schemas.openxmlformats.org/drawingml/2006/main">
            <a:pathLst>
              <a:path w="564938" h="1800698" fill="none">
                <a:moveTo>
                  <a:pt x="448816" y="1800698"/>
                </a:moveTo>
                <a:cubicBezTo>
                  <a:pt x="468274" y="1795804"/>
                  <a:pt x="487674" y="1790736"/>
                  <a:pt x="507016" y="1785565"/>
                </a:cubicBezTo>
                <a:cubicBezTo>
                  <a:pt x="526372" y="1780322"/>
                  <a:pt x="545655" y="1774919"/>
                  <a:pt x="564938" y="1769399"/>
                </a:cubicBezTo>
                <a:lnTo>
                  <a:pt x="55752" y="0"/>
                </a:lnTo>
                <a:cubicBezTo>
                  <a:pt x="46533" y="2680"/>
                  <a:pt x="37256" y="5229"/>
                  <a:pt x="27935" y="7734"/>
                </a:cubicBezTo>
                <a:cubicBezTo>
                  <a:pt x="18657" y="10239"/>
                  <a:pt x="9336" y="12686"/>
                  <a:pt x="0" y="15016"/>
                </a:cubicBezTo>
                <a:lnTo>
                  <a:pt x="448816" y="1800698"/>
                </a:lnTo>
                <a:close/>
                <a:moveTo>
                  <a:pt x="448816" y="180069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14160-A39A-4BEA-963C-5ADCD148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379" y="5271535"/>
            <a:ext cx="505020" cy="1812990"/>
          </a:xfrm>
          <a:custGeom xmlns:a="http://schemas.openxmlformats.org/drawingml/2006/main">
            <a:pathLst>
              <a:path w="505020" h="1812990">
                <a:moveTo>
                  <a:pt x="387937" y="1812990"/>
                </a:moveTo>
                <a:cubicBezTo>
                  <a:pt x="407512" y="1808781"/>
                  <a:pt x="427086" y="1804397"/>
                  <a:pt x="446603" y="1799838"/>
                </a:cubicBezTo>
                <a:cubicBezTo>
                  <a:pt x="466104" y="1795294"/>
                  <a:pt x="485562" y="1790575"/>
                  <a:pt x="505020" y="1785682"/>
                </a:cubicBezTo>
                <a:lnTo>
                  <a:pt x="56204" y="0"/>
                </a:lnTo>
                <a:cubicBezTo>
                  <a:pt x="46868" y="2345"/>
                  <a:pt x="37547" y="4617"/>
                  <a:pt x="28153" y="6831"/>
                </a:cubicBezTo>
                <a:cubicBezTo>
                  <a:pt x="18832" y="9001"/>
                  <a:pt x="9438" y="11098"/>
                  <a:pt x="0" y="13152"/>
                </a:cubicBezTo>
                <a:lnTo>
                  <a:pt x="387937" y="1812990"/>
                </a:lnTo>
                <a:close/>
                <a:moveTo>
                  <a:pt x="387937" y="1812990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E3D2C-8F46-4519-8B8F-72988A0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379" y="5271535"/>
            <a:ext cx="505020" cy="1812990"/>
          </a:xfrm>
          <a:custGeom xmlns:a="http://schemas.openxmlformats.org/drawingml/2006/main">
            <a:pathLst>
              <a:path w="505020" h="1812990" fill="none">
                <a:moveTo>
                  <a:pt x="387937" y="1812990"/>
                </a:moveTo>
                <a:cubicBezTo>
                  <a:pt x="407512" y="1808781"/>
                  <a:pt x="427086" y="1804397"/>
                  <a:pt x="446603" y="1799838"/>
                </a:cubicBezTo>
                <a:cubicBezTo>
                  <a:pt x="466104" y="1795294"/>
                  <a:pt x="485562" y="1790575"/>
                  <a:pt x="505020" y="1785682"/>
                </a:cubicBezTo>
                <a:lnTo>
                  <a:pt x="56204" y="0"/>
                </a:lnTo>
                <a:cubicBezTo>
                  <a:pt x="46868" y="2345"/>
                  <a:pt x="37547" y="4617"/>
                  <a:pt x="28153" y="6831"/>
                </a:cubicBezTo>
                <a:cubicBezTo>
                  <a:pt x="18832" y="9001"/>
                  <a:pt x="9438" y="11098"/>
                  <a:pt x="0" y="13152"/>
                </a:cubicBezTo>
                <a:lnTo>
                  <a:pt x="387937" y="1812990"/>
                </a:lnTo>
                <a:close/>
                <a:moveTo>
                  <a:pt x="387937" y="181299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FE00B-E905-4FED-ACB4-CBE751C1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767" y="5284686"/>
            <a:ext cx="444549" cy="1823156"/>
          </a:xfrm>
          <a:custGeom xmlns:a="http://schemas.openxmlformats.org/drawingml/2006/main">
            <a:pathLst>
              <a:path w="444549" h="1823156">
                <a:moveTo>
                  <a:pt x="326563" y="1823156"/>
                </a:moveTo>
                <a:cubicBezTo>
                  <a:pt x="346298" y="1819631"/>
                  <a:pt x="365989" y="1815932"/>
                  <a:pt x="385665" y="1812014"/>
                </a:cubicBezTo>
                <a:cubicBezTo>
                  <a:pt x="405298" y="1808140"/>
                  <a:pt x="424931" y="1804106"/>
                  <a:pt x="444549" y="1799838"/>
                </a:cubicBezTo>
                <a:lnTo>
                  <a:pt x="56612" y="0"/>
                </a:lnTo>
                <a:cubicBezTo>
                  <a:pt x="47218" y="1981"/>
                  <a:pt x="37824" y="3976"/>
                  <a:pt x="28386" y="5797"/>
                </a:cubicBezTo>
                <a:cubicBezTo>
                  <a:pt x="18948" y="7675"/>
                  <a:pt x="9496" y="9496"/>
                  <a:pt x="0" y="11200"/>
                </a:cubicBezTo>
                <a:lnTo>
                  <a:pt x="326563" y="1823156"/>
                </a:lnTo>
                <a:close/>
                <a:moveTo>
                  <a:pt x="326563" y="1823156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314CA-E54B-4D20-A5FC-87EFAD1E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767" y="5284686"/>
            <a:ext cx="444549" cy="1823156"/>
          </a:xfrm>
          <a:custGeom xmlns:a="http://schemas.openxmlformats.org/drawingml/2006/main">
            <a:pathLst>
              <a:path w="444549" h="1823156" fill="none">
                <a:moveTo>
                  <a:pt x="326563" y="1823156"/>
                </a:moveTo>
                <a:cubicBezTo>
                  <a:pt x="346298" y="1819631"/>
                  <a:pt x="365989" y="1815932"/>
                  <a:pt x="385665" y="1812014"/>
                </a:cubicBezTo>
                <a:cubicBezTo>
                  <a:pt x="405298" y="1808140"/>
                  <a:pt x="424931" y="1804106"/>
                  <a:pt x="444549" y="1799838"/>
                </a:cubicBezTo>
                <a:lnTo>
                  <a:pt x="56612" y="0"/>
                </a:lnTo>
                <a:cubicBezTo>
                  <a:pt x="47218" y="1981"/>
                  <a:pt x="37824" y="3976"/>
                  <a:pt x="28386" y="5797"/>
                </a:cubicBezTo>
                <a:cubicBezTo>
                  <a:pt x="18948" y="7675"/>
                  <a:pt x="9496" y="9496"/>
                  <a:pt x="0" y="11200"/>
                </a:cubicBezTo>
                <a:lnTo>
                  <a:pt x="326563" y="1823156"/>
                </a:lnTo>
                <a:close/>
                <a:moveTo>
                  <a:pt x="326563" y="182315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C6AC3-A2B6-4828-9E72-312DEA2A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820" y="5295886"/>
            <a:ext cx="383510" cy="1831312"/>
          </a:xfrm>
          <a:custGeom xmlns:a="http://schemas.openxmlformats.org/drawingml/2006/main">
            <a:pathLst>
              <a:path w="383510" h="1831312">
                <a:moveTo>
                  <a:pt x="264824" y="1831312"/>
                </a:moveTo>
                <a:cubicBezTo>
                  <a:pt x="284690" y="1828399"/>
                  <a:pt x="304483" y="1825384"/>
                  <a:pt x="324276" y="1822151"/>
                </a:cubicBezTo>
                <a:cubicBezTo>
                  <a:pt x="344025" y="1818903"/>
                  <a:pt x="363760" y="1815539"/>
                  <a:pt x="383510" y="1811956"/>
                </a:cubicBezTo>
                <a:lnTo>
                  <a:pt x="56947" y="0"/>
                </a:lnTo>
                <a:cubicBezTo>
                  <a:pt x="47494" y="1704"/>
                  <a:pt x="37998" y="3306"/>
                  <a:pt x="28503" y="4835"/>
                </a:cubicBezTo>
                <a:cubicBezTo>
                  <a:pt x="18992" y="6379"/>
                  <a:pt x="9496" y="7850"/>
                  <a:pt x="0" y="9278"/>
                </a:cubicBezTo>
                <a:lnTo>
                  <a:pt x="264824" y="1831312"/>
                </a:lnTo>
                <a:close/>
                <a:moveTo>
                  <a:pt x="264824" y="1831312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D44C7-1121-4B49-8658-DBAA1CA7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820" y="5295886"/>
            <a:ext cx="383510" cy="1831312"/>
          </a:xfrm>
          <a:custGeom xmlns:a="http://schemas.openxmlformats.org/drawingml/2006/main">
            <a:pathLst>
              <a:path w="383510" h="1831312" fill="none">
                <a:moveTo>
                  <a:pt x="264824" y="1831312"/>
                </a:moveTo>
                <a:cubicBezTo>
                  <a:pt x="284690" y="1828399"/>
                  <a:pt x="304483" y="1825384"/>
                  <a:pt x="324276" y="1822151"/>
                </a:cubicBezTo>
                <a:cubicBezTo>
                  <a:pt x="344025" y="1818903"/>
                  <a:pt x="363760" y="1815539"/>
                  <a:pt x="383510" y="1811956"/>
                </a:cubicBezTo>
                <a:lnTo>
                  <a:pt x="56947" y="0"/>
                </a:lnTo>
                <a:cubicBezTo>
                  <a:pt x="47494" y="1704"/>
                  <a:pt x="37998" y="3306"/>
                  <a:pt x="28503" y="4835"/>
                </a:cubicBezTo>
                <a:cubicBezTo>
                  <a:pt x="18992" y="6379"/>
                  <a:pt x="9496" y="7850"/>
                  <a:pt x="0" y="9278"/>
                </a:cubicBezTo>
                <a:lnTo>
                  <a:pt x="264824" y="1831312"/>
                </a:lnTo>
                <a:close/>
                <a:moveTo>
                  <a:pt x="264824" y="183131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2EA9F-4B04-4357-9C7E-F62B8E7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524" y="5305164"/>
            <a:ext cx="322121" cy="1837269"/>
          </a:xfrm>
          <a:custGeom xmlns:a="http://schemas.openxmlformats.org/drawingml/2006/main">
            <a:pathLst>
              <a:path w="322121" h="1837269">
                <a:moveTo>
                  <a:pt x="202824" y="1837269"/>
                </a:moveTo>
                <a:cubicBezTo>
                  <a:pt x="222792" y="1835113"/>
                  <a:pt x="242643" y="1832725"/>
                  <a:pt x="262552" y="1830161"/>
                </a:cubicBezTo>
                <a:cubicBezTo>
                  <a:pt x="282418" y="1827598"/>
                  <a:pt x="302269" y="1824933"/>
                  <a:pt x="322121" y="1822035"/>
                </a:cubicBezTo>
                <a:lnTo>
                  <a:pt x="57296" y="0"/>
                </a:lnTo>
                <a:cubicBezTo>
                  <a:pt x="47728" y="1369"/>
                  <a:pt x="38232" y="2680"/>
                  <a:pt x="28677" y="3874"/>
                </a:cubicBezTo>
                <a:cubicBezTo>
                  <a:pt x="19123" y="5127"/>
                  <a:pt x="9612" y="6263"/>
                  <a:pt x="0" y="7282"/>
                </a:cubicBezTo>
                <a:lnTo>
                  <a:pt x="202824" y="1837269"/>
                </a:lnTo>
                <a:close/>
                <a:moveTo>
                  <a:pt x="202824" y="1837269"/>
                </a:moveTo>
              </a:path>
            </a:pathLst>
          </a:custGeom>
          <a:solidFill xmlns:a="http://schemas.openxmlformats.org/drawingml/2006/main">
            <a:srgbClr val="F19F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E4A59-37DD-4AD9-B4ED-BB2819E3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524" y="5305164"/>
            <a:ext cx="322121" cy="1837269"/>
          </a:xfrm>
          <a:custGeom xmlns:a="http://schemas.openxmlformats.org/drawingml/2006/main">
            <a:pathLst>
              <a:path w="322121" h="1837269" fill="none">
                <a:moveTo>
                  <a:pt x="202824" y="1837269"/>
                </a:moveTo>
                <a:cubicBezTo>
                  <a:pt x="222792" y="1835113"/>
                  <a:pt x="242643" y="1832725"/>
                  <a:pt x="262552" y="1830161"/>
                </a:cubicBezTo>
                <a:cubicBezTo>
                  <a:pt x="282418" y="1827598"/>
                  <a:pt x="302269" y="1824933"/>
                  <a:pt x="322121" y="1822035"/>
                </a:cubicBezTo>
                <a:lnTo>
                  <a:pt x="57296" y="0"/>
                </a:lnTo>
                <a:cubicBezTo>
                  <a:pt x="47728" y="1369"/>
                  <a:pt x="38232" y="2680"/>
                  <a:pt x="28677" y="3874"/>
                </a:cubicBezTo>
                <a:cubicBezTo>
                  <a:pt x="19123" y="5127"/>
                  <a:pt x="9612" y="6263"/>
                  <a:pt x="0" y="7282"/>
                </a:cubicBezTo>
                <a:lnTo>
                  <a:pt x="202824" y="1837269"/>
                </a:lnTo>
                <a:close/>
                <a:moveTo>
                  <a:pt x="202824" y="183726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10B96-E1CD-4A43-8071-CEF7420C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067" y="5312446"/>
            <a:ext cx="260280" cy="1841260"/>
          </a:xfrm>
          <a:custGeom xmlns:a="http://schemas.openxmlformats.org/drawingml/2006/main">
            <a:pathLst>
              <a:path w="260280" h="1841260">
                <a:moveTo>
                  <a:pt x="140576" y="1841260"/>
                </a:moveTo>
                <a:cubicBezTo>
                  <a:pt x="160543" y="1839716"/>
                  <a:pt x="180511" y="1838012"/>
                  <a:pt x="200479" y="1836133"/>
                </a:cubicBezTo>
                <a:cubicBezTo>
                  <a:pt x="220447" y="1834254"/>
                  <a:pt x="240371" y="1832215"/>
                  <a:pt x="260280" y="1829987"/>
                </a:cubicBezTo>
                <a:lnTo>
                  <a:pt x="57457" y="0"/>
                </a:lnTo>
                <a:cubicBezTo>
                  <a:pt x="47902" y="1078"/>
                  <a:pt x="38348" y="2054"/>
                  <a:pt x="28779" y="2957"/>
                </a:cubicBezTo>
                <a:cubicBezTo>
                  <a:pt x="19167" y="3874"/>
                  <a:pt x="9612" y="4661"/>
                  <a:pt x="0" y="5403"/>
                </a:cubicBezTo>
                <a:lnTo>
                  <a:pt x="140576" y="1841260"/>
                </a:lnTo>
                <a:close/>
                <a:moveTo>
                  <a:pt x="140576" y="1841260"/>
                </a:moveTo>
              </a:path>
            </a:pathLst>
          </a:custGeom>
          <a:solidFill xmlns:a="http://schemas.openxmlformats.org/drawingml/2006/main">
            <a:srgbClr val="F3A3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AFBC1-1B5F-44AB-B627-28AA0513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067" y="5312446"/>
            <a:ext cx="260280" cy="1841260"/>
          </a:xfrm>
          <a:custGeom xmlns:a="http://schemas.openxmlformats.org/drawingml/2006/main">
            <a:pathLst>
              <a:path w="260280" h="1841260" fill="none">
                <a:moveTo>
                  <a:pt x="140576" y="1841260"/>
                </a:moveTo>
                <a:cubicBezTo>
                  <a:pt x="160543" y="1839716"/>
                  <a:pt x="180511" y="1838012"/>
                  <a:pt x="200479" y="1836133"/>
                </a:cubicBezTo>
                <a:cubicBezTo>
                  <a:pt x="220447" y="1834254"/>
                  <a:pt x="240371" y="1832215"/>
                  <a:pt x="260280" y="1829987"/>
                </a:cubicBezTo>
                <a:lnTo>
                  <a:pt x="57457" y="0"/>
                </a:lnTo>
                <a:cubicBezTo>
                  <a:pt x="47902" y="1078"/>
                  <a:pt x="38348" y="2054"/>
                  <a:pt x="28779" y="2957"/>
                </a:cubicBezTo>
                <a:cubicBezTo>
                  <a:pt x="19167" y="3874"/>
                  <a:pt x="9612" y="4661"/>
                  <a:pt x="0" y="5403"/>
                </a:cubicBezTo>
                <a:lnTo>
                  <a:pt x="140576" y="1841260"/>
                </a:lnTo>
                <a:close/>
                <a:moveTo>
                  <a:pt x="140576" y="184126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EB67C-7AED-45D6-9EF6-35D6D486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494" y="5317849"/>
            <a:ext cx="198149" cy="1842964"/>
          </a:xfrm>
          <a:custGeom xmlns:a="http://schemas.openxmlformats.org/drawingml/2006/main">
            <a:pathLst>
              <a:path w="198149" h="1842964">
                <a:moveTo>
                  <a:pt x="78109" y="1842964"/>
                </a:moveTo>
                <a:cubicBezTo>
                  <a:pt x="98135" y="1842119"/>
                  <a:pt x="118161" y="1841085"/>
                  <a:pt x="138187" y="1839890"/>
                </a:cubicBezTo>
                <a:cubicBezTo>
                  <a:pt x="158155" y="1838696"/>
                  <a:pt x="178181" y="1837327"/>
                  <a:pt x="198149" y="1835856"/>
                </a:cubicBezTo>
                <a:lnTo>
                  <a:pt x="57573" y="0"/>
                </a:lnTo>
                <a:cubicBezTo>
                  <a:pt x="48004" y="743"/>
                  <a:pt x="38392" y="1369"/>
                  <a:pt x="28779" y="1937"/>
                </a:cubicBezTo>
                <a:cubicBezTo>
                  <a:pt x="19167" y="2563"/>
                  <a:pt x="9612" y="3015"/>
                  <a:pt x="0" y="3408"/>
                </a:cubicBezTo>
                <a:lnTo>
                  <a:pt x="78109" y="1842964"/>
                </a:lnTo>
                <a:close/>
                <a:moveTo>
                  <a:pt x="78109" y="1842964"/>
                </a:moveTo>
              </a:path>
            </a:pathLst>
          </a:custGeom>
          <a:solidFill xmlns:a="http://schemas.openxmlformats.org/drawingml/2006/main">
            <a:srgbClr val="DDF1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B365C-7372-4B84-858F-68247B61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494" y="5317849"/>
            <a:ext cx="198149" cy="1842964"/>
          </a:xfrm>
          <a:custGeom xmlns:a="http://schemas.openxmlformats.org/drawingml/2006/main">
            <a:pathLst>
              <a:path w="198149" h="1842964" fill="none">
                <a:moveTo>
                  <a:pt x="78109" y="1842964"/>
                </a:moveTo>
                <a:cubicBezTo>
                  <a:pt x="98135" y="1842119"/>
                  <a:pt x="118161" y="1841085"/>
                  <a:pt x="138187" y="1839890"/>
                </a:cubicBezTo>
                <a:cubicBezTo>
                  <a:pt x="158155" y="1838696"/>
                  <a:pt x="178181" y="1837327"/>
                  <a:pt x="198149" y="1835856"/>
                </a:cubicBezTo>
                <a:lnTo>
                  <a:pt x="57573" y="0"/>
                </a:lnTo>
                <a:cubicBezTo>
                  <a:pt x="48004" y="743"/>
                  <a:pt x="38392" y="1369"/>
                  <a:pt x="28779" y="1937"/>
                </a:cubicBezTo>
                <a:cubicBezTo>
                  <a:pt x="19167" y="2563"/>
                  <a:pt x="9612" y="3015"/>
                  <a:pt x="0" y="3408"/>
                </a:cubicBezTo>
                <a:lnTo>
                  <a:pt x="78109" y="1842964"/>
                </a:lnTo>
                <a:close/>
                <a:moveTo>
                  <a:pt x="78109" y="184296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8912F-B01E-4590-957D-4F0732E3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746" y="5321257"/>
            <a:ext cx="135857" cy="1842629"/>
          </a:xfrm>
          <a:custGeom xmlns:a="http://schemas.openxmlformats.org/drawingml/2006/main">
            <a:pathLst>
              <a:path w="135857" h="1842629">
                <a:moveTo>
                  <a:pt x="15642" y="1842629"/>
                </a:moveTo>
                <a:cubicBezTo>
                  <a:pt x="35668" y="1842454"/>
                  <a:pt x="55752" y="1842119"/>
                  <a:pt x="75779" y="1841609"/>
                </a:cubicBezTo>
                <a:cubicBezTo>
                  <a:pt x="95805" y="1841099"/>
                  <a:pt x="115831" y="1840415"/>
                  <a:pt x="135857" y="1839555"/>
                </a:cubicBezTo>
                <a:lnTo>
                  <a:pt x="57748" y="0"/>
                </a:lnTo>
                <a:cubicBezTo>
                  <a:pt x="48121" y="408"/>
                  <a:pt x="38508" y="743"/>
                  <a:pt x="28896" y="1034"/>
                </a:cubicBezTo>
                <a:cubicBezTo>
                  <a:pt x="19283" y="1253"/>
                  <a:pt x="9612" y="1427"/>
                  <a:pt x="0" y="1486"/>
                </a:cubicBezTo>
                <a:lnTo>
                  <a:pt x="15642" y="1842629"/>
                </a:lnTo>
                <a:close/>
                <a:moveTo>
                  <a:pt x="15642" y="1842629"/>
                </a:moveTo>
              </a:path>
            </a:pathLst>
          </a:custGeom>
          <a:solidFill xmlns:a="http://schemas.openxmlformats.org/drawingml/2006/main">
            <a:srgbClr val="DDF1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95CE6-2D06-4BFA-A5A9-6657A284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746" y="5321257"/>
            <a:ext cx="135857" cy="1842629"/>
          </a:xfrm>
          <a:custGeom xmlns:a="http://schemas.openxmlformats.org/drawingml/2006/main">
            <a:pathLst>
              <a:path w="135857" h="1842629" fill="none">
                <a:moveTo>
                  <a:pt x="15642" y="1842629"/>
                </a:moveTo>
                <a:cubicBezTo>
                  <a:pt x="35668" y="1842454"/>
                  <a:pt x="55752" y="1842119"/>
                  <a:pt x="75779" y="1841609"/>
                </a:cubicBezTo>
                <a:cubicBezTo>
                  <a:pt x="95805" y="1841099"/>
                  <a:pt x="115831" y="1840415"/>
                  <a:pt x="135857" y="1839555"/>
                </a:cubicBezTo>
                <a:lnTo>
                  <a:pt x="57748" y="0"/>
                </a:lnTo>
                <a:cubicBezTo>
                  <a:pt x="48121" y="408"/>
                  <a:pt x="38508" y="743"/>
                  <a:pt x="28896" y="1034"/>
                </a:cubicBezTo>
                <a:cubicBezTo>
                  <a:pt x="19283" y="1253"/>
                  <a:pt x="9612" y="1427"/>
                  <a:pt x="0" y="1486"/>
                </a:cubicBezTo>
                <a:lnTo>
                  <a:pt x="15642" y="1842629"/>
                </a:lnTo>
                <a:close/>
                <a:moveTo>
                  <a:pt x="15642" y="184262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CA634-7371-48F4-B8F3-A0BD1D8A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74" y="5322292"/>
            <a:ext cx="120214" cy="1841769"/>
          </a:xfrm>
          <a:custGeom xmlns:a="http://schemas.openxmlformats.org/drawingml/2006/main">
            <a:pathLst>
              <a:path w="120214" h="1841769">
                <a:moveTo>
                  <a:pt x="0" y="1840575"/>
                </a:moveTo>
                <a:cubicBezTo>
                  <a:pt x="20026" y="1841085"/>
                  <a:pt x="40052" y="1841420"/>
                  <a:pt x="60078" y="1841595"/>
                </a:cubicBezTo>
                <a:cubicBezTo>
                  <a:pt x="80162" y="1841769"/>
                  <a:pt x="100188" y="1841769"/>
                  <a:pt x="120214" y="1841595"/>
                </a:cubicBezTo>
                <a:lnTo>
                  <a:pt x="104572" y="451"/>
                </a:lnTo>
                <a:cubicBezTo>
                  <a:pt x="94960" y="568"/>
                  <a:pt x="85333" y="568"/>
                  <a:pt x="75720" y="451"/>
                </a:cubicBezTo>
                <a:cubicBezTo>
                  <a:pt x="66108" y="393"/>
                  <a:pt x="56495" y="218"/>
                  <a:pt x="46883" y="0"/>
                </a:cubicBezTo>
                <a:lnTo>
                  <a:pt x="0" y="1840575"/>
                </a:lnTo>
                <a:close/>
                <a:moveTo>
                  <a:pt x="0" y="1840575"/>
                </a:moveTo>
              </a:path>
            </a:pathLst>
          </a:custGeom>
          <a:solidFill xmlns:a="http://schemas.openxmlformats.org/drawingml/2006/main">
            <a:srgbClr val="F3A38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83D16-CAFB-4854-A07B-6A12651C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74" y="5322292"/>
            <a:ext cx="120214" cy="1841769"/>
          </a:xfrm>
          <a:custGeom xmlns:a="http://schemas.openxmlformats.org/drawingml/2006/main">
            <a:pathLst>
              <a:path w="120214" h="1841769" fill="none">
                <a:moveTo>
                  <a:pt x="0" y="1840575"/>
                </a:moveTo>
                <a:cubicBezTo>
                  <a:pt x="20026" y="1841085"/>
                  <a:pt x="40052" y="1841420"/>
                  <a:pt x="60078" y="1841595"/>
                </a:cubicBezTo>
                <a:cubicBezTo>
                  <a:pt x="80162" y="1841769"/>
                  <a:pt x="100188" y="1841769"/>
                  <a:pt x="120214" y="1841595"/>
                </a:cubicBezTo>
                <a:lnTo>
                  <a:pt x="104572" y="451"/>
                </a:lnTo>
                <a:cubicBezTo>
                  <a:pt x="94960" y="568"/>
                  <a:pt x="85333" y="568"/>
                  <a:pt x="75720" y="451"/>
                </a:cubicBezTo>
                <a:cubicBezTo>
                  <a:pt x="66108" y="393"/>
                  <a:pt x="56495" y="218"/>
                  <a:pt x="46883" y="0"/>
                </a:cubicBezTo>
                <a:lnTo>
                  <a:pt x="0" y="1840575"/>
                </a:lnTo>
                <a:close/>
                <a:moveTo>
                  <a:pt x="0" y="184057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BD989-D636-49F6-B3AC-18FDBFF9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018" y="5319786"/>
            <a:ext cx="167039" cy="1843080"/>
          </a:xfrm>
          <a:custGeom xmlns:a="http://schemas.openxmlformats.org/drawingml/2006/main">
            <a:pathLst>
              <a:path w="167039" h="1843080">
                <a:moveTo>
                  <a:pt x="0" y="1837953"/>
                </a:moveTo>
                <a:cubicBezTo>
                  <a:pt x="19968" y="1839148"/>
                  <a:pt x="39994" y="1840182"/>
                  <a:pt x="60020" y="1841027"/>
                </a:cubicBezTo>
                <a:cubicBezTo>
                  <a:pt x="80046" y="1841886"/>
                  <a:pt x="100072" y="1842570"/>
                  <a:pt x="120156" y="1843080"/>
                </a:cubicBezTo>
                <a:lnTo>
                  <a:pt x="167039" y="2505"/>
                </a:lnTo>
                <a:cubicBezTo>
                  <a:pt x="157427" y="2214"/>
                  <a:pt x="147814" y="1879"/>
                  <a:pt x="138187" y="1471"/>
                </a:cubicBezTo>
                <a:cubicBezTo>
                  <a:pt x="128574" y="1078"/>
                  <a:pt x="118962" y="626"/>
                  <a:pt x="109349" y="0"/>
                </a:cubicBezTo>
                <a:lnTo>
                  <a:pt x="0" y="1837953"/>
                </a:lnTo>
                <a:close/>
                <a:moveTo>
                  <a:pt x="0" y="1837953"/>
                </a:moveTo>
              </a:path>
            </a:pathLst>
          </a:custGeom>
          <a:solidFill xmlns:a="http://schemas.openxmlformats.org/drawingml/2006/main">
            <a:srgbClr val="F9CEB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3A05E-D26A-431F-90CE-6F44E2C4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018" y="5319786"/>
            <a:ext cx="167039" cy="1843080"/>
          </a:xfrm>
          <a:custGeom xmlns:a="http://schemas.openxmlformats.org/drawingml/2006/main">
            <a:pathLst>
              <a:path w="167039" h="1843080" fill="none">
                <a:moveTo>
                  <a:pt x="0" y="1837953"/>
                </a:moveTo>
                <a:cubicBezTo>
                  <a:pt x="19968" y="1839148"/>
                  <a:pt x="39994" y="1840182"/>
                  <a:pt x="60020" y="1841027"/>
                </a:cubicBezTo>
                <a:cubicBezTo>
                  <a:pt x="80046" y="1841886"/>
                  <a:pt x="100072" y="1842570"/>
                  <a:pt x="120156" y="1843080"/>
                </a:cubicBezTo>
                <a:lnTo>
                  <a:pt x="167039" y="2505"/>
                </a:lnTo>
                <a:cubicBezTo>
                  <a:pt x="157427" y="2214"/>
                  <a:pt x="147814" y="1879"/>
                  <a:pt x="138187" y="1471"/>
                </a:cubicBezTo>
                <a:cubicBezTo>
                  <a:pt x="128574" y="1078"/>
                  <a:pt x="118962" y="626"/>
                  <a:pt x="109349" y="0"/>
                </a:cubicBezTo>
                <a:lnTo>
                  <a:pt x="0" y="1837953"/>
                </a:lnTo>
                <a:close/>
                <a:moveTo>
                  <a:pt x="0" y="183795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92FCC-8441-4E07-B906-DB5EEACA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623" y="5309038"/>
            <a:ext cx="348744" cy="1848702"/>
          </a:xfrm>
          <a:custGeom xmlns:a="http://schemas.openxmlformats.org/drawingml/2006/main">
            <a:pathLst>
              <a:path w="348744" h="1848702">
                <a:moveTo>
                  <a:pt x="0" y="1826287"/>
                </a:moveTo>
                <a:cubicBezTo>
                  <a:pt x="39703" y="1831414"/>
                  <a:pt x="79580" y="1835783"/>
                  <a:pt x="119472" y="1839541"/>
                </a:cubicBezTo>
                <a:cubicBezTo>
                  <a:pt x="159407" y="1843299"/>
                  <a:pt x="199343" y="1846313"/>
                  <a:pt x="239395" y="1848702"/>
                </a:cubicBezTo>
                <a:lnTo>
                  <a:pt x="348744" y="10749"/>
                </a:lnTo>
                <a:cubicBezTo>
                  <a:pt x="329563" y="9612"/>
                  <a:pt x="310338" y="8185"/>
                  <a:pt x="291230" y="6365"/>
                </a:cubicBezTo>
                <a:cubicBezTo>
                  <a:pt x="272048" y="4544"/>
                  <a:pt x="252940" y="2447"/>
                  <a:pt x="233817" y="0"/>
                </a:cubicBezTo>
                <a:lnTo>
                  <a:pt x="0" y="1826287"/>
                </a:lnTo>
                <a:close/>
                <a:moveTo>
                  <a:pt x="0" y="1826287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00B3B-1C8A-4695-8C81-C80844D7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623" y="5309038"/>
            <a:ext cx="348744" cy="1848702"/>
          </a:xfrm>
          <a:custGeom xmlns:a="http://schemas.openxmlformats.org/drawingml/2006/main">
            <a:pathLst>
              <a:path w="348744" h="1848702" fill="none">
                <a:moveTo>
                  <a:pt x="0" y="1826287"/>
                </a:moveTo>
                <a:cubicBezTo>
                  <a:pt x="39703" y="1831414"/>
                  <a:pt x="79580" y="1835783"/>
                  <a:pt x="119472" y="1839541"/>
                </a:cubicBezTo>
                <a:cubicBezTo>
                  <a:pt x="159407" y="1843299"/>
                  <a:pt x="199343" y="1846313"/>
                  <a:pt x="239395" y="1848702"/>
                </a:cubicBezTo>
                <a:lnTo>
                  <a:pt x="348744" y="10749"/>
                </a:lnTo>
                <a:cubicBezTo>
                  <a:pt x="329563" y="9612"/>
                  <a:pt x="310338" y="8185"/>
                  <a:pt x="291230" y="6365"/>
                </a:cubicBezTo>
                <a:cubicBezTo>
                  <a:pt x="272048" y="4544"/>
                  <a:pt x="252940" y="2447"/>
                  <a:pt x="233817" y="0"/>
                </a:cubicBezTo>
                <a:lnTo>
                  <a:pt x="0" y="1826287"/>
                </a:lnTo>
                <a:close/>
                <a:moveTo>
                  <a:pt x="0" y="1826287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8EE5B-59EC-4334-86AA-48CDE1AC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267" y="5290483"/>
            <a:ext cx="471173" cy="1844842"/>
          </a:xfrm>
          <a:custGeom xmlns:a="http://schemas.openxmlformats.org/drawingml/2006/main">
            <a:pathLst>
              <a:path w="471173" h="1844842">
                <a:moveTo>
                  <a:pt x="0" y="1806218"/>
                </a:moveTo>
                <a:cubicBezTo>
                  <a:pt x="39309" y="1814010"/>
                  <a:pt x="78735" y="1821117"/>
                  <a:pt x="118336" y="1827554"/>
                </a:cubicBezTo>
                <a:cubicBezTo>
                  <a:pt x="157878" y="1833977"/>
                  <a:pt x="197581" y="1839774"/>
                  <a:pt x="237356" y="1844842"/>
                </a:cubicBezTo>
                <a:lnTo>
                  <a:pt x="471173" y="18555"/>
                </a:lnTo>
                <a:cubicBezTo>
                  <a:pt x="452122" y="16108"/>
                  <a:pt x="433058" y="13370"/>
                  <a:pt x="414051" y="10239"/>
                </a:cubicBezTo>
                <a:cubicBezTo>
                  <a:pt x="395059" y="7166"/>
                  <a:pt x="376169" y="3758"/>
                  <a:pt x="357279" y="0"/>
                </a:cubicBezTo>
                <a:lnTo>
                  <a:pt x="0" y="1806218"/>
                </a:lnTo>
                <a:close/>
                <a:moveTo>
                  <a:pt x="0" y="1806218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5FE8F-B0FE-4BE8-B0CC-2C24DFB9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267" y="5290483"/>
            <a:ext cx="471173" cy="1844842"/>
          </a:xfrm>
          <a:custGeom xmlns:a="http://schemas.openxmlformats.org/drawingml/2006/main">
            <a:pathLst>
              <a:path w="471173" h="1844842" fill="none">
                <a:moveTo>
                  <a:pt x="0" y="1806218"/>
                </a:moveTo>
                <a:cubicBezTo>
                  <a:pt x="39309" y="1814010"/>
                  <a:pt x="78735" y="1821117"/>
                  <a:pt x="118336" y="1827554"/>
                </a:cubicBezTo>
                <a:cubicBezTo>
                  <a:pt x="157878" y="1833977"/>
                  <a:pt x="197581" y="1839774"/>
                  <a:pt x="237356" y="1844842"/>
                </a:cubicBezTo>
                <a:lnTo>
                  <a:pt x="471173" y="18555"/>
                </a:lnTo>
                <a:cubicBezTo>
                  <a:pt x="452122" y="16108"/>
                  <a:pt x="433058" y="13370"/>
                  <a:pt x="414051" y="10239"/>
                </a:cubicBezTo>
                <a:cubicBezTo>
                  <a:pt x="395059" y="7166"/>
                  <a:pt x="376169" y="3758"/>
                  <a:pt x="357279" y="0"/>
                </a:cubicBezTo>
                <a:lnTo>
                  <a:pt x="0" y="1806218"/>
                </a:lnTo>
                <a:close/>
                <a:moveTo>
                  <a:pt x="0" y="180621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79978-7F8C-4E3B-A606-A09F28AD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01" y="5264252"/>
            <a:ext cx="591445" cy="1832448"/>
          </a:xfrm>
          <a:custGeom xmlns:a="http://schemas.openxmlformats.org/drawingml/2006/main">
            <a:pathLst>
              <a:path w="591445" h="1832448">
                <a:moveTo>
                  <a:pt x="0" y="1777832"/>
                </a:moveTo>
                <a:cubicBezTo>
                  <a:pt x="38683" y="1788245"/>
                  <a:pt x="77541" y="1798032"/>
                  <a:pt x="116617" y="1807121"/>
                </a:cubicBezTo>
                <a:cubicBezTo>
                  <a:pt x="155650" y="1816238"/>
                  <a:pt x="194857" y="1824656"/>
                  <a:pt x="234166" y="1832448"/>
                </a:cubicBezTo>
                <a:lnTo>
                  <a:pt x="591445" y="26230"/>
                </a:lnTo>
                <a:cubicBezTo>
                  <a:pt x="572555" y="22531"/>
                  <a:pt x="553724" y="18439"/>
                  <a:pt x="535008" y="14113"/>
                </a:cubicBezTo>
                <a:cubicBezTo>
                  <a:pt x="516293" y="9729"/>
                  <a:pt x="497636" y="5010"/>
                  <a:pt x="479023" y="0"/>
                </a:cubicBezTo>
                <a:lnTo>
                  <a:pt x="0" y="1777832"/>
                </a:lnTo>
                <a:close/>
                <a:moveTo>
                  <a:pt x="0" y="1777832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408F5-0C53-4073-A020-20BB8323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01" y="5264252"/>
            <a:ext cx="591445" cy="1832448"/>
          </a:xfrm>
          <a:custGeom xmlns:a="http://schemas.openxmlformats.org/drawingml/2006/main">
            <a:pathLst>
              <a:path w="591445" h="1832448" fill="none">
                <a:moveTo>
                  <a:pt x="0" y="1777832"/>
                </a:moveTo>
                <a:cubicBezTo>
                  <a:pt x="38683" y="1788245"/>
                  <a:pt x="77541" y="1798032"/>
                  <a:pt x="116617" y="1807121"/>
                </a:cubicBezTo>
                <a:cubicBezTo>
                  <a:pt x="155650" y="1816238"/>
                  <a:pt x="194857" y="1824656"/>
                  <a:pt x="234166" y="1832448"/>
                </a:cubicBezTo>
                <a:lnTo>
                  <a:pt x="591445" y="26230"/>
                </a:lnTo>
                <a:cubicBezTo>
                  <a:pt x="572555" y="22531"/>
                  <a:pt x="553724" y="18439"/>
                  <a:pt x="535008" y="14113"/>
                </a:cubicBezTo>
                <a:cubicBezTo>
                  <a:pt x="516293" y="9729"/>
                  <a:pt x="497636" y="5010"/>
                  <a:pt x="479023" y="0"/>
                </a:cubicBezTo>
                <a:lnTo>
                  <a:pt x="0" y="1777832"/>
                </a:lnTo>
                <a:close/>
                <a:moveTo>
                  <a:pt x="0" y="177783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DB10E-9C34-47CA-81B6-4893CA91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144" y="5230463"/>
            <a:ext cx="708980" cy="1811621"/>
          </a:xfrm>
          <a:custGeom xmlns:a="http://schemas.openxmlformats.org/drawingml/2006/main">
            <a:pathLst>
              <a:path w="708980" h="1811621">
                <a:moveTo>
                  <a:pt x="0" y="1741188"/>
                </a:moveTo>
                <a:cubicBezTo>
                  <a:pt x="37940" y="1754208"/>
                  <a:pt x="76055" y="1766617"/>
                  <a:pt x="114345" y="1778341"/>
                </a:cubicBezTo>
                <a:cubicBezTo>
                  <a:pt x="152693" y="1790051"/>
                  <a:pt x="191201" y="1801149"/>
                  <a:pt x="229957" y="1811621"/>
                </a:cubicBezTo>
                <a:lnTo>
                  <a:pt x="708980" y="33789"/>
                </a:lnTo>
                <a:cubicBezTo>
                  <a:pt x="690381" y="28794"/>
                  <a:pt x="671885" y="23492"/>
                  <a:pt x="653519" y="17871"/>
                </a:cubicBezTo>
                <a:cubicBezTo>
                  <a:pt x="635139" y="12234"/>
                  <a:pt x="616817" y="6263"/>
                  <a:pt x="598611" y="0"/>
                </a:cubicBezTo>
                <a:lnTo>
                  <a:pt x="0" y="1741188"/>
                </a:lnTo>
                <a:close/>
                <a:moveTo>
                  <a:pt x="0" y="1741188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DAF1D-85D1-44DE-AACF-BD82BE2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144" y="5230463"/>
            <a:ext cx="708980" cy="1811621"/>
          </a:xfrm>
          <a:custGeom xmlns:a="http://schemas.openxmlformats.org/drawingml/2006/main">
            <a:pathLst>
              <a:path w="708980" h="1811621" fill="none">
                <a:moveTo>
                  <a:pt x="0" y="1741188"/>
                </a:moveTo>
                <a:cubicBezTo>
                  <a:pt x="37940" y="1754208"/>
                  <a:pt x="76055" y="1766617"/>
                  <a:pt x="114345" y="1778341"/>
                </a:cubicBezTo>
                <a:cubicBezTo>
                  <a:pt x="152693" y="1790051"/>
                  <a:pt x="191201" y="1801149"/>
                  <a:pt x="229957" y="1811621"/>
                </a:cubicBezTo>
                <a:lnTo>
                  <a:pt x="708980" y="33789"/>
                </a:lnTo>
                <a:cubicBezTo>
                  <a:pt x="690381" y="28794"/>
                  <a:pt x="671885" y="23492"/>
                  <a:pt x="653519" y="17871"/>
                </a:cubicBezTo>
                <a:cubicBezTo>
                  <a:pt x="635139" y="12234"/>
                  <a:pt x="616817" y="6263"/>
                  <a:pt x="598611" y="0"/>
                </a:cubicBezTo>
                <a:lnTo>
                  <a:pt x="0" y="1741188"/>
                </a:lnTo>
                <a:close/>
                <a:moveTo>
                  <a:pt x="0" y="174118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A4CCA-1F2E-4931-B3F9-941FC405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095" y="5210772"/>
            <a:ext cx="711660" cy="1760879"/>
          </a:xfrm>
          <a:custGeom xmlns:a="http://schemas.openxmlformats.org/drawingml/2006/main">
            <a:pathLst>
              <a:path w="711660" h="1760879">
                <a:moveTo>
                  <a:pt x="0" y="1719851"/>
                </a:moveTo>
                <a:cubicBezTo>
                  <a:pt x="18715" y="1727031"/>
                  <a:pt x="37547" y="1734022"/>
                  <a:pt x="56379" y="1740853"/>
                </a:cubicBezTo>
                <a:cubicBezTo>
                  <a:pt x="75211" y="1747683"/>
                  <a:pt x="94101" y="1754339"/>
                  <a:pt x="113049" y="1760879"/>
                </a:cubicBezTo>
                <a:lnTo>
                  <a:pt x="711660" y="19691"/>
                </a:lnTo>
                <a:cubicBezTo>
                  <a:pt x="702557" y="16560"/>
                  <a:pt x="693513" y="13370"/>
                  <a:pt x="684468" y="10079"/>
                </a:cubicBezTo>
                <a:cubicBezTo>
                  <a:pt x="675424" y="6831"/>
                  <a:pt x="666379" y="3481"/>
                  <a:pt x="657393" y="0"/>
                </a:cubicBezTo>
                <a:lnTo>
                  <a:pt x="0" y="1719851"/>
                </a:lnTo>
                <a:close/>
                <a:moveTo>
                  <a:pt x="0" y="1719851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09B74-940F-4344-AF0F-ABF2B244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095" y="5210772"/>
            <a:ext cx="711660" cy="1760879"/>
          </a:xfrm>
          <a:custGeom xmlns:a="http://schemas.openxmlformats.org/drawingml/2006/main">
            <a:pathLst>
              <a:path w="711660" h="1760879" fill="none">
                <a:moveTo>
                  <a:pt x="0" y="1719851"/>
                </a:moveTo>
                <a:cubicBezTo>
                  <a:pt x="18715" y="1727031"/>
                  <a:pt x="37547" y="1734022"/>
                  <a:pt x="56379" y="1740853"/>
                </a:cubicBezTo>
                <a:cubicBezTo>
                  <a:pt x="75211" y="1747683"/>
                  <a:pt x="94101" y="1754339"/>
                  <a:pt x="113049" y="1760879"/>
                </a:cubicBezTo>
                <a:lnTo>
                  <a:pt x="711660" y="19691"/>
                </a:lnTo>
                <a:cubicBezTo>
                  <a:pt x="702557" y="16560"/>
                  <a:pt x="693513" y="13370"/>
                  <a:pt x="684468" y="10079"/>
                </a:cubicBezTo>
                <a:cubicBezTo>
                  <a:pt x="675424" y="6831"/>
                  <a:pt x="666379" y="3481"/>
                  <a:pt x="657393" y="0"/>
                </a:cubicBezTo>
                <a:lnTo>
                  <a:pt x="0" y="1719851"/>
                </a:lnTo>
                <a:close/>
                <a:moveTo>
                  <a:pt x="0" y="171985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3A7EE-1508-44C2-ACB9-95DCDC16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32" y="5189275"/>
            <a:ext cx="768956" cy="1741348"/>
          </a:xfrm>
          <a:custGeom xmlns:a="http://schemas.openxmlformats.org/drawingml/2006/main">
            <a:pathLst>
              <a:path w="768956" h="1741348">
                <a:moveTo>
                  <a:pt x="0" y="1696519"/>
                </a:moveTo>
                <a:cubicBezTo>
                  <a:pt x="18482" y="1704311"/>
                  <a:pt x="37037" y="1711942"/>
                  <a:pt x="55578" y="1719399"/>
                </a:cubicBezTo>
                <a:cubicBezTo>
                  <a:pt x="74176" y="1726900"/>
                  <a:pt x="92848" y="1734182"/>
                  <a:pt x="111563" y="1741348"/>
                </a:cubicBezTo>
                <a:lnTo>
                  <a:pt x="768956" y="21497"/>
                </a:lnTo>
                <a:cubicBezTo>
                  <a:pt x="760014" y="18089"/>
                  <a:pt x="751027" y="14564"/>
                  <a:pt x="742099" y="10982"/>
                </a:cubicBezTo>
                <a:cubicBezTo>
                  <a:pt x="733171" y="7399"/>
                  <a:pt x="724287" y="3758"/>
                  <a:pt x="715417" y="0"/>
                </a:cubicBezTo>
                <a:lnTo>
                  <a:pt x="0" y="1696519"/>
                </a:lnTo>
                <a:close/>
                <a:moveTo>
                  <a:pt x="0" y="1696519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5866C-7F8C-44A0-BCAD-99E439C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32" y="5189275"/>
            <a:ext cx="768956" cy="1741348"/>
          </a:xfrm>
          <a:custGeom xmlns:a="http://schemas.openxmlformats.org/drawingml/2006/main">
            <a:pathLst>
              <a:path w="768956" h="1741348" fill="none">
                <a:moveTo>
                  <a:pt x="0" y="1696519"/>
                </a:moveTo>
                <a:cubicBezTo>
                  <a:pt x="18482" y="1704311"/>
                  <a:pt x="37037" y="1711942"/>
                  <a:pt x="55578" y="1719399"/>
                </a:cubicBezTo>
                <a:cubicBezTo>
                  <a:pt x="74176" y="1726900"/>
                  <a:pt x="92848" y="1734182"/>
                  <a:pt x="111563" y="1741348"/>
                </a:cubicBezTo>
                <a:lnTo>
                  <a:pt x="768956" y="21497"/>
                </a:lnTo>
                <a:cubicBezTo>
                  <a:pt x="760014" y="18089"/>
                  <a:pt x="751027" y="14564"/>
                  <a:pt x="742099" y="10982"/>
                </a:cubicBezTo>
                <a:cubicBezTo>
                  <a:pt x="733171" y="7399"/>
                  <a:pt x="724287" y="3758"/>
                  <a:pt x="715417" y="0"/>
                </a:cubicBezTo>
                <a:lnTo>
                  <a:pt x="0" y="1696519"/>
                </a:lnTo>
                <a:close/>
                <a:moveTo>
                  <a:pt x="0" y="169651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895F1-4987-4DF1-9F0C-5857E9FE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56" y="5165943"/>
            <a:ext cx="825393" cy="1719851"/>
          </a:xfrm>
          <a:custGeom xmlns:a="http://schemas.openxmlformats.org/drawingml/2006/main">
            <a:pathLst>
              <a:path w="825393" h="1719851">
                <a:moveTo>
                  <a:pt x="0" y="1671264"/>
                </a:moveTo>
                <a:cubicBezTo>
                  <a:pt x="18205" y="1679682"/>
                  <a:pt x="36469" y="1687940"/>
                  <a:pt x="54791" y="1696023"/>
                </a:cubicBezTo>
                <a:cubicBezTo>
                  <a:pt x="73099" y="1704092"/>
                  <a:pt x="91537" y="1712059"/>
                  <a:pt x="109976" y="1719851"/>
                </a:cubicBezTo>
                <a:lnTo>
                  <a:pt x="825393" y="23332"/>
                </a:lnTo>
                <a:cubicBezTo>
                  <a:pt x="816509" y="19575"/>
                  <a:pt x="807697" y="15759"/>
                  <a:pt x="798871" y="11899"/>
                </a:cubicBezTo>
                <a:cubicBezTo>
                  <a:pt x="790118" y="7967"/>
                  <a:pt x="781350" y="4049"/>
                  <a:pt x="772597" y="0"/>
                </a:cubicBezTo>
                <a:lnTo>
                  <a:pt x="0" y="1671264"/>
                </a:lnTo>
                <a:close/>
                <a:moveTo>
                  <a:pt x="0" y="1671264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B496C-5B64-4BC4-9F53-253CDF08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56" y="5165943"/>
            <a:ext cx="825393" cy="1719851"/>
          </a:xfrm>
          <a:custGeom xmlns:a="http://schemas.openxmlformats.org/drawingml/2006/main">
            <a:pathLst>
              <a:path w="825393" h="1719851" fill="none">
                <a:moveTo>
                  <a:pt x="0" y="1671264"/>
                </a:moveTo>
                <a:cubicBezTo>
                  <a:pt x="18205" y="1679682"/>
                  <a:pt x="36469" y="1687940"/>
                  <a:pt x="54791" y="1696023"/>
                </a:cubicBezTo>
                <a:cubicBezTo>
                  <a:pt x="73099" y="1704092"/>
                  <a:pt x="91537" y="1712059"/>
                  <a:pt x="109976" y="1719851"/>
                </a:cubicBezTo>
                <a:lnTo>
                  <a:pt x="825393" y="23332"/>
                </a:lnTo>
                <a:cubicBezTo>
                  <a:pt x="816509" y="19575"/>
                  <a:pt x="807697" y="15759"/>
                  <a:pt x="798871" y="11899"/>
                </a:cubicBezTo>
                <a:cubicBezTo>
                  <a:pt x="790118" y="7967"/>
                  <a:pt x="781350" y="4049"/>
                  <a:pt x="772597" y="0"/>
                </a:cubicBezTo>
                <a:lnTo>
                  <a:pt x="0" y="1671264"/>
                </a:lnTo>
                <a:close/>
                <a:moveTo>
                  <a:pt x="0" y="167126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03A9E-2775-41AB-945E-E5B3EDD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84" y="5140863"/>
            <a:ext cx="880869" cy="1696344"/>
          </a:xfrm>
          <a:custGeom xmlns:a="http://schemas.openxmlformats.org/drawingml/2006/main">
            <a:pathLst>
              <a:path w="880869" h="1696344">
                <a:moveTo>
                  <a:pt x="0" y="1644014"/>
                </a:moveTo>
                <a:cubicBezTo>
                  <a:pt x="17871" y="1653058"/>
                  <a:pt x="35843" y="1661928"/>
                  <a:pt x="53874" y="1670638"/>
                </a:cubicBezTo>
                <a:cubicBezTo>
                  <a:pt x="71977" y="1679333"/>
                  <a:pt x="90066" y="1687926"/>
                  <a:pt x="108272" y="1696344"/>
                </a:cubicBezTo>
                <a:lnTo>
                  <a:pt x="880869" y="25080"/>
                </a:lnTo>
                <a:cubicBezTo>
                  <a:pt x="872159" y="21046"/>
                  <a:pt x="863450" y="16953"/>
                  <a:pt x="854755" y="12744"/>
                </a:cubicBezTo>
                <a:cubicBezTo>
                  <a:pt x="846104" y="8593"/>
                  <a:pt x="837511" y="4326"/>
                  <a:pt x="828918" y="0"/>
                </a:cubicBezTo>
                <a:lnTo>
                  <a:pt x="0" y="1644014"/>
                </a:lnTo>
                <a:close/>
                <a:moveTo>
                  <a:pt x="0" y="1644014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1F1B4-AA8B-49F3-9343-94C5D5B2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84" y="5140863"/>
            <a:ext cx="880869" cy="1696344"/>
          </a:xfrm>
          <a:custGeom xmlns:a="http://schemas.openxmlformats.org/drawingml/2006/main">
            <a:pathLst>
              <a:path w="880869" h="1696344" fill="none">
                <a:moveTo>
                  <a:pt x="0" y="1644014"/>
                </a:moveTo>
                <a:cubicBezTo>
                  <a:pt x="17871" y="1653058"/>
                  <a:pt x="35843" y="1661928"/>
                  <a:pt x="53874" y="1670638"/>
                </a:cubicBezTo>
                <a:cubicBezTo>
                  <a:pt x="71977" y="1679333"/>
                  <a:pt x="90066" y="1687926"/>
                  <a:pt x="108272" y="1696344"/>
                </a:cubicBezTo>
                <a:lnTo>
                  <a:pt x="880869" y="25080"/>
                </a:lnTo>
                <a:cubicBezTo>
                  <a:pt x="872159" y="21046"/>
                  <a:pt x="863450" y="16953"/>
                  <a:pt x="854755" y="12744"/>
                </a:cubicBezTo>
                <a:cubicBezTo>
                  <a:pt x="846104" y="8593"/>
                  <a:pt x="837511" y="4326"/>
                  <a:pt x="828918" y="0"/>
                </a:cubicBezTo>
                <a:lnTo>
                  <a:pt x="0" y="1644014"/>
                </a:lnTo>
                <a:close/>
                <a:moveTo>
                  <a:pt x="0" y="164401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B2ECF-A8C9-4822-B374-317C76BD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848" y="5113948"/>
            <a:ext cx="935354" cy="1670929"/>
          </a:xfrm>
          <a:custGeom xmlns:a="http://schemas.openxmlformats.org/drawingml/2006/main">
            <a:pathLst>
              <a:path w="935354" h="1670929">
                <a:moveTo>
                  <a:pt x="0" y="1615002"/>
                </a:moveTo>
                <a:cubicBezTo>
                  <a:pt x="17579" y="1624614"/>
                  <a:pt x="35217" y="1634110"/>
                  <a:pt x="52956" y="1643388"/>
                </a:cubicBezTo>
                <a:cubicBezTo>
                  <a:pt x="70710" y="1652723"/>
                  <a:pt x="88522" y="1661928"/>
                  <a:pt x="106437" y="1670929"/>
                </a:cubicBezTo>
                <a:lnTo>
                  <a:pt x="935354" y="26915"/>
                </a:lnTo>
                <a:cubicBezTo>
                  <a:pt x="926776" y="22531"/>
                  <a:pt x="918183" y="18147"/>
                  <a:pt x="909706" y="13661"/>
                </a:cubicBezTo>
                <a:cubicBezTo>
                  <a:pt x="901172" y="9219"/>
                  <a:pt x="892695" y="4661"/>
                  <a:pt x="884219" y="0"/>
                </a:cubicBezTo>
                <a:lnTo>
                  <a:pt x="0" y="1615002"/>
                </a:lnTo>
                <a:close/>
                <a:moveTo>
                  <a:pt x="0" y="1615002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21175-15D6-44DE-9B55-DF0097B0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848" y="5113948"/>
            <a:ext cx="935354" cy="1670929"/>
          </a:xfrm>
          <a:custGeom xmlns:a="http://schemas.openxmlformats.org/drawingml/2006/main">
            <a:pathLst>
              <a:path w="935354" h="1670929" fill="none">
                <a:moveTo>
                  <a:pt x="0" y="1615002"/>
                </a:moveTo>
                <a:cubicBezTo>
                  <a:pt x="17579" y="1624614"/>
                  <a:pt x="35217" y="1634110"/>
                  <a:pt x="52956" y="1643388"/>
                </a:cubicBezTo>
                <a:cubicBezTo>
                  <a:pt x="70710" y="1652723"/>
                  <a:pt x="88522" y="1661928"/>
                  <a:pt x="106437" y="1670929"/>
                </a:cubicBezTo>
                <a:lnTo>
                  <a:pt x="935354" y="26915"/>
                </a:lnTo>
                <a:cubicBezTo>
                  <a:pt x="926776" y="22531"/>
                  <a:pt x="918183" y="18147"/>
                  <a:pt x="909706" y="13661"/>
                </a:cubicBezTo>
                <a:cubicBezTo>
                  <a:pt x="901172" y="9219"/>
                  <a:pt x="892695" y="4661"/>
                  <a:pt x="884219" y="0"/>
                </a:cubicBezTo>
                <a:lnTo>
                  <a:pt x="0" y="1615002"/>
                </a:lnTo>
                <a:close/>
                <a:moveTo>
                  <a:pt x="0" y="161500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74E5D-E9DD-459F-B228-37CA369A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334" y="5085387"/>
            <a:ext cx="988733" cy="1643562"/>
          </a:xfrm>
          <a:custGeom xmlns:a="http://schemas.openxmlformats.org/drawingml/2006/main">
            <a:pathLst>
              <a:path w="988733" h="1643562">
                <a:moveTo>
                  <a:pt x="0" y="1583994"/>
                </a:moveTo>
                <a:cubicBezTo>
                  <a:pt x="17230" y="1594233"/>
                  <a:pt x="34590" y="1604297"/>
                  <a:pt x="51995" y="1614201"/>
                </a:cubicBezTo>
                <a:cubicBezTo>
                  <a:pt x="69414" y="1624163"/>
                  <a:pt x="86935" y="1633950"/>
                  <a:pt x="104514" y="1643562"/>
                </a:cubicBezTo>
                <a:lnTo>
                  <a:pt x="988733" y="28561"/>
                </a:lnTo>
                <a:cubicBezTo>
                  <a:pt x="980315" y="23958"/>
                  <a:pt x="971940" y="19283"/>
                  <a:pt x="963580" y="14506"/>
                </a:cubicBezTo>
                <a:cubicBezTo>
                  <a:pt x="955220" y="9729"/>
                  <a:pt x="946860" y="4894"/>
                  <a:pt x="938602" y="0"/>
                </a:cubicBezTo>
                <a:lnTo>
                  <a:pt x="0" y="1583994"/>
                </a:lnTo>
                <a:close/>
                <a:moveTo>
                  <a:pt x="0" y="1583994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ECC5F-D544-402B-A30A-DBCD0A5B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334" y="5085387"/>
            <a:ext cx="988733" cy="1643562"/>
          </a:xfrm>
          <a:custGeom xmlns:a="http://schemas.openxmlformats.org/drawingml/2006/main">
            <a:pathLst>
              <a:path w="988733" h="1643562" fill="none">
                <a:moveTo>
                  <a:pt x="0" y="1583994"/>
                </a:moveTo>
                <a:cubicBezTo>
                  <a:pt x="17230" y="1594233"/>
                  <a:pt x="34590" y="1604297"/>
                  <a:pt x="51995" y="1614201"/>
                </a:cubicBezTo>
                <a:cubicBezTo>
                  <a:pt x="69414" y="1624163"/>
                  <a:pt x="86935" y="1633950"/>
                  <a:pt x="104514" y="1643562"/>
                </a:cubicBezTo>
                <a:lnTo>
                  <a:pt x="988733" y="28561"/>
                </a:lnTo>
                <a:cubicBezTo>
                  <a:pt x="980315" y="23958"/>
                  <a:pt x="971940" y="19283"/>
                  <a:pt x="963580" y="14506"/>
                </a:cubicBezTo>
                <a:cubicBezTo>
                  <a:pt x="955220" y="9729"/>
                  <a:pt x="946860" y="4894"/>
                  <a:pt x="938602" y="0"/>
                </a:cubicBezTo>
                <a:lnTo>
                  <a:pt x="0" y="1583994"/>
                </a:lnTo>
                <a:close/>
                <a:moveTo>
                  <a:pt x="0" y="158399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8FE21-77FD-401D-8D13-28BB6B30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31" y="5055122"/>
            <a:ext cx="1041004" cy="1614259"/>
          </a:xfrm>
          <a:custGeom xmlns:a="http://schemas.openxmlformats.org/drawingml/2006/main">
            <a:pathLst>
              <a:path w="1041004" h="1614259">
                <a:moveTo>
                  <a:pt x="0" y="1551224"/>
                </a:moveTo>
                <a:cubicBezTo>
                  <a:pt x="16895" y="1562031"/>
                  <a:pt x="33906" y="1572663"/>
                  <a:pt x="50975" y="1583193"/>
                </a:cubicBezTo>
                <a:cubicBezTo>
                  <a:pt x="68045" y="1593723"/>
                  <a:pt x="85158" y="1604078"/>
                  <a:pt x="102402" y="1614259"/>
                </a:cubicBezTo>
                <a:lnTo>
                  <a:pt x="1041004" y="30265"/>
                </a:lnTo>
                <a:cubicBezTo>
                  <a:pt x="1032761" y="25371"/>
                  <a:pt x="1024503" y="20419"/>
                  <a:pt x="1016318" y="15365"/>
                </a:cubicBezTo>
                <a:cubicBezTo>
                  <a:pt x="1008118" y="10297"/>
                  <a:pt x="999991" y="5170"/>
                  <a:pt x="991850" y="0"/>
                </a:cubicBezTo>
                <a:lnTo>
                  <a:pt x="0" y="1551224"/>
                </a:lnTo>
                <a:close/>
                <a:moveTo>
                  <a:pt x="0" y="1551224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F6328-8231-468F-92FC-C03E0582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31" y="5055122"/>
            <a:ext cx="1041004" cy="1614259"/>
          </a:xfrm>
          <a:custGeom xmlns:a="http://schemas.openxmlformats.org/drawingml/2006/main">
            <a:pathLst>
              <a:path w="1041004" h="1614259" fill="none">
                <a:moveTo>
                  <a:pt x="0" y="1551224"/>
                </a:moveTo>
                <a:cubicBezTo>
                  <a:pt x="16895" y="1562031"/>
                  <a:pt x="33906" y="1572663"/>
                  <a:pt x="50975" y="1583193"/>
                </a:cubicBezTo>
                <a:cubicBezTo>
                  <a:pt x="68045" y="1593723"/>
                  <a:pt x="85158" y="1604078"/>
                  <a:pt x="102402" y="1614259"/>
                </a:cubicBezTo>
                <a:lnTo>
                  <a:pt x="1041004" y="30265"/>
                </a:lnTo>
                <a:cubicBezTo>
                  <a:pt x="1032761" y="25371"/>
                  <a:pt x="1024503" y="20419"/>
                  <a:pt x="1016318" y="15365"/>
                </a:cubicBezTo>
                <a:cubicBezTo>
                  <a:pt x="1008118" y="10297"/>
                  <a:pt x="999991" y="5170"/>
                  <a:pt x="991850" y="0"/>
                </a:cubicBezTo>
                <a:lnTo>
                  <a:pt x="0" y="1551224"/>
                </a:lnTo>
                <a:close/>
                <a:moveTo>
                  <a:pt x="0" y="155122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F33CC-D988-42B9-B1A7-B87EBB1A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43" y="5023212"/>
            <a:ext cx="1092038" cy="1583135"/>
          </a:xfrm>
          <a:custGeom xmlns:a="http://schemas.openxmlformats.org/drawingml/2006/main">
            <a:pathLst>
              <a:path w="1092038" h="1583135">
                <a:moveTo>
                  <a:pt x="0" y="1516619"/>
                </a:moveTo>
                <a:cubicBezTo>
                  <a:pt x="16501" y="1528009"/>
                  <a:pt x="33105" y="1539267"/>
                  <a:pt x="49839" y="1550307"/>
                </a:cubicBezTo>
                <a:cubicBezTo>
                  <a:pt x="66501" y="1561405"/>
                  <a:pt x="83337" y="1572328"/>
                  <a:pt x="100188" y="1583135"/>
                </a:cubicBezTo>
                <a:lnTo>
                  <a:pt x="1092038" y="31911"/>
                </a:lnTo>
                <a:cubicBezTo>
                  <a:pt x="1083969" y="26740"/>
                  <a:pt x="1075886" y="21497"/>
                  <a:pt x="1067861" y="16152"/>
                </a:cubicBezTo>
                <a:cubicBezTo>
                  <a:pt x="1059836" y="10865"/>
                  <a:pt x="1051870" y="5462"/>
                  <a:pt x="1043961" y="0"/>
                </a:cubicBezTo>
                <a:lnTo>
                  <a:pt x="0" y="1516619"/>
                </a:lnTo>
                <a:close/>
                <a:moveTo>
                  <a:pt x="0" y="1516619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A4E90-A474-48ED-B6DF-0EA0F1AE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43" y="5023212"/>
            <a:ext cx="1092038" cy="1583135"/>
          </a:xfrm>
          <a:custGeom xmlns:a="http://schemas.openxmlformats.org/drawingml/2006/main">
            <a:pathLst>
              <a:path w="1092038" h="1583135" fill="none">
                <a:moveTo>
                  <a:pt x="0" y="1516619"/>
                </a:moveTo>
                <a:cubicBezTo>
                  <a:pt x="16501" y="1528009"/>
                  <a:pt x="33105" y="1539267"/>
                  <a:pt x="49839" y="1550307"/>
                </a:cubicBezTo>
                <a:cubicBezTo>
                  <a:pt x="66501" y="1561405"/>
                  <a:pt x="83337" y="1572328"/>
                  <a:pt x="100188" y="1583135"/>
                </a:cubicBezTo>
                <a:lnTo>
                  <a:pt x="1092038" y="31911"/>
                </a:lnTo>
                <a:cubicBezTo>
                  <a:pt x="1083969" y="26740"/>
                  <a:pt x="1075886" y="21497"/>
                  <a:pt x="1067861" y="16152"/>
                </a:cubicBezTo>
                <a:cubicBezTo>
                  <a:pt x="1059836" y="10865"/>
                  <a:pt x="1051870" y="5462"/>
                  <a:pt x="1043961" y="0"/>
                </a:cubicBezTo>
                <a:lnTo>
                  <a:pt x="0" y="1516619"/>
                </a:lnTo>
                <a:close/>
                <a:moveTo>
                  <a:pt x="0" y="151661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6FC8D-097A-4DB8-BF61-3A4BC842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85" y="4989699"/>
            <a:ext cx="1141819" cy="1550132"/>
          </a:xfrm>
          <a:custGeom xmlns:a="http://schemas.openxmlformats.org/drawingml/2006/main">
            <a:pathLst>
              <a:path w="1141819" h="1550132">
                <a:moveTo>
                  <a:pt x="0" y="1480325"/>
                </a:moveTo>
                <a:cubicBezTo>
                  <a:pt x="16094" y="1492224"/>
                  <a:pt x="32318" y="1503992"/>
                  <a:pt x="48645" y="1515658"/>
                </a:cubicBezTo>
                <a:cubicBezTo>
                  <a:pt x="64972" y="1527324"/>
                  <a:pt x="81357" y="1538815"/>
                  <a:pt x="97858" y="1550132"/>
                </a:cubicBezTo>
                <a:lnTo>
                  <a:pt x="1141819" y="33513"/>
                </a:lnTo>
                <a:cubicBezTo>
                  <a:pt x="1133867" y="28051"/>
                  <a:pt x="1126002" y="22531"/>
                  <a:pt x="1118152" y="16953"/>
                </a:cubicBezTo>
                <a:cubicBezTo>
                  <a:pt x="1110360" y="11375"/>
                  <a:pt x="1102568" y="5680"/>
                  <a:pt x="1094834" y="0"/>
                </a:cubicBezTo>
                <a:lnTo>
                  <a:pt x="0" y="1480325"/>
                </a:lnTo>
                <a:close/>
                <a:moveTo>
                  <a:pt x="0" y="1480325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902E5-341F-45C9-BB81-BB4897A1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85" y="4989699"/>
            <a:ext cx="1141819" cy="1550132"/>
          </a:xfrm>
          <a:custGeom xmlns:a="http://schemas.openxmlformats.org/drawingml/2006/main">
            <a:pathLst>
              <a:path w="1141819" h="1550132" fill="none">
                <a:moveTo>
                  <a:pt x="0" y="1480325"/>
                </a:moveTo>
                <a:cubicBezTo>
                  <a:pt x="16094" y="1492224"/>
                  <a:pt x="32318" y="1503992"/>
                  <a:pt x="48645" y="1515658"/>
                </a:cubicBezTo>
                <a:cubicBezTo>
                  <a:pt x="64972" y="1527324"/>
                  <a:pt x="81357" y="1538815"/>
                  <a:pt x="97858" y="1550132"/>
                </a:cubicBezTo>
                <a:lnTo>
                  <a:pt x="1141819" y="33513"/>
                </a:lnTo>
                <a:cubicBezTo>
                  <a:pt x="1133867" y="28051"/>
                  <a:pt x="1126002" y="22531"/>
                  <a:pt x="1118152" y="16953"/>
                </a:cubicBezTo>
                <a:cubicBezTo>
                  <a:pt x="1110360" y="11375"/>
                  <a:pt x="1102568" y="5680"/>
                  <a:pt x="1094834" y="0"/>
                </a:cubicBezTo>
                <a:lnTo>
                  <a:pt x="0" y="1480325"/>
                </a:lnTo>
                <a:close/>
                <a:moveTo>
                  <a:pt x="0" y="148032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925D3-088A-44D2-89D8-E7466ADA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15" y="4954599"/>
            <a:ext cx="1190304" cy="1515425"/>
          </a:xfrm>
          <a:custGeom xmlns:a="http://schemas.openxmlformats.org/drawingml/2006/main">
            <a:pathLst>
              <a:path w="1190304" h="1515425">
                <a:moveTo>
                  <a:pt x="0" y="1442268"/>
                </a:moveTo>
                <a:cubicBezTo>
                  <a:pt x="15700" y="1454721"/>
                  <a:pt x="31517" y="1467071"/>
                  <a:pt x="47393" y="1479247"/>
                </a:cubicBezTo>
                <a:cubicBezTo>
                  <a:pt x="63326" y="1491423"/>
                  <a:pt x="79376" y="1503482"/>
                  <a:pt x="95470" y="1515425"/>
                </a:cubicBezTo>
                <a:lnTo>
                  <a:pt x="1190304" y="35100"/>
                </a:lnTo>
                <a:cubicBezTo>
                  <a:pt x="1182570" y="29347"/>
                  <a:pt x="1174880" y="23609"/>
                  <a:pt x="1167263" y="17739"/>
                </a:cubicBezTo>
                <a:cubicBezTo>
                  <a:pt x="1159573" y="11885"/>
                  <a:pt x="1152014" y="5971"/>
                  <a:pt x="1144499" y="0"/>
                </a:cubicBezTo>
                <a:lnTo>
                  <a:pt x="0" y="1442268"/>
                </a:lnTo>
                <a:close/>
                <a:moveTo>
                  <a:pt x="0" y="1442268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B4E85-749A-44D9-B02F-4AF44C7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15" y="4954599"/>
            <a:ext cx="1190304" cy="1515425"/>
          </a:xfrm>
          <a:custGeom xmlns:a="http://schemas.openxmlformats.org/drawingml/2006/main">
            <a:pathLst>
              <a:path w="1190304" h="1515425" fill="none">
                <a:moveTo>
                  <a:pt x="0" y="1442268"/>
                </a:moveTo>
                <a:cubicBezTo>
                  <a:pt x="15700" y="1454721"/>
                  <a:pt x="31517" y="1467071"/>
                  <a:pt x="47393" y="1479247"/>
                </a:cubicBezTo>
                <a:cubicBezTo>
                  <a:pt x="63326" y="1491423"/>
                  <a:pt x="79376" y="1503482"/>
                  <a:pt x="95470" y="1515425"/>
                </a:cubicBezTo>
                <a:lnTo>
                  <a:pt x="1190304" y="35100"/>
                </a:lnTo>
                <a:cubicBezTo>
                  <a:pt x="1182570" y="29347"/>
                  <a:pt x="1174880" y="23609"/>
                  <a:pt x="1167263" y="17739"/>
                </a:cubicBezTo>
                <a:cubicBezTo>
                  <a:pt x="1159573" y="11885"/>
                  <a:pt x="1152014" y="5971"/>
                  <a:pt x="1144499" y="0"/>
                </a:cubicBezTo>
                <a:lnTo>
                  <a:pt x="0" y="1442268"/>
                </a:lnTo>
                <a:close/>
                <a:moveTo>
                  <a:pt x="0" y="144226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1776B-9ADC-43B9-B64C-B5EC6E41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09" y="4917955"/>
            <a:ext cx="1237405" cy="1478912"/>
          </a:xfrm>
          <a:custGeom xmlns:a="http://schemas.openxmlformats.org/drawingml/2006/main">
            <a:pathLst>
              <a:path w="1237405" h="1478912">
                <a:moveTo>
                  <a:pt x="0" y="1402565"/>
                </a:moveTo>
                <a:cubicBezTo>
                  <a:pt x="15249" y="1415586"/>
                  <a:pt x="30673" y="1428446"/>
                  <a:pt x="46140" y="1441132"/>
                </a:cubicBezTo>
                <a:cubicBezTo>
                  <a:pt x="61622" y="1453876"/>
                  <a:pt x="77206" y="1466459"/>
                  <a:pt x="92906" y="1478912"/>
                </a:cubicBezTo>
                <a:lnTo>
                  <a:pt x="1237405" y="36644"/>
                </a:lnTo>
                <a:cubicBezTo>
                  <a:pt x="1229846" y="30658"/>
                  <a:pt x="1222389" y="24628"/>
                  <a:pt x="1214932" y="18497"/>
                </a:cubicBezTo>
                <a:cubicBezTo>
                  <a:pt x="1207490" y="12409"/>
                  <a:pt x="1200091" y="6204"/>
                  <a:pt x="1192809" y="0"/>
                </a:cubicBezTo>
                <a:lnTo>
                  <a:pt x="0" y="1402565"/>
                </a:lnTo>
                <a:close/>
                <a:moveTo>
                  <a:pt x="0" y="1402565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67B35-4BD0-4B54-B730-5B1EC70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09" y="4917955"/>
            <a:ext cx="1237405" cy="1478912"/>
          </a:xfrm>
          <a:custGeom xmlns:a="http://schemas.openxmlformats.org/drawingml/2006/main">
            <a:pathLst>
              <a:path w="1237405" h="1478912" fill="none">
                <a:moveTo>
                  <a:pt x="0" y="1402565"/>
                </a:moveTo>
                <a:cubicBezTo>
                  <a:pt x="15249" y="1415586"/>
                  <a:pt x="30673" y="1428446"/>
                  <a:pt x="46140" y="1441132"/>
                </a:cubicBezTo>
                <a:cubicBezTo>
                  <a:pt x="61622" y="1453876"/>
                  <a:pt x="77206" y="1466459"/>
                  <a:pt x="92906" y="1478912"/>
                </a:cubicBezTo>
                <a:lnTo>
                  <a:pt x="1237405" y="36644"/>
                </a:lnTo>
                <a:cubicBezTo>
                  <a:pt x="1229846" y="30658"/>
                  <a:pt x="1222389" y="24628"/>
                  <a:pt x="1214932" y="18497"/>
                </a:cubicBezTo>
                <a:cubicBezTo>
                  <a:pt x="1207490" y="12409"/>
                  <a:pt x="1200091" y="6204"/>
                  <a:pt x="1192809" y="0"/>
                </a:cubicBezTo>
                <a:lnTo>
                  <a:pt x="0" y="1402565"/>
                </a:lnTo>
                <a:close/>
                <a:moveTo>
                  <a:pt x="0" y="140256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82C92-1823-4FB2-AA01-B043702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24" y="4879840"/>
            <a:ext cx="1283094" cy="1440681"/>
          </a:xfrm>
          <a:custGeom xmlns:a="http://schemas.openxmlformats.org/drawingml/2006/main">
            <a:pathLst>
              <a:path w="1283094" h="1440681">
                <a:moveTo>
                  <a:pt x="0" y="1361261"/>
                </a:moveTo>
                <a:cubicBezTo>
                  <a:pt x="14856" y="1374733"/>
                  <a:pt x="29755" y="1388103"/>
                  <a:pt x="44829" y="1401371"/>
                </a:cubicBezTo>
                <a:cubicBezTo>
                  <a:pt x="59860" y="1414625"/>
                  <a:pt x="75050" y="1427704"/>
                  <a:pt x="90285" y="1440681"/>
                </a:cubicBezTo>
                <a:lnTo>
                  <a:pt x="1283094" y="38115"/>
                </a:lnTo>
                <a:cubicBezTo>
                  <a:pt x="1275753" y="31852"/>
                  <a:pt x="1268471" y="25604"/>
                  <a:pt x="1261247" y="19225"/>
                </a:cubicBezTo>
                <a:cubicBezTo>
                  <a:pt x="1254023" y="12860"/>
                  <a:pt x="1246858" y="6423"/>
                  <a:pt x="1239736" y="0"/>
                </a:cubicBezTo>
                <a:lnTo>
                  <a:pt x="0" y="1361261"/>
                </a:lnTo>
                <a:close/>
                <a:moveTo>
                  <a:pt x="0" y="1361261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89BD9-424E-4E23-8A1E-E97B7DC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24" y="4879840"/>
            <a:ext cx="1283094" cy="1440681"/>
          </a:xfrm>
          <a:custGeom xmlns:a="http://schemas.openxmlformats.org/drawingml/2006/main">
            <a:pathLst>
              <a:path w="1283094" h="1440681" fill="none">
                <a:moveTo>
                  <a:pt x="0" y="1361261"/>
                </a:moveTo>
                <a:cubicBezTo>
                  <a:pt x="14856" y="1374733"/>
                  <a:pt x="29755" y="1388103"/>
                  <a:pt x="44829" y="1401371"/>
                </a:cubicBezTo>
                <a:cubicBezTo>
                  <a:pt x="59860" y="1414625"/>
                  <a:pt x="75050" y="1427704"/>
                  <a:pt x="90285" y="1440681"/>
                </a:cubicBezTo>
                <a:lnTo>
                  <a:pt x="1283094" y="38115"/>
                </a:lnTo>
                <a:cubicBezTo>
                  <a:pt x="1275753" y="31852"/>
                  <a:pt x="1268471" y="25604"/>
                  <a:pt x="1261247" y="19225"/>
                </a:cubicBezTo>
                <a:cubicBezTo>
                  <a:pt x="1254023" y="12860"/>
                  <a:pt x="1246858" y="6423"/>
                  <a:pt x="1239736" y="0"/>
                </a:cubicBezTo>
                <a:lnTo>
                  <a:pt x="0" y="1361261"/>
                </a:lnTo>
                <a:close/>
                <a:moveTo>
                  <a:pt x="0" y="136126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65605-495D-494C-BF96-4BF890CA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21" y="4840239"/>
            <a:ext cx="1327238" cy="1400861"/>
          </a:xfrm>
          <a:custGeom xmlns:a="http://schemas.openxmlformats.org/drawingml/2006/main">
            <a:pathLst>
              <a:path w="1327238" h="1400861">
                <a:moveTo>
                  <a:pt x="0" y="1318369"/>
                </a:moveTo>
                <a:cubicBezTo>
                  <a:pt x="14346" y="1332365"/>
                  <a:pt x="28852" y="1346245"/>
                  <a:pt x="43416" y="1360008"/>
                </a:cubicBezTo>
                <a:cubicBezTo>
                  <a:pt x="57981" y="1373713"/>
                  <a:pt x="72720" y="1387375"/>
                  <a:pt x="87503" y="1400861"/>
                </a:cubicBezTo>
                <a:lnTo>
                  <a:pt x="1327238" y="39601"/>
                </a:lnTo>
                <a:cubicBezTo>
                  <a:pt x="1320131" y="33119"/>
                  <a:pt x="1313082" y="26565"/>
                  <a:pt x="1306076" y="19968"/>
                </a:cubicBezTo>
                <a:cubicBezTo>
                  <a:pt x="1299085" y="13370"/>
                  <a:pt x="1292138" y="6714"/>
                  <a:pt x="1285249" y="0"/>
                </a:cubicBezTo>
                <a:lnTo>
                  <a:pt x="0" y="1318369"/>
                </a:lnTo>
                <a:close/>
                <a:moveTo>
                  <a:pt x="0" y="1318369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AF662-A60A-4160-93FD-0EF5DF4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21" y="4840239"/>
            <a:ext cx="1327238" cy="1400861"/>
          </a:xfrm>
          <a:custGeom xmlns:a="http://schemas.openxmlformats.org/drawingml/2006/main">
            <a:pathLst>
              <a:path w="1327238" h="1400861" fill="none">
                <a:moveTo>
                  <a:pt x="0" y="1318369"/>
                </a:moveTo>
                <a:cubicBezTo>
                  <a:pt x="14346" y="1332365"/>
                  <a:pt x="28852" y="1346245"/>
                  <a:pt x="43416" y="1360008"/>
                </a:cubicBezTo>
                <a:cubicBezTo>
                  <a:pt x="57981" y="1373713"/>
                  <a:pt x="72720" y="1387375"/>
                  <a:pt x="87503" y="1400861"/>
                </a:cubicBezTo>
                <a:lnTo>
                  <a:pt x="1327238" y="39601"/>
                </a:lnTo>
                <a:cubicBezTo>
                  <a:pt x="1320131" y="33119"/>
                  <a:pt x="1313082" y="26565"/>
                  <a:pt x="1306076" y="19968"/>
                </a:cubicBezTo>
                <a:cubicBezTo>
                  <a:pt x="1299085" y="13370"/>
                  <a:pt x="1292138" y="6714"/>
                  <a:pt x="1285249" y="0"/>
                </a:cubicBezTo>
                <a:lnTo>
                  <a:pt x="0" y="1318369"/>
                </a:lnTo>
                <a:close/>
                <a:moveTo>
                  <a:pt x="0" y="131836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9F761-6D3E-4217-9293-FEAE2EB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73" y="4799226"/>
            <a:ext cx="1369898" cy="1359382"/>
          </a:xfrm>
          <a:custGeom xmlns:a="http://schemas.openxmlformats.org/drawingml/2006/main">
            <a:pathLst>
              <a:path w="1369898" h="1359382">
                <a:moveTo>
                  <a:pt x="0" y="1274035"/>
                </a:moveTo>
                <a:cubicBezTo>
                  <a:pt x="13822" y="1288483"/>
                  <a:pt x="27818" y="1302829"/>
                  <a:pt x="41931" y="1317043"/>
                </a:cubicBezTo>
                <a:cubicBezTo>
                  <a:pt x="56044" y="1331273"/>
                  <a:pt x="70317" y="1345444"/>
                  <a:pt x="84648" y="1359382"/>
                </a:cubicBezTo>
                <a:lnTo>
                  <a:pt x="1369898" y="41013"/>
                </a:lnTo>
                <a:cubicBezTo>
                  <a:pt x="1363023" y="34299"/>
                  <a:pt x="1356192" y="27527"/>
                  <a:pt x="1349362" y="20711"/>
                </a:cubicBezTo>
                <a:cubicBezTo>
                  <a:pt x="1342589" y="13880"/>
                  <a:pt x="1335890" y="6933"/>
                  <a:pt x="1329219" y="0"/>
                </a:cubicBezTo>
                <a:lnTo>
                  <a:pt x="0" y="1274035"/>
                </a:lnTo>
                <a:close/>
                <a:moveTo>
                  <a:pt x="0" y="1274035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2DFF3-F356-4B94-9EBD-30EBE74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73" y="4799226"/>
            <a:ext cx="1369898" cy="1359382"/>
          </a:xfrm>
          <a:custGeom xmlns:a="http://schemas.openxmlformats.org/drawingml/2006/main">
            <a:pathLst>
              <a:path w="1369898" h="1359382" fill="none">
                <a:moveTo>
                  <a:pt x="0" y="1274035"/>
                </a:moveTo>
                <a:cubicBezTo>
                  <a:pt x="13822" y="1288483"/>
                  <a:pt x="27818" y="1302829"/>
                  <a:pt x="41931" y="1317043"/>
                </a:cubicBezTo>
                <a:cubicBezTo>
                  <a:pt x="56044" y="1331273"/>
                  <a:pt x="70317" y="1345444"/>
                  <a:pt x="84648" y="1359382"/>
                </a:cubicBezTo>
                <a:lnTo>
                  <a:pt x="1369898" y="41013"/>
                </a:lnTo>
                <a:cubicBezTo>
                  <a:pt x="1363023" y="34299"/>
                  <a:pt x="1356192" y="27527"/>
                  <a:pt x="1349362" y="20711"/>
                </a:cubicBezTo>
                <a:cubicBezTo>
                  <a:pt x="1342589" y="13880"/>
                  <a:pt x="1335890" y="6933"/>
                  <a:pt x="1329219" y="0"/>
                </a:cubicBezTo>
                <a:lnTo>
                  <a:pt x="0" y="1274035"/>
                </a:lnTo>
                <a:close/>
                <a:moveTo>
                  <a:pt x="0" y="127403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3B872-F462-437C-A4F3-5718280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23" y="4756887"/>
            <a:ext cx="1410969" cy="1316373"/>
          </a:xfrm>
          <a:custGeom xmlns:a="http://schemas.openxmlformats.org/drawingml/2006/main">
            <a:pathLst>
              <a:path w="1410969" h="1316373">
                <a:moveTo>
                  <a:pt x="0" y="1228142"/>
                </a:moveTo>
                <a:cubicBezTo>
                  <a:pt x="13370" y="1243042"/>
                  <a:pt x="26842" y="1257897"/>
                  <a:pt x="40504" y="1272564"/>
                </a:cubicBezTo>
                <a:cubicBezTo>
                  <a:pt x="54092" y="1287303"/>
                  <a:pt x="67870" y="1301867"/>
                  <a:pt x="81750" y="1316373"/>
                </a:cubicBezTo>
                <a:lnTo>
                  <a:pt x="1410969" y="42339"/>
                </a:lnTo>
                <a:cubicBezTo>
                  <a:pt x="1404313" y="35391"/>
                  <a:pt x="1397716" y="28401"/>
                  <a:pt x="1391176" y="21337"/>
                </a:cubicBezTo>
                <a:cubicBezTo>
                  <a:pt x="1384695" y="14288"/>
                  <a:pt x="1378199" y="7180"/>
                  <a:pt x="1371776" y="0"/>
                </a:cubicBezTo>
                <a:lnTo>
                  <a:pt x="0" y="1228142"/>
                </a:lnTo>
                <a:close/>
                <a:moveTo>
                  <a:pt x="0" y="1228142"/>
                </a:moveTo>
              </a:path>
            </a:pathLst>
          </a:custGeom>
          <a:solidFill xmlns:a="http://schemas.openxmlformats.org/drawingml/2006/main">
            <a:srgbClr val="CF55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23391-A6E8-4AD1-AEAF-4C19AB0E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23" y="4756887"/>
            <a:ext cx="1410969" cy="1316373"/>
          </a:xfrm>
          <a:custGeom xmlns:a="http://schemas.openxmlformats.org/drawingml/2006/main">
            <a:pathLst>
              <a:path w="1410969" h="1316373" fill="none">
                <a:moveTo>
                  <a:pt x="0" y="1228142"/>
                </a:moveTo>
                <a:cubicBezTo>
                  <a:pt x="13370" y="1243042"/>
                  <a:pt x="26842" y="1257897"/>
                  <a:pt x="40504" y="1272564"/>
                </a:cubicBezTo>
                <a:cubicBezTo>
                  <a:pt x="54092" y="1287303"/>
                  <a:pt x="67870" y="1301867"/>
                  <a:pt x="81750" y="1316373"/>
                </a:cubicBezTo>
                <a:lnTo>
                  <a:pt x="1410969" y="42339"/>
                </a:lnTo>
                <a:cubicBezTo>
                  <a:pt x="1404313" y="35391"/>
                  <a:pt x="1397716" y="28401"/>
                  <a:pt x="1391176" y="21337"/>
                </a:cubicBezTo>
                <a:cubicBezTo>
                  <a:pt x="1384695" y="14288"/>
                  <a:pt x="1378199" y="7180"/>
                  <a:pt x="1371776" y="0"/>
                </a:cubicBezTo>
                <a:lnTo>
                  <a:pt x="0" y="1228142"/>
                </a:lnTo>
                <a:close/>
                <a:moveTo>
                  <a:pt x="0" y="122814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59968-A100-42E1-B612-21BE7AE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32" y="4713252"/>
            <a:ext cx="1450468" cy="1271777"/>
          </a:xfrm>
          <a:custGeom xmlns:a="http://schemas.openxmlformats.org/drawingml/2006/main">
            <a:pathLst>
              <a:path w="1450468" h="1271777">
                <a:moveTo>
                  <a:pt x="0" y="1180852"/>
                </a:moveTo>
                <a:cubicBezTo>
                  <a:pt x="12860" y="1196217"/>
                  <a:pt x="25895" y="1211466"/>
                  <a:pt x="38974" y="1226657"/>
                </a:cubicBezTo>
                <a:cubicBezTo>
                  <a:pt x="52111" y="1241789"/>
                  <a:pt x="65321" y="1256863"/>
                  <a:pt x="78691" y="1271777"/>
                </a:cubicBezTo>
                <a:lnTo>
                  <a:pt x="1450468" y="43635"/>
                </a:lnTo>
                <a:cubicBezTo>
                  <a:pt x="1444045" y="36469"/>
                  <a:pt x="1437666" y="29245"/>
                  <a:pt x="1431403" y="21963"/>
                </a:cubicBezTo>
                <a:cubicBezTo>
                  <a:pt x="1425097" y="14681"/>
                  <a:pt x="1418892" y="7399"/>
                  <a:pt x="1412688" y="0"/>
                </a:cubicBezTo>
                <a:lnTo>
                  <a:pt x="0" y="1180852"/>
                </a:lnTo>
                <a:close/>
                <a:moveTo>
                  <a:pt x="0" y="1180852"/>
                </a:moveTo>
              </a:path>
            </a:pathLst>
          </a:custGeom>
          <a:solidFill xmlns:a="http://schemas.openxmlformats.org/drawingml/2006/main">
            <a:srgbClr val="CF55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A3C23-B6B0-46A1-B4CC-60E1D977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32" y="4713252"/>
            <a:ext cx="1450468" cy="1271777"/>
          </a:xfrm>
          <a:custGeom xmlns:a="http://schemas.openxmlformats.org/drawingml/2006/main">
            <a:pathLst>
              <a:path w="1450468" h="1271777" fill="none">
                <a:moveTo>
                  <a:pt x="0" y="1180852"/>
                </a:moveTo>
                <a:cubicBezTo>
                  <a:pt x="12860" y="1196217"/>
                  <a:pt x="25895" y="1211466"/>
                  <a:pt x="38974" y="1226657"/>
                </a:cubicBezTo>
                <a:cubicBezTo>
                  <a:pt x="52111" y="1241789"/>
                  <a:pt x="65321" y="1256863"/>
                  <a:pt x="78691" y="1271777"/>
                </a:cubicBezTo>
                <a:lnTo>
                  <a:pt x="1450468" y="43635"/>
                </a:lnTo>
                <a:cubicBezTo>
                  <a:pt x="1444045" y="36469"/>
                  <a:pt x="1437666" y="29245"/>
                  <a:pt x="1431403" y="21963"/>
                </a:cubicBezTo>
                <a:cubicBezTo>
                  <a:pt x="1425097" y="14681"/>
                  <a:pt x="1418892" y="7399"/>
                  <a:pt x="1412688" y="0"/>
                </a:cubicBezTo>
                <a:lnTo>
                  <a:pt x="0" y="1180852"/>
                </a:lnTo>
                <a:close/>
                <a:moveTo>
                  <a:pt x="0" y="118085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CA5D9-5F87-40D5-BC36-55CC0236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45" y="4668307"/>
            <a:ext cx="1488175" cy="1225797"/>
          </a:xfrm>
          <a:custGeom xmlns:a="http://schemas.openxmlformats.org/drawingml/2006/main">
            <a:pathLst>
              <a:path w="1488175" h="1225797">
                <a:moveTo>
                  <a:pt x="0" y="1132221"/>
                </a:moveTo>
                <a:cubicBezTo>
                  <a:pt x="12278" y="1148038"/>
                  <a:pt x="24745" y="1163739"/>
                  <a:pt x="37314" y="1179322"/>
                </a:cubicBezTo>
                <a:cubicBezTo>
                  <a:pt x="49941" y="1194906"/>
                  <a:pt x="62627" y="1210388"/>
                  <a:pt x="75487" y="1225797"/>
                </a:cubicBezTo>
                <a:lnTo>
                  <a:pt x="1488175" y="44946"/>
                </a:lnTo>
                <a:cubicBezTo>
                  <a:pt x="1482029" y="37562"/>
                  <a:pt x="1475897" y="30105"/>
                  <a:pt x="1469868" y="22648"/>
                </a:cubicBezTo>
                <a:cubicBezTo>
                  <a:pt x="1463823" y="15132"/>
                  <a:pt x="1457852" y="7632"/>
                  <a:pt x="1451939" y="0"/>
                </a:cubicBezTo>
                <a:lnTo>
                  <a:pt x="0" y="1132221"/>
                </a:lnTo>
                <a:close/>
                <a:moveTo>
                  <a:pt x="0" y="1132221"/>
                </a:moveTo>
              </a:path>
            </a:pathLst>
          </a:custGeom>
          <a:solidFill xmlns:a="http://schemas.openxmlformats.org/drawingml/2006/main">
            <a:srgbClr val="CC4F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03AEE-7696-4159-AE36-5711F611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45" y="4668307"/>
            <a:ext cx="1488175" cy="1225797"/>
          </a:xfrm>
          <a:custGeom xmlns:a="http://schemas.openxmlformats.org/drawingml/2006/main">
            <a:pathLst>
              <a:path w="1488175" h="1225797" fill="none">
                <a:moveTo>
                  <a:pt x="0" y="1132221"/>
                </a:moveTo>
                <a:cubicBezTo>
                  <a:pt x="12278" y="1148038"/>
                  <a:pt x="24745" y="1163739"/>
                  <a:pt x="37314" y="1179322"/>
                </a:cubicBezTo>
                <a:cubicBezTo>
                  <a:pt x="49941" y="1194906"/>
                  <a:pt x="62627" y="1210388"/>
                  <a:pt x="75487" y="1225797"/>
                </a:cubicBezTo>
                <a:lnTo>
                  <a:pt x="1488175" y="44946"/>
                </a:lnTo>
                <a:cubicBezTo>
                  <a:pt x="1482029" y="37562"/>
                  <a:pt x="1475897" y="30105"/>
                  <a:pt x="1469868" y="22648"/>
                </a:cubicBezTo>
                <a:cubicBezTo>
                  <a:pt x="1463823" y="15132"/>
                  <a:pt x="1457852" y="7632"/>
                  <a:pt x="1451939" y="0"/>
                </a:cubicBezTo>
                <a:lnTo>
                  <a:pt x="0" y="1132221"/>
                </a:lnTo>
                <a:close/>
                <a:moveTo>
                  <a:pt x="0" y="113222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392A2-55E2-46D7-93EB-B04FE0A7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74" y="4622225"/>
            <a:ext cx="1524309" cy="1178303"/>
          </a:xfrm>
          <a:custGeom xmlns:a="http://schemas.openxmlformats.org/drawingml/2006/main">
            <a:pathLst>
              <a:path w="1524309" h="1178303">
                <a:moveTo>
                  <a:pt x="0" y="1082207"/>
                </a:moveTo>
                <a:cubicBezTo>
                  <a:pt x="11783" y="1098417"/>
                  <a:pt x="23725" y="1114584"/>
                  <a:pt x="35785" y="1130561"/>
                </a:cubicBezTo>
                <a:cubicBezTo>
                  <a:pt x="47844" y="1146611"/>
                  <a:pt x="60020" y="1162486"/>
                  <a:pt x="72370" y="1178303"/>
                </a:cubicBezTo>
                <a:lnTo>
                  <a:pt x="1524309" y="46082"/>
                </a:lnTo>
                <a:cubicBezTo>
                  <a:pt x="1518396" y="38523"/>
                  <a:pt x="1512527" y="30891"/>
                  <a:pt x="1506730" y="23216"/>
                </a:cubicBezTo>
                <a:cubicBezTo>
                  <a:pt x="1500933" y="15540"/>
                  <a:pt x="1495239" y="7807"/>
                  <a:pt x="1489602" y="0"/>
                </a:cubicBezTo>
                <a:lnTo>
                  <a:pt x="0" y="1082207"/>
                </a:lnTo>
                <a:close/>
                <a:moveTo>
                  <a:pt x="0" y="1082207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0BB2A-BADA-4B23-9A01-4A0BBC56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74" y="4622225"/>
            <a:ext cx="1524309" cy="1178303"/>
          </a:xfrm>
          <a:custGeom xmlns:a="http://schemas.openxmlformats.org/drawingml/2006/main">
            <a:pathLst>
              <a:path w="1524309" h="1178303" fill="none">
                <a:moveTo>
                  <a:pt x="0" y="1082207"/>
                </a:moveTo>
                <a:cubicBezTo>
                  <a:pt x="11783" y="1098417"/>
                  <a:pt x="23725" y="1114584"/>
                  <a:pt x="35785" y="1130561"/>
                </a:cubicBezTo>
                <a:cubicBezTo>
                  <a:pt x="47844" y="1146611"/>
                  <a:pt x="60020" y="1162486"/>
                  <a:pt x="72370" y="1178303"/>
                </a:cubicBezTo>
                <a:lnTo>
                  <a:pt x="1524309" y="46082"/>
                </a:lnTo>
                <a:cubicBezTo>
                  <a:pt x="1518396" y="38523"/>
                  <a:pt x="1512527" y="30891"/>
                  <a:pt x="1506730" y="23216"/>
                </a:cubicBezTo>
                <a:cubicBezTo>
                  <a:pt x="1500933" y="15540"/>
                  <a:pt x="1495239" y="7807"/>
                  <a:pt x="1489602" y="0"/>
                </a:cubicBezTo>
                <a:lnTo>
                  <a:pt x="0" y="1082207"/>
                </a:lnTo>
                <a:close/>
                <a:moveTo>
                  <a:pt x="0" y="1082207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49396-72F2-427B-A8FA-42240679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68" y="4574949"/>
            <a:ext cx="1558608" cy="1129483"/>
          </a:xfrm>
          <a:custGeom xmlns:a="http://schemas.openxmlformats.org/drawingml/2006/main">
            <a:pathLst>
              <a:path w="1558608" h="1129483">
                <a:moveTo>
                  <a:pt x="0" y="1031057"/>
                </a:moveTo>
                <a:cubicBezTo>
                  <a:pt x="11200" y="1047617"/>
                  <a:pt x="22575" y="1064176"/>
                  <a:pt x="34066" y="1080561"/>
                </a:cubicBezTo>
                <a:cubicBezTo>
                  <a:pt x="45616" y="1097005"/>
                  <a:pt x="57223" y="1113273"/>
                  <a:pt x="69006" y="1129483"/>
                </a:cubicBezTo>
                <a:lnTo>
                  <a:pt x="1558608" y="47276"/>
                </a:lnTo>
                <a:cubicBezTo>
                  <a:pt x="1552928" y="39484"/>
                  <a:pt x="1547350" y="31634"/>
                  <a:pt x="1541830" y="23784"/>
                </a:cubicBezTo>
                <a:cubicBezTo>
                  <a:pt x="1536310" y="15933"/>
                  <a:pt x="1530849" y="7967"/>
                  <a:pt x="1525445" y="0"/>
                </a:cubicBezTo>
                <a:lnTo>
                  <a:pt x="0" y="1031057"/>
                </a:lnTo>
                <a:close/>
                <a:moveTo>
                  <a:pt x="0" y="1031057"/>
                </a:moveTo>
              </a:path>
            </a:pathLst>
          </a:custGeom>
          <a:solidFill xmlns:a="http://schemas.openxmlformats.org/drawingml/2006/main">
            <a:srgbClr val="CF55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E1BBB-D750-4D65-BFEA-BFB36A3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68" y="4574949"/>
            <a:ext cx="1558608" cy="1129483"/>
          </a:xfrm>
          <a:custGeom xmlns:a="http://schemas.openxmlformats.org/drawingml/2006/main">
            <a:pathLst>
              <a:path w="1558608" h="1129483" fill="none">
                <a:moveTo>
                  <a:pt x="0" y="1031057"/>
                </a:moveTo>
                <a:cubicBezTo>
                  <a:pt x="11200" y="1047617"/>
                  <a:pt x="22575" y="1064176"/>
                  <a:pt x="34066" y="1080561"/>
                </a:cubicBezTo>
                <a:cubicBezTo>
                  <a:pt x="45616" y="1097005"/>
                  <a:pt x="57223" y="1113273"/>
                  <a:pt x="69006" y="1129483"/>
                </a:cubicBezTo>
                <a:lnTo>
                  <a:pt x="1558608" y="47276"/>
                </a:lnTo>
                <a:cubicBezTo>
                  <a:pt x="1552928" y="39484"/>
                  <a:pt x="1547350" y="31634"/>
                  <a:pt x="1541830" y="23784"/>
                </a:cubicBezTo>
                <a:cubicBezTo>
                  <a:pt x="1536310" y="15933"/>
                  <a:pt x="1530849" y="7967"/>
                  <a:pt x="1525445" y="0"/>
                </a:cubicBezTo>
                <a:lnTo>
                  <a:pt x="0" y="1031057"/>
                </a:lnTo>
                <a:close/>
                <a:moveTo>
                  <a:pt x="0" y="1031057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29CDE-1706-4FD8-9261-7463B0F0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12" y="4526595"/>
            <a:ext cx="1591102" cy="1079411"/>
          </a:xfrm>
          <a:custGeom xmlns:a="http://schemas.openxmlformats.org/drawingml/2006/main">
            <a:pathLst>
              <a:path w="1591102" h="1079411">
                <a:moveTo>
                  <a:pt x="0" y="978654"/>
                </a:moveTo>
                <a:cubicBezTo>
                  <a:pt x="10690" y="995607"/>
                  <a:pt x="21497" y="1012502"/>
                  <a:pt x="32420" y="1029295"/>
                </a:cubicBezTo>
                <a:cubicBezTo>
                  <a:pt x="43344" y="1046073"/>
                  <a:pt x="54442" y="1062807"/>
                  <a:pt x="65656" y="1079411"/>
                </a:cubicBezTo>
                <a:lnTo>
                  <a:pt x="1591102" y="48354"/>
                </a:lnTo>
                <a:cubicBezTo>
                  <a:pt x="1585756" y="40387"/>
                  <a:pt x="1580411" y="32377"/>
                  <a:pt x="1575168" y="24293"/>
                </a:cubicBezTo>
                <a:cubicBezTo>
                  <a:pt x="1569881" y="16268"/>
                  <a:pt x="1564696" y="8141"/>
                  <a:pt x="1559584" y="0"/>
                </a:cubicBezTo>
                <a:lnTo>
                  <a:pt x="0" y="978654"/>
                </a:lnTo>
                <a:close/>
                <a:moveTo>
                  <a:pt x="0" y="978654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25CD2-EC02-485A-8765-2BB37CD7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12" y="4526595"/>
            <a:ext cx="1591102" cy="1079411"/>
          </a:xfrm>
          <a:custGeom xmlns:a="http://schemas.openxmlformats.org/drawingml/2006/main">
            <a:pathLst>
              <a:path w="1591102" h="1079411" fill="none">
                <a:moveTo>
                  <a:pt x="0" y="978654"/>
                </a:moveTo>
                <a:cubicBezTo>
                  <a:pt x="10690" y="995607"/>
                  <a:pt x="21497" y="1012502"/>
                  <a:pt x="32420" y="1029295"/>
                </a:cubicBezTo>
                <a:cubicBezTo>
                  <a:pt x="43344" y="1046073"/>
                  <a:pt x="54442" y="1062807"/>
                  <a:pt x="65656" y="1079411"/>
                </a:cubicBezTo>
                <a:lnTo>
                  <a:pt x="1591102" y="48354"/>
                </a:lnTo>
                <a:cubicBezTo>
                  <a:pt x="1585756" y="40387"/>
                  <a:pt x="1580411" y="32377"/>
                  <a:pt x="1575168" y="24293"/>
                </a:cubicBezTo>
                <a:cubicBezTo>
                  <a:pt x="1569881" y="16268"/>
                  <a:pt x="1564696" y="8141"/>
                  <a:pt x="1559584" y="0"/>
                </a:cubicBezTo>
                <a:lnTo>
                  <a:pt x="0" y="978654"/>
                </a:lnTo>
                <a:close/>
                <a:moveTo>
                  <a:pt x="0" y="97865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B1A26-DA21-4F5E-BC9A-71BB7F3C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" y="4477207"/>
            <a:ext cx="1621716" cy="1028042"/>
          </a:xfrm>
          <a:custGeom xmlns:a="http://schemas.openxmlformats.org/drawingml/2006/main">
            <a:pathLst>
              <a:path w="1621716" h="1028042">
                <a:moveTo>
                  <a:pt x="0" y="925072"/>
                </a:moveTo>
                <a:cubicBezTo>
                  <a:pt x="10079" y="942418"/>
                  <a:pt x="20259" y="959662"/>
                  <a:pt x="30614" y="976848"/>
                </a:cubicBezTo>
                <a:cubicBezTo>
                  <a:pt x="41028" y="993961"/>
                  <a:pt x="51485" y="1011031"/>
                  <a:pt x="62132" y="1028042"/>
                </a:cubicBezTo>
                <a:lnTo>
                  <a:pt x="1621716" y="49388"/>
                </a:lnTo>
                <a:cubicBezTo>
                  <a:pt x="1616647" y="41246"/>
                  <a:pt x="1611594" y="33061"/>
                  <a:pt x="1606583" y="24803"/>
                </a:cubicBezTo>
                <a:cubicBezTo>
                  <a:pt x="1601632" y="16560"/>
                  <a:pt x="1596738" y="8316"/>
                  <a:pt x="1591903" y="0"/>
                </a:cubicBezTo>
                <a:lnTo>
                  <a:pt x="0" y="925072"/>
                </a:lnTo>
                <a:close/>
                <a:moveTo>
                  <a:pt x="0" y="925072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D5D38-9E9F-42F1-A15D-99E25D56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" y="4477207"/>
            <a:ext cx="1621716" cy="1028042"/>
          </a:xfrm>
          <a:custGeom xmlns:a="http://schemas.openxmlformats.org/drawingml/2006/main">
            <a:pathLst>
              <a:path w="1621716" h="1028042" fill="none">
                <a:moveTo>
                  <a:pt x="0" y="925072"/>
                </a:moveTo>
                <a:cubicBezTo>
                  <a:pt x="10079" y="942418"/>
                  <a:pt x="20259" y="959662"/>
                  <a:pt x="30614" y="976848"/>
                </a:cubicBezTo>
                <a:cubicBezTo>
                  <a:pt x="41028" y="993961"/>
                  <a:pt x="51485" y="1011031"/>
                  <a:pt x="62132" y="1028042"/>
                </a:cubicBezTo>
                <a:lnTo>
                  <a:pt x="1621716" y="49388"/>
                </a:lnTo>
                <a:cubicBezTo>
                  <a:pt x="1616647" y="41246"/>
                  <a:pt x="1611594" y="33061"/>
                  <a:pt x="1606583" y="24803"/>
                </a:cubicBezTo>
                <a:cubicBezTo>
                  <a:pt x="1601632" y="16560"/>
                  <a:pt x="1596738" y="8316"/>
                  <a:pt x="1591903" y="0"/>
                </a:cubicBezTo>
                <a:lnTo>
                  <a:pt x="0" y="925072"/>
                </a:lnTo>
                <a:close/>
                <a:moveTo>
                  <a:pt x="0" y="92507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9F047-3F54-4F8A-A5D1-DA9F2E6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29" y="4426800"/>
            <a:ext cx="1650553" cy="975479"/>
          </a:xfrm>
          <a:custGeom xmlns:a="http://schemas.openxmlformats.org/drawingml/2006/main">
            <a:pathLst>
              <a:path w="1650553" h="975479">
                <a:moveTo>
                  <a:pt x="0" y="870514"/>
                </a:moveTo>
                <a:cubicBezTo>
                  <a:pt x="9438" y="888209"/>
                  <a:pt x="19108" y="905789"/>
                  <a:pt x="28837" y="923251"/>
                </a:cubicBezTo>
                <a:cubicBezTo>
                  <a:pt x="38625" y="940772"/>
                  <a:pt x="48587" y="958177"/>
                  <a:pt x="58651" y="975479"/>
                </a:cubicBezTo>
                <a:lnTo>
                  <a:pt x="1650553" y="50407"/>
                </a:lnTo>
                <a:cubicBezTo>
                  <a:pt x="1645718" y="42047"/>
                  <a:pt x="1640941" y="33687"/>
                  <a:pt x="1636280" y="25327"/>
                </a:cubicBezTo>
                <a:cubicBezTo>
                  <a:pt x="1631547" y="16909"/>
                  <a:pt x="1626945" y="8476"/>
                  <a:pt x="1622386" y="0"/>
                </a:cubicBezTo>
                <a:lnTo>
                  <a:pt x="0" y="870514"/>
                </a:lnTo>
                <a:close/>
                <a:moveTo>
                  <a:pt x="0" y="870514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141F2-827E-4E1F-B324-97D3B51C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29" y="4426800"/>
            <a:ext cx="1650553" cy="975479"/>
          </a:xfrm>
          <a:custGeom xmlns:a="http://schemas.openxmlformats.org/drawingml/2006/main">
            <a:pathLst>
              <a:path w="1650553" h="975479" fill="none">
                <a:moveTo>
                  <a:pt x="0" y="870514"/>
                </a:moveTo>
                <a:cubicBezTo>
                  <a:pt x="9438" y="888209"/>
                  <a:pt x="19108" y="905789"/>
                  <a:pt x="28837" y="923251"/>
                </a:cubicBezTo>
                <a:cubicBezTo>
                  <a:pt x="38625" y="940772"/>
                  <a:pt x="48587" y="958177"/>
                  <a:pt x="58651" y="975479"/>
                </a:cubicBezTo>
                <a:lnTo>
                  <a:pt x="1650553" y="50407"/>
                </a:lnTo>
                <a:cubicBezTo>
                  <a:pt x="1645718" y="42047"/>
                  <a:pt x="1640941" y="33687"/>
                  <a:pt x="1636280" y="25327"/>
                </a:cubicBezTo>
                <a:cubicBezTo>
                  <a:pt x="1631547" y="16909"/>
                  <a:pt x="1626945" y="8476"/>
                  <a:pt x="1622386" y="0"/>
                </a:cubicBezTo>
                <a:lnTo>
                  <a:pt x="0" y="870514"/>
                </a:lnTo>
                <a:close/>
                <a:moveTo>
                  <a:pt x="0" y="87051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E869C-5D50-425D-88F3-CCD9A15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61" y="4375490"/>
            <a:ext cx="1677454" cy="921824"/>
          </a:xfrm>
          <a:custGeom xmlns:a="http://schemas.openxmlformats.org/drawingml/2006/main">
            <a:pathLst>
              <a:path w="1677454" h="921824">
                <a:moveTo>
                  <a:pt x="0" y="814921"/>
                </a:moveTo>
                <a:cubicBezTo>
                  <a:pt x="8870" y="832894"/>
                  <a:pt x="17914" y="850764"/>
                  <a:pt x="27075" y="868635"/>
                </a:cubicBezTo>
                <a:cubicBezTo>
                  <a:pt x="36236" y="886433"/>
                  <a:pt x="45572" y="904187"/>
                  <a:pt x="55068" y="921824"/>
                </a:cubicBezTo>
                <a:lnTo>
                  <a:pt x="1677454" y="51310"/>
                </a:lnTo>
                <a:cubicBezTo>
                  <a:pt x="1672910" y="42834"/>
                  <a:pt x="1668409" y="34299"/>
                  <a:pt x="1664025" y="25764"/>
                </a:cubicBezTo>
                <a:cubicBezTo>
                  <a:pt x="1659656" y="17244"/>
                  <a:pt x="1655272" y="8651"/>
                  <a:pt x="1651063" y="0"/>
                </a:cubicBezTo>
                <a:lnTo>
                  <a:pt x="0" y="814921"/>
                </a:lnTo>
                <a:close/>
                <a:moveTo>
                  <a:pt x="0" y="814921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356E2-406E-4F82-8070-BBA39EE6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61" y="4375490"/>
            <a:ext cx="1677454" cy="921824"/>
          </a:xfrm>
          <a:custGeom xmlns:a="http://schemas.openxmlformats.org/drawingml/2006/main">
            <a:pathLst>
              <a:path w="1677454" h="921824" fill="none">
                <a:moveTo>
                  <a:pt x="0" y="814921"/>
                </a:moveTo>
                <a:cubicBezTo>
                  <a:pt x="8870" y="832894"/>
                  <a:pt x="17914" y="850764"/>
                  <a:pt x="27075" y="868635"/>
                </a:cubicBezTo>
                <a:cubicBezTo>
                  <a:pt x="36236" y="886433"/>
                  <a:pt x="45572" y="904187"/>
                  <a:pt x="55068" y="921824"/>
                </a:cubicBezTo>
                <a:lnTo>
                  <a:pt x="1677454" y="51310"/>
                </a:lnTo>
                <a:cubicBezTo>
                  <a:pt x="1672910" y="42834"/>
                  <a:pt x="1668409" y="34299"/>
                  <a:pt x="1664025" y="25764"/>
                </a:cubicBezTo>
                <a:cubicBezTo>
                  <a:pt x="1659656" y="17244"/>
                  <a:pt x="1655272" y="8651"/>
                  <a:pt x="1651063" y="0"/>
                </a:cubicBezTo>
                <a:lnTo>
                  <a:pt x="0" y="814921"/>
                </a:lnTo>
                <a:close/>
                <a:moveTo>
                  <a:pt x="0" y="81492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AD7DB-D6D2-4556-8EC2-606248A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8" y="4323320"/>
            <a:ext cx="1702446" cy="867091"/>
          </a:xfrm>
          <a:custGeom xmlns:a="http://schemas.openxmlformats.org/drawingml/2006/main">
            <a:pathLst>
              <a:path w="1702446" h="867091">
                <a:moveTo>
                  <a:pt x="0" y="758368"/>
                </a:moveTo>
                <a:cubicBezTo>
                  <a:pt x="8258" y="776632"/>
                  <a:pt x="16676" y="794837"/>
                  <a:pt x="25269" y="812926"/>
                </a:cubicBezTo>
                <a:cubicBezTo>
                  <a:pt x="33804" y="831073"/>
                  <a:pt x="42499" y="849119"/>
                  <a:pt x="51383" y="867091"/>
                </a:cubicBezTo>
                <a:lnTo>
                  <a:pt x="1702446" y="52170"/>
                </a:lnTo>
                <a:cubicBezTo>
                  <a:pt x="1698179" y="43518"/>
                  <a:pt x="1693970" y="34867"/>
                  <a:pt x="1689877" y="26172"/>
                </a:cubicBezTo>
                <a:cubicBezTo>
                  <a:pt x="1685770" y="17463"/>
                  <a:pt x="1681736" y="8753"/>
                  <a:pt x="1677760" y="0"/>
                </a:cubicBezTo>
                <a:lnTo>
                  <a:pt x="0" y="758368"/>
                </a:lnTo>
                <a:close/>
                <a:moveTo>
                  <a:pt x="0" y="758368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A722F-A772-4ECF-829F-93ADC0AC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8" y="4323320"/>
            <a:ext cx="1702446" cy="867091"/>
          </a:xfrm>
          <a:custGeom xmlns:a="http://schemas.openxmlformats.org/drawingml/2006/main">
            <a:pathLst>
              <a:path w="1702446" h="867091" fill="none">
                <a:moveTo>
                  <a:pt x="0" y="758368"/>
                </a:moveTo>
                <a:cubicBezTo>
                  <a:pt x="8258" y="776632"/>
                  <a:pt x="16676" y="794837"/>
                  <a:pt x="25269" y="812926"/>
                </a:cubicBezTo>
                <a:cubicBezTo>
                  <a:pt x="33804" y="831073"/>
                  <a:pt x="42499" y="849119"/>
                  <a:pt x="51383" y="867091"/>
                </a:cubicBezTo>
                <a:lnTo>
                  <a:pt x="1702446" y="52170"/>
                </a:lnTo>
                <a:cubicBezTo>
                  <a:pt x="1698179" y="43518"/>
                  <a:pt x="1693970" y="34867"/>
                  <a:pt x="1689877" y="26172"/>
                </a:cubicBezTo>
                <a:cubicBezTo>
                  <a:pt x="1685770" y="17463"/>
                  <a:pt x="1681736" y="8753"/>
                  <a:pt x="1677760" y="0"/>
                </a:cubicBezTo>
                <a:lnTo>
                  <a:pt x="0" y="758368"/>
                </a:lnTo>
                <a:close/>
                <a:moveTo>
                  <a:pt x="0" y="75836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C6AE5-43A8-4E6F-A54E-5B2E9FEC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09" y="4270291"/>
            <a:ext cx="1725429" cy="811397"/>
          </a:xfrm>
          <a:custGeom xmlns:a="http://schemas.openxmlformats.org/drawingml/2006/main">
            <a:pathLst>
              <a:path w="1725429" h="811397">
                <a:moveTo>
                  <a:pt x="0" y="700970"/>
                </a:moveTo>
                <a:cubicBezTo>
                  <a:pt x="7617" y="719525"/>
                  <a:pt x="15409" y="738007"/>
                  <a:pt x="23376" y="756387"/>
                </a:cubicBezTo>
                <a:cubicBezTo>
                  <a:pt x="31343" y="774826"/>
                  <a:pt x="39426" y="793133"/>
                  <a:pt x="47669" y="811397"/>
                </a:cubicBezTo>
                <a:lnTo>
                  <a:pt x="1725429" y="53029"/>
                </a:lnTo>
                <a:cubicBezTo>
                  <a:pt x="1721438" y="44261"/>
                  <a:pt x="1717579" y="35450"/>
                  <a:pt x="1713763" y="26624"/>
                </a:cubicBezTo>
                <a:cubicBezTo>
                  <a:pt x="1709947" y="17754"/>
                  <a:pt x="1706189" y="8943"/>
                  <a:pt x="1702548" y="0"/>
                </a:cubicBezTo>
                <a:lnTo>
                  <a:pt x="0" y="700970"/>
                </a:lnTo>
                <a:close/>
                <a:moveTo>
                  <a:pt x="0" y="700970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D8C62-A940-42A2-970C-93E63A7D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09" y="4270291"/>
            <a:ext cx="1725429" cy="811397"/>
          </a:xfrm>
          <a:custGeom xmlns:a="http://schemas.openxmlformats.org/drawingml/2006/main">
            <a:pathLst>
              <a:path w="1725429" h="811397" fill="none">
                <a:moveTo>
                  <a:pt x="0" y="700970"/>
                </a:moveTo>
                <a:cubicBezTo>
                  <a:pt x="7617" y="719525"/>
                  <a:pt x="15409" y="738007"/>
                  <a:pt x="23376" y="756387"/>
                </a:cubicBezTo>
                <a:cubicBezTo>
                  <a:pt x="31343" y="774826"/>
                  <a:pt x="39426" y="793133"/>
                  <a:pt x="47669" y="811397"/>
                </a:cubicBezTo>
                <a:lnTo>
                  <a:pt x="1725429" y="53029"/>
                </a:lnTo>
                <a:cubicBezTo>
                  <a:pt x="1721438" y="44261"/>
                  <a:pt x="1717579" y="35450"/>
                  <a:pt x="1713763" y="26624"/>
                </a:cubicBezTo>
                <a:cubicBezTo>
                  <a:pt x="1709947" y="17754"/>
                  <a:pt x="1706189" y="8943"/>
                  <a:pt x="1702548" y="0"/>
                </a:cubicBezTo>
                <a:lnTo>
                  <a:pt x="0" y="700970"/>
                </a:lnTo>
                <a:close/>
                <a:moveTo>
                  <a:pt x="0" y="70097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67C41-2944-4FB9-AEB1-E1CC77FD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41" y="4216592"/>
            <a:ext cx="1746416" cy="754669"/>
          </a:xfrm>
          <a:custGeom xmlns:a="http://schemas.openxmlformats.org/drawingml/2006/main">
            <a:pathLst>
              <a:path w="1746416" h="754669">
                <a:moveTo>
                  <a:pt x="0" y="642770"/>
                </a:moveTo>
                <a:cubicBezTo>
                  <a:pt x="7005" y="661544"/>
                  <a:pt x="14171" y="680259"/>
                  <a:pt x="21453" y="698916"/>
                </a:cubicBezTo>
                <a:cubicBezTo>
                  <a:pt x="28794" y="717573"/>
                  <a:pt x="36236" y="736186"/>
                  <a:pt x="43868" y="754669"/>
                </a:cubicBezTo>
                <a:lnTo>
                  <a:pt x="1746416" y="53699"/>
                </a:lnTo>
                <a:cubicBezTo>
                  <a:pt x="1742775" y="44829"/>
                  <a:pt x="1739192" y="35901"/>
                  <a:pt x="1735668" y="26900"/>
                </a:cubicBezTo>
                <a:cubicBezTo>
                  <a:pt x="1732143" y="17972"/>
                  <a:pt x="1728720" y="8986"/>
                  <a:pt x="1725371" y="0"/>
                </a:cubicBezTo>
                <a:lnTo>
                  <a:pt x="0" y="642770"/>
                </a:lnTo>
                <a:close/>
                <a:moveTo>
                  <a:pt x="0" y="642770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C617C-128F-4E33-A794-AA3FEE82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41" y="4216592"/>
            <a:ext cx="1746416" cy="754669"/>
          </a:xfrm>
          <a:custGeom xmlns:a="http://schemas.openxmlformats.org/drawingml/2006/main">
            <a:pathLst>
              <a:path w="1746416" h="754669" fill="none">
                <a:moveTo>
                  <a:pt x="0" y="642770"/>
                </a:moveTo>
                <a:cubicBezTo>
                  <a:pt x="7005" y="661544"/>
                  <a:pt x="14171" y="680259"/>
                  <a:pt x="21453" y="698916"/>
                </a:cubicBezTo>
                <a:cubicBezTo>
                  <a:pt x="28794" y="717573"/>
                  <a:pt x="36236" y="736186"/>
                  <a:pt x="43868" y="754669"/>
                </a:cubicBezTo>
                <a:lnTo>
                  <a:pt x="1746416" y="53699"/>
                </a:lnTo>
                <a:cubicBezTo>
                  <a:pt x="1742775" y="44829"/>
                  <a:pt x="1739192" y="35901"/>
                  <a:pt x="1735668" y="26900"/>
                </a:cubicBezTo>
                <a:cubicBezTo>
                  <a:pt x="1732143" y="17972"/>
                  <a:pt x="1728720" y="8986"/>
                  <a:pt x="1725371" y="0"/>
                </a:cubicBezTo>
                <a:lnTo>
                  <a:pt x="0" y="642770"/>
                </a:lnTo>
                <a:close/>
                <a:moveTo>
                  <a:pt x="0" y="64277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E1BE5-2133-47C8-8AB3-BD6AF08C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89" y="4162136"/>
            <a:ext cx="1765423" cy="697227"/>
          </a:xfrm>
          <a:custGeom xmlns:a="http://schemas.openxmlformats.org/drawingml/2006/main">
            <a:pathLst>
              <a:path w="1765423" h="697227">
                <a:moveTo>
                  <a:pt x="0" y="583828"/>
                </a:moveTo>
                <a:cubicBezTo>
                  <a:pt x="6321" y="602835"/>
                  <a:pt x="12860" y="621783"/>
                  <a:pt x="19516" y="640673"/>
                </a:cubicBezTo>
                <a:cubicBezTo>
                  <a:pt x="26230" y="659563"/>
                  <a:pt x="33061" y="678395"/>
                  <a:pt x="40052" y="697227"/>
                </a:cubicBezTo>
                <a:lnTo>
                  <a:pt x="1765423" y="54456"/>
                </a:lnTo>
                <a:cubicBezTo>
                  <a:pt x="1762058" y="45412"/>
                  <a:pt x="1758767" y="36367"/>
                  <a:pt x="1755577" y="27323"/>
                </a:cubicBezTo>
                <a:cubicBezTo>
                  <a:pt x="1752329" y="18205"/>
                  <a:pt x="1749213" y="9117"/>
                  <a:pt x="1746198" y="0"/>
                </a:cubicBezTo>
                <a:lnTo>
                  <a:pt x="0" y="583828"/>
                </a:lnTo>
                <a:close/>
                <a:moveTo>
                  <a:pt x="0" y="583828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029DE-E966-4150-8649-A4EF4674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89" y="4162136"/>
            <a:ext cx="1765423" cy="697227"/>
          </a:xfrm>
          <a:custGeom xmlns:a="http://schemas.openxmlformats.org/drawingml/2006/main">
            <a:pathLst>
              <a:path w="1765423" h="697227" fill="none">
                <a:moveTo>
                  <a:pt x="0" y="583828"/>
                </a:moveTo>
                <a:cubicBezTo>
                  <a:pt x="6321" y="602835"/>
                  <a:pt x="12860" y="621783"/>
                  <a:pt x="19516" y="640673"/>
                </a:cubicBezTo>
                <a:cubicBezTo>
                  <a:pt x="26230" y="659563"/>
                  <a:pt x="33061" y="678395"/>
                  <a:pt x="40052" y="697227"/>
                </a:cubicBezTo>
                <a:lnTo>
                  <a:pt x="1765423" y="54456"/>
                </a:lnTo>
                <a:cubicBezTo>
                  <a:pt x="1762058" y="45412"/>
                  <a:pt x="1758767" y="36367"/>
                  <a:pt x="1755577" y="27323"/>
                </a:cubicBezTo>
                <a:cubicBezTo>
                  <a:pt x="1752329" y="18205"/>
                  <a:pt x="1749213" y="9117"/>
                  <a:pt x="1746198" y="0"/>
                </a:cubicBezTo>
                <a:lnTo>
                  <a:pt x="0" y="583828"/>
                </a:lnTo>
                <a:close/>
                <a:moveTo>
                  <a:pt x="0" y="58382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0CACD-D765-4222-8672-31110574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1" y="4107126"/>
            <a:ext cx="1782376" cy="638838"/>
          </a:xfrm>
          <a:custGeom xmlns:a="http://schemas.openxmlformats.org/drawingml/2006/main">
            <a:pathLst>
              <a:path w="1782376" h="638838">
                <a:moveTo>
                  <a:pt x="0" y="524143"/>
                </a:moveTo>
                <a:cubicBezTo>
                  <a:pt x="5680" y="543383"/>
                  <a:pt x="11550" y="562550"/>
                  <a:pt x="17579" y="581673"/>
                </a:cubicBezTo>
                <a:cubicBezTo>
                  <a:pt x="23609" y="600781"/>
                  <a:pt x="29813" y="619846"/>
                  <a:pt x="36178" y="638838"/>
                </a:cubicBezTo>
                <a:lnTo>
                  <a:pt x="1782376" y="55010"/>
                </a:lnTo>
                <a:cubicBezTo>
                  <a:pt x="1779303" y="45922"/>
                  <a:pt x="1776346" y="36761"/>
                  <a:pt x="1773433" y="27600"/>
                </a:cubicBezTo>
                <a:cubicBezTo>
                  <a:pt x="1770535" y="18380"/>
                  <a:pt x="1767753" y="9219"/>
                  <a:pt x="1764957" y="0"/>
                </a:cubicBezTo>
                <a:lnTo>
                  <a:pt x="0" y="524143"/>
                </a:lnTo>
                <a:close/>
                <a:moveTo>
                  <a:pt x="0" y="524143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F6EA7-06F3-4609-B454-5310120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1" y="4107126"/>
            <a:ext cx="1782376" cy="638838"/>
          </a:xfrm>
          <a:custGeom xmlns:a="http://schemas.openxmlformats.org/drawingml/2006/main">
            <a:pathLst>
              <a:path w="1782376" h="638838" fill="none">
                <a:moveTo>
                  <a:pt x="0" y="524143"/>
                </a:moveTo>
                <a:cubicBezTo>
                  <a:pt x="5680" y="543383"/>
                  <a:pt x="11550" y="562550"/>
                  <a:pt x="17579" y="581673"/>
                </a:cubicBezTo>
                <a:cubicBezTo>
                  <a:pt x="23609" y="600781"/>
                  <a:pt x="29813" y="619846"/>
                  <a:pt x="36178" y="638838"/>
                </a:cubicBezTo>
                <a:lnTo>
                  <a:pt x="1782376" y="55010"/>
                </a:lnTo>
                <a:cubicBezTo>
                  <a:pt x="1779303" y="45922"/>
                  <a:pt x="1776346" y="36761"/>
                  <a:pt x="1773433" y="27600"/>
                </a:cubicBezTo>
                <a:cubicBezTo>
                  <a:pt x="1770535" y="18380"/>
                  <a:pt x="1767753" y="9219"/>
                  <a:pt x="1764957" y="0"/>
                </a:cubicBezTo>
                <a:lnTo>
                  <a:pt x="0" y="524143"/>
                </a:lnTo>
                <a:close/>
                <a:moveTo>
                  <a:pt x="0" y="52414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6FB8A-A098-4DCA-84FF-059D03F5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2" y="4051490"/>
            <a:ext cx="1797275" cy="579779"/>
          </a:xfrm>
          <a:custGeom xmlns:a="http://schemas.openxmlformats.org/drawingml/2006/main">
            <a:pathLst>
              <a:path w="1797275" h="579779">
                <a:moveTo>
                  <a:pt x="0" y="463949"/>
                </a:moveTo>
                <a:cubicBezTo>
                  <a:pt x="5068" y="483348"/>
                  <a:pt x="10297" y="502690"/>
                  <a:pt x="15642" y="521988"/>
                </a:cubicBezTo>
                <a:cubicBezTo>
                  <a:pt x="21046" y="541329"/>
                  <a:pt x="26565" y="560554"/>
                  <a:pt x="32318" y="579779"/>
                </a:cubicBezTo>
                <a:lnTo>
                  <a:pt x="1797275" y="55636"/>
                </a:lnTo>
                <a:cubicBezTo>
                  <a:pt x="1794552" y="46358"/>
                  <a:pt x="1791872" y="37154"/>
                  <a:pt x="1789308" y="27876"/>
                </a:cubicBezTo>
                <a:cubicBezTo>
                  <a:pt x="1786760" y="18599"/>
                  <a:pt x="1784255" y="9321"/>
                  <a:pt x="1781808" y="0"/>
                </a:cubicBezTo>
                <a:lnTo>
                  <a:pt x="0" y="463949"/>
                </a:lnTo>
                <a:close/>
                <a:moveTo>
                  <a:pt x="0" y="463949"/>
                </a:moveTo>
              </a:path>
            </a:pathLst>
          </a:custGeom>
          <a:solidFill xmlns:a="http://schemas.openxmlformats.org/drawingml/2006/main">
            <a:srgbClr val="DC71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32647-7002-49C8-8173-30B22CD6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2" y="4051490"/>
            <a:ext cx="1797275" cy="579779"/>
          </a:xfrm>
          <a:custGeom xmlns:a="http://schemas.openxmlformats.org/drawingml/2006/main">
            <a:pathLst>
              <a:path w="1797275" h="579779" fill="none">
                <a:moveTo>
                  <a:pt x="0" y="463949"/>
                </a:moveTo>
                <a:cubicBezTo>
                  <a:pt x="5068" y="483348"/>
                  <a:pt x="10297" y="502690"/>
                  <a:pt x="15642" y="521988"/>
                </a:cubicBezTo>
                <a:cubicBezTo>
                  <a:pt x="21046" y="541329"/>
                  <a:pt x="26565" y="560554"/>
                  <a:pt x="32318" y="579779"/>
                </a:cubicBezTo>
                <a:lnTo>
                  <a:pt x="1797275" y="55636"/>
                </a:lnTo>
                <a:cubicBezTo>
                  <a:pt x="1794552" y="46358"/>
                  <a:pt x="1791872" y="37154"/>
                  <a:pt x="1789308" y="27876"/>
                </a:cubicBezTo>
                <a:cubicBezTo>
                  <a:pt x="1786760" y="18599"/>
                  <a:pt x="1784255" y="9321"/>
                  <a:pt x="1781808" y="0"/>
                </a:cubicBezTo>
                <a:lnTo>
                  <a:pt x="0" y="463949"/>
                </a:lnTo>
                <a:close/>
                <a:moveTo>
                  <a:pt x="0" y="46394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6A52C-F09A-40ED-9263-2F91EC76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" y="3995388"/>
            <a:ext cx="1810077" cy="520051"/>
          </a:xfrm>
          <a:custGeom xmlns:a="http://schemas.openxmlformats.org/drawingml/2006/main">
            <a:pathLst>
              <a:path w="1810077" h="520051">
                <a:moveTo>
                  <a:pt x="0" y="403201"/>
                </a:moveTo>
                <a:cubicBezTo>
                  <a:pt x="4369" y="422717"/>
                  <a:pt x="8928" y="442277"/>
                  <a:pt x="13647" y="461735"/>
                </a:cubicBezTo>
                <a:cubicBezTo>
                  <a:pt x="18366" y="481193"/>
                  <a:pt x="23259" y="500651"/>
                  <a:pt x="28269" y="520051"/>
                </a:cubicBezTo>
                <a:lnTo>
                  <a:pt x="1810077" y="56102"/>
                </a:lnTo>
                <a:cubicBezTo>
                  <a:pt x="1807689" y="46825"/>
                  <a:pt x="1805300" y="37503"/>
                  <a:pt x="1803013" y="28109"/>
                </a:cubicBezTo>
                <a:cubicBezTo>
                  <a:pt x="1800800" y="18774"/>
                  <a:pt x="1798586" y="9394"/>
                  <a:pt x="1796474" y="0"/>
                </a:cubicBezTo>
                <a:lnTo>
                  <a:pt x="0" y="403201"/>
                </a:lnTo>
                <a:close/>
                <a:moveTo>
                  <a:pt x="0" y="403201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C01D8-AE7F-423C-8AAA-143E99D9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" y="3995388"/>
            <a:ext cx="1810077" cy="520051"/>
          </a:xfrm>
          <a:custGeom xmlns:a="http://schemas.openxmlformats.org/drawingml/2006/main">
            <a:pathLst>
              <a:path w="1810077" h="520051" fill="none">
                <a:moveTo>
                  <a:pt x="0" y="403201"/>
                </a:moveTo>
                <a:cubicBezTo>
                  <a:pt x="4369" y="422717"/>
                  <a:pt x="8928" y="442277"/>
                  <a:pt x="13647" y="461735"/>
                </a:cubicBezTo>
                <a:cubicBezTo>
                  <a:pt x="18366" y="481193"/>
                  <a:pt x="23259" y="500651"/>
                  <a:pt x="28269" y="520051"/>
                </a:cubicBezTo>
                <a:lnTo>
                  <a:pt x="1810077" y="56102"/>
                </a:lnTo>
                <a:cubicBezTo>
                  <a:pt x="1807689" y="46825"/>
                  <a:pt x="1805300" y="37503"/>
                  <a:pt x="1803013" y="28109"/>
                </a:cubicBezTo>
                <a:cubicBezTo>
                  <a:pt x="1800800" y="18774"/>
                  <a:pt x="1798586" y="9394"/>
                  <a:pt x="1796474" y="0"/>
                </a:cubicBezTo>
                <a:lnTo>
                  <a:pt x="0" y="403201"/>
                </a:lnTo>
                <a:close/>
                <a:moveTo>
                  <a:pt x="0" y="40320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A7C7C-8D86-442D-AE3D-A4F6E46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1" y="3938893"/>
            <a:ext cx="1820826" cy="459696"/>
          </a:xfrm>
          <a:custGeom xmlns:a="http://schemas.openxmlformats.org/drawingml/2006/main">
            <a:pathLst>
              <a:path w="1820826" h="459696">
                <a:moveTo>
                  <a:pt x="0" y="341928"/>
                </a:moveTo>
                <a:cubicBezTo>
                  <a:pt x="3699" y="361605"/>
                  <a:pt x="7617" y="381296"/>
                  <a:pt x="11652" y="400929"/>
                </a:cubicBezTo>
                <a:cubicBezTo>
                  <a:pt x="15700" y="420547"/>
                  <a:pt x="19910" y="440121"/>
                  <a:pt x="24352" y="459696"/>
                </a:cubicBezTo>
                <a:lnTo>
                  <a:pt x="1820826" y="56495"/>
                </a:lnTo>
                <a:cubicBezTo>
                  <a:pt x="1818728" y="47116"/>
                  <a:pt x="1816733" y="37722"/>
                  <a:pt x="1814738" y="28284"/>
                </a:cubicBezTo>
                <a:cubicBezTo>
                  <a:pt x="1812801" y="18890"/>
                  <a:pt x="1810936" y="9452"/>
                  <a:pt x="1809160" y="0"/>
                </a:cubicBezTo>
                <a:lnTo>
                  <a:pt x="0" y="341928"/>
                </a:lnTo>
                <a:close/>
                <a:moveTo>
                  <a:pt x="0" y="341928"/>
                </a:moveTo>
              </a:path>
            </a:pathLst>
          </a:custGeom>
          <a:solidFill xmlns:a="http://schemas.openxmlformats.org/drawingml/2006/main">
            <a:srgbClr val="D15A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2A45F-A380-4B3D-94EB-5C502180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1" y="3938893"/>
            <a:ext cx="1820826" cy="459696"/>
          </a:xfrm>
          <a:custGeom xmlns:a="http://schemas.openxmlformats.org/drawingml/2006/main">
            <a:pathLst>
              <a:path w="1820826" h="459696" fill="none">
                <a:moveTo>
                  <a:pt x="0" y="341928"/>
                </a:moveTo>
                <a:cubicBezTo>
                  <a:pt x="3699" y="361605"/>
                  <a:pt x="7617" y="381296"/>
                  <a:pt x="11652" y="400929"/>
                </a:cubicBezTo>
                <a:cubicBezTo>
                  <a:pt x="15700" y="420547"/>
                  <a:pt x="19910" y="440121"/>
                  <a:pt x="24352" y="459696"/>
                </a:cubicBezTo>
                <a:lnTo>
                  <a:pt x="1820826" y="56495"/>
                </a:lnTo>
                <a:cubicBezTo>
                  <a:pt x="1818728" y="47116"/>
                  <a:pt x="1816733" y="37722"/>
                  <a:pt x="1814738" y="28284"/>
                </a:cubicBezTo>
                <a:cubicBezTo>
                  <a:pt x="1812801" y="18890"/>
                  <a:pt x="1810936" y="9452"/>
                  <a:pt x="1809160" y="0"/>
                </a:cubicBezTo>
                <a:lnTo>
                  <a:pt x="0" y="341928"/>
                </a:lnTo>
                <a:close/>
                <a:moveTo>
                  <a:pt x="0" y="34192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681DC-A367-4A51-99C2-38DA9C96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7" y="3824766"/>
            <a:ext cx="1845804" cy="456055"/>
          </a:xfrm>
          <a:custGeom xmlns:a="http://schemas.openxmlformats.org/drawingml/2006/main">
            <a:pathLst>
              <a:path w="1845804" h="456055">
                <a:moveTo>
                  <a:pt x="0" y="218364"/>
                </a:moveTo>
                <a:cubicBezTo>
                  <a:pt x="4777" y="258183"/>
                  <a:pt x="10181" y="297900"/>
                  <a:pt x="16327" y="337544"/>
                </a:cubicBezTo>
                <a:cubicBezTo>
                  <a:pt x="22415" y="377145"/>
                  <a:pt x="29187" y="416629"/>
                  <a:pt x="36644" y="456055"/>
                </a:cubicBezTo>
                <a:lnTo>
                  <a:pt x="1845804" y="114127"/>
                </a:lnTo>
                <a:cubicBezTo>
                  <a:pt x="1842221" y="95193"/>
                  <a:pt x="1838987" y="76245"/>
                  <a:pt x="1836031" y="57238"/>
                </a:cubicBezTo>
                <a:cubicBezTo>
                  <a:pt x="1833118" y="38188"/>
                  <a:pt x="1830511" y="19123"/>
                  <a:pt x="1828224" y="0"/>
                </a:cubicBezTo>
                <a:lnTo>
                  <a:pt x="0" y="218364"/>
                </a:lnTo>
                <a:close/>
                <a:moveTo>
                  <a:pt x="0" y="218364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D5A8F-1D23-4F4A-ADC2-F65B8F5A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7" y="3824766"/>
            <a:ext cx="1845804" cy="456055"/>
          </a:xfrm>
          <a:custGeom xmlns:a="http://schemas.openxmlformats.org/drawingml/2006/main">
            <a:pathLst>
              <a:path w="1845804" h="456055" fill="none">
                <a:moveTo>
                  <a:pt x="0" y="218364"/>
                </a:moveTo>
                <a:cubicBezTo>
                  <a:pt x="4777" y="258183"/>
                  <a:pt x="10181" y="297900"/>
                  <a:pt x="16327" y="337544"/>
                </a:cubicBezTo>
                <a:cubicBezTo>
                  <a:pt x="22415" y="377145"/>
                  <a:pt x="29187" y="416629"/>
                  <a:pt x="36644" y="456055"/>
                </a:cubicBezTo>
                <a:lnTo>
                  <a:pt x="1845804" y="114127"/>
                </a:lnTo>
                <a:cubicBezTo>
                  <a:pt x="1842221" y="95193"/>
                  <a:pt x="1838987" y="76245"/>
                  <a:pt x="1836031" y="57238"/>
                </a:cubicBezTo>
                <a:cubicBezTo>
                  <a:pt x="1833118" y="38188"/>
                  <a:pt x="1830511" y="19123"/>
                  <a:pt x="1828224" y="0"/>
                </a:cubicBezTo>
                <a:lnTo>
                  <a:pt x="0" y="218364"/>
                </a:lnTo>
                <a:close/>
                <a:moveTo>
                  <a:pt x="0" y="218364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3F62D-FF9A-49DE-B424-0A156B96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" y="3709795"/>
            <a:ext cx="1848585" cy="333335"/>
          </a:xfrm>
          <a:custGeom xmlns:a="http://schemas.openxmlformats.org/drawingml/2006/main">
            <a:pathLst>
              <a:path w="1848585" h="333335">
                <a:moveTo>
                  <a:pt x="0" y="93751"/>
                </a:moveTo>
                <a:cubicBezTo>
                  <a:pt x="2039" y="133803"/>
                  <a:pt x="4777" y="173811"/>
                  <a:pt x="8127" y="213747"/>
                </a:cubicBezTo>
                <a:cubicBezTo>
                  <a:pt x="11550" y="253683"/>
                  <a:pt x="15642" y="293560"/>
                  <a:pt x="20361" y="333335"/>
                </a:cubicBezTo>
                <a:lnTo>
                  <a:pt x="1848585" y="114971"/>
                </a:lnTo>
                <a:cubicBezTo>
                  <a:pt x="1846313" y="95921"/>
                  <a:pt x="1844318" y="76740"/>
                  <a:pt x="1842731" y="57573"/>
                </a:cubicBezTo>
                <a:cubicBezTo>
                  <a:pt x="1841085" y="38406"/>
                  <a:pt x="1839774" y="19225"/>
                  <a:pt x="1838813" y="0"/>
                </a:cubicBezTo>
                <a:lnTo>
                  <a:pt x="0" y="93751"/>
                </a:lnTo>
                <a:close/>
                <a:moveTo>
                  <a:pt x="0" y="93751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B4F00D7-2A0D-4C21-B3D3-611D6227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05973"/>
            <a:ext cx="1852796" cy="341205"/>
          </a:xfrm>
          <a:custGeom xmlns:a="http://schemas.openxmlformats.org/drawingml/2006/main">
            <a:pathLst>
              <a:path w="1852796" h="341205">
                <a:moveTo>
                  <a:pt x="105" y="157861"/>
                </a:moveTo>
                <a:lnTo>
                  <a:pt x="0" y="156293"/>
                </a:lnTo>
                <a:lnTo>
                  <a:pt x="0" y="93935"/>
                </a:lnTo>
                <a:lnTo>
                  <a:pt x="1842431" y="0"/>
                </a:lnTo>
                <a:lnTo>
                  <a:pt x="1842737" y="6037"/>
                </a:lnTo>
                <a:lnTo>
                  <a:pt x="1842863" y="8434"/>
                </a:lnTo>
                <a:lnTo>
                  <a:pt x="1842991" y="10831"/>
                </a:lnTo>
                <a:lnTo>
                  <a:pt x="1843124" y="13227"/>
                </a:lnTo>
                <a:lnTo>
                  <a:pt x="1843260" y="15623"/>
                </a:lnTo>
                <a:lnTo>
                  <a:pt x="1843400" y="18018"/>
                </a:lnTo>
                <a:lnTo>
                  <a:pt x="1843543" y="20413"/>
                </a:lnTo>
                <a:lnTo>
                  <a:pt x="1843690" y="22808"/>
                </a:lnTo>
                <a:lnTo>
                  <a:pt x="1843841" y="25202"/>
                </a:lnTo>
                <a:lnTo>
                  <a:pt x="1843995" y="27596"/>
                </a:lnTo>
                <a:lnTo>
                  <a:pt x="1844153" y="29989"/>
                </a:lnTo>
                <a:lnTo>
                  <a:pt x="1844314" y="32383"/>
                </a:lnTo>
                <a:lnTo>
                  <a:pt x="1844479" y="34776"/>
                </a:lnTo>
                <a:lnTo>
                  <a:pt x="1844647" y="37168"/>
                </a:lnTo>
                <a:lnTo>
                  <a:pt x="1844819" y="39561"/>
                </a:lnTo>
                <a:lnTo>
                  <a:pt x="1844994" y="41953"/>
                </a:lnTo>
                <a:lnTo>
                  <a:pt x="1845173" y="44345"/>
                </a:lnTo>
                <a:lnTo>
                  <a:pt x="1845356" y="46737"/>
                </a:lnTo>
                <a:lnTo>
                  <a:pt x="1845542" y="49128"/>
                </a:lnTo>
                <a:lnTo>
                  <a:pt x="1845731" y="51520"/>
                </a:lnTo>
                <a:lnTo>
                  <a:pt x="1845924" y="53911"/>
                </a:lnTo>
                <a:lnTo>
                  <a:pt x="1846121" y="56302"/>
                </a:lnTo>
                <a:lnTo>
                  <a:pt x="1846321" y="58693"/>
                </a:lnTo>
                <a:lnTo>
                  <a:pt x="1846525" y="61089"/>
                </a:lnTo>
                <a:lnTo>
                  <a:pt x="1846725" y="63484"/>
                </a:lnTo>
                <a:lnTo>
                  <a:pt x="1846930" y="65874"/>
                </a:lnTo>
                <a:lnTo>
                  <a:pt x="1847138" y="68263"/>
                </a:lnTo>
                <a:lnTo>
                  <a:pt x="1847350" y="70653"/>
                </a:lnTo>
                <a:lnTo>
                  <a:pt x="1847567" y="73043"/>
                </a:lnTo>
                <a:lnTo>
                  <a:pt x="1847787" y="75433"/>
                </a:lnTo>
                <a:lnTo>
                  <a:pt x="1848012" y="77823"/>
                </a:lnTo>
                <a:lnTo>
                  <a:pt x="1848240" y="80212"/>
                </a:lnTo>
                <a:lnTo>
                  <a:pt x="1848472" y="82601"/>
                </a:lnTo>
                <a:lnTo>
                  <a:pt x="1848707" y="84990"/>
                </a:lnTo>
                <a:lnTo>
                  <a:pt x="1848947" y="87378"/>
                </a:lnTo>
                <a:lnTo>
                  <a:pt x="1849190" y="89766"/>
                </a:lnTo>
                <a:lnTo>
                  <a:pt x="1849436" y="92154"/>
                </a:lnTo>
                <a:lnTo>
                  <a:pt x="1849686" y="94541"/>
                </a:lnTo>
                <a:lnTo>
                  <a:pt x="1849940" y="96927"/>
                </a:lnTo>
                <a:lnTo>
                  <a:pt x="1850197" y="99312"/>
                </a:lnTo>
                <a:lnTo>
                  <a:pt x="1850457" y="101697"/>
                </a:lnTo>
                <a:lnTo>
                  <a:pt x="1850720" y="104081"/>
                </a:lnTo>
                <a:lnTo>
                  <a:pt x="1850987" y="106463"/>
                </a:lnTo>
                <a:lnTo>
                  <a:pt x="1851257" y="108845"/>
                </a:lnTo>
                <a:lnTo>
                  <a:pt x="1851530" y="111226"/>
                </a:lnTo>
                <a:lnTo>
                  <a:pt x="1851806" y="113606"/>
                </a:lnTo>
                <a:lnTo>
                  <a:pt x="1852085" y="115985"/>
                </a:lnTo>
                <a:lnTo>
                  <a:pt x="1852796" y="121977"/>
                </a:lnTo>
                <a:lnTo>
                  <a:pt x="17338" y="341205"/>
                </a:lnTo>
                <a:lnTo>
                  <a:pt x="16324" y="332609"/>
                </a:lnTo>
                <a:lnTo>
                  <a:pt x="15744" y="327631"/>
                </a:lnTo>
                <a:lnTo>
                  <a:pt x="15170" y="322651"/>
                </a:lnTo>
                <a:lnTo>
                  <a:pt x="14602" y="317671"/>
                </a:lnTo>
                <a:lnTo>
                  <a:pt x="14041" y="312690"/>
                </a:lnTo>
                <a:lnTo>
                  <a:pt x="13487" y="307707"/>
                </a:lnTo>
                <a:lnTo>
                  <a:pt x="12940" y="302724"/>
                </a:lnTo>
                <a:lnTo>
                  <a:pt x="12399" y="297740"/>
                </a:lnTo>
                <a:lnTo>
                  <a:pt x="11864" y="292755"/>
                </a:lnTo>
                <a:lnTo>
                  <a:pt x="11337" y="287769"/>
                </a:lnTo>
                <a:lnTo>
                  <a:pt x="10816" y="282782"/>
                </a:lnTo>
                <a:lnTo>
                  <a:pt x="10302" y="277794"/>
                </a:lnTo>
                <a:lnTo>
                  <a:pt x="9795" y="272805"/>
                </a:lnTo>
                <a:lnTo>
                  <a:pt x="9294" y="267816"/>
                </a:lnTo>
                <a:lnTo>
                  <a:pt x="8800" y="262825"/>
                </a:lnTo>
                <a:lnTo>
                  <a:pt x="8313" y="257834"/>
                </a:lnTo>
                <a:lnTo>
                  <a:pt x="7833" y="252843"/>
                </a:lnTo>
                <a:lnTo>
                  <a:pt x="7360" y="247850"/>
                </a:lnTo>
                <a:lnTo>
                  <a:pt x="6894" y="242857"/>
                </a:lnTo>
                <a:lnTo>
                  <a:pt x="6434" y="237863"/>
                </a:lnTo>
                <a:lnTo>
                  <a:pt x="5982" y="232868"/>
                </a:lnTo>
                <a:lnTo>
                  <a:pt x="5536" y="227873"/>
                </a:lnTo>
                <a:lnTo>
                  <a:pt x="5097" y="222876"/>
                </a:lnTo>
                <a:lnTo>
                  <a:pt x="4665" y="217877"/>
                </a:lnTo>
                <a:lnTo>
                  <a:pt x="4249" y="212876"/>
                </a:lnTo>
                <a:lnTo>
                  <a:pt x="3839" y="207878"/>
                </a:lnTo>
                <a:lnTo>
                  <a:pt x="3436" y="202880"/>
                </a:lnTo>
                <a:lnTo>
                  <a:pt x="3040" y="197881"/>
                </a:lnTo>
                <a:lnTo>
                  <a:pt x="2650" y="192881"/>
                </a:lnTo>
                <a:lnTo>
                  <a:pt x="2266" y="187880"/>
                </a:lnTo>
                <a:lnTo>
                  <a:pt x="1889" y="182879"/>
                </a:lnTo>
                <a:lnTo>
                  <a:pt x="1519" y="177876"/>
                </a:lnTo>
                <a:lnTo>
                  <a:pt x="1156" y="172874"/>
                </a:lnTo>
                <a:lnTo>
                  <a:pt x="799" y="167870"/>
                </a:lnTo>
                <a:lnTo>
                  <a:pt x="449" y="162866"/>
                </a:lnTo>
                <a:lnTo>
                  <a:pt x="105" y="157861"/>
                </a:lnTo>
                <a:close/>
                <a:moveTo>
                  <a:pt x="1835529" y="7644"/>
                </a:moveTo>
                <a:lnTo>
                  <a:pt x="3990" y="101024"/>
                </a:lnTo>
                <a:lnTo>
                  <a:pt x="4061" y="102389"/>
                </a:lnTo>
                <a:lnTo>
                  <a:pt x="4326" y="107389"/>
                </a:lnTo>
                <a:lnTo>
                  <a:pt x="4599" y="112389"/>
                </a:lnTo>
                <a:lnTo>
                  <a:pt x="4879" y="117389"/>
                </a:lnTo>
                <a:lnTo>
                  <a:pt x="5166" y="122388"/>
                </a:lnTo>
                <a:lnTo>
                  <a:pt x="5460" y="127387"/>
                </a:lnTo>
                <a:lnTo>
                  <a:pt x="5761" y="132385"/>
                </a:lnTo>
                <a:lnTo>
                  <a:pt x="6069" y="137383"/>
                </a:lnTo>
                <a:lnTo>
                  <a:pt x="6384" y="142380"/>
                </a:lnTo>
                <a:lnTo>
                  <a:pt x="6706" y="147376"/>
                </a:lnTo>
                <a:lnTo>
                  <a:pt x="7035" y="152372"/>
                </a:lnTo>
                <a:lnTo>
                  <a:pt x="7371" y="157368"/>
                </a:lnTo>
                <a:lnTo>
                  <a:pt x="7713" y="162363"/>
                </a:lnTo>
                <a:lnTo>
                  <a:pt x="8063" y="167357"/>
                </a:lnTo>
                <a:lnTo>
                  <a:pt x="8419" y="172351"/>
                </a:lnTo>
                <a:lnTo>
                  <a:pt x="8782" y="177344"/>
                </a:lnTo>
                <a:lnTo>
                  <a:pt x="9151" y="182336"/>
                </a:lnTo>
                <a:lnTo>
                  <a:pt x="9527" y="187328"/>
                </a:lnTo>
                <a:lnTo>
                  <a:pt x="9910" y="192319"/>
                </a:lnTo>
                <a:lnTo>
                  <a:pt x="10300" y="197310"/>
                </a:lnTo>
                <a:lnTo>
                  <a:pt x="10695" y="202299"/>
                </a:lnTo>
                <a:lnTo>
                  <a:pt x="11098" y="207288"/>
                </a:lnTo>
                <a:lnTo>
                  <a:pt x="11506" y="212277"/>
                </a:lnTo>
                <a:lnTo>
                  <a:pt x="11921" y="217261"/>
                </a:lnTo>
                <a:lnTo>
                  <a:pt x="12352" y="222244"/>
                </a:lnTo>
                <a:lnTo>
                  <a:pt x="12790" y="227230"/>
                </a:lnTo>
                <a:lnTo>
                  <a:pt x="13234" y="232216"/>
                </a:lnTo>
                <a:lnTo>
                  <a:pt x="13686" y="237200"/>
                </a:lnTo>
                <a:lnTo>
                  <a:pt x="14145" y="242184"/>
                </a:lnTo>
                <a:lnTo>
                  <a:pt x="14610" y="247168"/>
                </a:lnTo>
                <a:lnTo>
                  <a:pt x="15082" y="252150"/>
                </a:lnTo>
                <a:lnTo>
                  <a:pt x="15562" y="257132"/>
                </a:lnTo>
                <a:lnTo>
                  <a:pt x="16048" y="262113"/>
                </a:lnTo>
                <a:lnTo>
                  <a:pt x="16540" y="267094"/>
                </a:lnTo>
                <a:lnTo>
                  <a:pt x="17040" y="272073"/>
                </a:lnTo>
                <a:lnTo>
                  <a:pt x="17546" y="277052"/>
                </a:lnTo>
                <a:lnTo>
                  <a:pt x="18059" y="282030"/>
                </a:lnTo>
                <a:lnTo>
                  <a:pt x="18579" y="287007"/>
                </a:lnTo>
                <a:lnTo>
                  <a:pt x="19106" y="291984"/>
                </a:lnTo>
                <a:lnTo>
                  <a:pt x="19639" y="296959"/>
                </a:lnTo>
                <a:lnTo>
                  <a:pt x="20179" y="301933"/>
                </a:lnTo>
                <a:lnTo>
                  <a:pt x="20725" y="306907"/>
                </a:lnTo>
                <a:lnTo>
                  <a:pt x="21278" y="311880"/>
                </a:lnTo>
                <a:lnTo>
                  <a:pt x="21838" y="316851"/>
                </a:lnTo>
                <a:lnTo>
                  <a:pt x="22405" y="321822"/>
                </a:lnTo>
                <a:lnTo>
                  <a:pt x="22977" y="326792"/>
                </a:lnTo>
                <a:lnTo>
                  <a:pt x="23557" y="331760"/>
                </a:lnTo>
                <a:lnTo>
                  <a:pt x="23716" y="333109"/>
                </a:lnTo>
                <a:lnTo>
                  <a:pt x="1844709" y="115609"/>
                </a:lnTo>
                <a:lnTo>
                  <a:pt x="1844573" y="114450"/>
                </a:lnTo>
                <a:lnTo>
                  <a:pt x="1844296" y="112061"/>
                </a:lnTo>
                <a:lnTo>
                  <a:pt x="1844022" y="109670"/>
                </a:lnTo>
                <a:lnTo>
                  <a:pt x="1843751" y="107278"/>
                </a:lnTo>
                <a:lnTo>
                  <a:pt x="1843483" y="104886"/>
                </a:lnTo>
                <a:lnTo>
                  <a:pt x="1843218" y="102492"/>
                </a:lnTo>
                <a:lnTo>
                  <a:pt x="1842957" y="100097"/>
                </a:lnTo>
                <a:lnTo>
                  <a:pt x="1842699" y="97701"/>
                </a:lnTo>
                <a:lnTo>
                  <a:pt x="1842444" y="95305"/>
                </a:lnTo>
                <a:lnTo>
                  <a:pt x="1842193" y="92907"/>
                </a:lnTo>
                <a:lnTo>
                  <a:pt x="1841945" y="90509"/>
                </a:lnTo>
                <a:lnTo>
                  <a:pt x="1841701" y="88110"/>
                </a:lnTo>
                <a:lnTo>
                  <a:pt x="1841461" y="85711"/>
                </a:lnTo>
                <a:lnTo>
                  <a:pt x="1841224" y="83311"/>
                </a:lnTo>
                <a:lnTo>
                  <a:pt x="1840991" y="80910"/>
                </a:lnTo>
                <a:lnTo>
                  <a:pt x="1840762" y="78509"/>
                </a:lnTo>
                <a:lnTo>
                  <a:pt x="1840536" y="76108"/>
                </a:lnTo>
                <a:lnTo>
                  <a:pt x="1840315" y="73706"/>
                </a:lnTo>
                <a:lnTo>
                  <a:pt x="1840097" y="71304"/>
                </a:lnTo>
                <a:lnTo>
                  <a:pt x="1839884" y="68902"/>
                </a:lnTo>
                <a:lnTo>
                  <a:pt x="1839674" y="66500"/>
                </a:lnTo>
                <a:lnTo>
                  <a:pt x="1839469" y="64098"/>
                </a:lnTo>
                <a:lnTo>
                  <a:pt x="1839269" y="61701"/>
                </a:lnTo>
                <a:lnTo>
                  <a:pt x="1839065" y="59305"/>
                </a:lnTo>
                <a:lnTo>
                  <a:pt x="1838864" y="56904"/>
                </a:lnTo>
                <a:lnTo>
                  <a:pt x="1838666" y="54502"/>
                </a:lnTo>
                <a:lnTo>
                  <a:pt x="1838472" y="52100"/>
                </a:lnTo>
                <a:lnTo>
                  <a:pt x="1838282" y="49699"/>
                </a:lnTo>
                <a:lnTo>
                  <a:pt x="1838095" y="47296"/>
                </a:lnTo>
                <a:lnTo>
                  <a:pt x="1837912" y="44894"/>
                </a:lnTo>
                <a:lnTo>
                  <a:pt x="1837732" y="42491"/>
                </a:lnTo>
                <a:lnTo>
                  <a:pt x="1837556" y="40088"/>
                </a:lnTo>
                <a:lnTo>
                  <a:pt x="1837383" y="37685"/>
                </a:lnTo>
                <a:lnTo>
                  <a:pt x="1837214" y="35281"/>
                </a:lnTo>
                <a:lnTo>
                  <a:pt x="1837048" y="32878"/>
                </a:lnTo>
                <a:lnTo>
                  <a:pt x="1836887" y="30474"/>
                </a:lnTo>
                <a:lnTo>
                  <a:pt x="1836728" y="28069"/>
                </a:lnTo>
                <a:lnTo>
                  <a:pt x="1836573" y="25664"/>
                </a:lnTo>
                <a:lnTo>
                  <a:pt x="1836422" y="23259"/>
                </a:lnTo>
                <a:lnTo>
                  <a:pt x="1836274" y="20854"/>
                </a:lnTo>
                <a:lnTo>
                  <a:pt x="1836130" y="18448"/>
                </a:lnTo>
                <a:lnTo>
                  <a:pt x="1835990" y="16041"/>
                </a:lnTo>
                <a:lnTo>
                  <a:pt x="1835853" y="13635"/>
                </a:lnTo>
                <a:lnTo>
                  <a:pt x="1835720" y="11228"/>
                </a:lnTo>
                <a:lnTo>
                  <a:pt x="1835591" y="8820"/>
                </a:lnTo>
                <a:lnTo>
                  <a:pt x="1835529" y="76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B033E-5384-4227-BAF7-A5E360B9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63198"/>
            <a:ext cx="1838979" cy="240348"/>
          </a:xfrm>
          <a:custGeom xmlns:a="http://schemas.openxmlformats.org/drawingml/2006/main">
            <a:pathLst>
              <a:path w="1838979" h="240348">
                <a:moveTo>
                  <a:pt x="166" y="240348"/>
                </a:moveTo>
                <a:lnTo>
                  <a:pt x="1838979" y="146597"/>
                </a:lnTo>
                <a:lnTo>
                  <a:pt x="1838859" y="144193"/>
                </a:lnTo>
                <a:lnTo>
                  <a:pt x="1838741" y="141790"/>
                </a:lnTo>
                <a:lnTo>
                  <a:pt x="1838627" y="139387"/>
                </a:lnTo>
                <a:lnTo>
                  <a:pt x="1838516" y="136983"/>
                </a:lnTo>
                <a:lnTo>
                  <a:pt x="1838408" y="134579"/>
                </a:lnTo>
                <a:lnTo>
                  <a:pt x="1838303" y="132176"/>
                </a:lnTo>
                <a:lnTo>
                  <a:pt x="1838201" y="129772"/>
                </a:lnTo>
                <a:lnTo>
                  <a:pt x="1838102" y="127368"/>
                </a:lnTo>
                <a:lnTo>
                  <a:pt x="1838007" y="124964"/>
                </a:lnTo>
                <a:lnTo>
                  <a:pt x="1837915" y="122560"/>
                </a:lnTo>
                <a:lnTo>
                  <a:pt x="1837826" y="120156"/>
                </a:lnTo>
                <a:lnTo>
                  <a:pt x="1837741" y="117752"/>
                </a:lnTo>
                <a:lnTo>
                  <a:pt x="1837659" y="115348"/>
                </a:lnTo>
                <a:lnTo>
                  <a:pt x="1837580" y="112944"/>
                </a:lnTo>
                <a:lnTo>
                  <a:pt x="1837505" y="110540"/>
                </a:lnTo>
                <a:lnTo>
                  <a:pt x="1837433" y="108136"/>
                </a:lnTo>
                <a:lnTo>
                  <a:pt x="1837365" y="105732"/>
                </a:lnTo>
                <a:lnTo>
                  <a:pt x="1837300" y="103328"/>
                </a:lnTo>
                <a:lnTo>
                  <a:pt x="1837238" y="100924"/>
                </a:lnTo>
                <a:lnTo>
                  <a:pt x="1837180" y="98521"/>
                </a:lnTo>
                <a:lnTo>
                  <a:pt x="1837126" y="96117"/>
                </a:lnTo>
                <a:lnTo>
                  <a:pt x="1837075" y="93714"/>
                </a:lnTo>
                <a:lnTo>
                  <a:pt x="1837027" y="91310"/>
                </a:lnTo>
                <a:lnTo>
                  <a:pt x="1836984" y="88907"/>
                </a:lnTo>
                <a:lnTo>
                  <a:pt x="1836949" y="86504"/>
                </a:lnTo>
                <a:lnTo>
                  <a:pt x="1836917" y="84100"/>
                </a:lnTo>
                <a:lnTo>
                  <a:pt x="1836888" y="81697"/>
                </a:lnTo>
                <a:lnTo>
                  <a:pt x="1836862" y="79293"/>
                </a:lnTo>
                <a:lnTo>
                  <a:pt x="1836840" y="76889"/>
                </a:lnTo>
                <a:lnTo>
                  <a:pt x="1836820" y="74485"/>
                </a:lnTo>
                <a:lnTo>
                  <a:pt x="1836803" y="72081"/>
                </a:lnTo>
                <a:lnTo>
                  <a:pt x="1836789" y="69676"/>
                </a:lnTo>
                <a:lnTo>
                  <a:pt x="1836779" y="67271"/>
                </a:lnTo>
                <a:lnTo>
                  <a:pt x="1836771" y="64866"/>
                </a:lnTo>
                <a:lnTo>
                  <a:pt x="1836767" y="62461"/>
                </a:lnTo>
                <a:lnTo>
                  <a:pt x="1836765" y="60055"/>
                </a:lnTo>
                <a:lnTo>
                  <a:pt x="1836767" y="57649"/>
                </a:lnTo>
                <a:lnTo>
                  <a:pt x="1836771" y="55243"/>
                </a:lnTo>
                <a:lnTo>
                  <a:pt x="1836779" y="52836"/>
                </a:lnTo>
                <a:lnTo>
                  <a:pt x="1836789" y="50429"/>
                </a:lnTo>
                <a:lnTo>
                  <a:pt x="1836803" y="48022"/>
                </a:lnTo>
                <a:lnTo>
                  <a:pt x="1836820" y="45614"/>
                </a:lnTo>
                <a:lnTo>
                  <a:pt x="1836840" y="43206"/>
                </a:lnTo>
                <a:lnTo>
                  <a:pt x="1836862" y="40797"/>
                </a:lnTo>
                <a:lnTo>
                  <a:pt x="1836888" y="38388"/>
                </a:lnTo>
                <a:lnTo>
                  <a:pt x="1836917" y="35979"/>
                </a:lnTo>
                <a:lnTo>
                  <a:pt x="1836949" y="33569"/>
                </a:lnTo>
                <a:lnTo>
                  <a:pt x="1836984" y="31159"/>
                </a:lnTo>
                <a:lnTo>
                  <a:pt x="0" y="0"/>
                </a:lnTo>
                <a:lnTo>
                  <a:pt x="0" y="237060"/>
                </a:lnTo>
                <a:lnTo>
                  <a:pt x="166" y="240348"/>
                </a:lnTo>
                <a:close/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78525F8-5FEC-4026-AEB0-AD0B33DC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59557"/>
            <a:ext cx="1842798" cy="247643"/>
          </a:xfrm>
          <a:custGeom xmlns:a="http://schemas.openxmlformats.org/drawingml/2006/main">
            <a:pathLst>
              <a:path w="1842798" h="247643">
                <a:moveTo>
                  <a:pt x="1842798" y="153689"/>
                </a:moveTo>
                <a:lnTo>
                  <a:pt x="0" y="247643"/>
                </a:lnTo>
                <a:lnTo>
                  <a:pt x="0" y="139312"/>
                </a:lnTo>
                <a:lnTo>
                  <a:pt x="99" y="143776"/>
                </a:lnTo>
                <a:lnTo>
                  <a:pt x="216" y="148777"/>
                </a:lnTo>
                <a:lnTo>
                  <a:pt x="341" y="153779"/>
                </a:lnTo>
                <a:lnTo>
                  <a:pt x="473" y="158780"/>
                </a:lnTo>
                <a:lnTo>
                  <a:pt x="611" y="163781"/>
                </a:lnTo>
                <a:lnTo>
                  <a:pt x="757" y="168783"/>
                </a:lnTo>
                <a:lnTo>
                  <a:pt x="911" y="173784"/>
                </a:lnTo>
                <a:lnTo>
                  <a:pt x="1071" y="178785"/>
                </a:lnTo>
                <a:lnTo>
                  <a:pt x="1238" y="183787"/>
                </a:lnTo>
                <a:lnTo>
                  <a:pt x="1413" y="188788"/>
                </a:lnTo>
                <a:lnTo>
                  <a:pt x="1594" y="193789"/>
                </a:lnTo>
                <a:lnTo>
                  <a:pt x="1783" y="198791"/>
                </a:lnTo>
                <a:lnTo>
                  <a:pt x="1979" y="203792"/>
                </a:lnTo>
                <a:lnTo>
                  <a:pt x="2182" y="208793"/>
                </a:lnTo>
                <a:lnTo>
                  <a:pt x="2392" y="213795"/>
                </a:lnTo>
                <a:lnTo>
                  <a:pt x="2609" y="218796"/>
                </a:lnTo>
                <a:lnTo>
                  <a:pt x="2834" y="223797"/>
                </a:lnTo>
                <a:lnTo>
                  <a:pt x="3065" y="228799"/>
                </a:lnTo>
                <a:lnTo>
                  <a:pt x="3304" y="233800"/>
                </a:lnTo>
                <a:lnTo>
                  <a:pt x="3550" y="238801"/>
                </a:lnTo>
                <a:lnTo>
                  <a:pt x="3619" y="240167"/>
                </a:lnTo>
                <a:lnTo>
                  <a:pt x="1835162" y="146787"/>
                </a:lnTo>
                <a:lnTo>
                  <a:pt x="1835104" y="145607"/>
                </a:lnTo>
                <a:lnTo>
                  <a:pt x="1834990" y="143199"/>
                </a:lnTo>
                <a:lnTo>
                  <a:pt x="1834878" y="140791"/>
                </a:lnTo>
                <a:lnTo>
                  <a:pt x="1834770" y="138382"/>
                </a:lnTo>
                <a:lnTo>
                  <a:pt x="1834665" y="135974"/>
                </a:lnTo>
                <a:lnTo>
                  <a:pt x="1834563" y="133565"/>
                </a:lnTo>
                <a:lnTo>
                  <a:pt x="1834464" y="131156"/>
                </a:lnTo>
                <a:lnTo>
                  <a:pt x="1834369" y="128747"/>
                </a:lnTo>
                <a:lnTo>
                  <a:pt x="1834277" y="126338"/>
                </a:lnTo>
                <a:lnTo>
                  <a:pt x="1834188" y="123929"/>
                </a:lnTo>
                <a:lnTo>
                  <a:pt x="1834102" y="121520"/>
                </a:lnTo>
                <a:lnTo>
                  <a:pt x="1834020" y="119111"/>
                </a:lnTo>
                <a:lnTo>
                  <a:pt x="1833941" y="116702"/>
                </a:lnTo>
                <a:lnTo>
                  <a:pt x="1833865" y="114293"/>
                </a:lnTo>
                <a:lnTo>
                  <a:pt x="1833793" y="111884"/>
                </a:lnTo>
                <a:lnTo>
                  <a:pt x="1833725" y="109475"/>
                </a:lnTo>
                <a:lnTo>
                  <a:pt x="1833660" y="107065"/>
                </a:lnTo>
                <a:lnTo>
                  <a:pt x="1833598" y="104656"/>
                </a:lnTo>
                <a:lnTo>
                  <a:pt x="1833540" y="102247"/>
                </a:lnTo>
                <a:lnTo>
                  <a:pt x="1833485" y="99838"/>
                </a:lnTo>
                <a:lnTo>
                  <a:pt x="1833434" y="97430"/>
                </a:lnTo>
                <a:lnTo>
                  <a:pt x="1833387" y="95021"/>
                </a:lnTo>
                <a:lnTo>
                  <a:pt x="1833343" y="92608"/>
                </a:lnTo>
                <a:lnTo>
                  <a:pt x="1833308" y="90196"/>
                </a:lnTo>
                <a:lnTo>
                  <a:pt x="1833276" y="87788"/>
                </a:lnTo>
                <a:lnTo>
                  <a:pt x="1833247" y="85380"/>
                </a:lnTo>
                <a:lnTo>
                  <a:pt x="1833221" y="82972"/>
                </a:lnTo>
                <a:lnTo>
                  <a:pt x="1833199" y="80563"/>
                </a:lnTo>
                <a:lnTo>
                  <a:pt x="1833179" y="78154"/>
                </a:lnTo>
                <a:lnTo>
                  <a:pt x="1833162" y="75745"/>
                </a:lnTo>
                <a:lnTo>
                  <a:pt x="1833148" y="73336"/>
                </a:lnTo>
                <a:lnTo>
                  <a:pt x="1833138" y="70927"/>
                </a:lnTo>
                <a:lnTo>
                  <a:pt x="1833130" y="68517"/>
                </a:lnTo>
                <a:lnTo>
                  <a:pt x="1833126" y="66107"/>
                </a:lnTo>
                <a:lnTo>
                  <a:pt x="1833124" y="63697"/>
                </a:lnTo>
                <a:lnTo>
                  <a:pt x="1833126" y="61286"/>
                </a:lnTo>
                <a:lnTo>
                  <a:pt x="1833130" y="58875"/>
                </a:lnTo>
                <a:lnTo>
                  <a:pt x="1833138" y="56464"/>
                </a:lnTo>
                <a:lnTo>
                  <a:pt x="1833148" y="54052"/>
                </a:lnTo>
                <a:lnTo>
                  <a:pt x="1833162" y="51640"/>
                </a:lnTo>
                <a:lnTo>
                  <a:pt x="1833179" y="49228"/>
                </a:lnTo>
                <a:lnTo>
                  <a:pt x="1833199" y="46815"/>
                </a:lnTo>
                <a:lnTo>
                  <a:pt x="1833221" y="44402"/>
                </a:lnTo>
                <a:lnTo>
                  <a:pt x="1833247" y="41989"/>
                </a:lnTo>
                <a:lnTo>
                  <a:pt x="1833276" y="39575"/>
                </a:lnTo>
                <a:lnTo>
                  <a:pt x="1833292" y="38380"/>
                </a:lnTo>
                <a:lnTo>
                  <a:pt x="0" y="7283"/>
                </a:lnTo>
                <a:lnTo>
                  <a:pt x="0" y="0"/>
                </a:lnTo>
                <a:lnTo>
                  <a:pt x="1840677" y="31222"/>
                </a:lnTo>
                <a:lnTo>
                  <a:pt x="1840589" y="37261"/>
                </a:lnTo>
                <a:lnTo>
                  <a:pt x="1840558" y="39667"/>
                </a:lnTo>
                <a:lnTo>
                  <a:pt x="1840529" y="42071"/>
                </a:lnTo>
                <a:lnTo>
                  <a:pt x="1840503" y="44476"/>
                </a:lnTo>
                <a:lnTo>
                  <a:pt x="1840480" y="46880"/>
                </a:lnTo>
                <a:lnTo>
                  <a:pt x="1840461" y="49283"/>
                </a:lnTo>
                <a:lnTo>
                  <a:pt x="1840444" y="51686"/>
                </a:lnTo>
                <a:lnTo>
                  <a:pt x="1840430" y="54089"/>
                </a:lnTo>
                <a:lnTo>
                  <a:pt x="1840420" y="56491"/>
                </a:lnTo>
                <a:lnTo>
                  <a:pt x="1840412" y="58893"/>
                </a:lnTo>
                <a:lnTo>
                  <a:pt x="1840408" y="61295"/>
                </a:lnTo>
                <a:lnTo>
                  <a:pt x="1840406" y="63697"/>
                </a:lnTo>
                <a:lnTo>
                  <a:pt x="1840408" y="66098"/>
                </a:lnTo>
                <a:lnTo>
                  <a:pt x="1840412" y="68499"/>
                </a:lnTo>
                <a:lnTo>
                  <a:pt x="1840420" y="70899"/>
                </a:lnTo>
                <a:lnTo>
                  <a:pt x="1840430" y="73299"/>
                </a:lnTo>
                <a:lnTo>
                  <a:pt x="1840444" y="75699"/>
                </a:lnTo>
                <a:lnTo>
                  <a:pt x="1840461" y="78099"/>
                </a:lnTo>
                <a:lnTo>
                  <a:pt x="1840480" y="80499"/>
                </a:lnTo>
                <a:lnTo>
                  <a:pt x="1840503" y="82898"/>
                </a:lnTo>
                <a:lnTo>
                  <a:pt x="1840529" y="85297"/>
                </a:lnTo>
                <a:lnTo>
                  <a:pt x="1840558" y="87696"/>
                </a:lnTo>
                <a:lnTo>
                  <a:pt x="1840589" y="90095"/>
                </a:lnTo>
                <a:lnTo>
                  <a:pt x="1840624" y="92489"/>
                </a:lnTo>
                <a:lnTo>
                  <a:pt x="1840668" y="94883"/>
                </a:lnTo>
                <a:lnTo>
                  <a:pt x="1840715" y="97281"/>
                </a:lnTo>
                <a:lnTo>
                  <a:pt x="1840766" y="99679"/>
                </a:lnTo>
                <a:lnTo>
                  <a:pt x="1840820" y="102077"/>
                </a:lnTo>
                <a:lnTo>
                  <a:pt x="1840878" y="104475"/>
                </a:lnTo>
                <a:lnTo>
                  <a:pt x="1840939" y="106874"/>
                </a:lnTo>
                <a:lnTo>
                  <a:pt x="1841004" y="109272"/>
                </a:lnTo>
                <a:lnTo>
                  <a:pt x="1841073" y="111671"/>
                </a:lnTo>
                <a:lnTo>
                  <a:pt x="1841144" y="114070"/>
                </a:lnTo>
                <a:lnTo>
                  <a:pt x="1841219" y="116469"/>
                </a:lnTo>
                <a:lnTo>
                  <a:pt x="1841298" y="118868"/>
                </a:lnTo>
                <a:lnTo>
                  <a:pt x="1841380" y="121267"/>
                </a:lnTo>
                <a:lnTo>
                  <a:pt x="1841465" y="123666"/>
                </a:lnTo>
                <a:lnTo>
                  <a:pt x="1841554" y="126065"/>
                </a:lnTo>
                <a:lnTo>
                  <a:pt x="1841645" y="128464"/>
                </a:lnTo>
                <a:lnTo>
                  <a:pt x="1841741" y="130863"/>
                </a:lnTo>
                <a:lnTo>
                  <a:pt x="1841839" y="133262"/>
                </a:lnTo>
                <a:lnTo>
                  <a:pt x="1841940" y="135661"/>
                </a:lnTo>
                <a:lnTo>
                  <a:pt x="1842045" y="138060"/>
                </a:lnTo>
                <a:lnTo>
                  <a:pt x="1842153" y="140459"/>
                </a:lnTo>
                <a:lnTo>
                  <a:pt x="1842264" y="142858"/>
                </a:lnTo>
                <a:lnTo>
                  <a:pt x="1842378" y="145256"/>
                </a:lnTo>
                <a:lnTo>
                  <a:pt x="1842495" y="147655"/>
                </a:lnTo>
                <a:lnTo>
                  <a:pt x="1842798" y="1536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9E2CB-5DDE-4699-B377-E8A60B6B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22979"/>
            <a:ext cx="1842897" cy="271378"/>
          </a:xfrm>
          <a:custGeom xmlns:a="http://schemas.openxmlformats.org/drawingml/2006/main">
            <a:pathLst>
              <a:path w="1842897" h="271378">
                <a:moveTo>
                  <a:pt x="7469" y="9988"/>
                </a:moveTo>
                <a:lnTo>
                  <a:pt x="7066" y="14983"/>
                </a:lnTo>
                <a:lnTo>
                  <a:pt x="6670" y="19979"/>
                </a:lnTo>
                <a:lnTo>
                  <a:pt x="6280" y="24974"/>
                </a:lnTo>
                <a:lnTo>
                  <a:pt x="5897" y="29970"/>
                </a:lnTo>
                <a:lnTo>
                  <a:pt x="5520" y="34966"/>
                </a:lnTo>
                <a:lnTo>
                  <a:pt x="5151" y="39963"/>
                </a:lnTo>
                <a:lnTo>
                  <a:pt x="4787" y="44960"/>
                </a:lnTo>
                <a:lnTo>
                  <a:pt x="4431" y="49957"/>
                </a:lnTo>
                <a:lnTo>
                  <a:pt x="4081" y="54955"/>
                </a:lnTo>
                <a:lnTo>
                  <a:pt x="3738" y="59952"/>
                </a:lnTo>
                <a:lnTo>
                  <a:pt x="3402" y="64950"/>
                </a:lnTo>
                <a:lnTo>
                  <a:pt x="3073" y="69949"/>
                </a:lnTo>
                <a:lnTo>
                  <a:pt x="2750" y="74947"/>
                </a:lnTo>
                <a:lnTo>
                  <a:pt x="2435" y="79946"/>
                </a:lnTo>
                <a:lnTo>
                  <a:pt x="2127" y="84944"/>
                </a:lnTo>
                <a:lnTo>
                  <a:pt x="1825" y="89943"/>
                </a:lnTo>
                <a:lnTo>
                  <a:pt x="1531" y="94942"/>
                </a:lnTo>
                <a:lnTo>
                  <a:pt x="1244" y="99941"/>
                </a:lnTo>
                <a:lnTo>
                  <a:pt x="963" y="104940"/>
                </a:lnTo>
                <a:lnTo>
                  <a:pt x="691" y="109939"/>
                </a:lnTo>
                <a:lnTo>
                  <a:pt x="425" y="114939"/>
                </a:lnTo>
                <a:lnTo>
                  <a:pt x="166" y="119938"/>
                </a:lnTo>
                <a:lnTo>
                  <a:pt x="0" y="123226"/>
                </a:lnTo>
                <a:lnTo>
                  <a:pt x="0" y="240219"/>
                </a:lnTo>
                <a:lnTo>
                  <a:pt x="1836984" y="271378"/>
                </a:lnTo>
                <a:lnTo>
                  <a:pt x="1837027" y="268975"/>
                </a:lnTo>
                <a:lnTo>
                  <a:pt x="1837075" y="266572"/>
                </a:lnTo>
                <a:lnTo>
                  <a:pt x="1837126" y="264169"/>
                </a:lnTo>
                <a:lnTo>
                  <a:pt x="1837180" y="261766"/>
                </a:lnTo>
                <a:lnTo>
                  <a:pt x="1837238" y="259363"/>
                </a:lnTo>
                <a:lnTo>
                  <a:pt x="1837300" y="256959"/>
                </a:lnTo>
                <a:lnTo>
                  <a:pt x="1837365" y="254556"/>
                </a:lnTo>
                <a:lnTo>
                  <a:pt x="1837433" y="252153"/>
                </a:lnTo>
                <a:lnTo>
                  <a:pt x="1837505" y="249749"/>
                </a:lnTo>
                <a:lnTo>
                  <a:pt x="1837580" y="247346"/>
                </a:lnTo>
                <a:lnTo>
                  <a:pt x="1837659" y="244943"/>
                </a:lnTo>
                <a:lnTo>
                  <a:pt x="1837741" y="242539"/>
                </a:lnTo>
                <a:lnTo>
                  <a:pt x="1837826" y="240135"/>
                </a:lnTo>
                <a:lnTo>
                  <a:pt x="1837915" y="237732"/>
                </a:lnTo>
                <a:lnTo>
                  <a:pt x="1838007" y="235328"/>
                </a:lnTo>
                <a:lnTo>
                  <a:pt x="1838102" y="232924"/>
                </a:lnTo>
                <a:lnTo>
                  <a:pt x="1838201" y="230520"/>
                </a:lnTo>
                <a:lnTo>
                  <a:pt x="1838303" y="228116"/>
                </a:lnTo>
                <a:lnTo>
                  <a:pt x="1838408" y="225712"/>
                </a:lnTo>
                <a:lnTo>
                  <a:pt x="1838516" y="223307"/>
                </a:lnTo>
                <a:lnTo>
                  <a:pt x="1838627" y="220903"/>
                </a:lnTo>
                <a:lnTo>
                  <a:pt x="1838741" y="218498"/>
                </a:lnTo>
                <a:lnTo>
                  <a:pt x="1838859" y="216094"/>
                </a:lnTo>
                <a:lnTo>
                  <a:pt x="1838979" y="213689"/>
                </a:lnTo>
                <a:lnTo>
                  <a:pt x="1839101" y="211293"/>
                </a:lnTo>
                <a:lnTo>
                  <a:pt x="1839227" y="208896"/>
                </a:lnTo>
                <a:lnTo>
                  <a:pt x="1839356" y="206498"/>
                </a:lnTo>
                <a:lnTo>
                  <a:pt x="1839489" y="204100"/>
                </a:lnTo>
                <a:lnTo>
                  <a:pt x="1839625" y="201701"/>
                </a:lnTo>
                <a:lnTo>
                  <a:pt x="1839765" y="199302"/>
                </a:lnTo>
                <a:lnTo>
                  <a:pt x="1839909" y="196903"/>
                </a:lnTo>
                <a:lnTo>
                  <a:pt x="1840056" y="194503"/>
                </a:lnTo>
                <a:lnTo>
                  <a:pt x="1840207" y="192103"/>
                </a:lnTo>
                <a:lnTo>
                  <a:pt x="1840362" y="189703"/>
                </a:lnTo>
                <a:lnTo>
                  <a:pt x="1840520" y="187303"/>
                </a:lnTo>
                <a:lnTo>
                  <a:pt x="1840681" y="184902"/>
                </a:lnTo>
                <a:lnTo>
                  <a:pt x="1840846" y="182502"/>
                </a:lnTo>
                <a:lnTo>
                  <a:pt x="1841015" y="180102"/>
                </a:lnTo>
                <a:lnTo>
                  <a:pt x="1841187" y="177701"/>
                </a:lnTo>
                <a:lnTo>
                  <a:pt x="1841363" y="175301"/>
                </a:lnTo>
                <a:lnTo>
                  <a:pt x="1841543" y="172902"/>
                </a:lnTo>
                <a:lnTo>
                  <a:pt x="1841725" y="170502"/>
                </a:lnTo>
                <a:lnTo>
                  <a:pt x="1841912" y="168103"/>
                </a:lnTo>
                <a:lnTo>
                  <a:pt x="1842102" y="165704"/>
                </a:lnTo>
                <a:lnTo>
                  <a:pt x="1842295" y="163306"/>
                </a:lnTo>
                <a:lnTo>
                  <a:pt x="1842492" y="160909"/>
                </a:lnTo>
                <a:lnTo>
                  <a:pt x="1842693" y="158512"/>
                </a:lnTo>
                <a:lnTo>
                  <a:pt x="1842897" y="156116"/>
                </a:lnTo>
                <a:lnTo>
                  <a:pt x="8293" y="0"/>
                </a:lnTo>
                <a:lnTo>
                  <a:pt x="7878" y="4994"/>
                </a:lnTo>
                <a:lnTo>
                  <a:pt x="7469" y="9988"/>
                </a:lnTo>
                <a:close/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C142C30-EC46-435F-868F-B72496E1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9042"/>
            <a:ext cx="1846834" cy="279018"/>
          </a:xfrm>
          <a:custGeom xmlns:a="http://schemas.openxmlformats.org/drawingml/2006/main">
            <a:pathLst>
              <a:path w="1846834" h="279018">
                <a:moveTo>
                  <a:pt x="4249" y="8632"/>
                </a:moveTo>
                <a:lnTo>
                  <a:pt x="4967" y="0"/>
                </a:lnTo>
                <a:lnTo>
                  <a:pt x="1846834" y="156734"/>
                </a:lnTo>
                <a:lnTo>
                  <a:pt x="1846321" y="162755"/>
                </a:lnTo>
                <a:lnTo>
                  <a:pt x="1846121" y="165147"/>
                </a:lnTo>
                <a:lnTo>
                  <a:pt x="1845924" y="167539"/>
                </a:lnTo>
                <a:lnTo>
                  <a:pt x="1845731" y="169932"/>
                </a:lnTo>
                <a:lnTo>
                  <a:pt x="1845542" y="172325"/>
                </a:lnTo>
                <a:lnTo>
                  <a:pt x="1845356" y="174719"/>
                </a:lnTo>
                <a:lnTo>
                  <a:pt x="1845173" y="177113"/>
                </a:lnTo>
                <a:lnTo>
                  <a:pt x="1844994" y="179507"/>
                </a:lnTo>
                <a:lnTo>
                  <a:pt x="1844819" y="181902"/>
                </a:lnTo>
                <a:lnTo>
                  <a:pt x="1844647" y="184297"/>
                </a:lnTo>
                <a:lnTo>
                  <a:pt x="1844479" y="186692"/>
                </a:lnTo>
                <a:lnTo>
                  <a:pt x="1844314" y="189087"/>
                </a:lnTo>
                <a:lnTo>
                  <a:pt x="1844153" y="191482"/>
                </a:lnTo>
                <a:lnTo>
                  <a:pt x="1843995" y="193877"/>
                </a:lnTo>
                <a:lnTo>
                  <a:pt x="1843841" y="196272"/>
                </a:lnTo>
                <a:lnTo>
                  <a:pt x="1843690" y="198666"/>
                </a:lnTo>
                <a:lnTo>
                  <a:pt x="1843543" y="201061"/>
                </a:lnTo>
                <a:lnTo>
                  <a:pt x="1843400" y="203455"/>
                </a:lnTo>
                <a:lnTo>
                  <a:pt x="1843260" y="205848"/>
                </a:lnTo>
                <a:lnTo>
                  <a:pt x="1843124" y="208241"/>
                </a:lnTo>
                <a:lnTo>
                  <a:pt x="1842991" y="210634"/>
                </a:lnTo>
                <a:lnTo>
                  <a:pt x="1842863" y="213026"/>
                </a:lnTo>
                <a:lnTo>
                  <a:pt x="1842737" y="215418"/>
                </a:lnTo>
                <a:lnTo>
                  <a:pt x="1842615" y="217810"/>
                </a:lnTo>
                <a:lnTo>
                  <a:pt x="1842495" y="220211"/>
                </a:lnTo>
                <a:lnTo>
                  <a:pt x="1842378" y="222611"/>
                </a:lnTo>
                <a:lnTo>
                  <a:pt x="1842264" y="225011"/>
                </a:lnTo>
                <a:lnTo>
                  <a:pt x="1842153" y="227411"/>
                </a:lnTo>
                <a:lnTo>
                  <a:pt x="1842045" y="229810"/>
                </a:lnTo>
                <a:lnTo>
                  <a:pt x="1841940" y="232210"/>
                </a:lnTo>
                <a:lnTo>
                  <a:pt x="1841839" y="234609"/>
                </a:lnTo>
                <a:lnTo>
                  <a:pt x="1841741" y="237008"/>
                </a:lnTo>
                <a:lnTo>
                  <a:pt x="1841645" y="239407"/>
                </a:lnTo>
                <a:lnTo>
                  <a:pt x="1841554" y="241806"/>
                </a:lnTo>
                <a:lnTo>
                  <a:pt x="1841465" y="244204"/>
                </a:lnTo>
                <a:lnTo>
                  <a:pt x="1841380" y="246603"/>
                </a:lnTo>
                <a:lnTo>
                  <a:pt x="1841298" y="249002"/>
                </a:lnTo>
                <a:lnTo>
                  <a:pt x="1841219" y="251400"/>
                </a:lnTo>
                <a:lnTo>
                  <a:pt x="1841144" y="253798"/>
                </a:lnTo>
                <a:lnTo>
                  <a:pt x="1841073" y="256196"/>
                </a:lnTo>
                <a:lnTo>
                  <a:pt x="1841004" y="258594"/>
                </a:lnTo>
                <a:lnTo>
                  <a:pt x="1840939" y="260992"/>
                </a:lnTo>
                <a:lnTo>
                  <a:pt x="1840878" y="263390"/>
                </a:lnTo>
                <a:lnTo>
                  <a:pt x="1840820" y="265788"/>
                </a:lnTo>
                <a:lnTo>
                  <a:pt x="1840766" y="268186"/>
                </a:lnTo>
                <a:lnTo>
                  <a:pt x="1840715" y="270584"/>
                </a:lnTo>
                <a:lnTo>
                  <a:pt x="1840668" y="272981"/>
                </a:lnTo>
                <a:lnTo>
                  <a:pt x="1840558" y="279018"/>
                </a:lnTo>
                <a:lnTo>
                  <a:pt x="0" y="247798"/>
                </a:lnTo>
                <a:lnTo>
                  <a:pt x="0" y="240515"/>
                </a:lnTo>
                <a:lnTo>
                  <a:pt x="1833411" y="271613"/>
                </a:lnTo>
                <a:lnTo>
                  <a:pt x="1833434" y="270435"/>
                </a:lnTo>
                <a:lnTo>
                  <a:pt x="1833485" y="268026"/>
                </a:lnTo>
                <a:lnTo>
                  <a:pt x="1833540" y="265618"/>
                </a:lnTo>
                <a:lnTo>
                  <a:pt x="1833598" y="263209"/>
                </a:lnTo>
                <a:lnTo>
                  <a:pt x="1833660" y="260801"/>
                </a:lnTo>
                <a:lnTo>
                  <a:pt x="1833725" y="258392"/>
                </a:lnTo>
                <a:lnTo>
                  <a:pt x="1833793" y="255984"/>
                </a:lnTo>
                <a:lnTo>
                  <a:pt x="1833865" y="253575"/>
                </a:lnTo>
                <a:lnTo>
                  <a:pt x="1833941" y="251167"/>
                </a:lnTo>
                <a:lnTo>
                  <a:pt x="1834020" y="248758"/>
                </a:lnTo>
                <a:lnTo>
                  <a:pt x="1834102" y="246350"/>
                </a:lnTo>
                <a:lnTo>
                  <a:pt x="1834188" y="243941"/>
                </a:lnTo>
                <a:lnTo>
                  <a:pt x="1834277" y="241532"/>
                </a:lnTo>
                <a:lnTo>
                  <a:pt x="1834369" y="239123"/>
                </a:lnTo>
                <a:lnTo>
                  <a:pt x="1834464" y="236715"/>
                </a:lnTo>
                <a:lnTo>
                  <a:pt x="1834563" y="234306"/>
                </a:lnTo>
                <a:lnTo>
                  <a:pt x="1834665" y="231897"/>
                </a:lnTo>
                <a:lnTo>
                  <a:pt x="1834770" y="229488"/>
                </a:lnTo>
                <a:lnTo>
                  <a:pt x="1834878" y="227079"/>
                </a:lnTo>
                <a:lnTo>
                  <a:pt x="1834990" y="224670"/>
                </a:lnTo>
                <a:lnTo>
                  <a:pt x="1835104" y="222260"/>
                </a:lnTo>
                <a:lnTo>
                  <a:pt x="1835222" y="219851"/>
                </a:lnTo>
                <a:lnTo>
                  <a:pt x="1835342" y="217444"/>
                </a:lnTo>
                <a:lnTo>
                  <a:pt x="1835465" y="215042"/>
                </a:lnTo>
                <a:lnTo>
                  <a:pt x="1835591" y="212640"/>
                </a:lnTo>
                <a:lnTo>
                  <a:pt x="1835720" y="210237"/>
                </a:lnTo>
                <a:lnTo>
                  <a:pt x="1835853" y="207833"/>
                </a:lnTo>
                <a:lnTo>
                  <a:pt x="1835990" y="205429"/>
                </a:lnTo>
                <a:lnTo>
                  <a:pt x="1836130" y="203025"/>
                </a:lnTo>
                <a:lnTo>
                  <a:pt x="1836274" y="200620"/>
                </a:lnTo>
                <a:lnTo>
                  <a:pt x="1836422" y="198215"/>
                </a:lnTo>
                <a:lnTo>
                  <a:pt x="1836573" y="195809"/>
                </a:lnTo>
                <a:lnTo>
                  <a:pt x="1836728" y="193404"/>
                </a:lnTo>
                <a:lnTo>
                  <a:pt x="1836887" y="190998"/>
                </a:lnTo>
                <a:lnTo>
                  <a:pt x="1837048" y="188592"/>
                </a:lnTo>
                <a:lnTo>
                  <a:pt x="1837214" y="186186"/>
                </a:lnTo>
                <a:lnTo>
                  <a:pt x="1837383" y="183781"/>
                </a:lnTo>
                <a:lnTo>
                  <a:pt x="1837556" y="181375"/>
                </a:lnTo>
                <a:lnTo>
                  <a:pt x="1837732" y="178970"/>
                </a:lnTo>
                <a:lnTo>
                  <a:pt x="1837912" y="176565"/>
                </a:lnTo>
                <a:lnTo>
                  <a:pt x="1838095" y="174160"/>
                </a:lnTo>
                <a:lnTo>
                  <a:pt x="1838282" y="171756"/>
                </a:lnTo>
                <a:lnTo>
                  <a:pt x="1838472" y="169352"/>
                </a:lnTo>
                <a:lnTo>
                  <a:pt x="1838666" y="166948"/>
                </a:lnTo>
                <a:lnTo>
                  <a:pt x="1838864" y="164545"/>
                </a:lnTo>
                <a:lnTo>
                  <a:pt x="1838962" y="163372"/>
                </a:lnTo>
                <a:lnTo>
                  <a:pt x="11619" y="7875"/>
                </a:lnTo>
                <a:lnTo>
                  <a:pt x="11506" y="9231"/>
                </a:lnTo>
                <a:lnTo>
                  <a:pt x="11098" y="14221"/>
                </a:lnTo>
                <a:lnTo>
                  <a:pt x="10695" y="19211"/>
                </a:lnTo>
                <a:lnTo>
                  <a:pt x="10300" y="24201"/>
                </a:lnTo>
                <a:lnTo>
                  <a:pt x="9910" y="29192"/>
                </a:lnTo>
                <a:lnTo>
                  <a:pt x="9527" y="34183"/>
                </a:lnTo>
                <a:lnTo>
                  <a:pt x="9151" y="39175"/>
                </a:lnTo>
                <a:lnTo>
                  <a:pt x="8782" y="44167"/>
                </a:lnTo>
                <a:lnTo>
                  <a:pt x="8419" y="49159"/>
                </a:lnTo>
                <a:lnTo>
                  <a:pt x="8063" y="54151"/>
                </a:lnTo>
                <a:lnTo>
                  <a:pt x="7713" y="59144"/>
                </a:lnTo>
                <a:lnTo>
                  <a:pt x="7371" y="64137"/>
                </a:lnTo>
                <a:lnTo>
                  <a:pt x="7035" y="69130"/>
                </a:lnTo>
                <a:lnTo>
                  <a:pt x="6706" y="74123"/>
                </a:lnTo>
                <a:lnTo>
                  <a:pt x="6384" y="79116"/>
                </a:lnTo>
                <a:lnTo>
                  <a:pt x="6069" y="84110"/>
                </a:lnTo>
                <a:lnTo>
                  <a:pt x="5761" y="89103"/>
                </a:lnTo>
                <a:lnTo>
                  <a:pt x="5460" y="94097"/>
                </a:lnTo>
                <a:lnTo>
                  <a:pt x="5166" y="99091"/>
                </a:lnTo>
                <a:lnTo>
                  <a:pt x="4879" y="104085"/>
                </a:lnTo>
                <a:lnTo>
                  <a:pt x="4599" y="109079"/>
                </a:lnTo>
                <a:lnTo>
                  <a:pt x="4326" y="114073"/>
                </a:lnTo>
                <a:lnTo>
                  <a:pt x="4061" y="119066"/>
                </a:lnTo>
                <a:lnTo>
                  <a:pt x="3803" y="124061"/>
                </a:lnTo>
                <a:lnTo>
                  <a:pt x="3550" y="129063"/>
                </a:lnTo>
                <a:lnTo>
                  <a:pt x="3304" y="134064"/>
                </a:lnTo>
                <a:lnTo>
                  <a:pt x="3065" y="139066"/>
                </a:lnTo>
                <a:lnTo>
                  <a:pt x="2834" y="144067"/>
                </a:lnTo>
                <a:lnTo>
                  <a:pt x="2609" y="149069"/>
                </a:lnTo>
                <a:lnTo>
                  <a:pt x="2392" y="154070"/>
                </a:lnTo>
                <a:lnTo>
                  <a:pt x="2182" y="159072"/>
                </a:lnTo>
                <a:lnTo>
                  <a:pt x="1979" y="164074"/>
                </a:lnTo>
                <a:lnTo>
                  <a:pt x="1783" y="169077"/>
                </a:lnTo>
                <a:lnTo>
                  <a:pt x="1594" y="174079"/>
                </a:lnTo>
                <a:lnTo>
                  <a:pt x="1413" y="179082"/>
                </a:lnTo>
                <a:lnTo>
                  <a:pt x="1238" y="184085"/>
                </a:lnTo>
                <a:lnTo>
                  <a:pt x="1071" y="189088"/>
                </a:lnTo>
                <a:lnTo>
                  <a:pt x="911" y="194092"/>
                </a:lnTo>
                <a:lnTo>
                  <a:pt x="757" y="199096"/>
                </a:lnTo>
                <a:lnTo>
                  <a:pt x="611" y="204100"/>
                </a:lnTo>
                <a:lnTo>
                  <a:pt x="473" y="209105"/>
                </a:lnTo>
                <a:lnTo>
                  <a:pt x="341" y="214110"/>
                </a:lnTo>
                <a:lnTo>
                  <a:pt x="216" y="219116"/>
                </a:lnTo>
                <a:lnTo>
                  <a:pt x="99" y="224122"/>
                </a:lnTo>
                <a:lnTo>
                  <a:pt x="0" y="228591"/>
                </a:lnTo>
                <a:lnTo>
                  <a:pt x="0" y="65211"/>
                </a:lnTo>
                <a:lnTo>
                  <a:pt x="105" y="63643"/>
                </a:lnTo>
                <a:lnTo>
                  <a:pt x="449" y="58640"/>
                </a:lnTo>
                <a:lnTo>
                  <a:pt x="799" y="53638"/>
                </a:lnTo>
                <a:lnTo>
                  <a:pt x="1156" y="48636"/>
                </a:lnTo>
                <a:lnTo>
                  <a:pt x="1519" y="43634"/>
                </a:lnTo>
                <a:lnTo>
                  <a:pt x="1889" y="38633"/>
                </a:lnTo>
                <a:lnTo>
                  <a:pt x="2266" y="33631"/>
                </a:lnTo>
                <a:lnTo>
                  <a:pt x="2650" y="28631"/>
                </a:lnTo>
                <a:lnTo>
                  <a:pt x="3040" y="23630"/>
                </a:lnTo>
                <a:lnTo>
                  <a:pt x="3436" y="18630"/>
                </a:lnTo>
                <a:lnTo>
                  <a:pt x="3839" y="13631"/>
                </a:lnTo>
                <a:lnTo>
                  <a:pt x="4249" y="86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E2220-7486-45F5-B0DE-3AC5ACC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" y="3084211"/>
            <a:ext cx="1848265" cy="394884"/>
          </a:xfrm>
          <a:custGeom xmlns:a="http://schemas.openxmlformats.org/drawingml/2006/main">
            <a:pathLst>
              <a:path w="1848265" h="394884">
                <a:moveTo>
                  <a:pt x="28561" y="0"/>
                </a:moveTo>
                <a:cubicBezTo>
                  <a:pt x="22415" y="39601"/>
                  <a:pt x="17011" y="79303"/>
                  <a:pt x="12234" y="119122"/>
                </a:cubicBezTo>
                <a:cubicBezTo>
                  <a:pt x="7515" y="158956"/>
                  <a:pt x="3423" y="198833"/>
                  <a:pt x="0" y="238769"/>
                </a:cubicBezTo>
                <a:lnTo>
                  <a:pt x="1834604" y="394884"/>
                </a:lnTo>
                <a:cubicBezTo>
                  <a:pt x="1836191" y="375718"/>
                  <a:pt x="1838186" y="356595"/>
                  <a:pt x="1840458" y="337486"/>
                </a:cubicBezTo>
                <a:cubicBezTo>
                  <a:pt x="1842745" y="318363"/>
                  <a:pt x="1845352" y="299313"/>
                  <a:pt x="1848265" y="280306"/>
                </a:cubicBezTo>
                <a:lnTo>
                  <a:pt x="28561" y="0"/>
                </a:lnTo>
                <a:close/>
                <a:moveTo>
                  <a:pt x="28561" y="0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557DA-BEC1-4402-9162-9A351BA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" y="3084211"/>
            <a:ext cx="1848265" cy="394884"/>
          </a:xfrm>
          <a:custGeom xmlns:a="http://schemas.openxmlformats.org/drawingml/2006/main">
            <a:pathLst>
              <a:path w="1848265" h="394884" fill="none">
                <a:moveTo>
                  <a:pt x="28561" y="0"/>
                </a:moveTo>
                <a:cubicBezTo>
                  <a:pt x="22415" y="39601"/>
                  <a:pt x="17011" y="79303"/>
                  <a:pt x="12234" y="119122"/>
                </a:cubicBezTo>
                <a:cubicBezTo>
                  <a:pt x="7515" y="158956"/>
                  <a:pt x="3423" y="198833"/>
                  <a:pt x="0" y="238769"/>
                </a:cubicBezTo>
                <a:lnTo>
                  <a:pt x="1834604" y="394884"/>
                </a:lnTo>
                <a:cubicBezTo>
                  <a:pt x="1836191" y="375718"/>
                  <a:pt x="1838186" y="356595"/>
                  <a:pt x="1840458" y="337486"/>
                </a:cubicBezTo>
                <a:cubicBezTo>
                  <a:pt x="1842745" y="318363"/>
                  <a:pt x="1845352" y="299313"/>
                  <a:pt x="1848265" y="280306"/>
                </a:cubicBezTo>
                <a:lnTo>
                  <a:pt x="28561" y="0"/>
                </a:lnTo>
                <a:close/>
                <a:moveTo>
                  <a:pt x="2856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BA933-F9ED-41FC-B047-EE3BDAE6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4" y="2847932"/>
            <a:ext cx="1841143" cy="516584"/>
          </a:xfrm>
          <a:custGeom xmlns:a="http://schemas.openxmlformats.org/drawingml/2006/main">
            <a:pathLst>
              <a:path w="1841143" h="516584">
                <a:moveTo>
                  <a:pt x="44669" y="0"/>
                </a:moveTo>
                <a:cubicBezTo>
                  <a:pt x="35843" y="39091"/>
                  <a:pt x="27760" y="78342"/>
                  <a:pt x="20317" y="117768"/>
                </a:cubicBezTo>
                <a:cubicBezTo>
                  <a:pt x="12860" y="157135"/>
                  <a:pt x="6088" y="196619"/>
                  <a:pt x="0" y="236278"/>
                </a:cubicBezTo>
                <a:lnTo>
                  <a:pt x="1819704" y="516584"/>
                </a:lnTo>
                <a:cubicBezTo>
                  <a:pt x="1822661" y="497520"/>
                  <a:pt x="1825894" y="478586"/>
                  <a:pt x="1829477" y="459696"/>
                </a:cubicBezTo>
                <a:cubicBezTo>
                  <a:pt x="1833074" y="440748"/>
                  <a:pt x="1836934" y="421916"/>
                  <a:pt x="1841143" y="403142"/>
                </a:cubicBezTo>
                <a:lnTo>
                  <a:pt x="44669" y="0"/>
                </a:lnTo>
                <a:close/>
                <a:moveTo>
                  <a:pt x="44669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C0591-8DBF-4D28-A26E-22EBE244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4" y="2847932"/>
            <a:ext cx="1841143" cy="516584"/>
          </a:xfrm>
          <a:custGeom xmlns:a="http://schemas.openxmlformats.org/drawingml/2006/main">
            <a:pathLst>
              <a:path w="1841143" h="516584" fill="none">
                <a:moveTo>
                  <a:pt x="44669" y="0"/>
                </a:moveTo>
                <a:cubicBezTo>
                  <a:pt x="35843" y="39091"/>
                  <a:pt x="27760" y="78342"/>
                  <a:pt x="20317" y="117768"/>
                </a:cubicBezTo>
                <a:cubicBezTo>
                  <a:pt x="12860" y="157135"/>
                  <a:pt x="6088" y="196619"/>
                  <a:pt x="0" y="236278"/>
                </a:cubicBezTo>
                <a:lnTo>
                  <a:pt x="1819704" y="516584"/>
                </a:lnTo>
                <a:cubicBezTo>
                  <a:pt x="1822661" y="497520"/>
                  <a:pt x="1825894" y="478586"/>
                  <a:pt x="1829477" y="459696"/>
                </a:cubicBezTo>
                <a:cubicBezTo>
                  <a:pt x="1833074" y="440748"/>
                  <a:pt x="1836934" y="421916"/>
                  <a:pt x="1841143" y="403142"/>
                </a:cubicBezTo>
                <a:lnTo>
                  <a:pt x="44669" y="0"/>
                </a:lnTo>
                <a:close/>
                <a:moveTo>
                  <a:pt x="4466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6968B-B1A5-49D0-B84D-51985205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" y="2615193"/>
            <a:ext cx="1825545" cy="635881"/>
          </a:xfrm>
          <a:custGeom xmlns:a="http://schemas.openxmlformats.org/drawingml/2006/main">
            <a:pathLst>
              <a:path w="1825545" h="635881">
                <a:moveTo>
                  <a:pt x="60588" y="0"/>
                </a:moveTo>
                <a:cubicBezTo>
                  <a:pt x="49155" y="38450"/>
                  <a:pt x="38392" y="77089"/>
                  <a:pt x="28269" y="115831"/>
                </a:cubicBezTo>
                <a:cubicBezTo>
                  <a:pt x="18205" y="154630"/>
                  <a:pt x="8753" y="193604"/>
                  <a:pt x="0" y="232739"/>
                </a:cubicBezTo>
                <a:lnTo>
                  <a:pt x="1796474" y="635881"/>
                </a:lnTo>
                <a:cubicBezTo>
                  <a:pt x="1800683" y="617108"/>
                  <a:pt x="1805242" y="598451"/>
                  <a:pt x="1810077" y="579779"/>
                </a:cubicBezTo>
                <a:cubicBezTo>
                  <a:pt x="1814913" y="561181"/>
                  <a:pt x="1820083" y="542626"/>
                  <a:pt x="1825545" y="524202"/>
                </a:cubicBezTo>
                <a:lnTo>
                  <a:pt x="60588" y="0"/>
                </a:lnTo>
                <a:close/>
                <a:moveTo>
                  <a:pt x="60588" y="0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9D258-2CBC-4510-8603-10A268C8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" y="2615193"/>
            <a:ext cx="1825545" cy="635881"/>
          </a:xfrm>
          <a:custGeom xmlns:a="http://schemas.openxmlformats.org/drawingml/2006/main">
            <a:pathLst>
              <a:path w="1825545" h="635881" fill="none">
                <a:moveTo>
                  <a:pt x="60588" y="0"/>
                </a:moveTo>
                <a:cubicBezTo>
                  <a:pt x="49155" y="38450"/>
                  <a:pt x="38392" y="77089"/>
                  <a:pt x="28269" y="115831"/>
                </a:cubicBezTo>
                <a:cubicBezTo>
                  <a:pt x="18205" y="154630"/>
                  <a:pt x="8753" y="193604"/>
                  <a:pt x="0" y="232739"/>
                </a:cubicBezTo>
                <a:lnTo>
                  <a:pt x="1796474" y="635881"/>
                </a:lnTo>
                <a:cubicBezTo>
                  <a:pt x="1800683" y="617108"/>
                  <a:pt x="1805242" y="598451"/>
                  <a:pt x="1810077" y="579779"/>
                </a:cubicBezTo>
                <a:cubicBezTo>
                  <a:pt x="1814913" y="561181"/>
                  <a:pt x="1820083" y="542626"/>
                  <a:pt x="1825545" y="524202"/>
                </a:cubicBezTo>
                <a:lnTo>
                  <a:pt x="60588" y="0"/>
                </a:lnTo>
                <a:close/>
                <a:moveTo>
                  <a:pt x="6058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86C24-D42D-44A9-BDB6-B04D81C0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1" y="2500557"/>
            <a:ext cx="1782376" cy="638838"/>
          </a:xfrm>
          <a:custGeom xmlns:a="http://schemas.openxmlformats.org/drawingml/2006/main">
            <a:pathLst>
              <a:path w="1782376" h="638838">
                <a:moveTo>
                  <a:pt x="36178" y="0"/>
                </a:moveTo>
                <a:cubicBezTo>
                  <a:pt x="29813" y="18992"/>
                  <a:pt x="23609" y="38057"/>
                  <a:pt x="17579" y="57165"/>
                </a:cubicBezTo>
                <a:cubicBezTo>
                  <a:pt x="11550" y="76288"/>
                  <a:pt x="5680" y="95455"/>
                  <a:pt x="0" y="114636"/>
                </a:cubicBezTo>
                <a:lnTo>
                  <a:pt x="1764957" y="638838"/>
                </a:lnTo>
                <a:cubicBezTo>
                  <a:pt x="1767753" y="629619"/>
                  <a:pt x="1770535" y="620399"/>
                  <a:pt x="1773433" y="611238"/>
                </a:cubicBezTo>
                <a:cubicBezTo>
                  <a:pt x="1776346" y="602077"/>
                  <a:pt x="1779303" y="592931"/>
                  <a:pt x="1782376" y="583770"/>
                </a:cubicBezTo>
                <a:lnTo>
                  <a:pt x="36178" y="0"/>
                </a:lnTo>
                <a:close/>
                <a:moveTo>
                  <a:pt x="36178" y="0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879B5-0871-4239-A5A1-019B8609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1" y="2500557"/>
            <a:ext cx="1782376" cy="638838"/>
          </a:xfrm>
          <a:custGeom xmlns:a="http://schemas.openxmlformats.org/drawingml/2006/main">
            <a:pathLst>
              <a:path w="1782376" h="638838" fill="none">
                <a:moveTo>
                  <a:pt x="36178" y="0"/>
                </a:moveTo>
                <a:cubicBezTo>
                  <a:pt x="29813" y="18992"/>
                  <a:pt x="23609" y="38057"/>
                  <a:pt x="17579" y="57165"/>
                </a:cubicBezTo>
                <a:cubicBezTo>
                  <a:pt x="11550" y="76288"/>
                  <a:pt x="5680" y="95455"/>
                  <a:pt x="0" y="114636"/>
                </a:cubicBezTo>
                <a:lnTo>
                  <a:pt x="1764957" y="638838"/>
                </a:lnTo>
                <a:cubicBezTo>
                  <a:pt x="1767753" y="629619"/>
                  <a:pt x="1770535" y="620399"/>
                  <a:pt x="1773433" y="611238"/>
                </a:cubicBezTo>
                <a:cubicBezTo>
                  <a:pt x="1776346" y="602077"/>
                  <a:pt x="1779303" y="592931"/>
                  <a:pt x="1782376" y="583770"/>
                </a:cubicBezTo>
                <a:lnTo>
                  <a:pt x="36178" y="0"/>
                </a:lnTo>
                <a:close/>
                <a:moveTo>
                  <a:pt x="3617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826C9-AF7D-4258-AF7F-34A4BD30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89" y="2387159"/>
            <a:ext cx="1765423" cy="697168"/>
          </a:xfrm>
          <a:custGeom xmlns:a="http://schemas.openxmlformats.org/drawingml/2006/main">
            <a:pathLst>
              <a:path w="1765423" h="697168">
                <a:moveTo>
                  <a:pt x="40052" y="0"/>
                </a:moveTo>
                <a:cubicBezTo>
                  <a:pt x="33061" y="18774"/>
                  <a:pt x="26230" y="37605"/>
                  <a:pt x="19516" y="56495"/>
                </a:cubicBezTo>
                <a:cubicBezTo>
                  <a:pt x="12860" y="75385"/>
                  <a:pt x="6321" y="94392"/>
                  <a:pt x="0" y="113398"/>
                </a:cubicBezTo>
                <a:lnTo>
                  <a:pt x="1746198" y="697168"/>
                </a:lnTo>
                <a:cubicBezTo>
                  <a:pt x="1749213" y="688066"/>
                  <a:pt x="1752329" y="678963"/>
                  <a:pt x="1755577" y="669918"/>
                </a:cubicBezTo>
                <a:cubicBezTo>
                  <a:pt x="1758767" y="660801"/>
                  <a:pt x="1762058" y="651757"/>
                  <a:pt x="1765423" y="642770"/>
                </a:cubicBezTo>
                <a:lnTo>
                  <a:pt x="40052" y="0"/>
                </a:lnTo>
                <a:close/>
                <a:moveTo>
                  <a:pt x="40052" y="0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0A115-29DE-4511-8E88-70E81035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89" y="2387159"/>
            <a:ext cx="1765423" cy="697168"/>
          </a:xfrm>
          <a:custGeom xmlns:a="http://schemas.openxmlformats.org/drawingml/2006/main">
            <a:pathLst>
              <a:path w="1765423" h="697168" fill="none">
                <a:moveTo>
                  <a:pt x="40052" y="0"/>
                </a:moveTo>
                <a:cubicBezTo>
                  <a:pt x="33061" y="18774"/>
                  <a:pt x="26230" y="37605"/>
                  <a:pt x="19516" y="56495"/>
                </a:cubicBezTo>
                <a:cubicBezTo>
                  <a:pt x="12860" y="75385"/>
                  <a:pt x="6321" y="94392"/>
                  <a:pt x="0" y="113398"/>
                </a:cubicBezTo>
                <a:lnTo>
                  <a:pt x="1746198" y="697168"/>
                </a:lnTo>
                <a:cubicBezTo>
                  <a:pt x="1749213" y="688066"/>
                  <a:pt x="1752329" y="678963"/>
                  <a:pt x="1755577" y="669918"/>
                </a:cubicBezTo>
                <a:cubicBezTo>
                  <a:pt x="1758767" y="660801"/>
                  <a:pt x="1762058" y="651757"/>
                  <a:pt x="1765423" y="642770"/>
                </a:cubicBezTo>
                <a:lnTo>
                  <a:pt x="40052" y="0"/>
                </a:lnTo>
                <a:close/>
                <a:moveTo>
                  <a:pt x="4005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3C315-86AF-4995-B280-90A3A9DE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41" y="2275202"/>
            <a:ext cx="1746416" cy="754727"/>
          </a:xfrm>
          <a:custGeom xmlns:a="http://schemas.openxmlformats.org/drawingml/2006/main">
            <a:pathLst>
              <a:path w="1746416" h="754727">
                <a:moveTo>
                  <a:pt x="43868" y="0"/>
                </a:moveTo>
                <a:cubicBezTo>
                  <a:pt x="36236" y="18540"/>
                  <a:pt x="28794" y="37154"/>
                  <a:pt x="21453" y="55811"/>
                </a:cubicBezTo>
                <a:cubicBezTo>
                  <a:pt x="14171" y="74468"/>
                  <a:pt x="7005" y="93183"/>
                  <a:pt x="0" y="111956"/>
                </a:cubicBezTo>
                <a:lnTo>
                  <a:pt x="1725371" y="754727"/>
                </a:lnTo>
                <a:cubicBezTo>
                  <a:pt x="1728720" y="745682"/>
                  <a:pt x="1732143" y="736696"/>
                  <a:pt x="1735668" y="727768"/>
                </a:cubicBezTo>
                <a:cubicBezTo>
                  <a:pt x="1739192" y="718767"/>
                  <a:pt x="1742775" y="709898"/>
                  <a:pt x="1746416" y="700970"/>
                </a:cubicBezTo>
                <a:lnTo>
                  <a:pt x="43868" y="0"/>
                </a:lnTo>
                <a:close/>
                <a:moveTo>
                  <a:pt x="43868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94AC2-525B-4AE9-81FC-E11468A2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41" y="2275202"/>
            <a:ext cx="1746416" cy="754727"/>
          </a:xfrm>
          <a:custGeom xmlns:a="http://schemas.openxmlformats.org/drawingml/2006/main">
            <a:pathLst>
              <a:path w="1746416" h="754727" fill="none">
                <a:moveTo>
                  <a:pt x="43868" y="0"/>
                </a:moveTo>
                <a:cubicBezTo>
                  <a:pt x="36236" y="18540"/>
                  <a:pt x="28794" y="37154"/>
                  <a:pt x="21453" y="55811"/>
                </a:cubicBezTo>
                <a:cubicBezTo>
                  <a:pt x="14171" y="74468"/>
                  <a:pt x="7005" y="93183"/>
                  <a:pt x="0" y="111956"/>
                </a:cubicBezTo>
                <a:lnTo>
                  <a:pt x="1725371" y="754727"/>
                </a:lnTo>
                <a:cubicBezTo>
                  <a:pt x="1728720" y="745682"/>
                  <a:pt x="1732143" y="736696"/>
                  <a:pt x="1735668" y="727768"/>
                </a:cubicBezTo>
                <a:cubicBezTo>
                  <a:pt x="1739192" y="718767"/>
                  <a:pt x="1742775" y="709898"/>
                  <a:pt x="1746416" y="700970"/>
                </a:cubicBezTo>
                <a:lnTo>
                  <a:pt x="43868" y="0"/>
                </a:lnTo>
                <a:close/>
                <a:moveTo>
                  <a:pt x="4386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B6DF2-5ED5-4DD4-9BDA-70047617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09" y="2164775"/>
            <a:ext cx="1725429" cy="811397"/>
          </a:xfrm>
          <a:custGeom xmlns:a="http://schemas.openxmlformats.org/drawingml/2006/main">
            <a:pathLst>
              <a:path w="1725429" h="811397">
                <a:moveTo>
                  <a:pt x="47669" y="0"/>
                </a:moveTo>
                <a:cubicBezTo>
                  <a:pt x="39426" y="18264"/>
                  <a:pt x="31343" y="36644"/>
                  <a:pt x="23376" y="55010"/>
                </a:cubicBezTo>
                <a:cubicBezTo>
                  <a:pt x="15409" y="73448"/>
                  <a:pt x="7617" y="91872"/>
                  <a:pt x="0" y="110427"/>
                </a:cubicBezTo>
                <a:lnTo>
                  <a:pt x="1702548" y="811397"/>
                </a:lnTo>
                <a:cubicBezTo>
                  <a:pt x="1706189" y="802513"/>
                  <a:pt x="1709947" y="793643"/>
                  <a:pt x="1713763" y="784831"/>
                </a:cubicBezTo>
                <a:cubicBezTo>
                  <a:pt x="1717579" y="776005"/>
                  <a:pt x="1721438" y="767194"/>
                  <a:pt x="1725429" y="758426"/>
                </a:cubicBezTo>
                <a:lnTo>
                  <a:pt x="47669" y="0"/>
                </a:lnTo>
                <a:close/>
                <a:moveTo>
                  <a:pt x="47669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46D17-80E4-4DE5-93CE-EDE80DFE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09" y="2164775"/>
            <a:ext cx="1725429" cy="811397"/>
          </a:xfrm>
          <a:custGeom xmlns:a="http://schemas.openxmlformats.org/drawingml/2006/main">
            <a:pathLst>
              <a:path w="1725429" h="811397" fill="none">
                <a:moveTo>
                  <a:pt x="47669" y="0"/>
                </a:moveTo>
                <a:cubicBezTo>
                  <a:pt x="39426" y="18264"/>
                  <a:pt x="31343" y="36644"/>
                  <a:pt x="23376" y="55010"/>
                </a:cubicBezTo>
                <a:cubicBezTo>
                  <a:pt x="15409" y="73448"/>
                  <a:pt x="7617" y="91872"/>
                  <a:pt x="0" y="110427"/>
                </a:cubicBezTo>
                <a:lnTo>
                  <a:pt x="1702548" y="811397"/>
                </a:lnTo>
                <a:cubicBezTo>
                  <a:pt x="1706189" y="802513"/>
                  <a:pt x="1709947" y="793643"/>
                  <a:pt x="1713763" y="784831"/>
                </a:cubicBezTo>
                <a:cubicBezTo>
                  <a:pt x="1717579" y="776005"/>
                  <a:pt x="1721438" y="767194"/>
                  <a:pt x="1725429" y="758426"/>
                </a:cubicBezTo>
                <a:lnTo>
                  <a:pt x="47669" y="0"/>
                </a:lnTo>
                <a:close/>
                <a:moveTo>
                  <a:pt x="4766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D51D9-77CC-4F83-B0F6-3C723D4F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8" y="2056052"/>
            <a:ext cx="1702446" cy="867149"/>
          </a:xfrm>
          <a:custGeom xmlns:a="http://schemas.openxmlformats.org/drawingml/2006/main">
            <a:pathLst>
              <a:path w="1702446" h="867149">
                <a:moveTo>
                  <a:pt x="51383" y="0"/>
                </a:moveTo>
                <a:cubicBezTo>
                  <a:pt x="42499" y="17972"/>
                  <a:pt x="33804" y="36076"/>
                  <a:pt x="25269" y="54165"/>
                </a:cubicBezTo>
                <a:cubicBezTo>
                  <a:pt x="16676" y="72312"/>
                  <a:pt x="8258" y="90459"/>
                  <a:pt x="0" y="108723"/>
                </a:cubicBezTo>
                <a:lnTo>
                  <a:pt x="1677760" y="867149"/>
                </a:lnTo>
                <a:cubicBezTo>
                  <a:pt x="1681736" y="858396"/>
                  <a:pt x="1685770" y="849628"/>
                  <a:pt x="1689877" y="840919"/>
                </a:cubicBezTo>
                <a:cubicBezTo>
                  <a:pt x="1693970" y="832224"/>
                  <a:pt x="1698179" y="823573"/>
                  <a:pt x="1702446" y="814980"/>
                </a:cubicBezTo>
                <a:lnTo>
                  <a:pt x="51383" y="0"/>
                </a:lnTo>
                <a:close/>
                <a:moveTo>
                  <a:pt x="51383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CBFA9-D5E5-4999-8FCF-B66BF3F1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78" y="2056052"/>
            <a:ext cx="1702446" cy="867149"/>
          </a:xfrm>
          <a:custGeom xmlns:a="http://schemas.openxmlformats.org/drawingml/2006/main">
            <a:pathLst>
              <a:path w="1702446" h="867149" fill="none">
                <a:moveTo>
                  <a:pt x="51383" y="0"/>
                </a:moveTo>
                <a:cubicBezTo>
                  <a:pt x="42499" y="17972"/>
                  <a:pt x="33804" y="36076"/>
                  <a:pt x="25269" y="54165"/>
                </a:cubicBezTo>
                <a:cubicBezTo>
                  <a:pt x="16676" y="72312"/>
                  <a:pt x="8258" y="90459"/>
                  <a:pt x="0" y="108723"/>
                </a:cubicBezTo>
                <a:lnTo>
                  <a:pt x="1677760" y="867149"/>
                </a:lnTo>
                <a:cubicBezTo>
                  <a:pt x="1681736" y="858396"/>
                  <a:pt x="1685770" y="849628"/>
                  <a:pt x="1689877" y="840919"/>
                </a:cubicBezTo>
                <a:cubicBezTo>
                  <a:pt x="1693970" y="832224"/>
                  <a:pt x="1698179" y="823573"/>
                  <a:pt x="1702446" y="814980"/>
                </a:cubicBezTo>
                <a:lnTo>
                  <a:pt x="51383" y="0"/>
                </a:lnTo>
                <a:close/>
                <a:moveTo>
                  <a:pt x="5138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36DF1-B778-4DDB-9CBA-BB6D87EA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61" y="1949149"/>
            <a:ext cx="1677454" cy="921882"/>
          </a:xfrm>
          <a:custGeom xmlns:a="http://schemas.openxmlformats.org/drawingml/2006/main">
            <a:pathLst>
              <a:path w="1677454" h="921882">
                <a:moveTo>
                  <a:pt x="55068" y="0"/>
                </a:moveTo>
                <a:cubicBezTo>
                  <a:pt x="45572" y="17696"/>
                  <a:pt x="36236" y="35450"/>
                  <a:pt x="27075" y="53247"/>
                </a:cubicBezTo>
                <a:cubicBezTo>
                  <a:pt x="17914" y="71060"/>
                  <a:pt x="8870" y="88988"/>
                  <a:pt x="0" y="106903"/>
                </a:cubicBezTo>
                <a:lnTo>
                  <a:pt x="1651063" y="921882"/>
                </a:lnTo>
                <a:cubicBezTo>
                  <a:pt x="1655272" y="913231"/>
                  <a:pt x="1659656" y="904638"/>
                  <a:pt x="1664025" y="896118"/>
                </a:cubicBezTo>
                <a:cubicBezTo>
                  <a:pt x="1668409" y="887525"/>
                  <a:pt x="1672910" y="879048"/>
                  <a:pt x="1677454" y="870514"/>
                </a:cubicBezTo>
                <a:lnTo>
                  <a:pt x="55068" y="0"/>
                </a:lnTo>
                <a:close/>
                <a:moveTo>
                  <a:pt x="55068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ED763-BA6E-4E2A-AB2D-B9397F4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61" y="1949149"/>
            <a:ext cx="1677454" cy="921882"/>
          </a:xfrm>
          <a:custGeom xmlns:a="http://schemas.openxmlformats.org/drawingml/2006/main">
            <a:pathLst>
              <a:path w="1677454" h="921882" fill="none">
                <a:moveTo>
                  <a:pt x="55068" y="0"/>
                </a:moveTo>
                <a:cubicBezTo>
                  <a:pt x="45572" y="17696"/>
                  <a:pt x="36236" y="35450"/>
                  <a:pt x="27075" y="53247"/>
                </a:cubicBezTo>
                <a:cubicBezTo>
                  <a:pt x="17914" y="71060"/>
                  <a:pt x="8870" y="88988"/>
                  <a:pt x="0" y="106903"/>
                </a:cubicBezTo>
                <a:lnTo>
                  <a:pt x="1651063" y="921882"/>
                </a:lnTo>
                <a:cubicBezTo>
                  <a:pt x="1655272" y="913231"/>
                  <a:pt x="1659656" y="904638"/>
                  <a:pt x="1664025" y="896118"/>
                </a:cubicBezTo>
                <a:cubicBezTo>
                  <a:pt x="1668409" y="887525"/>
                  <a:pt x="1672910" y="879048"/>
                  <a:pt x="1677454" y="870514"/>
                </a:cubicBezTo>
                <a:lnTo>
                  <a:pt x="55068" y="0"/>
                </a:lnTo>
                <a:close/>
                <a:moveTo>
                  <a:pt x="5506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13EC8-4CB7-4966-90E1-52AD159A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29" y="1844184"/>
            <a:ext cx="1650553" cy="975479"/>
          </a:xfrm>
          <a:custGeom xmlns:a="http://schemas.openxmlformats.org/drawingml/2006/main">
            <a:pathLst>
              <a:path w="1650553" h="975479">
                <a:moveTo>
                  <a:pt x="58651" y="0"/>
                </a:moveTo>
                <a:cubicBezTo>
                  <a:pt x="48587" y="17361"/>
                  <a:pt x="38625" y="34765"/>
                  <a:pt x="28837" y="52228"/>
                </a:cubicBezTo>
                <a:cubicBezTo>
                  <a:pt x="19108" y="69749"/>
                  <a:pt x="9438" y="87328"/>
                  <a:pt x="0" y="104966"/>
                </a:cubicBezTo>
                <a:lnTo>
                  <a:pt x="1622386" y="975479"/>
                </a:lnTo>
                <a:cubicBezTo>
                  <a:pt x="1626945" y="967003"/>
                  <a:pt x="1631547" y="958585"/>
                  <a:pt x="1636280" y="950210"/>
                </a:cubicBezTo>
                <a:cubicBezTo>
                  <a:pt x="1640941" y="941792"/>
                  <a:pt x="1645718" y="933432"/>
                  <a:pt x="1650553" y="925130"/>
                </a:cubicBezTo>
                <a:lnTo>
                  <a:pt x="58651" y="0"/>
                </a:lnTo>
                <a:close/>
                <a:moveTo>
                  <a:pt x="58651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9195D-F37E-4B17-B30A-DEEA33D2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29" y="1844184"/>
            <a:ext cx="1650553" cy="975479"/>
          </a:xfrm>
          <a:custGeom xmlns:a="http://schemas.openxmlformats.org/drawingml/2006/main">
            <a:pathLst>
              <a:path w="1650553" h="975479" fill="none">
                <a:moveTo>
                  <a:pt x="58651" y="0"/>
                </a:moveTo>
                <a:cubicBezTo>
                  <a:pt x="48587" y="17361"/>
                  <a:pt x="38625" y="34765"/>
                  <a:pt x="28837" y="52228"/>
                </a:cubicBezTo>
                <a:cubicBezTo>
                  <a:pt x="19108" y="69749"/>
                  <a:pt x="9438" y="87328"/>
                  <a:pt x="0" y="104966"/>
                </a:cubicBezTo>
                <a:lnTo>
                  <a:pt x="1622386" y="975479"/>
                </a:lnTo>
                <a:cubicBezTo>
                  <a:pt x="1626945" y="967003"/>
                  <a:pt x="1631547" y="958585"/>
                  <a:pt x="1636280" y="950210"/>
                </a:cubicBezTo>
                <a:cubicBezTo>
                  <a:pt x="1640941" y="941792"/>
                  <a:pt x="1645718" y="933432"/>
                  <a:pt x="1650553" y="925130"/>
                </a:cubicBezTo>
                <a:lnTo>
                  <a:pt x="58651" y="0"/>
                </a:lnTo>
                <a:close/>
                <a:moveTo>
                  <a:pt x="5865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4A590-B00B-467E-987B-BCEADA8E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" y="1741272"/>
            <a:ext cx="1621716" cy="1028042"/>
          </a:xfrm>
          <a:custGeom xmlns:a="http://schemas.openxmlformats.org/drawingml/2006/main">
            <a:pathLst>
              <a:path w="1621716" h="1028042">
                <a:moveTo>
                  <a:pt x="62132" y="0"/>
                </a:moveTo>
                <a:cubicBezTo>
                  <a:pt x="51485" y="16953"/>
                  <a:pt x="41028" y="34022"/>
                  <a:pt x="30614" y="51194"/>
                </a:cubicBezTo>
                <a:cubicBezTo>
                  <a:pt x="20259" y="68322"/>
                  <a:pt x="10079" y="85566"/>
                  <a:pt x="0" y="102912"/>
                </a:cubicBezTo>
                <a:lnTo>
                  <a:pt x="1591903" y="1028042"/>
                </a:lnTo>
                <a:cubicBezTo>
                  <a:pt x="1596738" y="1019726"/>
                  <a:pt x="1601632" y="1011424"/>
                  <a:pt x="1606583" y="1003181"/>
                </a:cubicBezTo>
                <a:cubicBezTo>
                  <a:pt x="1611594" y="994981"/>
                  <a:pt x="1616647" y="986796"/>
                  <a:pt x="1621716" y="978596"/>
                </a:cubicBezTo>
                <a:lnTo>
                  <a:pt x="62132" y="0"/>
                </a:lnTo>
                <a:close/>
                <a:moveTo>
                  <a:pt x="62132" y="0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98000-1B15-44F7-A6F7-5307B645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" y="1741272"/>
            <a:ext cx="1621716" cy="1028042"/>
          </a:xfrm>
          <a:custGeom xmlns:a="http://schemas.openxmlformats.org/drawingml/2006/main">
            <a:pathLst>
              <a:path w="1621716" h="1028042" fill="none">
                <a:moveTo>
                  <a:pt x="62132" y="0"/>
                </a:moveTo>
                <a:cubicBezTo>
                  <a:pt x="51485" y="16953"/>
                  <a:pt x="41028" y="34022"/>
                  <a:pt x="30614" y="51194"/>
                </a:cubicBezTo>
                <a:cubicBezTo>
                  <a:pt x="20259" y="68322"/>
                  <a:pt x="10079" y="85566"/>
                  <a:pt x="0" y="102912"/>
                </a:cubicBezTo>
                <a:lnTo>
                  <a:pt x="1591903" y="1028042"/>
                </a:lnTo>
                <a:cubicBezTo>
                  <a:pt x="1596738" y="1019726"/>
                  <a:pt x="1601632" y="1011424"/>
                  <a:pt x="1606583" y="1003181"/>
                </a:cubicBezTo>
                <a:cubicBezTo>
                  <a:pt x="1611594" y="994981"/>
                  <a:pt x="1616647" y="986796"/>
                  <a:pt x="1621716" y="978596"/>
                </a:cubicBezTo>
                <a:lnTo>
                  <a:pt x="62132" y="0"/>
                </a:lnTo>
                <a:close/>
                <a:moveTo>
                  <a:pt x="6213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54607-E714-4940-B7E8-B3F1FD52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12" y="1640515"/>
            <a:ext cx="1591102" cy="1079353"/>
          </a:xfrm>
          <a:custGeom xmlns:a="http://schemas.openxmlformats.org/drawingml/2006/main">
            <a:pathLst>
              <a:path w="1591102" h="1079353">
                <a:moveTo>
                  <a:pt x="65656" y="0"/>
                </a:moveTo>
                <a:cubicBezTo>
                  <a:pt x="54442" y="16603"/>
                  <a:pt x="43344" y="33280"/>
                  <a:pt x="32420" y="50058"/>
                </a:cubicBezTo>
                <a:cubicBezTo>
                  <a:pt x="21497" y="66909"/>
                  <a:pt x="10690" y="83745"/>
                  <a:pt x="0" y="100756"/>
                </a:cubicBezTo>
                <a:lnTo>
                  <a:pt x="1559584" y="1079353"/>
                </a:lnTo>
                <a:cubicBezTo>
                  <a:pt x="1564696" y="1071226"/>
                  <a:pt x="1569881" y="1063142"/>
                  <a:pt x="1575168" y="1055059"/>
                </a:cubicBezTo>
                <a:cubicBezTo>
                  <a:pt x="1580411" y="1046976"/>
                  <a:pt x="1585756" y="1038965"/>
                  <a:pt x="1591102" y="1030999"/>
                </a:cubicBezTo>
                <a:lnTo>
                  <a:pt x="65656" y="0"/>
                </a:lnTo>
                <a:close/>
                <a:moveTo>
                  <a:pt x="65656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F83B2-E17E-4816-B3B8-50EEA7A2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12" y="1640515"/>
            <a:ext cx="1591102" cy="1079353"/>
          </a:xfrm>
          <a:custGeom xmlns:a="http://schemas.openxmlformats.org/drawingml/2006/main">
            <a:pathLst>
              <a:path w="1591102" h="1079353" fill="none">
                <a:moveTo>
                  <a:pt x="65656" y="0"/>
                </a:moveTo>
                <a:cubicBezTo>
                  <a:pt x="54442" y="16603"/>
                  <a:pt x="43344" y="33280"/>
                  <a:pt x="32420" y="50058"/>
                </a:cubicBezTo>
                <a:cubicBezTo>
                  <a:pt x="21497" y="66909"/>
                  <a:pt x="10690" y="83745"/>
                  <a:pt x="0" y="100756"/>
                </a:cubicBezTo>
                <a:lnTo>
                  <a:pt x="1559584" y="1079353"/>
                </a:lnTo>
                <a:cubicBezTo>
                  <a:pt x="1564696" y="1071226"/>
                  <a:pt x="1569881" y="1063142"/>
                  <a:pt x="1575168" y="1055059"/>
                </a:cubicBezTo>
                <a:cubicBezTo>
                  <a:pt x="1580411" y="1046976"/>
                  <a:pt x="1585756" y="1038965"/>
                  <a:pt x="1591102" y="1030999"/>
                </a:cubicBezTo>
                <a:lnTo>
                  <a:pt x="65656" y="0"/>
                </a:lnTo>
                <a:close/>
                <a:moveTo>
                  <a:pt x="6565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59488-CA9C-48BD-845E-82F3D979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68" y="1542031"/>
            <a:ext cx="1558608" cy="1129483"/>
          </a:xfrm>
          <a:custGeom xmlns:a="http://schemas.openxmlformats.org/drawingml/2006/main">
            <a:pathLst>
              <a:path w="1558608" h="1129483">
                <a:moveTo>
                  <a:pt x="69006" y="0"/>
                </a:moveTo>
                <a:cubicBezTo>
                  <a:pt x="57223" y="16210"/>
                  <a:pt x="45616" y="32537"/>
                  <a:pt x="34066" y="48922"/>
                </a:cubicBezTo>
                <a:cubicBezTo>
                  <a:pt x="22575" y="65365"/>
                  <a:pt x="11200" y="81866"/>
                  <a:pt x="0" y="98484"/>
                </a:cubicBezTo>
                <a:lnTo>
                  <a:pt x="1525445" y="1129483"/>
                </a:lnTo>
                <a:cubicBezTo>
                  <a:pt x="1530849" y="1121516"/>
                  <a:pt x="1536310" y="1113608"/>
                  <a:pt x="1541830" y="1105699"/>
                </a:cubicBezTo>
                <a:cubicBezTo>
                  <a:pt x="1547350" y="1097849"/>
                  <a:pt x="1552928" y="1089999"/>
                  <a:pt x="1558608" y="1082207"/>
                </a:cubicBezTo>
                <a:lnTo>
                  <a:pt x="69006" y="0"/>
                </a:lnTo>
                <a:close/>
                <a:moveTo>
                  <a:pt x="69006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0D7AB-387B-47CD-B123-DC6782B6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68" y="1542031"/>
            <a:ext cx="1558608" cy="1129483"/>
          </a:xfrm>
          <a:custGeom xmlns:a="http://schemas.openxmlformats.org/drawingml/2006/main">
            <a:pathLst>
              <a:path w="1558608" h="1129483" fill="none">
                <a:moveTo>
                  <a:pt x="69006" y="0"/>
                </a:moveTo>
                <a:cubicBezTo>
                  <a:pt x="57223" y="16210"/>
                  <a:pt x="45616" y="32537"/>
                  <a:pt x="34066" y="48922"/>
                </a:cubicBezTo>
                <a:cubicBezTo>
                  <a:pt x="22575" y="65365"/>
                  <a:pt x="11200" y="81866"/>
                  <a:pt x="0" y="98484"/>
                </a:cubicBezTo>
                <a:lnTo>
                  <a:pt x="1525445" y="1129483"/>
                </a:lnTo>
                <a:cubicBezTo>
                  <a:pt x="1530849" y="1121516"/>
                  <a:pt x="1536310" y="1113608"/>
                  <a:pt x="1541830" y="1105699"/>
                </a:cubicBezTo>
                <a:cubicBezTo>
                  <a:pt x="1547350" y="1097849"/>
                  <a:pt x="1552928" y="1089999"/>
                  <a:pt x="1558608" y="1082207"/>
                </a:cubicBezTo>
                <a:lnTo>
                  <a:pt x="69006" y="0"/>
                </a:lnTo>
                <a:close/>
                <a:moveTo>
                  <a:pt x="6900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806DA-A870-4992-BE79-ADE485C3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74" y="1445935"/>
            <a:ext cx="1524309" cy="1178303"/>
          </a:xfrm>
          <a:custGeom xmlns:a="http://schemas.openxmlformats.org/drawingml/2006/main">
            <a:pathLst>
              <a:path w="1524309" h="1178303">
                <a:moveTo>
                  <a:pt x="72370" y="0"/>
                </a:moveTo>
                <a:cubicBezTo>
                  <a:pt x="60020" y="15817"/>
                  <a:pt x="47844" y="31750"/>
                  <a:pt x="35785" y="47742"/>
                </a:cubicBezTo>
                <a:cubicBezTo>
                  <a:pt x="23725" y="63777"/>
                  <a:pt x="11783" y="79886"/>
                  <a:pt x="0" y="96096"/>
                </a:cubicBezTo>
                <a:lnTo>
                  <a:pt x="1489602" y="1178303"/>
                </a:lnTo>
                <a:cubicBezTo>
                  <a:pt x="1495239" y="1170569"/>
                  <a:pt x="1500933" y="1162821"/>
                  <a:pt x="1506730" y="1155146"/>
                </a:cubicBezTo>
                <a:cubicBezTo>
                  <a:pt x="1512527" y="1147470"/>
                  <a:pt x="1518396" y="1139780"/>
                  <a:pt x="1524309" y="1132221"/>
                </a:cubicBezTo>
                <a:lnTo>
                  <a:pt x="72370" y="0"/>
                </a:lnTo>
                <a:close/>
                <a:moveTo>
                  <a:pt x="72370" y="0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7F7B2-46FA-466F-B5CA-C0879A4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74" y="1445935"/>
            <a:ext cx="1524309" cy="1178303"/>
          </a:xfrm>
          <a:custGeom xmlns:a="http://schemas.openxmlformats.org/drawingml/2006/main">
            <a:pathLst>
              <a:path w="1524309" h="1178303" fill="none">
                <a:moveTo>
                  <a:pt x="72370" y="0"/>
                </a:moveTo>
                <a:cubicBezTo>
                  <a:pt x="60020" y="15817"/>
                  <a:pt x="47844" y="31750"/>
                  <a:pt x="35785" y="47742"/>
                </a:cubicBezTo>
                <a:cubicBezTo>
                  <a:pt x="23725" y="63777"/>
                  <a:pt x="11783" y="79886"/>
                  <a:pt x="0" y="96096"/>
                </a:cubicBezTo>
                <a:lnTo>
                  <a:pt x="1489602" y="1178303"/>
                </a:lnTo>
                <a:cubicBezTo>
                  <a:pt x="1495239" y="1170569"/>
                  <a:pt x="1500933" y="1162821"/>
                  <a:pt x="1506730" y="1155146"/>
                </a:cubicBezTo>
                <a:cubicBezTo>
                  <a:pt x="1512527" y="1147470"/>
                  <a:pt x="1518396" y="1139780"/>
                  <a:pt x="1524309" y="1132221"/>
                </a:cubicBezTo>
                <a:lnTo>
                  <a:pt x="72370" y="0"/>
                </a:lnTo>
                <a:close/>
                <a:moveTo>
                  <a:pt x="7237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5436D-003D-4570-8E5C-A93F695B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45" y="1352417"/>
            <a:ext cx="1488175" cy="1225739"/>
          </a:xfrm>
          <a:custGeom xmlns:a="http://schemas.openxmlformats.org/drawingml/2006/main">
            <a:pathLst>
              <a:path w="1488175" h="1225739">
                <a:moveTo>
                  <a:pt x="75487" y="0"/>
                </a:moveTo>
                <a:cubicBezTo>
                  <a:pt x="62627" y="15351"/>
                  <a:pt x="49941" y="30833"/>
                  <a:pt x="37314" y="46417"/>
                </a:cubicBezTo>
                <a:cubicBezTo>
                  <a:pt x="24745" y="62059"/>
                  <a:pt x="12278" y="77759"/>
                  <a:pt x="0" y="93518"/>
                </a:cubicBezTo>
                <a:lnTo>
                  <a:pt x="1451939" y="1225739"/>
                </a:lnTo>
                <a:cubicBezTo>
                  <a:pt x="1457852" y="1218166"/>
                  <a:pt x="1463823" y="1210607"/>
                  <a:pt x="1469868" y="1203150"/>
                </a:cubicBezTo>
                <a:cubicBezTo>
                  <a:pt x="1475897" y="1195635"/>
                  <a:pt x="1482029" y="1188192"/>
                  <a:pt x="1488175" y="1180852"/>
                </a:cubicBezTo>
                <a:lnTo>
                  <a:pt x="75487" y="0"/>
                </a:lnTo>
                <a:close/>
                <a:moveTo>
                  <a:pt x="75487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F5525-83A7-41A8-AEAA-DFA1A804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145" y="1352417"/>
            <a:ext cx="1488175" cy="1225739"/>
          </a:xfrm>
          <a:custGeom xmlns:a="http://schemas.openxmlformats.org/drawingml/2006/main">
            <a:pathLst>
              <a:path w="1488175" h="1225739" fill="none">
                <a:moveTo>
                  <a:pt x="75487" y="0"/>
                </a:moveTo>
                <a:cubicBezTo>
                  <a:pt x="62627" y="15351"/>
                  <a:pt x="49941" y="30833"/>
                  <a:pt x="37314" y="46417"/>
                </a:cubicBezTo>
                <a:cubicBezTo>
                  <a:pt x="24745" y="62059"/>
                  <a:pt x="12278" y="77759"/>
                  <a:pt x="0" y="93518"/>
                </a:cubicBezTo>
                <a:lnTo>
                  <a:pt x="1451939" y="1225739"/>
                </a:lnTo>
                <a:cubicBezTo>
                  <a:pt x="1457852" y="1218166"/>
                  <a:pt x="1463823" y="1210607"/>
                  <a:pt x="1469868" y="1203150"/>
                </a:cubicBezTo>
                <a:cubicBezTo>
                  <a:pt x="1475897" y="1195635"/>
                  <a:pt x="1482029" y="1188192"/>
                  <a:pt x="1488175" y="1180852"/>
                </a:cubicBezTo>
                <a:lnTo>
                  <a:pt x="75487" y="0"/>
                </a:lnTo>
                <a:close/>
                <a:moveTo>
                  <a:pt x="7548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5AF00-2E16-4C38-8F9E-D44704B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32" y="1261433"/>
            <a:ext cx="1450468" cy="1271836"/>
          </a:xfrm>
          <a:custGeom xmlns:a="http://schemas.openxmlformats.org/drawingml/2006/main">
            <a:pathLst>
              <a:path w="1450468" h="1271836">
                <a:moveTo>
                  <a:pt x="78691" y="0"/>
                </a:moveTo>
                <a:cubicBezTo>
                  <a:pt x="65321" y="14972"/>
                  <a:pt x="52111" y="29988"/>
                  <a:pt x="38974" y="45179"/>
                </a:cubicBezTo>
                <a:cubicBezTo>
                  <a:pt x="25895" y="60311"/>
                  <a:pt x="12860" y="75618"/>
                  <a:pt x="0" y="90984"/>
                </a:cubicBezTo>
                <a:lnTo>
                  <a:pt x="1412688" y="1271836"/>
                </a:lnTo>
                <a:cubicBezTo>
                  <a:pt x="1418892" y="1264437"/>
                  <a:pt x="1425097" y="1257096"/>
                  <a:pt x="1431403" y="1249814"/>
                </a:cubicBezTo>
                <a:cubicBezTo>
                  <a:pt x="1437666" y="1242532"/>
                  <a:pt x="1444045" y="1235308"/>
                  <a:pt x="1450468" y="1228142"/>
                </a:cubicBezTo>
                <a:lnTo>
                  <a:pt x="78691" y="0"/>
                </a:lnTo>
                <a:close/>
                <a:moveTo>
                  <a:pt x="78691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1A128-369B-443D-8197-4E06BFC8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32" y="1261433"/>
            <a:ext cx="1450468" cy="1271836"/>
          </a:xfrm>
          <a:custGeom xmlns:a="http://schemas.openxmlformats.org/drawingml/2006/main">
            <a:pathLst>
              <a:path w="1450468" h="1271836" fill="none">
                <a:moveTo>
                  <a:pt x="78691" y="0"/>
                </a:moveTo>
                <a:cubicBezTo>
                  <a:pt x="65321" y="14972"/>
                  <a:pt x="52111" y="29988"/>
                  <a:pt x="38974" y="45179"/>
                </a:cubicBezTo>
                <a:cubicBezTo>
                  <a:pt x="25895" y="60311"/>
                  <a:pt x="12860" y="75618"/>
                  <a:pt x="0" y="90984"/>
                </a:cubicBezTo>
                <a:lnTo>
                  <a:pt x="1412688" y="1271836"/>
                </a:lnTo>
                <a:cubicBezTo>
                  <a:pt x="1418892" y="1264437"/>
                  <a:pt x="1425097" y="1257096"/>
                  <a:pt x="1431403" y="1249814"/>
                </a:cubicBezTo>
                <a:cubicBezTo>
                  <a:pt x="1437666" y="1242532"/>
                  <a:pt x="1444045" y="1235308"/>
                  <a:pt x="1450468" y="1228142"/>
                </a:cubicBezTo>
                <a:lnTo>
                  <a:pt x="78691" y="0"/>
                </a:lnTo>
                <a:close/>
                <a:moveTo>
                  <a:pt x="78691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1C6E2-0792-4FB1-ACEB-D330EA2D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23" y="1173260"/>
            <a:ext cx="1410969" cy="1316315"/>
          </a:xfrm>
          <a:custGeom xmlns:a="http://schemas.openxmlformats.org/drawingml/2006/main">
            <a:pathLst>
              <a:path w="1410969" h="1316315">
                <a:moveTo>
                  <a:pt x="81750" y="0"/>
                </a:moveTo>
                <a:cubicBezTo>
                  <a:pt x="67870" y="14448"/>
                  <a:pt x="54092" y="29071"/>
                  <a:pt x="40504" y="43751"/>
                </a:cubicBezTo>
                <a:cubicBezTo>
                  <a:pt x="26842" y="58418"/>
                  <a:pt x="13370" y="73273"/>
                  <a:pt x="0" y="88173"/>
                </a:cubicBezTo>
                <a:lnTo>
                  <a:pt x="1371776" y="1316315"/>
                </a:lnTo>
                <a:cubicBezTo>
                  <a:pt x="1378199" y="1309135"/>
                  <a:pt x="1384695" y="1302027"/>
                  <a:pt x="1391176" y="1294978"/>
                </a:cubicBezTo>
                <a:cubicBezTo>
                  <a:pt x="1397716" y="1287915"/>
                  <a:pt x="1404313" y="1280924"/>
                  <a:pt x="1410969" y="1273976"/>
                </a:cubicBezTo>
                <a:lnTo>
                  <a:pt x="81750" y="0"/>
                </a:lnTo>
                <a:close/>
                <a:moveTo>
                  <a:pt x="81750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1E1D0-9F81-45ED-BE96-8C200411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23" y="1173260"/>
            <a:ext cx="1410969" cy="1316315"/>
          </a:xfrm>
          <a:custGeom xmlns:a="http://schemas.openxmlformats.org/drawingml/2006/main">
            <a:pathLst>
              <a:path w="1410969" h="1316315" fill="none">
                <a:moveTo>
                  <a:pt x="81750" y="0"/>
                </a:moveTo>
                <a:cubicBezTo>
                  <a:pt x="67870" y="14448"/>
                  <a:pt x="54092" y="29071"/>
                  <a:pt x="40504" y="43751"/>
                </a:cubicBezTo>
                <a:cubicBezTo>
                  <a:pt x="26842" y="58418"/>
                  <a:pt x="13370" y="73273"/>
                  <a:pt x="0" y="88173"/>
                </a:cubicBezTo>
                <a:lnTo>
                  <a:pt x="1371776" y="1316315"/>
                </a:lnTo>
                <a:cubicBezTo>
                  <a:pt x="1378199" y="1309135"/>
                  <a:pt x="1384695" y="1302027"/>
                  <a:pt x="1391176" y="1294978"/>
                </a:cubicBezTo>
                <a:cubicBezTo>
                  <a:pt x="1397716" y="1287915"/>
                  <a:pt x="1404313" y="1280924"/>
                  <a:pt x="1410969" y="1273976"/>
                </a:cubicBezTo>
                <a:lnTo>
                  <a:pt x="81750" y="0"/>
                </a:lnTo>
                <a:close/>
                <a:moveTo>
                  <a:pt x="8175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621FE-DF11-48AB-8C94-20D23BBC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73" y="1087855"/>
            <a:ext cx="1369898" cy="1359382"/>
          </a:xfrm>
          <a:custGeom xmlns:a="http://schemas.openxmlformats.org/drawingml/2006/main">
            <a:pathLst>
              <a:path w="1369898" h="1359382">
                <a:moveTo>
                  <a:pt x="84648" y="0"/>
                </a:moveTo>
                <a:cubicBezTo>
                  <a:pt x="70317" y="13996"/>
                  <a:pt x="56044" y="28109"/>
                  <a:pt x="41931" y="42339"/>
                </a:cubicBezTo>
                <a:cubicBezTo>
                  <a:pt x="27818" y="56554"/>
                  <a:pt x="13822" y="70958"/>
                  <a:pt x="0" y="85406"/>
                </a:cubicBezTo>
                <a:lnTo>
                  <a:pt x="1329219" y="1359382"/>
                </a:lnTo>
                <a:cubicBezTo>
                  <a:pt x="1335890" y="1352449"/>
                  <a:pt x="1342589" y="1345560"/>
                  <a:pt x="1349362" y="1338730"/>
                </a:cubicBezTo>
                <a:cubicBezTo>
                  <a:pt x="1356192" y="1331914"/>
                  <a:pt x="1363023" y="1325141"/>
                  <a:pt x="1369898" y="1318427"/>
                </a:cubicBezTo>
                <a:lnTo>
                  <a:pt x="84648" y="0"/>
                </a:lnTo>
                <a:close/>
                <a:moveTo>
                  <a:pt x="84648" y="0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507A2-CF91-4627-9B14-E2EA5250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73" y="1087855"/>
            <a:ext cx="1369898" cy="1359382"/>
          </a:xfrm>
          <a:custGeom xmlns:a="http://schemas.openxmlformats.org/drawingml/2006/main">
            <a:pathLst>
              <a:path w="1369898" h="1359382" fill="none">
                <a:moveTo>
                  <a:pt x="84648" y="0"/>
                </a:moveTo>
                <a:cubicBezTo>
                  <a:pt x="70317" y="13996"/>
                  <a:pt x="56044" y="28109"/>
                  <a:pt x="41931" y="42339"/>
                </a:cubicBezTo>
                <a:cubicBezTo>
                  <a:pt x="27818" y="56554"/>
                  <a:pt x="13822" y="70958"/>
                  <a:pt x="0" y="85406"/>
                </a:cubicBezTo>
                <a:lnTo>
                  <a:pt x="1329219" y="1359382"/>
                </a:lnTo>
                <a:cubicBezTo>
                  <a:pt x="1335890" y="1352449"/>
                  <a:pt x="1342589" y="1345560"/>
                  <a:pt x="1349362" y="1338730"/>
                </a:cubicBezTo>
                <a:cubicBezTo>
                  <a:pt x="1356192" y="1331914"/>
                  <a:pt x="1363023" y="1325141"/>
                  <a:pt x="1369898" y="1318427"/>
                </a:cubicBezTo>
                <a:lnTo>
                  <a:pt x="84648" y="0"/>
                </a:lnTo>
                <a:close/>
                <a:moveTo>
                  <a:pt x="8464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1B4CC-760F-4A03-9072-9064FEE3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21" y="1005362"/>
            <a:ext cx="1327238" cy="1400920"/>
          </a:xfrm>
          <a:custGeom xmlns:a="http://schemas.openxmlformats.org/drawingml/2006/main">
            <a:pathLst>
              <a:path w="1327238" h="1400920">
                <a:moveTo>
                  <a:pt x="87503" y="0"/>
                </a:moveTo>
                <a:cubicBezTo>
                  <a:pt x="72720" y="13545"/>
                  <a:pt x="57981" y="27148"/>
                  <a:pt x="43416" y="40911"/>
                </a:cubicBezTo>
                <a:cubicBezTo>
                  <a:pt x="28852" y="54616"/>
                  <a:pt x="14346" y="68511"/>
                  <a:pt x="0" y="82493"/>
                </a:cubicBezTo>
                <a:lnTo>
                  <a:pt x="1285249" y="1400920"/>
                </a:lnTo>
                <a:cubicBezTo>
                  <a:pt x="1292138" y="1394206"/>
                  <a:pt x="1299085" y="1387550"/>
                  <a:pt x="1306076" y="1380952"/>
                </a:cubicBezTo>
                <a:cubicBezTo>
                  <a:pt x="1313082" y="1374354"/>
                  <a:pt x="1320131" y="1367800"/>
                  <a:pt x="1327238" y="1361319"/>
                </a:cubicBezTo>
                <a:lnTo>
                  <a:pt x="87503" y="0"/>
                </a:lnTo>
                <a:close/>
                <a:moveTo>
                  <a:pt x="87503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6CC9E-B7BC-4AFC-94CC-9684142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21" y="1005362"/>
            <a:ext cx="1327238" cy="1400920"/>
          </a:xfrm>
          <a:custGeom xmlns:a="http://schemas.openxmlformats.org/drawingml/2006/main">
            <a:pathLst>
              <a:path w="1327238" h="1400920" fill="none">
                <a:moveTo>
                  <a:pt x="87503" y="0"/>
                </a:moveTo>
                <a:cubicBezTo>
                  <a:pt x="72720" y="13545"/>
                  <a:pt x="57981" y="27148"/>
                  <a:pt x="43416" y="40911"/>
                </a:cubicBezTo>
                <a:cubicBezTo>
                  <a:pt x="28852" y="54616"/>
                  <a:pt x="14346" y="68511"/>
                  <a:pt x="0" y="82493"/>
                </a:cubicBezTo>
                <a:lnTo>
                  <a:pt x="1285249" y="1400920"/>
                </a:lnTo>
                <a:cubicBezTo>
                  <a:pt x="1292138" y="1394206"/>
                  <a:pt x="1299085" y="1387550"/>
                  <a:pt x="1306076" y="1380952"/>
                </a:cubicBezTo>
                <a:cubicBezTo>
                  <a:pt x="1313082" y="1374354"/>
                  <a:pt x="1320131" y="1367800"/>
                  <a:pt x="1327238" y="1361319"/>
                </a:cubicBezTo>
                <a:lnTo>
                  <a:pt x="87503" y="0"/>
                </a:lnTo>
                <a:close/>
                <a:moveTo>
                  <a:pt x="8750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DCA66-FD5C-4A84-B80B-B49057F7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24" y="925942"/>
            <a:ext cx="1283094" cy="1440739"/>
          </a:xfrm>
          <a:custGeom xmlns:a="http://schemas.openxmlformats.org/drawingml/2006/main">
            <a:pathLst>
              <a:path w="1283094" h="1440739">
                <a:moveTo>
                  <a:pt x="90285" y="0"/>
                </a:moveTo>
                <a:cubicBezTo>
                  <a:pt x="75050" y="12977"/>
                  <a:pt x="59860" y="26114"/>
                  <a:pt x="44829" y="39309"/>
                </a:cubicBezTo>
                <a:cubicBezTo>
                  <a:pt x="29755" y="52577"/>
                  <a:pt x="14856" y="65948"/>
                  <a:pt x="0" y="79420"/>
                </a:cubicBezTo>
                <a:lnTo>
                  <a:pt x="1239736" y="1440739"/>
                </a:lnTo>
                <a:cubicBezTo>
                  <a:pt x="1246858" y="1434258"/>
                  <a:pt x="1254023" y="1427820"/>
                  <a:pt x="1261247" y="1421456"/>
                </a:cubicBezTo>
                <a:cubicBezTo>
                  <a:pt x="1268471" y="1415135"/>
                  <a:pt x="1275753" y="1408828"/>
                  <a:pt x="1283094" y="1402624"/>
                </a:cubicBezTo>
                <a:lnTo>
                  <a:pt x="90285" y="0"/>
                </a:lnTo>
                <a:close/>
                <a:moveTo>
                  <a:pt x="90285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F6499-10F8-4310-AFB9-5C098A80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224" y="925942"/>
            <a:ext cx="1283094" cy="1440739"/>
          </a:xfrm>
          <a:custGeom xmlns:a="http://schemas.openxmlformats.org/drawingml/2006/main">
            <a:pathLst>
              <a:path w="1283094" h="1440739" fill="none">
                <a:moveTo>
                  <a:pt x="90285" y="0"/>
                </a:moveTo>
                <a:cubicBezTo>
                  <a:pt x="75050" y="12977"/>
                  <a:pt x="59860" y="26114"/>
                  <a:pt x="44829" y="39309"/>
                </a:cubicBezTo>
                <a:cubicBezTo>
                  <a:pt x="29755" y="52577"/>
                  <a:pt x="14856" y="65948"/>
                  <a:pt x="0" y="79420"/>
                </a:cubicBezTo>
                <a:lnTo>
                  <a:pt x="1239736" y="1440739"/>
                </a:lnTo>
                <a:cubicBezTo>
                  <a:pt x="1246858" y="1434258"/>
                  <a:pt x="1254023" y="1427820"/>
                  <a:pt x="1261247" y="1421456"/>
                </a:cubicBezTo>
                <a:cubicBezTo>
                  <a:pt x="1268471" y="1415135"/>
                  <a:pt x="1275753" y="1408828"/>
                  <a:pt x="1283094" y="1402624"/>
                </a:cubicBezTo>
                <a:lnTo>
                  <a:pt x="90285" y="0"/>
                </a:lnTo>
                <a:close/>
                <a:moveTo>
                  <a:pt x="9028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2A9DB-F635-4C3C-AFCC-A873F65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09" y="849596"/>
            <a:ext cx="1237405" cy="1478970"/>
          </a:xfrm>
          <a:custGeom xmlns:a="http://schemas.openxmlformats.org/drawingml/2006/main">
            <a:pathLst>
              <a:path w="1237405" h="1478970">
                <a:moveTo>
                  <a:pt x="92906" y="0"/>
                </a:moveTo>
                <a:cubicBezTo>
                  <a:pt x="77206" y="12467"/>
                  <a:pt x="61622" y="25094"/>
                  <a:pt x="46140" y="37780"/>
                </a:cubicBezTo>
                <a:cubicBezTo>
                  <a:pt x="30673" y="50524"/>
                  <a:pt x="15249" y="63384"/>
                  <a:pt x="0" y="76347"/>
                </a:cubicBezTo>
                <a:lnTo>
                  <a:pt x="1192809" y="1478970"/>
                </a:lnTo>
                <a:cubicBezTo>
                  <a:pt x="1200091" y="1472708"/>
                  <a:pt x="1207490" y="1466561"/>
                  <a:pt x="1214932" y="1460430"/>
                </a:cubicBezTo>
                <a:cubicBezTo>
                  <a:pt x="1222389" y="1454342"/>
                  <a:pt x="1229846" y="1448298"/>
                  <a:pt x="1237405" y="1442326"/>
                </a:cubicBezTo>
                <a:lnTo>
                  <a:pt x="92906" y="0"/>
                </a:lnTo>
                <a:close/>
                <a:moveTo>
                  <a:pt x="92906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32312-A1D6-47E8-8DF3-B027FBE2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09" y="849596"/>
            <a:ext cx="1237405" cy="1478970"/>
          </a:xfrm>
          <a:custGeom xmlns:a="http://schemas.openxmlformats.org/drawingml/2006/main">
            <a:pathLst>
              <a:path w="1237405" h="1478970" fill="none">
                <a:moveTo>
                  <a:pt x="92906" y="0"/>
                </a:moveTo>
                <a:cubicBezTo>
                  <a:pt x="77206" y="12467"/>
                  <a:pt x="61622" y="25094"/>
                  <a:pt x="46140" y="37780"/>
                </a:cubicBezTo>
                <a:cubicBezTo>
                  <a:pt x="30673" y="50524"/>
                  <a:pt x="15249" y="63384"/>
                  <a:pt x="0" y="76347"/>
                </a:cubicBezTo>
                <a:lnTo>
                  <a:pt x="1192809" y="1478970"/>
                </a:lnTo>
                <a:cubicBezTo>
                  <a:pt x="1200091" y="1472708"/>
                  <a:pt x="1207490" y="1466561"/>
                  <a:pt x="1214932" y="1460430"/>
                </a:cubicBezTo>
                <a:cubicBezTo>
                  <a:pt x="1222389" y="1454342"/>
                  <a:pt x="1229846" y="1448298"/>
                  <a:pt x="1237405" y="1442326"/>
                </a:cubicBezTo>
                <a:lnTo>
                  <a:pt x="92906" y="0"/>
                </a:lnTo>
                <a:close/>
                <a:moveTo>
                  <a:pt x="9290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F5B9E-6A80-4A7B-B452-9EDE385B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15" y="776497"/>
            <a:ext cx="1190304" cy="1515425"/>
          </a:xfrm>
          <a:custGeom xmlns:a="http://schemas.openxmlformats.org/drawingml/2006/main">
            <a:pathLst>
              <a:path w="1190304" h="1515425">
                <a:moveTo>
                  <a:pt x="95470" y="0"/>
                </a:moveTo>
                <a:cubicBezTo>
                  <a:pt x="79376" y="11885"/>
                  <a:pt x="63326" y="23944"/>
                  <a:pt x="47393" y="36120"/>
                </a:cubicBezTo>
                <a:cubicBezTo>
                  <a:pt x="31517" y="48354"/>
                  <a:pt x="15700" y="60646"/>
                  <a:pt x="0" y="73099"/>
                </a:cubicBezTo>
                <a:lnTo>
                  <a:pt x="1144499" y="1515425"/>
                </a:lnTo>
                <a:cubicBezTo>
                  <a:pt x="1152014" y="1509395"/>
                  <a:pt x="1159573" y="1503482"/>
                  <a:pt x="1167263" y="1497686"/>
                </a:cubicBezTo>
                <a:cubicBezTo>
                  <a:pt x="1174880" y="1491816"/>
                  <a:pt x="1182570" y="1486019"/>
                  <a:pt x="1190304" y="1480267"/>
                </a:cubicBezTo>
                <a:lnTo>
                  <a:pt x="95470" y="0"/>
                </a:lnTo>
                <a:close/>
                <a:moveTo>
                  <a:pt x="95470" y="0"/>
                </a:moveTo>
              </a:path>
            </a:pathLst>
          </a:custGeom>
          <a:solidFill xmlns:a="http://schemas.openxmlformats.org/drawingml/2006/main">
            <a:srgbClr val="E6876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C5D49-2B25-47BA-BB70-846ECC7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15" y="776497"/>
            <a:ext cx="1190304" cy="1515425"/>
          </a:xfrm>
          <a:custGeom xmlns:a="http://schemas.openxmlformats.org/drawingml/2006/main">
            <a:pathLst>
              <a:path w="1190304" h="1515425" fill="none">
                <a:moveTo>
                  <a:pt x="95470" y="0"/>
                </a:moveTo>
                <a:cubicBezTo>
                  <a:pt x="79376" y="11885"/>
                  <a:pt x="63326" y="23944"/>
                  <a:pt x="47393" y="36120"/>
                </a:cubicBezTo>
                <a:cubicBezTo>
                  <a:pt x="31517" y="48354"/>
                  <a:pt x="15700" y="60646"/>
                  <a:pt x="0" y="73099"/>
                </a:cubicBezTo>
                <a:lnTo>
                  <a:pt x="1144499" y="1515425"/>
                </a:lnTo>
                <a:cubicBezTo>
                  <a:pt x="1152014" y="1509395"/>
                  <a:pt x="1159573" y="1503482"/>
                  <a:pt x="1167263" y="1497686"/>
                </a:cubicBezTo>
                <a:cubicBezTo>
                  <a:pt x="1174880" y="1491816"/>
                  <a:pt x="1182570" y="1486019"/>
                  <a:pt x="1190304" y="1480267"/>
                </a:cubicBezTo>
                <a:lnTo>
                  <a:pt x="95470" y="0"/>
                </a:lnTo>
                <a:close/>
                <a:moveTo>
                  <a:pt x="9547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DC3BE-FB24-4CDA-957E-E0AF062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85" y="706632"/>
            <a:ext cx="1141819" cy="1550132"/>
          </a:xfrm>
          <a:custGeom xmlns:a="http://schemas.openxmlformats.org/drawingml/2006/main">
            <a:pathLst>
              <a:path w="1141819" h="1550132">
                <a:moveTo>
                  <a:pt x="97858" y="0"/>
                </a:moveTo>
                <a:cubicBezTo>
                  <a:pt x="81357" y="11375"/>
                  <a:pt x="64972" y="22866"/>
                  <a:pt x="48645" y="34532"/>
                </a:cubicBezTo>
                <a:cubicBezTo>
                  <a:pt x="32318" y="46140"/>
                  <a:pt x="16094" y="57908"/>
                  <a:pt x="0" y="69865"/>
                </a:cubicBezTo>
                <a:lnTo>
                  <a:pt x="1094834" y="1550132"/>
                </a:lnTo>
                <a:cubicBezTo>
                  <a:pt x="1102568" y="1544452"/>
                  <a:pt x="1110360" y="1538815"/>
                  <a:pt x="1118152" y="1533179"/>
                </a:cubicBezTo>
                <a:cubicBezTo>
                  <a:pt x="1126002" y="1527601"/>
                  <a:pt x="1133867" y="1522081"/>
                  <a:pt x="1141819" y="1516634"/>
                </a:cubicBezTo>
                <a:lnTo>
                  <a:pt x="97858" y="0"/>
                </a:lnTo>
                <a:close/>
                <a:moveTo>
                  <a:pt x="97858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B6EEB-1342-4999-A3FD-CD826E49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85" y="706632"/>
            <a:ext cx="1141819" cy="1550132"/>
          </a:xfrm>
          <a:custGeom xmlns:a="http://schemas.openxmlformats.org/drawingml/2006/main">
            <a:pathLst>
              <a:path w="1141819" h="1550132" fill="none">
                <a:moveTo>
                  <a:pt x="97858" y="0"/>
                </a:moveTo>
                <a:cubicBezTo>
                  <a:pt x="81357" y="11375"/>
                  <a:pt x="64972" y="22866"/>
                  <a:pt x="48645" y="34532"/>
                </a:cubicBezTo>
                <a:cubicBezTo>
                  <a:pt x="32318" y="46140"/>
                  <a:pt x="16094" y="57908"/>
                  <a:pt x="0" y="69865"/>
                </a:cubicBezTo>
                <a:lnTo>
                  <a:pt x="1094834" y="1550132"/>
                </a:lnTo>
                <a:cubicBezTo>
                  <a:pt x="1102568" y="1544452"/>
                  <a:pt x="1110360" y="1538815"/>
                  <a:pt x="1118152" y="1533179"/>
                </a:cubicBezTo>
                <a:cubicBezTo>
                  <a:pt x="1126002" y="1527601"/>
                  <a:pt x="1133867" y="1522081"/>
                  <a:pt x="1141819" y="1516634"/>
                </a:cubicBezTo>
                <a:lnTo>
                  <a:pt x="97858" y="0"/>
                </a:lnTo>
                <a:close/>
                <a:moveTo>
                  <a:pt x="9785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51C3A-E1FC-4169-8032-660702A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43" y="640116"/>
            <a:ext cx="1092038" cy="1583149"/>
          </a:xfrm>
          <a:custGeom xmlns:a="http://schemas.openxmlformats.org/drawingml/2006/main">
            <a:pathLst>
              <a:path w="1092038" h="1583149">
                <a:moveTo>
                  <a:pt x="100188" y="0"/>
                </a:moveTo>
                <a:cubicBezTo>
                  <a:pt x="83337" y="10807"/>
                  <a:pt x="66501" y="21730"/>
                  <a:pt x="49839" y="32828"/>
                </a:cubicBezTo>
                <a:cubicBezTo>
                  <a:pt x="33105" y="43926"/>
                  <a:pt x="16501" y="55126"/>
                  <a:pt x="0" y="66516"/>
                </a:cubicBezTo>
                <a:lnTo>
                  <a:pt x="1043961" y="1583149"/>
                </a:lnTo>
                <a:cubicBezTo>
                  <a:pt x="1051870" y="1577673"/>
                  <a:pt x="1059836" y="1572328"/>
                  <a:pt x="1067861" y="1566983"/>
                </a:cubicBezTo>
                <a:cubicBezTo>
                  <a:pt x="1075886" y="1561696"/>
                  <a:pt x="1083969" y="1556409"/>
                  <a:pt x="1092038" y="1551224"/>
                </a:cubicBezTo>
                <a:lnTo>
                  <a:pt x="100188" y="0"/>
                </a:lnTo>
                <a:close/>
                <a:moveTo>
                  <a:pt x="100188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1E592-342C-460A-8CC4-B927585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43" y="640116"/>
            <a:ext cx="1092038" cy="1583149"/>
          </a:xfrm>
          <a:custGeom xmlns:a="http://schemas.openxmlformats.org/drawingml/2006/main">
            <a:pathLst>
              <a:path w="1092038" h="1583149" fill="none">
                <a:moveTo>
                  <a:pt x="100188" y="0"/>
                </a:moveTo>
                <a:cubicBezTo>
                  <a:pt x="83337" y="10807"/>
                  <a:pt x="66501" y="21730"/>
                  <a:pt x="49839" y="32828"/>
                </a:cubicBezTo>
                <a:cubicBezTo>
                  <a:pt x="33105" y="43926"/>
                  <a:pt x="16501" y="55126"/>
                  <a:pt x="0" y="66516"/>
                </a:cubicBezTo>
                <a:lnTo>
                  <a:pt x="1043961" y="1583149"/>
                </a:lnTo>
                <a:cubicBezTo>
                  <a:pt x="1051870" y="1577673"/>
                  <a:pt x="1059836" y="1572328"/>
                  <a:pt x="1067861" y="1566983"/>
                </a:cubicBezTo>
                <a:cubicBezTo>
                  <a:pt x="1075886" y="1561696"/>
                  <a:pt x="1083969" y="1556409"/>
                  <a:pt x="1092038" y="1551224"/>
                </a:cubicBezTo>
                <a:lnTo>
                  <a:pt x="100188" y="0"/>
                </a:lnTo>
                <a:close/>
                <a:moveTo>
                  <a:pt x="10018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1C7BD-991C-408F-9F65-42D5D677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31" y="577082"/>
            <a:ext cx="1041004" cy="1614259"/>
          </a:xfrm>
          <a:custGeom xmlns:a="http://schemas.openxmlformats.org/drawingml/2006/main">
            <a:pathLst>
              <a:path w="1041004" h="1614259">
                <a:moveTo>
                  <a:pt x="102402" y="0"/>
                </a:moveTo>
                <a:cubicBezTo>
                  <a:pt x="85158" y="10239"/>
                  <a:pt x="68045" y="20594"/>
                  <a:pt x="50975" y="31124"/>
                </a:cubicBezTo>
                <a:cubicBezTo>
                  <a:pt x="33906" y="41596"/>
                  <a:pt x="16895" y="52228"/>
                  <a:pt x="0" y="63035"/>
                </a:cubicBezTo>
                <a:lnTo>
                  <a:pt x="991850" y="1614259"/>
                </a:lnTo>
                <a:cubicBezTo>
                  <a:pt x="999991" y="1609089"/>
                  <a:pt x="1008118" y="1603962"/>
                  <a:pt x="1016318" y="1598952"/>
                </a:cubicBezTo>
                <a:cubicBezTo>
                  <a:pt x="1024503" y="1593898"/>
                  <a:pt x="1032761" y="1588888"/>
                  <a:pt x="1041004" y="1583994"/>
                </a:cubicBezTo>
                <a:lnTo>
                  <a:pt x="102402" y="0"/>
                </a:lnTo>
                <a:close/>
                <a:moveTo>
                  <a:pt x="102402" y="0"/>
                </a:moveTo>
              </a:path>
            </a:pathLst>
          </a:custGeom>
          <a:solidFill xmlns:a="http://schemas.openxmlformats.org/drawingml/2006/main">
            <a:srgbClr val="E3816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E1638-A1A0-4350-BCF9-EC2BAB39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931" y="577082"/>
            <a:ext cx="1041004" cy="1614259"/>
          </a:xfrm>
          <a:custGeom xmlns:a="http://schemas.openxmlformats.org/drawingml/2006/main">
            <a:pathLst>
              <a:path w="1041004" h="1614259" fill="none">
                <a:moveTo>
                  <a:pt x="102402" y="0"/>
                </a:moveTo>
                <a:cubicBezTo>
                  <a:pt x="85158" y="10239"/>
                  <a:pt x="68045" y="20594"/>
                  <a:pt x="50975" y="31124"/>
                </a:cubicBezTo>
                <a:cubicBezTo>
                  <a:pt x="33906" y="41596"/>
                  <a:pt x="16895" y="52228"/>
                  <a:pt x="0" y="63035"/>
                </a:cubicBezTo>
                <a:lnTo>
                  <a:pt x="991850" y="1614259"/>
                </a:lnTo>
                <a:cubicBezTo>
                  <a:pt x="999991" y="1609089"/>
                  <a:pt x="1008118" y="1603962"/>
                  <a:pt x="1016318" y="1598952"/>
                </a:cubicBezTo>
                <a:cubicBezTo>
                  <a:pt x="1024503" y="1593898"/>
                  <a:pt x="1032761" y="1588888"/>
                  <a:pt x="1041004" y="1583994"/>
                </a:cubicBezTo>
                <a:lnTo>
                  <a:pt x="102402" y="0"/>
                </a:lnTo>
                <a:close/>
                <a:moveTo>
                  <a:pt x="1024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BE5D7-1F20-41A4-8D91-CBB93BC8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334" y="517572"/>
            <a:ext cx="988791" cy="1643504"/>
          </a:xfrm>
          <a:custGeom xmlns:a="http://schemas.openxmlformats.org/drawingml/2006/main">
            <a:pathLst>
              <a:path w="988791" h="1643504">
                <a:moveTo>
                  <a:pt x="104514" y="0"/>
                </a:moveTo>
                <a:cubicBezTo>
                  <a:pt x="86935" y="9612"/>
                  <a:pt x="69414" y="19400"/>
                  <a:pt x="51995" y="29304"/>
                </a:cubicBezTo>
                <a:cubicBezTo>
                  <a:pt x="34590" y="39207"/>
                  <a:pt x="17230" y="49271"/>
                  <a:pt x="0" y="59510"/>
                </a:cubicBezTo>
                <a:lnTo>
                  <a:pt x="938602" y="1643504"/>
                </a:lnTo>
                <a:cubicBezTo>
                  <a:pt x="946860" y="1638611"/>
                  <a:pt x="955220" y="1633775"/>
                  <a:pt x="963580" y="1628998"/>
                </a:cubicBezTo>
                <a:cubicBezTo>
                  <a:pt x="971940" y="1624279"/>
                  <a:pt x="980315" y="1619546"/>
                  <a:pt x="988791" y="1614943"/>
                </a:cubicBezTo>
                <a:lnTo>
                  <a:pt x="104514" y="0"/>
                </a:lnTo>
                <a:close/>
                <a:moveTo>
                  <a:pt x="104514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8E934-1D10-4908-89EC-8B5830F3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334" y="517572"/>
            <a:ext cx="988791" cy="1643504"/>
          </a:xfrm>
          <a:custGeom xmlns:a="http://schemas.openxmlformats.org/drawingml/2006/main">
            <a:pathLst>
              <a:path w="988791" h="1643504" fill="none">
                <a:moveTo>
                  <a:pt x="104514" y="0"/>
                </a:moveTo>
                <a:cubicBezTo>
                  <a:pt x="86935" y="9612"/>
                  <a:pt x="69414" y="19400"/>
                  <a:pt x="51995" y="29304"/>
                </a:cubicBezTo>
                <a:cubicBezTo>
                  <a:pt x="34590" y="39207"/>
                  <a:pt x="17230" y="49271"/>
                  <a:pt x="0" y="59510"/>
                </a:cubicBezTo>
                <a:lnTo>
                  <a:pt x="938602" y="1643504"/>
                </a:lnTo>
                <a:cubicBezTo>
                  <a:pt x="946860" y="1638611"/>
                  <a:pt x="955220" y="1633775"/>
                  <a:pt x="963580" y="1628998"/>
                </a:cubicBezTo>
                <a:cubicBezTo>
                  <a:pt x="971940" y="1624279"/>
                  <a:pt x="980315" y="1619546"/>
                  <a:pt x="988791" y="1614943"/>
                </a:cubicBezTo>
                <a:lnTo>
                  <a:pt x="104514" y="0"/>
                </a:lnTo>
                <a:close/>
                <a:moveTo>
                  <a:pt x="10451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28C1B-699C-4C84-A67E-7AB20ECF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848" y="461586"/>
            <a:ext cx="935354" cy="1670929"/>
          </a:xfrm>
          <a:custGeom xmlns:a="http://schemas.openxmlformats.org/drawingml/2006/main">
            <a:pathLst>
              <a:path w="935354" h="1670929">
                <a:moveTo>
                  <a:pt x="106437" y="0"/>
                </a:moveTo>
                <a:cubicBezTo>
                  <a:pt x="88522" y="9059"/>
                  <a:pt x="70710" y="18205"/>
                  <a:pt x="52956" y="27541"/>
                </a:cubicBezTo>
                <a:cubicBezTo>
                  <a:pt x="35217" y="36877"/>
                  <a:pt x="17579" y="46315"/>
                  <a:pt x="0" y="55986"/>
                </a:cubicBezTo>
                <a:lnTo>
                  <a:pt x="884277" y="1670929"/>
                </a:lnTo>
                <a:cubicBezTo>
                  <a:pt x="892695" y="1666327"/>
                  <a:pt x="901172" y="1661768"/>
                  <a:pt x="909706" y="1657282"/>
                </a:cubicBezTo>
                <a:cubicBezTo>
                  <a:pt x="918183" y="1652782"/>
                  <a:pt x="926776" y="1648398"/>
                  <a:pt x="935354" y="1644072"/>
                </a:cubicBezTo>
                <a:lnTo>
                  <a:pt x="106437" y="0"/>
                </a:lnTo>
                <a:close/>
                <a:moveTo>
                  <a:pt x="106437" y="0"/>
                </a:moveTo>
              </a:path>
            </a:pathLst>
          </a:custGeom>
          <a:solidFill xmlns:a="http://schemas.openxmlformats.org/drawingml/2006/main">
            <a:srgbClr val="F4A5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29293-B3BE-46F1-BF77-1C67441E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848" y="461586"/>
            <a:ext cx="935354" cy="1670929"/>
          </a:xfrm>
          <a:custGeom xmlns:a="http://schemas.openxmlformats.org/drawingml/2006/main">
            <a:pathLst>
              <a:path w="935354" h="1670929" fill="none">
                <a:moveTo>
                  <a:pt x="106437" y="0"/>
                </a:moveTo>
                <a:cubicBezTo>
                  <a:pt x="88522" y="9059"/>
                  <a:pt x="70710" y="18205"/>
                  <a:pt x="52956" y="27541"/>
                </a:cubicBezTo>
                <a:cubicBezTo>
                  <a:pt x="35217" y="36877"/>
                  <a:pt x="17579" y="46315"/>
                  <a:pt x="0" y="55986"/>
                </a:cubicBezTo>
                <a:lnTo>
                  <a:pt x="884277" y="1670929"/>
                </a:lnTo>
                <a:cubicBezTo>
                  <a:pt x="892695" y="1666327"/>
                  <a:pt x="901172" y="1661768"/>
                  <a:pt x="909706" y="1657282"/>
                </a:cubicBezTo>
                <a:cubicBezTo>
                  <a:pt x="918183" y="1652782"/>
                  <a:pt x="926776" y="1648398"/>
                  <a:pt x="935354" y="1644072"/>
                </a:cubicBezTo>
                <a:lnTo>
                  <a:pt x="106437" y="0"/>
                </a:lnTo>
                <a:close/>
                <a:moveTo>
                  <a:pt x="10643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FC661-19F8-43B7-BE10-DB9452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84" y="360728"/>
            <a:ext cx="933665" cy="1744931"/>
          </a:xfrm>
          <a:custGeom xmlns:a="http://schemas.openxmlformats.org/drawingml/2006/main">
            <a:pathLst>
              <a:path w="933665" h="1744931">
                <a:moveTo>
                  <a:pt x="218247" y="0"/>
                </a:moveTo>
                <a:cubicBezTo>
                  <a:pt x="181312" y="15526"/>
                  <a:pt x="144624" y="31736"/>
                  <a:pt x="108272" y="48587"/>
                </a:cubicBezTo>
                <a:cubicBezTo>
                  <a:pt x="71861" y="65365"/>
                  <a:pt x="35785" y="82828"/>
                  <a:pt x="0" y="100858"/>
                </a:cubicBezTo>
                <a:lnTo>
                  <a:pt x="828918" y="1744931"/>
                </a:lnTo>
                <a:cubicBezTo>
                  <a:pt x="846104" y="1736294"/>
                  <a:pt x="863406" y="1727861"/>
                  <a:pt x="880869" y="1719851"/>
                </a:cubicBezTo>
                <a:cubicBezTo>
                  <a:pt x="898332" y="1711768"/>
                  <a:pt x="915911" y="1703976"/>
                  <a:pt x="933665" y="1696519"/>
                </a:cubicBezTo>
                <a:lnTo>
                  <a:pt x="218247" y="0"/>
                </a:lnTo>
                <a:close/>
                <a:moveTo>
                  <a:pt x="218247" y="0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625B2-4482-41B2-936F-DDF828DC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84" y="360728"/>
            <a:ext cx="933665" cy="1744931"/>
          </a:xfrm>
          <a:custGeom xmlns:a="http://schemas.openxmlformats.org/drawingml/2006/main">
            <a:pathLst>
              <a:path w="933665" h="1744931" fill="none">
                <a:moveTo>
                  <a:pt x="218247" y="0"/>
                </a:moveTo>
                <a:cubicBezTo>
                  <a:pt x="181312" y="15526"/>
                  <a:pt x="144624" y="31736"/>
                  <a:pt x="108272" y="48587"/>
                </a:cubicBezTo>
                <a:cubicBezTo>
                  <a:pt x="71861" y="65365"/>
                  <a:pt x="35785" y="82828"/>
                  <a:pt x="0" y="100858"/>
                </a:cubicBezTo>
                <a:lnTo>
                  <a:pt x="828918" y="1744931"/>
                </a:lnTo>
                <a:cubicBezTo>
                  <a:pt x="846104" y="1736294"/>
                  <a:pt x="863406" y="1727861"/>
                  <a:pt x="880869" y="1719851"/>
                </a:cubicBezTo>
                <a:cubicBezTo>
                  <a:pt x="898332" y="1711768"/>
                  <a:pt x="915911" y="1703976"/>
                  <a:pt x="933665" y="1696519"/>
                </a:cubicBezTo>
                <a:lnTo>
                  <a:pt x="218247" y="0"/>
                </a:lnTo>
                <a:close/>
                <a:moveTo>
                  <a:pt x="21824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D2C9C-AB94-436B-84B5-3D6E780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32" y="274812"/>
            <a:ext cx="823223" cy="1782434"/>
          </a:xfrm>
          <a:custGeom xmlns:a="http://schemas.openxmlformats.org/drawingml/2006/main">
            <a:pathLst>
              <a:path w="823223" h="1782434">
                <a:moveTo>
                  <a:pt x="224612" y="0"/>
                </a:moveTo>
                <a:cubicBezTo>
                  <a:pt x="186716" y="13035"/>
                  <a:pt x="149052" y="26740"/>
                  <a:pt x="111563" y="41028"/>
                </a:cubicBezTo>
                <a:cubicBezTo>
                  <a:pt x="74133" y="55359"/>
                  <a:pt x="36921" y="70317"/>
                  <a:pt x="0" y="85915"/>
                </a:cubicBezTo>
                <a:lnTo>
                  <a:pt x="715417" y="1782434"/>
                </a:lnTo>
                <a:cubicBezTo>
                  <a:pt x="733171" y="1774919"/>
                  <a:pt x="751027" y="1767753"/>
                  <a:pt x="768956" y="1760879"/>
                </a:cubicBezTo>
                <a:cubicBezTo>
                  <a:pt x="786929" y="1753990"/>
                  <a:pt x="805018" y="1747450"/>
                  <a:pt x="823223" y="1741188"/>
                </a:cubicBezTo>
                <a:lnTo>
                  <a:pt x="224612" y="0"/>
                </a:lnTo>
                <a:close/>
                <a:moveTo>
                  <a:pt x="224612" y="0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256BF-34F6-4681-B413-B5C7B7E3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32" y="274812"/>
            <a:ext cx="823223" cy="1782434"/>
          </a:xfrm>
          <a:custGeom xmlns:a="http://schemas.openxmlformats.org/drawingml/2006/main">
            <a:pathLst>
              <a:path w="823223" h="1782434" fill="none">
                <a:moveTo>
                  <a:pt x="224612" y="0"/>
                </a:moveTo>
                <a:cubicBezTo>
                  <a:pt x="186716" y="13035"/>
                  <a:pt x="149052" y="26740"/>
                  <a:pt x="111563" y="41028"/>
                </a:cubicBezTo>
                <a:cubicBezTo>
                  <a:pt x="74133" y="55359"/>
                  <a:pt x="36921" y="70317"/>
                  <a:pt x="0" y="85915"/>
                </a:cubicBezTo>
                <a:lnTo>
                  <a:pt x="715417" y="1782434"/>
                </a:lnTo>
                <a:cubicBezTo>
                  <a:pt x="733171" y="1774919"/>
                  <a:pt x="751027" y="1767753"/>
                  <a:pt x="768956" y="1760879"/>
                </a:cubicBezTo>
                <a:cubicBezTo>
                  <a:pt x="786929" y="1753990"/>
                  <a:pt x="805018" y="1747450"/>
                  <a:pt x="823223" y="1741188"/>
                </a:cubicBezTo>
                <a:lnTo>
                  <a:pt x="224612" y="0"/>
                </a:lnTo>
                <a:close/>
                <a:moveTo>
                  <a:pt x="22461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A0C6A-71AA-437D-BF3F-9F658C84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144" y="204437"/>
            <a:ext cx="708980" cy="1811563"/>
          </a:xfrm>
          <a:custGeom xmlns:a="http://schemas.openxmlformats.org/drawingml/2006/main">
            <a:pathLst>
              <a:path w="708980" h="1811563">
                <a:moveTo>
                  <a:pt x="229957" y="0"/>
                </a:moveTo>
                <a:cubicBezTo>
                  <a:pt x="191201" y="10414"/>
                  <a:pt x="152693" y="21512"/>
                  <a:pt x="114345" y="33221"/>
                </a:cubicBezTo>
                <a:cubicBezTo>
                  <a:pt x="76055" y="45004"/>
                  <a:pt x="37940" y="57355"/>
                  <a:pt x="0" y="70375"/>
                </a:cubicBezTo>
                <a:lnTo>
                  <a:pt x="598611" y="1811563"/>
                </a:lnTo>
                <a:cubicBezTo>
                  <a:pt x="616817" y="1805300"/>
                  <a:pt x="635139" y="1799387"/>
                  <a:pt x="653519" y="1793750"/>
                </a:cubicBezTo>
                <a:cubicBezTo>
                  <a:pt x="671885" y="1788129"/>
                  <a:pt x="690381" y="1782769"/>
                  <a:pt x="708980" y="1777773"/>
                </a:cubicBezTo>
                <a:lnTo>
                  <a:pt x="229957" y="0"/>
                </a:lnTo>
                <a:close/>
                <a:moveTo>
                  <a:pt x="229957" y="0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2A0A4-3420-4F38-AEC6-ACE6581C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144" y="204437"/>
            <a:ext cx="708980" cy="1811563"/>
          </a:xfrm>
          <a:custGeom xmlns:a="http://schemas.openxmlformats.org/drawingml/2006/main">
            <a:pathLst>
              <a:path w="708980" h="1811563" fill="none">
                <a:moveTo>
                  <a:pt x="229957" y="0"/>
                </a:moveTo>
                <a:cubicBezTo>
                  <a:pt x="191201" y="10414"/>
                  <a:pt x="152693" y="21512"/>
                  <a:pt x="114345" y="33221"/>
                </a:cubicBezTo>
                <a:cubicBezTo>
                  <a:pt x="76055" y="45004"/>
                  <a:pt x="37940" y="57355"/>
                  <a:pt x="0" y="70375"/>
                </a:cubicBezTo>
                <a:lnTo>
                  <a:pt x="598611" y="1811563"/>
                </a:lnTo>
                <a:cubicBezTo>
                  <a:pt x="616817" y="1805300"/>
                  <a:pt x="635139" y="1799387"/>
                  <a:pt x="653519" y="1793750"/>
                </a:cubicBezTo>
                <a:cubicBezTo>
                  <a:pt x="671885" y="1788129"/>
                  <a:pt x="690381" y="1782769"/>
                  <a:pt x="708980" y="1777773"/>
                </a:cubicBezTo>
                <a:lnTo>
                  <a:pt x="229957" y="0"/>
                </a:lnTo>
                <a:close/>
                <a:moveTo>
                  <a:pt x="22995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27839-8C20-4825-975F-6F688A8C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01" y="149762"/>
            <a:ext cx="591445" cy="1832448"/>
          </a:xfrm>
          <a:custGeom xmlns:a="http://schemas.openxmlformats.org/drawingml/2006/main">
            <a:pathLst>
              <a:path w="591445" h="1832448">
                <a:moveTo>
                  <a:pt x="234166" y="0"/>
                </a:moveTo>
                <a:cubicBezTo>
                  <a:pt x="194857" y="7792"/>
                  <a:pt x="155650" y="16225"/>
                  <a:pt x="116617" y="25371"/>
                </a:cubicBezTo>
                <a:cubicBezTo>
                  <a:pt x="77541" y="34488"/>
                  <a:pt x="38683" y="44203"/>
                  <a:pt x="0" y="54675"/>
                </a:cubicBezTo>
                <a:lnTo>
                  <a:pt x="479023" y="1832448"/>
                </a:lnTo>
                <a:cubicBezTo>
                  <a:pt x="497636" y="1827438"/>
                  <a:pt x="516293" y="1822777"/>
                  <a:pt x="535008" y="1818393"/>
                </a:cubicBezTo>
                <a:cubicBezTo>
                  <a:pt x="553724" y="1814010"/>
                  <a:pt x="572555" y="1809975"/>
                  <a:pt x="591445" y="1806218"/>
                </a:cubicBezTo>
                <a:lnTo>
                  <a:pt x="234166" y="0"/>
                </a:lnTo>
                <a:close/>
                <a:moveTo>
                  <a:pt x="234166" y="0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081F4-3616-4F31-B0A5-C9E9A4C8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01" y="149762"/>
            <a:ext cx="591445" cy="1832448"/>
          </a:xfrm>
          <a:custGeom xmlns:a="http://schemas.openxmlformats.org/drawingml/2006/main">
            <a:pathLst>
              <a:path w="591445" h="1832448" fill="none">
                <a:moveTo>
                  <a:pt x="234166" y="0"/>
                </a:moveTo>
                <a:cubicBezTo>
                  <a:pt x="194857" y="7792"/>
                  <a:pt x="155650" y="16225"/>
                  <a:pt x="116617" y="25371"/>
                </a:cubicBezTo>
                <a:cubicBezTo>
                  <a:pt x="77541" y="34488"/>
                  <a:pt x="38683" y="44203"/>
                  <a:pt x="0" y="54675"/>
                </a:cubicBezTo>
                <a:lnTo>
                  <a:pt x="479023" y="1832448"/>
                </a:lnTo>
                <a:cubicBezTo>
                  <a:pt x="497636" y="1827438"/>
                  <a:pt x="516293" y="1822777"/>
                  <a:pt x="535008" y="1818393"/>
                </a:cubicBezTo>
                <a:cubicBezTo>
                  <a:pt x="553724" y="1814010"/>
                  <a:pt x="572555" y="1809975"/>
                  <a:pt x="591445" y="1806218"/>
                </a:cubicBezTo>
                <a:lnTo>
                  <a:pt x="234166" y="0"/>
                </a:lnTo>
                <a:close/>
                <a:moveTo>
                  <a:pt x="23416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A4956-5C8A-4862-9120-4A975974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267" y="128426"/>
            <a:ext cx="414051" cy="1827554"/>
          </a:xfrm>
          <a:custGeom xmlns:a="http://schemas.openxmlformats.org/drawingml/2006/main">
            <a:pathLst>
              <a:path w="414051" h="1827554">
                <a:moveTo>
                  <a:pt x="118336" y="0"/>
                </a:moveTo>
                <a:cubicBezTo>
                  <a:pt x="98528" y="3248"/>
                  <a:pt x="78793" y="6612"/>
                  <a:pt x="59044" y="10195"/>
                </a:cubicBezTo>
                <a:cubicBezTo>
                  <a:pt x="39368" y="13720"/>
                  <a:pt x="19618" y="17477"/>
                  <a:pt x="0" y="21337"/>
                </a:cubicBezTo>
                <a:lnTo>
                  <a:pt x="357279" y="1827554"/>
                </a:lnTo>
                <a:cubicBezTo>
                  <a:pt x="366717" y="1825676"/>
                  <a:pt x="376169" y="1823913"/>
                  <a:pt x="385607" y="1822209"/>
                </a:cubicBezTo>
                <a:cubicBezTo>
                  <a:pt x="395117" y="1820505"/>
                  <a:pt x="404555" y="1818845"/>
                  <a:pt x="414051" y="1817316"/>
                </a:cubicBezTo>
                <a:lnTo>
                  <a:pt x="118336" y="0"/>
                </a:lnTo>
                <a:close/>
                <a:moveTo>
                  <a:pt x="118336" y="0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3B574-3F70-48D6-B230-0D746D8D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267" y="128426"/>
            <a:ext cx="414051" cy="1827554"/>
          </a:xfrm>
          <a:custGeom xmlns:a="http://schemas.openxmlformats.org/drawingml/2006/main">
            <a:pathLst>
              <a:path w="414051" h="1827554" fill="none">
                <a:moveTo>
                  <a:pt x="118336" y="0"/>
                </a:moveTo>
                <a:cubicBezTo>
                  <a:pt x="98528" y="3248"/>
                  <a:pt x="78793" y="6612"/>
                  <a:pt x="59044" y="10195"/>
                </a:cubicBezTo>
                <a:cubicBezTo>
                  <a:pt x="39368" y="13720"/>
                  <a:pt x="19618" y="17477"/>
                  <a:pt x="0" y="21337"/>
                </a:cubicBezTo>
                <a:lnTo>
                  <a:pt x="357279" y="1827554"/>
                </a:lnTo>
                <a:cubicBezTo>
                  <a:pt x="366717" y="1825676"/>
                  <a:pt x="376169" y="1823913"/>
                  <a:pt x="385607" y="1822209"/>
                </a:cubicBezTo>
                <a:cubicBezTo>
                  <a:pt x="395117" y="1820505"/>
                  <a:pt x="404555" y="1818845"/>
                  <a:pt x="414051" y="1817316"/>
                </a:cubicBezTo>
                <a:lnTo>
                  <a:pt x="118336" y="0"/>
                </a:lnTo>
                <a:close/>
                <a:moveTo>
                  <a:pt x="11833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298E2-B115-4306-82CB-17B57840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603" y="111138"/>
            <a:ext cx="352837" cy="1834604"/>
          </a:xfrm>
          <a:custGeom xmlns:a="http://schemas.openxmlformats.org/drawingml/2006/main">
            <a:pathLst>
              <a:path w="352837" h="1834604">
                <a:moveTo>
                  <a:pt x="119020" y="0"/>
                </a:moveTo>
                <a:cubicBezTo>
                  <a:pt x="99096" y="2563"/>
                  <a:pt x="79245" y="5287"/>
                  <a:pt x="59394" y="8141"/>
                </a:cubicBezTo>
                <a:cubicBezTo>
                  <a:pt x="39586" y="11040"/>
                  <a:pt x="19793" y="14113"/>
                  <a:pt x="0" y="17288"/>
                </a:cubicBezTo>
                <a:lnTo>
                  <a:pt x="295715" y="1834604"/>
                </a:lnTo>
                <a:cubicBezTo>
                  <a:pt x="305226" y="1833060"/>
                  <a:pt x="314722" y="1831589"/>
                  <a:pt x="324276" y="1830220"/>
                </a:cubicBezTo>
                <a:cubicBezTo>
                  <a:pt x="333787" y="1828851"/>
                  <a:pt x="343341" y="1827540"/>
                  <a:pt x="352837" y="1826287"/>
                </a:cubicBezTo>
                <a:lnTo>
                  <a:pt x="119020" y="0"/>
                </a:lnTo>
                <a:close/>
                <a:moveTo>
                  <a:pt x="119020" y="0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581A6-3788-4469-A1CF-5656553A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603" y="111138"/>
            <a:ext cx="352837" cy="1834604"/>
          </a:xfrm>
          <a:custGeom xmlns:a="http://schemas.openxmlformats.org/drawingml/2006/main">
            <a:pathLst>
              <a:path w="352837" h="1834604" fill="none">
                <a:moveTo>
                  <a:pt x="119020" y="0"/>
                </a:moveTo>
                <a:cubicBezTo>
                  <a:pt x="99096" y="2563"/>
                  <a:pt x="79245" y="5287"/>
                  <a:pt x="59394" y="8141"/>
                </a:cubicBezTo>
                <a:cubicBezTo>
                  <a:pt x="39586" y="11040"/>
                  <a:pt x="19793" y="14113"/>
                  <a:pt x="0" y="17288"/>
                </a:cubicBezTo>
                <a:lnTo>
                  <a:pt x="295715" y="1834604"/>
                </a:lnTo>
                <a:cubicBezTo>
                  <a:pt x="305226" y="1833060"/>
                  <a:pt x="314722" y="1831589"/>
                  <a:pt x="324276" y="1830220"/>
                </a:cubicBezTo>
                <a:cubicBezTo>
                  <a:pt x="333787" y="1828851"/>
                  <a:pt x="343341" y="1827540"/>
                  <a:pt x="352837" y="1826287"/>
                </a:cubicBezTo>
                <a:lnTo>
                  <a:pt x="119020" y="0"/>
                </a:lnTo>
                <a:close/>
                <a:moveTo>
                  <a:pt x="11902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B1336-F875-4FAE-856C-73FB92A9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623" y="97884"/>
            <a:ext cx="291230" cy="1839541"/>
          </a:xfrm>
          <a:custGeom xmlns:a="http://schemas.openxmlformats.org/drawingml/2006/main">
            <a:pathLst>
              <a:path w="291230" h="1839541">
                <a:moveTo>
                  <a:pt x="119472" y="0"/>
                </a:moveTo>
                <a:cubicBezTo>
                  <a:pt x="99562" y="1879"/>
                  <a:pt x="79580" y="3918"/>
                  <a:pt x="59670" y="6146"/>
                </a:cubicBezTo>
                <a:cubicBezTo>
                  <a:pt x="39761" y="8360"/>
                  <a:pt x="19851" y="10749"/>
                  <a:pt x="0" y="13254"/>
                </a:cubicBezTo>
                <a:lnTo>
                  <a:pt x="233817" y="1839541"/>
                </a:lnTo>
                <a:cubicBezTo>
                  <a:pt x="243386" y="1838347"/>
                  <a:pt x="252940" y="1837211"/>
                  <a:pt x="262494" y="1836133"/>
                </a:cubicBezTo>
                <a:cubicBezTo>
                  <a:pt x="272048" y="1835055"/>
                  <a:pt x="281617" y="1834094"/>
                  <a:pt x="291230" y="1833176"/>
                </a:cubicBezTo>
                <a:lnTo>
                  <a:pt x="119472" y="0"/>
                </a:lnTo>
                <a:close/>
                <a:moveTo>
                  <a:pt x="119472" y="0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6E760-A007-422D-86E5-D34D365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623" y="97884"/>
            <a:ext cx="291230" cy="1839541"/>
          </a:xfrm>
          <a:custGeom xmlns:a="http://schemas.openxmlformats.org/drawingml/2006/main">
            <a:pathLst>
              <a:path w="291230" h="1839541" fill="none">
                <a:moveTo>
                  <a:pt x="119472" y="0"/>
                </a:moveTo>
                <a:cubicBezTo>
                  <a:pt x="99562" y="1879"/>
                  <a:pt x="79580" y="3918"/>
                  <a:pt x="59670" y="6146"/>
                </a:cubicBezTo>
                <a:cubicBezTo>
                  <a:pt x="39761" y="8360"/>
                  <a:pt x="19851" y="10749"/>
                  <a:pt x="0" y="13254"/>
                </a:cubicBezTo>
                <a:lnTo>
                  <a:pt x="233817" y="1839541"/>
                </a:lnTo>
                <a:cubicBezTo>
                  <a:pt x="243386" y="1838347"/>
                  <a:pt x="252940" y="1837211"/>
                  <a:pt x="262494" y="1836133"/>
                </a:cubicBezTo>
                <a:cubicBezTo>
                  <a:pt x="272048" y="1835055"/>
                  <a:pt x="281617" y="1834094"/>
                  <a:pt x="291230" y="1833176"/>
                </a:cubicBezTo>
                <a:lnTo>
                  <a:pt x="119472" y="0"/>
                </a:lnTo>
                <a:close/>
                <a:moveTo>
                  <a:pt x="11947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E3702-01C0-4BB3-8292-F5D43329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095" y="88723"/>
            <a:ext cx="229273" cy="1842337"/>
          </a:xfrm>
          <a:custGeom xmlns:a="http://schemas.openxmlformats.org/drawingml/2006/main">
            <a:pathLst>
              <a:path w="229273" h="1842337">
                <a:moveTo>
                  <a:pt x="119923" y="0"/>
                </a:moveTo>
                <a:cubicBezTo>
                  <a:pt x="99897" y="1194"/>
                  <a:pt x="79929" y="2563"/>
                  <a:pt x="59903" y="4093"/>
                </a:cubicBezTo>
                <a:cubicBezTo>
                  <a:pt x="39936" y="5636"/>
                  <a:pt x="19968" y="7340"/>
                  <a:pt x="0" y="9161"/>
                </a:cubicBezTo>
                <a:lnTo>
                  <a:pt x="171758" y="1842337"/>
                </a:lnTo>
                <a:cubicBezTo>
                  <a:pt x="181312" y="1841478"/>
                  <a:pt x="190866" y="1840633"/>
                  <a:pt x="200479" y="1839890"/>
                </a:cubicBezTo>
                <a:cubicBezTo>
                  <a:pt x="210091" y="1839148"/>
                  <a:pt x="219660" y="1838521"/>
                  <a:pt x="229273" y="1837953"/>
                </a:cubicBezTo>
                <a:lnTo>
                  <a:pt x="119923" y="0"/>
                </a:lnTo>
                <a:close/>
                <a:moveTo>
                  <a:pt x="119923" y="0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00CFF-7176-45A5-B146-C792C99E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095" y="88723"/>
            <a:ext cx="229273" cy="1842337"/>
          </a:xfrm>
          <a:custGeom xmlns:a="http://schemas.openxmlformats.org/drawingml/2006/main">
            <a:pathLst>
              <a:path w="229273" h="1842337" fill="none">
                <a:moveTo>
                  <a:pt x="119923" y="0"/>
                </a:moveTo>
                <a:cubicBezTo>
                  <a:pt x="99897" y="1194"/>
                  <a:pt x="79929" y="2563"/>
                  <a:pt x="59903" y="4093"/>
                </a:cubicBezTo>
                <a:cubicBezTo>
                  <a:pt x="39936" y="5636"/>
                  <a:pt x="19968" y="7340"/>
                  <a:pt x="0" y="9161"/>
                </a:cubicBezTo>
                <a:lnTo>
                  <a:pt x="171758" y="1842337"/>
                </a:lnTo>
                <a:cubicBezTo>
                  <a:pt x="181312" y="1841478"/>
                  <a:pt x="190866" y="1840633"/>
                  <a:pt x="200479" y="1839890"/>
                </a:cubicBezTo>
                <a:cubicBezTo>
                  <a:pt x="210091" y="1839148"/>
                  <a:pt x="219660" y="1838521"/>
                  <a:pt x="229273" y="1837953"/>
                </a:cubicBezTo>
                <a:lnTo>
                  <a:pt x="119923" y="0"/>
                </a:lnTo>
                <a:close/>
                <a:moveTo>
                  <a:pt x="11992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F863E-AC0D-4BE6-9BAB-0305D2E9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018" y="83596"/>
            <a:ext cx="167039" cy="1843080"/>
          </a:xfrm>
          <a:custGeom xmlns:a="http://schemas.openxmlformats.org/drawingml/2006/main">
            <a:pathLst>
              <a:path w="167039" h="1843080">
                <a:moveTo>
                  <a:pt x="120156" y="0"/>
                </a:moveTo>
                <a:cubicBezTo>
                  <a:pt x="100072" y="510"/>
                  <a:pt x="80046" y="1194"/>
                  <a:pt x="60020" y="2054"/>
                </a:cubicBezTo>
                <a:cubicBezTo>
                  <a:pt x="39994" y="2913"/>
                  <a:pt x="19968" y="3932"/>
                  <a:pt x="0" y="5127"/>
                </a:cubicBezTo>
                <a:lnTo>
                  <a:pt x="109349" y="1843080"/>
                </a:lnTo>
                <a:cubicBezTo>
                  <a:pt x="118962" y="1842512"/>
                  <a:pt x="128574" y="1842002"/>
                  <a:pt x="138187" y="1841609"/>
                </a:cubicBezTo>
                <a:cubicBezTo>
                  <a:pt x="147814" y="1841201"/>
                  <a:pt x="157427" y="1840866"/>
                  <a:pt x="167039" y="1840633"/>
                </a:cubicBezTo>
                <a:lnTo>
                  <a:pt x="120156" y="0"/>
                </a:lnTo>
                <a:close/>
                <a:moveTo>
                  <a:pt x="120156" y="0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F4E61-262D-4442-810A-F53B7BD5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018" y="83596"/>
            <a:ext cx="167039" cy="1843080"/>
          </a:xfrm>
          <a:custGeom xmlns:a="http://schemas.openxmlformats.org/drawingml/2006/main">
            <a:pathLst>
              <a:path w="167039" h="1843080" fill="none">
                <a:moveTo>
                  <a:pt x="120156" y="0"/>
                </a:moveTo>
                <a:cubicBezTo>
                  <a:pt x="100072" y="510"/>
                  <a:pt x="80046" y="1194"/>
                  <a:pt x="60020" y="2054"/>
                </a:cubicBezTo>
                <a:cubicBezTo>
                  <a:pt x="39994" y="2913"/>
                  <a:pt x="19968" y="3932"/>
                  <a:pt x="0" y="5127"/>
                </a:cubicBezTo>
                <a:lnTo>
                  <a:pt x="109349" y="1843080"/>
                </a:lnTo>
                <a:cubicBezTo>
                  <a:pt x="118962" y="1842512"/>
                  <a:pt x="128574" y="1842002"/>
                  <a:pt x="138187" y="1841609"/>
                </a:cubicBezTo>
                <a:cubicBezTo>
                  <a:pt x="147814" y="1841201"/>
                  <a:pt x="157427" y="1840866"/>
                  <a:pt x="167039" y="1840633"/>
                </a:cubicBezTo>
                <a:lnTo>
                  <a:pt x="120156" y="0"/>
                </a:lnTo>
                <a:close/>
                <a:moveTo>
                  <a:pt x="12015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7C8EF-8E4C-4E22-9F59-7430AC91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74" y="82402"/>
            <a:ext cx="120214" cy="1841828"/>
          </a:xfrm>
          <a:custGeom xmlns:a="http://schemas.openxmlformats.org/drawingml/2006/main">
            <a:pathLst>
              <a:path w="120214" h="1841828">
                <a:moveTo>
                  <a:pt x="120214" y="175"/>
                </a:moveTo>
                <a:cubicBezTo>
                  <a:pt x="100188" y="0"/>
                  <a:pt x="80162" y="0"/>
                  <a:pt x="60078" y="175"/>
                </a:cubicBezTo>
                <a:cubicBezTo>
                  <a:pt x="40052" y="350"/>
                  <a:pt x="20026" y="685"/>
                  <a:pt x="0" y="1194"/>
                </a:cubicBezTo>
                <a:lnTo>
                  <a:pt x="46883" y="1841828"/>
                </a:lnTo>
                <a:cubicBezTo>
                  <a:pt x="56495" y="1841609"/>
                  <a:pt x="66108" y="1841434"/>
                  <a:pt x="75720" y="1841318"/>
                </a:cubicBezTo>
                <a:cubicBezTo>
                  <a:pt x="85333" y="1841260"/>
                  <a:pt x="94960" y="1841260"/>
                  <a:pt x="104572" y="1841318"/>
                </a:cubicBezTo>
                <a:lnTo>
                  <a:pt x="120214" y="175"/>
                </a:lnTo>
                <a:close/>
                <a:moveTo>
                  <a:pt x="120214" y="175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D413E-5454-4FA1-A015-D62347CC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74" y="82402"/>
            <a:ext cx="120214" cy="1841828"/>
          </a:xfrm>
          <a:custGeom xmlns:a="http://schemas.openxmlformats.org/drawingml/2006/main">
            <a:pathLst>
              <a:path w="120214" h="1841828" fill="none">
                <a:moveTo>
                  <a:pt x="120214" y="175"/>
                </a:moveTo>
                <a:cubicBezTo>
                  <a:pt x="100188" y="0"/>
                  <a:pt x="80162" y="0"/>
                  <a:pt x="60078" y="175"/>
                </a:cubicBezTo>
                <a:cubicBezTo>
                  <a:pt x="40052" y="350"/>
                  <a:pt x="20026" y="685"/>
                  <a:pt x="0" y="1194"/>
                </a:cubicBezTo>
                <a:lnTo>
                  <a:pt x="46883" y="1841828"/>
                </a:lnTo>
                <a:cubicBezTo>
                  <a:pt x="56495" y="1841609"/>
                  <a:pt x="66108" y="1841434"/>
                  <a:pt x="75720" y="1841318"/>
                </a:cubicBezTo>
                <a:cubicBezTo>
                  <a:pt x="85333" y="1841260"/>
                  <a:pt x="94960" y="1841260"/>
                  <a:pt x="104572" y="1841318"/>
                </a:cubicBezTo>
                <a:lnTo>
                  <a:pt x="120214" y="175"/>
                </a:lnTo>
                <a:close/>
                <a:moveTo>
                  <a:pt x="120214" y="17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172F8-B85E-4A72-AB81-55919074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746" y="82577"/>
            <a:ext cx="135857" cy="1842629"/>
          </a:xfrm>
          <a:custGeom xmlns:a="http://schemas.openxmlformats.org/drawingml/2006/main">
            <a:pathLst>
              <a:path w="135857" h="1842629">
                <a:moveTo>
                  <a:pt x="135857" y="3073"/>
                </a:moveTo>
                <a:cubicBezTo>
                  <a:pt x="115831" y="2214"/>
                  <a:pt x="95805" y="1529"/>
                  <a:pt x="75779" y="1020"/>
                </a:cubicBezTo>
                <a:cubicBezTo>
                  <a:pt x="55752" y="510"/>
                  <a:pt x="35668" y="175"/>
                  <a:pt x="15642" y="0"/>
                </a:cubicBezTo>
                <a:lnTo>
                  <a:pt x="0" y="1841143"/>
                </a:lnTo>
                <a:cubicBezTo>
                  <a:pt x="9612" y="1841260"/>
                  <a:pt x="19283" y="1841434"/>
                  <a:pt x="28896" y="1841653"/>
                </a:cubicBezTo>
                <a:cubicBezTo>
                  <a:pt x="38508" y="1841886"/>
                  <a:pt x="48121" y="1842221"/>
                  <a:pt x="57748" y="1842629"/>
                </a:cubicBezTo>
                <a:lnTo>
                  <a:pt x="135857" y="3073"/>
                </a:lnTo>
                <a:close/>
                <a:moveTo>
                  <a:pt x="135857" y="3073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31810-0D7A-4B43-B367-81CAB8EE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746" y="82577"/>
            <a:ext cx="135857" cy="1842629"/>
          </a:xfrm>
          <a:custGeom xmlns:a="http://schemas.openxmlformats.org/drawingml/2006/main">
            <a:pathLst>
              <a:path w="135857" h="1842629" fill="none">
                <a:moveTo>
                  <a:pt x="135857" y="3073"/>
                </a:moveTo>
                <a:cubicBezTo>
                  <a:pt x="115831" y="2214"/>
                  <a:pt x="95805" y="1529"/>
                  <a:pt x="75779" y="1020"/>
                </a:cubicBezTo>
                <a:cubicBezTo>
                  <a:pt x="55752" y="510"/>
                  <a:pt x="35668" y="175"/>
                  <a:pt x="15642" y="0"/>
                </a:cubicBezTo>
                <a:lnTo>
                  <a:pt x="0" y="1841143"/>
                </a:lnTo>
                <a:cubicBezTo>
                  <a:pt x="9612" y="1841260"/>
                  <a:pt x="19283" y="1841434"/>
                  <a:pt x="28896" y="1841653"/>
                </a:cubicBezTo>
                <a:cubicBezTo>
                  <a:pt x="38508" y="1841886"/>
                  <a:pt x="48121" y="1842221"/>
                  <a:pt x="57748" y="1842629"/>
                </a:cubicBezTo>
                <a:lnTo>
                  <a:pt x="135857" y="3073"/>
                </a:lnTo>
                <a:close/>
                <a:moveTo>
                  <a:pt x="135857" y="307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355F9-F498-4E49-AE1E-FFA98E70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494" y="85650"/>
            <a:ext cx="198149" cy="1842964"/>
          </a:xfrm>
          <a:custGeom xmlns:a="http://schemas.openxmlformats.org/drawingml/2006/main">
            <a:pathLst>
              <a:path w="198149" h="1842964">
                <a:moveTo>
                  <a:pt x="198149" y="7166"/>
                </a:moveTo>
                <a:cubicBezTo>
                  <a:pt x="178181" y="5636"/>
                  <a:pt x="158155" y="4267"/>
                  <a:pt x="138187" y="3073"/>
                </a:cubicBezTo>
                <a:cubicBezTo>
                  <a:pt x="118161" y="1879"/>
                  <a:pt x="98135" y="859"/>
                  <a:pt x="78109" y="0"/>
                </a:cubicBezTo>
                <a:lnTo>
                  <a:pt x="0" y="1839555"/>
                </a:lnTo>
                <a:cubicBezTo>
                  <a:pt x="9612" y="1839949"/>
                  <a:pt x="19167" y="1840458"/>
                  <a:pt x="28779" y="1841027"/>
                </a:cubicBezTo>
                <a:cubicBezTo>
                  <a:pt x="38392" y="1841595"/>
                  <a:pt x="48004" y="1842221"/>
                  <a:pt x="57573" y="1842964"/>
                </a:cubicBezTo>
                <a:lnTo>
                  <a:pt x="198149" y="7166"/>
                </a:lnTo>
                <a:close/>
                <a:moveTo>
                  <a:pt x="198149" y="7166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CEDB1-DAD5-4D79-8A49-68A2C469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494" y="85650"/>
            <a:ext cx="198149" cy="1842964"/>
          </a:xfrm>
          <a:custGeom xmlns:a="http://schemas.openxmlformats.org/drawingml/2006/main">
            <a:pathLst>
              <a:path w="198149" h="1842964" fill="none">
                <a:moveTo>
                  <a:pt x="198149" y="7166"/>
                </a:moveTo>
                <a:cubicBezTo>
                  <a:pt x="178181" y="5636"/>
                  <a:pt x="158155" y="4267"/>
                  <a:pt x="138187" y="3073"/>
                </a:cubicBezTo>
                <a:cubicBezTo>
                  <a:pt x="118161" y="1879"/>
                  <a:pt x="98135" y="859"/>
                  <a:pt x="78109" y="0"/>
                </a:cubicBezTo>
                <a:lnTo>
                  <a:pt x="0" y="1839555"/>
                </a:lnTo>
                <a:cubicBezTo>
                  <a:pt x="9612" y="1839949"/>
                  <a:pt x="19167" y="1840458"/>
                  <a:pt x="28779" y="1841027"/>
                </a:cubicBezTo>
                <a:cubicBezTo>
                  <a:pt x="38392" y="1841595"/>
                  <a:pt x="48004" y="1842221"/>
                  <a:pt x="57573" y="1842964"/>
                </a:cubicBezTo>
                <a:lnTo>
                  <a:pt x="198149" y="7166"/>
                </a:lnTo>
                <a:close/>
                <a:moveTo>
                  <a:pt x="198149" y="716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7F244-C058-4DDF-B547-7F700181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067" y="92816"/>
            <a:ext cx="260280" cy="1841201"/>
          </a:xfrm>
          <a:custGeom xmlns:a="http://schemas.openxmlformats.org/drawingml/2006/main">
            <a:pathLst>
              <a:path w="260280" h="1841201">
                <a:moveTo>
                  <a:pt x="260280" y="11215"/>
                </a:moveTo>
                <a:cubicBezTo>
                  <a:pt x="240371" y="8986"/>
                  <a:pt x="220447" y="6947"/>
                  <a:pt x="200479" y="5068"/>
                </a:cubicBezTo>
                <a:cubicBezTo>
                  <a:pt x="180511" y="3248"/>
                  <a:pt x="160543" y="1544"/>
                  <a:pt x="140576" y="0"/>
                </a:cubicBezTo>
                <a:lnTo>
                  <a:pt x="0" y="1835798"/>
                </a:lnTo>
                <a:cubicBezTo>
                  <a:pt x="9612" y="1836541"/>
                  <a:pt x="19167" y="1837385"/>
                  <a:pt x="28779" y="1838245"/>
                </a:cubicBezTo>
                <a:cubicBezTo>
                  <a:pt x="38348" y="1839162"/>
                  <a:pt x="47902" y="1840124"/>
                  <a:pt x="57457" y="1841201"/>
                </a:cubicBezTo>
                <a:lnTo>
                  <a:pt x="260280" y="11215"/>
                </a:lnTo>
                <a:close/>
                <a:moveTo>
                  <a:pt x="260280" y="11215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572B6A-87F5-4A09-966E-FFB2781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067" y="92816"/>
            <a:ext cx="260280" cy="1841201"/>
          </a:xfrm>
          <a:custGeom xmlns:a="http://schemas.openxmlformats.org/drawingml/2006/main">
            <a:pathLst>
              <a:path w="260280" h="1841201" fill="none">
                <a:moveTo>
                  <a:pt x="260280" y="11215"/>
                </a:moveTo>
                <a:cubicBezTo>
                  <a:pt x="240371" y="8986"/>
                  <a:pt x="220447" y="6947"/>
                  <a:pt x="200479" y="5068"/>
                </a:cubicBezTo>
                <a:cubicBezTo>
                  <a:pt x="180511" y="3248"/>
                  <a:pt x="160543" y="1544"/>
                  <a:pt x="140576" y="0"/>
                </a:cubicBezTo>
                <a:lnTo>
                  <a:pt x="0" y="1835798"/>
                </a:lnTo>
                <a:cubicBezTo>
                  <a:pt x="9612" y="1836541"/>
                  <a:pt x="19167" y="1837385"/>
                  <a:pt x="28779" y="1838245"/>
                </a:cubicBezTo>
                <a:cubicBezTo>
                  <a:pt x="38348" y="1839162"/>
                  <a:pt x="47902" y="1840124"/>
                  <a:pt x="57457" y="1841201"/>
                </a:cubicBezTo>
                <a:lnTo>
                  <a:pt x="260280" y="11215"/>
                </a:lnTo>
                <a:close/>
                <a:moveTo>
                  <a:pt x="260280" y="1121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41320-98DA-4F5E-84CF-603F4AA9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524" y="104030"/>
            <a:ext cx="322121" cy="1837327"/>
          </a:xfrm>
          <a:custGeom xmlns:a="http://schemas.openxmlformats.org/drawingml/2006/main">
            <a:pathLst>
              <a:path w="322121" h="1837327">
                <a:moveTo>
                  <a:pt x="322121" y="15249"/>
                </a:moveTo>
                <a:cubicBezTo>
                  <a:pt x="302269" y="12394"/>
                  <a:pt x="282418" y="9671"/>
                  <a:pt x="262552" y="7107"/>
                </a:cubicBezTo>
                <a:cubicBezTo>
                  <a:pt x="242643" y="4602"/>
                  <a:pt x="222792" y="2214"/>
                  <a:pt x="202824" y="0"/>
                </a:cubicBezTo>
                <a:lnTo>
                  <a:pt x="0" y="1829987"/>
                </a:lnTo>
                <a:cubicBezTo>
                  <a:pt x="9612" y="1831064"/>
                  <a:pt x="19123" y="1832200"/>
                  <a:pt x="28677" y="1833395"/>
                </a:cubicBezTo>
                <a:cubicBezTo>
                  <a:pt x="38232" y="1834647"/>
                  <a:pt x="47728" y="1835958"/>
                  <a:pt x="57296" y="1837327"/>
                </a:cubicBezTo>
                <a:lnTo>
                  <a:pt x="322121" y="15249"/>
                </a:lnTo>
                <a:close/>
                <a:moveTo>
                  <a:pt x="322121" y="15249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F5928-6147-4C0A-8E4A-86833F5A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524" y="104030"/>
            <a:ext cx="322121" cy="1837327"/>
          </a:xfrm>
          <a:custGeom xmlns:a="http://schemas.openxmlformats.org/drawingml/2006/main">
            <a:pathLst>
              <a:path w="322121" h="1837327" fill="none">
                <a:moveTo>
                  <a:pt x="322121" y="15249"/>
                </a:moveTo>
                <a:cubicBezTo>
                  <a:pt x="302269" y="12394"/>
                  <a:pt x="282418" y="9671"/>
                  <a:pt x="262552" y="7107"/>
                </a:cubicBezTo>
                <a:cubicBezTo>
                  <a:pt x="242643" y="4602"/>
                  <a:pt x="222792" y="2214"/>
                  <a:pt x="202824" y="0"/>
                </a:cubicBezTo>
                <a:lnTo>
                  <a:pt x="0" y="1829987"/>
                </a:lnTo>
                <a:cubicBezTo>
                  <a:pt x="9612" y="1831064"/>
                  <a:pt x="19123" y="1832200"/>
                  <a:pt x="28677" y="1833395"/>
                </a:cubicBezTo>
                <a:cubicBezTo>
                  <a:pt x="38232" y="1834647"/>
                  <a:pt x="47728" y="1835958"/>
                  <a:pt x="57296" y="1837327"/>
                </a:cubicBezTo>
                <a:lnTo>
                  <a:pt x="322121" y="15249"/>
                </a:lnTo>
                <a:close/>
                <a:moveTo>
                  <a:pt x="322121" y="1524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15D58-0189-4B08-9D71-EAF6063A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820" y="119279"/>
            <a:ext cx="383510" cy="1831356"/>
          </a:xfrm>
          <a:custGeom xmlns:a="http://schemas.openxmlformats.org/drawingml/2006/main">
            <a:pathLst>
              <a:path w="383510" h="1831356">
                <a:moveTo>
                  <a:pt x="383510" y="19342"/>
                </a:moveTo>
                <a:cubicBezTo>
                  <a:pt x="363760" y="15759"/>
                  <a:pt x="344025" y="12394"/>
                  <a:pt x="324276" y="9146"/>
                </a:cubicBezTo>
                <a:cubicBezTo>
                  <a:pt x="304483" y="5971"/>
                  <a:pt x="284690" y="2898"/>
                  <a:pt x="264824" y="0"/>
                </a:cubicBezTo>
                <a:lnTo>
                  <a:pt x="0" y="1822078"/>
                </a:lnTo>
                <a:cubicBezTo>
                  <a:pt x="9496" y="1823447"/>
                  <a:pt x="18992" y="1824918"/>
                  <a:pt x="28503" y="1826462"/>
                </a:cubicBezTo>
                <a:cubicBezTo>
                  <a:pt x="37998" y="1827991"/>
                  <a:pt x="47494" y="1829652"/>
                  <a:pt x="56947" y="1831356"/>
                </a:cubicBezTo>
                <a:lnTo>
                  <a:pt x="383510" y="19342"/>
                </a:lnTo>
                <a:close/>
                <a:moveTo>
                  <a:pt x="383510" y="19342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729FE-5F1D-4251-89DC-75CED705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820" y="119279"/>
            <a:ext cx="383510" cy="1831356"/>
          </a:xfrm>
          <a:custGeom xmlns:a="http://schemas.openxmlformats.org/drawingml/2006/main">
            <a:pathLst>
              <a:path w="383510" h="1831356" fill="none">
                <a:moveTo>
                  <a:pt x="383510" y="19342"/>
                </a:moveTo>
                <a:cubicBezTo>
                  <a:pt x="363760" y="15759"/>
                  <a:pt x="344025" y="12394"/>
                  <a:pt x="324276" y="9146"/>
                </a:cubicBezTo>
                <a:cubicBezTo>
                  <a:pt x="304483" y="5971"/>
                  <a:pt x="284690" y="2898"/>
                  <a:pt x="264824" y="0"/>
                </a:cubicBezTo>
                <a:lnTo>
                  <a:pt x="0" y="1822078"/>
                </a:lnTo>
                <a:cubicBezTo>
                  <a:pt x="9496" y="1823447"/>
                  <a:pt x="18992" y="1824918"/>
                  <a:pt x="28503" y="1826462"/>
                </a:cubicBezTo>
                <a:cubicBezTo>
                  <a:pt x="37998" y="1827991"/>
                  <a:pt x="47494" y="1829652"/>
                  <a:pt x="56947" y="1831356"/>
                </a:cubicBezTo>
                <a:lnTo>
                  <a:pt x="383510" y="19342"/>
                </a:lnTo>
                <a:close/>
                <a:moveTo>
                  <a:pt x="383510" y="1934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E6B43-0C45-4452-BAF5-001711F7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767" y="138621"/>
            <a:ext cx="444549" cy="1823214"/>
          </a:xfrm>
          <a:custGeom xmlns:a="http://schemas.openxmlformats.org/drawingml/2006/main">
            <a:pathLst>
              <a:path w="444549" h="1823214">
                <a:moveTo>
                  <a:pt x="444549" y="23318"/>
                </a:moveTo>
                <a:cubicBezTo>
                  <a:pt x="424931" y="19108"/>
                  <a:pt x="405298" y="15074"/>
                  <a:pt x="385665" y="11142"/>
                </a:cubicBezTo>
                <a:cubicBezTo>
                  <a:pt x="365989" y="7282"/>
                  <a:pt x="346298" y="3525"/>
                  <a:pt x="326563" y="0"/>
                </a:cubicBezTo>
                <a:lnTo>
                  <a:pt x="0" y="1812014"/>
                </a:lnTo>
                <a:cubicBezTo>
                  <a:pt x="9496" y="1813718"/>
                  <a:pt x="18948" y="1815481"/>
                  <a:pt x="28386" y="1817359"/>
                </a:cubicBezTo>
                <a:cubicBezTo>
                  <a:pt x="37824" y="1819238"/>
                  <a:pt x="47218" y="1821175"/>
                  <a:pt x="56612" y="1823214"/>
                </a:cubicBezTo>
                <a:lnTo>
                  <a:pt x="444549" y="23318"/>
                </a:lnTo>
                <a:close/>
                <a:moveTo>
                  <a:pt x="444549" y="23318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6ABF0-EA46-4E46-BEAF-CD2FD48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767" y="138621"/>
            <a:ext cx="444549" cy="1823214"/>
          </a:xfrm>
          <a:custGeom xmlns:a="http://schemas.openxmlformats.org/drawingml/2006/main">
            <a:pathLst>
              <a:path w="444549" h="1823214" fill="none">
                <a:moveTo>
                  <a:pt x="444549" y="23318"/>
                </a:moveTo>
                <a:cubicBezTo>
                  <a:pt x="424931" y="19108"/>
                  <a:pt x="405298" y="15074"/>
                  <a:pt x="385665" y="11142"/>
                </a:cubicBezTo>
                <a:cubicBezTo>
                  <a:pt x="365989" y="7282"/>
                  <a:pt x="346298" y="3525"/>
                  <a:pt x="326563" y="0"/>
                </a:cubicBezTo>
                <a:lnTo>
                  <a:pt x="0" y="1812014"/>
                </a:lnTo>
                <a:cubicBezTo>
                  <a:pt x="9496" y="1813718"/>
                  <a:pt x="18948" y="1815481"/>
                  <a:pt x="28386" y="1817359"/>
                </a:cubicBezTo>
                <a:cubicBezTo>
                  <a:pt x="37824" y="1819238"/>
                  <a:pt x="47218" y="1821175"/>
                  <a:pt x="56612" y="1823214"/>
                </a:cubicBezTo>
                <a:lnTo>
                  <a:pt x="444549" y="23318"/>
                </a:lnTo>
                <a:close/>
                <a:moveTo>
                  <a:pt x="444549" y="2331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404C7-B216-4B06-B986-DD32F3C8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379" y="161938"/>
            <a:ext cx="505020" cy="1812990"/>
          </a:xfrm>
          <a:custGeom xmlns:a="http://schemas.openxmlformats.org/drawingml/2006/main">
            <a:pathLst>
              <a:path w="505020" h="1812990">
                <a:moveTo>
                  <a:pt x="505020" y="27308"/>
                </a:moveTo>
                <a:cubicBezTo>
                  <a:pt x="485562" y="22473"/>
                  <a:pt x="466104" y="17754"/>
                  <a:pt x="446603" y="13195"/>
                </a:cubicBezTo>
                <a:cubicBezTo>
                  <a:pt x="427086" y="8593"/>
                  <a:pt x="407512" y="4209"/>
                  <a:pt x="387937" y="0"/>
                </a:cubicBezTo>
                <a:lnTo>
                  <a:pt x="0" y="1799897"/>
                </a:lnTo>
                <a:cubicBezTo>
                  <a:pt x="9438" y="1801892"/>
                  <a:pt x="18832" y="1804004"/>
                  <a:pt x="28153" y="1806218"/>
                </a:cubicBezTo>
                <a:cubicBezTo>
                  <a:pt x="37547" y="1808373"/>
                  <a:pt x="46868" y="1810660"/>
                  <a:pt x="56204" y="1812990"/>
                </a:cubicBezTo>
                <a:lnTo>
                  <a:pt x="505020" y="27308"/>
                </a:lnTo>
                <a:close/>
                <a:moveTo>
                  <a:pt x="505020" y="27308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C96DB-9F62-4024-A5C8-6A07BA75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379" y="161938"/>
            <a:ext cx="505020" cy="1812990"/>
          </a:xfrm>
          <a:custGeom xmlns:a="http://schemas.openxmlformats.org/drawingml/2006/main">
            <a:pathLst>
              <a:path w="505020" h="1812990" fill="none">
                <a:moveTo>
                  <a:pt x="505020" y="27308"/>
                </a:moveTo>
                <a:cubicBezTo>
                  <a:pt x="485562" y="22473"/>
                  <a:pt x="466104" y="17754"/>
                  <a:pt x="446603" y="13195"/>
                </a:cubicBezTo>
                <a:cubicBezTo>
                  <a:pt x="427086" y="8593"/>
                  <a:pt x="407512" y="4209"/>
                  <a:pt x="387937" y="0"/>
                </a:cubicBezTo>
                <a:lnTo>
                  <a:pt x="0" y="1799897"/>
                </a:lnTo>
                <a:cubicBezTo>
                  <a:pt x="9438" y="1801892"/>
                  <a:pt x="18832" y="1804004"/>
                  <a:pt x="28153" y="1806218"/>
                </a:cubicBezTo>
                <a:cubicBezTo>
                  <a:pt x="37547" y="1808373"/>
                  <a:pt x="46868" y="1810660"/>
                  <a:pt x="56204" y="1812990"/>
                </a:cubicBezTo>
                <a:lnTo>
                  <a:pt x="505020" y="27308"/>
                </a:lnTo>
                <a:close/>
                <a:moveTo>
                  <a:pt x="505020" y="2730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79F58-2B3F-4984-957E-BFBFFED4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583" y="189246"/>
            <a:ext cx="564938" cy="1800698"/>
          </a:xfrm>
          <a:custGeom xmlns:a="http://schemas.openxmlformats.org/drawingml/2006/main">
            <a:pathLst>
              <a:path w="564938" h="1800698">
                <a:moveTo>
                  <a:pt x="564938" y="31299"/>
                </a:moveTo>
                <a:cubicBezTo>
                  <a:pt x="545655" y="25779"/>
                  <a:pt x="526372" y="20376"/>
                  <a:pt x="507016" y="15191"/>
                </a:cubicBezTo>
                <a:cubicBezTo>
                  <a:pt x="487674" y="9962"/>
                  <a:pt x="468274" y="4894"/>
                  <a:pt x="448816" y="0"/>
                </a:cubicBezTo>
                <a:lnTo>
                  <a:pt x="0" y="1785682"/>
                </a:lnTo>
                <a:cubicBezTo>
                  <a:pt x="9336" y="1788012"/>
                  <a:pt x="18657" y="1790459"/>
                  <a:pt x="27935" y="1792964"/>
                </a:cubicBezTo>
                <a:cubicBezTo>
                  <a:pt x="37256" y="1795469"/>
                  <a:pt x="46533" y="1798018"/>
                  <a:pt x="55752" y="1800698"/>
                </a:cubicBezTo>
                <a:lnTo>
                  <a:pt x="564938" y="31299"/>
                </a:lnTo>
                <a:close/>
                <a:moveTo>
                  <a:pt x="564938" y="31299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D6385-6876-41DD-A5AA-85FBC468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583" y="189246"/>
            <a:ext cx="564938" cy="1800698"/>
          </a:xfrm>
          <a:custGeom xmlns:a="http://schemas.openxmlformats.org/drawingml/2006/main">
            <a:pathLst>
              <a:path w="564938" h="1800698" fill="none">
                <a:moveTo>
                  <a:pt x="564938" y="31299"/>
                </a:moveTo>
                <a:cubicBezTo>
                  <a:pt x="545655" y="25779"/>
                  <a:pt x="526372" y="20376"/>
                  <a:pt x="507016" y="15191"/>
                </a:cubicBezTo>
                <a:cubicBezTo>
                  <a:pt x="487674" y="9962"/>
                  <a:pt x="468274" y="4894"/>
                  <a:pt x="448816" y="0"/>
                </a:cubicBezTo>
                <a:lnTo>
                  <a:pt x="0" y="1785682"/>
                </a:lnTo>
                <a:cubicBezTo>
                  <a:pt x="9336" y="1788012"/>
                  <a:pt x="18657" y="1790459"/>
                  <a:pt x="27935" y="1792964"/>
                </a:cubicBezTo>
                <a:cubicBezTo>
                  <a:pt x="37256" y="1795469"/>
                  <a:pt x="46533" y="1798018"/>
                  <a:pt x="55752" y="1800698"/>
                </a:cubicBezTo>
                <a:lnTo>
                  <a:pt x="564938" y="31299"/>
                </a:lnTo>
                <a:close/>
                <a:moveTo>
                  <a:pt x="564938" y="3129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561FB-C4D5-419B-A7D7-67360094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335" y="220545"/>
            <a:ext cx="624172" cy="1786294"/>
          </a:xfrm>
          <a:custGeom xmlns:a="http://schemas.openxmlformats.org/drawingml/2006/main">
            <a:pathLst>
              <a:path w="624172" h="1786294">
                <a:moveTo>
                  <a:pt x="624172" y="35217"/>
                </a:moveTo>
                <a:cubicBezTo>
                  <a:pt x="605107" y="29012"/>
                  <a:pt x="585984" y="22983"/>
                  <a:pt x="566817" y="17113"/>
                </a:cubicBezTo>
                <a:cubicBezTo>
                  <a:pt x="547650" y="11258"/>
                  <a:pt x="528411" y="5564"/>
                  <a:pt x="509186" y="0"/>
                </a:cubicBezTo>
                <a:lnTo>
                  <a:pt x="0" y="1769399"/>
                </a:lnTo>
                <a:cubicBezTo>
                  <a:pt x="9278" y="1772079"/>
                  <a:pt x="18497" y="1774802"/>
                  <a:pt x="27643" y="1777642"/>
                </a:cubicBezTo>
                <a:cubicBezTo>
                  <a:pt x="36862" y="1780439"/>
                  <a:pt x="46023" y="1783337"/>
                  <a:pt x="55184" y="1786294"/>
                </a:cubicBezTo>
                <a:lnTo>
                  <a:pt x="624172" y="35217"/>
                </a:lnTo>
                <a:close/>
                <a:moveTo>
                  <a:pt x="624172" y="35217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88207-46D6-440C-8A23-9C88684E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335" y="220545"/>
            <a:ext cx="624172" cy="1786294"/>
          </a:xfrm>
          <a:custGeom xmlns:a="http://schemas.openxmlformats.org/drawingml/2006/main">
            <a:pathLst>
              <a:path w="624172" h="1786294" fill="none">
                <a:moveTo>
                  <a:pt x="624172" y="35217"/>
                </a:moveTo>
                <a:cubicBezTo>
                  <a:pt x="605107" y="29012"/>
                  <a:pt x="585984" y="22983"/>
                  <a:pt x="566817" y="17113"/>
                </a:cubicBezTo>
                <a:cubicBezTo>
                  <a:pt x="547650" y="11258"/>
                  <a:pt x="528411" y="5564"/>
                  <a:pt x="509186" y="0"/>
                </a:cubicBezTo>
                <a:lnTo>
                  <a:pt x="0" y="1769399"/>
                </a:lnTo>
                <a:cubicBezTo>
                  <a:pt x="9278" y="1772079"/>
                  <a:pt x="18497" y="1774802"/>
                  <a:pt x="27643" y="1777642"/>
                </a:cubicBezTo>
                <a:cubicBezTo>
                  <a:pt x="36862" y="1780439"/>
                  <a:pt x="46023" y="1783337"/>
                  <a:pt x="55184" y="1786294"/>
                </a:cubicBezTo>
                <a:lnTo>
                  <a:pt x="624172" y="35217"/>
                </a:lnTo>
                <a:close/>
                <a:moveTo>
                  <a:pt x="624172" y="35217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83BEB7-F14B-4A77-B539-7125071A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520" y="255762"/>
            <a:ext cx="682706" cy="1769850"/>
          </a:xfrm>
          <a:custGeom xmlns:a="http://schemas.openxmlformats.org/drawingml/2006/main">
            <a:pathLst>
              <a:path w="682706" h="1769850">
                <a:moveTo>
                  <a:pt x="682706" y="39076"/>
                </a:moveTo>
                <a:cubicBezTo>
                  <a:pt x="663874" y="32246"/>
                  <a:pt x="644926" y="25590"/>
                  <a:pt x="625992" y="19050"/>
                </a:cubicBezTo>
                <a:cubicBezTo>
                  <a:pt x="607044" y="12569"/>
                  <a:pt x="588037" y="6190"/>
                  <a:pt x="568987" y="0"/>
                </a:cubicBezTo>
                <a:lnTo>
                  <a:pt x="0" y="1751077"/>
                </a:lnTo>
                <a:cubicBezTo>
                  <a:pt x="9161" y="1754092"/>
                  <a:pt x="18264" y="1757106"/>
                  <a:pt x="27366" y="1760238"/>
                </a:cubicBezTo>
                <a:cubicBezTo>
                  <a:pt x="36469" y="1763369"/>
                  <a:pt x="45572" y="1766559"/>
                  <a:pt x="54616" y="1769850"/>
                </a:cubicBezTo>
                <a:lnTo>
                  <a:pt x="682706" y="39076"/>
                </a:lnTo>
                <a:close/>
                <a:moveTo>
                  <a:pt x="682706" y="39076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1758C-4B19-47F7-8B75-9DA55652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520" y="255762"/>
            <a:ext cx="682706" cy="1769850"/>
          </a:xfrm>
          <a:custGeom xmlns:a="http://schemas.openxmlformats.org/drawingml/2006/main">
            <a:pathLst>
              <a:path w="682706" h="1769850" fill="none">
                <a:moveTo>
                  <a:pt x="682706" y="39076"/>
                </a:moveTo>
                <a:cubicBezTo>
                  <a:pt x="663874" y="32246"/>
                  <a:pt x="644926" y="25590"/>
                  <a:pt x="625992" y="19050"/>
                </a:cubicBezTo>
                <a:cubicBezTo>
                  <a:pt x="607044" y="12569"/>
                  <a:pt x="588037" y="6190"/>
                  <a:pt x="568987" y="0"/>
                </a:cubicBezTo>
                <a:lnTo>
                  <a:pt x="0" y="1751077"/>
                </a:lnTo>
                <a:cubicBezTo>
                  <a:pt x="9161" y="1754092"/>
                  <a:pt x="18264" y="1757106"/>
                  <a:pt x="27366" y="1760238"/>
                </a:cubicBezTo>
                <a:cubicBezTo>
                  <a:pt x="36469" y="1763369"/>
                  <a:pt x="45572" y="1766559"/>
                  <a:pt x="54616" y="1769850"/>
                </a:cubicBezTo>
                <a:lnTo>
                  <a:pt x="682706" y="39076"/>
                </a:lnTo>
                <a:close/>
                <a:moveTo>
                  <a:pt x="682706" y="3907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0EC2B-9FFA-4A5D-9F32-36ECE45C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136" y="294838"/>
            <a:ext cx="740395" cy="1751368"/>
          </a:xfrm>
          <a:custGeom xmlns:a="http://schemas.openxmlformats.org/drawingml/2006/main">
            <a:pathLst>
              <a:path w="740395" h="1751368">
                <a:moveTo>
                  <a:pt x="740395" y="42950"/>
                </a:moveTo>
                <a:cubicBezTo>
                  <a:pt x="721797" y="35508"/>
                  <a:pt x="703125" y="28168"/>
                  <a:pt x="684410" y="21002"/>
                </a:cubicBezTo>
                <a:cubicBezTo>
                  <a:pt x="665695" y="13880"/>
                  <a:pt x="646921" y="6889"/>
                  <a:pt x="628089" y="0"/>
                </a:cubicBezTo>
                <a:lnTo>
                  <a:pt x="0" y="1730774"/>
                </a:lnTo>
                <a:cubicBezTo>
                  <a:pt x="9044" y="1734080"/>
                  <a:pt x="18031" y="1737430"/>
                  <a:pt x="27032" y="1740853"/>
                </a:cubicBezTo>
                <a:cubicBezTo>
                  <a:pt x="36018" y="1744319"/>
                  <a:pt x="44946" y="1747785"/>
                  <a:pt x="53874" y="1751368"/>
                </a:cubicBezTo>
                <a:lnTo>
                  <a:pt x="740395" y="42950"/>
                </a:lnTo>
                <a:close/>
                <a:moveTo>
                  <a:pt x="740395" y="42950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2C4D7-1E47-4449-B8E8-4031E50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136" y="294838"/>
            <a:ext cx="740395" cy="1751368"/>
          </a:xfrm>
          <a:custGeom xmlns:a="http://schemas.openxmlformats.org/drawingml/2006/main">
            <a:pathLst>
              <a:path w="740395" h="1751368" fill="none">
                <a:moveTo>
                  <a:pt x="740395" y="42950"/>
                </a:moveTo>
                <a:cubicBezTo>
                  <a:pt x="721797" y="35508"/>
                  <a:pt x="703125" y="28168"/>
                  <a:pt x="684410" y="21002"/>
                </a:cubicBezTo>
                <a:cubicBezTo>
                  <a:pt x="665695" y="13880"/>
                  <a:pt x="646921" y="6889"/>
                  <a:pt x="628089" y="0"/>
                </a:cubicBezTo>
                <a:lnTo>
                  <a:pt x="0" y="1730774"/>
                </a:lnTo>
                <a:cubicBezTo>
                  <a:pt x="9044" y="1734080"/>
                  <a:pt x="18031" y="1737430"/>
                  <a:pt x="27032" y="1740853"/>
                </a:cubicBezTo>
                <a:cubicBezTo>
                  <a:pt x="36018" y="1744319"/>
                  <a:pt x="44946" y="1747785"/>
                  <a:pt x="53874" y="1751368"/>
                </a:cubicBezTo>
                <a:lnTo>
                  <a:pt x="740395" y="42950"/>
                </a:lnTo>
                <a:close/>
                <a:moveTo>
                  <a:pt x="740395" y="4295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30902-CF08-47A9-B1B0-C6471323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10" y="337789"/>
            <a:ext cx="797342" cy="1730891"/>
          </a:xfrm>
          <a:custGeom xmlns:a="http://schemas.openxmlformats.org/drawingml/2006/main">
            <a:pathLst>
              <a:path w="797342" h="1730891">
                <a:moveTo>
                  <a:pt x="797342" y="46723"/>
                </a:moveTo>
                <a:cubicBezTo>
                  <a:pt x="778976" y="38639"/>
                  <a:pt x="760596" y="30673"/>
                  <a:pt x="742099" y="22939"/>
                </a:cubicBezTo>
                <a:cubicBezTo>
                  <a:pt x="723675" y="15147"/>
                  <a:pt x="705120" y="7457"/>
                  <a:pt x="686522" y="0"/>
                </a:cubicBezTo>
                <a:lnTo>
                  <a:pt x="0" y="1708418"/>
                </a:lnTo>
                <a:cubicBezTo>
                  <a:pt x="8943" y="1712001"/>
                  <a:pt x="17871" y="1715700"/>
                  <a:pt x="26682" y="1719458"/>
                </a:cubicBezTo>
                <a:cubicBezTo>
                  <a:pt x="35566" y="1723157"/>
                  <a:pt x="44378" y="1726973"/>
                  <a:pt x="53204" y="1730891"/>
                </a:cubicBezTo>
                <a:lnTo>
                  <a:pt x="797342" y="46723"/>
                </a:lnTo>
                <a:close/>
                <a:moveTo>
                  <a:pt x="797342" y="46723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67F20-4723-48A4-846D-1571D363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010" y="337789"/>
            <a:ext cx="797342" cy="1730891"/>
          </a:xfrm>
          <a:custGeom xmlns:a="http://schemas.openxmlformats.org/drawingml/2006/main">
            <a:pathLst>
              <a:path w="797342" h="1730891" fill="none">
                <a:moveTo>
                  <a:pt x="797342" y="46723"/>
                </a:moveTo>
                <a:cubicBezTo>
                  <a:pt x="778976" y="38639"/>
                  <a:pt x="760596" y="30673"/>
                  <a:pt x="742099" y="22939"/>
                </a:cubicBezTo>
                <a:cubicBezTo>
                  <a:pt x="723675" y="15147"/>
                  <a:pt x="705120" y="7457"/>
                  <a:pt x="686522" y="0"/>
                </a:cubicBezTo>
                <a:lnTo>
                  <a:pt x="0" y="1708418"/>
                </a:lnTo>
                <a:cubicBezTo>
                  <a:pt x="8943" y="1712001"/>
                  <a:pt x="17871" y="1715700"/>
                  <a:pt x="26682" y="1719458"/>
                </a:cubicBezTo>
                <a:cubicBezTo>
                  <a:pt x="35566" y="1723157"/>
                  <a:pt x="44378" y="1726973"/>
                  <a:pt x="53204" y="1730891"/>
                </a:cubicBezTo>
                <a:lnTo>
                  <a:pt x="797342" y="46723"/>
                </a:lnTo>
                <a:close/>
                <a:moveTo>
                  <a:pt x="797342" y="4672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67DC3-B4C8-4C8D-9924-CE4887A9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214" y="384511"/>
            <a:ext cx="853269" cy="1708345"/>
          </a:xfrm>
          <a:custGeom xmlns:a="http://schemas.openxmlformats.org/drawingml/2006/main">
            <a:pathLst>
              <a:path w="853269" h="1708345">
                <a:moveTo>
                  <a:pt x="853269" y="50451"/>
                </a:moveTo>
                <a:cubicBezTo>
                  <a:pt x="835224" y="41756"/>
                  <a:pt x="817077" y="33221"/>
                  <a:pt x="798930" y="24803"/>
                </a:cubicBezTo>
                <a:cubicBezTo>
                  <a:pt x="780724" y="16370"/>
                  <a:pt x="762460" y="8127"/>
                  <a:pt x="744138" y="0"/>
                </a:cubicBezTo>
                <a:lnTo>
                  <a:pt x="0" y="1684168"/>
                </a:lnTo>
                <a:cubicBezTo>
                  <a:pt x="8811" y="1688042"/>
                  <a:pt x="17579" y="1692018"/>
                  <a:pt x="26274" y="1696067"/>
                </a:cubicBezTo>
                <a:cubicBezTo>
                  <a:pt x="35042" y="1700101"/>
                  <a:pt x="43751" y="1704194"/>
                  <a:pt x="52388" y="1708345"/>
                </a:cubicBezTo>
                <a:lnTo>
                  <a:pt x="853269" y="50451"/>
                </a:lnTo>
                <a:close/>
                <a:moveTo>
                  <a:pt x="853269" y="50451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60A8B-264E-4D3C-9F2E-8357590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214" y="384511"/>
            <a:ext cx="853269" cy="1708345"/>
          </a:xfrm>
          <a:custGeom xmlns:a="http://schemas.openxmlformats.org/drawingml/2006/main">
            <a:pathLst>
              <a:path w="853269" h="1708345" fill="none">
                <a:moveTo>
                  <a:pt x="853269" y="50451"/>
                </a:moveTo>
                <a:cubicBezTo>
                  <a:pt x="835224" y="41756"/>
                  <a:pt x="817077" y="33221"/>
                  <a:pt x="798930" y="24803"/>
                </a:cubicBezTo>
                <a:cubicBezTo>
                  <a:pt x="780724" y="16370"/>
                  <a:pt x="762460" y="8127"/>
                  <a:pt x="744138" y="0"/>
                </a:cubicBezTo>
                <a:lnTo>
                  <a:pt x="0" y="1684168"/>
                </a:lnTo>
                <a:cubicBezTo>
                  <a:pt x="8811" y="1688042"/>
                  <a:pt x="17579" y="1692018"/>
                  <a:pt x="26274" y="1696067"/>
                </a:cubicBezTo>
                <a:cubicBezTo>
                  <a:pt x="35042" y="1700101"/>
                  <a:pt x="43751" y="1704194"/>
                  <a:pt x="52388" y="1708345"/>
                </a:cubicBezTo>
                <a:lnTo>
                  <a:pt x="853269" y="50451"/>
                </a:lnTo>
                <a:close/>
                <a:moveTo>
                  <a:pt x="853269" y="5045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6D61B-458D-4235-B282-6E7E8F1B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602" y="434962"/>
            <a:ext cx="908235" cy="1683906"/>
          </a:xfrm>
          <a:custGeom xmlns:a="http://schemas.openxmlformats.org/drawingml/2006/main">
            <a:pathLst>
              <a:path w="908235" h="1683906">
                <a:moveTo>
                  <a:pt x="908235" y="54165"/>
                </a:moveTo>
                <a:cubicBezTo>
                  <a:pt x="890540" y="44829"/>
                  <a:pt x="872669" y="35683"/>
                  <a:pt x="854813" y="26624"/>
                </a:cubicBezTo>
                <a:cubicBezTo>
                  <a:pt x="836885" y="17637"/>
                  <a:pt x="818912" y="8768"/>
                  <a:pt x="800881" y="0"/>
                </a:cubicBezTo>
                <a:lnTo>
                  <a:pt x="0" y="1657894"/>
                </a:lnTo>
                <a:cubicBezTo>
                  <a:pt x="8651" y="1662103"/>
                  <a:pt x="17302" y="1666370"/>
                  <a:pt x="25895" y="1670696"/>
                </a:cubicBezTo>
                <a:cubicBezTo>
                  <a:pt x="34488" y="1675022"/>
                  <a:pt x="43009" y="1679405"/>
                  <a:pt x="51543" y="1683906"/>
                </a:cubicBezTo>
                <a:lnTo>
                  <a:pt x="908235" y="54165"/>
                </a:lnTo>
                <a:close/>
                <a:moveTo>
                  <a:pt x="908235" y="54165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7BDC8-61B7-46A3-AC55-C0C67962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602" y="434962"/>
            <a:ext cx="908235" cy="1683906"/>
          </a:xfrm>
          <a:custGeom xmlns:a="http://schemas.openxmlformats.org/drawingml/2006/main">
            <a:pathLst>
              <a:path w="908235" h="1683906" fill="none">
                <a:moveTo>
                  <a:pt x="908235" y="54165"/>
                </a:moveTo>
                <a:cubicBezTo>
                  <a:pt x="890540" y="44829"/>
                  <a:pt x="872669" y="35683"/>
                  <a:pt x="854813" y="26624"/>
                </a:cubicBezTo>
                <a:cubicBezTo>
                  <a:pt x="836885" y="17637"/>
                  <a:pt x="818912" y="8768"/>
                  <a:pt x="800881" y="0"/>
                </a:cubicBezTo>
                <a:lnTo>
                  <a:pt x="0" y="1657894"/>
                </a:lnTo>
                <a:cubicBezTo>
                  <a:pt x="8651" y="1662103"/>
                  <a:pt x="17302" y="1666370"/>
                  <a:pt x="25895" y="1670696"/>
                </a:cubicBezTo>
                <a:cubicBezTo>
                  <a:pt x="34488" y="1675022"/>
                  <a:pt x="43009" y="1679405"/>
                  <a:pt x="51543" y="1683906"/>
                </a:cubicBezTo>
                <a:lnTo>
                  <a:pt x="908235" y="54165"/>
                </a:lnTo>
                <a:close/>
                <a:moveTo>
                  <a:pt x="908235" y="5416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1431B-B663-42D7-9E0C-8632B30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45" y="489127"/>
            <a:ext cx="962167" cy="1657442"/>
          </a:xfrm>
          <a:custGeom xmlns:a="http://schemas.openxmlformats.org/drawingml/2006/main">
            <a:pathLst>
              <a:path w="962167" h="1657442">
                <a:moveTo>
                  <a:pt x="962167" y="57748"/>
                </a:moveTo>
                <a:cubicBezTo>
                  <a:pt x="944763" y="47844"/>
                  <a:pt x="927286" y="38057"/>
                  <a:pt x="909706" y="28444"/>
                </a:cubicBezTo>
                <a:cubicBezTo>
                  <a:pt x="892127" y="18774"/>
                  <a:pt x="874432" y="9336"/>
                  <a:pt x="856692" y="0"/>
                </a:cubicBezTo>
                <a:lnTo>
                  <a:pt x="0" y="1629741"/>
                </a:lnTo>
                <a:cubicBezTo>
                  <a:pt x="8535" y="1634227"/>
                  <a:pt x="17011" y="1638785"/>
                  <a:pt x="25429" y="1643388"/>
                </a:cubicBezTo>
                <a:cubicBezTo>
                  <a:pt x="33862" y="1647990"/>
                  <a:pt x="42280" y="1652723"/>
                  <a:pt x="50640" y="1657442"/>
                </a:cubicBezTo>
                <a:lnTo>
                  <a:pt x="962167" y="57748"/>
                </a:lnTo>
                <a:close/>
                <a:moveTo>
                  <a:pt x="962167" y="57748"/>
                </a:moveTo>
              </a:path>
            </a:pathLst>
          </a:custGeom>
          <a:solidFill xmlns:a="http://schemas.openxmlformats.org/drawingml/2006/main">
            <a:srgbClr val="B51F2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4AD56-C8BB-4219-A67F-5E38CFD9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45" y="489127"/>
            <a:ext cx="962167" cy="1657442"/>
          </a:xfrm>
          <a:custGeom xmlns:a="http://schemas.openxmlformats.org/drawingml/2006/main">
            <a:pathLst>
              <a:path w="962167" h="1657442" fill="none">
                <a:moveTo>
                  <a:pt x="962167" y="57748"/>
                </a:moveTo>
                <a:cubicBezTo>
                  <a:pt x="944763" y="47844"/>
                  <a:pt x="927286" y="38057"/>
                  <a:pt x="909706" y="28444"/>
                </a:cubicBezTo>
                <a:cubicBezTo>
                  <a:pt x="892127" y="18774"/>
                  <a:pt x="874432" y="9336"/>
                  <a:pt x="856692" y="0"/>
                </a:cubicBezTo>
                <a:lnTo>
                  <a:pt x="0" y="1629741"/>
                </a:lnTo>
                <a:cubicBezTo>
                  <a:pt x="8535" y="1634227"/>
                  <a:pt x="17011" y="1638785"/>
                  <a:pt x="25429" y="1643388"/>
                </a:cubicBezTo>
                <a:cubicBezTo>
                  <a:pt x="33862" y="1647990"/>
                  <a:pt x="42280" y="1652723"/>
                  <a:pt x="50640" y="1657442"/>
                </a:cubicBezTo>
                <a:lnTo>
                  <a:pt x="962167" y="57748"/>
                </a:lnTo>
                <a:close/>
                <a:moveTo>
                  <a:pt x="962167" y="5774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61122-AC48-473F-829A-F0E2C0C5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785" y="546875"/>
            <a:ext cx="1015007" cy="1629158"/>
          </a:xfrm>
          <a:custGeom xmlns:a="http://schemas.openxmlformats.org/drawingml/2006/main">
            <a:pathLst>
              <a:path w="1015007" h="1629158">
                <a:moveTo>
                  <a:pt x="1015007" y="61331"/>
                </a:moveTo>
                <a:cubicBezTo>
                  <a:pt x="997938" y="50801"/>
                  <a:pt x="980766" y="40445"/>
                  <a:pt x="963522" y="30207"/>
                </a:cubicBezTo>
                <a:cubicBezTo>
                  <a:pt x="946292" y="19968"/>
                  <a:pt x="928931" y="9904"/>
                  <a:pt x="911527" y="0"/>
                </a:cubicBezTo>
                <a:lnTo>
                  <a:pt x="0" y="1599695"/>
                </a:lnTo>
                <a:cubicBezTo>
                  <a:pt x="8360" y="1604472"/>
                  <a:pt x="16662" y="1609307"/>
                  <a:pt x="24920" y="1614201"/>
                </a:cubicBezTo>
                <a:cubicBezTo>
                  <a:pt x="33221" y="1619094"/>
                  <a:pt x="41479" y="1624104"/>
                  <a:pt x="49665" y="1629158"/>
                </a:cubicBezTo>
                <a:lnTo>
                  <a:pt x="1015007" y="61331"/>
                </a:lnTo>
                <a:close/>
                <a:moveTo>
                  <a:pt x="1015007" y="61331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1B32A-701D-434F-B4CA-6ABE026A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785" y="546875"/>
            <a:ext cx="1015007" cy="1629158"/>
          </a:xfrm>
          <a:custGeom xmlns:a="http://schemas.openxmlformats.org/drawingml/2006/main">
            <a:pathLst>
              <a:path w="1015007" h="1629158" fill="none">
                <a:moveTo>
                  <a:pt x="1015007" y="61331"/>
                </a:moveTo>
                <a:cubicBezTo>
                  <a:pt x="997938" y="50801"/>
                  <a:pt x="980766" y="40445"/>
                  <a:pt x="963522" y="30207"/>
                </a:cubicBezTo>
                <a:cubicBezTo>
                  <a:pt x="946292" y="19968"/>
                  <a:pt x="928931" y="9904"/>
                  <a:pt x="911527" y="0"/>
                </a:cubicBezTo>
                <a:lnTo>
                  <a:pt x="0" y="1599695"/>
                </a:lnTo>
                <a:cubicBezTo>
                  <a:pt x="8360" y="1604472"/>
                  <a:pt x="16662" y="1609307"/>
                  <a:pt x="24920" y="1614201"/>
                </a:cubicBezTo>
                <a:cubicBezTo>
                  <a:pt x="33221" y="1619094"/>
                  <a:pt x="41479" y="1624104"/>
                  <a:pt x="49665" y="1629158"/>
                </a:cubicBezTo>
                <a:lnTo>
                  <a:pt x="1015007" y="61331"/>
                </a:lnTo>
                <a:close/>
                <a:moveTo>
                  <a:pt x="1015007" y="6133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A5FD1-8A9C-4F28-8154-5165D913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450" y="608206"/>
            <a:ext cx="1066667" cy="1598893"/>
          </a:xfrm>
          <a:custGeom xmlns:a="http://schemas.openxmlformats.org/drawingml/2006/main">
            <a:pathLst>
              <a:path w="1066667" h="1598893">
                <a:moveTo>
                  <a:pt x="1066667" y="64739"/>
                </a:moveTo>
                <a:cubicBezTo>
                  <a:pt x="1049947" y="53641"/>
                  <a:pt x="1033169" y="42717"/>
                  <a:pt x="1016260" y="31911"/>
                </a:cubicBezTo>
                <a:cubicBezTo>
                  <a:pt x="999365" y="21104"/>
                  <a:pt x="982412" y="10472"/>
                  <a:pt x="965342" y="0"/>
                </a:cubicBezTo>
                <a:lnTo>
                  <a:pt x="0" y="1567828"/>
                </a:lnTo>
                <a:cubicBezTo>
                  <a:pt x="8200" y="1572838"/>
                  <a:pt x="16327" y="1577964"/>
                  <a:pt x="24410" y="1583135"/>
                </a:cubicBezTo>
                <a:cubicBezTo>
                  <a:pt x="32537" y="1588320"/>
                  <a:pt x="40562" y="1593607"/>
                  <a:pt x="48587" y="1598893"/>
                </a:cubicBezTo>
                <a:lnTo>
                  <a:pt x="1066667" y="64739"/>
                </a:lnTo>
                <a:close/>
                <a:moveTo>
                  <a:pt x="1066667" y="64739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54094-8FBA-4CBB-AB77-5A5DDA61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450" y="608206"/>
            <a:ext cx="1066667" cy="1598893"/>
          </a:xfrm>
          <a:custGeom xmlns:a="http://schemas.openxmlformats.org/drawingml/2006/main">
            <a:pathLst>
              <a:path w="1066667" h="1598893" fill="none">
                <a:moveTo>
                  <a:pt x="1066667" y="64739"/>
                </a:moveTo>
                <a:cubicBezTo>
                  <a:pt x="1049947" y="53641"/>
                  <a:pt x="1033169" y="42717"/>
                  <a:pt x="1016260" y="31911"/>
                </a:cubicBezTo>
                <a:cubicBezTo>
                  <a:pt x="999365" y="21104"/>
                  <a:pt x="982412" y="10472"/>
                  <a:pt x="965342" y="0"/>
                </a:cubicBezTo>
                <a:lnTo>
                  <a:pt x="0" y="1567828"/>
                </a:lnTo>
                <a:cubicBezTo>
                  <a:pt x="8200" y="1572838"/>
                  <a:pt x="16327" y="1577964"/>
                  <a:pt x="24410" y="1583135"/>
                </a:cubicBezTo>
                <a:cubicBezTo>
                  <a:pt x="32537" y="1588320"/>
                  <a:pt x="40562" y="1593607"/>
                  <a:pt x="48587" y="1598893"/>
                </a:cubicBezTo>
                <a:lnTo>
                  <a:pt x="1066667" y="64739"/>
                </a:lnTo>
                <a:close/>
                <a:moveTo>
                  <a:pt x="1066667" y="6473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5E12D-ADD1-4264-9D01-52BC11C1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037" y="672944"/>
            <a:ext cx="1117133" cy="1566866"/>
          </a:xfrm>
          <a:custGeom xmlns:a="http://schemas.openxmlformats.org/drawingml/2006/main">
            <a:pathLst>
              <a:path w="1117133" h="1566866">
                <a:moveTo>
                  <a:pt x="1117133" y="68220"/>
                </a:moveTo>
                <a:cubicBezTo>
                  <a:pt x="1100806" y="56554"/>
                  <a:pt x="1084363" y="45062"/>
                  <a:pt x="1067861" y="33687"/>
                </a:cubicBezTo>
                <a:cubicBezTo>
                  <a:pt x="1051374" y="22298"/>
                  <a:pt x="1034756" y="11098"/>
                  <a:pt x="1018080" y="0"/>
                </a:cubicBezTo>
                <a:lnTo>
                  <a:pt x="0" y="1534155"/>
                </a:lnTo>
                <a:cubicBezTo>
                  <a:pt x="8025" y="1539500"/>
                  <a:pt x="15992" y="1544845"/>
                  <a:pt x="23958" y="1550321"/>
                </a:cubicBezTo>
                <a:cubicBezTo>
                  <a:pt x="31867" y="1555768"/>
                  <a:pt x="39717" y="1561288"/>
                  <a:pt x="47567" y="1566866"/>
                </a:cubicBezTo>
                <a:lnTo>
                  <a:pt x="1117133" y="68220"/>
                </a:lnTo>
                <a:close/>
                <a:moveTo>
                  <a:pt x="1117133" y="68220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7FA08-8FD9-4398-96F6-1D98C73D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037" y="672944"/>
            <a:ext cx="1117133" cy="1566866"/>
          </a:xfrm>
          <a:custGeom xmlns:a="http://schemas.openxmlformats.org/drawingml/2006/main">
            <a:pathLst>
              <a:path w="1117133" h="1566866" fill="none">
                <a:moveTo>
                  <a:pt x="1117133" y="68220"/>
                </a:moveTo>
                <a:cubicBezTo>
                  <a:pt x="1100806" y="56554"/>
                  <a:pt x="1084363" y="45062"/>
                  <a:pt x="1067861" y="33687"/>
                </a:cubicBezTo>
                <a:cubicBezTo>
                  <a:pt x="1051374" y="22298"/>
                  <a:pt x="1034756" y="11098"/>
                  <a:pt x="1018080" y="0"/>
                </a:cubicBezTo>
                <a:lnTo>
                  <a:pt x="0" y="1534155"/>
                </a:lnTo>
                <a:cubicBezTo>
                  <a:pt x="8025" y="1539500"/>
                  <a:pt x="15992" y="1544845"/>
                  <a:pt x="23958" y="1550321"/>
                </a:cubicBezTo>
                <a:cubicBezTo>
                  <a:pt x="31867" y="1555768"/>
                  <a:pt x="39717" y="1561288"/>
                  <a:pt x="47567" y="1566866"/>
                </a:cubicBezTo>
                <a:lnTo>
                  <a:pt x="1117133" y="68220"/>
                </a:lnTo>
                <a:close/>
                <a:moveTo>
                  <a:pt x="1117133" y="6822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773BA-2A2D-4240-A551-B194B2D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604" y="741164"/>
            <a:ext cx="1166229" cy="1533019"/>
          </a:xfrm>
          <a:custGeom xmlns:a="http://schemas.openxmlformats.org/drawingml/2006/main">
            <a:pathLst>
              <a:path w="1166229" h="1533019">
                <a:moveTo>
                  <a:pt x="1166229" y="71453"/>
                </a:moveTo>
                <a:cubicBezTo>
                  <a:pt x="1150296" y="59277"/>
                  <a:pt x="1134304" y="47218"/>
                  <a:pt x="1118210" y="35333"/>
                </a:cubicBezTo>
                <a:cubicBezTo>
                  <a:pt x="1102058" y="23376"/>
                  <a:pt x="1085834" y="11608"/>
                  <a:pt x="1069565" y="0"/>
                </a:cubicBezTo>
                <a:lnTo>
                  <a:pt x="0" y="1498647"/>
                </a:lnTo>
                <a:cubicBezTo>
                  <a:pt x="7850" y="1504283"/>
                  <a:pt x="15642" y="1509920"/>
                  <a:pt x="23318" y="1515600"/>
                </a:cubicBezTo>
                <a:cubicBezTo>
                  <a:pt x="31051" y="1521353"/>
                  <a:pt x="38800" y="1527149"/>
                  <a:pt x="46417" y="1533019"/>
                </a:cubicBezTo>
                <a:lnTo>
                  <a:pt x="1166229" y="71453"/>
                </a:lnTo>
                <a:close/>
                <a:moveTo>
                  <a:pt x="1166229" y="71453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06D2C-DEF8-4005-9624-E046DAA6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604" y="741164"/>
            <a:ext cx="1166229" cy="1533019"/>
          </a:xfrm>
          <a:custGeom xmlns:a="http://schemas.openxmlformats.org/drawingml/2006/main">
            <a:pathLst>
              <a:path w="1166229" h="1533019" fill="none">
                <a:moveTo>
                  <a:pt x="1166229" y="71453"/>
                </a:moveTo>
                <a:cubicBezTo>
                  <a:pt x="1150296" y="59277"/>
                  <a:pt x="1134304" y="47218"/>
                  <a:pt x="1118210" y="35333"/>
                </a:cubicBezTo>
                <a:cubicBezTo>
                  <a:pt x="1102058" y="23376"/>
                  <a:pt x="1085834" y="11608"/>
                  <a:pt x="1069565" y="0"/>
                </a:cubicBezTo>
                <a:lnTo>
                  <a:pt x="0" y="1498647"/>
                </a:lnTo>
                <a:cubicBezTo>
                  <a:pt x="7850" y="1504283"/>
                  <a:pt x="15642" y="1509920"/>
                  <a:pt x="23318" y="1515600"/>
                </a:cubicBezTo>
                <a:cubicBezTo>
                  <a:pt x="31051" y="1521353"/>
                  <a:pt x="38800" y="1527149"/>
                  <a:pt x="46417" y="1533019"/>
                </a:cubicBezTo>
                <a:lnTo>
                  <a:pt x="1166229" y="71453"/>
                </a:lnTo>
                <a:close/>
                <a:moveTo>
                  <a:pt x="1166229" y="7145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18E7B-51A4-4C5B-97D6-5B7801C0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21" y="812617"/>
            <a:ext cx="1214029" cy="1497409"/>
          </a:xfrm>
          <a:custGeom xmlns:a="http://schemas.openxmlformats.org/drawingml/2006/main">
            <a:pathLst>
              <a:path w="1214029" h="1497409">
                <a:moveTo>
                  <a:pt x="1214029" y="74759"/>
                </a:moveTo>
                <a:cubicBezTo>
                  <a:pt x="1198489" y="62073"/>
                  <a:pt x="1182905" y="49446"/>
                  <a:pt x="1167205" y="36979"/>
                </a:cubicBezTo>
                <a:cubicBezTo>
                  <a:pt x="1151505" y="24526"/>
                  <a:pt x="1135746" y="12234"/>
                  <a:pt x="1119812" y="0"/>
                </a:cubicBezTo>
                <a:lnTo>
                  <a:pt x="0" y="1461566"/>
                </a:lnTo>
                <a:cubicBezTo>
                  <a:pt x="7632" y="1467362"/>
                  <a:pt x="15191" y="1473276"/>
                  <a:pt x="22764" y="1479305"/>
                </a:cubicBezTo>
                <a:cubicBezTo>
                  <a:pt x="30265" y="1485277"/>
                  <a:pt x="37780" y="1491321"/>
                  <a:pt x="45237" y="1497409"/>
                </a:cubicBezTo>
                <a:lnTo>
                  <a:pt x="1214029" y="74759"/>
                </a:lnTo>
                <a:close/>
                <a:moveTo>
                  <a:pt x="1214029" y="74759"/>
                </a:moveTo>
              </a:path>
            </a:pathLst>
          </a:custGeom>
          <a:solidFill xmlns:a="http://schemas.openxmlformats.org/drawingml/2006/main">
            <a:srgbClr val="C643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4ED7F-1DC9-40C8-A788-294CCE5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21" y="812617"/>
            <a:ext cx="1214029" cy="1497409"/>
          </a:xfrm>
          <a:custGeom xmlns:a="http://schemas.openxmlformats.org/drawingml/2006/main">
            <a:pathLst>
              <a:path w="1214029" h="1497409" fill="none">
                <a:moveTo>
                  <a:pt x="1214029" y="74759"/>
                </a:moveTo>
                <a:cubicBezTo>
                  <a:pt x="1198489" y="62073"/>
                  <a:pt x="1182905" y="49446"/>
                  <a:pt x="1167205" y="36979"/>
                </a:cubicBezTo>
                <a:cubicBezTo>
                  <a:pt x="1151505" y="24526"/>
                  <a:pt x="1135746" y="12234"/>
                  <a:pt x="1119812" y="0"/>
                </a:cubicBezTo>
                <a:lnTo>
                  <a:pt x="0" y="1461566"/>
                </a:lnTo>
                <a:cubicBezTo>
                  <a:pt x="7632" y="1467362"/>
                  <a:pt x="15191" y="1473276"/>
                  <a:pt x="22764" y="1479305"/>
                </a:cubicBezTo>
                <a:cubicBezTo>
                  <a:pt x="30265" y="1485277"/>
                  <a:pt x="37780" y="1491321"/>
                  <a:pt x="45237" y="1497409"/>
                </a:cubicBezTo>
                <a:lnTo>
                  <a:pt x="1214029" y="74759"/>
                </a:lnTo>
                <a:close/>
                <a:moveTo>
                  <a:pt x="1214029" y="74759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C2927-8C7B-4555-AE7D-22211EDA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58" y="887376"/>
            <a:ext cx="1260388" cy="1460022"/>
          </a:xfrm>
          <a:custGeom xmlns:a="http://schemas.openxmlformats.org/drawingml/2006/main">
            <a:pathLst>
              <a:path w="1260388" h="1460022">
                <a:moveTo>
                  <a:pt x="1260388" y="77876"/>
                </a:moveTo>
                <a:cubicBezTo>
                  <a:pt x="1245314" y="64680"/>
                  <a:pt x="1230167" y="51543"/>
                  <a:pt x="1214932" y="38567"/>
                </a:cubicBezTo>
                <a:cubicBezTo>
                  <a:pt x="1199625" y="25604"/>
                  <a:pt x="1184260" y="12744"/>
                  <a:pt x="1168792" y="0"/>
                </a:cubicBezTo>
                <a:lnTo>
                  <a:pt x="0" y="1422650"/>
                </a:lnTo>
                <a:cubicBezTo>
                  <a:pt x="7384" y="1428781"/>
                  <a:pt x="14783" y="1434928"/>
                  <a:pt x="22123" y="1441190"/>
                </a:cubicBezTo>
                <a:cubicBezTo>
                  <a:pt x="29464" y="1447395"/>
                  <a:pt x="36688" y="1453701"/>
                  <a:pt x="43912" y="1460022"/>
                </a:cubicBezTo>
                <a:lnTo>
                  <a:pt x="1260388" y="77876"/>
                </a:lnTo>
                <a:close/>
                <a:moveTo>
                  <a:pt x="1260388" y="77876"/>
                </a:moveTo>
              </a:path>
            </a:pathLst>
          </a:custGeom>
          <a:solidFill xmlns:a="http://schemas.openxmlformats.org/drawingml/2006/main">
            <a:srgbClr val="B825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DF8B3-95FA-4D2C-B9B8-C336B413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58" y="887376"/>
            <a:ext cx="1260388" cy="1460022"/>
          </a:xfrm>
          <a:custGeom xmlns:a="http://schemas.openxmlformats.org/drawingml/2006/main">
            <a:pathLst>
              <a:path w="1260388" h="1460022" fill="none">
                <a:moveTo>
                  <a:pt x="1260388" y="77876"/>
                </a:moveTo>
                <a:cubicBezTo>
                  <a:pt x="1245314" y="64680"/>
                  <a:pt x="1230167" y="51543"/>
                  <a:pt x="1214932" y="38567"/>
                </a:cubicBezTo>
                <a:cubicBezTo>
                  <a:pt x="1199625" y="25604"/>
                  <a:pt x="1184260" y="12744"/>
                  <a:pt x="1168792" y="0"/>
                </a:cubicBezTo>
                <a:lnTo>
                  <a:pt x="0" y="1422650"/>
                </a:lnTo>
                <a:cubicBezTo>
                  <a:pt x="7384" y="1428781"/>
                  <a:pt x="14783" y="1434928"/>
                  <a:pt x="22123" y="1441190"/>
                </a:cubicBezTo>
                <a:cubicBezTo>
                  <a:pt x="29464" y="1447395"/>
                  <a:pt x="36688" y="1453701"/>
                  <a:pt x="43912" y="1460022"/>
                </a:cubicBezTo>
                <a:lnTo>
                  <a:pt x="1260388" y="77876"/>
                </a:lnTo>
                <a:close/>
                <a:moveTo>
                  <a:pt x="1260388" y="7787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6CA3C-F7B6-470A-AF9E-F6BB0072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70" y="965252"/>
            <a:ext cx="1305392" cy="1421062"/>
          </a:xfrm>
          <a:custGeom xmlns:a="http://schemas.openxmlformats.org/drawingml/2006/main">
            <a:pathLst>
              <a:path w="1305392" h="1421062">
                <a:moveTo>
                  <a:pt x="1305392" y="81022"/>
                </a:moveTo>
                <a:cubicBezTo>
                  <a:pt x="1290769" y="67258"/>
                  <a:pt x="1276088" y="53655"/>
                  <a:pt x="1261247" y="40110"/>
                </a:cubicBezTo>
                <a:cubicBezTo>
                  <a:pt x="1246450" y="26638"/>
                  <a:pt x="1231492" y="13268"/>
                  <a:pt x="1216476" y="0"/>
                </a:cubicBezTo>
                <a:lnTo>
                  <a:pt x="0" y="1382146"/>
                </a:lnTo>
                <a:cubicBezTo>
                  <a:pt x="7224" y="1388511"/>
                  <a:pt x="14404" y="1394948"/>
                  <a:pt x="21512" y="1401429"/>
                </a:cubicBezTo>
                <a:cubicBezTo>
                  <a:pt x="28619" y="1407911"/>
                  <a:pt x="35668" y="1414465"/>
                  <a:pt x="42674" y="1421062"/>
                </a:cubicBezTo>
                <a:lnTo>
                  <a:pt x="1305392" y="81022"/>
                </a:lnTo>
                <a:close/>
                <a:moveTo>
                  <a:pt x="1305392" y="81022"/>
                </a:moveTo>
              </a:path>
            </a:pathLst>
          </a:custGeom>
          <a:solidFill xmlns:a="http://schemas.openxmlformats.org/drawingml/2006/main">
            <a:srgbClr val="8CA6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65662-18F0-4202-B93C-27333681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70" y="965252"/>
            <a:ext cx="1305392" cy="1421062"/>
          </a:xfrm>
          <a:custGeom xmlns:a="http://schemas.openxmlformats.org/drawingml/2006/main">
            <a:pathLst>
              <a:path w="1305392" h="1421062" fill="none">
                <a:moveTo>
                  <a:pt x="1305392" y="81022"/>
                </a:moveTo>
                <a:cubicBezTo>
                  <a:pt x="1290769" y="67258"/>
                  <a:pt x="1276088" y="53655"/>
                  <a:pt x="1261247" y="40110"/>
                </a:cubicBezTo>
                <a:cubicBezTo>
                  <a:pt x="1246450" y="26638"/>
                  <a:pt x="1231492" y="13268"/>
                  <a:pt x="1216476" y="0"/>
                </a:cubicBezTo>
                <a:lnTo>
                  <a:pt x="0" y="1382146"/>
                </a:lnTo>
                <a:cubicBezTo>
                  <a:pt x="7224" y="1388511"/>
                  <a:pt x="14404" y="1394948"/>
                  <a:pt x="21512" y="1401429"/>
                </a:cubicBezTo>
                <a:cubicBezTo>
                  <a:pt x="28619" y="1407911"/>
                  <a:pt x="35668" y="1414465"/>
                  <a:pt x="42674" y="1421062"/>
                </a:cubicBezTo>
                <a:lnTo>
                  <a:pt x="1305392" y="81022"/>
                </a:lnTo>
                <a:close/>
                <a:moveTo>
                  <a:pt x="1305392" y="8102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A8B01-406F-44C0-8E85-93417D31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843" y="1046273"/>
            <a:ext cx="1348794" cy="1380311"/>
          </a:xfrm>
          <a:custGeom xmlns:a="http://schemas.openxmlformats.org/drawingml/2006/main">
            <a:pathLst>
              <a:path w="1348794" h="1380311">
                <a:moveTo>
                  <a:pt x="1348794" y="83920"/>
                </a:moveTo>
                <a:cubicBezTo>
                  <a:pt x="1334695" y="69691"/>
                  <a:pt x="1320466" y="55578"/>
                  <a:pt x="1306135" y="41581"/>
                </a:cubicBezTo>
                <a:cubicBezTo>
                  <a:pt x="1291730" y="27600"/>
                  <a:pt x="1277283" y="13705"/>
                  <a:pt x="1262718" y="0"/>
                </a:cubicBezTo>
                <a:lnTo>
                  <a:pt x="0" y="1340041"/>
                </a:lnTo>
                <a:cubicBezTo>
                  <a:pt x="7049" y="1346638"/>
                  <a:pt x="13996" y="1353294"/>
                  <a:pt x="20885" y="1360008"/>
                </a:cubicBezTo>
                <a:cubicBezTo>
                  <a:pt x="27760" y="1366723"/>
                  <a:pt x="34590" y="1373495"/>
                  <a:pt x="41363" y="1380311"/>
                </a:cubicBezTo>
                <a:lnTo>
                  <a:pt x="1348794" y="83920"/>
                </a:lnTo>
                <a:close/>
                <a:moveTo>
                  <a:pt x="1348794" y="83920"/>
                </a:moveTo>
              </a:path>
            </a:pathLst>
          </a:custGeom>
          <a:solidFill xmlns:a="http://schemas.openxmlformats.org/drawingml/2006/main">
            <a:srgbClr val="F4FA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F834E-2D43-4531-BF80-949E3E16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843" y="1046273"/>
            <a:ext cx="1348794" cy="1380311"/>
          </a:xfrm>
          <a:custGeom xmlns:a="http://schemas.openxmlformats.org/drawingml/2006/main">
            <a:pathLst>
              <a:path w="1348794" h="1380311" fill="none">
                <a:moveTo>
                  <a:pt x="1348794" y="83920"/>
                </a:moveTo>
                <a:cubicBezTo>
                  <a:pt x="1334695" y="69691"/>
                  <a:pt x="1320466" y="55578"/>
                  <a:pt x="1306135" y="41581"/>
                </a:cubicBezTo>
                <a:cubicBezTo>
                  <a:pt x="1291730" y="27600"/>
                  <a:pt x="1277283" y="13705"/>
                  <a:pt x="1262718" y="0"/>
                </a:cubicBezTo>
                <a:lnTo>
                  <a:pt x="0" y="1340041"/>
                </a:lnTo>
                <a:cubicBezTo>
                  <a:pt x="7049" y="1346638"/>
                  <a:pt x="13996" y="1353294"/>
                  <a:pt x="20885" y="1360008"/>
                </a:cubicBezTo>
                <a:cubicBezTo>
                  <a:pt x="27760" y="1366723"/>
                  <a:pt x="34590" y="1373495"/>
                  <a:pt x="41363" y="1380311"/>
                </a:cubicBezTo>
                <a:lnTo>
                  <a:pt x="1348794" y="83920"/>
                </a:lnTo>
                <a:close/>
                <a:moveTo>
                  <a:pt x="1348794" y="8392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5D749-A6AE-4EB9-AE10-C27C2AEF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206" y="1130194"/>
            <a:ext cx="1390666" cy="1338045"/>
          </a:xfrm>
          <a:custGeom xmlns:a="http://schemas.openxmlformats.org/drawingml/2006/main">
            <a:pathLst>
              <a:path w="1390666" h="1338045">
                <a:moveTo>
                  <a:pt x="1390666" y="86818"/>
                </a:moveTo>
                <a:cubicBezTo>
                  <a:pt x="1377020" y="72137"/>
                  <a:pt x="1363242" y="57515"/>
                  <a:pt x="1349420" y="43067"/>
                </a:cubicBezTo>
                <a:cubicBezTo>
                  <a:pt x="1335540" y="28619"/>
                  <a:pt x="1321544" y="14215"/>
                  <a:pt x="1307431" y="0"/>
                </a:cubicBezTo>
                <a:lnTo>
                  <a:pt x="0" y="1296391"/>
                </a:lnTo>
                <a:cubicBezTo>
                  <a:pt x="6772" y="1303222"/>
                  <a:pt x="13487" y="1310111"/>
                  <a:pt x="20143" y="1317043"/>
                </a:cubicBezTo>
                <a:cubicBezTo>
                  <a:pt x="26798" y="1323991"/>
                  <a:pt x="33396" y="1330982"/>
                  <a:pt x="39936" y="1338045"/>
                </a:cubicBezTo>
                <a:lnTo>
                  <a:pt x="1390666" y="86818"/>
                </a:lnTo>
                <a:close/>
                <a:moveTo>
                  <a:pt x="1390666" y="86818"/>
                </a:moveTo>
              </a:path>
            </a:pathLst>
          </a:custGeom>
          <a:solidFill xmlns:a="http://schemas.openxmlformats.org/drawingml/2006/main">
            <a:srgbClr val="AADB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76F37-68F3-46E4-842D-EAE211A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206" y="1130194"/>
            <a:ext cx="1390666" cy="1338045"/>
          </a:xfrm>
          <a:custGeom xmlns:a="http://schemas.openxmlformats.org/drawingml/2006/main">
            <a:pathLst>
              <a:path w="1390666" h="1338045" fill="none">
                <a:moveTo>
                  <a:pt x="1390666" y="86818"/>
                </a:moveTo>
                <a:cubicBezTo>
                  <a:pt x="1377020" y="72137"/>
                  <a:pt x="1363242" y="57515"/>
                  <a:pt x="1349420" y="43067"/>
                </a:cubicBezTo>
                <a:cubicBezTo>
                  <a:pt x="1335540" y="28619"/>
                  <a:pt x="1321544" y="14215"/>
                  <a:pt x="1307431" y="0"/>
                </a:cubicBezTo>
                <a:lnTo>
                  <a:pt x="0" y="1296391"/>
                </a:lnTo>
                <a:cubicBezTo>
                  <a:pt x="6772" y="1303222"/>
                  <a:pt x="13487" y="1310111"/>
                  <a:pt x="20143" y="1317043"/>
                </a:cubicBezTo>
                <a:cubicBezTo>
                  <a:pt x="26798" y="1323991"/>
                  <a:pt x="33396" y="1330982"/>
                  <a:pt x="39936" y="1338045"/>
                </a:cubicBezTo>
                <a:lnTo>
                  <a:pt x="1390666" y="86818"/>
                </a:lnTo>
                <a:close/>
                <a:moveTo>
                  <a:pt x="1390666" y="8681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CD8FA-F7A0-4E99-A769-F9A6E215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142" y="1217012"/>
            <a:ext cx="1430893" cy="1294236"/>
          </a:xfrm>
          <a:custGeom xmlns:a="http://schemas.openxmlformats.org/drawingml/2006/main">
            <a:pathLst>
              <a:path w="1430893" h="1294236">
                <a:moveTo>
                  <a:pt x="1430893" y="89600"/>
                </a:moveTo>
                <a:cubicBezTo>
                  <a:pt x="1417814" y="74409"/>
                  <a:pt x="1404546" y="59394"/>
                  <a:pt x="1391191" y="44421"/>
                </a:cubicBezTo>
                <a:cubicBezTo>
                  <a:pt x="1377821" y="29522"/>
                  <a:pt x="1364334" y="14666"/>
                  <a:pt x="1350731" y="0"/>
                </a:cubicBezTo>
                <a:lnTo>
                  <a:pt x="0" y="1251227"/>
                </a:lnTo>
                <a:cubicBezTo>
                  <a:pt x="6539" y="1258276"/>
                  <a:pt x="13021" y="1265383"/>
                  <a:pt x="19458" y="1272564"/>
                </a:cubicBezTo>
                <a:cubicBezTo>
                  <a:pt x="25823" y="1279729"/>
                  <a:pt x="32202" y="1286953"/>
                  <a:pt x="38508" y="1294236"/>
                </a:cubicBezTo>
                <a:lnTo>
                  <a:pt x="1430893" y="89600"/>
                </a:lnTo>
                <a:close/>
                <a:moveTo>
                  <a:pt x="1430893" y="89600"/>
                </a:moveTo>
              </a:path>
            </a:pathLst>
          </a:custGeom>
          <a:solidFill xmlns:a="http://schemas.openxmlformats.org/drawingml/2006/main">
            <a:srgbClr val="AADB8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8046C-0318-4E5B-9960-2276504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142" y="1217012"/>
            <a:ext cx="1430893" cy="1294236"/>
          </a:xfrm>
          <a:custGeom xmlns:a="http://schemas.openxmlformats.org/drawingml/2006/main">
            <a:pathLst>
              <a:path w="1430893" h="1294236" fill="none">
                <a:moveTo>
                  <a:pt x="1430893" y="89600"/>
                </a:moveTo>
                <a:cubicBezTo>
                  <a:pt x="1417814" y="74409"/>
                  <a:pt x="1404546" y="59394"/>
                  <a:pt x="1391191" y="44421"/>
                </a:cubicBezTo>
                <a:cubicBezTo>
                  <a:pt x="1377821" y="29522"/>
                  <a:pt x="1364334" y="14666"/>
                  <a:pt x="1350731" y="0"/>
                </a:cubicBezTo>
                <a:lnTo>
                  <a:pt x="0" y="1251227"/>
                </a:lnTo>
                <a:cubicBezTo>
                  <a:pt x="6539" y="1258276"/>
                  <a:pt x="13021" y="1265383"/>
                  <a:pt x="19458" y="1272564"/>
                </a:cubicBezTo>
                <a:cubicBezTo>
                  <a:pt x="25823" y="1279729"/>
                  <a:pt x="32202" y="1286953"/>
                  <a:pt x="38508" y="1294236"/>
                </a:cubicBezTo>
                <a:lnTo>
                  <a:pt x="1430893" y="89600"/>
                </a:lnTo>
                <a:close/>
                <a:moveTo>
                  <a:pt x="1430893" y="8960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2765B-3976-4E30-8A8A-91D13CB5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650" y="1306612"/>
            <a:ext cx="1469533" cy="1248955"/>
          </a:xfrm>
          <a:custGeom xmlns:a="http://schemas.openxmlformats.org/drawingml/2006/main">
            <a:pathLst>
              <a:path w="1469533" h="1248955">
                <a:moveTo>
                  <a:pt x="1469533" y="92222"/>
                </a:moveTo>
                <a:cubicBezTo>
                  <a:pt x="1456963" y="76638"/>
                  <a:pt x="1444220" y="61156"/>
                  <a:pt x="1431359" y="45805"/>
                </a:cubicBezTo>
                <a:cubicBezTo>
                  <a:pt x="1418499" y="30440"/>
                  <a:pt x="1405522" y="15132"/>
                  <a:pt x="1392385" y="0"/>
                </a:cubicBezTo>
                <a:lnTo>
                  <a:pt x="0" y="1204635"/>
                </a:lnTo>
                <a:cubicBezTo>
                  <a:pt x="6263" y="1211918"/>
                  <a:pt x="12525" y="1219258"/>
                  <a:pt x="18672" y="1226657"/>
                </a:cubicBezTo>
                <a:cubicBezTo>
                  <a:pt x="24876" y="1233997"/>
                  <a:pt x="30964" y="1241440"/>
                  <a:pt x="36994" y="1248955"/>
                </a:cubicBezTo>
                <a:lnTo>
                  <a:pt x="1469533" y="92222"/>
                </a:lnTo>
                <a:close/>
                <a:moveTo>
                  <a:pt x="1469533" y="92222"/>
                </a:moveTo>
              </a:path>
            </a:pathLst>
          </a:custGeom>
          <a:solidFill xmlns:a="http://schemas.openxmlformats.org/drawingml/2006/main">
            <a:srgbClr val="FEFB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DE598-495C-43BA-99FA-236032D9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650" y="1306612"/>
            <a:ext cx="1469533" cy="1248955"/>
          </a:xfrm>
          <a:custGeom xmlns:a="http://schemas.openxmlformats.org/drawingml/2006/main">
            <a:pathLst>
              <a:path w="1469533" h="1248955" fill="none">
                <a:moveTo>
                  <a:pt x="1469533" y="92222"/>
                </a:moveTo>
                <a:cubicBezTo>
                  <a:pt x="1456963" y="76638"/>
                  <a:pt x="1444220" y="61156"/>
                  <a:pt x="1431359" y="45805"/>
                </a:cubicBezTo>
                <a:cubicBezTo>
                  <a:pt x="1418499" y="30440"/>
                  <a:pt x="1405522" y="15132"/>
                  <a:pt x="1392385" y="0"/>
                </a:cubicBezTo>
                <a:lnTo>
                  <a:pt x="0" y="1204635"/>
                </a:lnTo>
                <a:cubicBezTo>
                  <a:pt x="6263" y="1211918"/>
                  <a:pt x="12525" y="1219258"/>
                  <a:pt x="18672" y="1226657"/>
                </a:cubicBezTo>
                <a:cubicBezTo>
                  <a:pt x="24876" y="1233997"/>
                  <a:pt x="30964" y="1241440"/>
                  <a:pt x="36994" y="1248955"/>
                </a:cubicBezTo>
                <a:lnTo>
                  <a:pt x="1469533" y="92222"/>
                </a:lnTo>
                <a:close/>
                <a:moveTo>
                  <a:pt x="1469533" y="9222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B2C37-0294-4805-8707-5E26D76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643" y="1398834"/>
            <a:ext cx="1506497" cy="1202247"/>
          </a:xfrm>
          <a:custGeom xmlns:a="http://schemas.openxmlformats.org/drawingml/2006/main">
            <a:pathLst>
              <a:path w="1506497" h="1202247">
                <a:moveTo>
                  <a:pt x="1506497" y="94843"/>
                </a:moveTo>
                <a:cubicBezTo>
                  <a:pt x="1494438" y="78852"/>
                  <a:pt x="1482204" y="62918"/>
                  <a:pt x="1469911" y="47101"/>
                </a:cubicBezTo>
                <a:cubicBezTo>
                  <a:pt x="1457575" y="31343"/>
                  <a:pt x="1445108" y="15642"/>
                  <a:pt x="1432539" y="0"/>
                </a:cubicBezTo>
                <a:lnTo>
                  <a:pt x="0" y="1156733"/>
                </a:lnTo>
                <a:cubicBezTo>
                  <a:pt x="6088" y="1164190"/>
                  <a:pt x="12059" y="1171749"/>
                  <a:pt x="17972" y="1179322"/>
                </a:cubicBezTo>
                <a:cubicBezTo>
                  <a:pt x="23886" y="1186881"/>
                  <a:pt x="29755" y="1194571"/>
                  <a:pt x="35493" y="1202247"/>
                </a:cubicBezTo>
                <a:lnTo>
                  <a:pt x="1506497" y="94843"/>
                </a:lnTo>
                <a:close/>
                <a:moveTo>
                  <a:pt x="1506497" y="94843"/>
                </a:moveTo>
              </a:path>
            </a:pathLst>
          </a:custGeom>
          <a:solidFill xmlns:a="http://schemas.openxmlformats.org/drawingml/2006/main">
            <a:srgbClr val="8CA6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2630A-C2A7-4AA3-9A5A-11BA2DCA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643" y="1398834"/>
            <a:ext cx="1506497" cy="1202247"/>
          </a:xfrm>
          <a:custGeom xmlns:a="http://schemas.openxmlformats.org/drawingml/2006/main">
            <a:pathLst>
              <a:path w="1506497" h="1202247" fill="none">
                <a:moveTo>
                  <a:pt x="1506497" y="94843"/>
                </a:moveTo>
                <a:cubicBezTo>
                  <a:pt x="1494438" y="78852"/>
                  <a:pt x="1482204" y="62918"/>
                  <a:pt x="1469911" y="47101"/>
                </a:cubicBezTo>
                <a:cubicBezTo>
                  <a:pt x="1457575" y="31343"/>
                  <a:pt x="1445108" y="15642"/>
                  <a:pt x="1432539" y="0"/>
                </a:cubicBezTo>
                <a:lnTo>
                  <a:pt x="0" y="1156733"/>
                </a:lnTo>
                <a:cubicBezTo>
                  <a:pt x="6088" y="1164190"/>
                  <a:pt x="12059" y="1171749"/>
                  <a:pt x="17972" y="1179322"/>
                </a:cubicBezTo>
                <a:cubicBezTo>
                  <a:pt x="23886" y="1186881"/>
                  <a:pt x="29755" y="1194571"/>
                  <a:pt x="35493" y="1202247"/>
                </a:cubicBezTo>
                <a:lnTo>
                  <a:pt x="1506497" y="94843"/>
                </a:lnTo>
                <a:close/>
                <a:moveTo>
                  <a:pt x="1506497" y="94843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3CB32-325B-467F-89E1-3D489864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137" y="1493677"/>
            <a:ext cx="1541670" cy="1154053"/>
          </a:xfrm>
          <a:custGeom xmlns:a="http://schemas.openxmlformats.org/drawingml/2006/main">
            <a:pathLst>
              <a:path w="1541670" h="1154053">
                <a:moveTo>
                  <a:pt x="1541670" y="97276"/>
                </a:moveTo>
                <a:cubicBezTo>
                  <a:pt x="1530179" y="80891"/>
                  <a:pt x="1518513" y="64564"/>
                  <a:pt x="1506730" y="48354"/>
                </a:cubicBezTo>
                <a:cubicBezTo>
                  <a:pt x="1494962" y="32144"/>
                  <a:pt x="1483063" y="16035"/>
                  <a:pt x="1471004" y="0"/>
                </a:cubicBezTo>
                <a:lnTo>
                  <a:pt x="0" y="1107404"/>
                </a:lnTo>
                <a:cubicBezTo>
                  <a:pt x="5811" y="1115079"/>
                  <a:pt x="11491" y="1122827"/>
                  <a:pt x="17186" y="1130561"/>
                </a:cubicBezTo>
                <a:cubicBezTo>
                  <a:pt x="22808" y="1138353"/>
                  <a:pt x="28444" y="1146203"/>
                  <a:pt x="33964" y="1154053"/>
                </a:cubicBezTo>
                <a:lnTo>
                  <a:pt x="1541670" y="97276"/>
                </a:lnTo>
                <a:close/>
                <a:moveTo>
                  <a:pt x="1541670" y="97276"/>
                </a:moveTo>
              </a:path>
            </a:pathLst>
          </a:custGeom>
          <a:solidFill xmlns:a="http://schemas.openxmlformats.org/drawingml/2006/main">
            <a:srgbClr val="8CA6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E3D13-EEDA-4E75-8E0F-DC5AC09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137" y="1493677"/>
            <a:ext cx="1541670" cy="1154053"/>
          </a:xfrm>
          <a:custGeom xmlns:a="http://schemas.openxmlformats.org/drawingml/2006/main">
            <a:pathLst>
              <a:path w="1541670" h="1154053" fill="none">
                <a:moveTo>
                  <a:pt x="1541670" y="97276"/>
                </a:moveTo>
                <a:cubicBezTo>
                  <a:pt x="1530179" y="80891"/>
                  <a:pt x="1518513" y="64564"/>
                  <a:pt x="1506730" y="48354"/>
                </a:cubicBezTo>
                <a:cubicBezTo>
                  <a:pt x="1494962" y="32144"/>
                  <a:pt x="1483063" y="16035"/>
                  <a:pt x="1471004" y="0"/>
                </a:cubicBezTo>
                <a:lnTo>
                  <a:pt x="0" y="1107404"/>
                </a:lnTo>
                <a:cubicBezTo>
                  <a:pt x="5811" y="1115079"/>
                  <a:pt x="11491" y="1122827"/>
                  <a:pt x="17186" y="1130561"/>
                </a:cubicBezTo>
                <a:cubicBezTo>
                  <a:pt x="22808" y="1138353"/>
                  <a:pt x="28444" y="1146203"/>
                  <a:pt x="33964" y="1154053"/>
                </a:cubicBezTo>
                <a:lnTo>
                  <a:pt x="1541670" y="97276"/>
                </a:lnTo>
                <a:close/>
                <a:moveTo>
                  <a:pt x="1541670" y="9727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B0C3B-3253-49E4-A43D-8B45B02C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101" y="1590953"/>
            <a:ext cx="1575066" cy="1104622"/>
          </a:xfrm>
          <a:custGeom xmlns:a="http://schemas.openxmlformats.org/drawingml/2006/main">
            <a:pathLst>
              <a:path w="1575066" h="1104622">
                <a:moveTo>
                  <a:pt x="1575066" y="99620"/>
                </a:moveTo>
                <a:cubicBezTo>
                  <a:pt x="1564085" y="82842"/>
                  <a:pt x="1553045" y="66166"/>
                  <a:pt x="1541772" y="49563"/>
                </a:cubicBezTo>
                <a:cubicBezTo>
                  <a:pt x="1530572" y="32945"/>
                  <a:pt x="1519197" y="16443"/>
                  <a:pt x="1507706" y="0"/>
                </a:cubicBezTo>
                <a:lnTo>
                  <a:pt x="0" y="1056778"/>
                </a:lnTo>
                <a:cubicBezTo>
                  <a:pt x="5520" y="1064686"/>
                  <a:pt x="10982" y="1072595"/>
                  <a:pt x="16327" y="1080561"/>
                </a:cubicBezTo>
                <a:cubicBezTo>
                  <a:pt x="21730" y="1088528"/>
                  <a:pt x="27032" y="1096538"/>
                  <a:pt x="32318" y="1104622"/>
                </a:cubicBezTo>
                <a:lnTo>
                  <a:pt x="1575066" y="99620"/>
                </a:lnTo>
                <a:close/>
                <a:moveTo>
                  <a:pt x="1575066" y="99620"/>
                </a:moveTo>
              </a:path>
            </a:pathLst>
          </a:custGeom>
          <a:solidFill xmlns:a="http://schemas.openxmlformats.org/drawingml/2006/main">
            <a:srgbClr val="ED96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CF283-8F8F-4F54-8188-94B6F6B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101" y="1590953"/>
            <a:ext cx="1575066" cy="1104622"/>
          </a:xfrm>
          <a:custGeom xmlns:a="http://schemas.openxmlformats.org/drawingml/2006/main">
            <a:pathLst>
              <a:path w="1575066" h="1104622" fill="none">
                <a:moveTo>
                  <a:pt x="1575066" y="99620"/>
                </a:moveTo>
                <a:cubicBezTo>
                  <a:pt x="1564085" y="82842"/>
                  <a:pt x="1553045" y="66166"/>
                  <a:pt x="1541772" y="49563"/>
                </a:cubicBezTo>
                <a:cubicBezTo>
                  <a:pt x="1530572" y="32945"/>
                  <a:pt x="1519197" y="16443"/>
                  <a:pt x="1507706" y="0"/>
                </a:cubicBezTo>
                <a:lnTo>
                  <a:pt x="0" y="1056778"/>
                </a:lnTo>
                <a:cubicBezTo>
                  <a:pt x="5520" y="1064686"/>
                  <a:pt x="10982" y="1072595"/>
                  <a:pt x="16327" y="1080561"/>
                </a:cubicBezTo>
                <a:cubicBezTo>
                  <a:pt x="21730" y="1088528"/>
                  <a:pt x="27032" y="1096538"/>
                  <a:pt x="32318" y="1104622"/>
                </a:cubicBezTo>
                <a:lnTo>
                  <a:pt x="1575066" y="99620"/>
                </a:lnTo>
                <a:close/>
                <a:moveTo>
                  <a:pt x="1575066" y="9962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A8C7C-0992-4541-8F11-8C9E5B42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19" y="1690573"/>
            <a:ext cx="1606627" cy="1053879"/>
          </a:xfrm>
          <a:custGeom xmlns:a="http://schemas.openxmlformats.org/drawingml/2006/main">
            <a:pathLst>
              <a:path w="1606627" h="1053879">
                <a:moveTo>
                  <a:pt x="1606627" y="101892"/>
                </a:moveTo>
                <a:cubicBezTo>
                  <a:pt x="1596272" y="84721"/>
                  <a:pt x="1585756" y="67652"/>
                  <a:pt x="1575110" y="50699"/>
                </a:cubicBezTo>
                <a:cubicBezTo>
                  <a:pt x="1564478" y="33687"/>
                  <a:pt x="1553671" y="16851"/>
                  <a:pt x="1542748" y="0"/>
                </a:cubicBezTo>
                <a:lnTo>
                  <a:pt x="0" y="1005001"/>
                </a:lnTo>
                <a:cubicBezTo>
                  <a:pt x="5229" y="1013085"/>
                  <a:pt x="10414" y="1021168"/>
                  <a:pt x="15526" y="1029295"/>
                </a:cubicBezTo>
                <a:cubicBezTo>
                  <a:pt x="20652" y="1037494"/>
                  <a:pt x="25706" y="1045680"/>
                  <a:pt x="30658" y="1053879"/>
                </a:cubicBezTo>
                <a:lnTo>
                  <a:pt x="1606627" y="101892"/>
                </a:lnTo>
                <a:close/>
                <a:moveTo>
                  <a:pt x="1606627" y="101892"/>
                </a:moveTo>
              </a:path>
            </a:pathLst>
          </a:custGeom>
          <a:solidFill xmlns:a="http://schemas.openxmlformats.org/drawingml/2006/main">
            <a:srgbClr val="F4FA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3965A-332A-4580-816C-B7253B34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419" y="1690573"/>
            <a:ext cx="1606627" cy="1053879"/>
          </a:xfrm>
          <a:custGeom xmlns:a="http://schemas.openxmlformats.org/drawingml/2006/main">
            <a:pathLst>
              <a:path w="1606627" h="1053879" fill="none">
                <a:moveTo>
                  <a:pt x="1606627" y="101892"/>
                </a:moveTo>
                <a:cubicBezTo>
                  <a:pt x="1596272" y="84721"/>
                  <a:pt x="1585756" y="67652"/>
                  <a:pt x="1575110" y="50699"/>
                </a:cubicBezTo>
                <a:cubicBezTo>
                  <a:pt x="1564478" y="33687"/>
                  <a:pt x="1553671" y="16851"/>
                  <a:pt x="1542748" y="0"/>
                </a:cubicBezTo>
                <a:lnTo>
                  <a:pt x="0" y="1005001"/>
                </a:lnTo>
                <a:cubicBezTo>
                  <a:pt x="5229" y="1013085"/>
                  <a:pt x="10414" y="1021168"/>
                  <a:pt x="15526" y="1029295"/>
                </a:cubicBezTo>
                <a:cubicBezTo>
                  <a:pt x="20652" y="1037494"/>
                  <a:pt x="25706" y="1045680"/>
                  <a:pt x="30658" y="1053879"/>
                </a:cubicBezTo>
                <a:lnTo>
                  <a:pt x="1606627" y="101892"/>
                </a:lnTo>
                <a:close/>
                <a:moveTo>
                  <a:pt x="1606627" y="10189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39AA1-9002-44FD-B39B-C5CA81FA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077" y="1792466"/>
            <a:ext cx="1636397" cy="1001928"/>
          </a:xfrm>
          <a:custGeom xmlns:a="http://schemas.openxmlformats.org/drawingml/2006/main">
            <a:pathLst>
              <a:path w="1636397" h="1001928">
                <a:moveTo>
                  <a:pt x="1636397" y="103946"/>
                </a:moveTo>
                <a:cubicBezTo>
                  <a:pt x="1626610" y="86483"/>
                  <a:pt x="1616706" y="69079"/>
                  <a:pt x="1606642" y="51718"/>
                </a:cubicBezTo>
                <a:cubicBezTo>
                  <a:pt x="1596563" y="34372"/>
                  <a:pt x="1586324" y="17128"/>
                  <a:pt x="1575969" y="0"/>
                </a:cubicBezTo>
                <a:lnTo>
                  <a:pt x="0" y="951987"/>
                </a:lnTo>
                <a:cubicBezTo>
                  <a:pt x="4952" y="960230"/>
                  <a:pt x="9904" y="968532"/>
                  <a:pt x="14739" y="976848"/>
                </a:cubicBezTo>
                <a:cubicBezTo>
                  <a:pt x="19575" y="985150"/>
                  <a:pt x="24293" y="993510"/>
                  <a:pt x="29027" y="1001928"/>
                </a:cubicBezTo>
                <a:lnTo>
                  <a:pt x="1636397" y="103946"/>
                </a:lnTo>
                <a:close/>
                <a:moveTo>
                  <a:pt x="1636397" y="103946"/>
                </a:moveTo>
              </a:path>
            </a:pathLst>
          </a:custGeom>
          <a:solidFill xmlns:a="http://schemas.openxmlformats.org/drawingml/2006/main">
            <a:srgbClr val="8CA6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0F7C6-3A57-4243-9151-D2FE1E21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077" y="1792466"/>
            <a:ext cx="1636397" cy="1001928"/>
          </a:xfrm>
          <a:custGeom xmlns:a="http://schemas.openxmlformats.org/drawingml/2006/main">
            <a:pathLst>
              <a:path w="1636397" h="1001928" fill="none">
                <a:moveTo>
                  <a:pt x="1636397" y="103946"/>
                </a:moveTo>
                <a:cubicBezTo>
                  <a:pt x="1626610" y="86483"/>
                  <a:pt x="1616706" y="69079"/>
                  <a:pt x="1606642" y="51718"/>
                </a:cubicBezTo>
                <a:cubicBezTo>
                  <a:pt x="1596563" y="34372"/>
                  <a:pt x="1586324" y="17128"/>
                  <a:pt x="1575969" y="0"/>
                </a:cubicBezTo>
                <a:lnTo>
                  <a:pt x="0" y="951987"/>
                </a:lnTo>
                <a:cubicBezTo>
                  <a:pt x="4952" y="960230"/>
                  <a:pt x="9904" y="968532"/>
                  <a:pt x="14739" y="976848"/>
                </a:cubicBezTo>
                <a:cubicBezTo>
                  <a:pt x="19575" y="985150"/>
                  <a:pt x="24293" y="993510"/>
                  <a:pt x="29027" y="1001928"/>
                </a:cubicBezTo>
                <a:lnTo>
                  <a:pt x="1636397" y="103946"/>
                </a:lnTo>
                <a:close/>
                <a:moveTo>
                  <a:pt x="1636397" y="103946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0DC01-D0FC-4A17-87F0-88D3E03C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104" y="1896412"/>
            <a:ext cx="1664200" cy="948856"/>
          </a:xfrm>
          <a:custGeom xmlns:a="http://schemas.openxmlformats.org/drawingml/2006/main">
            <a:pathLst>
              <a:path w="1664200" h="948856">
                <a:moveTo>
                  <a:pt x="1664200" y="105985"/>
                </a:moveTo>
                <a:cubicBezTo>
                  <a:pt x="1655039" y="88187"/>
                  <a:pt x="1645718" y="70433"/>
                  <a:pt x="1636266" y="52738"/>
                </a:cubicBezTo>
                <a:cubicBezTo>
                  <a:pt x="1626770" y="35100"/>
                  <a:pt x="1617157" y="17521"/>
                  <a:pt x="1607370" y="0"/>
                </a:cubicBezTo>
                <a:lnTo>
                  <a:pt x="0" y="897982"/>
                </a:lnTo>
                <a:cubicBezTo>
                  <a:pt x="4661" y="906357"/>
                  <a:pt x="9263" y="914775"/>
                  <a:pt x="13822" y="923310"/>
                </a:cubicBezTo>
                <a:cubicBezTo>
                  <a:pt x="18366" y="931786"/>
                  <a:pt x="22866" y="940263"/>
                  <a:pt x="27250" y="948856"/>
                </a:cubicBezTo>
                <a:lnTo>
                  <a:pt x="1664200" y="105985"/>
                </a:lnTo>
                <a:close/>
                <a:moveTo>
                  <a:pt x="1664200" y="105985"/>
                </a:moveTo>
              </a:path>
            </a:pathLst>
          </a:custGeom>
          <a:solidFill xmlns:a="http://schemas.openxmlformats.org/drawingml/2006/main">
            <a:srgbClr val="F4FA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4CB07-9EFA-48A6-B42E-7E3A9450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104" y="1896412"/>
            <a:ext cx="1664200" cy="948856"/>
          </a:xfrm>
          <a:custGeom xmlns:a="http://schemas.openxmlformats.org/drawingml/2006/main">
            <a:pathLst>
              <a:path w="1664200" h="948856" fill="none">
                <a:moveTo>
                  <a:pt x="1664200" y="105985"/>
                </a:moveTo>
                <a:cubicBezTo>
                  <a:pt x="1655039" y="88187"/>
                  <a:pt x="1645718" y="70433"/>
                  <a:pt x="1636266" y="52738"/>
                </a:cubicBezTo>
                <a:cubicBezTo>
                  <a:pt x="1626770" y="35100"/>
                  <a:pt x="1617157" y="17521"/>
                  <a:pt x="1607370" y="0"/>
                </a:cubicBezTo>
                <a:lnTo>
                  <a:pt x="0" y="897982"/>
                </a:lnTo>
                <a:cubicBezTo>
                  <a:pt x="4661" y="906357"/>
                  <a:pt x="9263" y="914775"/>
                  <a:pt x="13822" y="923310"/>
                </a:cubicBezTo>
                <a:cubicBezTo>
                  <a:pt x="18366" y="931786"/>
                  <a:pt x="22866" y="940263"/>
                  <a:pt x="27250" y="948856"/>
                </a:cubicBezTo>
                <a:lnTo>
                  <a:pt x="1664200" y="105985"/>
                </a:lnTo>
                <a:close/>
                <a:moveTo>
                  <a:pt x="1664200" y="10598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F6D39-C470-4C2B-BF6E-831FB38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354" y="2002397"/>
            <a:ext cx="1690198" cy="894574"/>
          </a:xfrm>
          <a:custGeom xmlns:a="http://schemas.openxmlformats.org/drawingml/2006/main">
            <a:pathLst>
              <a:path w="1690198" h="894574">
                <a:moveTo>
                  <a:pt x="1690198" y="107820"/>
                </a:moveTo>
                <a:cubicBezTo>
                  <a:pt x="1681619" y="89731"/>
                  <a:pt x="1672910" y="71628"/>
                  <a:pt x="1664025" y="53655"/>
                </a:cubicBezTo>
                <a:cubicBezTo>
                  <a:pt x="1655156" y="35741"/>
                  <a:pt x="1646170" y="17812"/>
                  <a:pt x="1636950" y="0"/>
                </a:cubicBezTo>
                <a:lnTo>
                  <a:pt x="0" y="842870"/>
                </a:lnTo>
                <a:cubicBezTo>
                  <a:pt x="4428" y="851391"/>
                  <a:pt x="8753" y="859984"/>
                  <a:pt x="13021" y="868635"/>
                </a:cubicBezTo>
                <a:cubicBezTo>
                  <a:pt x="17288" y="877228"/>
                  <a:pt x="21439" y="885879"/>
                  <a:pt x="25531" y="894574"/>
                </a:cubicBezTo>
                <a:lnTo>
                  <a:pt x="1690198" y="107820"/>
                </a:lnTo>
                <a:close/>
                <a:moveTo>
                  <a:pt x="1690198" y="107820"/>
                </a:moveTo>
              </a:path>
            </a:pathLst>
          </a:custGeom>
          <a:solidFill xmlns:a="http://schemas.openxmlformats.org/drawingml/2006/main">
            <a:srgbClr val="F4FA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13996-DB35-4044-BA9D-066983D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354" y="2002397"/>
            <a:ext cx="1690198" cy="894574"/>
          </a:xfrm>
          <a:custGeom xmlns:a="http://schemas.openxmlformats.org/drawingml/2006/main">
            <a:pathLst>
              <a:path w="1690198" h="894574" fill="none">
                <a:moveTo>
                  <a:pt x="1690198" y="107820"/>
                </a:moveTo>
                <a:cubicBezTo>
                  <a:pt x="1681619" y="89731"/>
                  <a:pt x="1672910" y="71628"/>
                  <a:pt x="1664025" y="53655"/>
                </a:cubicBezTo>
                <a:cubicBezTo>
                  <a:pt x="1655156" y="35741"/>
                  <a:pt x="1646170" y="17812"/>
                  <a:pt x="1636950" y="0"/>
                </a:cubicBezTo>
                <a:lnTo>
                  <a:pt x="0" y="842870"/>
                </a:lnTo>
                <a:cubicBezTo>
                  <a:pt x="4428" y="851391"/>
                  <a:pt x="8753" y="859984"/>
                  <a:pt x="13021" y="868635"/>
                </a:cubicBezTo>
                <a:cubicBezTo>
                  <a:pt x="17288" y="877228"/>
                  <a:pt x="21439" y="885879"/>
                  <a:pt x="25531" y="894574"/>
                </a:cubicBezTo>
                <a:lnTo>
                  <a:pt x="1690198" y="107820"/>
                </a:lnTo>
                <a:close/>
                <a:moveTo>
                  <a:pt x="1690198" y="10782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76C3A-977C-45B4-AEBF-5ED2E2D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886" y="2110217"/>
            <a:ext cx="1714229" cy="839390"/>
          </a:xfrm>
          <a:custGeom xmlns:a="http://schemas.openxmlformats.org/drawingml/2006/main">
            <a:pathLst>
              <a:path w="1714229" h="839390">
                <a:moveTo>
                  <a:pt x="1714229" y="109568"/>
                </a:moveTo>
                <a:cubicBezTo>
                  <a:pt x="1706262" y="91202"/>
                  <a:pt x="1698121" y="72822"/>
                  <a:pt x="1689877" y="54558"/>
                </a:cubicBezTo>
                <a:cubicBezTo>
                  <a:pt x="1681619" y="36294"/>
                  <a:pt x="1673201" y="18147"/>
                  <a:pt x="1664666" y="0"/>
                </a:cubicBezTo>
                <a:lnTo>
                  <a:pt x="0" y="786754"/>
                </a:lnTo>
                <a:cubicBezTo>
                  <a:pt x="4165" y="795463"/>
                  <a:pt x="8200" y="804231"/>
                  <a:pt x="12132" y="812984"/>
                </a:cubicBezTo>
                <a:cubicBezTo>
                  <a:pt x="16108" y="821752"/>
                  <a:pt x="19982" y="830564"/>
                  <a:pt x="23784" y="839390"/>
                </a:cubicBezTo>
                <a:lnTo>
                  <a:pt x="1714229" y="109568"/>
                </a:lnTo>
                <a:close/>
                <a:moveTo>
                  <a:pt x="1714229" y="109568"/>
                </a:moveTo>
              </a:path>
            </a:pathLst>
          </a:custGeom>
          <a:solidFill xmlns:a="http://schemas.openxmlformats.org/drawingml/2006/main">
            <a:srgbClr val="8CA6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F0E86-10E0-49AF-B82F-2AD034C6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886" y="2110217"/>
            <a:ext cx="1714229" cy="839390"/>
          </a:xfrm>
          <a:custGeom xmlns:a="http://schemas.openxmlformats.org/drawingml/2006/main">
            <a:pathLst>
              <a:path w="1714229" h="839390" fill="none">
                <a:moveTo>
                  <a:pt x="1714229" y="109568"/>
                </a:moveTo>
                <a:cubicBezTo>
                  <a:pt x="1706262" y="91202"/>
                  <a:pt x="1698121" y="72822"/>
                  <a:pt x="1689877" y="54558"/>
                </a:cubicBezTo>
                <a:cubicBezTo>
                  <a:pt x="1681619" y="36294"/>
                  <a:pt x="1673201" y="18147"/>
                  <a:pt x="1664666" y="0"/>
                </a:cubicBezTo>
                <a:lnTo>
                  <a:pt x="0" y="786754"/>
                </a:lnTo>
                <a:cubicBezTo>
                  <a:pt x="4165" y="795463"/>
                  <a:pt x="8200" y="804231"/>
                  <a:pt x="12132" y="812984"/>
                </a:cubicBezTo>
                <a:cubicBezTo>
                  <a:pt x="16108" y="821752"/>
                  <a:pt x="19982" y="830564"/>
                  <a:pt x="23784" y="839390"/>
                </a:cubicBezTo>
                <a:lnTo>
                  <a:pt x="1714229" y="109568"/>
                </a:lnTo>
                <a:close/>
                <a:moveTo>
                  <a:pt x="1714229" y="10956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808A1-9B6E-404F-8609-3990FEEE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669" y="2219785"/>
            <a:ext cx="1736177" cy="783186"/>
          </a:xfrm>
          <a:custGeom xmlns:a="http://schemas.openxmlformats.org/drawingml/2006/main">
            <a:pathLst>
              <a:path w="1736177" h="783186">
                <a:moveTo>
                  <a:pt x="1736177" y="111228"/>
                </a:moveTo>
                <a:cubicBezTo>
                  <a:pt x="1728895" y="92571"/>
                  <a:pt x="1721395" y="73958"/>
                  <a:pt x="1713763" y="55418"/>
                </a:cubicBezTo>
                <a:cubicBezTo>
                  <a:pt x="1706146" y="36862"/>
                  <a:pt x="1698354" y="18439"/>
                  <a:pt x="1690445" y="0"/>
                </a:cubicBezTo>
                <a:lnTo>
                  <a:pt x="0" y="729822"/>
                </a:lnTo>
                <a:cubicBezTo>
                  <a:pt x="3816" y="738633"/>
                  <a:pt x="7573" y="747503"/>
                  <a:pt x="11215" y="756387"/>
                </a:cubicBezTo>
                <a:cubicBezTo>
                  <a:pt x="14914" y="765315"/>
                  <a:pt x="18497" y="774185"/>
                  <a:pt x="22021" y="783186"/>
                </a:cubicBezTo>
                <a:lnTo>
                  <a:pt x="1736177" y="111228"/>
                </a:lnTo>
                <a:close/>
                <a:moveTo>
                  <a:pt x="1736177" y="111228"/>
                </a:moveTo>
              </a:path>
            </a:pathLst>
          </a:custGeom>
          <a:solidFill xmlns:a="http://schemas.openxmlformats.org/drawingml/2006/main">
            <a:srgbClr val="FBFD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39D77-A97D-4296-84D7-B75257A0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6669" y="2219785"/>
            <a:ext cx="1736177" cy="783186"/>
          </a:xfrm>
          <a:custGeom xmlns:a="http://schemas.openxmlformats.org/drawingml/2006/main">
            <a:pathLst>
              <a:path w="1736177" h="783186" fill="none">
                <a:moveTo>
                  <a:pt x="1736177" y="111228"/>
                </a:moveTo>
                <a:cubicBezTo>
                  <a:pt x="1728895" y="92571"/>
                  <a:pt x="1721395" y="73958"/>
                  <a:pt x="1713763" y="55418"/>
                </a:cubicBezTo>
                <a:cubicBezTo>
                  <a:pt x="1706146" y="36862"/>
                  <a:pt x="1698354" y="18439"/>
                  <a:pt x="1690445" y="0"/>
                </a:cubicBezTo>
                <a:lnTo>
                  <a:pt x="0" y="729822"/>
                </a:lnTo>
                <a:cubicBezTo>
                  <a:pt x="3816" y="738633"/>
                  <a:pt x="7573" y="747503"/>
                  <a:pt x="11215" y="756387"/>
                </a:cubicBezTo>
                <a:cubicBezTo>
                  <a:pt x="14914" y="765315"/>
                  <a:pt x="18497" y="774185"/>
                  <a:pt x="22021" y="783186"/>
                </a:cubicBezTo>
                <a:lnTo>
                  <a:pt x="1736177" y="111228"/>
                </a:lnTo>
                <a:close/>
                <a:moveTo>
                  <a:pt x="1736177" y="11122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7D1BC-6B71-4550-8FDB-599B957B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691" y="2331013"/>
            <a:ext cx="1828516" cy="836083"/>
          </a:xfrm>
          <a:custGeom xmlns:a="http://schemas.openxmlformats.org/drawingml/2006/main">
            <a:pathLst>
              <a:path w="1828516" h="836083">
                <a:moveTo>
                  <a:pt x="1828516" y="341972"/>
                </a:moveTo>
                <a:cubicBezTo>
                  <a:pt x="1812364" y="284064"/>
                  <a:pt x="1794785" y="226549"/>
                  <a:pt x="1775720" y="169544"/>
                </a:cubicBezTo>
                <a:cubicBezTo>
                  <a:pt x="1756655" y="112481"/>
                  <a:pt x="1736119" y="55986"/>
                  <a:pt x="1714156" y="0"/>
                </a:cubicBezTo>
                <a:lnTo>
                  <a:pt x="0" y="671957"/>
                </a:lnTo>
                <a:cubicBezTo>
                  <a:pt x="10530" y="698800"/>
                  <a:pt x="20361" y="725948"/>
                  <a:pt x="29522" y="753314"/>
                </a:cubicBezTo>
                <a:cubicBezTo>
                  <a:pt x="38683" y="780724"/>
                  <a:pt x="47101" y="808324"/>
                  <a:pt x="54849" y="836083"/>
                </a:cubicBezTo>
                <a:lnTo>
                  <a:pt x="1828516" y="341972"/>
                </a:lnTo>
                <a:close/>
                <a:moveTo>
                  <a:pt x="1828516" y="341972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B42CE-F6D2-4D91-9206-616A33B0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691" y="2331013"/>
            <a:ext cx="1828516" cy="836083"/>
          </a:xfrm>
          <a:custGeom xmlns:a="http://schemas.openxmlformats.org/drawingml/2006/main">
            <a:pathLst>
              <a:path w="1828516" h="836083" fill="none">
                <a:moveTo>
                  <a:pt x="1828516" y="341972"/>
                </a:moveTo>
                <a:cubicBezTo>
                  <a:pt x="1812364" y="284064"/>
                  <a:pt x="1794785" y="226549"/>
                  <a:pt x="1775720" y="169544"/>
                </a:cubicBezTo>
                <a:cubicBezTo>
                  <a:pt x="1756655" y="112481"/>
                  <a:pt x="1736119" y="55986"/>
                  <a:pt x="1714156" y="0"/>
                </a:cubicBezTo>
                <a:lnTo>
                  <a:pt x="0" y="671957"/>
                </a:lnTo>
                <a:cubicBezTo>
                  <a:pt x="10530" y="698800"/>
                  <a:pt x="20361" y="725948"/>
                  <a:pt x="29522" y="753314"/>
                </a:cubicBezTo>
                <a:cubicBezTo>
                  <a:pt x="38683" y="780724"/>
                  <a:pt x="47101" y="808324"/>
                  <a:pt x="54849" y="836083"/>
                </a:cubicBezTo>
                <a:lnTo>
                  <a:pt x="1828516" y="341972"/>
                </a:lnTo>
                <a:close/>
                <a:moveTo>
                  <a:pt x="1828516" y="341972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6FA89-ADC2-45C6-B23C-6ED7301A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540" y="2672985"/>
            <a:ext cx="1803989" cy="549981"/>
          </a:xfrm>
          <a:custGeom xmlns:a="http://schemas.openxmlformats.org/drawingml/2006/main">
            <a:pathLst>
              <a:path w="1803989" h="549981">
                <a:moveTo>
                  <a:pt x="1803989" y="116355"/>
                </a:moveTo>
                <a:cubicBezTo>
                  <a:pt x="1799270" y="96897"/>
                  <a:pt x="1794377" y="77439"/>
                  <a:pt x="1789308" y="58039"/>
                </a:cubicBezTo>
                <a:cubicBezTo>
                  <a:pt x="1784240" y="38698"/>
                  <a:pt x="1779070" y="19298"/>
                  <a:pt x="1773666" y="0"/>
                </a:cubicBezTo>
                <a:lnTo>
                  <a:pt x="0" y="494112"/>
                </a:lnTo>
                <a:cubicBezTo>
                  <a:pt x="2607" y="503389"/>
                  <a:pt x="5112" y="512725"/>
                  <a:pt x="7501" y="521988"/>
                </a:cubicBezTo>
                <a:cubicBezTo>
                  <a:pt x="9947" y="531324"/>
                  <a:pt x="12278" y="540659"/>
                  <a:pt x="14564" y="549981"/>
                </a:cubicBezTo>
                <a:lnTo>
                  <a:pt x="1803989" y="116355"/>
                </a:lnTo>
                <a:close/>
                <a:moveTo>
                  <a:pt x="1803989" y="116355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E1F7F-0735-4B58-A070-3D9FA99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540" y="2672985"/>
            <a:ext cx="1803989" cy="549981"/>
          </a:xfrm>
          <a:custGeom xmlns:a="http://schemas.openxmlformats.org/drawingml/2006/main">
            <a:pathLst>
              <a:path w="1803989" h="549981" fill="none">
                <a:moveTo>
                  <a:pt x="1803989" y="116355"/>
                </a:moveTo>
                <a:cubicBezTo>
                  <a:pt x="1799270" y="96897"/>
                  <a:pt x="1794377" y="77439"/>
                  <a:pt x="1789308" y="58039"/>
                </a:cubicBezTo>
                <a:cubicBezTo>
                  <a:pt x="1784240" y="38698"/>
                  <a:pt x="1779070" y="19298"/>
                  <a:pt x="1773666" y="0"/>
                </a:cubicBezTo>
                <a:lnTo>
                  <a:pt x="0" y="494112"/>
                </a:lnTo>
                <a:cubicBezTo>
                  <a:pt x="2607" y="503389"/>
                  <a:pt x="5112" y="512725"/>
                  <a:pt x="7501" y="521988"/>
                </a:cubicBezTo>
                <a:cubicBezTo>
                  <a:pt x="9947" y="531324"/>
                  <a:pt x="12278" y="540659"/>
                  <a:pt x="14564" y="549981"/>
                </a:cubicBezTo>
                <a:lnTo>
                  <a:pt x="1803989" y="116355"/>
                </a:lnTo>
                <a:close/>
                <a:moveTo>
                  <a:pt x="1803989" y="11635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392CF-B218-4DCA-BBDF-C44F6FE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105" y="2789340"/>
            <a:ext cx="1815714" cy="489946"/>
          </a:xfrm>
          <a:custGeom xmlns:a="http://schemas.openxmlformats.org/drawingml/2006/main">
            <a:pathLst>
              <a:path w="1815714" h="489946">
                <a:moveTo>
                  <a:pt x="1815714" y="117360"/>
                </a:moveTo>
                <a:cubicBezTo>
                  <a:pt x="1811665" y="97742"/>
                  <a:pt x="1807456" y="78109"/>
                  <a:pt x="1803072" y="58593"/>
                </a:cubicBezTo>
                <a:cubicBezTo>
                  <a:pt x="1798702" y="39018"/>
                  <a:pt x="1794144" y="19516"/>
                  <a:pt x="1789425" y="0"/>
                </a:cubicBezTo>
                <a:lnTo>
                  <a:pt x="0" y="433626"/>
                </a:lnTo>
                <a:cubicBezTo>
                  <a:pt x="2272" y="443020"/>
                  <a:pt x="4428" y="452341"/>
                  <a:pt x="6539" y="461735"/>
                </a:cubicBezTo>
                <a:cubicBezTo>
                  <a:pt x="8637" y="471114"/>
                  <a:pt x="10690" y="480567"/>
                  <a:pt x="12627" y="489946"/>
                </a:cubicBezTo>
                <a:lnTo>
                  <a:pt x="1815714" y="117360"/>
                </a:lnTo>
                <a:close/>
                <a:moveTo>
                  <a:pt x="1815714" y="117360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EDCA8-3284-48DC-9B1C-547435B3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105" y="2789340"/>
            <a:ext cx="1815714" cy="489946"/>
          </a:xfrm>
          <a:custGeom xmlns:a="http://schemas.openxmlformats.org/drawingml/2006/main">
            <a:pathLst>
              <a:path w="1815714" h="489946" fill="none">
                <a:moveTo>
                  <a:pt x="1815714" y="117360"/>
                </a:moveTo>
                <a:cubicBezTo>
                  <a:pt x="1811665" y="97742"/>
                  <a:pt x="1807456" y="78109"/>
                  <a:pt x="1803072" y="58593"/>
                </a:cubicBezTo>
                <a:cubicBezTo>
                  <a:pt x="1798702" y="39018"/>
                  <a:pt x="1794144" y="19516"/>
                  <a:pt x="1789425" y="0"/>
                </a:cubicBezTo>
                <a:lnTo>
                  <a:pt x="0" y="433626"/>
                </a:lnTo>
                <a:cubicBezTo>
                  <a:pt x="2272" y="443020"/>
                  <a:pt x="4428" y="452341"/>
                  <a:pt x="6539" y="461735"/>
                </a:cubicBezTo>
                <a:cubicBezTo>
                  <a:pt x="8637" y="471114"/>
                  <a:pt x="10690" y="480567"/>
                  <a:pt x="12627" y="489946"/>
                </a:cubicBezTo>
                <a:lnTo>
                  <a:pt x="1815714" y="117360"/>
                </a:lnTo>
                <a:close/>
                <a:moveTo>
                  <a:pt x="1815714" y="117360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4E789-3A98-4055-A937-C20960EC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732" y="2906700"/>
            <a:ext cx="1825443" cy="429315"/>
          </a:xfrm>
          <a:custGeom xmlns:a="http://schemas.openxmlformats.org/drawingml/2006/main">
            <a:pathLst>
              <a:path w="1825443" h="429315">
                <a:moveTo>
                  <a:pt x="1825443" y="118175"/>
                </a:moveTo>
                <a:cubicBezTo>
                  <a:pt x="1822020" y="98368"/>
                  <a:pt x="1818495" y="78691"/>
                  <a:pt x="1814796" y="59000"/>
                </a:cubicBezTo>
                <a:cubicBezTo>
                  <a:pt x="1811053" y="39266"/>
                  <a:pt x="1807179" y="19633"/>
                  <a:pt x="1803086" y="0"/>
                </a:cubicBezTo>
                <a:lnTo>
                  <a:pt x="0" y="372586"/>
                </a:lnTo>
                <a:cubicBezTo>
                  <a:pt x="1937" y="382039"/>
                  <a:pt x="3816" y="391476"/>
                  <a:pt x="5636" y="400929"/>
                </a:cubicBezTo>
                <a:cubicBezTo>
                  <a:pt x="7399" y="410366"/>
                  <a:pt x="9103" y="419819"/>
                  <a:pt x="10749" y="429315"/>
                </a:cubicBezTo>
                <a:lnTo>
                  <a:pt x="1825443" y="118175"/>
                </a:lnTo>
                <a:close/>
                <a:moveTo>
                  <a:pt x="1825443" y="118175"/>
                </a:moveTo>
              </a:path>
            </a:pathLst>
          </a:custGeom>
          <a:solidFill xmlns:a="http://schemas.openxmlformats.org/drawingml/2006/main">
            <a:srgbClr val="ECF7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ABB9F-B1F9-4487-B5A9-891FFB90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732" y="2906700"/>
            <a:ext cx="1825443" cy="429315"/>
          </a:xfrm>
          <a:custGeom xmlns:a="http://schemas.openxmlformats.org/drawingml/2006/main">
            <a:pathLst>
              <a:path w="1825443" h="429315" fill="none">
                <a:moveTo>
                  <a:pt x="1825443" y="118175"/>
                </a:moveTo>
                <a:cubicBezTo>
                  <a:pt x="1822020" y="98368"/>
                  <a:pt x="1818495" y="78691"/>
                  <a:pt x="1814796" y="59000"/>
                </a:cubicBezTo>
                <a:cubicBezTo>
                  <a:pt x="1811053" y="39266"/>
                  <a:pt x="1807179" y="19633"/>
                  <a:pt x="1803086" y="0"/>
                </a:cubicBezTo>
                <a:lnTo>
                  <a:pt x="0" y="372586"/>
                </a:lnTo>
                <a:cubicBezTo>
                  <a:pt x="1937" y="382039"/>
                  <a:pt x="3816" y="391476"/>
                  <a:pt x="5636" y="400929"/>
                </a:cubicBezTo>
                <a:cubicBezTo>
                  <a:pt x="7399" y="410366"/>
                  <a:pt x="9103" y="419819"/>
                  <a:pt x="10749" y="429315"/>
                </a:cubicBezTo>
                <a:lnTo>
                  <a:pt x="1825443" y="118175"/>
                </a:lnTo>
                <a:close/>
                <a:moveTo>
                  <a:pt x="1825443" y="11817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2A5FC-2513-41A8-A1D8-ABCA1D62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480" y="3024875"/>
            <a:ext cx="1833016" cy="368202"/>
          </a:xfrm>
          <a:custGeom xmlns:a="http://schemas.openxmlformats.org/drawingml/2006/main">
            <a:pathLst>
              <a:path w="1833016" h="368202">
                <a:moveTo>
                  <a:pt x="1833016" y="118845"/>
                </a:moveTo>
                <a:cubicBezTo>
                  <a:pt x="1830278" y="98980"/>
                  <a:pt x="1827380" y="79128"/>
                  <a:pt x="1824365" y="59335"/>
                </a:cubicBezTo>
                <a:cubicBezTo>
                  <a:pt x="1821292" y="39528"/>
                  <a:pt x="1818102" y="19735"/>
                  <a:pt x="1814694" y="0"/>
                </a:cubicBezTo>
                <a:lnTo>
                  <a:pt x="0" y="311139"/>
                </a:lnTo>
                <a:cubicBezTo>
                  <a:pt x="1602" y="320635"/>
                  <a:pt x="3131" y="330146"/>
                  <a:pt x="4617" y="339642"/>
                </a:cubicBezTo>
                <a:cubicBezTo>
                  <a:pt x="6088" y="349138"/>
                  <a:pt x="7457" y="358648"/>
                  <a:pt x="8768" y="368202"/>
                </a:cubicBezTo>
                <a:lnTo>
                  <a:pt x="1833016" y="118845"/>
                </a:lnTo>
                <a:close/>
                <a:moveTo>
                  <a:pt x="1833016" y="118845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1D47D-83D3-4A58-AF38-8F3D53CB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480" y="3024875"/>
            <a:ext cx="1833016" cy="368202"/>
          </a:xfrm>
          <a:custGeom xmlns:a="http://schemas.openxmlformats.org/drawingml/2006/main">
            <a:pathLst>
              <a:path w="1833016" h="368202" fill="none">
                <a:moveTo>
                  <a:pt x="1833016" y="118845"/>
                </a:moveTo>
                <a:cubicBezTo>
                  <a:pt x="1830278" y="98980"/>
                  <a:pt x="1827380" y="79128"/>
                  <a:pt x="1824365" y="59335"/>
                </a:cubicBezTo>
                <a:cubicBezTo>
                  <a:pt x="1821292" y="39528"/>
                  <a:pt x="1818102" y="19735"/>
                  <a:pt x="1814694" y="0"/>
                </a:cubicBezTo>
                <a:lnTo>
                  <a:pt x="0" y="311139"/>
                </a:lnTo>
                <a:cubicBezTo>
                  <a:pt x="1602" y="320635"/>
                  <a:pt x="3131" y="330146"/>
                  <a:pt x="4617" y="339642"/>
                </a:cubicBezTo>
                <a:cubicBezTo>
                  <a:pt x="6088" y="349138"/>
                  <a:pt x="7457" y="358648"/>
                  <a:pt x="8768" y="368202"/>
                </a:cubicBezTo>
                <a:lnTo>
                  <a:pt x="1833016" y="118845"/>
                </a:lnTo>
                <a:close/>
                <a:moveTo>
                  <a:pt x="1833016" y="11884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81DEE-EC8E-48C0-BBB6-9CAEF4CE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248" y="3143721"/>
            <a:ext cx="1838463" cy="306639"/>
          </a:xfrm>
          <a:custGeom xmlns:a="http://schemas.openxmlformats.org/drawingml/2006/main">
            <a:pathLst>
              <a:path w="1838463" h="306639">
                <a:moveTo>
                  <a:pt x="1838463" y="119355"/>
                </a:moveTo>
                <a:cubicBezTo>
                  <a:pt x="1836468" y="99446"/>
                  <a:pt x="1834254" y="79536"/>
                  <a:pt x="1831866" y="59612"/>
                </a:cubicBezTo>
                <a:cubicBezTo>
                  <a:pt x="1829477" y="39703"/>
                  <a:pt x="1826914" y="19851"/>
                  <a:pt x="1824248" y="0"/>
                </a:cubicBezTo>
                <a:lnTo>
                  <a:pt x="0" y="249357"/>
                </a:lnTo>
                <a:cubicBezTo>
                  <a:pt x="1311" y="258853"/>
                  <a:pt x="2505" y="268407"/>
                  <a:pt x="3641" y="277976"/>
                </a:cubicBezTo>
                <a:cubicBezTo>
                  <a:pt x="4777" y="287530"/>
                  <a:pt x="5855" y="297084"/>
                  <a:pt x="6816" y="306639"/>
                </a:cubicBezTo>
                <a:lnTo>
                  <a:pt x="1838463" y="119355"/>
                </a:lnTo>
                <a:close/>
                <a:moveTo>
                  <a:pt x="1838463" y="119355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A896C-697A-4981-BBBE-8CA1F31F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248" y="3143721"/>
            <a:ext cx="1838463" cy="306639"/>
          </a:xfrm>
          <a:custGeom xmlns:a="http://schemas.openxmlformats.org/drawingml/2006/main">
            <a:pathLst>
              <a:path w="1838463" h="306639" fill="none">
                <a:moveTo>
                  <a:pt x="1838463" y="119355"/>
                </a:moveTo>
                <a:cubicBezTo>
                  <a:pt x="1836468" y="99446"/>
                  <a:pt x="1834254" y="79536"/>
                  <a:pt x="1831866" y="59612"/>
                </a:cubicBezTo>
                <a:cubicBezTo>
                  <a:pt x="1829477" y="39703"/>
                  <a:pt x="1826914" y="19851"/>
                  <a:pt x="1824248" y="0"/>
                </a:cubicBezTo>
                <a:lnTo>
                  <a:pt x="0" y="249357"/>
                </a:lnTo>
                <a:cubicBezTo>
                  <a:pt x="1311" y="258853"/>
                  <a:pt x="2505" y="268407"/>
                  <a:pt x="3641" y="277976"/>
                </a:cubicBezTo>
                <a:cubicBezTo>
                  <a:pt x="4777" y="287530"/>
                  <a:pt x="5855" y="297084"/>
                  <a:pt x="6816" y="306639"/>
                </a:cubicBezTo>
                <a:lnTo>
                  <a:pt x="1838463" y="119355"/>
                </a:lnTo>
                <a:close/>
                <a:moveTo>
                  <a:pt x="1838463" y="119355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C2AE9-F1BB-4897-B7E9-FC416369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64" y="3263076"/>
            <a:ext cx="1841886" cy="244813"/>
          </a:xfrm>
          <a:custGeom xmlns:a="http://schemas.openxmlformats.org/drawingml/2006/main">
            <a:pathLst>
              <a:path w="1841886" h="244813">
                <a:moveTo>
                  <a:pt x="1841886" y="119821"/>
                </a:moveTo>
                <a:cubicBezTo>
                  <a:pt x="1840531" y="99853"/>
                  <a:pt x="1838987" y="79871"/>
                  <a:pt x="1837283" y="59903"/>
                </a:cubicBezTo>
                <a:cubicBezTo>
                  <a:pt x="1835579" y="39936"/>
                  <a:pt x="1833701" y="19968"/>
                  <a:pt x="1831647" y="0"/>
                </a:cubicBezTo>
                <a:lnTo>
                  <a:pt x="0" y="187284"/>
                </a:lnTo>
                <a:cubicBezTo>
                  <a:pt x="976" y="196852"/>
                  <a:pt x="1879" y="206465"/>
                  <a:pt x="2738" y="216019"/>
                </a:cubicBezTo>
                <a:cubicBezTo>
                  <a:pt x="3539" y="225632"/>
                  <a:pt x="4267" y="235186"/>
                  <a:pt x="4894" y="244813"/>
                </a:cubicBezTo>
                <a:lnTo>
                  <a:pt x="1841886" y="119821"/>
                </a:lnTo>
                <a:close/>
                <a:moveTo>
                  <a:pt x="1841886" y="119821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201B3-5350-4D19-9112-99EAD339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64" y="3263076"/>
            <a:ext cx="1841886" cy="244813"/>
          </a:xfrm>
          <a:custGeom xmlns:a="http://schemas.openxmlformats.org/drawingml/2006/main">
            <a:pathLst>
              <a:path w="1841886" h="244813" fill="none">
                <a:moveTo>
                  <a:pt x="1841886" y="119821"/>
                </a:moveTo>
                <a:cubicBezTo>
                  <a:pt x="1840531" y="99853"/>
                  <a:pt x="1838987" y="79871"/>
                  <a:pt x="1837283" y="59903"/>
                </a:cubicBezTo>
                <a:cubicBezTo>
                  <a:pt x="1835579" y="39936"/>
                  <a:pt x="1833701" y="19968"/>
                  <a:pt x="1831647" y="0"/>
                </a:cubicBezTo>
                <a:lnTo>
                  <a:pt x="0" y="187284"/>
                </a:lnTo>
                <a:cubicBezTo>
                  <a:pt x="976" y="196852"/>
                  <a:pt x="1879" y="206465"/>
                  <a:pt x="2738" y="216019"/>
                </a:cubicBezTo>
                <a:cubicBezTo>
                  <a:pt x="3539" y="225632"/>
                  <a:pt x="4267" y="235186"/>
                  <a:pt x="4894" y="244813"/>
                </a:cubicBezTo>
                <a:lnTo>
                  <a:pt x="1841886" y="119821"/>
                </a:lnTo>
                <a:close/>
                <a:moveTo>
                  <a:pt x="1841886" y="119821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61689-B08B-4648-AD37-1985073B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958" y="3382897"/>
            <a:ext cx="1843080" cy="182623"/>
          </a:xfrm>
          <a:custGeom xmlns:a="http://schemas.openxmlformats.org/drawingml/2006/main">
            <a:pathLst>
              <a:path w="1843080" h="182623">
                <a:moveTo>
                  <a:pt x="1843080" y="120098"/>
                </a:moveTo>
                <a:cubicBezTo>
                  <a:pt x="1842396" y="100072"/>
                  <a:pt x="1841551" y="80046"/>
                  <a:pt x="1840517" y="60020"/>
                </a:cubicBezTo>
                <a:cubicBezTo>
                  <a:pt x="1839555" y="40052"/>
                  <a:pt x="1838361" y="20026"/>
                  <a:pt x="1836992" y="0"/>
                </a:cubicBezTo>
                <a:lnTo>
                  <a:pt x="0" y="124992"/>
                </a:lnTo>
                <a:cubicBezTo>
                  <a:pt x="685" y="134604"/>
                  <a:pt x="1253" y="144217"/>
                  <a:pt x="1719" y="153771"/>
                </a:cubicBezTo>
                <a:cubicBezTo>
                  <a:pt x="2228" y="163383"/>
                  <a:pt x="2622" y="173010"/>
                  <a:pt x="2971" y="182623"/>
                </a:cubicBezTo>
                <a:lnTo>
                  <a:pt x="1843080" y="120098"/>
                </a:lnTo>
                <a:close/>
                <a:moveTo>
                  <a:pt x="1843080" y="120098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58A95-ACD2-4062-86B0-569412D7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958" y="3382897"/>
            <a:ext cx="1843080" cy="182623"/>
          </a:xfrm>
          <a:custGeom xmlns:a="http://schemas.openxmlformats.org/drawingml/2006/main">
            <a:pathLst>
              <a:path w="1843080" h="182623" fill="none">
                <a:moveTo>
                  <a:pt x="1843080" y="120098"/>
                </a:moveTo>
                <a:cubicBezTo>
                  <a:pt x="1842396" y="100072"/>
                  <a:pt x="1841551" y="80046"/>
                  <a:pt x="1840517" y="60020"/>
                </a:cubicBezTo>
                <a:cubicBezTo>
                  <a:pt x="1839555" y="40052"/>
                  <a:pt x="1838361" y="20026"/>
                  <a:pt x="1836992" y="0"/>
                </a:cubicBezTo>
                <a:lnTo>
                  <a:pt x="0" y="124992"/>
                </a:lnTo>
                <a:cubicBezTo>
                  <a:pt x="685" y="134604"/>
                  <a:pt x="1253" y="144217"/>
                  <a:pt x="1719" y="153771"/>
                </a:cubicBezTo>
                <a:cubicBezTo>
                  <a:pt x="2228" y="163383"/>
                  <a:pt x="2622" y="173010"/>
                  <a:pt x="2971" y="182623"/>
                </a:cubicBezTo>
                <a:lnTo>
                  <a:pt x="1843080" y="120098"/>
                </a:lnTo>
                <a:close/>
                <a:moveTo>
                  <a:pt x="1843080" y="12009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2B64C-3ABD-4137-9A5E-96465B41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29" y="3502995"/>
            <a:ext cx="1842163" cy="120258"/>
          </a:xfrm>
          <a:custGeom xmlns:a="http://schemas.openxmlformats.org/drawingml/2006/main">
            <a:pathLst>
              <a:path w="1842163" h="120258">
                <a:moveTo>
                  <a:pt x="1842163" y="120258"/>
                </a:moveTo>
                <a:cubicBezTo>
                  <a:pt x="1842163" y="100188"/>
                  <a:pt x="1841988" y="80162"/>
                  <a:pt x="1841653" y="60136"/>
                </a:cubicBezTo>
                <a:cubicBezTo>
                  <a:pt x="1841303" y="40110"/>
                  <a:pt x="1840793" y="20026"/>
                  <a:pt x="1840109" y="0"/>
                </a:cubicBezTo>
                <a:lnTo>
                  <a:pt x="0" y="62525"/>
                </a:lnTo>
                <a:cubicBezTo>
                  <a:pt x="335" y="72137"/>
                  <a:pt x="568" y="81750"/>
                  <a:pt x="728" y="91362"/>
                </a:cubicBezTo>
                <a:cubicBezTo>
                  <a:pt x="903" y="101033"/>
                  <a:pt x="961" y="110646"/>
                  <a:pt x="961" y="120258"/>
                </a:cubicBezTo>
                <a:lnTo>
                  <a:pt x="1842163" y="120258"/>
                </a:lnTo>
                <a:close/>
                <a:moveTo>
                  <a:pt x="1842163" y="120258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25702-5F3A-45EC-9B49-B892384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29" y="3502995"/>
            <a:ext cx="1842163" cy="120258"/>
          </a:xfrm>
          <a:custGeom xmlns:a="http://schemas.openxmlformats.org/drawingml/2006/main">
            <a:pathLst>
              <a:path w="1842163" h="120258" fill="none">
                <a:moveTo>
                  <a:pt x="1842163" y="120258"/>
                </a:moveTo>
                <a:cubicBezTo>
                  <a:pt x="1842163" y="100188"/>
                  <a:pt x="1841988" y="80162"/>
                  <a:pt x="1841653" y="60136"/>
                </a:cubicBezTo>
                <a:cubicBezTo>
                  <a:pt x="1841303" y="40110"/>
                  <a:pt x="1840793" y="20026"/>
                  <a:pt x="1840109" y="0"/>
                </a:cubicBezTo>
                <a:lnTo>
                  <a:pt x="0" y="62525"/>
                </a:lnTo>
                <a:cubicBezTo>
                  <a:pt x="335" y="72137"/>
                  <a:pt x="568" y="81750"/>
                  <a:pt x="728" y="91362"/>
                </a:cubicBezTo>
                <a:cubicBezTo>
                  <a:pt x="903" y="101033"/>
                  <a:pt x="961" y="110646"/>
                  <a:pt x="961" y="120258"/>
                </a:cubicBezTo>
                <a:lnTo>
                  <a:pt x="1842163" y="120258"/>
                </a:lnTo>
                <a:close/>
                <a:moveTo>
                  <a:pt x="1842163" y="120258"/>
                </a:moveTo>
              </a:path>
            </a:pathLst>
          </a:custGeom>
          <a:noFill xmlns:a="http://schemas.openxmlformats.org/drawingml/2006/main"/>
          <a:ln xmlns:a="http://schemas.openxmlformats.org/drawingml/2006/main" w="7282" cap="flat">
            <a:solidFill>
              <a:srgbClr val="FFFFFF"/>
            </a:solidFill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38D51-5BDF-45CE-923F-0EF5CE61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67" y="3623253"/>
            <a:ext cx="1800523" cy="1710297"/>
          </a:xfrm>
          <a:custGeom xmlns:a="http://schemas.openxmlformats.org/drawingml/2006/main">
            <a:pathLst>
              <a:path w="1800523" h="1710297">
                <a:moveTo>
                  <a:pt x="0" y="1696533"/>
                </a:moveTo>
                <a:cubicBezTo>
                  <a:pt x="231268" y="1710297"/>
                  <a:pt x="462929" y="1676624"/>
                  <a:pt x="680769" y="1597597"/>
                </a:cubicBezTo>
                <a:cubicBezTo>
                  <a:pt x="898550" y="1518571"/>
                  <a:pt x="1097908" y="1395851"/>
                  <a:pt x="1266476" y="1236954"/>
                </a:cubicBezTo>
                <a:cubicBezTo>
                  <a:pt x="1435102" y="1078056"/>
                  <a:pt x="1569488" y="886331"/>
                  <a:pt x="1661302" y="673661"/>
                </a:cubicBezTo>
                <a:cubicBezTo>
                  <a:pt x="1753130" y="460948"/>
                  <a:pt x="1800523" y="231676"/>
                  <a:pt x="1800523" y="0"/>
                </a:cubicBezTo>
                <a:lnTo>
                  <a:pt x="738284" y="0"/>
                </a:lnTo>
                <a:cubicBezTo>
                  <a:pt x="738284" y="86877"/>
                  <a:pt x="720544" y="172850"/>
                  <a:pt x="686114" y="252605"/>
                </a:cubicBezTo>
                <a:cubicBezTo>
                  <a:pt x="651640" y="332374"/>
                  <a:pt x="601291" y="404278"/>
                  <a:pt x="538023" y="463847"/>
                </a:cubicBezTo>
                <a:cubicBezTo>
                  <a:pt x="474814" y="523415"/>
                  <a:pt x="400069" y="569439"/>
                  <a:pt x="318363" y="599077"/>
                </a:cubicBezTo>
                <a:cubicBezTo>
                  <a:pt x="236730" y="628716"/>
                  <a:pt x="149853" y="641358"/>
                  <a:pt x="63093" y="636173"/>
                </a:cubicBezTo>
                <a:lnTo>
                  <a:pt x="0" y="1696533"/>
                </a:lnTo>
                <a:close/>
                <a:moveTo>
                  <a:pt x="0" y="1696533"/>
                </a:moveTo>
              </a:path>
            </a:pathLst>
          </a:custGeom>
          <a:solidFill xmlns:a="http://schemas.openxmlformats.org/drawingml/2006/main">
            <a:srgbClr val="F7BDA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E15B4-193B-486D-9A23-E4F6F25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67" y="3623253"/>
            <a:ext cx="1800523" cy="1710297"/>
          </a:xfrm>
          <a:custGeom xmlns:a="http://schemas.openxmlformats.org/drawingml/2006/main">
            <a:pathLst>
              <a:path w="1800523" h="1710297" fill="none">
                <a:moveTo>
                  <a:pt x="0" y="1696533"/>
                </a:moveTo>
                <a:cubicBezTo>
                  <a:pt x="231268" y="1710297"/>
                  <a:pt x="462929" y="1676624"/>
                  <a:pt x="680769" y="1597597"/>
                </a:cubicBezTo>
                <a:cubicBezTo>
                  <a:pt x="898550" y="1518571"/>
                  <a:pt x="1097908" y="1395851"/>
                  <a:pt x="1266476" y="1236954"/>
                </a:cubicBezTo>
                <a:cubicBezTo>
                  <a:pt x="1435102" y="1078056"/>
                  <a:pt x="1569488" y="886331"/>
                  <a:pt x="1661302" y="673661"/>
                </a:cubicBezTo>
                <a:cubicBezTo>
                  <a:pt x="1753130" y="460948"/>
                  <a:pt x="1800523" y="231676"/>
                  <a:pt x="1800523" y="0"/>
                </a:cubicBezTo>
                <a:lnTo>
                  <a:pt x="738284" y="0"/>
                </a:lnTo>
                <a:cubicBezTo>
                  <a:pt x="738284" y="86877"/>
                  <a:pt x="720544" y="172850"/>
                  <a:pt x="686114" y="252605"/>
                </a:cubicBezTo>
                <a:cubicBezTo>
                  <a:pt x="651640" y="332374"/>
                  <a:pt x="601291" y="404278"/>
                  <a:pt x="538023" y="463847"/>
                </a:cubicBezTo>
                <a:cubicBezTo>
                  <a:pt x="474814" y="523415"/>
                  <a:pt x="400069" y="569439"/>
                  <a:pt x="318363" y="599077"/>
                </a:cubicBezTo>
                <a:cubicBezTo>
                  <a:pt x="236730" y="628716"/>
                  <a:pt x="149853" y="641358"/>
                  <a:pt x="63093" y="636173"/>
                </a:cubicBezTo>
                <a:lnTo>
                  <a:pt x="0" y="1696533"/>
                </a:lnTo>
                <a:close/>
                <a:moveTo>
                  <a:pt x="0" y="1696533"/>
                </a:moveTo>
              </a:path>
            </a:pathLst>
          </a:custGeom>
          <a:noFill xmlns:a="http://schemas.openxmlformats.org/drawingml/2006/main"/>
          <a:ln xmlns:a="http://schemas.openxmlformats.org/drawingml/2006/main" w="14564" cap="flat">
            <a:solidFill>
              <a:srgbClr val="FFFFFF"/>
            </a:solidFill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0E027-AE21-42D8-8DCC-A1FDE191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331" y="3741604"/>
            <a:ext cx="1632129" cy="1578183"/>
          </a:xfrm>
          <a:custGeom xmlns:a="http://schemas.openxmlformats.org/drawingml/2006/main">
            <a:pathLst>
              <a:path w="1632129" h="1578183">
                <a:moveTo>
                  <a:pt x="0" y="197289"/>
                </a:moveTo>
                <a:cubicBezTo>
                  <a:pt x="70331" y="569249"/>
                  <a:pt x="262960" y="907303"/>
                  <a:pt x="547141" y="1157461"/>
                </a:cubicBezTo>
                <a:cubicBezTo>
                  <a:pt x="831321" y="1407561"/>
                  <a:pt x="1191105" y="1555710"/>
                  <a:pt x="1569036" y="1578183"/>
                </a:cubicBezTo>
                <a:lnTo>
                  <a:pt x="1632129" y="517822"/>
                </a:lnTo>
                <a:cubicBezTo>
                  <a:pt x="1490403" y="509404"/>
                  <a:pt x="1355523" y="453885"/>
                  <a:pt x="1248897" y="360061"/>
                </a:cubicBezTo>
                <a:cubicBezTo>
                  <a:pt x="1142344" y="266252"/>
                  <a:pt x="1070090" y="139498"/>
                  <a:pt x="1043743" y="0"/>
                </a:cubicBezTo>
                <a:lnTo>
                  <a:pt x="0" y="197289"/>
                </a:lnTo>
                <a:close/>
                <a:moveTo>
                  <a:pt x="0" y="197289"/>
                </a:moveTo>
              </a:path>
            </a:pathLst>
          </a:custGeom>
          <a:solidFill xmlns:a="http://schemas.openxmlformats.org/drawingml/2006/main">
            <a:srgbClr val="D767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60217-56E4-43B0-839A-C337B039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331" y="3741604"/>
            <a:ext cx="1632129" cy="1578183"/>
          </a:xfrm>
          <a:custGeom xmlns:a="http://schemas.openxmlformats.org/drawingml/2006/main">
            <a:pathLst>
              <a:path w="1632129" h="1578183" fill="none">
                <a:moveTo>
                  <a:pt x="0" y="197289"/>
                </a:moveTo>
                <a:cubicBezTo>
                  <a:pt x="70331" y="569249"/>
                  <a:pt x="262960" y="907303"/>
                  <a:pt x="547141" y="1157461"/>
                </a:cubicBezTo>
                <a:cubicBezTo>
                  <a:pt x="831321" y="1407561"/>
                  <a:pt x="1191105" y="1555710"/>
                  <a:pt x="1569036" y="1578183"/>
                </a:cubicBezTo>
                <a:lnTo>
                  <a:pt x="1632129" y="517822"/>
                </a:lnTo>
                <a:cubicBezTo>
                  <a:pt x="1490403" y="509404"/>
                  <a:pt x="1355523" y="453885"/>
                  <a:pt x="1248897" y="360061"/>
                </a:cubicBezTo>
                <a:cubicBezTo>
                  <a:pt x="1142344" y="266252"/>
                  <a:pt x="1070090" y="139498"/>
                  <a:pt x="1043743" y="0"/>
                </a:cubicBezTo>
                <a:lnTo>
                  <a:pt x="0" y="197289"/>
                </a:lnTo>
                <a:close/>
                <a:moveTo>
                  <a:pt x="0" y="197289"/>
                </a:moveTo>
              </a:path>
            </a:pathLst>
          </a:custGeom>
          <a:noFill xmlns:a="http://schemas.openxmlformats.org/drawingml/2006/main"/>
          <a:ln xmlns:a="http://schemas.openxmlformats.org/drawingml/2006/main" w="14564" cap="flat">
            <a:solidFill>
              <a:srgbClr val="FFFFFF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949F1-5008-4E59-9099-684A7847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35" y="2105658"/>
            <a:ext cx="1451546" cy="1833235"/>
          </a:xfrm>
          <a:custGeom xmlns:a="http://schemas.openxmlformats.org/drawingml/2006/main">
            <a:pathLst>
              <a:path w="1451546" h="1833235">
                <a:moveTo>
                  <a:pt x="973367" y="0"/>
                </a:moveTo>
                <a:cubicBezTo>
                  <a:pt x="644081" y="166020"/>
                  <a:pt x="377655" y="434718"/>
                  <a:pt x="214490" y="765373"/>
                </a:cubicBezTo>
                <a:cubicBezTo>
                  <a:pt x="51267" y="1095970"/>
                  <a:pt x="0" y="1470887"/>
                  <a:pt x="68496" y="1833235"/>
                </a:cubicBezTo>
                <a:lnTo>
                  <a:pt x="1112239" y="1635945"/>
                </a:lnTo>
                <a:cubicBezTo>
                  <a:pt x="1086591" y="1500074"/>
                  <a:pt x="1105758" y="1359499"/>
                  <a:pt x="1166972" y="1235468"/>
                </a:cubicBezTo>
                <a:cubicBezTo>
                  <a:pt x="1228186" y="1111511"/>
                  <a:pt x="1328098" y="1010754"/>
                  <a:pt x="1451546" y="948506"/>
                </a:cubicBezTo>
                <a:lnTo>
                  <a:pt x="973367" y="0"/>
                </a:lnTo>
                <a:close/>
                <a:moveTo>
                  <a:pt x="973367" y="0"/>
                </a:moveTo>
              </a:path>
            </a:pathLst>
          </a:custGeom>
          <a:solidFill xmlns:a="http://schemas.openxmlformats.org/drawingml/2006/main">
            <a:srgbClr val="EE997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2C8B9-FB59-4AA8-B646-4EDA75E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35" y="2105658"/>
            <a:ext cx="1451546" cy="1833235"/>
          </a:xfrm>
          <a:custGeom xmlns:a="http://schemas.openxmlformats.org/drawingml/2006/main">
            <a:pathLst>
              <a:path w="1451546" h="1833235" fill="none">
                <a:moveTo>
                  <a:pt x="973367" y="0"/>
                </a:moveTo>
                <a:cubicBezTo>
                  <a:pt x="644081" y="166020"/>
                  <a:pt x="377655" y="434718"/>
                  <a:pt x="214490" y="765373"/>
                </a:cubicBezTo>
                <a:cubicBezTo>
                  <a:pt x="51267" y="1095970"/>
                  <a:pt x="0" y="1470887"/>
                  <a:pt x="68496" y="1833235"/>
                </a:cubicBezTo>
                <a:lnTo>
                  <a:pt x="1112239" y="1635945"/>
                </a:lnTo>
                <a:cubicBezTo>
                  <a:pt x="1086591" y="1500074"/>
                  <a:pt x="1105758" y="1359499"/>
                  <a:pt x="1166972" y="1235468"/>
                </a:cubicBezTo>
                <a:cubicBezTo>
                  <a:pt x="1228186" y="1111511"/>
                  <a:pt x="1328098" y="1010754"/>
                  <a:pt x="1451546" y="948506"/>
                </a:cubicBezTo>
                <a:lnTo>
                  <a:pt x="973367" y="0"/>
                </a:lnTo>
                <a:close/>
                <a:moveTo>
                  <a:pt x="97336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4564" cap="flat">
            <a:solidFill>
              <a:srgbClr val="FFFFFF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2880A-D926-4747-80B6-E9BE9E8B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202" y="1894358"/>
            <a:ext cx="1887968" cy="1250440"/>
          </a:xfrm>
          <a:custGeom xmlns:a="http://schemas.openxmlformats.org/drawingml/2006/main">
            <a:pathLst>
              <a:path w="1887968" h="1250440">
                <a:moveTo>
                  <a:pt x="1887968" y="453040"/>
                </a:moveTo>
                <a:cubicBezTo>
                  <a:pt x="1633382" y="228996"/>
                  <a:pt x="1317451" y="86148"/>
                  <a:pt x="980999" y="43067"/>
                </a:cubicBezTo>
                <a:cubicBezTo>
                  <a:pt x="644591" y="0"/>
                  <a:pt x="302837" y="58607"/>
                  <a:pt x="0" y="211300"/>
                </a:cubicBezTo>
                <a:lnTo>
                  <a:pt x="478178" y="1159806"/>
                </a:lnTo>
                <a:cubicBezTo>
                  <a:pt x="591795" y="1102524"/>
                  <a:pt x="719918" y="1080561"/>
                  <a:pt x="846104" y="1096713"/>
                </a:cubicBezTo>
                <a:cubicBezTo>
                  <a:pt x="972231" y="1112880"/>
                  <a:pt x="1090742" y="1166404"/>
                  <a:pt x="1186211" y="1250440"/>
                </a:cubicBezTo>
                <a:lnTo>
                  <a:pt x="1887968" y="453040"/>
                </a:lnTo>
                <a:close/>
                <a:moveTo>
                  <a:pt x="1887968" y="453040"/>
                </a:moveTo>
              </a:path>
            </a:pathLst>
          </a:custGeom>
          <a:solidFill xmlns:a="http://schemas.openxmlformats.org/drawingml/2006/main">
            <a:srgbClr val="C0363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08102-925A-4F04-8C97-D36C8FE7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202" y="1894358"/>
            <a:ext cx="1887968" cy="1250440"/>
          </a:xfrm>
          <a:custGeom xmlns:a="http://schemas.openxmlformats.org/drawingml/2006/main">
            <a:pathLst>
              <a:path w="1887968" h="1250440" fill="none">
                <a:moveTo>
                  <a:pt x="1887968" y="453040"/>
                </a:moveTo>
                <a:cubicBezTo>
                  <a:pt x="1633382" y="228996"/>
                  <a:pt x="1317451" y="86148"/>
                  <a:pt x="980999" y="43067"/>
                </a:cubicBezTo>
                <a:cubicBezTo>
                  <a:pt x="644591" y="0"/>
                  <a:pt x="302837" y="58607"/>
                  <a:pt x="0" y="211300"/>
                </a:cubicBezTo>
                <a:lnTo>
                  <a:pt x="478178" y="1159806"/>
                </a:lnTo>
                <a:cubicBezTo>
                  <a:pt x="591795" y="1102524"/>
                  <a:pt x="719918" y="1080561"/>
                  <a:pt x="846104" y="1096713"/>
                </a:cubicBezTo>
                <a:cubicBezTo>
                  <a:pt x="972231" y="1112880"/>
                  <a:pt x="1090742" y="1166404"/>
                  <a:pt x="1186211" y="1250440"/>
                </a:cubicBezTo>
                <a:lnTo>
                  <a:pt x="1887968" y="453040"/>
                </a:lnTo>
                <a:close/>
                <a:moveTo>
                  <a:pt x="1887968" y="453040"/>
                </a:moveTo>
              </a:path>
            </a:pathLst>
          </a:custGeom>
          <a:noFill xmlns:a="http://schemas.openxmlformats.org/drawingml/2006/main"/>
          <a:ln xmlns:a="http://schemas.openxmlformats.org/drawingml/2006/main" w="14564" cap="flat">
            <a:solidFill>
              <a:srgbClr val="FFFFFF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CEC11-2715-4F4D-B131-1B0BC45D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413" y="2347398"/>
            <a:ext cx="1161277" cy="1043233"/>
          </a:xfrm>
          <a:custGeom xmlns:a="http://schemas.openxmlformats.org/drawingml/2006/main">
            <a:pathLst>
              <a:path w="1161277" h="1043233">
                <a:moveTo>
                  <a:pt x="1161277" y="655572"/>
                </a:moveTo>
                <a:cubicBezTo>
                  <a:pt x="1112064" y="530013"/>
                  <a:pt x="1048068" y="410760"/>
                  <a:pt x="970688" y="300332"/>
                </a:cubicBezTo>
                <a:cubicBezTo>
                  <a:pt x="893263" y="189963"/>
                  <a:pt x="803022" y="89090"/>
                  <a:pt x="701756" y="0"/>
                </a:cubicBezTo>
                <a:lnTo>
                  <a:pt x="0" y="797400"/>
                </a:lnTo>
                <a:cubicBezTo>
                  <a:pt x="37940" y="830797"/>
                  <a:pt x="71788" y="868635"/>
                  <a:pt x="100815" y="910041"/>
                </a:cubicBezTo>
                <a:cubicBezTo>
                  <a:pt x="129827" y="951463"/>
                  <a:pt x="153829" y="996175"/>
                  <a:pt x="172326" y="1043233"/>
                </a:cubicBezTo>
                <a:lnTo>
                  <a:pt x="1161277" y="655572"/>
                </a:lnTo>
                <a:close/>
                <a:moveTo>
                  <a:pt x="1161277" y="655572"/>
                </a:moveTo>
              </a:path>
            </a:pathLst>
          </a:custGeom>
          <a:solidFill xmlns:a="http://schemas.openxmlformats.org/drawingml/2006/main">
            <a:srgbClr val="ECF7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DB315-262C-4BE9-A49C-3B4A440D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413" y="2347398"/>
            <a:ext cx="1161277" cy="1043233"/>
          </a:xfrm>
          <a:custGeom xmlns:a="http://schemas.openxmlformats.org/drawingml/2006/main">
            <a:pathLst>
              <a:path w="1161277" h="1043233" fill="none">
                <a:moveTo>
                  <a:pt x="1161277" y="655572"/>
                </a:moveTo>
                <a:cubicBezTo>
                  <a:pt x="1112064" y="530013"/>
                  <a:pt x="1048068" y="410760"/>
                  <a:pt x="970688" y="300332"/>
                </a:cubicBezTo>
                <a:cubicBezTo>
                  <a:pt x="893263" y="189963"/>
                  <a:pt x="803022" y="89090"/>
                  <a:pt x="701756" y="0"/>
                </a:cubicBezTo>
                <a:lnTo>
                  <a:pt x="0" y="797400"/>
                </a:lnTo>
                <a:cubicBezTo>
                  <a:pt x="37940" y="830797"/>
                  <a:pt x="71788" y="868635"/>
                  <a:pt x="100815" y="910041"/>
                </a:cubicBezTo>
                <a:cubicBezTo>
                  <a:pt x="129827" y="951463"/>
                  <a:pt x="153829" y="996175"/>
                  <a:pt x="172326" y="1043233"/>
                </a:cubicBezTo>
                <a:lnTo>
                  <a:pt x="1161277" y="655572"/>
                </a:lnTo>
                <a:close/>
                <a:moveTo>
                  <a:pt x="1161277" y="655572"/>
                </a:moveTo>
              </a:path>
            </a:pathLst>
          </a:custGeom>
          <a:noFill xmlns:a="http://schemas.openxmlformats.org/drawingml/2006/main"/>
          <a:ln xmlns:a="http://schemas.openxmlformats.org/drawingml/2006/main" w="14564" cap="flat">
            <a:solidFill>
              <a:srgbClr val="FFFFFF"/>
            </a:solidFill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72CCD-2F16-4049-A540-C9322BC0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739" y="3002970"/>
            <a:ext cx="1106151" cy="620283"/>
          </a:xfrm>
          <a:custGeom xmlns:a="http://schemas.openxmlformats.org/drawingml/2006/main">
            <a:pathLst>
              <a:path w="1106151" h="620283">
                <a:moveTo>
                  <a:pt x="1106151" y="620283"/>
                </a:moveTo>
                <a:cubicBezTo>
                  <a:pt x="1106151" y="514356"/>
                  <a:pt x="1096247" y="408706"/>
                  <a:pt x="1076629" y="304658"/>
                </a:cubicBezTo>
                <a:cubicBezTo>
                  <a:pt x="1056938" y="200595"/>
                  <a:pt x="1027576" y="98586"/>
                  <a:pt x="988951" y="0"/>
                </a:cubicBezTo>
                <a:lnTo>
                  <a:pt x="0" y="387660"/>
                </a:lnTo>
                <a:cubicBezTo>
                  <a:pt x="14448" y="424639"/>
                  <a:pt x="25488" y="462871"/>
                  <a:pt x="32828" y="501904"/>
                </a:cubicBezTo>
                <a:cubicBezTo>
                  <a:pt x="40212" y="540922"/>
                  <a:pt x="43912" y="580580"/>
                  <a:pt x="43912" y="620283"/>
                </a:cubicBezTo>
                <a:lnTo>
                  <a:pt x="1106151" y="620283"/>
                </a:lnTo>
                <a:close/>
                <a:moveTo>
                  <a:pt x="1106151" y="620283"/>
                </a:moveTo>
              </a:path>
            </a:pathLst>
          </a:custGeom>
          <a:solidFill xmlns:a="http://schemas.openxmlformats.org/drawingml/2006/main">
            <a:srgbClr val="BFE49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25876-50DF-49C9-8AE1-CADE6078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739" y="3002970"/>
            <a:ext cx="1106151" cy="620283"/>
          </a:xfrm>
          <a:custGeom xmlns:a="http://schemas.openxmlformats.org/drawingml/2006/main">
            <a:pathLst>
              <a:path w="1106151" h="620283" fill="none">
                <a:moveTo>
                  <a:pt x="1106151" y="620283"/>
                </a:moveTo>
                <a:cubicBezTo>
                  <a:pt x="1106151" y="514356"/>
                  <a:pt x="1096247" y="408706"/>
                  <a:pt x="1076629" y="304658"/>
                </a:cubicBezTo>
                <a:cubicBezTo>
                  <a:pt x="1056938" y="200595"/>
                  <a:pt x="1027576" y="98586"/>
                  <a:pt x="988951" y="0"/>
                </a:cubicBezTo>
                <a:lnTo>
                  <a:pt x="0" y="387660"/>
                </a:lnTo>
                <a:cubicBezTo>
                  <a:pt x="14448" y="424639"/>
                  <a:pt x="25488" y="462871"/>
                  <a:pt x="32828" y="501904"/>
                </a:cubicBezTo>
                <a:cubicBezTo>
                  <a:pt x="40212" y="540922"/>
                  <a:pt x="43912" y="580580"/>
                  <a:pt x="43912" y="620283"/>
                </a:cubicBezTo>
                <a:lnTo>
                  <a:pt x="1106151" y="620283"/>
                </a:lnTo>
                <a:close/>
                <a:moveTo>
                  <a:pt x="1106151" y="620283"/>
                </a:moveTo>
              </a:path>
            </a:pathLst>
          </a:custGeom>
          <a:noFill xmlns:a="http://schemas.openxmlformats.org/drawingml/2006/main"/>
          <a:ln xmlns:a="http://schemas.openxmlformats.org/drawingml/2006/main" w="14564" cap="flat">
            <a:solidFill>
              <a:srgbClr val="FFFFFF"/>
            </a:solidFill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63820-3970-4BD5-AFBF-DE90521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938" y="3640046"/>
            <a:ext cx="88639" cy="129710"/>
          </a:xfrm>
          <a:custGeom xmlns:a="http://schemas.openxmlformats.org/drawingml/2006/main">
            <a:pathLst>
              <a:path w="88639" h="129710">
                <a:moveTo>
                  <a:pt x="85056" y="8811"/>
                </a:moveTo>
                <a:lnTo>
                  <a:pt x="84197" y="25138"/>
                </a:lnTo>
                <a:cubicBezTo>
                  <a:pt x="77992" y="21788"/>
                  <a:pt x="72137" y="19225"/>
                  <a:pt x="66559" y="17463"/>
                </a:cubicBezTo>
                <a:cubicBezTo>
                  <a:pt x="60981" y="15642"/>
                  <a:pt x="55578" y="14623"/>
                  <a:pt x="50349" y="14331"/>
                </a:cubicBezTo>
                <a:cubicBezTo>
                  <a:pt x="41188" y="13880"/>
                  <a:pt x="34081" y="15307"/>
                  <a:pt x="28954" y="18599"/>
                </a:cubicBezTo>
                <a:cubicBezTo>
                  <a:pt x="23842" y="21905"/>
                  <a:pt x="21104" y="26798"/>
                  <a:pt x="20769" y="33338"/>
                </a:cubicBezTo>
                <a:cubicBezTo>
                  <a:pt x="20478" y="38800"/>
                  <a:pt x="21905" y="43009"/>
                  <a:pt x="25094" y="45965"/>
                </a:cubicBezTo>
                <a:cubicBezTo>
                  <a:pt x="28211" y="48922"/>
                  <a:pt x="34299" y="51485"/>
                  <a:pt x="43402" y="53641"/>
                </a:cubicBezTo>
                <a:lnTo>
                  <a:pt x="53422" y="56262"/>
                </a:lnTo>
                <a:cubicBezTo>
                  <a:pt x="65831" y="59277"/>
                  <a:pt x="74817" y="63938"/>
                  <a:pt x="80439" y="70259"/>
                </a:cubicBezTo>
                <a:cubicBezTo>
                  <a:pt x="86076" y="76521"/>
                  <a:pt x="88639" y="84707"/>
                  <a:pt x="88129" y="94785"/>
                </a:cubicBezTo>
                <a:cubicBezTo>
                  <a:pt x="87503" y="106786"/>
                  <a:pt x="83002" y="115656"/>
                  <a:pt x="74643" y="121467"/>
                </a:cubicBezTo>
                <a:cubicBezTo>
                  <a:pt x="66341" y="127264"/>
                  <a:pt x="54383" y="129710"/>
                  <a:pt x="38858" y="128909"/>
                </a:cubicBezTo>
                <a:cubicBezTo>
                  <a:pt x="33003" y="128633"/>
                  <a:pt x="26798" y="127657"/>
                  <a:pt x="20259" y="126011"/>
                </a:cubicBezTo>
                <a:cubicBezTo>
                  <a:pt x="13705" y="124365"/>
                  <a:pt x="6947" y="122035"/>
                  <a:pt x="0" y="119078"/>
                </a:cubicBezTo>
                <a:lnTo>
                  <a:pt x="918" y="101834"/>
                </a:lnTo>
                <a:cubicBezTo>
                  <a:pt x="7515" y="105985"/>
                  <a:pt x="13996" y="109175"/>
                  <a:pt x="20419" y="111447"/>
                </a:cubicBezTo>
                <a:cubicBezTo>
                  <a:pt x="26857" y="113719"/>
                  <a:pt x="33221" y="115030"/>
                  <a:pt x="39542" y="115321"/>
                </a:cubicBezTo>
                <a:cubicBezTo>
                  <a:pt x="49097" y="115831"/>
                  <a:pt x="56554" y="114287"/>
                  <a:pt x="61957" y="110820"/>
                </a:cubicBezTo>
                <a:cubicBezTo>
                  <a:pt x="67360" y="107354"/>
                  <a:pt x="70200" y="102126"/>
                  <a:pt x="70608" y="95120"/>
                </a:cubicBezTo>
                <a:cubicBezTo>
                  <a:pt x="70885" y="89032"/>
                  <a:pt x="69239" y="84197"/>
                  <a:pt x="65715" y="80614"/>
                </a:cubicBezTo>
                <a:cubicBezTo>
                  <a:pt x="62132" y="76973"/>
                  <a:pt x="56146" y="74074"/>
                  <a:pt x="47728" y="71904"/>
                </a:cubicBezTo>
                <a:lnTo>
                  <a:pt x="37605" y="69399"/>
                </a:lnTo>
                <a:cubicBezTo>
                  <a:pt x="25255" y="66341"/>
                  <a:pt x="16443" y="61957"/>
                  <a:pt x="11098" y="56379"/>
                </a:cubicBezTo>
                <a:cubicBezTo>
                  <a:pt x="5797" y="50742"/>
                  <a:pt x="3408" y="43242"/>
                  <a:pt x="3874" y="33789"/>
                </a:cubicBezTo>
                <a:cubicBezTo>
                  <a:pt x="4442" y="22808"/>
                  <a:pt x="8710" y="14390"/>
                  <a:pt x="16778" y="8476"/>
                </a:cubicBezTo>
                <a:cubicBezTo>
                  <a:pt x="24803" y="2622"/>
                  <a:pt x="35552" y="0"/>
                  <a:pt x="49097" y="685"/>
                </a:cubicBezTo>
                <a:cubicBezTo>
                  <a:pt x="54908" y="961"/>
                  <a:pt x="60821" y="1821"/>
                  <a:pt x="66792" y="3190"/>
                </a:cubicBezTo>
                <a:cubicBezTo>
                  <a:pt x="72764" y="4544"/>
                  <a:pt x="78852" y="6423"/>
                  <a:pt x="85056" y="8811"/>
                </a:cubicBezTo>
                <a:close/>
                <a:moveTo>
                  <a:pt x="85056" y="8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E3878-016A-4EE8-A389-E3AF4F27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899" y="3676574"/>
            <a:ext cx="80949" cy="97800"/>
          </a:xfrm>
          <a:custGeom xmlns:a="http://schemas.openxmlformats.org/drawingml/2006/main">
            <a:pathLst>
              <a:path w="80949" h="97800">
                <a:moveTo>
                  <a:pt x="49490" y="49213"/>
                </a:moveTo>
                <a:cubicBezTo>
                  <a:pt x="37154" y="48587"/>
                  <a:pt x="28561" y="49548"/>
                  <a:pt x="23609" y="52111"/>
                </a:cubicBezTo>
                <a:cubicBezTo>
                  <a:pt x="18715" y="54675"/>
                  <a:pt x="16094" y="59394"/>
                  <a:pt x="15759" y="66166"/>
                </a:cubicBezTo>
                <a:cubicBezTo>
                  <a:pt x="15467" y="71569"/>
                  <a:pt x="17069" y="75997"/>
                  <a:pt x="20478" y="79361"/>
                </a:cubicBezTo>
                <a:cubicBezTo>
                  <a:pt x="23886" y="82711"/>
                  <a:pt x="28677" y="84532"/>
                  <a:pt x="34751" y="84823"/>
                </a:cubicBezTo>
                <a:cubicBezTo>
                  <a:pt x="43242" y="85275"/>
                  <a:pt x="50174" y="82609"/>
                  <a:pt x="55578" y="76856"/>
                </a:cubicBezTo>
                <a:cubicBezTo>
                  <a:pt x="61039" y="71162"/>
                  <a:pt x="63996" y="63311"/>
                  <a:pt x="64506" y="53364"/>
                </a:cubicBezTo>
                <a:lnTo>
                  <a:pt x="64680" y="49941"/>
                </a:lnTo>
                <a:lnTo>
                  <a:pt x="49490" y="49213"/>
                </a:lnTo>
                <a:close/>
                <a:moveTo>
                  <a:pt x="80221" y="44421"/>
                </a:moveTo>
                <a:lnTo>
                  <a:pt x="77541" y="97392"/>
                </a:lnTo>
                <a:lnTo>
                  <a:pt x="62292" y="96649"/>
                </a:lnTo>
                <a:lnTo>
                  <a:pt x="62976" y="82551"/>
                </a:lnTo>
                <a:cubicBezTo>
                  <a:pt x="59219" y="88013"/>
                  <a:pt x="54675" y="91930"/>
                  <a:pt x="49315" y="94377"/>
                </a:cubicBezTo>
                <a:cubicBezTo>
                  <a:pt x="43970" y="96766"/>
                  <a:pt x="37547" y="97800"/>
                  <a:pt x="30032" y="97392"/>
                </a:cubicBezTo>
                <a:cubicBezTo>
                  <a:pt x="20536" y="96941"/>
                  <a:pt x="13137" y="93868"/>
                  <a:pt x="7792" y="88231"/>
                </a:cubicBezTo>
                <a:cubicBezTo>
                  <a:pt x="2447" y="82609"/>
                  <a:pt x="0" y="75327"/>
                  <a:pt x="451" y="66384"/>
                </a:cubicBezTo>
                <a:cubicBezTo>
                  <a:pt x="961" y="55913"/>
                  <a:pt x="4894" y="48237"/>
                  <a:pt x="12118" y="43285"/>
                </a:cubicBezTo>
                <a:cubicBezTo>
                  <a:pt x="19400" y="38333"/>
                  <a:pt x="29974" y="36236"/>
                  <a:pt x="43853" y="36921"/>
                </a:cubicBezTo>
                <a:lnTo>
                  <a:pt x="65248" y="37998"/>
                </a:lnTo>
                <a:lnTo>
                  <a:pt x="65365" y="36513"/>
                </a:lnTo>
                <a:cubicBezTo>
                  <a:pt x="65700" y="29464"/>
                  <a:pt x="63661" y="23944"/>
                  <a:pt x="59277" y="19851"/>
                </a:cubicBezTo>
                <a:cubicBezTo>
                  <a:pt x="54835" y="15817"/>
                  <a:pt x="48470" y="13530"/>
                  <a:pt x="40110" y="13137"/>
                </a:cubicBezTo>
                <a:cubicBezTo>
                  <a:pt x="34809" y="12846"/>
                  <a:pt x="29580" y="13195"/>
                  <a:pt x="24454" y="14215"/>
                </a:cubicBezTo>
                <a:cubicBezTo>
                  <a:pt x="19400" y="15249"/>
                  <a:pt x="14448" y="16895"/>
                  <a:pt x="9671" y="19225"/>
                </a:cubicBezTo>
                <a:lnTo>
                  <a:pt x="10414" y="5112"/>
                </a:lnTo>
                <a:cubicBezTo>
                  <a:pt x="16094" y="3233"/>
                  <a:pt x="21614" y="1922"/>
                  <a:pt x="26900" y="1136"/>
                </a:cubicBezTo>
                <a:cubicBezTo>
                  <a:pt x="32202" y="277"/>
                  <a:pt x="37372" y="0"/>
                  <a:pt x="42324" y="277"/>
                </a:cubicBezTo>
                <a:cubicBezTo>
                  <a:pt x="55752" y="961"/>
                  <a:pt x="65656" y="4937"/>
                  <a:pt x="71904" y="12278"/>
                </a:cubicBezTo>
                <a:cubicBezTo>
                  <a:pt x="78167" y="19560"/>
                  <a:pt x="80949" y="30265"/>
                  <a:pt x="80221" y="44421"/>
                </a:cubicBezTo>
                <a:close/>
                <a:moveTo>
                  <a:pt x="80221" y="444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0C144-5612-434A-BF6F-2DDC34F0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873" y="3647663"/>
            <a:ext cx="61564" cy="128866"/>
          </a:xfrm>
          <a:custGeom xmlns:a="http://schemas.openxmlformats.org/drawingml/2006/main">
            <a:pathLst>
              <a:path w="61564" h="128866">
                <a:moveTo>
                  <a:pt x="61564" y="1311"/>
                </a:moveTo>
                <a:lnTo>
                  <a:pt x="60937" y="13996"/>
                </a:lnTo>
                <a:lnTo>
                  <a:pt x="46315" y="13254"/>
                </a:lnTo>
                <a:cubicBezTo>
                  <a:pt x="40853" y="12977"/>
                  <a:pt x="36979" y="13880"/>
                  <a:pt x="34765" y="15992"/>
                </a:cubicBezTo>
                <a:cubicBezTo>
                  <a:pt x="32551" y="18089"/>
                  <a:pt x="31241" y="22021"/>
                  <a:pt x="30949" y="27774"/>
                </a:cubicBezTo>
                <a:lnTo>
                  <a:pt x="30556" y="35959"/>
                </a:lnTo>
                <a:lnTo>
                  <a:pt x="55709" y="37270"/>
                </a:lnTo>
                <a:lnTo>
                  <a:pt x="55083" y="49097"/>
                </a:lnTo>
                <a:lnTo>
                  <a:pt x="29930" y="47844"/>
                </a:lnTo>
                <a:lnTo>
                  <a:pt x="25837" y="128866"/>
                </a:lnTo>
                <a:lnTo>
                  <a:pt x="10472" y="128065"/>
                </a:lnTo>
                <a:lnTo>
                  <a:pt x="14623" y="47058"/>
                </a:lnTo>
                <a:lnTo>
                  <a:pt x="0" y="46315"/>
                </a:lnTo>
                <a:lnTo>
                  <a:pt x="626" y="34430"/>
                </a:lnTo>
                <a:lnTo>
                  <a:pt x="15191" y="35158"/>
                </a:lnTo>
                <a:lnTo>
                  <a:pt x="15540" y="28736"/>
                </a:lnTo>
                <a:cubicBezTo>
                  <a:pt x="16050" y="18380"/>
                  <a:pt x="18832" y="10982"/>
                  <a:pt x="23900" y="6496"/>
                </a:cubicBezTo>
                <a:cubicBezTo>
                  <a:pt x="28969" y="1995"/>
                  <a:pt x="36702" y="0"/>
                  <a:pt x="47174" y="568"/>
                </a:cubicBezTo>
                <a:lnTo>
                  <a:pt x="61564" y="1311"/>
                </a:lnTo>
                <a:close/>
                <a:moveTo>
                  <a:pt x="61564" y="13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B3292-F8DF-433E-90E0-07FC1DA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748" y="3684933"/>
            <a:ext cx="80949" cy="97800"/>
          </a:xfrm>
          <a:custGeom xmlns:a="http://schemas.openxmlformats.org/drawingml/2006/main">
            <a:pathLst>
              <a:path w="80949" h="97800">
                <a:moveTo>
                  <a:pt x="49490" y="49213"/>
                </a:moveTo>
                <a:cubicBezTo>
                  <a:pt x="37154" y="48587"/>
                  <a:pt x="28561" y="49548"/>
                  <a:pt x="23667" y="52111"/>
                </a:cubicBezTo>
                <a:cubicBezTo>
                  <a:pt x="18715" y="54675"/>
                  <a:pt x="16094" y="59335"/>
                  <a:pt x="15759" y="66166"/>
                </a:cubicBezTo>
                <a:cubicBezTo>
                  <a:pt x="15467" y="71569"/>
                  <a:pt x="17069" y="75953"/>
                  <a:pt x="20478" y="79361"/>
                </a:cubicBezTo>
                <a:cubicBezTo>
                  <a:pt x="23886" y="82667"/>
                  <a:pt x="28677" y="84546"/>
                  <a:pt x="34751" y="84823"/>
                </a:cubicBezTo>
                <a:cubicBezTo>
                  <a:pt x="43242" y="85275"/>
                  <a:pt x="50174" y="82609"/>
                  <a:pt x="55636" y="76856"/>
                </a:cubicBezTo>
                <a:cubicBezTo>
                  <a:pt x="61039" y="71118"/>
                  <a:pt x="63996" y="63326"/>
                  <a:pt x="64506" y="53364"/>
                </a:cubicBezTo>
                <a:lnTo>
                  <a:pt x="64680" y="49956"/>
                </a:lnTo>
                <a:lnTo>
                  <a:pt x="49490" y="49213"/>
                </a:lnTo>
                <a:close/>
                <a:moveTo>
                  <a:pt x="80264" y="44436"/>
                </a:moveTo>
                <a:lnTo>
                  <a:pt x="77541" y="97392"/>
                </a:lnTo>
                <a:lnTo>
                  <a:pt x="62292" y="96664"/>
                </a:lnTo>
                <a:lnTo>
                  <a:pt x="63035" y="82551"/>
                </a:lnTo>
                <a:cubicBezTo>
                  <a:pt x="59219" y="88013"/>
                  <a:pt x="54675" y="91930"/>
                  <a:pt x="49315" y="94377"/>
                </a:cubicBezTo>
                <a:cubicBezTo>
                  <a:pt x="44028" y="96766"/>
                  <a:pt x="37605" y="97800"/>
                  <a:pt x="30032" y="97392"/>
                </a:cubicBezTo>
                <a:cubicBezTo>
                  <a:pt x="20536" y="96941"/>
                  <a:pt x="13137" y="93868"/>
                  <a:pt x="7792" y="88231"/>
                </a:cubicBezTo>
                <a:cubicBezTo>
                  <a:pt x="2447" y="82609"/>
                  <a:pt x="0" y="75327"/>
                  <a:pt x="451" y="66384"/>
                </a:cubicBezTo>
                <a:cubicBezTo>
                  <a:pt x="1020" y="55927"/>
                  <a:pt x="4894" y="48237"/>
                  <a:pt x="12176" y="43300"/>
                </a:cubicBezTo>
                <a:cubicBezTo>
                  <a:pt x="19400" y="38348"/>
                  <a:pt x="29974" y="36236"/>
                  <a:pt x="43853" y="36921"/>
                </a:cubicBezTo>
                <a:lnTo>
                  <a:pt x="65248" y="37998"/>
                </a:lnTo>
                <a:lnTo>
                  <a:pt x="65365" y="36527"/>
                </a:lnTo>
                <a:cubicBezTo>
                  <a:pt x="65700" y="29464"/>
                  <a:pt x="63661" y="23944"/>
                  <a:pt x="59277" y="19851"/>
                </a:cubicBezTo>
                <a:cubicBezTo>
                  <a:pt x="54835" y="15817"/>
                  <a:pt x="48470" y="13545"/>
                  <a:pt x="40110" y="13137"/>
                </a:cubicBezTo>
                <a:cubicBezTo>
                  <a:pt x="34809" y="12860"/>
                  <a:pt x="29580" y="13195"/>
                  <a:pt x="24454" y="14215"/>
                </a:cubicBezTo>
                <a:cubicBezTo>
                  <a:pt x="19400" y="15249"/>
                  <a:pt x="14448" y="16895"/>
                  <a:pt x="9729" y="19225"/>
                </a:cubicBezTo>
                <a:lnTo>
                  <a:pt x="10414" y="5112"/>
                </a:lnTo>
                <a:cubicBezTo>
                  <a:pt x="16094" y="3248"/>
                  <a:pt x="21614" y="1879"/>
                  <a:pt x="26900" y="1078"/>
                </a:cubicBezTo>
                <a:cubicBezTo>
                  <a:pt x="32202" y="277"/>
                  <a:pt x="37372" y="0"/>
                  <a:pt x="42324" y="277"/>
                </a:cubicBezTo>
                <a:cubicBezTo>
                  <a:pt x="55752" y="961"/>
                  <a:pt x="65656" y="4952"/>
                  <a:pt x="71904" y="12292"/>
                </a:cubicBezTo>
                <a:cubicBezTo>
                  <a:pt x="78167" y="19575"/>
                  <a:pt x="80949" y="30265"/>
                  <a:pt x="80264" y="44436"/>
                </a:cubicBezTo>
                <a:close/>
                <a:moveTo>
                  <a:pt x="80264" y="444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AF7FB-5924-4117-B20D-5D2E0E47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122" y="3690847"/>
            <a:ext cx="59117" cy="93868"/>
          </a:xfrm>
          <a:custGeom xmlns:a="http://schemas.openxmlformats.org/drawingml/2006/main">
            <a:pathLst>
              <a:path w="59117" h="93868">
                <a:moveTo>
                  <a:pt x="58432" y="17244"/>
                </a:moveTo>
                <a:cubicBezTo>
                  <a:pt x="56728" y="16152"/>
                  <a:pt x="54908" y="15307"/>
                  <a:pt x="52912" y="14739"/>
                </a:cubicBezTo>
                <a:cubicBezTo>
                  <a:pt x="50917" y="14171"/>
                  <a:pt x="48703" y="13822"/>
                  <a:pt x="46315" y="13720"/>
                </a:cubicBezTo>
                <a:cubicBezTo>
                  <a:pt x="37664" y="13254"/>
                  <a:pt x="30891" y="15700"/>
                  <a:pt x="25997" y="21104"/>
                </a:cubicBezTo>
                <a:cubicBezTo>
                  <a:pt x="21104" y="26463"/>
                  <a:pt x="18380" y="34416"/>
                  <a:pt x="17871" y="44946"/>
                </a:cubicBezTo>
                <a:lnTo>
                  <a:pt x="15365" y="93868"/>
                </a:lnTo>
                <a:lnTo>
                  <a:pt x="0" y="93081"/>
                </a:lnTo>
                <a:lnTo>
                  <a:pt x="4719" y="175"/>
                </a:lnTo>
                <a:lnTo>
                  <a:pt x="20084" y="976"/>
                </a:lnTo>
                <a:lnTo>
                  <a:pt x="19342" y="15424"/>
                </a:lnTo>
                <a:cubicBezTo>
                  <a:pt x="22866" y="9962"/>
                  <a:pt x="27250" y="5971"/>
                  <a:pt x="32493" y="3525"/>
                </a:cubicBezTo>
                <a:cubicBezTo>
                  <a:pt x="37780" y="1020"/>
                  <a:pt x="44101" y="0"/>
                  <a:pt x="51485" y="350"/>
                </a:cubicBezTo>
                <a:cubicBezTo>
                  <a:pt x="52519" y="393"/>
                  <a:pt x="53655" y="510"/>
                  <a:pt x="54966" y="743"/>
                </a:cubicBezTo>
                <a:cubicBezTo>
                  <a:pt x="56219" y="918"/>
                  <a:pt x="57631" y="1194"/>
                  <a:pt x="59117" y="1544"/>
                </a:cubicBezTo>
                <a:lnTo>
                  <a:pt x="58432" y="17244"/>
                </a:lnTo>
                <a:close/>
                <a:moveTo>
                  <a:pt x="58432" y="172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519DA-5EB9-4321-B067-8A8C2344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555" y="3658470"/>
            <a:ext cx="21788" cy="129842"/>
          </a:xfrm>
          <a:custGeom xmlns:a="http://schemas.openxmlformats.org/drawingml/2006/main">
            <a:pathLst>
              <a:path w="21788" h="129842">
                <a:moveTo>
                  <a:pt x="4719" y="36193"/>
                </a:moveTo>
                <a:lnTo>
                  <a:pt x="19968" y="36935"/>
                </a:lnTo>
                <a:lnTo>
                  <a:pt x="15249" y="129842"/>
                </a:lnTo>
                <a:lnTo>
                  <a:pt x="0" y="129041"/>
                </a:lnTo>
                <a:lnTo>
                  <a:pt x="4719" y="36193"/>
                </a:lnTo>
                <a:close/>
                <a:moveTo>
                  <a:pt x="6539" y="0"/>
                </a:moveTo>
                <a:lnTo>
                  <a:pt x="21788" y="801"/>
                </a:lnTo>
                <a:lnTo>
                  <a:pt x="20827" y="20143"/>
                </a:lnTo>
                <a:lnTo>
                  <a:pt x="5578" y="19356"/>
                </a:lnTo>
                <a:lnTo>
                  <a:pt x="6539" y="0"/>
                </a:lnTo>
                <a:close/>
                <a:moveTo>
                  <a:pt x="65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E593C-22B8-4024-80F3-FE1EFFAA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399" y="3666160"/>
            <a:ext cx="84998" cy="124642"/>
          </a:xfrm>
          <a:custGeom xmlns:a="http://schemas.openxmlformats.org/drawingml/2006/main">
            <a:pathLst>
              <a:path w="84998" h="124642">
                <a:moveTo>
                  <a:pt x="22356" y="14623"/>
                </a:moveTo>
                <a:lnTo>
                  <a:pt x="19968" y="61098"/>
                </a:lnTo>
                <a:lnTo>
                  <a:pt x="41028" y="62175"/>
                </a:lnTo>
                <a:cubicBezTo>
                  <a:pt x="48820" y="62583"/>
                  <a:pt x="54966" y="60879"/>
                  <a:pt x="59394" y="57063"/>
                </a:cubicBezTo>
                <a:cubicBezTo>
                  <a:pt x="63894" y="53247"/>
                  <a:pt x="66283" y="47611"/>
                  <a:pt x="66676" y="40169"/>
                </a:cubicBezTo>
                <a:cubicBezTo>
                  <a:pt x="67084" y="32712"/>
                  <a:pt x="65205" y="26900"/>
                  <a:pt x="61156" y="22633"/>
                </a:cubicBezTo>
                <a:cubicBezTo>
                  <a:pt x="57122" y="18380"/>
                  <a:pt x="51208" y="16094"/>
                  <a:pt x="43416" y="15700"/>
                </a:cubicBezTo>
                <a:lnTo>
                  <a:pt x="22356" y="14623"/>
                </a:lnTo>
                <a:close/>
                <a:moveTo>
                  <a:pt x="6321" y="0"/>
                </a:moveTo>
                <a:lnTo>
                  <a:pt x="44101" y="1937"/>
                </a:lnTo>
                <a:cubicBezTo>
                  <a:pt x="57981" y="2622"/>
                  <a:pt x="68336" y="6306"/>
                  <a:pt x="75109" y="12919"/>
                </a:cubicBezTo>
                <a:cubicBezTo>
                  <a:pt x="81866" y="19575"/>
                  <a:pt x="84998" y="28954"/>
                  <a:pt x="84372" y="41013"/>
                </a:cubicBezTo>
                <a:cubicBezTo>
                  <a:pt x="83745" y="53247"/>
                  <a:pt x="79711" y="62292"/>
                  <a:pt x="72254" y="68205"/>
                </a:cubicBezTo>
                <a:cubicBezTo>
                  <a:pt x="64855" y="74074"/>
                  <a:pt x="54223" y="76682"/>
                  <a:pt x="40343" y="75953"/>
                </a:cubicBezTo>
                <a:lnTo>
                  <a:pt x="19283" y="74861"/>
                </a:lnTo>
                <a:lnTo>
                  <a:pt x="16734" y="124642"/>
                </a:lnTo>
                <a:lnTo>
                  <a:pt x="0" y="123797"/>
                </a:lnTo>
                <a:lnTo>
                  <a:pt x="6321" y="0"/>
                </a:lnTo>
                <a:close/>
                <a:moveTo>
                  <a:pt x="63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B8EBF-E49C-4ED8-88D3-E7FEA86F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592" y="3701828"/>
            <a:ext cx="59117" cy="93926"/>
          </a:xfrm>
          <a:custGeom xmlns:a="http://schemas.openxmlformats.org/drawingml/2006/main">
            <a:pathLst>
              <a:path w="59117" h="93926">
                <a:moveTo>
                  <a:pt x="58374" y="17302"/>
                </a:moveTo>
                <a:cubicBezTo>
                  <a:pt x="56728" y="16210"/>
                  <a:pt x="54908" y="15365"/>
                  <a:pt x="52912" y="14797"/>
                </a:cubicBezTo>
                <a:cubicBezTo>
                  <a:pt x="50932" y="14229"/>
                  <a:pt x="48703" y="13880"/>
                  <a:pt x="46257" y="13763"/>
                </a:cubicBezTo>
                <a:cubicBezTo>
                  <a:pt x="37664" y="13312"/>
                  <a:pt x="30906" y="15759"/>
                  <a:pt x="25954" y="21162"/>
                </a:cubicBezTo>
                <a:cubicBezTo>
                  <a:pt x="21060" y="26507"/>
                  <a:pt x="18322" y="34474"/>
                  <a:pt x="17812" y="45004"/>
                </a:cubicBezTo>
                <a:lnTo>
                  <a:pt x="15307" y="93926"/>
                </a:lnTo>
                <a:lnTo>
                  <a:pt x="0" y="93139"/>
                </a:lnTo>
                <a:lnTo>
                  <a:pt x="4733" y="233"/>
                </a:lnTo>
                <a:lnTo>
                  <a:pt x="20026" y="1020"/>
                </a:lnTo>
                <a:lnTo>
                  <a:pt x="19298" y="15482"/>
                </a:lnTo>
                <a:cubicBezTo>
                  <a:pt x="22822" y="10020"/>
                  <a:pt x="27206" y="6030"/>
                  <a:pt x="32493" y="3583"/>
                </a:cubicBezTo>
                <a:cubicBezTo>
                  <a:pt x="37780" y="1078"/>
                  <a:pt x="44101" y="0"/>
                  <a:pt x="51441" y="393"/>
                </a:cubicBezTo>
                <a:cubicBezTo>
                  <a:pt x="52519" y="451"/>
                  <a:pt x="53655" y="568"/>
                  <a:pt x="54908" y="801"/>
                </a:cubicBezTo>
                <a:cubicBezTo>
                  <a:pt x="56160" y="961"/>
                  <a:pt x="57588" y="1253"/>
                  <a:pt x="59117" y="1588"/>
                </a:cubicBezTo>
                <a:lnTo>
                  <a:pt x="58374" y="17302"/>
                </a:lnTo>
                <a:close/>
                <a:moveTo>
                  <a:pt x="58374" y="173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FB1DA-CB16-4D29-BDB2-8061E742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967" y="3669510"/>
            <a:ext cx="21847" cy="129827"/>
          </a:xfrm>
          <a:custGeom xmlns:a="http://schemas.openxmlformats.org/drawingml/2006/main">
            <a:pathLst>
              <a:path w="21847" h="129827">
                <a:moveTo>
                  <a:pt x="4733" y="36193"/>
                </a:moveTo>
                <a:lnTo>
                  <a:pt x="20026" y="36921"/>
                </a:lnTo>
                <a:lnTo>
                  <a:pt x="15249" y="129827"/>
                </a:lnTo>
                <a:lnTo>
                  <a:pt x="0" y="129041"/>
                </a:lnTo>
                <a:lnTo>
                  <a:pt x="4733" y="36193"/>
                </a:lnTo>
                <a:close/>
                <a:moveTo>
                  <a:pt x="6612" y="0"/>
                </a:moveTo>
                <a:lnTo>
                  <a:pt x="21847" y="801"/>
                </a:lnTo>
                <a:lnTo>
                  <a:pt x="20885" y="20143"/>
                </a:lnTo>
                <a:lnTo>
                  <a:pt x="5578" y="19342"/>
                </a:lnTo>
                <a:lnTo>
                  <a:pt x="6612" y="0"/>
                </a:lnTo>
                <a:close/>
                <a:moveTo>
                  <a:pt x="66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D402A-C3C2-4548-9028-D6888740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995" y="3707523"/>
            <a:ext cx="90343" cy="95688"/>
          </a:xfrm>
          <a:custGeom xmlns:a="http://schemas.openxmlformats.org/drawingml/2006/main">
            <a:pathLst>
              <a:path w="90343" h="95688">
                <a:moveTo>
                  <a:pt x="0" y="0"/>
                </a:moveTo>
                <a:lnTo>
                  <a:pt x="16152" y="845"/>
                </a:lnTo>
                <a:lnTo>
                  <a:pt x="41188" y="80206"/>
                </a:lnTo>
                <a:lnTo>
                  <a:pt x="74191" y="3801"/>
                </a:lnTo>
                <a:lnTo>
                  <a:pt x="90343" y="4602"/>
                </a:lnTo>
                <a:lnTo>
                  <a:pt x="50801" y="95688"/>
                </a:lnTo>
                <a:lnTo>
                  <a:pt x="30032" y="94669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E4986-9430-4176-A6FE-C089FF5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771" y="3712416"/>
            <a:ext cx="80963" cy="97742"/>
          </a:xfrm>
          <a:custGeom xmlns:a="http://schemas.openxmlformats.org/drawingml/2006/main">
            <a:pathLst>
              <a:path w="80963" h="97742">
                <a:moveTo>
                  <a:pt x="49504" y="49155"/>
                </a:moveTo>
                <a:cubicBezTo>
                  <a:pt x="37154" y="48529"/>
                  <a:pt x="28561" y="49490"/>
                  <a:pt x="23667" y="52053"/>
                </a:cubicBezTo>
                <a:cubicBezTo>
                  <a:pt x="18715" y="54616"/>
                  <a:pt x="16108" y="59335"/>
                  <a:pt x="15759" y="66108"/>
                </a:cubicBezTo>
                <a:cubicBezTo>
                  <a:pt x="15482" y="71511"/>
                  <a:pt x="17069" y="75939"/>
                  <a:pt x="20478" y="79303"/>
                </a:cubicBezTo>
                <a:cubicBezTo>
                  <a:pt x="23900" y="82653"/>
                  <a:pt x="28677" y="84473"/>
                  <a:pt x="34765" y="84765"/>
                </a:cubicBezTo>
                <a:cubicBezTo>
                  <a:pt x="43242" y="85216"/>
                  <a:pt x="50174" y="82551"/>
                  <a:pt x="55592" y="76856"/>
                </a:cubicBezTo>
                <a:cubicBezTo>
                  <a:pt x="61054" y="71103"/>
                  <a:pt x="64011" y="63253"/>
                  <a:pt x="64520" y="53306"/>
                </a:cubicBezTo>
                <a:lnTo>
                  <a:pt x="64695" y="49883"/>
                </a:lnTo>
                <a:lnTo>
                  <a:pt x="49504" y="49155"/>
                </a:lnTo>
                <a:close/>
                <a:moveTo>
                  <a:pt x="80279" y="44363"/>
                </a:moveTo>
                <a:lnTo>
                  <a:pt x="77541" y="97392"/>
                </a:lnTo>
                <a:lnTo>
                  <a:pt x="62306" y="96591"/>
                </a:lnTo>
                <a:lnTo>
                  <a:pt x="63035" y="82493"/>
                </a:lnTo>
                <a:cubicBezTo>
                  <a:pt x="59233" y="87954"/>
                  <a:pt x="54675" y="91872"/>
                  <a:pt x="49330" y="94319"/>
                </a:cubicBezTo>
                <a:cubicBezTo>
                  <a:pt x="44043" y="96708"/>
                  <a:pt x="37605" y="97742"/>
                  <a:pt x="30046" y="97392"/>
                </a:cubicBezTo>
                <a:cubicBezTo>
                  <a:pt x="20536" y="96882"/>
                  <a:pt x="13137" y="93809"/>
                  <a:pt x="7792" y="88173"/>
                </a:cubicBezTo>
                <a:cubicBezTo>
                  <a:pt x="2447" y="82551"/>
                  <a:pt x="0" y="75269"/>
                  <a:pt x="451" y="66326"/>
                </a:cubicBezTo>
                <a:cubicBezTo>
                  <a:pt x="976" y="55869"/>
                  <a:pt x="4894" y="48179"/>
                  <a:pt x="12176" y="43227"/>
                </a:cubicBezTo>
                <a:cubicBezTo>
                  <a:pt x="19400" y="38275"/>
                  <a:pt x="29988" y="36178"/>
                  <a:pt x="43868" y="36862"/>
                </a:cubicBezTo>
                <a:lnTo>
                  <a:pt x="65263" y="37998"/>
                </a:lnTo>
                <a:lnTo>
                  <a:pt x="65365" y="36469"/>
                </a:lnTo>
                <a:cubicBezTo>
                  <a:pt x="65715" y="29464"/>
                  <a:pt x="63661" y="23886"/>
                  <a:pt x="59277" y="19793"/>
                </a:cubicBezTo>
                <a:cubicBezTo>
                  <a:pt x="54849" y="15759"/>
                  <a:pt x="48470" y="13472"/>
                  <a:pt x="40110" y="13079"/>
                </a:cubicBezTo>
                <a:cubicBezTo>
                  <a:pt x="34823" y="12788"/>
                  <a:pt x="29580" y="13195"/>
                  <a:pt x="24468" y="14157"/>
                </a:cubicBezTo>
                <a:cubicBezTo>
                  <a:pt x="19400" y="15191"/>
                  <a:pt x="14448" y="16895"/>
                  <a:pt x="9729" y="19167"/>
                </a:cubicBezTo>
                <a:lnTo>
                  <a:pt x="10414" y="5054"/>
                </a:lnTo>
                <a:cubicBezTo>
                  <a:pt x="16108" y="3175"/>
                  <a:pt x="21628" y="1864"/>
                  <a:pt x="26915" y="1078"/>
                </a:cubicBezTo>
                <a:cubicBezTo>
                  <a:pt x="32202" y="218"/>
                  <a:pt x="37387" y="0"/>
                  <a:pt x="42324" y="218"/>
                </a:cubicBezTo>
                <a:cubicBezTo>
                  <a:pt x="55752" y="903"/>
                  <a:pt x="65656" y="4894"/>
                  <a:pt x="71919" y="12220"/>
                </a:cubicBezTo>
                <a:cubicBezTo>
                  <a:pt x="78167" y="19502"/>
                  <a:pt x="80963" y="30207"/>
                  <a:pt x="80279" y="44363"/>
                </a:cubicBezTo>
                <a:close/>
                <a:moveTo>
                  <a:pt x="80279" y="443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22175-A5EB-4504-8E49-C9927D34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445" y="3692099"/>
            <a:ext cx="58534" cy="121642"/>
          </a:xfrm>
          <a:custGeom xmlns:a="http://schemas.openxmlformats.org/drawingml/2006/main">
            <a:pathLst>
              <a:path w="58534" h="121642">
                <a:moveTo>
                  <a:pt x="28503" y="801"/>
                </a:moveTo>
                <a:lnTo>
                  <a:pt x="27133" y="27192"/>
                </a:lnTo>
                <a:lnTo>
                  <a:pt x="58534" y="28794"/>
                </a:lnTo>
                <a:lnTo>
                  <a:pt x="57966" y="40620"/>
                </a:lnTo>
                <a:lnTo>
                  <a:pt x="26507" y="39033"/>
                </a:lnTo>
                <a:lnTo>
                  <a:pt x="23944" y="89440"/>
                </a:lnTo>
                <a:cubicBezTo>
                  <a:pt x="23551" y="97057"/>
                  <a:pt x="24337" y="101951"/>
                  <a:pt x="26332" y="104223"/>
                </a:cubicBezTo>
                <a:cubicBezTo>
                  <a:pt x="28269" y="106509"/>
                  <a:pt x="32420" y="107762"/>
                  <a:pt x="38800" y="108097"/>
                </a:cubicBezTo>
                <a:lnTo>
                  <a:pt x="54442" y="108898"/>
                </a:lnTo>
                <a:lnTo>
                  <a:pt x="53815" y="121642"/>
                </a:lnTo>
                <a:lnTo>
                  <a:pt x="38173" y="120841"/>
                </a:lnTo>
                <a:cubicBezTo>
                  <a:pt x="26391" y="120273"/>
                  <a:pt x="18366" y="117651"/>
                  <a:pt x="14098" y="113049"/>
                </a:cubicBezTo>
                <a:cubicBezTo>
                  <a:pt x="9831" y="108374"/>
                  <a:pt x="8010" y="100305"/>
                  <a:pt x="8637" y="88697"/>
                </a:cubicBezTo>
                <a:lnTo>
                  <a:pt x="11200" y="38232"/>
                </a:lnTo>
                <a:lnTo>
                  <a:pt x="0" y="37664"/>
                </a:lnTo>
                <a:lnTo>
                  <a:pt x="568" y="25823"/>
                </a:lnTo>
                <a:lnTo>
                  <a:pt x="11768" y="26405"/>
                </a:lnTo>
                <a:lnTo>
                  <a:pt x="13137" y="0"/>
                </a:lnTo>
                <a:lnTo>
                  <a:pt x="28503" y="801"/>
                </a:lnTo>
                <a:close/>
                <a:moveTo>
                  <a:pt x="28503" y="8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9C7F2-70BF-4648-8DF4-8EA34B18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276" y="3720951"/>
            <a:ext cx="87794" cy="98645"/>
          </a:xfrm>
          <a:custGeom xmlns:a="http://schemas.openxmlformats.org/drawingml/2006/main">
            <a:pathLst>
              <a:path w="87794" h="98645">
                <a:moveTo>
                  <a:pt x="87051" y="47611"/>
                </a:moveTo>
                <a:lnTo>
                  <a:pt x="86702" y="55068"/>
                </a:lnTo>
                <a:lnTo>
                  <a:pt x="16501" y="51485"/>
                </a:lnTo>
                <a:cubicBezTo>
                  <a:pt x="16676" y="62059"/>
                  <a:pt x="19400" y="70200"/>
                  <a:pt x="24803" y="75997"/>
                </a:cubicBezTo>
                <a:cubicBezTo>
                  <a:pt x="30163" y="81808"/>
                  <a:pt x="37955" y="84940"/>
                  <a:pt x="48019" y="85449"/>
                </a:cubicBezTo>
                <a:cubicBezTo>
                  <a:pt x="53874" y="85784"/>
                  <a:pt x="59627" y="85333"/>
                  <a:pt x="65205" y="84197"/>
                </a:cubicBezTo>
                <a:cubicBezTo>
                  <a:pt x="70783" y="83002"/>
                  <a:pt x="76347" y="81124"/>
                  <a:pt x="81925" y="78560"/>
                </a:cubicBezTo>
                <a:lnTo>
                  <a:pt x="81182" y="92950"/>
                </a:lnTo>
                <a:cubicBezTo>
                  <a:pt x="75560" y="95004"/>
                  <a:pt x="69865" y="96489"/>
                  <a:pt x="64069" y="97450"/>
                </a:cubicBezTo>
                <a:cubicBezTo>
                  <a:pt x="58258" y="98353"/>
                  <a:pt x="52403" y="98645"/>
                  <a:pt x="46490" y="98353"/>
                </a:cubicBezTo>
                <a:cubicBezTo>
                  <a:pt x="31634" y="97625"/>
                  <a:pt x="20143" y="92731"/>
                  <a:pt x="11957" y="83629"/>
                </a:cubicBezTo>
                <a:cubicBezTo>
                  <a:pt x="3699" y="74584"/>
                  <a:pt x="0" y="62685"/>
                  <a:pt x="743" y="47946"/>
                </a:cubicBezTo>
                <a:cubicBezTo>
                  <a:pt x="1544" y="32770"/>
                  <a:pt x="6204" y="20929"/>
                  <a:pt x="14914" y="12394"/>
                </a:cubicBezTo>
                <a:cubicBezTo>
                  <a:pt x="23551" y="3918"/>
                  <a:pt x="34882" y="0"/>
                  <a:pt x="48820" y="728"/>
                </a:cubicBezTo>
                <a:cubicBezTo>
                  <a:pt x="61272" y="1354"/>
                  <a:pt x="70943" y="5855"/>
                  <a:pt x="77832" y="14273"/>
                </a:cubicBezTo>
                <a:cubicBezTo>
                  <a:pt x="84663" y="22691"/>
                  <a:pt x="87794" y="33789"/>
                  <a:pt x="87051" y="47611"/>
                </a:cubicBezTo>
                <a:close/>
                <a:moveTo>
                  <a:pt x="72021" y="42382"/>
                </a:moveTo>
                <a:cubicBezTo>
                  <a:pt x="72370" y="34008"/>
                  <a:pt x="70375" y="27250"/>
                  <a:pt x="66050" y="22065"/>
                </a:cubicBezTo>
                <a:cubicBezTo>
                  <a:pt x="61724" y="16836"/>
                  <a:pt x="55811" y="14040"/>
                  <a:pt x="48310" y="13647"/>
                </a:cubicBezTo>
                <a:cubicBezTo>
                  <a:pt x="39775" y="13195"/>
                  <a:pt x="32828" y="15234"/>
                  <a:pt x="27483" y="19793"/>
                </a:cubicBezTo>
                <a:cubicBezTo>
                  <a:pt x="22138" y="24337"/>
                  <a:pt x="18832" y="30993"/>
                  <a:pt x="17637" y="39703"/>
                </a:cubicBezTo>
                <a:lnTo>
                  <a:pt x="72021" y="42382"/>
                </a:lnTo>
                <a:close/>
                <a:moveTo>
                  <a:pt x="72021" y="423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4B3EB-FC6F-415F-99AD-32D74361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85" y="3696308"/>
            <a:ext cx="96431" cy="128749"/>
          </a:xfrm>
          <a:custGeom xmlns:a="http://schemas.openxmlformats.org/drawingml/2006/main">
            <a:pathLst>
              <a:path w="96431" h="128749">
                <a:moveTo>
                  <a:pt x="61666" y="68788"/>
                </a:moveTo>
                <a:cubicBezTo>
                  <a:pt x="65190" y="70157"/>
                  <a:pt x="68555" y="72938"/>
                  <a:pt x="71730" y="77089"/>
                </a:cubicBezTo>
                <a:cubicBezTo>
                  <a:pt x="74977" y="81240"/>
                  <a:pt x="78109" y="86935"/>
                  <a:pt x="81182" y="94042"/>
                </a:cubicBezTo>
                <a:lnTo>
                  <a:pt x="96431" y="128749"/>
                </a:lnTo>
                <a:lnTo>
                  <a:pt x="78444" y="127832"/>
                </a:lnTo>
                <a:lnTo>
                  <a:pt x="64229" y="95237"/>
                </a:lnTo>
                <a:cubicBezTo>
                  <a:pt x="60530" y="86760"/>
                  <a:pt x="56889" y="81080"/>
                  <a:pt x="53131" y="78167"/>
                </a:cubicBezTo>
                <a:cubicBezTo>
                  <a:pt x="49432" y="75269"/>
                  <a:pt x="44319" y="73623"/>
                  <a:pt x="37664" y="73273"/>
                </a:cubicBezTo>
                <a:lnTo>
                  <a:pt x="19400" y="72370"/>
                </a:lnTo>
                <a:lnTo>
                  <a:pt x="16720" y="124715"/>
                </a:lnTo>
                <a:lnTo>
                  <a:pt x="0" y="123856"/>
                </a:lnTo>
                <a:lnTo>
                  <a:pt x="6306" y="0"/>
                </a:lnTo>
                <a:lnTo>
                  <a:pt x="44145" y="1937"/>
                </a:lnTo>
                <a:cubicBezTo>
                  <a:pt x="58258" y="2680"/>
                  <a:pt x="68657" y="6146"/>
                  <a:pt x="75312" y="12467"/>
                </a:cubicBezTo>
                <a:cubicBezTo>
                  <a:pt x="82027" y="18715"/>
                  <a:pt x="85041" y="27818"/>
                  <a:pt x="84415" y="39775"/>
                </a:cubicBezTo>
                <a:cubicBezTo>
                  <a:pt x="84022" y="47567"/>
                  <a:pt x="81925" y="53932"/>
                  <a:pt x="77992" y="58884"/>
                </a:cubicBezTo>
                <a:cubicBezTo>
                  <a:pt x="74118" y="63836"/>
                  <a:pt x="68657" y="67142"/>
                  <a:pt x="61666" y="68788"/>
                </a:cubicBezTo>
                <a:close/>
                <a:moveTo>
                  <a:pt x="22356" y="14623"/>
                </a:moveTo>
                <a:lnTo>
                  <a:pt x="20070" y="58607"/>
                </a:lnTo>
                <a:lnTo>
                  <a:pt x="41188" y="59685"/>
                </a:lnTo>
                <a:cubicBezTo>
                  <a:pt x="49257" y="60078"/>
                  <a:pt x="55403" y="58549"/>
                  <a:pt x="59729" y="55010"/>
                </a:cubicBezTo>
                <a:cubicBezTo>
                  <a:pt x="64054" y="51485"/>
                  <a:pt x="66384" y="46082"/>
                  <a:pt x="66792" y="38858"/>
                </a:cubicBezTo>
                <a:cubicBezTo>
                  <a:pt x="67127" y="31634"/>
                  <a:pt x="65365" y="26056"/>
                  <a:pt x="61433" y="22196"/>
                </a:cubicBezTo>
                <a:cubicBezTo>
                  <a:pt x="57457" y="18264"/>
                  <a:pt x="51485" y="16108"/>
                  <a:pt x="43402" y="15700"/>
                </a:cubicBezTo>
                <a:lnTo>
                  <a:pt x="22356" y="14623"/>
                </a:lnTo>
                <a:close/>
                <a:moveTo>
                  <a:pt x="22356" y="146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C838C-D566-474B-899B-A561EDA1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101" y="3731918"/>
            <a:ext cx="87794" cy="98659"/>
          </a:xfrm>
          <a:custGeom xmlns:a="http://schemas.openxmlformats.org/drawingml/2006/main">
            <a:pathLst>
              <a:path w="87794" h="98659">
                <a:moveTo>
                  <a:pt x="87110" y="47626"/>
                </a:moveTo>
                <a:lnTo>
                  <a:pt x="86702" y="55083"/>
                </a:lnTo>
                <a:lnTo>
                  <a:pt x="16560" y="51500"/>
                </a:lnTo>
                <a:cubicBezTo>
                  <a:pt x="16676" y="62015"/>
                  <a:pt x="19458" y="70215"/>
                  <a:pt x="24803" y="76012"/>
                </a:cubicBezTo>
                <a:cubicBezTo>
                  <a:pt x="30207" y="81764"/>
                  <a:pt x="37955" y="84940"/>
                  <a:pt x="48077" y="85464"/>
                </a:cubicBezTo>
                <a:cubicBezTo>
                  <a:pt x="53932" y="85741"/>
                  <a:pt x="59627" y="85347"/>
                  <a:pt x="65205" y="84153"/>
                </a:cubicBezTo>
                <a:cubicBezTo>
                  <a:pt x="70783" y="83017"/>
                  <a:pt x="76347" y="81138"/>
                  <a:pt x="81925" y="78517"/>
                </a:cubicBezTo>
                <a:lnTo>
                  <a:pt x="81182" y="92965"/>
                </a:lnTo>
                <a:cubicBezTo>
                  <a:pt x="75618" y="95018"/>
                  <a:pt x="69865" y="96489"/>
                  <a:pt x="64069" y="97407"/>
                </a:cubicBezTo>
                <a:cubicBezTo>
                  <a:pt x="58258" y="98310"/>
                  <a:pt x="52403" y="98659"/>
                  <a:pt x="46490" y="98368"/>
                </a:cubicBezTo>
                <a:cubicBezTo>
                  <a:pt x="31692" y="97581"/>
                  <a:pt x="20143" y="92688"/>
                  <a:pt x="11957" y="83643"/>
                </a:cubicBezTo>
                <a:cubicBezTo>
                  <a:pt x="3758" y="74541"/>
                  <a:pt x="0" y="62641"/>
                  <a:pt x="743" y="47961"/>
                </a:cubicBezTo>
                <a:cubicBezTo>
                  <a:pt x="1544" y="32726"/>
                  <a:pt x="6263" y="20885"/>
                  <a:pt x="14914" y="12409"/>
                </a:cubicBezTo>
                <a:cubicBezTo>
                  <a:pt x="23551" y="3874"/>
                  <a:pt x="34882" y="0"/>
                  <a:pt x="48820" y="685"/>
                </a:cubicBezTo>
                <a:cubicBezTo>
                  <a:pt x="61331" y="1311"/>
                  <a:pt x="71001" y="5869"/>
                  <a:pt x="77832" y="14288"/>
                </a:cubicBezTo>
                <a:cubicBezTo>
                  <a:pt x="84721" y="22706"/>
                  <a:pt x="87794" y="33804"/>
                  <a:pt x="87110" y="47626"/>
                </a:cubicBezTo>
                <a:close/>
                <a:moveTo>
                  <a:pt x="72021" y="42339"/>
                </a:moveTo>
                <a:cubicBezTo>
                  <a:pt x="72370" y="34022"/>
                  <a:pt x="70375" y="27265"/>
                  <a:pt x="66050" y="22021"/>
                </a:cubicBezTo>
                <a:cubicBezTo>
                  <a:pt x="61724" y="16793"/>
                  <a:pt x="55811" y="13996"/>
                  <a:pt x="48310" y="13603"/>
                </a:cubicBezTo>
                <a:cubicBezTo>
                  <a:pt x="39834" y="13210"/>
                  <a:pt x="32886" y="15249"/>
                  <a:pt x="27541" y="19808"/>
                </a:cubicBezTo>
                <a:cubicBezTo>
                  <a:pt x="22138" y="24352"/>
                  <a:pt x="18890" y="30949"/>
                  <a:pt x="17637" y="39659"/>
                </a:cubicBezTo>
                <a:lnTo>
                  <a:pt x="72021" y="42339"/>
                </a:lnTo>
                <a:close/>
                <a:moveTo>
                  <a:pt x="72021" y="423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41D29-4A42-4D20-8A35-1E503A14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684" y="3702003"/>
            <a:ext cx="21788" cy="129827"/>
          </a:xfrm>
          <a:custGeom xmlns:a="http://schemas.openxmlformats.org/drawingml/2006/main">
            <a:pathLst>
              <a:path w="21788" h="129827">
                <a:moveTo>
                  <a:pt x="6539" y="0"/>
                </a:moveTo>
                <a:lnTo>
                  <a:pt x="21788" y="786"/>
                </a:lnTo>
                <a:lnTo>
                  <a:pt x="15249" y="129827"/>
                </a:lnTo>
                <a:lnTo>
                  <a:pt x="0" y="129084"/>
                </a:lnTo>
                <a:lnTo>
                  <a:pt x="6539" y="0"/>
                </a:lnTo>
                <a:close/>
                <a:moveTo>
                  <a:pt x="65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9AE5F-ADAD-4679-8827-277ADE0B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950" y="3739768"/>
            <a:ext cx="80963" cy="97800"/>
          </a:xfrm>
          <a:custGeom xmlns:a="http://schemas.openxmlformats.org/drawingml/2006/main">
            <a:pathLst>
              <a:path w="80963" h="97800">
                <a:moveTo>
                  <a:pt x="49490" y="49169"/>
                </a:moveTo>
                <a:cubicBezTo>
                  <a:pt x="37154" y="48543"/>
                  <a:pt x="28561" y="49504"/>
                  <a:pt x="23609" y="52068"/>
                </a:cubicBezTo>
                <a:cubicBezTo>
                  <a:pt x="18715" y="54675"/>
                  <a:pt x="16094" y="59350"/>
                  <a:pt x="15759" y="66166"/>
                </a:cubicBezTo>
                <a:cubicBezTo>
                  <a:pt x="15467" y="71584"/>
                  <a:pt x="17069" y="75953"/>
                  <a:pt x="20478" y="79318"/>
                </a:cubicBezTo>
                <a:cubicBezTo>
                  <a:pt x="23900" y="82667"/>
                  <a:pt x="28677" y="84488"/>
                  <a:pt x="34765" y="84838"/>
                </a:cubicBezTo>
                <a:cubicBezTo>
                  <a:pt x="43242" y="85231"/>
                  <a:pt x="50174" y="82609"/>
                  <a:pt x="55578" y="76871"/>
                </a:cubicBezTo>
                <a:cubicBezTo>
                  <a:pt x="61039" y="71118"/>
                  <a:pt x="64011" y="63268"/>
                  <a:pt x="64520" y="53378"/>
                </a:cubicBezTo>
                <a:lnTo>
                  <a:pt x="64680" y="49956"/>
                </a:lnTo>
                <a:lnTo>
                  <a:pt x="49490" y="49169"/>
                </a:lnTo>
                <a:close/>
                <a:moveTo>
                  <a:pt x="80221" y="44436"/>
                </a:moveTo>
                <a:lnTo>
                  <a:pt x="77541" y="97407"/>
                </a:lnTo>
                <a:lnTo>
                  <a:pt x="62292" y="96606"/>
                </a:lnTo>
                <a:lnTo>
                  <a:pt x="62976" y="82551"/>
                </a:lnTo>
                <a:cubicBezTo>
                  <a:pt x="59219" y="87969"/>
                  <a:pt x="54675" y="91945"/>
                  <a:pt x="49330" y="94334"/>
                </a:cubicBezTo>
                <a:cubicBezTo>
                  <a:pt x="43970" y="96780"/>
                  <a:pt x="37547" y="97800"/>
                  <a:pt x="30032" y="97407"/>
                </a:cubicBezTo>
                <a:cubicBezTo>
                  <a:pt x="20536" y="96897"/>
                  <a:pt x="13137" y="93882"/>
                  <a:pt x="7792" y="88246"/>
                </a:cubicBezTo>
                <a:cubicBezTo>
                  <a:pt x="2447" y="82609"/>
                  <a:pt x="0" y="75327"/>
                  <a:pt x="451" y="66341"/>
                </a:cubicBezTo>
                <a:cubicBezTo>
                  <a:pt x="961" y="55927"/>
                  <a:pt x="4894" y="48252"/>
                  <a:pt x="12118" y="43300"/>
                </a:cubicBezTo>
                <a:cubicBezTo>
                  <a:pt x="19400" y="38348"/>
                  <a:pt x="29988" y="36193"/>
                  <a:pt x="43868" y="36935"/>
                </a:cubicBezTo>
                <a:lnTo>
                  <a:pt x="65248" y="38013"/>
                </a:lnTo>
                <a:lnTo>
                  <a:pt x="65365" y="36469"/>
                </a:lnTo>
                <a:cubicBezTo>
                  <a:pt x="65715" y="29478"/>
                  <a:pt x="63661" y="23900"/>
                  <a:pt x="59277" y="19866"/>
                </a:cubicBezTo>
                <a:cubicBezTo>
                  <a:pt x="54849" y="15773"/>
                  <a:pt x="48470" y="13545"/>
                  <a:pt x="40110" y="13093"/>
                </a:cubicBezTo>
                <a:cubicBezTo>
                  <a:pt x="34823" y="12802"/>
                  <a:pt x="29580" y="13210"/>
                  <a:pt x="24468" y="14229"/>
                </a:cubicBezTo>
                <a:cubicBezTo>
                  <a:pt x="19400" y="15249"/>
                  <a:pt x="14448" y="16909"/>
                  <a:pt x="9671" y="19240"/>
                </a:cubicBezTo>
                <a:lnTo>
                  <a:pt x="10414" y="5068"/>
                </a:lnTo>
                <a:cubicBezTo>
                  <a:pt x="16094" y="3190"/>
                  <a:pt x="21614" y="1879"/>
                  <a:pt x="26915" y="1092"/>
                </a:cubicBezTo>
                <a:cubicBezTo>
                  <a:pt x="32202" y="291"/>
                  <a:pt x="37372" y="0"/>
                  <a:pt x="42324" y="233"/>
                </a:cubicBezTo>
                <a:cubicBezTo>
                  <a:pt x="55752" y="918"/>
                  <a:pt x="65656" y="4952"/>
                  <a:pt x="71904" y="12234"/>
                </a:cubicBezTo>
                <a:cubicBezTo>
                  <a:pt x="78167" y="19516"/>
                  <a:pt x="80963" y="30279"/>
                  <a:pt x="80221" y="44436"/>
                </a:cubicBezTo>
                <a:close/>
                <a:moveTo>
                  <a:pt x="80221" y="444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E873F-2A35-4162-B568-0B6899A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01" y="3745347"/>
            <a:ext cx="90401" cy="129609"/>
          </a:xfrm>
          <a:custGeom xmlns:a="http://schemas.openxmlformats.org/drawingml/2006/main">
            <a:pathLst>
              <a:path w="90401" h="129609">
                <a:moveTo>
                  <a:pt x="44421" y="104004"/>
                </a:moveTo>
                <a:cubicBezTo>
                  <a:pt x="39528" y="114869"/>
                  <a:pt x="34984" y="121860"/>
                  <a:pt x="30716" y="124992"/>
                </a:cubicBezTo>
                <a:cubicBezTo>
                  <a:pt x="26449" y="128181"/>
                  <a:pt x="20871" y="129609"/>
                  <a:pt x="14040" y="129259"/>
                </a:cubicBezTo>
                <a:lnTo>
                  <a:pt x="1821" y="128633"/>
                </a:lnTo>
                <a:lnTo>
                  <a:pt x="2505" y="115831"/>
                </a:lnTo>
                <a:lnTo>
                  <a:pt x="11433" y="116297"/>
                </a:lnTo>
                <a:cubicBezTo>
                  <a:pt x="15642" y="116515"/>
                  <a:pt x="18934" y="115670"/>
                  <a:pt x="21381" y="113792"/>
                </a:cubicBezTo>
                <a:cubicBezTo>
                  <a:pt x="23827" y="111971"/>
                  <a:pt x="26624" y="107354"/>
                  <a:pt x="29813" y="100130"/>
                </a:cubicBezTo>
                <a:lnTo>
                  <a:pt x="32872" y="93314"/>
                </a:lnTo>
                <a:lnTo>
                  <a:pt x="0" y="0"/>
                </a:lnTo>
                <a:lnTo>
                  <a:pt x="16152" y="801"/>
                </a:lnTo>
                <a:lnTo>
                  <a:pt x="41465" y="74934"/>
                </a:lnTo>
                <a:lnTo>
                  <a:pt x="74235" y="3758"/>
                </a:lnTo>
                <a:lnTo>
                  <a:pt x="90401" y="4617"/>
                </a:lnTo>
                <a:lnTo>
                  <a:pt x="44421" y="104004"/>
                </a:lnTo>
                <a:close/>
                <a:moveTo>
                  <a:pt x="44421" y="1040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DE947-9B86-4A63-9759-16C3E913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436" y="3859983"/>
            <a:ext cx="42834" cy="61331"/>
          </a:xfrm>
          <a:custGeom xmlns:a="http://schemas.openxmlformats.org/drawingml/2006/main">
            <a:pathLst>
              <a:path w="42834" h="61331">
                <a:moveTo>
                  <a:pt x="6831" y="0"/>
                </a:moveTo>
                <a:lnTo>
                  <a:pt x="42834" y="4326"/>
                </a:lnTo>
                <a:lnTo>
                  <a:pt x="42047" y="10821"/>
                </a:lnTo>
                <a:lnTo>
                  <a:pt x="13763" y="7457"/>
                </a:lnTo>
                <a:lnTo>
                  <a:pt x="11724" y="24293"/>
                </a:lnTo>
                <a:lnTo>
                  <a:pt x="38858" y="27541"/>
                </a:lnTo>
                <a:lnTo>
                  <a:pt x="38057" y="34022"/>
                </a:lnTo>
                <a:lnTo>
                  <a:pt x="10982" y="30789"/>
                </a:lnTo>
                <a:lnTo>
                  <a:pt x="8476" y="51383"/>
                </a:lnTo>
                <a:lnTo>
                  <a:pt x="37489" y="54849"/>
                </a:lnTo>
                <a:lnTo>
                  <a:pt x="36688" y="61331"/>
                </a:lnTo>
                <a:lnTo>
                  <a:pt x="0" y="56961"/>
                </a:lnTo>
                <a:lnTo>
                  <a:pt x="6831" y="0"/>
                </a:lnTo>
                <a:close/>
                <a:moveTo>
                  <a:pt x="683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EDCD8-F7E9-49CD-8B45-CCAB7BF3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810" y="3865911"/>
            <a:ext cx="49839" cy="62059"/>
          </a:xfrm>
          <a:custGeom xmlns:a="http://schemas.openxmlformats.org/drawingml/2006/main">
            <a:pathLst>
              <a:path w="49839" h="62059">
                <a:moveTo>
                  <a:pt x="6772" y="0"/>
                </a:moveTo>
                <a:lnTo>
                  <a:pt x="17128" y="1253"/>
                </a:lnTo>
                <a:lnTo>
                  <a:pt x="36702" y="51878"/>
                </a:lnTo>
                <a:lnTo>
                  <a:pt x="42397" y="4267"/>
                </a:lnTo>
                <a:lnTo>
                  <a:pt x="49839" y="5112"/>
                </a:lnTo>
                <a:lnTo>
                  <a:pt x="43081" y="62059"/>
                </a:lnTo>
                <a:lnTo>
                  <a:pt x="32726" y="60806"/>
                </a:lnTo>
                <a:lnTo>
                  <a:pt x="13152" y="10181"/>
                </a:lnTo>
                <a:lnTo>
                  <a:pt x="7457" y="57792"/>
                </a:lnTo>
                <a:lnTo>
                  <a:pt x="0" y="56947"/>
                </a:lnTo>
                <a:lnTo>
                  <a:pt x="6772" y="0"/>
                </a:lnTo>
                <a:close/>
                <a:moveTo>
                  <a:pt x="67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A10F3-6304-4156-AE50-426A7F06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184" y="3872902"/>
            <a:ext cx="50014" cy="62292"/>
          </a:xfrm>
          <a:custGeom xmlns:a="http://schemas.openxmlformats.org/drawingml/2006/main">
            <a:pathLst>
              <a:path w="50014" h="62292">
                <a:moveTo>
                  <a:pt x="6831" y="0"/>
                </a:moveTo>
                <a:lnTo>
                  <a:pt x="14506" y="918"/>
                </a:lnTo>
                <a:lnTo>
                  <a:pt x="11666" y="24978"/>
                </a:lnTo>
                <a:lnTo>
                  <a:pt x="40052" y="3932"/>
                </a:lnTo>
                <a:lnTo>
                  <a:pt x="50014" y="5127"/>
                </a:lnTo>
                <a:lnTo>
                  <a:pt x="18555" y="28284"/>
                </a:lnTo>
                <a:lnTo>
                  <a:pt x="45237" y="62292"/>
                </a:lnTo>
                <a:lnTo>
                  <a:pt x="35056" y="61098"/>
                </a:lnTo>
                <a:lnTo>
                  <a:pt x="10982" y="30440"/>
                </a:lnTo>
                <a:lnTo>
                  <a:pt x="7748" y="57864"/>
                </a:lnTo>
                <a:lnTo>
                  <a:pt x="0" y="56889"/>
                </a:lnTo>
                <a:lnTo>
                  <a:pt x="6831" y="0"/>
                </a:lnTo>
                <a:close/>
                <a:moveTo>
                  <a:pt x="683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197FB-ABDA-4123-A662-285859B9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872" y="3893044"/>
            <a:ext cx="41421" cy="46140"/>
          </a:xfrm>
          <a:custGeom xmlns:a="http://schemas.openxmlformats.org/drawingml/2006/main">
            <a:pathLst>
              <a:path w="41421" h="46140">
                <a:moveTo>
                  <a:pt x="40620" y="23667"/>
                </a:moveTo>
                <a:lnTo>
                  <a:pt x="40227" y="27075"/>
                </a:lnTo>
                <a:lnTo>
                  <a:pt x="7967" y="23216"/>
                </a:lnTo>
                <a:cubicBezTo>
                  <a:pt x="7675" y="28109"/>
                  <a:pt x="8710" y="31911"/>
                  <a:pt x="11040" y="34765"/>
                </a:cubicBezTo>
                <a:cubicBezTo>
                  <a:pt x="13312" y="37605"/>
                  <a:pt x="16778" y="39309"/>
                  <a:pt x="21453" y="39877"/>
                </a:cubicBezTo>
                <a:cubicBezTo>
                  <a:pt x="24119" y="40227"/>
                  <a:pt x="26798" y="40169"/>
                  <a:pt x="29420" y="39819"/>
                </a:cubicBezTo>
                <a:cubicBezTo>
                  <a:pt x="31969" y="39484"/>
                  <a:pt x="34649" y="38800"/>
                  <a:pt x="37270" y="37722"/>
                </a:cubicBezTo>
                <a:lnTo>
                  <a:pt x="36469" y="44378"/>
                </a:lnTo>
                <a:cubicBezTo>
                  <a:pt x="33848" y="45179"/>
                  <a:pt x="31182" y="45630"/>
                  <a:pt x="28444" y="45907"/>
                </a:cubicBezTo>
                <a:cubicBezTo>
                  <a:pt x="25779" y="46140"/>
                  <a:pt x="23041" y="46082"/>
                  <a:pt x="20317" y="45790"/>
                </a:cubicBezTo>
                <a:cubicBezTo>
                  <a:pt x="13487" y="44946"/>
                  <a:pt x="8360" y="42324"/>
                  <a:pt x="4835" y="37897"/>
                </a:cubicBezTo>
                <a:cubicBezTo>
                  <a:pt x="1311" y="33454"/>
                  <a:pt x="0" y="27876"/>
                  <a:pt x="801" y="21104"/>
                </a:cubicBezTo>
                <a:cubicBezTo>
                  <a:pt x="1646" y="14113"/>
                  <a:pt x="4151" y="8768"/>
                  <a:pt x="8418" y="5127"/>
                </a:cubicBezTo>
                <a:cubicBezTo>
                  <a:pt x="12686" y="1486"/>
                  <a:pt x="18031" y="0"/>
                  <a:pt x="24468" y="801"/>
                </a:cubicBezTo>
                <a:cubicBezTo>
                  <a:pt x="30207" y="1486"/>
                  <a:pt x="34532" y="3874"/>
                  <a:pt x="37430" y="7967"/>
                </a:cubicBezTo>
                <a:cubicBezTo>
                  <a:pt x="40343" y="12059"/>
                  <a:pt x="41421" y="17288"/>
                  <a:pt x="40620" y="23667"/>
                </a:cubicBezTo>
                <a:close/>
                <a:moveTo>
                  <a:pt x="33848" y="20769"/>
                </a:moveTo>
                <a:cubicBezTo>
                  <a:pt x="34255" y="16895"/>
                  <a:pt x="33571" y="13705"/>
                  <a:pt x="31750" y="11156"/>
                </a:cubicBezTo>
                <a:cubicBezTo>
                  <a:pt x="29930" y="8651"/>
                  <a:pt x="27250" y="7166"/>
                  <a:pt x="23842" y="6772"/>
                </a:cubicBezTo>
                <a:cubicBezTo>
                  <a:pt x="19910" y="6263"/>
                  <a:pt x="16618" y="6991"/>
                  <a:pt x="13996" y="8928"/>
                </a:cubicBezTo>
                <a:cubicBezTo>
                  <a:pt x="11375" y="10865"/>
                  <a:pt x="9671" y="13822"/>
                  <a:pt x="8811" y="17812"/>
                </a:cubicBezTo>
                <a:lnTo>
                  <a:pt x="33848" y="20769"/>
                </a:lnTo>
                <a:close/>
                <a:moveTo>
                  <a:pt x="33848" y="207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DCA87-817E-44CE-99D9-3417C5A8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29" y="3897879"/>
            <a:ext cx="44771" cy="60413"/>
          </a:xfrm>
          <a:custGeom xmlns:a="http://schemas.openxmlformats.org/drawingml/2006/main">
            <a:pathLst>
              <a:path w="44771" h="60413">
                <a:moveTo>
                  <a:pt x="20419" y="49388"/>
                </a:moveTo>
                <a:cubicBezTo>
                  <a:pt x="17856" y="54223"/>
                  <a:pt x="15526" y="57296"/>
                  <a:pt x="13428" y="58651"/>
                </a:cubicBezTo>
                <a:cubicBezTo>
                  <a:pt x="11375" y="59962"/>
                  <a:pt x="8753" y="60413"/>
                  <a:pt x="5636" y="60078"/>
                </a:cubicBezTo>
                <a:lnTo>
                  <a:pt x="0" y="59394"/>
                </a:lnTo>
                <a:lnTo>
                  <a:pt x="685" y="53539"/>
                </a:lnTo>
                <a:lnTo>
                  <a:pt x="4835" y="53990"/>
                </a:lnTo>
                <a:cubicBezTo>
                  <a:pt x="6772" y="54223"/>
                  <a:pt x="8302" y="53932"/>
                  <a:pt x="9496" y="53189"/>
                </a:cubicBezTo>
                <a:cubicBezTo>
                  <a:pt x="10690" y="52403"/>
                  <a:pt x="12118" y="50349"/>
                  <a:pt x="13822" y="47101"/>
                </a:cubicBezTo>
                <a:lnTo>
                  <a:pt x="15467" y="44086"/>
                </a:lnTo>
                <a:lnTo>
                  <a:pt x="3190" y="0"/>
                </a:lnTo>
                <a:lnTo>
                  <a:pt x="10632" y="859"/>
                </a:lnTo>
                <a:lnTo>
                  <a:pt x="19968" y="35843"/>
                </a:lnTo>
                <a:lnTo>
                  <a:pt x="37314" y="4034"/>
                </a:lnTo>
                <a:lnTo>
                  <a:pt x="44771" y="4952"/>
                </a:lnTo>
                <a:lnTo>
                  <a:pt x="20419" y="49388"/>
                </a:lnTo>
                <a:close/>
                <a:moveTo>
                  <a:pt x="20419" y="493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D3DE9-6C1F-4537-8BF7-E48DD949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545" y="3903967"/>
            <a:ext cx="35100" cy="45907"/>
          </a:xfrm>
          <a:custGeom xmlns:a="http://schemas.openxmlformats.org/drawingml/2006/main">
            <a:pathLst>
              <a:path w="35100" h="45907">
                <a:moveTo>
                  <a:pt x="35100" y="4500"/>
                </a:moveTo>
                <a:lnTo>
                  <a:pt x="34314" y="11156"/>
                </a:lnTo>
                <a:cubicBezTo>
                  <a:pt x="32435" y="9904"/>
                  <a:pt x="30498" y="8870"/>
                  <a:pt x="28401" y="8141"/>
                </a:cubicBezTo>
                <a:cubicBezTo>
                  <a:pt x="26347" y="7399"/>
                  <a:pt x="24133" y="6831"/>
                  <a:pt x="21847" y="6598"/>
                </a:cubicBezTo>
                <a:cubicBezTo>
                  <a:pt x="18380" y="6146"/>
                  <a:pt x="15700" y="6365"/>
                  <a:pt x="13836" y="7224"/>
                </a:cubicBezTo>
                <a:cubicBezTo>
                  <a:pt x="11957" y="8083"/>
                  <a:pt x="10923" y="9612"/>
                  <a:pt x="10647" y="11724"/>
                </a:cubicBezTo>
                <a:cubicBezTo>
                  <a:pt x="10472" y="13370"/>
                  <a:pt x="10923" y="14739"/>
                  <a:pt x="12059" y="15817"/>
                </a:cubicBezTo>
                <a:cubicBezTo>
                  <a:pt x="13210" y="16836"/>
                  <a:pt x="15598" y="18031"/>
                  <a:pt x="19240" y="19342"/>
                </a:cubicBezTo>
                <a:lnTo>
                  <a:pt x="21628" y="20143"/>
                </a:lnTo>
                <a:cubicBezTo>
                  <a:pt x="26463" y="21847"/>
                  <a:pt x="29813" y="23725"/>
                  <a:pt x="31692" y="25939"/>
                </a:cubicBezTo>
                <a:cubicBezTo>
                  <a:pt x="33513" y="28168"/>
                  <a:pt x="34255" y="30949"/>
                  <a:pt x="33848" y="34474"/>
                </a:cubicBezTo>
                <a:cubicBezTo>
                  <a:pt x="33396" y="38406"/>
                  <a:pt x="31415" y="41363"/>
                  <a:pt x="27993" y="43344"/>
                </a:cubicBezTo>
                <a:cubicBezTo>
                  <a:pt x="24585" y="45281"/>
                  <a:pt x="20143" y="45907"/>
                  <a:pt x="14623" y="45222"/>
                </a:cubicBezTo>
                <a:cubicBezTo>
                  <a:pt x="12351" y="45004"/>
                  <a:pt x="10020" y="44494"/>
                  <a:pt x="7573" y="43751"/>
                </a:cubicBezTo>
                <a:cubicBezTo>
                  <a:pt x="5185" y="42950"/>
                  <a:pt x="2622" y="41989"/>
                  <a:pt x="0" y="40795"/>
                </a:cubicBezTo>
                <a:lnTo>
                  <a:pt x="859" y="33571"/>
                </a:lnTo>
                <a:cubicBezTo>
                  <a:pt x="3306" y="35217"/>
                  <a:pt x="5695" y="36527"/>
                  <a:pt x="8141" y="37489"/>
                </a:cubicBezTo>
                <a:cubicBezTo>
                  <a:pt x="10588" y="38465"/>
                  <a:pt x="13035" y="39091"/>
                  <a:pt x="15540" y="39368"/>
                </a:cubicBezTo>
                <a:cubicBezTo>
                  <a:pt x="18832" y="39761"/>
                  <a:pt x="21395" y="39542"/>
                  <a:pt x="23332" y="38567"/>
                </a:cubicBezTo>
                <a:cubicBezTo>
                  <a:pt x="25269" y="37664"/>
                  <a:pt x="26347" y="36178"/>
                  <a:pt x="26565" y="34139"/>
                </a:cubicBezTo>
                <a:cubicBezTo>
                  <a:pt x="26798" y="32260"/>
                  <a:pt x="26347" y="30716"/>
                  <a:pt x="25153" y="29522"/>
                </a:cubicBezTo>
                <a:cubicBezTo>
                  <a:pt x="24017" y="28328"/>
                  <a:pt x="21337" y="27017"/>
                  <a:pt x="17069" y="25604"/>
                </a:cubicBezTo>
                <a:lnTo>
                  <a:pt x="14681" y="24687"/>
                </a:lnTo>
                <a:cubicBezTo>
                  <a:pt x="10472" y="23274"/>
                  <a:pt x="7515" y="21497"/>
                  <a:pt x="5811" y="19400"/>
                </a:cubicBezTo>
                <a:cubicBezTo>
                  <a:pt x="4107" y="17244"/>
                  <a:pt x="3423" y="14506"/>
                  <a:pt x="3816" y="11200"/>
                </a:cubicBezTo>
                <a:cubicBezTo>
                  <a:pt x="4326" y="7224"/>
                  <a:pt x="6088" y="4267"/>
                  <a:pt x="9219" y="2447"/>
                </a:cubicBezTo>
                <a:cubicBezTo>
                  <a:pt x="12292" y="568"/>
                  <a:pt x="16501" y="0"/>
                  <a:pt x="21730" y="626"/>
                </a:cubicBezTo>
                <a:cubicBezTo>
                  <a:pt x="24293" y="903"/>
                  <a:pt x="26740" y="1427"/>
                  <a:pt x="28969" y="2054"/>
                </a:cubicBezTo>
                <a:cubicBezTo>
                  <a:pt x="31241" y="2724"/>
                  <a:pt x="33280" y="3525"/>
                  <a:pt x="35100" y="4500"/>
                </a:cubicBezTo>
                <a:close/>
                <a:moveTo>
                  <a:pt x="35100" y="45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BDBF3-62A9-464D-A11D-29316B9D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273" y="3894530"/>
            <a:ext cx="48689" cy="61491"/>
          </a:xfrm>
          <a:custGeom xmlns:a="http://schemas.openxmlformats.org/drawingml/2006/main">
            <a:pathLst>
              <a:path w="48689" h="61491">
                <a:moveTo>
                  <a:pt x="5112" y="0"/>
                </a:moveTo>
                <a:lnTo>
                  <a:pt x="12846" y="961"/>
                </a:lnTo>
                <a:lnTo>
                  <a:pt x="8753" y="35552"/>
                </a:lnTo>
                <a:cubicBezTo>
                  <a:pt x="8010" y="41640"/>
                  <a:pt x="8578" y="46125"/>
                  <a:pt x="10457" y="49097"/>
                </a:cubicBezTo>
                <a:cubicBezTo>
                  <a:pt x="12336" y="52053"/>
                  <a:pt x="15759" y="53815"/>
                  <a:pt x="20754" y="54383"/>
                </a:cubicBezTo>
                <a:cubicBezTo>
                  <a:pt x="25648" y="55010"/>
                  <a:pt x="29406" y="54092"/>
                  <a:pt x="31911" y="51645"/>
                </a:cubicBezTo>
                <a:cubicBezTo>
                  <a:pt x="34474" y="49257"/>
                  <a:pt x="36120" y="44989"/>
                  <a:pt x="36804" y="38901"/>
                </a:cubicBezTo>
                <a:lnTo>
                  <a:pt x="40955" y="4311"/>
                </a:lnTo>
                <a:lnTo>
                  <a:pt x="48689" y="5229"/>
                </a:lnTo>
                <a:lnTo>
                  <a:pt x="44421" y="40780"/>
                </a:lnTo>
                <a:cubicBezTo>
                  <a:pt x="43577" y="48179"/>
                  <a:pt x="41072" y="53582"/>
                  <a:pt x="36921" y="56947"/>
                </a:cubicBezTo>
                <a:cubicBezTo>
                  <a:pt x="32814" y="60297"/>
                  <a:pt x="27192" y="61491"/>
                  <a:pt x="20026" y="60646"/>
                </a:cubicBezTo>
                <a:cubicBezTo>
                  <a:pt x="12802" y="59787"/>
                  <a:pt x="7559" y="57282"/>
                  <a:pt x="4369" y="53014"/>
                </a:cubicBezTo>
                <a:cubicBezTo>
                  <a:pt x="1136" y="48805"/>
                  <a:pt x="0" y="43009"/>
                  <a:pt x="845" y="35552"/>
                </a:cubicBezTo>
                <a:lnTo>
                  <a:pt x="5112" y="0"/>
                </a:lnTo>
                <a:close/>
                <a:moveTo>
                  <a:pt x="51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DD617-E2BC-4619-A74B-47DD95B4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088" y="3915633"/>
            <a:ext cx="43518" cy="59787"/>
          </a:xfrm>
          <a:custGeom xmlns:a="http://schemas.openxmlformats.org/drawingml/2006/main">
            <a:pathLst>
              <a:path w="43518" h="59787">
                <a:moveTo>
                  <a:pt x="9787" y="37154"/>
                </a:moveTo>
                <a:lnTo>
                  <a:pt x="7049" y="59787"/>
                </a:lnTo>
                <a:lnTo>
                  <a:pt x="0" y="58942"/>
                </a:lnTo>
                <a:lnTo>
                  <a:pt x="7049" y="0"/>
                </a:lnTo>
                <a:lnTo>
                  <a:pt x="14113" y="845"/>
                </a:lnTo>
                <a:lnTo>
                  <a:pt x="13312" y="7340"/>
                </a:lnTo>
                <a:cubicBezTo>
                  <a:pt x="15132" y="4952"/>
                  <a:pt x="17244" y="3292"/>
                  <a:pt x="19633" y="2330"/>
                </a:cubicBezTo>
                <a:cubicBezTo>
                  <a:pt x="22021" y="1354"/>
                  <a:pt x="24745" y="1078"/>
                  <a:pt x="27876" y="1471"/>
                </a:cubicBezTo>
                <a:cubicBezTo>
                  <a:pt x="33047" y="2039"/>
                  <a:pt x="37037" y="4602"/>
                  <a:pt x="39761" y="9161"/>
                </a:cubicBezTo>
                <a:cubicBezTo>
                  <a:pt x="42557" y="13647"/>
                  <a:pt x="43518" y="19225"/>
                  <a:pt x="42732" y="25939"/>
                </a:cubicBezTo>
                <a:cubicBezTo>
                  <a:pt x="41931" y="32653"/>
                  <a:pt x="39659" y="37882"/>
                  <a:pt x="35901" y="41640"/>
                </a:cubicBezTo>
                <a:cubicBezTo>
                  <a:pt x="32202" y="45339"/>
                  <a:pt x="27701" y="46926"/>
                  <a:pt x="22531" y="46300"/>
                </a:cubicBezTo>
                <a:cubicBezTo>
                  <a:pt x="19400" y="45907"/>
                  <a:pt x="16778" y="45004"/>
                  <a:pt x="14681" y="43460"/>
                </a:cubicBezTo>
                <a:cubicBezTo>
                  <a:pt x="12569" y="41989"/>
                  <a:pt x="10982" y="39877"/>
                  <a:pt x="9787" y="37154"/>
                </a:cubicBezTo>
                <a:close/>
                <a:moveTo>
                  <a:pt x="35450" y="25080"/>
                </a:moveTo>
                <a:cubicBezTo>
                  <a:pt x="36061" y="19910"/>
                  <a:pt x="35493" y="15759"/>
                  <a:pt x="33673" y="12569"/>
                </a:cubicBezTo>
                <a:cubicBezTo>
                  <a:pt x="31911" y="9379"/>
                  <a:pt x="29187" y="7559"/>
                  <a:pt x="25488" y="7107"/>
                </a:cubicBezTo>
                <a:cubicBezTo>
                  <a:pt x="21788" y="6656"/>
                  <a:pt x="18657" y="7792"/>
                  <a:pt x="16210" y="10457"/>
                </a:cubicBezTo>
                <a:cubicBezTo>
                  <a:pt x="13705" y="13137"/>
                  <a:pt x="12176" y="17069"/>
                  <a:pt x="11550" y="22240"/>
                </a:cubicBezTo>
                <a:cubicBezTo>
                  <a:pt x="10923" y="27425"/>
                  <a:pt x="11550" y="31576"/>
                  <a:pt x="13312" y="34751"/>
                </a:cubicBezTo>
                <a:cubicBezTo>
                  <a:pt x="15074" y="37940"/>
                  <a:pt x="17812" y="39761"/>
                  <a:pt x="21497" y="40212"/>
                </a:cubicBezTo>
                <a:cubicBezTo>
                  <a:pt x="25255" y="40678"/>
                  <a:pt x="28328" y="39542"/>
                  <a:pt x="30775" y="36862"/>
                </a:cubicBezTo>
                <a:cubicBezTo>
                  <a:pt x="33280" y="34183"/>
                  <a:pt x="34823" y="30265"/>
                  <a:pt x="35450" y="25080"/>
                </a:cubicBezTo>
                <a:close/>
                <a:moveTo>
                  <a:pt x="35450" y="25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3824E-937F-4B88-AEF1-79CD400F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864" y="3904929"/>
            <a:ext cx="14098" cy="60195"/>
          </a:xfrm>
          <a:custGeom xmlns:a="http://schemas.openxmlformats.org/drawingml/2006/main">
            <a:pathLst>
              <a:path w="14098" h="60195">
                <a:moveTo>
                  <a:pt x="7107" y="0"/>
                </a:moveTo>
                <a:lnTo>
                  <a:pt x="14098" y="859"/>
                </a:lnTo>
                <a:lnTo>
                  <a:pt x="7049" y="60195"/>
                </a:lnTo>
                <a:lnTo>
                  <a:pt x="0" y="59350"/>
                </a:lnTo>
                <a:lnTo>
                  <a:pt x="7107" y="0"/>
                </a:lnTo>
                <a:close/>
                <a:moveTo>
                  <a:pt x="710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9D4EB-7E89-45EE-A540-158F7F81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226" y="3924387"/>
            <a:ext cx="40911" cy="46315"/>
          </a:xfrm>
          <a:custGeom xmlns:a="http://schemas.openxmlformats.org/drawingml/2006/main">
            <a:pathLst>
              <a:path w="40911" h="46315">
                <a:moveTo>
                  <a:pt x="22415" y="6656"/>
                </a:moveTo>
                <a:cubicBezTo>
                  <a:pt x="18657" y="6263"/>
                  <a:pt x="15526" y="7340"/>
                  <a:pt x="12977" y="10020"/>
                </a:cubicBezTo>
                <a:cubicBezTo>
                  <a:pt x="10414" y="12686"/>
                  <a:pt x="8870" y="16618"/>
                  <a:pt x="8243" y="21686"/>
                </a:cubicBezTo>
                <a:cubicBezTo>
                  <a:pt x="7617" y="26798"/>
                  <a:pt x="8243" y="30949"/>
                  <a:pt x="10064" y="34139"/>
                </a:cubicBezTo>
                <a:cubicBezTo>
                  <a:pt x="11885" y="37387"/>
                  <a:pt x="14681" y="39207"/>
                  <a:pt x="18497" y="39659"/>
                </a:cubicBezTo>
                <a:cubicBezTo>
                  <a:pt x="22240" y="40052"/>
                  <a:pt x="25371" y="38974"/>
                  <a:pt x="27876" y="36294"/>
                </a:cubicBezTo>
                <a:cubicBezTo>
                  <a:pt x="30440" y="33571"/>
                  <a:pt x="32027" y="29697"/>
                  <a:pt x="32595" y="24643"/>
                </a:cubicBezTo>
                <a:cubicBezTo>
                  <a:pt x="33221" y="19575"/>
                  <a:pt x="32595" y="15424"/>
                  <a:pt x="30775" y="12176"/>
                </a:cubicBezTo>
                <a:cubicBezTo>
                  <a:pt x="28954" y="8986"/>
                  <a:pt x="26172" y="7122"/>
                  <a:pt x="22415" y="6656"/>
                </a:cubicBezTo>
                <a:close/>
                <a:moveTo>
                  <a:pt x="23099" y="743"/>
                </a:moveTo>
                <a:cubicBezTo>
                  <a:pt x="29245" y="1486"/>
                  <a:pt x="33789" y="4049"/>
                  <a:pt x="36804" y="8418"/>
                </a:cubicBezTo>
                <a:cubicBezTo>
                  <a:pt x="39819" y="12802"/>
                  <a:pt x="40911" y="18497"/>
                  <a:pt x="40052" y="25488"/>
                </a:cubicBezTo>
                <a:cubicBezTo>
                  <a:pt x="39193" y="32493"/>
                  <a:pt x="36804" y="37780"/>
                  <a:pt x="32886" y="41305"/>
                </a:cubicBezTo>
                <a:cubicBezTo>
                  <a:pt x="28896" y="44887"/>
                  <a:pt x="23900" y="46315"/>
                  <a:pt x="17754" y="45572"/>
                </a:cubicBezTo>
                <a:cubicBezTo>
                  <a:pt x="11666" y="44829"/>
                  <a:pt x="7049" y="42280"/>
                  <a:pt x="4093" y="37897"/>
                </a:cubicBezTo>
                <a:cubicBezTo>
                  <a:pt x="1078" y="33513"/>
                  <a:pt x="0" y="27818"/>
                  <a:pt x="859" y="20827"/>
                </a:cubicBezTo>
                <a:cubicBezTo>
                  <a:pt x="1704" y="13836"/>
                  <a:pt x="4093" y="8535"/>
                  <a:pt x="8025" y="4952"/>
                </a:cubicBezTo>
                <a:cubicBezTo>
                  <a:pt x="11943" y="1427"/>
                  <a:pt x="17011" y="0"/>
                  <a:pt x="23099" y="743"/>
                </a:cubicBezTo>
                <a:close/>
                <a:moveTo>
                  <a:pt x="23099" y="7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4FFE3-F69D-4C20-8AF4-C12ECA8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676" y="3930358"/>
            <a:ext cx="38800" cy="46198"/>
          </a:xfrm>
          <a:custGeom xmlns:a="http://schemas.openxmlformats.org/drawingml/2006/main">
            <a:pathLst>
              <a:path w="38800" h="46198">
                <a:moveTo>
                  <a:pt x="23667" y="23099"/>
                </a:moveTo>
                <a:cubicBezTo>
                  <a:pt x="17972" y="22429"/>
                  <a:pt x="13996" y="22589"/>
                  <a:pt x="11666" y="23623"/>
                </a:cubicBezTo>
                <a:cubicBezTo>
                  <a:pt x="9321" y="24643"/>
                  <a:pt x="7967" y="26740"/>
                  <a:pt x="7559" y="29872"/>
                </a:cubicBezTo>
                <a:cubicBezTo>
                  <a:pt x="7282" y="32377"/>
                  <a:pt x="7850" y="34430"/>
                  <a:pt x="9321" y="36076"/>
                </a:cubicBezTo>
                <a:cubicBezTo>
                  <a:pt x="10807" y="37722"/>
                  <a:pt x="12919" y="38756"/>
                  <a:pt x="15759" y="39091"/>
                </a:cubicBezTo>
                <a:cubicBezTo>
                  <a:pt x="19618" y="39542"/>
                  <a:pt x="22924" y="38523"/>
                  <a:pt x="25604" y="36076"/>
                </a:cubicBezTo>
                <a:cubicBezTo>
                  <a:pt x="28269" y="33571"/>
                  <a:pt x="29930" y="30046"/>
                  <a:pt x="30440" y="25488"/>
                </a:cubicBezTo>
                <a:lnTo>
                  <a:pt x="30658" y="23900"/>
                </a:lnTo>
                <a:lnTo>
                  <a:pt x="23667" y="23099"/>
                </a:lnTo>
                <a:close/>
                <a:moveTo>
                  <a:pt x="37998" y="21847"/>
                </a:moveTo>
                <a:lnTo>
                  <a:pt x="35100" y="46198"/>
                </a:lnTo>
                <a:lnTo>
                  <a:pt x="28109" y="45412"/>
                </a:lnTo>
                <a:lnTo>
                  <a:pt x="28837" y="38916"/>
                </a:lnTo>
                <a:cubicBezTo>
                  <a:pt x="26959" y="41305"/>
                  <a:pt x="24687" y="42965"/>
                  <a:pt x="22182" y="43926"/>
                </a:cubicBezTo>
                <a:cubicBezTo>
                  <a:pt x="19618" y="44887"/>
                  <a:pt x="16603" y="45120"/>
                  <a:pt x="13195" y="44727"/>
                </a:cubicBezTo>
                <a:cubicBezTo>
                  <a:pt x="8811" y="44217"/>
                  <a:pt x="5462" y="42557"/>
                  <a:pt x="3190" y="39775"/>
                </a:cubicBezTo>
                <a:cubicBezTo>
                  <a:pt x="903" y="37037"/>
                  <a:pt x="0" y="33571"/>
                  <a:pt x="510" y="29478"/>
                </a:cubicBezTo>
                <a:cubicBezTo>
                  <a:pt x="1078" y="24701"/>
                  <a:pt x="3131" y="21220"/>
                  <a:pt x="6598" y="19181"/>
                </a:cubicBezTo>
                <a:cubicBezTo>
                  <a:pt x="10122" y="17128"/>
                  <a:pt x="15074" y="16501"/>
                  <a:pt x="21453" y="17244"/>
                </a:cubicBezTo>
                <a:lnTo>
                  <a:pt x="31284" y="18439"/>
                </a:lnTo>
                <a:lnTo>
                  <a:pt x="31401" y="17754"/>
                </a:lnTo>
                <a:cubicBezTo>
                  <a:pt x="31750" y="14521"/>
                  <a:pt x="31008" y="11899"/>
                  <a:pt x="29071" y="9846"/>
                </a:cubicBezTo>
                <a:cubicBezTo>
                  <a:pt x="27192" y="7865"/>
                  <a:pt x="24293" y="6612"/>
                  <a:pt x="20478" y="6146"/>
                </a:cubicBezTo>
                <a:cubicBezTo>
                  <a:pt x="18031" y="5869"/>
                  <a:pt x="15584" y="5869"/>
                  <a:pt x="13195" y="6146"/>
                </a:cubicBezTo>
                <a:cubicBezTo>
                  <a:pt x="10865" y="6496"/>
                  <a:pt x="8535" y="7122"/>
                  <a:pt x="6263" y="8025"/>
                </a:cubicBezTo>
                <a:lnTo>
                  <a:pt x="6991" y="1544"/>
                </a:lnTo>
                <a:cubicBezTo>
                  <a:pt x="9729" y="859"/>
                  <a:pt x="12292" y="408"/>
                  <a:pt x="14739" y="175"/>
                </a:cubicBezTo>
                <a:cubicBezTo>
                  <a:pt x="17230" y="0"/>
                  <a:pt x="19618" y="0"/>
                  <a:pt x="21905" y="291"/>
                </a:cubicBezTo>
                <a:cubicBezTo>
                  <a:pt x="28109" y="1034"/>
                  <a:pt x="32479" y="3190"/>
                  <a:pt x="35158" y="6772"/>
                </a:cubicBezTo>
                <a:cubicBezTo>
                  <a:pt x="37824" y="10297"/>
                  <a:pt x="38800" y="15365"/>
                  <a:pt x="37998" y="21847"/>
                </a:cubicBezTo>
                <a:close/>
                <a:moveTo>
                  <a:pt x="37998" y="218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0AFE9-1BF2-45DA-AD55-362399E6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914" y="3922348"/>
            <a:ext cx="43533" cy="60136"/>
          </a:xfrm>
          <a:custGeom xmlns:a="http://schemas.openxmlformats.org/drawingml/2006/main">
            <a:pathLst>
              <a:path w="43533" h="60136">
                <a:moveTo>
                  <a:pt x="33746" y="23099"/>
                </a:moveTo>
                <a:lnTo>
                  <a:pt x="36469" y="0"/>
                </a:lnTo>
                <a:lnTo>
                  <a:pt x="43533" y="786"/>
                </a:lnTo>
                <a:lnTo>
                  <a:pt x="36411" y="60136"/>
                </a:lnTo>
                <a:lnTo>
                  <a:pt x="29420" y="59335"/>
                </a:lnTo>
                <a:lnTo>
                  <a:pt x="30163" y="52898"/>
                </a:lnTo>
                <a:cubicBezTo>
                  <a:pt x="28401" y="55301"/>
                  <a:pt x="26289" y="56947"/>
                  <a:pt x="23900" y="57908"/>
                </a:cubicBezTo>
                <a:cubicBezTo>
                  <a:pt x="21512" y="58884"/>
                  <a:pt x="18715" y="59161"/>
                  <a:pt x="15598" y="58767"/>
                </a:cubicBezTo>
                <a:cubicBezTo>
                  <a:pt x="10414" y="58199"/>
                  <a:pt x="6496" y="55636"/>
                  <a:pt x="3699" y="51077"/>
                </a:cubicBezTo>
                <a:cubicBezTo>
                  <a:pt x="976" y="46591"/>
                  <a:pt x="0" y="41013"/>
                  <a:pt x="801" y="34299"/>
                </a:cubicBezTo>
                <a:cubicBezTo>
                  <a:pt x="1602" y="27585"/>
                  <a:pt x="3874" y="22356"/>
                  <a:pt x="7573" y="18599"/>
                </a:cubicBezTo>
                <a:cubicBezTo>
                  <a:pt x="11331" y="14899"/>
                  <a:pt x="15759" y="13312"/>
                  <a:pt x="20944" y="13938"/>
                </a:cubicBezTo>
                <a:cubicBezTo>
                  <a:pt x="24075" y="14331"/>
                  <a:pt x="26740" y="15249"/>
                  <a:pt x="28794" y="16778"/>
                </a:cubicBezTo>
                <a:cubicBezTo>
                  <a:pt x="30891" y="18264"/>
                  <a:pt x="32551" y="20361"/>
                  <a:pt x="33746" y="23099"/>
                </a:cubicBezTo>
                <a:close/>
                <a:moveTo>
                  <a:pt x="8025" y="35158"/>
                </a:moveTo>
                <a:cubicBezTo>
                  <a:pt x="7457" y="40271"/>
                  <a:pt x="8025" y="44480"/>
                  <a:pt x="9787" y="47669"/>
                </a:cubicBezTo>
                <a:cubicBezTo>
                  <a:pt x="11550" y="50859"/>
                  <a:pt x="14288" y="52679"/>
                  <a:pt x="17987" y="53131"/>
                </a:cubicBezTo>
                <a:cubicBezTo>
                  <a:pt x="21745" y="53524"/>
                  <a:pt x="24803" y="52446"/>
                  <a:pt x="27308" y="49781"/>
                </a:cubicBezTo>
                <a:cubicBezTo>
                  <a:pt x="29755" y="47101"/>
                  <a:pt x="31357" y="43169"/>
                  <a:pt x="31925" y="37998"/>
                </a:cubicBezTo>
                <a:cubicBezTo>
                  <a:pt x="32551" y="32828"/>
                  <a:pt x="31983" y="28663"/>
                  <a:pt x="30221" y="25488"/>
                </a:cubicBezTo>
                <a:cubicBezTo>
                  <a:pt x="28401" y="22298"/>
                  <a:pt x="25662" y="20478"/>
                  <a:pt x="21963" y="20026"/>
                </a:cubicBezTo>
                <a:cubicBezTo>
                  <a:pt x="18264" y="19560"/>
                  <a:pt x="15132" y="20711"/>
                  <a:pt x="12686" y="23376"/>
                </a:cubicBezTo>
                <a:cubicBezTo>
                  <a:pt x="10195" y="26056"/>
                  <a:pt x="8651" y="29974"/>
                  <a:pt x="8025" y="35158"/>
                </a:cubicBezTo>
                <a:close/>
                <a:moveTo>
                  <a:pt x="8025" y="351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A7346-5930-4EFB-B07B-3CFBFE3E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418" y="3941864"/>
            <a:ext cx="41421" cy="46125"/>
          </a:xfrm>
          <a:custGeom xmlns:a="http://schemas.openxmlformats.org/drawingml/2006/main">
            <a:pathLst>
              <a:path w="41421" h="46125">
                <a:moveTo>
                  <a:pt x="40678" y="23609"/>
                </a:moveTo>
                <a:lnTo>
                  <a:pt x="40271" y="27075"/>
                </a:lnTo>
                <a:lnTo>
                  <a:pt x="7967" y="23201"/>
                </a:lnTo>
                <a:cubicBezTo>
                  <a:pt x="7734" y="28036"/>
                  <a:pt x="8753" y="31911"/>
                  <a:pt x="11040" y="34751"/>
                </a:cubicBezTo>
                <a:cubicBezTo>
                  <a:pt x="13370" y="37605"/>
                  <a:pt x="16836" y="39309"/>
                  <a:pt x="21439" y="39877"/>
                </a:cubicBezTo>
                <a:cubicBezTo>
                  <a:pt x="24177" y="40154"/>
                  <a:pt x="26798" y="40154"/>
                  <a:pt x="29406" y="39819"/>
                </a:cubicBezTo>
                <a:cubicBezTo>
                  <a:pt x="32027" y="39426"/>
                  <a:pt x="34649" y="38741"/>
                  <a:pt x="37314" y="37707"/>
                </a:cubicBezTo>
                <a:lnTo>
                  <a:pt x="36527" y="44363"/>
                </a:lnTo>
                <a:cubicBezTo>
                  <a:pt x="33906" y="45106"/>
                  <a:pt x="31168" y="45616"/>
                  <a:pt x="28503" y="45849"/>
                </a:cubicBezTo>
                <a:cubicBezTo>
                  <a:pt x="25764" y="46125"/>
                  <a:pt x="23041" y="46082"/>
                  <a:pt x="20361" y="45732"/>
                </a:cubicBezTo>
                <a:cubicBezTo>
                  <a:pt x="13530" y="44931"/>
                  <a:pt x="8360" y="42324"/>
                  <a:pt x="4894" y="37882"/>
                </a:cubicBezTo>
                <a:cubicBezTo>
                  <a:pt x="1369" y="33440"/>
                  <a:pt x="0" y="27818"/>
                  <a:pt x="786" y="21046"/>
                </a:cubicBezTo>
                <a:cubicBezTo>
                  <a:pt x="1646" y="14040"/>
                  <a:pt x="4209" y="8753"/>
                  <a:pt x="8476" y="5112"/>
                </a:cubicBezTo>
                <a:cubicBezTo>
                  <a:pt x="12744" y="1471"/>
                  <a:pt x="18089" y="0"/>
                  <a:pt x="24454" y="786"/>
                </a:cubicBezTo>
                <a:cubicBezTo>
                  <a:pt x="30207" y="1471"/>
                  <a:pt x="34532" y="3860"/>
                  <a:pt x="37430" y="7952"/>
                </a:cubicBezTo>
                <a:cubicBezTo>
                  <a:pt x="40329" y="12059"/>
                  <a:pt x="41421" y="17288"/>
                  <a:pt x="40678" y="23609"/>
                </a:cubicBezTo>
                <a:close/>
                <a:moveTo>
                  <a:pt x="33906" y="20696"/>
                </a:moveTo>
                <a:cubicBezTo>
                  <a:pt x="34299" y="16895"/>
                  <a:pt x="33615" y="13705"/>
                  <a:pt x="31736" y="11142"/>
                </a:cubicBezTo>
                <a:cubicBezTo>
                  <a:pt x="29915" y="8578"/>
                  <a:pt x="27308" y="7107"/>
                  <a:pt x="23827" y="6700"/>
                </a:cubicBezTo>
                <a:cubicBezTo>
                  <a:pt x="19910" y="6248"/>
                  <a:pt x="16662" y="6991"/>
                  <a:pt x="14055" y="8928"/>
                </a:cubicBezTo>
                <a:cubicBezTo>
                  <a:pt x="11433" y="10865"/>
                  <a:pt x="9729" y="13822"/>
                  <a:pt x="8870" y="17798"/>
                </a:cubicBezTo>
                <a:lnTo>
                  <a:pt x="33906" y="20696"/>
                </a:lnTo>
                <a:close/>
                <a:moveTo>
                  <a:pt x="33906" y="206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81555-BE38-4DA2-B23C-94FB26D6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539" y="3933999"/>
            <a:ext cx="43475" cy="60136"/>
          </a:xfrm>
          <a:custGeom xmlns:a="http://schemas.openxmlformats.org/drawingml/2006/main">
            <a:pathLst>
              <a:path w="43475" h="60136">
                <a:moveTo>
                  <a:pt x="33746" y="23099"/>
                </a:moveTo>
                <a:lnTo>
                  <a:pt x="36469" y="0"/>
                </a:lnTo>
                <a:lnTo>
                  <a:pt x="43475" y="801"/>
                </a:lnTo>
                <a:lnTo>
                  <a:pt x="36411" y="60136"/>
                </a:lnTo>
                <a:lnTo>
                  <a:pt x="29420" y="59350"/>
                </a:lnTo>
                <a:lnTo>
                  <a:pt x="30163" y="52912"/>
                </a:lnTo>
                <a:cubicBezTo>
                  <a:pt x="28401" y="55301"/>
                  <a:pt x="26289" y="56961"/>
                  <a:pt x="23900" y="57923"/>
                </a:cubicBezTo>
                <a:cubicBezTo>
                  <a:pt x="21512" y="58884"/>
                  <a:pt x="18730" y="59175"/>
                  <a:pt x="15598" y="58782"/>
                </a:cubicBezTo>
                <a:cubicBezTo>
                  <a:pt x="10414" y="58214"/>
                  <a:pt x="6437" y="55651"/>
                  <a:pt x="3699" y="51092"/>
                </a:cubicBezTo>
                <a:cubicBezTo>
                  <a:pt x="976" y="46606"/>
                  <a:pt x="0" y="40970"/>
                  <a:pt x="801" y="34314"/>
                </a:cubicBezTo>
                <a:cubicBezTo>
                  <a:pt x="1602" y="27600"/>
                  <a:pt x="3874" y="22371"/>
                  <a:pt x="7573" y="18613"/>
                </a:cubicBezTo>
                <a:cubicBezTo>
                  <a:pt x="11331" y="14914"/>
                  <a:pt x="15759" y="13312"/>
                  <a:pt x="20944" y="13938"/>
                </a:cubicBezTo>
                <a:cubicBezTo>
                  <a:pt x="24075" y="14346"/>
                  <a:pt x="26682" y="15249"/>
                  <a:pt x="28794" y="16793"/>
                </a:cubicBezTo>
                <a:cubicBezTo>
                  <a:pt x="30906" y="18264"/>
                  <a:pt x="32551" y="20376"/>
                  <a:pt x="33746" y="23099"/>
                </a:cubicBezTo>
                <a:close/>
                <a:moveTo>
                  <a:pt x="8025" y="35158"/>
                </a:moveTo>
                <a:cubicBezTo>
                  <a:pt x="7399" y="40285"/>
                  <a:pt x="7967" y="44494"/>
                  <a:pt x="9787" y="47684"/>
                </a:cubicBezTo>
                <a:cubicBezTo>
                  <a:pt x="11550" y="50873"/>
                  <a:pt x="14288" y="52694"/>
                  <a:pt x="17987" y="53145"/>
                </a:cubicBezTo>
                <a:cubicBezTo>
                  <a:pt x="21686" y="53539"/>
                  <a:pt x="24818" y="52461"/>
                  <a:pt x="27265" y="49781"/>
                </a:cubicBezTo>
                <a:cubicBezTo>
                  <a:pt x="29755" y="47058"/>
                  <a:pt x="31299" y="43183"/>
                  <a:pt x="31925" y="38013"/>
                </a:cubicBezTo>
                <a:cubicBezTo>
                  <a:pt x="32551" y="32828"/>
                  <a:pt x="31983" y="28677"/>
                  <a:pt x="30163" y="25488"/>
                </a:cubicBezTo>
                <a:cubicBezTo>
                  <a:pt x="28401" y="22313"/>
                  <a:pt x="25662" y="20492"/>
                  <a:pt x="21963" y="20026"/>
                </a:cubicBezTo>
                <a:cubicBezTo>
                  <a:pt x="18205" y="19575"/>
                  <a:pt x="15147" y="20711"/>
                  <a:pt x="12700" y="23390"/>
                </a:cubicBezTo>
                <a:cubicBezTo>
                  <a:pt x="10195" y="26070"/>
                  <a:pt x="8651" y="29988"/>
                  <a:pt x="8025" y="35158"/>
                </a:cubicBezTo>
                <a:close/>
                <a:moveTo>
                  <a:pt x="8025" y="351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74034-F3BB-443D-96CF-5F7ED1FD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195" y="3899365"/>
            <a:ext cx="44552" cy="62292"/>
          </a:xfrm>
          <a:custGeom xmlns:a="http://schemas.openxmlformats.org/drawingml/2006/main">
            <a:pathLst>
              <a:path w="44552" h="62292">
                <a:moveTo>
                  <a:pt x="8768" y="0"/>
                </a:moveTo>
                <a:lnTo>
                  <a:pt x="44552" y="5505"/>
                </a:lnTo>
                <a:lnTo>
                  <a:pt x="43591" y="12001"/>
                </a:lnTo>
                <a:lnTo>
                  <a:pt x="15424" y="7617"/>
                </a:lnTo>
                <a:lnTo>
                  <a:pt x="12802" y="24395"/>
                </a:lnTo>
                <a:lnTo>
                  <a:pt x="39834" y="28546"/>
                </a:lnTo>
                <a:lnTo>
                  <a:pt x="38800" y="35042"/>
                </a:lnTo>
                <a:lnTo>
                  <a:pt x="11841" y="30833"/>
                </a:lnTo>
                <a:lnTo>
                  <a:pt x="8651" y="51369"/>
                </a:lnTo>
                <a:lnTo>
                  <a:pt x="37503" y="55854"/>
                </a:lnTo>
                <a:lnTo>
                  <a:pt x="36527" y="62292"/>
                </a:lnTo>
                <a:lnTo>
                  <a:pt x="0" y="56655"/>
                </a:lnTo>
                <a:lnTo>
                  <a:pt x="8768" y="0"/>
                </a:lnTo>
                <a:close/>
                <a:moveTo>
                  <a:pt x="87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BCB2A-DFAA-4D78-A599-06AB73EB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292" y="3906924"/>
            <a:ext cx="51660" cy="63268"/>
          </a:xfrm>
          <a:custGeom xmlns:a="http://schemas.openxmlformats.org/drawingml/2006/main">
            <a:pathLst>
              <a:path w="51660" h="63268">
                <a:moveTo>
                  <a:pt x="8768" y="0"/>
                </a:moveTo>
                <a:lnTo>
                  <a:pt x="19065" y="1588"/>
                </a:lnTo>
                <a:lnTo>
                  <a:pt x="36935" y="52854"/>
                </a:lnTo>
                <a:lnTo>
                  <a:pt x="44217" y="5462"/>
                </a:lnTo>
                <a:lnTo>
                  <a:pt x="51660" y="6598"/>
                </a:lnTo>
                <a:lnTo>
                  <a:pt x="42907" y="63268"/>
                </a:lnTo>
                <a:lnTo>
                  <a:pt x="32610" y="61666"/>
                </a:lnTo>
                <a:lnTo>
                  <a:pt x="14797" y="10414"/>
                </a:lnTo>
                <a:lnTo>
                  <a:pt x="7457" y="57806"/>
                </a:lnTo>
                <a:lnTo>
                  <a:pt x="0" y="56670"/>
                </a:lnTo>
                <a:lnTo>
                  <a:pt x="8768" y="0"/>
                </a:lnTo>
                <a:close/>
                <a:moveTo>
                  <a:pt x="87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982CE-89E9-4EB8-B988-A7923002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743" y="3915750"/>
            <a:ext cx="49956" cy="62234"/>
          </a:xfrm>
          <a:custGeom xmlns:a="http://schemas.openxmlformats.org/drawingml/2006/main">
            <a:pathLst>
              <a:path w="49956" h="62234">
                <a:moveTo>
                  <a:pt x="6554" y="0"/>
                </a:moveTo>
                <a:lnTo>
                  <a:pt x="14288" y="1194"/>
                </a:lnTo>
                <a:lnTo>
                  <a:pt x="9001" y="35610"/>
                </a:lnTo>
                <a:cubicBezTo>
                  <a:pt x="8025" y="41698"/>
                  <a:pt x="8491" y="46242"/>
                  <a:pt x="10253" y="49257"/>
                </a:cubicBezTo>
                <a:cubicBezTo>
                  <a:pt x="12074" y="52213"/>
                  <a:pt x="15424" y="54092"/>
                  <a:pt x="20376" y="54893"/>
                </a:cubicBezTo>
                <a:cubicBezTo>
                  <a:pt x="25269" y="55636"/>
                  <a:pt x="29027" y="54835"/>
                  <a:pt x="31634" y="52505"/>
                </a:cubicBezTo>
                <a:cubicBezTo>
                  <a:pt x="34255" y="50174"/>
                  <a:pt x="36018" y="46023"/>
                  <a:pt x="36935" y="39936"/>
                </a:cubicBezTo>
                <a:lnTo>
                  <a:pt x="42280" y="5505"/>
                </a:lnTo>
                <a:lnTo>
                  <a:pt x="49956" y="6656"/>
                </a:lnTo>
                <a:lnTo>
                  <a:pt x="44494" y="42033"/>
                </a:lnTo>
                <a:cubicBezTo>
                  <a:pt x="43358" y="49432"/>
                  <a:pt x="40678" y="54718"/>
                  <a:pt x="36411" y="57966"/>
                </a:cubicBezTo>
                <a:cubicBezTo>
                  <a:pt x="32202" y="61156"/>
                  <a:pt x="26522" y="62234"/>
                  <a:pt x="19414" y="61098"/>
                </a:cubicBezTo>
                <a:cubicBezTo>
                  <a:pt x="12234" y="60020"/>
                  <a:pt x="7122" y="57282"/>
                  <a:pt x="4049" y="52956"/>
                </a:cubicBezTo>
                <a:cubicBezTo>
                  <a:pt x="976" y="48631"/>
                  <a:pt x="0" y="42776"/>
                  <a:pt x="1151" y="35377"/>
                </a:cubicBezTo>
                <a:lnTo>
                  <a:pt x="6554" y="0"/>
                </a:lnTo>
                <a:close/>
                <a:moveTo>
                  <a:pt x="65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628C1-1BBF-415E-8AD3-B2774174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04" y="3939009"/>
            <a:ext cx="36294" cy="46023"/>
          </a:xfrm>
          <a:custGeom xmlns:a="http://schemas.openxmlformats.org/drawingml/2006/main">
            <a:pathLst>
              <a:path w="36294" h="46023">
                <a:moveTo>
                  <a:pt x="36294" y="5185"/>
                </a:moveTo>
                <a:lnTo>
                  <a:pt x="35275" y="11783"/>
                </a:lnTo>
                <a:cubicBezTo>
                  <a:pt x="33454" y="10472"/>
                  <a:pt x="31517" y="9394"/>
                  <a:pt x="29478" y="8535"/>
                </a:cubicBezTo>
                <a:cubicBezTo>
                  <a:pt x="27425" y="7734"/>
                  <a:pt x="25255" y="7107"/>
                  <a:pt x="22983" y="6772"/>
                </a:cubicBezTo>
                <a:cubicBezTo>
                  <a:pt x="19516" y="6263"/>
                  <a:pt x="16836" y="6379"/>
                  <a:pt x="14958" y="7166"/>
                </a:cubicBezTo>
                <a:cubicBezTo>
                  <a:pt x="13079" y="7967"/>
                  <a:pt x="11943" y="9452"/>
                  <a:pt x="11608" y="11550"/>
                </a:cubicBezTo>
                <a:cubicBezTo>
                  <a:pt x="11375" y="13152"/>
                  <a:pt x="11783" y="14506"/>
                  <a:pt x="12919" y="15642"/>
                </a:cubicBezTo>
                <a:cubicBezTo>
                  <a:pt x="13996" y="16793"/>
                  <a:pt x="16327" y="18031"/>
                  <a:pt x="19968" y="19458"/>
                </a:cubicBezTo>
                <a:lnTo>
                  <a:pt x="22298" y="20376"/>
                </a:lnTo>
                <a:cubicBezTo>
                  <a:pt x="27075" y="22196"/>
                  <a:pt x="30381" y="24177"/>
                  <a:pt x="32144" y="26463"/>
                </a:cubicBezTo>
                <a:cubicBezTo>
                  <a:pt x="33964" y="28736"/>
                  <a:pt x="34590" y="31576"/>
                  <a:pt x="34022" y="35042"/>
                </a:cubicBezTo>
                <a:cubicBezTo>
                  <a:pt x="33454" y="38974"/>
                  <a:pt x="31401" y="41873"/>
                  <a:pt x="27876" y="43693"/>
                </a:cubicBezTo>
                <a:cubicBezTo>
                  <a:pt x="24410" y="45514"/>
                  <a:pt x="19968" y="46023"/>
                  <a:pt x="14506" y="45179"/>
                </a:cubicBezTo>
                <a:cubicBezTo>
                  <a:pt x="12234" y="44829"/>
                  <a:pt x="9904" y="44261"/>
                  <a:pt x="7457" y="43416"/>
                </a:cubicBezTo>
                <a:cubicBezTo>
                  <a:pt x="5068" y="42615"/>
                  <a:pt x="2563" y="41538"/>
                  <a:pt x="0" y="40227"/>
                </a:cubicBezTo>
                <a:lnTo>
                  <a:pt x="1078" y="33003"/>
                </a:lnTo>
                <a:cubicBezTo>
                  <a:pt x="3466" y="34765"/>
                  <a:pt x="5855" y="36134"/>
                  <a:pt x="8243" y="37212"/>
                </a:cubicBezTo>
                <a:cubicBezTo>
                  <a:pt x="10647" y="38232"/>
                  <a:pt x="13079" y="38974"/>
                  <a:pt x="15526" y="39368"/>
                </a:cubicBezTo>
                <a:cubicBezTo>
                  <a:pt x="18832" y="39834"/>
                  <a:pt x="21453" y="39659"/>
                  <a:pt x="23390" y="38800"/>
                </a:cubicBezTo>
                <a:cubicBezTo>
                  <a:pt x="25313" y="37955"/>
                  <a:pt x="26449" y="36527"/>
                  <a:pt x="26798" y="34474"/>
                </a:cubicBezTo>
                <a:cubicBezTo>
                  <a:pt x="27075" y="32595"/>
                  <a:pt x="26624" y="31008"/>
                  <a:pt x="25546" y="29813"/>
                </a:cubicBezTo>
                <a:cubicBezTo>
                  <a:pt x="24410" y="28619"/>
                  <a:pt x="21788" y="27192"/>
                  <a:pt x="17579" y="25604"/>
                </a:cubicBezTo>
                <a:lnTo>
                  <a:pt x="15249" y="24643"/>
                </a:lnTo>
                <a:cubicBezTo>
                  <a:pt x="11040" y="23099"/>
                  <a:pt x="8141" y="21220"/>
                  <a:pt x="6481" y="19007"/>
                </a:cubicBezTo>
                <a:cubicBezTo>
                  <a:pt x="4894" y="16836"/>
                  <a:pt x="4326" y="14113"/>
                  <a:pt x="4835" y="10807"/>
                </a:cubicBezTo>
                <a:cubicBezTo>
                  <a:pt x="5462" y="6831"/>
                  <a:pt x="7340" y="3932"/>
                  <a:pt x="10530" y="2228"/>
                </a:cubicBezTo>
                <a:cubicBezTo>
                  <a:pt x="13661" y="451"/>
                  <a:pt x="17871" y="0"/>
                  <a:pt x="23099" y="801"/>
                </a:cubicBezTo>
                <a:cubicBezTo>
                  <a:pt x="25662" y="1194"/>
                  <a:pt x="28051" y="1762"/>
                  <a:pt x="30265" y="2505"/>
                </a:cubicBezTo>
                <a:cubicBezTo>
                  <a:pt x="32493" y="3248"/>
                  <a:pt x="34474" y="4093"/>
                  <a:pt x="36294" y="5185"/>
                </a:cubicBezTo>
                <a:close/>
                <a:moveTo>
                  <a:pt x="36294" y="51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9DCE5-4F11-4CA5-8F0A-54DF41D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703" y="3945723"/>
            <a:ext cx="41698" cy="46373"/>
          </a:xfrm>
          <a:custGeom xmlns:a="http://schemas.openxmlformats.org/drawingml/2006/main">
            <a:pathLst>
              <a:path w="41698" h="46373">
                <a:moveTo>
                  <a:pt x="40737" y="24352"/>
                </a:moveTo>
                <a:lnTo>
                  <a:pt x="40227" y="27760"/>
                </a:lnTo>
                <a:lnTo>
                  <a:pt x="8141" y="22822"/>
                </a:lnTo>
                <a:cubicBezTo>
                  <a:pt x="7675" y="27701"/>
                  <a:pt x="8593" y="31576"/>
                  <a:pt x="10749" y="34474"/>
                </a:cubicBezTo>
                <a:cubicBezTo>
                  <a:pt x="12977" y="37430"/>
                  <a:pt x="16385" y="39251"/>
                  <a:pt x="21046" y="39936"/>
                </a:cubicBezTo>
                <a:cubicBezTo>
                  <a:pt x="23725" y="40343"/>
                  <a:pt x="26347" y="40445"/>
                  <a:pt x="28954" y="40169"/>
                </a:cubicBezTo>
                <a:cubicBezTo>
                  <a:pt x="31576" y="39877"/>
                  <a:pt x="34255" y="39309"/>
                  <a:pt x="36921" y="38348"/>
                </a:cubicBezTo>
                <a:lnTo>
                  <a:pt x="35901" y="44946"/>
                </a:lnTo>
                <a:cubicBezTo>
                  <a:pt x="33221" y="45630"/>
                  <a:pt x="30556" y="46023"/>
                  <a:pt x="27818" y="46198"/>
                </a:cubicBezTo>
                <a:cubicBezTo>
                  <a:pt x="25094" y="46373"/>
                  <a:pt x="22415" y="46257"/>
                  <a:pt x="19691" y="45805"/>
                </a:cubicBezTo>
                <a:cubicBezTo>
                  <a:pt x="12919" y="44771"/>
                  <a:pt x="7850" y="41989"/>
                  <a:pt x="4500" y="37430"/>
                </a:cubicBezTo>
                <a:cubicBezTo>
                  <a:pt x="1136" y="32828"/>
                  <a:pt x="0" y="27192"/>
                  <a:pt x="1020" y="20478"/>
                </a:cubicBezTo>
                <a:cubicBezTo>
                  <a:pt x="2112" y="13545"/>
                  <a:pt x="4835" y="8302"/>
                  <a:pt x="9219" y="4777"/>
                </a:cubicBezTo>
                <a:cubicBezTo>
                  <a:pt x="13603" y="1253"/>
                  <a:pt x="19007" y="0"/>
                  <a:pt x="25371" y="976"/>
                </a:cubicBezTo>
                <a:cubicBezTo>
                  <a:pt x="31066" y="1879"/>
                  <a:pt x="35333" y="4442"/>
                  <a:pt x="38057" y="8593"/>
                </a:cubicBezTo>
                <a:cubicBezTo>
                  <a:pt x="40853" y="12802"/>
                  <a:pt x="41698" y="18031"/>
                  <a:pt x="40737" y="24352"/>
                </a:cubicBezTo>
                <a:close/>
                <a:moveTo>
                  <a:pt x="34081" y="21220"/>
                </a:moveTo>
                <a:cubicBezTo>
                  <a:pt x="34649" y="17404"/>
                  <a:pt x="34022" y="14229"/>
                  <a:pt x="32318" y="11608"/>
                </a:cubicBezTo>
                <a:cubicBezTo>
                  <a:pt x="30556" y="8986"/>
                  <a:pt x="27993" y="7457"/>
                  <a:pt x="24526" y="6947"/>
                </a:cubicBezTo>
                <a:cubicBezTo>
                  <a:pt x="20652" y="6321"/>
                  <a:pt x="17346" y="6947"/>
                  <a:pt x="14681" y="8768"/>
                </a:cubicBezTo>
                <a:cubicBezTo>
                  <a:pt x="12001" y="10647"/>
                  <a:pt x="10181" y="13545"/>
                  <a:pt x="9161" y="17463"/>
                </a:cubicBezTo>
                <a:lnTo>
                  <a:pt x="34081" y="21220"/>
                </a:lnTo>
                <a:close/>
                <a:moveTo>
                  <a:pt x="34081" y="21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83A09-E23E-4BC1-BBDD-201DDAEB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115" y="3952321"/>
            <a:ext cx="31517" cy="43577"/>
          </a:xfrm>
          <a:custGeom xmlns:a="http://schemas.openxmlformats.org/drawingml/2006/main">
            <a:pathLst>
              <a:path w="31517" h="43577">
                <a:moveTo>
                  <a:pt x="30440" y="10355"/>
                </a:moveTo>
                <a:cubicBezTo>
                  <a:pt x="29697" y="9787"/>
                  <a:pt x="28910" y="9336"/>
                  <a:pt x="28051" y="8943"/>
                </a:cubicBezTo>
                <a:cubicBezTo>
                  <a:pt x="27148" y="8593"/>
                  <a:pt x="26114" y="8316"/>
                  <a:pt x="25036" y="8141"/>
                </a:cubicBezTo>
                <a:cubicBezTo>
                  <a:pt x="21060" y="7573"/>
                  <a:pt x="17871" y="8360"/>
                  <a:pt x="15365" y="10647"/>
                </a:cubicBezTo>
                <a:cubicBezTo>
                  <a:pt x="12802" y="12860"/>
                  <a:pt x="11215" y="16385"/>
                  <a:pt x="10472" y="21162"/>
                </a:cubicBezTo>
                <a:lnTo>
                  <a:pt x="7005" y="43577"/>
                </a:lnTo>
                <a:lnTo>
                  <a:pt x="0" y="42499"/>
                </a:lnTo>
                <a:lnTo>
                  <a:pt x="6539" y="0"/>
                </a:lnTo>
                <a:lnTo>
                  <a:pt x="13545" y="1078"/>
                </a:lnTo>
                <a:lnTo>
                  <a:pt x="12525" y="7690"/>
                </a:lnTo>
                <a:cubicBezTo>
                  <a:pt x="14404" y="5345"/>
                  <a:pt x="16618" y="3699"/>
                  <a:pt x="19181" y="2855"/>
                </a:cubicBezTo>
                <a:cubicBezTo>
                  <a:pt x="21730" y="1937"/>
                  <a:pt x="24701" y="1762"/>
                  <a:pt x="28051" y="2272"/>
                </a:cubicBezTo>
                <a:cubicBezTo>
                  <a:pt x="28503" y="2330"/>
                  <a:pt x="29012" y="2447"/>
                  <a:pt x="29595" y="2622"/>
                </a:cubicBezTo>
                <a:cubicBezTo>
                  <a:pt x="30207" y="2738"/>
                  <a:pt x="30833" y="2957"/>
                  <a:pt x="31517" y="3190"/>
                </a:cubicBezTo>
                <a:lnTo>
                  <a:pt x="30440" y="10355"/>
                </a:lnTo>
                <a:close/>
                <a:moveTo>
                  <a:pt x="30440" y="10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D459A-8AD2-4670-9450-7E9B7DF5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667" y="3943160"/>
            <a:ext cx="51602" cy="63268"/>
          </a:xfrm>
          <a:custGeom xmlns:a="http://schemas.openxmlformats.org/drawingml/2006/main">
            <a:pathLst>
              <a:path w="51602" h="63268">
                <a:moveTo>
                  <a:pt x="8695" y="0"/>
                </a:moveTo>
                <a:lnTo>
                  <a:pt x="18992" y="1602"/>
                </a:lnTo>
                <a:lnTo>
                  <a:pt x="36862" y="52854"/>
                </a:lnTo>
                <a:lnTo>
                  <a:pt x="44145" y="5462"/>
                </a:lnTo>
                <a:lnTo>
                  <a:pt x="51602" y="6598"/>
                </a:lnTo>
                <a:lnTo>
                  <a:pt x="42834" y="63268"/>
                </a:lnTo>
                <a:lnTo>
                  <a:pt x="32537" y="61680"/>
                </a:lnTo>
                <a:lnTo>
                  <a:pt x="14725" y="10414"/>
                </a:lnTo>
                <a:lnTo>
                  <a:pt x="7384" y="57806"/>
                </a:lnTo>
                <a:lnTo>
                  <a:pt x="0" y="56670"/>
                </a:lnTo>
                <a:lnTo>
                  <a:pt x="8695" y="0"/>
                </a:lnTo>
                <a:close/>
                <a:moveTo>
                  <a:pt x="86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886A2-C2EC-4D6D-A020-35BFB266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672" y="3966827"/>
            <a:ext cx="41130" cy="46490"/>
          </a:xfrm>
          <a:custGeom xmlns:a="http://schemas.openxmlformats.org/drawingml/2006/main">
            <a:pathLst>
              <a:path w="41130" h="46490">
                <a:moveTo>
                  <a:pt x="23099" y="6831"/>
                </a:moveTo>
                <a:cubicBezTo>
                  <a:pt x="19342" y="6263"/>
                  <a:pt x="16152" y="7282"/>
                  <a:pt x="13530" y="9846"/>
                </a:cubicBezTo>
                <a:cubicBezTo>
                  <a:pt x="10865" y="12467"/>
                  <a:pt x="9219" y="16283"/>
                  <a:pt x="8418" y="21395"/>
                </a:cubicBezTo>
                <a:cubicBezTo>
                  <a:pt x="7617" y="26463"/>
                  <a:pt x="8069" y="30614"/>
                  <a:pt x="9787" y="33862"/>
                </a:cubicBezTo>
                <a:cubicBezTo>
                  <a:pt x="11491" y="37154"/>
                  <a:pt x="14273" y="39033"/>
                  <a:pt x="18031" y="39659"/>
                </a:cubicBezTo>
                <a:cubicBezTo>
                  <a:pt x="21730" y="40227"/>
                  <a:pt x="24920" y="39207"/>
                  <a:pt x="27527" y="36586"/>
                </a:cubicBezTo>
                <a:cubicBezTo>
                  <a:pt x="30148" y="33964"/>
                  <a:pt x="31852" y="30163"/>
                  <a:pt x="32653" y="25094"/>
                </a:cubicBezTo>
                <a:cubicBezTo>
                  <a:pt x="33454" y="20084"/>
                  <a:pt x="32930" y="15933"/>
                  <a:pt x="31226" y="12642"/>
                </a:cubicBezTo>
                <a:cubicBezTo>
                  <a:pt x="29522" y="9336"/>
                  <a:pt x="26798" y="7399"/>
                  <a:pt x="23099" y="6831"/>
                </a:cubicBezTo>
                <a:close/>
                <a:moveTo>
                  <a:pt x="24002" y="918"/>
                </a:moveTo>
                <a:cubicBezTo>
                  <a:pt x="30032" y="1879"/>
                  <a:pt x="34532" y="4559"/>
                  <a:pt x="37372" y="9044"/>
                </a:cubicBezTo>
                <a:cubicBezTo>
                  <a:pt x="40212" y="13545"/>
                  <a:pt x="41130" y="19298"/>
                  <a:pt x="40052" y="26230"/>
                </a:cubicBezTo>
                <a:cubicBezTo>
                  <a:pt x="38960" y="33178"/>
                  <a:pt x="36411" y="38406"/>
                  <a:pt x="32304" y="41814"/>
                </a:cubicBezTo>
                <a:cubicBezTo>
                  <a:pt x="28269" y="45237"/>
                  <a:pt x="23201" y="46490"/>
                  <a:pt x="17113" y="45572"/>
                </a:cubicBezTo>
                <a:cubicBezTo>
                  <a:pt x="11025" y="44611"/>
                  <a:pt x="6539" y="41931"/>
                  <a:pt x="3699" y="37445"/>
                </a:cubicBezTo>
                <a:cubicBezTo>
                  <a:pt x="845" y="32886"/>
                  <a:pt x="0" y="27206"/>
                  <a:pt x="1020" y="20259"/>
                </a:cubicBezTo>
                <a:cubicBezTo>
                  <a:pt x="2097" y="13254"/>
                  <a:pt x="4661" y="8083"/>
                  <a:pt x="8753" y="4675"/>
                </a:cubicBezTo>
                <a:cubicBezTo>
                  <a:pt x="12802" y="1253"/>
                  <a:pt x="17856" y="0"/>
                  <a:pt x="24002" y="918"/>
                </a:cubicBezTo>
                <a:close/>
                <a:moveTo>
                  <a:pt x="24002" y="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C578F-ADD5-498C-9BFF-7C06239E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535" y="3961482"/>
            <a:ext cx="27366" cy="57864"/>
          </a:xfrm>
          <a:custGeom xmlns:a="http://schemas.openxmlformats.org/drawingml/2006/main">
            <a:pathLst>
              <a:path w="27366" h="57864">
                <a:moveTo>
                  <a:pt x="14797" y="1078"/>
                </a:moveTo>
                <a:lnTo>
                  <a:pt x="12977" y="13152"/>
                </a:lnTo>
                <a:lnTo>
                  <a:pt x="27366" y="15365"/>
                </a:lnTo>
                <a:lnTo>
                  <a:pt x="26507" y="20769"/>
                </a:lnTo>
                <a:lnTo>
                  <a:pt x="12118" y="18555"/>
                </a:lnTo>
                <a:lnTo>
                  <a:pt x="8593" y="41654"/>
                </a:lnTo>
                <a:cubicBezTo>
                  <a:pt x="8025" y="45120"/>
                  <a:pt x="8200" y="47393"/>
                  <a:pt x="8928" y="48529"/>
                </a:cubicBezTo>
                <a:cubicBezTo>
                  <a:pt x="9729" y="49665"/>
                  <a:pt x="11608" y="50466"/>
                  <a:pt x="14506" y="50917"/>
                </a:cubicBezTo>
                <a:lnTo>
                  <a:pt x="21672" y="51995"/>
                </a:lnTo>
                <a:lnTo>
                  <a:pt x="20769" y="57864"/>
                </a:lnTo>
                <a:lnTo>
                  <a:pt x="13603" y="56787"/>
                </a:lnTo>
                <a:cubicBezTo>
                  <a:pt x="8258" y="55927"/>
                  <a:pt x="4661" y="54340"/>
                  <a:pt x="2898" y="52053"/>
                </a:cubicBezTo>
                <a:cubicBezTo>
                  <a:pt x="1194" y="49723"/>
                  <a:pt x="743" y="45863"/>
                  <a:pt x="1544" y="40562"/>
                </a:cubicBezTo>
                <a:lnTo>
                  <a:pt x="5127" y="17463"/>
                </a:lnTo>
                <a:lnTo>
                  <a:pt x="0" y="16734"/>
                </a:lnTo>
                <a:lnTo>
                  <a:pt x="801" y="11273"/>
                </a:lnTo>
                <a:lnTo>
                  <a:pt x="5913" y="12059"/>
                </a:lnTo>
                <a:lnTo>
                  <a:pt x="7792" y="0"/>
                </a:lnTo>
                <a:lnTo>
                  <a:pt x="14797" y="1078"/>
                </a:lnTo>
                <a:close/>
                <a:moveTo>
                  <a:pt x="14797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786EC-6DBA-4875-8404-24F1912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523" y="3961715"/>
            <a:ext cx="16094" cy="60136"/>
          </a:xfrm>
          <a:custGeom xmlns:a="http://schemas.openxmlformats.org/drawingml/2006/main">
            <a:pathLst>
              <a:path w="16094" h="60136">
                <a:moveTo>
                  <a:pt x="6539" y="16560"/>
                </a:moveTo>
                <a:lnTo>
                  <a:pt x="13530" y="17637"/>
                </a:lnTo>
                <a:lnTo>
                  <a:pt x="6991" y="60136"/>
                </a:lnTo>
                <a:lnTo>
                  <a:pt x="0" y="59044"/>
                </a:lnTo>
                <a:lnTo>
                  <a:pt x="6539" y="16560"/>
                </a:lnTo>
                <a:close/>
                <a:moveTo>
                  <a:pt x="9103" y="0"/>
                </a:moveTo>
                <a:lnTo>
                  <a:pt x="16094" y="1078"/>
                </a:lnTo>
                <a:lnTo>
                  <a:pt x="14725" y="9889"/>
                </a:lnTo>
                <a:lnTo>
                  <a:pt x="7734" y="8811"/>
                </a:lnTo>
                <a:lnTo>
                  <a:pt x="9103" y="0"/>
                </a:lnTo>
                <a:close/>
                <a:moveTo>
                  <a:pt x="91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FCDDD-7766-4B59-9BF6-67ECA50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312" y="3966609"/>
            <a:ext cx="30440" cy="58767"/>
          </a:xfrm>
          <a:custGeom xmlns:a="http://schemas.openxmlformats.org/drawingml/2006/main">
            <a:pathLst>
              <a:path w="30440" h="58767">
                <a:moveTo>
                  <a:pt x="30440" y="1762"/>
                </a:moveTo>
                <a:lnTo>
                  <a:pt x="29522" y="7559"/>
                </a:lnTo>
                <a:lnTo>
                  <a:pt x="22866" y="6539"/>
                </a:lnTo>
                <a:cubicBezTo>
                  <a:pt x="20361" y="6146"/>
                  <a:pt x="18540" y="6365"/>
                  <a:pt x="17404" y="7224"/>
                </a:cubicBezTo>
                <a:cubicBezTo>
                  <a:pt x="16268" y="8069"/>
                  <a:pt x="15467" y="9831"/>
                  <a:pt x="15074" y="12453"/>
                </a:cubicBezTo>
                <a:lnTo>
                  <a:pt x="14506" y="16210"/>
                </a:lnTo>
                <a:lnTo>
                  <a:pt x="25997" y="18031"/>
                </a:lnTo>
                <a:lnTo>
                  <a:pt x="25196" y="23434"/>
                </a:lnTo>
                <a:lnTo>
                  <a:pt x="13647" y="21672"/>
                </a:lnTo>
                <a:lnTo>
                  <a:pt x="7967" y="58767"/>
                </a:lnTo>
                <a:lnTo>
                  <a:pt x="961" y="57690"/>
                </a:lnTo>
                <a:lnTo>
                  <a:pt x="6656" y="20594"/>
                </a:lnTo>
                <a:lnTo>
                  <a:pt x="0" y="19560"/>
                </a:lnTo>
                <a:lnTo>
                  <a:pt x="801" y="14098"/>
                </a:lnTo>
                <a:lnTo>
                  <a:pt x="7501" y="15132"/>
                </a:lnTo>
                <a:lnTo>
                  <a:pt x="7967" y="12176"/>
                </a:lnTo>
                <a:cubicBezTo>
                  <a:pt x="8651" y="7442"/>
                  <a:pt x="10297" y="4209"/>
                  <a:pt x="12860" y="2389"/>
                </a:cubicBezTo>
                <a:cubicBezTo>
                  <a:pt x="15365" y="510"/>
                  <a:pt x="19050" y="0"/>
                  <a:pt x="23842" y="743"/>
                </a:cubicBezTo>
                <a:lnTo>
                  <a:pt x="30440" y="1762"/>
                </a:lnTo>
                <a:close/>
                <a:moveTo>
                  <a:pt x="30440" y="17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547C2-15E1-41E3-9917-7B94131A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503" y="3969216"/>
            <a:ext cx="16050" cy="60195"/>
          </a:xfrm>
          <a:custGeom xmlns:a="http://schemas.openxmlformats.org/drawingml/2006/main">
            <a:pathLst>
              <a:path w="16050" h="60195">
                <a:moveTo>
                  <a:pt x="6539" y="16560"/>
                </a:moveTo>
                <a:lnTo>
                  <a:pt x="13487" y="17637"/>
                </a:lnTo>
                <a:lnTo>
                  <a:pt x="6947" y="60195"/>
                </a:lnTo>
                <a:lnTo>
                  <a:pt x="0" y="59117"/>
                </a:lnTo>
                <a:lnTo>
                  <a:pt x="6539" y="16560"/>
                </a:lnTo>
                <a:close/>
                <a:moveTo>
                  <a:pt x="9044" y="0"/>
                </a:moveTo>
                <a:lnTo>
                  <a:pt x="16050" y="1092"/>
                </a:lnTo>
                <a:lnTo>
                  <a:pt x="14681" y="9962"/>
                </a:lnTo>
                <a:lnTo>
                  <a:pt x="7675" y="8884"/>
                </a:lnTo>
                <a:lnTo>
                  <a:pt x="9044" y="0"/>
                </a:lnTo>
                <a:close/>
                <a:moveTo>
                  <a:pt x="90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F1958-59FC-42AA-A00D-DDCD978B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72" y="3989926"/>
            <a:ext cx="37722" cy="46023"/>
          </a:xfrm>
          <a:custGeom xmlns:a="http://schemas.openxmlformats.org/drawingml/2006/main">
            <a:pathLst>
              <a:path w="37722" h="46023">
                <a:moveTo>
                  <a:pt x="37722" y="5520"/>
                </a:moveTo>
                <a:lnTo>
                  <a:pt x="36688" y="12059"/>
                </a:lnTo>
                <a:cubicBezTo>
                  <a:pt x="34867" y="10705"/>
                  <a:pt x="33047" y="9569"/>
                  <a:pt x="31124" y="8710"/>
                </a:cubicBezTo>
                <a:cubicBezTo>
                  <a:pt x="29245" y="7850"/>
                  <a:pt x="27250" y="7282"/>
                  <a:pt x="25255" y="6947"/>
                </a:cubicBezTo>
                <a:cubicBezTo>
                  <a:pt x="20711" y="6263"/>
                  <a:pt x="16953" y="7166"/>
                  <a:pt x="13996" y="9671"/>
                </a:cubicBezTo>
                <a:cubicBezTo>
                  <a:pt x="11098" y="12118"/>
                  <a:pt x="9219" y="15992"/>
                  <a:pt x="8418" y="21162"/>
                </a:cubicBezTo>
                <a:cubicBezTo>
                  <a:pt x="7617" y="26347"/>
                  <a:pt x="8243" y="30556"/>
                  <a:pt x="10297" y="33848"/>
                </a:cubicBezTo>
                <a:cubicBezTo>
                  <a:pt x="12336" y="37096"/>
                  <a:pt x="15642" y="39091"/>
                  <a:pt x="20201" y="39775"/>
                </a:cubicBezTo>
                <a:cubicBezTo>
                  <a:pt x="22182" y="40052"/>
                  <a:pt x="24235" y="40110"/>
                  <a:pt x="26332" y="39892"/>
                </a:cubicBezTo>
                <a:cubicBezTo>
                  <a:pt x="28386" y="39659"/>
                  <a:pt x="30498" y="39149"/>
                  <a:pt x="32653" y="38348"/>
                </a:cubicBezTo>
                <a:lnTo>
                  <a:pt x="31634" y="44771"/>
                </a:lnTo>
                <a:cubicBezTo>
                  <a:pt x="29580" y="45397"/>
                  <a:pt x="27425" y="45747"/>
                  <a:pt x="25255" y="45922"/>
                </a:cubicBezTo>
                <a:cubicBezTo>
                  <a:pt x="23099" y="46023"/>
                  <a:pt x="20871" y="45922"/>
                  <a:pt x="18482" y="45572"/>
                </a:cubicBezTo>
                <a:cubicBezTo>
                  <a:pt x="12118" y="44611"/>
                  <a:pt x="7340" y="41756"/>
                  <a:pt x="4151" y="37154"/>
                </a:cubicBezTo>
                <a:cubicBezTo>
                  <a:pt x="1020" y="32610"/>
                  <a:pt x="0" y="26857"/>
                  <a:pt x="1020" y="20026"/>
                </a:cubicBezTo>
                <a:cubicBezTo>
                  <a:pt x="2097" y="13093"/>
                  <a:pt x="4835" y="7908"/>
                  <a:pt x="9278" y="4559"/>
                </a:cubicBezTo>
                <a:cubicBezTo>
                  <a:pt x="13705" y="1136"/>
                  <a:pt x="19225" y="0"/>
                  <a:pt x="25823" y="1034"/>
                </a:cubicBezTo>
                <a:cubicBezTo>
                  <a:pt x="27993" y="1311"/>
                  <a:pt x="30032" y="1879"/>
                  <a:pt x="32027" y="2622"/>
                </a:cubicBezTo>
                <a:cubicBezTo>
                  <a:pt x="34022" y="3423"/>
                  <a:pt x="35901" y="4384"/>
                  <a:pt x="37722" y="5520"/>
                </a:cubicBezTo>
                <a:close/>
                <a:moveTo>
                  <a:pt x="37722" y="55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C2B35-A441-4388-BCDB-5528F27B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22" y="3996524"/>
            <a:ext cx="39368" cy="46825"/>
          </a:xfrm>
          <a:custGeom xmlns:a="http://schemas.openxmlformats.org/drawingml/2006/main">
            <a:pathLst>
              <a:path w="39368" h="46825">
                <a:moveTo>
                  <a:pt x="24017" y="23332"/>
                </a:moveTo>
                <a:cubicBezTo>
                  <a:pt x="18380" y="22415"/>
                  <a:pt x="14346" y="22473"/>
                  <a:pt x="11957" y="23449"/>
                </a:cubicBezTo>
                <a:cubicBezTo>
                  <a:pt x="9612" y="24352"/>
                  <a:pt x="8141" y="26405"/>
                  <a:pt x="7690" y="29537"/>
                </a:cubicBezTo>
                <a:cubicBezTo>
                  <a:pt x="7282" y="32042"/>
                  <a:pt x="7807" y="34081"/>
                  <a:pt x="9219" y="35785"/>
                </a:cubicBezTo>
                <a:cubicBezTo>
                  <a:pt x="10647" y="37503"/>
                  <a:pt x="12744" y="38581"/>
                  <a:pt x="15540" y="39033"/>
                </a:cubicBezTo>
                <a:cubicBezTo>
                  <a:pt x="19400" y="39601"/>
                  <a:pt x="22764" y="38698"/>
                  <a:pt x="25488" y="36367"/>
                </a:cubicBezTo>
                <a:cubicBezTo>
                  <a:pt x="28284" y="33964"/>
                  <a:pt x="29988" y="30498"/>
                  <a:pt x="30731" y="25954"/>
                </a:cubicBezTo>
                <a:lnTo>
                  <a:pt x="30949" y="24352"/>
                </a:lnTo>
                <a:lnTo>
                  <a:pt x="24017" y="23332"/>
                </a:lnTo>
                <a:close/>
                <a:moveTo>
                  <a:pt x="38348" y="22531"/>
                </a:moveTo>
                <a:lnTo>
                  <a:pt x="34649" y="46825"/>
                </a:lnTo>
                <a:lnTo>
                  <a:pt x="27658" y="45747"/>
                </a:lnTo>
                <a:lnTo>
                  <a:pt x="28677" y="39324"/>
                </a:lnTo>
                <a:cubicBezTo>
                  <a:pt x="26682" y="41596"/>
                  <a:pt x="24352" y="43242"/>
                  <a:pt x="21788" y="44101"/>
                </a:cubicBezTo>
                <a:cubicBezTo>
                  <a:pt x="19240" y="44946"/>
                  <a:pt x="16225" y="45120"/>
                  <a:pt x="12802" y="44611"/>
                </a:cubicBezTo>
                <a:cubicBezTo>
                  <a:pt x="8418" y="43926"/>
                  <a:pt x="5185" y="42164"/>
                  <a:pt x="2957" y="39324"/>
                </a:cubicBezTo>
                <a:cubicBezTo>
                  <a:pt x="801" y="36469"/>
                  <a:pt x="0" y="33003"/>
                  <a:pt x="626" y="28910"/>
                </a:cubicBezTo>
                <a:cubicBezTo>
                  <a:pt x="1369" y="24133"/>
                  <a:pt x="3539" y="20769"/>
                  <a:pt x="7122" y="18832"/>
                </a:cubicBezTo>
                <a:cubicBezTo>
                  <a:pt x="10705" y="16909"/>
                  <a:pt x="15657" y="16443"/>
                  <a:pt x="21963" y="17419"/>
                </a:cubicBezTo>
                <a:lnTo>
                  <a:pt x="31809" y="18890"/>
                </a:lnTo>
                <a:lnTo>
                  <a:pt x="31925" y="18205"/>
                </a:lnTo>
                <a:cubicBezTo>
                  <a:pt x="32377" y="15030"/>
                  <a:pt x="31692" y="12351"/>
                  <a:pt x="29872" y="10253"/>
                </a:cubicBezTo>
                <a:cubicBezTo>
                  <a:pt x="28051" y="8200"/>
                  <a:pt x="25211" y="6831"/>
                  <a:pt x="21395" y="6263"/>
                </a:cubicBezTo>
                <a:cubicBezTo>
                  <a:pt x="18948" y="5869"/>
                  <a:pt x="16560" y="5811"/>
                  <a:pt x="14113" y="6030"/>
                </a:cubicBezTo>
                <a:cubicBezTo>
                  <a:pt x="11724" y="6263"/>
                  <a:pt x="9394" y="6831"/>
                  <a:pt x="7122" y="7632"/>
                </a:cubicBezTo>
                <a:lnTo>
                  <a:pt x="8083" y="1194"/>
                </a:lnTo>
                <a:cubicBezTo>
                  <a:pt x="10821" y="568"/>
                  <a:pt x="13370" y="233"/>
                  <a:pt x="15875" y="117"/>
                </a:cubicBezTo>
                <a:cubicBezTo>
                  <a:pt x="18380" y="0"/>
                  <a:pt x="20711" y="117"/>
                  <a:pt x="22983" y="466"/>
                </a:cubicBezTo>
                <a:cubicBezTo>
                  <a:pt x="29129" y="1427"/>
                  <a:pt x="33513" y="3699"/>
                  <a:pt x="36076" y="7340"/>
                </a:cubicBezTo>
                <a:cubicBezTo>
                  <a:pt x="38581" y="11040"/>
                  <a:pt x="39368" y="16108"/>
                  <a:pt x="38348" y="22531"/>
                </a:cubicBezTo>
                <a:close/>
                <a:moveTo>
                  <a:pt x="38348" y="225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525C7-E1A8-4586-9EB6-2C045EC6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926" y="3990960"/>
            <a:ext cx="27366" cy="57850"/>
          </a:xfrm>
          <a:custGeom xmlns:a="http://schemas.openxmlformats.org/drawingml/2006/main">
            <a:pathLst>
              <a:path w="27366" h="57850">
                <a:moveTo>
                  <a:pt x="14841" y="1078"/>
                </a:moveTo>
                <a:lnTo>
                  <a:pt x="12962" y="13137"/>
                </a:lnTo>
                <a:lnTo>
                  <a:pt x="27366" y="15351"/>
                </a:lnTo>
                <a:lnTo>
                  <a:pt x="26507" y="20813"/>
                </a:lnTo>
                <a:lnTo>
                  <a:pt x="12118" y="18599"/>
                </a:lnTo>
                <a:lnTo>
                  <a:pt x="8593" y="41640"/>
                </a:lnTo>
                <a:cubicBezTo>
                  <a:pt x="8069" y="45106"/>
                  <a:pt x="8185" y="47436"/>
                  <a:pt x="8986" y="48587"/>
                </a:cubicBezTo>
                <a:cubicBezTo>
                  <a:pt x="9787" y="49665"/>
                  <a:pt x="11608" y="50451"/>
                  <a:pt x="14564" y="50917"/>
                </a:cubicBezTo>
                <a:lnTo>
                  <a:pt x="21730" y="52053"/>
                </a:lnTo>
                <a:lnTo>
                  <a:pt x="20813" y="57850"/>
                </a:lnTo>
                <a:lnTo>
                  <a:pt x="13647" y="56772"/>
                </a:lnTo>
                <a:cubicBezTo>
                  <a:pt x="8243" y="55913"/>
                  <a:pt x="4661" y="54383"/>
                  <a:pt x="2957" y="52053"/>
                </a:cubicBezTo>
                <a:cubicBezTo>
                  <a:pt x="1194" y="49723"/>
                  <a:pt x="743" y="45907"/>
                  <a:pt x="1588" y="40562"/>
                </a:cubicBezTo>
                <a:lnTo>
                  <a:pt x="5112" y="17521"/>
                </a:lnTo>
                <a:lnTo>
                  <a:pt x="0" y="16720"/>
                </a:lnTo>
                <a:lnTo>
                  <a:pt x="845" y="11258"/>
                </a:lnTo>
                <a:lnTo>
                  <a:pt x="5971" y="12059"/>
                </a:lnTo>
                <a:lnTo>
                  <a:pt x="7792" y="0"/>
                </a:lnTo>
                <a:lnTo>
                  <a:pt x="14841" y="1078"/>
                </a:lnTo>
                <a:close/>
                <a:moveTo>
                  <a:pt x="14841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1F878-0C0C-46DF-B7E9-18B53160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900" y="3991179"/>
            <a:ext cx="16108" cy="60136"/>
          </a:xfrm>
          <a:custGeom xmlns:a="http://schemas.openxmlformats.org/drawingml/2006/main">
            <a:pathLst>
              <a:path w="16108" h="60136">
                <a:moveTo>
                  <a:pt x="6554" y="16560"/>
                </a:moveTo>
                <a:lnTo>
                  <a:pt x="13545" y="17637"/>
                </a:lnTo>
                <a:lnTo>
                  <a:pt x="7005" y="60136"/>
                </a:lnTo>
                <a:lnTo>
                  <a:pt x="0" y="59059"/>
                </a:lnTo>
                <a:lnTo>
                  <a:pt x="6554" y="16560"/>
                </a:lnTo>
                <a:close/>
                <a:moveTo>
                  <a:pt x="9103" y="0"/>
                </a:moveTo>
                <a:lnTo>
                  <a:pt x="16108" y="1078"/>
                </a:lnTo>
                <a:lnTo>
                  <a:pt x="14739" y="9962"/>
                </a:lnTo>
                <a:lnTo>
                  <a:pt x="7748" y="8884"/>
                </a:lnTo>
                <a:lnTo>
                  <a:pt x="9103" y="0"/>
                </a:lnTo>
                <a:close/>
                <a:moveTo>
                  <a:pt x="91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6997F-840E-419E-AC3D-D38AB660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668" y="4011656"/>
            <a:ext cx="41188" cy="46490"/>
          </a:xfrm>
          <a:custGeom xmlns:a="http://schemas.openxmlformats.org/drawingml/2006/main">
            <a:pathLst>
              <a:path w="41188" h="46490">
                <a:moveTo>
                  <a:pt x="23099" y="6831"/>
                </a:moveTo>
                <a:cubicBezTo>
                  <a:pt x="19342" y="6263"/>
                  <a:pt x="16166" y="7282"/>
                  <a:pt x="13545" y="9846"/>
                </a:cubicBezTo>
                <a:cubicBezTo>
                  <a:pt x="10923" y="12467"/>
                  <a:pt x="9219" y="16283"/>
                  <a:pt x="8418" y="21337"/>
                </a:cubicBezTo>
                <a:cubicBezTo>
                  <a:pt x="7675" y="26463"/>
                  <a:pt x="8141" y="30614"/>
                  <a:pt x="9846" y="33862"/>
                </a:cubicBezTo>
                <a:cubicBezTo>
                  <a:pt x="11550" y="37154"/>
                  <a:pt x="14288" y="39033"/>
                  <a:pt x="18031" y="39659"/>
                </a:cubicBezTo>
                <a:cubicBezTo>
                  <a:pt x="21788" y="40227"/>
                  <a:pt x="24978" y="39207"/>
                  <a:pt x="27600" y="36586"/>
                </a:cubicBezTo>
                <a:cubicBezTo>
                  <a:pt x="30207" y="33964"/>
                  <a:pt x="31925" y="30163"/>
                  <a:pt x="32712" y="25094"/>
                </a:cubicBezTo>
                <a:cubicBezTo>
                  <a:pt x="33454" y="20084"/>
                  <a:pt x="33003" y="15933"/>
                  <a:pt x="31299" y="12642"/>
                </a:cubicBezTo>
                <a:cubicBezTo>
                  <a:pt x="29522" y="9336"/>
                  <a:pt x="26857" y="7399"/>
                  <a:pt x="23099" y="6831"/>
                </a:cubicBezTo>
                <a:close/>
                <a:moveTo>
                  <a:pt x="24017" y="918"/>
                </a:moveTo>
                <a:cubicBezTo>
                  <a:pt x="30105" y="1879"/>
                  <a:pt x="34532" y="4559"/>
                  <a:pt x="37430" y="9059"/>
                </a:cubicBezTo>
                <a:cubicBezTo>
                  <a:pt x="40285" y="13545"/>
                  <a:pt x="41188" y="19298"/>
                  <a:pt x="40110" y="26230"/>
                </a:cubicBezTo>
                <a:cubicBezTo>
                  <a:pt x="39033" y="33178"/>
                  <a:pt x="36469" y="38406"/>
                  <a:pt x="32377" y="41829"/>
                </a:cubicBezTo>
                <a:cubicBezTo>
                  <a:pt x="28284" y="45237"/>
                  <a:pt x="23216" y="46490"/>
                  <a:pt x="17128" y="45572"/>
                </a:cubicBezTo>
                <a:cubicBezTo>
                  <a:pt x="11040" y="44611"/>
                  <a:pt x="6598" y="41931"/>
                  <a:pt x="3758" y="37445"/>
                </a:cubicBezTo>
                <a:cubicBezTo>
                  <a:pt x="918" y="32886"/>
                  <a:pt x="0" y="27206"/>
                  <a:pt x="1078" y="20259"/>
                </a:cubicBezTo>
                <a:cubicBezTo>
                  <a:pt x="2170" y="13268"/>
                  <a:pt x="4719" y="8083"/>
                  <a:pt x="8768" y="4675"/>
                </a:cubicBezTo>
                <a:cubicBezTo>
                  <a:pt x="12860" y="1194"/>
                  <a:pt x="17929" y="0"/>
                  <a:pt x="24017" y="918"/>
                </a:cubicBezTo>
                <a:close/>
                <a:moveTo>
                  <a:pt x="24017" y="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A2395-069A-4B5C-82C8-CA19253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804" y="4018371"/>
            <a:ext cx="40445" cy="47961"/>
          </a:xfrm>
          <a:custGeom xmlns:a="http://schemas.openxmlformats.org/drawingml/2006/main">
            <a:pathLst>
              <a:path w="40445" h="47961">
                <a:moveTo>
                  <a:pt x="39542" y="22313"/>
                </a:moveTo>
                <a:lnTo>
                  <a:pt x="35610" y="47961"/>
                </a:lnTo>
                <a:lnTo>
                  <a:pt x="28619" y="46883"/>
                </a:lnTo>
                <a:lnTo>
                  <a:pt x="32537" y="21453"/>
                </a:lnTo>
                <a:cubicBezTo>
                  <a:pt x="33163" y="17477"/>
                  <a:pt x="32828" y="14346"/>
                  <a:pt x="31576" y="12074"/>
                </a:cubicBezTo>
                <a:cubicBezTo>
                  <a:pt x="30323" y="9846"/>
                  <a:pt x="28109" y="8476"/>
                  <a:pt x="24978" y="7967"/>
                </a:cubicBezTo>
                <a:cubicBezTo>
                  <a:pt x="21220" y="7399"/>
                  <a:pt x="18031" y="8141"/>
                  <a:pt x="15526" y="10253"/>
                </a:cubicBezTo>
                <a:cubicBezTo>
                  <a:pt x="12962" y="12292"/>
                  <a:pt x="11375" y="15365"/>
                  <a:pt x="10749" y="19575"/>
                </a:cubicBezTo>
                <a:lnTo>
                  <a:pt x="6991" y="43591"/>
                </a:lnTo>
                <a:lnTo>
                  <a:pt x="0" y="42499"/>
                </a:lnTo>
                <a:lnTo>
                  <a:pt x="6539" y="0"/>
                </a:lnTo>
                <a:lnTo>
                  <a:pt x="13589" y="1092"/>
                </a:lnTo>
                <a:lnTo>
                  <a:pt x="12569" y="7690"/>
                </a:lnTo>
                <a:cubicBezTo>
                  <a:pt x="14623" y="5360"/>
                  <a:pt x="16895" y="3758"/>
                  <a:pt x="19342" y="2855"/>
                </a:cubicBezTo>
                <a:cubicBezTo>
                  <a:pt x="21788" y="1937"/>
                  <a:pt x="24512" y="1719"/>
                  <a:pt x="27483" y="2170"/>
                </a:cubicBezTo>
                <a:cubicBezTo>
                  <a:pt x="32362" y="2913"/>
                  <a:pt x="35843" y="5010"/>
                  <a:pt x="37838" y="8375"/>
                </a:cubicBezTo>
                <a:cubicBezTo>
                  <a:pt x="39877" y="11783"/>
                  <a:pt x="40445" y="16443"/>
                  <a:pt x="39542" y="22313"/>
                </a:cubicBezTo>
                <a:close/>
                <a:moveTo>
                  <a:pt x="39542" y="223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0847C-A948-416A-BB0F-4F7DDB86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643" y="4011890"/>
            <a:ext cx="16385" cy="57806"/>
          </a:xfrm>
          <a:custGeom xmlns:a="http://schemas.openxmlformats.org/drawingml/2006/main">
            <a:pathLst>
              <a:path w="16385" h="57806">
                <a:moveTo>
                  <a:pt x="8695" y="0"/>
                </a:moveTo>
                <a:lnTo>
                  <a:pt x="16385" y="1136"/>
                </a:lnTo>
                <a:lnTo>
                  <a:pt x="7675" y="57806"/>
                </a:lnTo>
                <a:lnTo>
                  <a:pt x="0" y="56670"/>
                </a:lnTo>
                <a:lnTo>
                  <a:pt x="8695" y="0"/>
                </a:lnTo>
                <a:close/>
                <a:moveTo>
                  <a:pt x="86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AFC42-C6FB-4F66-A98B-D354326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999" y="4029469"/>
            <a:ext cx="40445" cy="48019"/>
          </a:xfrm>
          <a:custGeom xmlns:a="http://schemas.openxmlformats.org/drawingml/2006/main">
            <a:pathLst>
              <a:path w="40445" h="48019">
                <a:moveTo>
                  <a:pt x="39542" y="22356"/>
                </a:moveTo>
                <a:lnTo>
                  <a:pt x="35610" y="48019"/>
                </a:lnTo>
                <a:lnTo>
                  <a:pt x="28619" y="46941"/>
                </a:lnTo>
                <a:lnTo>
                  <a:pt x="32537" y="21512"/>
                </a:lnTo>
                <a:cubicBezTo>
                  <a:pt x="33163" y="17463"/>
                  <a:pt x="32828" y="14346"/>
                  <a:pt x="31576" y="12118"/>
                </a:cubicBezTo>
                <a:cubicBezTo>
                  <a:pt x="30323" y="9846"/>
                  <a:pt x="28109" y="8476"/>
                  <a:pt x="24978" y="8025"/>
                </a:cubicBezTo>
                <a:cubicBezTo>
                  <a:pt x="21220" y="7457"/>
                  <a:pt x="18031" y="8200"/>
                  <a:pt x="15467" y="10239"/>
                </a:cubicBezTo>
                <a:cubicBezTo>
                  <a:pt x="12977" y="12292"/>
                  <a:pt x="11375" y="15424"/>
                  <a:pt x="10690" y="19575"/>
                </a:cubicBezTo>
                <a:lnTo>
                  <a:pt x="6991" y="43577"/>
                </a:lnTo>
                <a:lnTo>
                  <a:pt x="0" y="42499"/>
                </a:lnTo>
                <a:lnTo>
                  <a:pt x="6539" y="0"/>
                </a:lnTo>
                <a:lnTo>
                  <a:pt x="13545" y="1078"/>
                </a:lnTo>
                <a:lnTo>
                  <a:pt x="12569" y="7675"/>
                </a:lnTo>
                <a:cubicBezTo>
                  <a:pt x="14623" y="5403"/>
                  <a:pt x="16895" y="3758"/>
                  <a:pt x="19342" y="2840"/>
                </a:cubicBezTo>
                <a:cubicBezTo>
                  <a:pt x="21788" y="1937"/>
                  <a:pt x="24512" y="1704"/>
                  <a:pt x="27483" y="2170"/>
                </a:cubicBezTo>
                <a:cubicBezTo>
                  <a:pt x="32377" y="2957"/>
                  <a:pt x="35785" y="5010"/>
                  <a:pt x="37838" y="8418"/>
                </a:cubicBezTo>
                <a:cubicBezTo>
                  <a:pt x="39877" y="11841"/>
                  <a:pt x="40445" y="16443"/>
                  <a:pt x="39542" y="22356"/>
                </a:cubicBezTo>
                <a:close/>
                <a:moveTo>
                  <a:pt x="39542" y="223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B3263-406F-400F-88C9-25352BA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999" y="4025027"/>
            <a:ext cx="27366" cy="57864"/>
          </a:xfrm>
          <a:custGeom xmlns:a="http://schemas.openxmlformats.org/drawingml/2006/main">
            <a:pathLst>
              <a:path w="27366" h="57864">
                <a:moveTo>
                  <a:pt x="14856" y="1092"/>
                </a:moveTo>
                <a:lnTo>
                  <a:pt x="12977" y="13152"/>
                </a:lnTo>
                <a:lnTo>
                  <a:pt x="27366" y="15365"/>
                </a:lnTo>
                <a:lnTo>
                  <a:pt x="26522" y="20769"/>
                </a:lnTo>
                <a:lnTo>
                  <a:pt x="12118" y="18555"/>
                </a:lnTo>
                <a:lnTo>
                  <a:pt x="8593" y="41654"/>
                </a:lnTo>
                <a:cubicBezTo>
                  <a:pt x="8083" y="45120"/>
                  <a:pt x="8200" y="47393"/>
                  <a:pt x="9001" y="48529"/>
                </a:cubicBezTo>
                <a:cubicBezTo>
                  <a:pt x="9787" y="49679"/>
                  <a:pt x="11608" y="50466"/>
                  <a:pt x="14564" y="50932"/>
                </a:cubicBezTo>
                <a:lnTo>
                  <a:pt x="21745" y="52009"/>
                </a:lnTo>
                <a:lnTo>
                  <a:pt x="20827" y="57864"/>
                </a:lnTo>
                <a:lnTo>
                  <a:pt x="13661" y="56787"/>
                </a:lnTo>
                <a:cubicBezTo>
                  <a:pt x="8258" y="55927"/>
                  <a:pt x="4675" y="54340"/>
                  <a:pt x="2971" y="52009"/>
                </a:cubicBezTo>
                <a:cubicBezTo>
                  <a:pt x="1194" y="49679"/>
                  <a:pt x="743" y="45863"/>
                  <a:pt x="1602" y="40576"/>
                </a:cubicBezTo>
                <a:lnTo>
                  <a:pt x="5127" y="17477"/>
                </a:lnTo>
                <a:lnTo>
                  <a:pt x="0" y="16676"/>
                </a:lnTo>
                <a:lnTo>
                  <a:pt x="859" y="11273"/>
                </a:lnTo>
                <a:lnTo>
                  <a:pt x="5986" y="12074"/>
                </a:lnTo>
                <a:lnTo>
                  <a:pt x="7807" y="0"/>
                </a:lnTo>
                <a:lnTo>
                  <a:pt x="14856" y="1092"/>
                </a:lnTo>
                <a:close/>
                <a:moveTo>
                  <a:pt x="14856" y="10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8510C-D55F-4F7A-AB0D-A3E2F08B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128" y="4042562"/>
            <a:ext cx="41771" cy="46300"/>
          </a:xfrm>
          <a:custGeom xmlns:a="http://schemas.openxmlformats.org/drawingml/2006/main">
            <a:pathLst>
              <a:path w="41771" h="46300">
                <a:moveTo>
                  <a:pt x="40795" y="24337"/>
                </a:moveTo>
                <a:lnTo>
                  <a:pt x="40285" y="27760"/>
                </a:lnTo>
                <a:lnTo>
                  <a:pt x="8141" y="22808"/>
                </a:lnTo>
                <a:cubicBezTo>
                  <a:pt x="7690" y="27643"/>
                  <a:pt x="8593" y="31576"/>
                  <a:pt x="10821" y="34474"/>
                </a:cubicBezTo>
                <a:cubicBezTo>
                  <a:pt x="12977" y="37372"/>
                  <a:pt x="16443" y="39193"/>
                  <a:pt x="21060" y="39936"/>
                </a:cubicBezTo>
                <a:cubicBezTo>
                  <a:pt x="23725" y="40329"/>
                  <a:pt x="26405" y="40387"/>
                  <a:pt x="29027" y="40154"/>
                </a:cubicBezTo>
                <a:cubicBezTo>
                  <a:pt x="31634" y="39877"/>
                  <a:pt x="34255" y="39251"/>
                  <a:pt x="36994" y="38333"/>
                </a:cubicBezTo>
                <a:lnTo>
                  <a:pt x="35959" y="44946"/>
                </a:lnTo>
                <a:cubicBezTo>
                  <a:pt x="33294" y="45616"/>
                  <a:pt x="30556" y="46023"/>
                  <a:pt x="27891" y="46184"/>
                </a:cubicBezTo>
                <a:cubicBezTo>
                  <a:pt x="25153" y="46300"/>
                  <a:pt x="22429" y="46184"/>
                  <a:pt x="19749" y="45790"/>
                </a:cubicBezTo>
                <a:cubicBezTo>
                  <a:pt x="12919" y="44713"/>
                  <a:pt x="7865" y="41916"/>
                  <a:pt x="4500" y="37372"/>
                </a:cubicBezTo>
                <a:cubicBezTo>
                  <a:pt x="1151" y="32814"/>
                  <a:pt x="0" y="27192"/>
                  <a:pt x="1034" y="20419"/>
                </a:cubicBezTo>
                <a:cubicBezTo>
                  <a:pt x="2112" y="13472"/>
                  <a:pt x="4835" y="8243"/>
                  <a:pt x="9219" y="4777"/>
                </a:cubicBezTo>
                <a:cubicBezTo>
                  <a:pt x="13603" y="1253"/>
                  <a:pt x="19007" y="0"/>
                  <a:pt x="25386" y="961"/>
                </a:cubicBezTo>
                <a:cubicBezTo>
                  <a:pt x="31124" y="1821"/>
                  <a:pt x="35333" y="4369"/>
                  <a:pt x="38130" y="8578"/>
                </a:cubicBezTo>
                <a:cubicBezTo>
                  <a:pt x="40853" y="12744"/>
                  <a:pt x="41771" y="18031"/>
                  <a:pt x="40795" y="24337"/>
                </a:cubicBezTo>
                <a:close/>
                <a:moveTo>
                  <a:pt x="34139" y="21220"/>
                </a:moveTo>
                <a:cubicBezTo>
                  <a:pt x="34649" y="17404"/>
                  <a:pt x="34022" y="14157"/>
                  <a:pt x="32318" y="11593"/>
                </a:cubicBezTo>
                <a:cubicBezTo>
                  <a:pt x="30556" y="8986"/>
                  <a:pt x="27993" y="7384"/>
                  <a:pt x="24526" y="6874"/>
                </a:cubicBezTo>
                <a:cubicBezTo>
                  <a:pt x="20652" y="6306"/>
                  <a:pt x="17361" y="6874"/>
                  <a:pt x="14681" y="8753"/>
                </a:cubicBezTo>
                <a:cubicBezTo>
                  <a:pt x="12016" y="10574"/>
                  <a:pt x="10195" y="13472"/>
                  <a:pt x="9219" y="17404"/>
                </a:cubicBezTo>
                <a:lnTo>
                  <a:pt x="34139" y="21220"/>
                </a:lnTo>
                <a:close/>
                <a:moveTo>
                  <a:pt x="34139" y="21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D49E0-DD1B-4F8D-AC8A-53E6FF6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554" y="4049102"/>
            <a:ext cx="31517" cy="43635"/>
          </a:xfrm>
          <a:custGeom xmlns:a="http://schemas.openxmlformats.org/drawingml/2006/main">
            <a:pathLst>
              <a:path w="31517" h="43635">
                <a:moveTo>
                  <a:pt x="30440" y="10355"/>
                </a:moveTo>
                <a:cubicBezTo>
                  <a:pt x="29755" y="9787"/>
                  <a:pt x="28954" y="9321"/>
                  <a:pt x="28036" y="8986"/>
                </a:cubicBezTo>
                <a:cubicBezTo>
                  <a:pt x="27133" y="8651"/>
                  <a:pt x="26172" y="8360"/>
                  <a:pt x="25022" y="8185"/>
                </a:cubicBezTo>
                <a:cubicBezTo>
                  <a:pt x="21104" y="7559"/>
                  <a:pt x="17856" y="8418"/>
                  <a:pt x="15351" y="10632"/>
                </a:cubicBezTo>
                <a:cubicBezTo>
                  <a:pt x="12860" y="12860"/>
                  <a:pt x="11200" y="16385"/>
                  <a:pt x="10457" y="21220"/>
                </a:cubicBezTo>
                <a:lnTo>
                  <a:pt x="7049" y="43635"/>
                </a:lnTo>
                <a:lnTo>
                  <a:pt x="0" y="42557"/>
                </a:lnTo>
                <a:lnTo>
                  <a:pt x="6539" y="0"/>
                </a:lnTo>
                <a:lnTo>
                  <a:pt x="13589" y="1078"/>
                </a:lnTo>
                <a:lnTo>
                  <a:pt x="12569" y="7734"/>
                </a:lnTo>
                <a:cubicBezTo>
                  <a:pt x="14448" y="5345"/>
                  <a:pt x="16603" y="3758"/>
                  <a:pt x="19167" y="2840"/>
                </a:cubicBezTo>
                <a:cubicBezTo>
                  <a:pt x="21730" y="1937"/>
                  <a:pt x="24687" y="1762"/>
                  <a:pt x="28036" y="2272"/>
                </a:cubicBezTo>
                <a:cubicBezTo>
                  <a:pt x="28561" y="2389"/>
                  <a:pt x="29071" y="2505"/>
                  <a:pt x="29639" y="2607"/>
                </a:cubicBezTo>
                <a:cubicBezTo>
                  <a:pt x="30207" y="2782"/>
                  <a:pt x="30833" y="2957"/>
                  <a:pt x="31517" y="3190"/>
                </a:cubicBezTo>
                <a:lnTo>
                  <a:pt x="30440" y="10355"/>
                </a:lnTo>
                <a:close/>
                <a:moveTo>
                  <a:pt x="30440" y="10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2E5C3-C7E3-4D51-9A39-79D8A3A0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387" y="4054898"/>
            <a:ext cx="39368" cy="46825"/>
          </a:xfrm>
          <a:custGeom xmlns:a="http://schemas.openxmlformats.org/drawingml/2006/main">
            <a:pathLst>
              <a:path w="39368" h="46825">
                <a:moveTo>
                  <a:pt x="24002" y="23332"/>
                </a:moveTo>
                <a:cubicBezTo>
                  <a:pt x="18380" y="22415"/>
                  <a:pt x="14331" y="22473"/>
                  <a:pt x="12001" y="23449"/>
                </a:cubicBezTo>
                <a:cubicBezTo>
                  <a:pt x="9612" y="24410"/>
                  <a:pt x="8185" y="26405"/>
                  <a:pt x="7675" y="29537"/>
                </a:cubicBezTo>
                <a:cubicBezTo>
                  <a:pt x="7340" y="32027"/>
                  <a:pt x="7850" y="34081"/>
                  <a:pt x="9219" y="35843"/>
                </a:cubicBezTo>
                <a:cubicBezTo>
                  <a:pt x="10632" y="37489"/>
                  <a:pt x="12744" y="38581"/>
                  <a:pt x="15584" y="39033"/>
                </a:cubicBezTo>
                <a:cubicBezTo>
                  <a:pt x="19458" y="39601"/>
                  <a:pt x="22750" y="38741"/>
                  <a:pt x="25546" y="36353"/>
                </a:cubicBezTo>
                <a:cubicBezTo>
                  <a:pt x="28269" y="33964"/>
                  <a:pt x="30032" y="30498"/>
                  <a:pt x="30716" y="25939"/>
                </a:cubicBezTo>
                <a:lnTo>
                  <a:pt x="30949" y="24352"/>
                </a:lnTo>
                <a:lnTo>
                  <a:pt x="24002" y="23332"/>
                </a:lnTo>
                <a:close/>
                <a:moveTo>
                  <a:pt x="38406" y="22589"/>
                </a:moveTo>
                <a:lnTo>
                  <a:pt x="34649" y="46825"/>
                </a:lnTo>
                <a:lnTo>
                  <a:pt x="27643" y="45747"/>
                </a:lnTo>
                <a:lnTo>
                  <a:pt x="28677" y="39309"/>
                </a:lnTo>
                <a:cubicBezTo>
                  <a:pt x="26682" y="41654"/>
                  <a:pt x="24410" y="43242"/>
                  <a:pt x="21847" y="44101"/>
                </a:cubicBezTo>
                <a:cubicBezTo>
                  <a:pt x="19225" y="44946"/>
                  <a:pt x="16268" y="45120"/>
                  <a:pt x="12802" y="44611"/>
                </a:cubicBezTo>
                <a:cubicBezTo>
                  <a:pt x="8476" y="43926"/>
                  <a:pt x="5170" y="42164"/>
                  <a:pt x="2957" y="39309"/>
                </a:cubicBezTo>
                <a:cubicBezTo>
                  <a:pt x="801" y="36469"/>
                  <a:pt x="0" y="33003"/>
                  <a:pt x="626" y="28910"/>
                </a:cubicBezTo>
                <a:cubicBezTo>
                  <a:pt x="1369" y="24119"/>
                  <a:pt x="3525" y="20769"/>
                  <a:pt x="7107" y="18832"/>
                </a:cubicBezTo>
                <a:cubicBezTo>
                  <a:pt x="10690" y="16895"/>
                  <a:pt x="15642" y="16443"/>
                  <a:pt x="22021" y="17419"/>
                </a:cubicBezTo>
                <a:lnTo>
                  <a:pt x="31794" y="18890"/>
                </a:lnTo>
                <a:lnTo>
                  <a:pt x="31911" y="18205"/>
                </a:lnTo>
                <a:cubicBezTo>
                  <a:pt x="32420" y="15016"/>
                  <a:pt x="31750" y="12351"/>
                  <a:pt x="29872" y="10297"/>
                </a:cubicBezTo>
                <a:cubicBezTo>
                  <a:pt x="28051" y="8200"/>
                  <a:pt x="25196" y="6831"/>
                  <a:pt x="21395" y="6263"/>
                </a:cubicBezTo>
                <a:cubicBezTo>
                  <a:pt x="18948" y="5913"/>
                  <a:pt x="16560" y="5811"/>
                  <a:pt x="14171" y="6030"/>
                </a:cubicBezTo>
                <a:cubicBezTo>
                  <a:pt x="11768" y="6263"/>
                  <a:pt x="9438" y="6831"/>
                  <a:pt x="7107" y="7632"/>
                </a:cubicBezTo>
                <a:lnTo>
                  <a:pt x="8127" y="1194"/>
                </a:lnTo>
                <a:cubicBezTo>
                  <a:pt x="10807" y="568"/>
                  <a:pt x="13428" y="233"/>
                  <a:pt x="15875" y="117"/>
                </a:cubicBezTo>
                <a:cubicBezTo>
                  <a:pt x="18380" y="0"/>
                  <a:pt x="20769" y="117"/>
                  <a:pt x="23041" y="451"/>
                </a:cubicBezTo>
                <a:cubicBezTo>
                  <a:pt x="29187" y="1427"/>
                  <a:pt x="33513" y="3699"/>
                  <a:pt x="36061" y="7399"/>
                </a:cubicBezTo>
                <a:cubicBezTo>
                  <a:pt x="38625" y="11040"/>
                  <a:pt x="39368" y="16108"/>
                  <a:pt x="38406" y="22589"/>
                </a:cubicBezTo>
                <a:close/>
                <a:moveTo>
                  <a:pt x="38406" y="225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FF284-2230-40FC-97A1-34274AC4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566" y="4062180"/>
            <a:ext cx="37722" cy="46082"/>
          </a:xfrm>
          <a:custGeom xmlns:a="http://schemas.openxmlformats.org/drawingml/2006/main">
            <a:pathLst>
              <a:path w="37722" h="46082">
                <a:moveTo>
                  <a:pt x="37722" y="5578"/>
                </a:moveTo>
                <a:lnTo>
                  <a:pt x="36761" y="12118"/>
                </a:lnTo>
                <a:cubicBezTo>
                  <a:pt x="34940" y="10705"/>
                  <a:pt x="33061" y="9612"/>
                  <a:pt x="31182" y="8768"/>
                </a:cubicBezTo>
                <a:cubicBezTo>
                  <a:pt x="29245" y="7908"/>
                  <a:pt x="27308" y="7340"/>
                  <a:pt x="25269" y="7005"/>
                </a:cubicBezTo>
                <a:cubicBezTo>
                  <a:pt x="20769" y="6321"/>
                  <a:pt x="17011" y="7224"/>
                  <a:pt x="14055" y="9671"/>
                </a:cubicBezTo>
                <a:cubicBezTo>
                  <a:pt x="11098" y="12176"/>
                  <a:pt x="9219" y="15992"/>
                  <a:pt x="8433" y="21220"/>
                </a:cubicBezTo>
                <a:cubicBezTo>
                  <a:pt x="7632" y="26405"/>
                  <a:pt x="8258" y="30614"/>
                  <a:pt x="10355" y="33848"/>
                </a:cubicBezTo>
                <a:cubicBezTo>
                  <a:pt x="12409" y="37154"/>
                  <a:pt x="15715" y="39091"/>
                  <a:pt x="20259" y="39834"/>
                </a:cubicBezTo>
                <a:cubicBezTo>
                  <a:pt x="22254" y="40110"/>
                  <a:pt x="24293" y="40169"/>
                  <a:pt x="26347" y="39936"/>
                </a:cubicBezTo>
                <a:cubicBezTo>
                  <a:pt x="28459" y="39659"/>
                  <a:pt x="30556" y="39149"/>
                  <a:pt x="32726" y="38348"/>
                </a:cubicBezTo>
                <a:lnTo>
                  <a:pt x="31692" y="44829"/>
                </a:lnTo>
                <a:cubicBezTo>
                  <a:pt x="29595" y="45455"/>
                  <a:pt x="27483" y="45805"/>
                  <a:pt x="25327" y="45965"/>
                </a:cubicBezTo>
                <a:cubicBezTo>
                  <a:pt x="23157" y="46082"/>
                  <a:pt x="20944" y="45965"/>
                  <a:pt x="18555" y="45630"/>
                </a:cubicBezTo>
                <a:cubicBezTo>
                  <a:pt x="12176" y="44611"/>
                  <a:pt x="7399" y="41814"/>
                  <a:pt x="4224" y="37212"/>
                </a:cubicBezTo>
                <a:cubicBezTo>
                  <a:pt x="1092" y="32610"/>
                  <a:pt x="0" y="26915"/>
                  <a:pt x="1092" y="20084"/>
                </a:cubicBezTo>
                <a:cubicBezTo>
                  <a:pt x="2170" y="13152"/>
                  <a:pt x="4894" y="7967"/>
                  <a:pt x="9336" y="4617"/>
                </a:cubicBezTo>
                <a:cubicBezTo>
                  <a:pt x="13720" y="1194"/>
                  <a:pt x="19298" y="0"/>
                  <a:pt x="25895" y="1034"/>
                </a:cubicBezTo>
                <a:cubicBezTo>
                  <a:pt x="28051" y="1369"/>
                  <a:pt x="30105" y="1937"/>
                  <a:pt x="32100" y="2680"/>
                </a:cubicBezTo>
                <a:cubicBezTo>
                  <a:pt x="34081" y="3423"/>
                  <a:pt x="35959" y="4384"/>
                  <a:pt x="37722" y="5578"/>
                </a:cubicBezTo>
                <a:close/>
                <a:moveTo>
                  <a:pt x="37722" y="55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054F1-A76F-436D-8920-15E02354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609" y="4055932"/>
            <a:ext cx="27366" cy="57850"/>
          </a:xfrm>
          <a:custGeom xmlns:a="http://schemas.openxmlformats.org/drawingml/2006/main">
            <a:pathLst>
              <a:path w="27366" h="57850">
                <a:moveTo>
                  <a:pt x="14841" y="1078"/>
                </a:moveTo>
                <a:lnTo>
                  <a:pt x="13021" y="13137"/>
                </a:lnTo>
                <a:lnTo>
                  <a:pt x="27366" y="15351"/>
                </a:lnTo>
                <a:lnTo>
                  <a:pt x="26565" y="20754"/>
                </a:lnTo>
                <a:lnTo>
                  <a:pt x="12176" y="18540"/>
                </a:lnTo>
                <a:lnTo>
                  <a:pt x="8593" y="41640"/>
                </a:lnTo>
                <a:cubicBezTo>
                  <a:pt x="8083" y="45106"/>
                  <a:pt x="8185" y="47378"/>
                  <a:pt x="8986" y="48529"/>
                </a:cubicBezTo>
                <a:cubicBezTo>
                  <a:pt x="9787" y="49665"/>
                  <a:pt x="11666" y="50451"/>
                  <a:pt x="14564" y="50917"/>
                </a:cubicBezTo>
                <a:lnTo>
                  <a:pt x="21730" y="51995"/>
                </a:lnTo>
                <a:lnTo>
                  <a:pt x="20827" y="57850"/>
                </a:lnTo>
                <a:lnTo>
                  <a:pt x="13647" y="56772"/>
                </a:lnTo>
                <a:cubicBezTo>
                  <a:pt x="8302" y="55913"/>
                  <a:pt x="4719" y="54325"/>
                  <a:pt x="2957" y="52053"/>
                </a:cubicBezTo>
                <a:cubicBezTo>
                  <a:pt x="1253" y="49723"/>
                  <a:pt x="801" y="45849"/>
                  <a:pt x="1588" y="40562"/>
                </a:cubicBezTo>
                <a:lnTo>
                  <a:pt x="5170" y="17463"/>
                </a:lnTo>
                <a:lnTo>
                  <a:pt x="0" y="16720"/>
                </a:lnTo>
                <a:lnTo>
                  <a:pt x="845" y="11258"/>
                </a:lnTo>
                <a:lnTo>
                  <a:pt x="5971" y="12059"/>
                </a:lnTo>
                <a:lnTo>
                  <a:pt x="7850" y="0"/>
                </a:lnTo>
                <a:lnTo>
                  <a:pt x="14841" y="1078"/>
                </a:lnTo>
                <a:close/>
                <a:moveTo>
                  <a:pt x="14841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D7CAE-462F-4A5C-A4F4-F2EF2AF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641" y="4056151"/>
            <a:ext cx="16050" cy="60136"/>
          </a:xfrm>
          <a:custGeom xmlns:a="http://schemas.openxmlformats.org/drawingml/2006/main">
            <a:pathLst>
              <a:path w="16050" h="60136">
                <a:moveTo>
                  <a:pt x="6554" y="16560"/>
                </a:moveTo>
                <a:lnTo>
                  <a:pt x="13545" y="17637"/>
                </a:lnTo>
                <a:lnTo>
                  <a:pt x="7005" y="60136"/>
                </a:lnTo>
                <a:lnTo>
                  <a:pt x="0" y="59059"/>
                </a:lnTo>
                <a:lnTo>
                  <a:pt x="6554" y="16560"/>
                </a:lnTo>
                <a:close/>
                <a:moveTo>
                  <a:pt x="9103" y="0"/>
                </a:moveTo>
                <a:lnTo>
                  <a:pt x="16050" y="1078"/>
                </a:lnTo>
                <a:lnTo>
                  <a:pt x="14681" y="9904"/>
                </a:lnTo>
                <a:lnTo>
                  <a:pt x="7748" y="8884"/>
                </a:lnTo>
                <a:lnTo>
                  <a:pt x="9103" y="0"/>
                </a:lnTo>
                <a:close/>
                <a:moveTo>
                  <a:pt x="91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7E051-8994-4476-A985-4354DE6B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409" y="4076585"/>
            <a:ext cx="41130" cy="46533"/>
          </a:xfrm>
          <a:custGeom xmlns:a="http://schemas.openxmlformats.org/drawingml/2006/main">
            <a:pathLst>
              <a:path w="41130" h="46533">
                <a:moveTo>
                  <a:pt x="23099" y="6874"/>
                </a:moveTo>
                <a:cubicBezTo>
                  <a:pt x="19342" y="6306"/>
                  <a:pt x="16166" y="7326"/>
                  <a:pt x="13545" y="9889"/>
                </a:cubicBezTo>
                <a:cubicBezTo>
                  <a:pt x="10923" y="12453"/>
                  <a:pt x="9219" y="16327"/>
                  <a:pt x="8418" y="21381"/>
                </a:cubicBezTo>
                <a:cubicBezTo>
                  <a:pt x="7632" y="26507"/>
                  <a:pt x="8083" y="30658"/>
                  <a:pt x="9787" y="33906"/>
                </a:cubicBezTo>
                <a:cubicBezTo>
                  <a:pt x="11550" y="37139"/>
                  <a:pt x="14288" y="39076"/>
                  <a:pt x="18031" y="39644"/>
                </a:cubicBezTo>
                <a:cubicBezTo>
                  <a:pt x="21730" y="40212"/>
                  <a:pt x="24920" y="39251"/>
                  <a:pt x="27541" y="36629"/>
                </a:cubicBezTo>
                <a:cubicBezTo>
                  <a:pt x="30148" y="34008"/>
                  <a:pt x="31867" y="30207"/>
                  <a:pt x="32653" y="25138"/>
                </a:cubicBezTo>
                <a:cubicBezTo>
                  <a:pt x="33454" y="20070"/>
                  <a:pt x="32945" y="15919"/>
                  <a:pt x="31241" y="12686"/>
                </a:cubicBezTo>
                <a:cubicBezTo>
                  <a:pt x="29537" y="9379"/>
                  <a:pt x="26798" y="7442"/>
                  <a:pt x="23099" y="6874"/>
                </a:cubicBezTo>
                <a:close/>
                <a:moveTo>
                  <a:pt x="24017" y="961"/>
                </a:moveTo>
                <a:cubicBezTo>
                  <a:pt x="30046" y="1864"/>
                  <a:pt x="34532" y="4602"/>
                  <a:pt x="37387" y="9088"/>
                </a:cubicBezTo>
                <a:cubicBezTo>
                  <a:pt x="40285" y="13589"/>
                  <a:pt x="41130" y="19283"/>
                  <a:pt x="40052" y="26274"/>
                </a:cubicBezTo>
                <a:cubicBezTo>
                  <a:pt x="39033" y="33221"/>
                  <a:pt x="36411" y="38450"/>
                  <a:pt x="32318" y="41858"/>
                </a:cubicBezTo>
                <a:cubicBezTo>
                  <a:pt x="28284" y="45281"/>
                  <a:pt x="23216" y="46533"/>
                  <a:pt x="17128" y="45616"/>
                </a:cubicBezTo>
                <a:cubicBezTo>
                  <a:pt x="11040" y="44654"/>
                  <a:pt x="6539" y="41916"/>
                  <a:pt x="3699" y="37430"/>
                </a:cubicBezTo>
                <a:cubicBezTo>
                  <a:pt x="859" y="32930"/>
                  <a:pt x="0" y="27250"/>
                  <a:pt x="1020" y="20245"/>
                </a:cubicBezTo>
                <a:cubicBezTo>
                  <a:pt x="2112" y="13312"/>
                  <a:pt x="4661" y="8069"/>
                  <a:pt x="8768" y="4661"/>
                </a:cubicBezTo>
                <a:cubicBezTo>
                  <a:pt x="12802" y="1238"/>
                  <a:pt x="17929" y="0"/>
                  <a:pt x="24017" y="961"/>
                </a:cubicBezTo>
                <a:close/>
                <a:moveTo>
                  <a:pt x="24017" y="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DF1F6-DFB1-407A-BD0B-6DFA07E5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545" y="4083284"/>
            <a:ext cx="40445" cy="48019"/>
          </a:xfrm>
          <a:custGeom xmlns:a="http://schemas.openxmlformats.org/drawingml/2006/main">
            <a:pathLst>
              <a:path w="40445" h="48019">
                <a:moveTo>
                  <a:pt x="39542" y="22371"/>
                </a:moveTo>
                <a:lnTo>
                  <a:pt x="35610" y="48019"/>
                </a:lnTo>
                <a:lnTo>
                  <a:pt x="28619" y="46941"/>
                </a:lnTo>
                <a:lnTo>
                  <a:pt x="32537" y="21512"/>
                </a:lnTo>
                <a:cubicBezTo>
                  <a:pt x="33163" y="17477"/>
                  <a:pt x="32828" y="14346"/>
                  <a:pt x="31576" y="12118"/>
                </a:cubicBezTo>
                <a:cubicBezTo>
                  <a:pt x="30265" y="9904"/>
                  <a:pt x="28109" y="8535"/>
                  <a:pt x="24978" y="8025"/>
                </a:cubicBezTo>
                <a:cubicBezTo>
                  <a:pt x="21162" y="7457"/>
                  <a:pt x="18031" y="8200"/>
                  <a:pt x="15467" y="10253"/>
                </a:cubicBezTo>
                <a:cubicBezTo>
                  <a:pt x="12919" y="12351"/>
                  <a:pt x="11317" y="15424"/>
                  <a:pt x="10690" y="19575"/>
                </a:cubicBezTo>
                <a:lnTo>
                  <a:pt x="6991" y="43649"/>
                </a:lnTo>
                <a:lnTo>
                  <a:pt x="0" y="42557"/>
                </a:lnTo>
                <a:lnTo>
                  <a:pt x="6539" y="0"/>
                </a:lnTo>
                <a:lnTo>
                  <a:pt x="13545" y="1092"/>
                </a:lnTo>
                <a:lnTo>
                  <a:pt x="12511" y="7748"/>
                </a:lnTo>
                <a:cubicBezTo>
                  <a:pt x="14623" y="5418"/>
                  <a:pt x="16836" y="3816"/>
                  <a:pt x="19283" y="2913"/>
                </a:cubicBezTo>
                <a:cubicBezTo>
                  <a:pt x="21788" y="1995"/>
                  <a:pt x="24468" y="1777"/>
                  <a:pt x="27425" y="2228"/>
                </a:cubicBezTo>
                <a:cubicBezTo>
                  <a:pt x="32318" y="2971"/>
                  <a:pt x="35785" y="5010"/>
                  <a:pt x="37838" y="8433"/>
                </a:cubicBezTo>
                <a:cubicBezTo>
                  <a:pt x="39877" y="11841"/>
                  <a:pt x="40445" y="16501"/>
                  <a:pt x="39542" y="22371"/>
                </a:cubicBezTo>
                <a:close/>
                <a:moveTo>
                  <a:pt x="39542" y="223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13D2D-C10F-447D-8BDB-35FE4E98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604" y="4025085"/>
            <a:ext cx="18264" cy="57748"/>
          </a:xfrm>
          <a:custGeom xmlns:a="http://schemas.openxmlformats.org/drawingml/2006/main">
            <a:pathLst>
              <a:path w="18264" h="57748">
                <a:moveTo>
                  <a:pt x="10647" y="0"/>
                </a:moveTo>
                <a:lnTo>
                  <a:pt x="18264" y="1427"/>
                </a:lnTo>
                <a:lnTo>
                  <a:pt x="7632" y="57748"/>
                </a:lnTo>
                <a:lnTo>
                  <a:pt x="0" y="56335"/>
                </a:lnTo>
                <a:lnTo>
                  <a:pt x="10647" y="0"/>
                </a:lnTo>
                <a:close/>
                <a:moveTo>
                  <a:pt x="106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F6EC8-B542-4607-88DC-1A4E625B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859" y="4043349"/>
            <a:ext cx="41305" cy="48936"/>
          </a:xfrm>
          <a:custGeom xmlns:a="http://schemas.openxmlformats.org/drawingml/2006/main">
            <a:pathLst>
              <a:path w="41305" h="48936">
                <a:moveTo>
                  <a:pt x="40227" y="23449"/>
                </a:moveTo>
                <a:lnTo>
                  <a:pt x="35391" y="48936"/>
                </a:lnTo>
                <a:lnTo>
                  <a:pt x="28444" y="47626"/>
                </a:lnTo>
                <a:lnTo>
                  <a:pt x="33221" y="22356"/>
                </a:lnTo>
                <a:cubicBezTo>
                  <a:pt x="33964" y="18380"/>
                  <a:pt x="33731" y="15191"/>
                  <a:pt x="32595" y="12919"/>
                </a:cubicBezTo>
                <a:cubicBezTo>
                  <a:pt x="31401" y="10647"/>
                  <a:pt x="29245" y="9219"/>
                  <a:pt x="26114" y="8651"/>
                </a:cubicBezTo>
                <a:cubicBezTo>
                  <a:pt x="22356" y="7908"/>
                  <a:pt x="19167" y="8535"/>
                  <a:pt x="16560" y="10530"/>
                </a:cubicBezTo>
                <a:cubicBezTo>
                  <a:pt x="13938" y="12525"/>
                  <a:pt x="12234" y="15598"/>
                  <a:pt x="11491" y="19691"/>
                </a:cubicBezTo>
                <a:lnTo>
                  <a:pt x="6933" y="43577"/>
                </a:lnTo>
                <a:lnTo>
                  <a:pt x="0" y="42280"/>
                </a:lnTo>
                <a:lnTo>
                  <a:pt x="7967" y="0"/>
                </a:lnTo>
                <a:lnTo>
                  <a:pt x="14958" y="1311"/>
                </a:lnTo>
                <a:lnTo>
                  <a:pt x="13705" y="7908"/>
                </a:lnTo>
                <a:cubicBezTo>
                  <a:pt x="15875" y="5636"/>
                  <a:pt x="18147" y="4107"/>
                  <a:pt x="20652" y="3306"/>
                </a:cubicBezTo>
                <a:cubicBezTo>
                  <a:pt x="23157" y="2447"/>
                  <a:pt x="25881" y="2330"/>
                  <a:pt x="28779" y="2898"/>
                </a:cubicBezTo>
                <a:cubicBezTo>
                  <a:pt x="33673" y="3816"/>
                  <a:pt x="37037" y="5971"/>
                  <a:pt x="38974" y="9452"/>
                </a:cubicBezTo>
                <a:cubicBezTo>
                  <a:pt x="40897" y="12919"/>
                  <a:pt x="41305" y="17579"/>
                  <a:pt x="40227" y="23449"/>
                </a:cubicBezTo>
                <a:close/>
                <a:moveTo>
                  <a:pt x="40227" y="234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38D94-19BF-4857-94FD-8793691B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275" y="4053194"/>
            <a:ext cx="37503" cy="46082"/>
          </a:xfrm>
          <a:custGeom xmlns:a="http://schemas.openxmlformats.org/drawingml/2006/main">
            <a:pathLst>
              <a:path w="37503" h="46082">
                <a:moveTo>
                  <a:pt x="37503" y="5797"/>
                </a:moveTo>
                <a:lnTo>
                  <a:pt x="36251" y="12351"/>
                </a:lnTo>
                <a:cubicBezTo>
                  <a:pt x="34474" y="10982"/>
                  <a:pt x="32610" y="9846"/>
                  <a:pt x="30556" y="8928"/>
                </a:cubicBezTo>
                <a:cubicBezTo>
                  <a:pt x="28561" y="8025"/>
                  <a:pt x="26405" y="7399"/>
                  <a:pt x="24133" y="6947"/>
                </a:cubicBezTo>
                <a:cubicBezTo>
                  <a:pt x="20711" y="6321"/>
                  <a:pt x="18045" y="6321"/>
                  <a:pt x="16108" y="7049"/>
                </a:cubicBezTo>
                <a:cubicBezTo>
                  <a:pt x="14171" y="7792"/>
                  <a:pt x="13035" y="9219"/>
                  <a:pt x="12627" y="11317"/>
                </a:cubicBezTo>
                <a:cubicBezTo>
                  <a:pt x="12292" y="12977"/>
                  <a:pt x="12686" y="14331"/>
                  <a:pt x="13778" y="15482"/>
                </a:cubicBezTo>
                <a:cubicBezTo>
                  <a:pt x="14797" y="16618"/>
                  <a:pt x="17128" y="17972"/>
                  <a:pt x="20711" y="19516"/>
                </a:cubicBezTo>
                <a:lnTo>
                  <a:pt x="22983" y="20478"/>
                </a:lnTo>
                <a:cubicBezTo>
                  <a:pt x="27716" y="22473"/>
                  <a:pt x="30891" y="24628"/>
                  <a:pt x="32610" y="26915"/>
                </a:cubicBezTo>
                <a:cubicBezTo>
                  <a:pt x="34372" y="29245"/>
                  <a:pt x="34882" y="32144"/>
                  <a:pt x="34197" y="35552"/>
                </a:cubicBezTo>
                <a:cubicBezTo>
                  <a:pt x="33454" y="39484"/>
                  <a:pt x="31357" y="42324"/>
                  <a:pt x="27818" y="44028"/>
                </a:cubicBezTo>
                <a:cubicBezTo>
                  <a:pt x="24235" y="45747"/>
                  <a:pt x="19749" y="46082"/>
                  <a:pt x="14346" y="45062"/>
                </a:cubicBezTo>
                <a:cubicBezTo>
                  <a:pt x="12059" y="44611"/>
                  <a:pt x="9729" y="43926"/>
                  <a:pt x="7399" y="43009"/>
                </a:cubicBezTo>
                <a:cubicBezTo>
                  <a:pt x="5010" y="42164"/>
                  <a:pt x="2563" y="40970"/>
                  <a:pt x="0" y="39601"/>
                </a:cubicBezTo>
                <a:lnTo>
                  <a:pt x="1369" y="32435"/>
                </a:lnTo>
                <a:cubicBezTo>
                  <a:pt x="3699" y="34255"/>
                  <a:pt x="6030" y="35726"/>
                  <a:pt x="8375" y="36862"/>
                </a:cubicBezTo>
                <a:cubicBezTo>
                  <a:pt x="10763" y="37998"/>
                  <a:pt x="13152" y="38800"/>
                  <a:pt x="15598" y="39251"/>
                </a:cubicBezTo>
                <a:cubicBezTo>
                  <a:pt x="18832" y="39877"/>
                  <a:pt x="21453" y="39761"/>
                  <a:pt x="23449" y="38974"/>
                </a:cubicBezTo>
                <a:cubicBezTo>
                  <a:pt x="25429" y="38232"/>
                  <a:pt x="26580" y="36804"/>
                  <a:pt x="26973" y="34765"/>
                </a:cubicBezTo>
                <a:cubicBezTo>
                  <a:pt x="27366" y="32886"/>
                  <a:pt x="26973" y="31284"/>
                  <a:pt x="25895" y="30046"/>
                </a:cubicBezTo>
                <a:cubicBezTo>
                  <a:pt x="24803" y="28837"/>
                  <a:pt x="22254" y="27308"/>
                  <a:pt x="18104" y="25604"/>
                </a:cubicBezTo>
                <a:lnTo>
                  <a:pt x="15759" y="24585"/>
                </a:lnTo>
                <a:cubicBezTo>
                  <a:pt x="11666" y="22808"/>
                  <a:pt x="8826" y="20885"/>
                  <a:pt x="7224" y="18599"/>
                </a:cubicBezTo>
                <a:cubicBezTo>
                  <a:pt x="5695" y="16385"/>
                  <a:pt x="5243" y="13661"/>
                  <a:pt x="5869" y="10355"/>
                </a:cubicBezTo>
                <a:cubicBezTo>
                  <a:pt x="6598" y="6379"/>
                  <a:pt x="8593" y="3583"/>
                  <a:pt x="11841" y="1995"/>
                </a:cubicBezTo>
                <a:cubicBezTo>
                  <a:pt x="15030" y="335"/>
                  <a:pt x="19240" y="0"/>
                  <a:pt x="24410" y="961"/>
                </a:cubicBezTo>
                <a:cubicBezTo>
                  <a:pt x="26973" y="1486"/>
                  <a:pt x="29362" y="2112"/>
                  <a:pt x="31576" y="2898"/>
                </a:cubicBezTo>
                <a:cubicBezTo>
                  <a:pt x="33746" y="3699"/>
                  <a:pt x="35726" y="4661"/>
                  <a:pt x="37503" y="5797"/>
                </a:cubicBezTo>
                <a:close/>
                <a:moveTo>
                  <a:pt x="37503" y="57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27522-05D7-4652-8719-900A237C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342" y="4043815"/>
            <a:ext cx="18045" cy="60020"/>
          </a:xfrm>
          <a:custGeom xmlns:a="http://schemas.openxmlformats.org/drawingml/2006/main">
            <a:pathLst>
              <a:path w="18045" h="60020">
                <a:moveTo>
                  <a:pt x="7967" y="16429"/>
                </a:moveTo>
                <a:lnTo>
                  <a:pt x="14914" y="17739"/>
                </a:lnTo>
                <a:lnTo>
                  <a:pt x="6947" y="60020"/>
                </a:lnTo>
                <a:lnTo>
                  <a:pt x="0" y="58709"/>
                </a:lnTo>
                <a:lnTo>
                  <a:pt x="7967" y="16429"/>
                </a:lnTo>
                <a:close/>
                <a:moveTo>
                  <a:pt x="11098" y="0"/>
                </a:moveTo>
                <a:lnTo>
                  <a:pt x="18045" y="1296"/>
                </a:lnTo>
                <a:lnTo>
                  <a:pt x="16385" y="10122"/>
                </a:lnTo>
                <a:lnTo>
                  <a:pt x="9452" y="8811"/>
                </a:lnTo>
                <a:lnTo>
                  <a:pt x="11098" y="0"/>
                </a:lnTo>
                <a:close/>
                <a:moveTo>
                  <a:pt x="110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C094E-8D12-4B59-8AB0-E429D766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286" y="4065035"/>
            <a:ext cx="43285" cy="61782"/>
          </a:xfrm>
          <a:custGeom xmlns:a="http://schemas.openxmlformats.org/drawingml/2006/main">
            <a:pathLst>
              <a:path w="43285" h="61782">
                <a:moveTo>
                  <a:pt x="32420" y="25196"/>
                </a:moveTo>
                <a:cubicBezTo>
                  <a:pt x="33396" y="20128"/>
                  <a:pt x="33047" y="16035"/>
                  <a:pt x="31517" y="12904"/>
                </a:cubicBezTo>
                <a:cubicBezTo>
                  <a:pt x="29974" y="9714"/>
                  <a:pt x="27308" y="7792"/>
                  <a:pt x="23551" y="7107"/>
                </a:cubicBezTo>
                <a:cubicBezTo>
                  <a:pt x="19851" y="6423"/>
                  <a:pt x="16720" y="7224"/>
                  <a:pt x="14113" y="9612"/>
                </a:cubicBezTo>
                <a:cubicBezTo>
                  <a:pt x="11491" y="12001"/>
                  <a:pt x="9729" y="15700"/>
                  <a:pt x="8753" y="20696"/>
                </a:cubicBezTo>
                <a:cubicBezTo>
                  <a:pt x="7850" y="25706"/>
                  <a:pt x="8127" y="29799"/>
                  <a:pt x="9671" y="32930"/>
                </a:cubicBezTo>
                <a:cubicBezTo>
                  <a:pt x="11258" y="36120"/>
                  <a:pt x="13880" y="38057"/>
                  <a:pt x="17579" y="38741"/>
                </a:cubicBezTo>
                <a:cubicBezTo>
                  <a:pt x="21337" y="39470"/>
                  <a:pt x="24512" y="38625"/>
                  <a:pt x="27133" y="36236"/>
                </a:cubicBezTo>
                <a:cubicBezTo>
                  <a:pt x="29697" y="33906"/>
                  <a:pt x="31459" y="30207"/>
                  <a:pt x="32420" y="25196"/>
                </a:cubicBezTo>
                <a:close/>
                <a:moveTo>
                  <a:pt x="36294" y="42892"/>
                </a:moveTo>
                <a:cubicBezTo>
                  <a:pt x="34925" y="50058"/>
                  <a:pt x="32318" y="55126"/>
                  <a:pt x="28444" y="58025"/>
                </a:cubicBezTo>
                <a:cubicBezTo>
                  <a:pt x="24570" y="60923"/>
                  <a:pt x="19400" y="61782"/>
                  <a:pt x="12802" y="60530"/>
                </a:cubicBezTo>
                <a:cubicBezTo>
                  <a:pt x="10355" y="60078"/>
                  <a:pt x="8083" y="59452"/>
                  <a:pt x="5971" y="58651"/>
                </a:cubicBezTo>
                <a:cubicBezTo>
                  <a:pt x="3860" y="57908"/>
                  <a:pt x="1879" y="56947"/>
                  <a:pt x="0" y="55811"/>
                </a:cubicBezTo>
                <a:lnTo>
                  <a:pt x="1253" y="49038"/>
                </a:lnTo>
                <a:cubicBezTo>
                  <a:pt x="3073" y="50509"/>
                  <a:pt x="4952" y="51704"/>
                  <a:pt x="6831" y="52621"/>
                </a:cubicBezTo>
                <a:cubicBezTo>
                  <a:pt x="8710" y="53524"/>
                  <a:pt x="10690" y="54150"/>
                  <a:pt x="12744" y="54558"/>
                </a:cubicBezTo>
                <a:cubicBezTo>
                  <a:pt x="17346" y="55403"/>
                  <a:pt x="20929" y="54893"/>
                  <a:pt x="23667" y="52956"/>
                </a:cubicBezTo>
                <a:cubicBezTo>
                  <a:pt x="26391" y="50975"/>
                  <a:pt x="28153" y="47611"/>
                  <a:pt x="29071" y="42834"/>
                </a:cubicBezTo>
                <a:lnTo>
                  <a:pt x="29755" y="39368"/>
                </a:lnTo>
                <a:cubicBezTo>
                  <a:pt x="27818" y="41581"/>
                  <a:pt x="25662" y="43111"/>
                  <a:pt x="23216" y="43912"/>
                </a:cubicBezTo>
                <a:cubicBezTo>
                  <a:pt x="20711" y="44713"/>
                  <a:pt x="17914" y="44829"/>
                  <a:pt x="14783" y="44261"/>
                </a:cubicBezTo>
                <a:cubicBezTo>
                  <a:pt x="9612" y="43285"/>
                  <a:pt x="5797" y="40504"/>
                  <a:pt x="3408" y="35945"/>
                </a:cubicBezTo>
                <a:cubicBezTo>
                  <a:pt x="961" y="31401"/>
                  <a:pt x="335" y="25881"/>
                  <a:pt x="1588" y="19342"/>
                </a:cubicBezTo>
                <a:cubicBezTo>
                  <a:pt x="2840" y="12788"/>
                  <a:pt x="5403" y="7908"/>
                  <a:pt x="9321" y="4544"/>
                </a:cubicBezTo>
                <a:cubicBezTo>
                  <a:pt x="13254" y="1194"/>
                  <a:pt x="17798" y="0"/>
                  <a:pt x="22983" y="961"/>
                </a:cubicBezTo>
                <a:cubicBezTo>
                  <a:pt x="26114" y="1529"/>
                  <a:pt x="28677" y="2665"/>
                  <a:pt x="30658" y="4311"/>
                </a:cubicBezTo>
                <a:cubicBezTo>
                  <a:pt x="32653" y="5971"/>
                  <a:pt x="34139" y="8185"/>
                  <a:pt x="35100" y="10967"/>
                </a:cubicBezTo>
                <a:lnTo>
                  <a:pt x="36353" y="4544"/>
                </a:lnTo>
                <a:lnTo>
                  <a:pt x="43285" y="5855"/>
                </a:lnTo>
                <a:lnTo>
                  <a:pt x="36294" y="42892"/>
                </a:lnTo>
                <a:close/>
                <a:moveTo>
                  <a:pt x="36294" y="428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17D08-1E7E-43E2-B755-3ABFAE7C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615" y="4057068"/>
            <a:ext cx="41290" cy="65423"/>
          </a:xfrm>
          <a:custGeom xmlns:a="http://schemas.openxmlformats.org/drawingml/2006/main">
            <a:pathLst>
              <a:path w="41290" h="65423">
                <a:moveTo>
                  <a:pt x="40212" y="39936"/>
                </a:moveTo>
                <a:lnTo>
                  <a:pt x="35377" y="65423"/>
                </a:lnTo>
                <a:lnTo>
                  <a:pt x="28444" y="64112"/>
                </a:lnTo>
                <a:lnTo>
                  <a:pt x="33221" y="38858"/>
                </a:lnTo>
                <a:cubicBezTo>
                  <a:pt x="33964" y="34809"/>
                  <a:pt x="33789" y="31678"/>
                  <a:pt x="32595" y="29406"/>
                </a:cubicBezTo>
                <a:cubicBezTo>
                  <a:pt x="31401" y="27133"/>
                  <a:pt x="29231" y="25706"/>
                  <a:pt x="26114" y="25080"/>
                </a:cubicBezTo>
                <a:cubicBezTo>
                  <a:pt x="22356" y="24395"/>
                  <a:pt x="19225" y="25022"/>
                  <a:pt x="16603" y="27017"/>
                </a:cubicBezTo>
                <a:cubicBezTo>
                  <a:pt x="13996" y="29012"/>
                  <a:pt x="12278" y="32027"/>
                  <a:pt x="11491" y="36178"/>
                </a:cubicBezTo>
                <a:lnTo>
                  <a:pt x="6991" y="60078"/>
                </a:lnTo>
                <a:lnTo>
                  <a:pt x="0" y="58709"/>
                </a:lnTo>
                <a:lnTo>
                  <a:pt x="11084" y="0"/>
                </a:lnTo>
                <a:lnTo>
                  <a:pt x="18089" y="1354"/>
                </a:lnTo>
                <a:lnTo>
                  <a:pt x="13705" y="24352"/>
                </a:lnTo>
                <a:cubicBezTo>
                  <a:pt x="15861" y="22123"/>
                  <a:pt x="18205" y="20594"/>
                  <a:pt x="20652" y="19793"/>
                </a:cubicBezTo>
                <a:cubicBezTo>
                  <a:pt x="23143" y="18934"/>
                  <a:pt x="25881" y="18832"/>
                  <a:pt x="28837" y="19342"/>
                </a:cubicBezTo>
                <a:cubicBezTo>
                  <a:pt x="33673" y="20303"/>
                  <a:pt x="37037" y="22473"/>
                  <a:pt x="38960" y="25939"/>
                </a:cubicBezTo>
                <a:cubicBezTo>
                  <a:pt x="40897" y="29406"/>
                  <a:pt x="41290" y="34081"/>
                  <a:pt x="40212" y="39936"/>
                </a:cubicBezTo>
                <a:close/>
                <a:moveTo>
                  <a:pt x="40212" y="399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B361D-E1ED-4E7E-ABC6-8C6962EF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358" y="4070832"/>
            <a:ext cx="27643" cy="58258"/>
          </a:xfrm>
          <a:custGeom xmlns:a="http://schemas.openxmlformats.org/drawingml/2006/main">
            <a:pathLst>
              <a:path w="27643" h="58258">
                <a:moveTo>
                  <a:pt x="15642" y="1311"/>
                </a:moveTo>
                <a:lnTo>
                  <a:pt x="13370" y="13312"/>
                </a:lnTo>
                <a:lnTo>
                  <a:pt x="27643" y="16050"/>
                </a:lnTo>
                <a:lnTo>
                  <a:pt x="26624" y="21395"/>
                </a:lnTo>
                <a:lnTo>
                  <a:pt x="12351" y="18715"/>
                </a:lnTo>
                <a:lnTo>
                  <a:pt x="8025" y="41640"/>
                </a:lnTo>
                <a:cubicBezTo>
                  <a:pt x="7340" y="45120"/>
                  <a:pt x="7399" y="47393"/>
                  <a:pt x="8141" y="48587"/>
                </a:cubicBezTo>
                <a:cubicBezTo>
                  <a:pt x="8928" y="49723"/>
                  <a:pt x="10749" y="50582"/>
                  <a:pt x="13647" y="51150"/>
                </a:cubicBezTo>
                <a:lnTo>
                  <a:pt x="20769" y="52461"/>
                </a:lnTo>
                <a:lnTo>
                  <a:pt x="19676" y="58258"/>
                </a:lnTo>
                <a:lnTo>
                  <a:pt x="12511" y="56947"/>
                </a:lnTo>
                <a:cubicBezTo>
                  <a:pt x="7166" y="55927"/>
                  <a:pt x="3641" y="54223"/>
                  <a:pt x="1995" y="51835"/>
                </a:cubicBezTo>
                <a:cubicBezTo>
                  <a:pt x="335" y="49446"/>
                  <a:pt x="0" y="45630"/>
                  <a:pt x="1020" y="40329"/>
                </a:cubicBezTo>
                <a:lnTo>
                  <a:pt x="5345" y="17404"/>
                </a:lnTo>
                <a:lnTo>
                  <a:pt x="277" y="16443"/>
                </a:lnTo>
                <a:lnTo>
                  <a:pt x="1253" y="11040"/>
                </a:lnTo>
                <a:lnTo>
                  <a:pt x="6365" y="12001"/>
                </a:lnTo>
                <a:lnTo>
                  <a:pt x="8651" y="0"/>
                </a:lnTo>
                <a:lnTo>
                  <a:pt x="15642" y="1311"/>
                </a:lnTo>
                <a:close/>
                <a:moveTo>
                  <a:pt x="15642" y="13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0355E-83B7-4F45-9436-D0EB9D32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5" y="4089154"/>
            <a:ext cx="37489" cy="46023"/>
          </a:xfrm>
          <a:custGeom xmlns:a="http://schemas.openxmlformats.org/drawingml/2006/main">
            <a:pathLst>
              <a:path w="37489" h="46023">
                <a:moveTo>
                  <a:pt x="37489" y="5738"/>
                </a:moveTo>
                <a:lnTo>
                  <a:pt x="36236" y="12336"/>
                </a:lnTo>
                <a:cubicBezTo>
                  <a:pt x="34474" y="10982"/>
                  <a:pt x="32595" y="9846"/>
                  <a:pt x="30556" y="8928"/>
                </a:cubicBezTo>
                <a:cubicBezTo>
                  <a:pt x="28561" y="8025"/>
                  <a:pt x="26405" y="7340"/>
                  <a:pt x="24119" y="6933"/>
                </a:cubicBezTo>
                <a:cubicBezTo>
                  <a:pt x="20711" y="6248"/>
                  <a:pt x="18031" y="6306"/>
                  <a:pt x="16108" y="7049"/>
                </a:cubicBezTo>
                <a:cubicBezTo>
                  <a:pt x="14171" y="7734"/>
                  <a:pt x="13035" y="9161"/>
                  <a:pt x="12627" y="11317"/>
                </a:cubicBezTo>
                <a:cubicBezTo>
                  <a:pt x="12292" y="12919"/>
                  <a:pt x="12686" y="14273"/>
                  <a:pt x="13720" y="15409"/>
                </a:cubicBezTo>
                <a:cubicBezTo>
                  <a:pt x="14797" y="16603"/>
                  <a:pt x="17128" y="17914"/>
                  <a:pt x="20652" y="19458"/>
                </a:cubicBezTo>
                <a:lnTo>
                  <a:pt x="22924" y="20419"/>
                </a:lnTo>
                <a:cubicBezTo>
                  <a:pt x="27701" y="22415"/>
                  <a:pt x="30891" y="24570"/>
                  <a:pt x="32595" y="26900"/>
                </a:cubicBezTo>
                <a:cubicBezTo>
                  <a:pt x="34314" y="29245"/>
                  <a:pt x="34882" y="32085"/>
                  <a:pt x="34197" y="35552"/>
                </a:cubicBezTo>
                <a:cubicBezTo>
                  <a:pt x="33454" y="39484"/>
                  <a:pt x="31343" y="42266"/>
                  <a:pt x="27760" y="43970"/>
                </a:cubicBezTo>
                <a:cubicBezTo>
                  <a:pt x="24235" y="45688"/>
                  <a:pt x="19749" y="46023"/>
                  <a:pt x="14331" y="45004"/>
                </a:cubicBezTo>
                <a:cubicBezTo>
                  <a:pt x="12059" y="44596"/>
                  <a:pt x="9729" y="43912"/>
                  <a:pt x="7399" y="43009"/>
                </a:cubicBezTo>
                <a:cubicBezTo>
                  <a:pt x="5010" y="42091"/>
                  <a:pt x="2563" y="40955"/>
                  <a:pt x="0" y="39542"/>
                </a:cubicBezTo>
                <a:lnTo>
                  <a:pt x="1369" y="32362"/>
                </a:lnTo>
                <a:cubicBezTo>
                  <a:pt x="3641" y="34183"/>
                  <a:pt x="6030" y="35668"/>
                  <a:pt x="8360" y="36804"/>
                </a:cubicBezTo>
                <a:cubicBezTo>
                  <a:pt x="10749" y="37940"/>
                  <a:pt x="13137" y="38741"/>
                  <a:pt x="15584" y="39193"/>
                </a:cubicBezTo>
                <a:cubicBezTo>
                  <a:pt x="18832" y="39819"/>
                  <a:pt x="21453" y="39761"/>
                  <a:pt x="23434" y="38974"/>
                </a:cubicBezTo>
                <a:cubicBezTo>
                  <a:pt x="25429" y="38173"/>
                  <a:pt x="26565" y="36746"/>
                  <a:pt x="26973" y="34707"/>
                </a:cubicBezTo>
                <a:cubicBezTo>
                  <a:pt x="27308" y="32828"/>
                  <a:pt x="26973" y="31284"/>
                  <a:pt x="25881" y="30032"/>
                </a:cubicBezTo>
                <a:cubicBezTo>
                  <a:pt x="24803" y="28779"/>
                  <a:pt x="22196" y="27308"/>
                  <a:pt x="18089" y="25546"/>
                </a:cubicBezTo>
                <a:lnTo>
                  <a:pt x="15759" y="24512"/>
                </a:lnTo>
                <a:cubicBezTo>
                  <a:pt x="11666" y="22808"/>
                  <a:pt x="8826" y="20813"/>
                  <a:pt x="7224" y="18599"/>
                </a:cubicBezTo>
                <a:cubicBezTo>
                  <a:pt x="5695" y="16327"/>
                  <a:pt x="5229" y="13589"/>
                  <a:pt x="5811" y="10355"/>
                </a:cubicBezTo>
                <a:cubicBezTo>
                  <a:pt x="6598" y="6365"/>
                  <a:pt x="8593" y="3583"/>
                  <a:pt x="11783" y="1937"/>
                </a:cubicBezTo>
                <a:cubicBezTo>
                  <a:pt x="15016" y="277"/>
                  <a:pt x="19225" y="0"/>
                  <a:pt x="24410" y="961"/>
                </a:cubicBezTo>
                <a:cubicBezTo>
                  <a:pt x="26973" y="1413"/>
                  <a:pt x="29362" y="2097"/>
                  <a:pt x="31517" y="2898"/>
                </a:cubicBezTo>
                <a:cubicBezTo>
                  <a:pt x="33731" y="3699"/>
                  <a:pt x="35726" y="4661"/>
                  <a:pt x="37489" y="5738"/>
                </a:cubicBezTo>
                <a:close/>
                <a:moveTo>
                  <a:pt x="37489" y="57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0F49B-932C-407A-9AF5-FDF94D56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335" y="4081245"/>
            <a:ext cx="71351" cy="67127"/>
          </a:xfrm>
          <a:custGeom xmlns:a="http://schemas.openxmlformats.org/drawingml/2006/main">
            <a:pathLst>
              <a:path w="71351" h="67127">
                <a:moveTo>
                  <a:pt x="0" y="0"/>
                </a:moveTo>
                <a:lnTo>
                  <a:pt x="7690" y="1413"/>
                </a:lnTo>
                <a:lnTo>
                  <a:pt x="10530" y="51310"/>
                </a:lnTo>
                <a:lnTo>
                  <a:pt x="31357" y="5913"/>
                </a:lnTo>
                <a:lnTo>
                  <a:pt x="39950" y="7501"/>
                </a:lnTo>
                <a:lnTo>
                  <a:pt x="42790" y="57398"/>
                </a:lnTo>
                <a:lnTo>
                  <a:pt x="63617" y="12001"/>
                </a:lnTo>
                <a:lnTo>
                  <a:pt x="71351" y="13428"/>
                </a:lnTo>
                <a:lnTo>
                  <a:pt x="46548" y="67127"/>
                </a:lnTo>
                <a:lnTo>
                  <a:pt x="36935" y="65307"/>
                </a:lnTo>
                <a:lnTo>
                  <a:pt x="34314" y="14157"/>
                </a:lnTo>
                <a:lnTo>
                  <a:pt x="13035" y="60821"/>
                </a:lnTo>
                <a:lnTo>
                  <a:pt x="3481" y="590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46BAE-AD9B-40D1-ACFD-7B9EBA6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797" y="4110884"/>
            <a:ext cx="39936" cy="47334"/>
          </a:xfrm>
          <a:custGeom xmlns:a="http://schemas.openxmlformats.org/drawingml/2006/main">
            <a:pathLst>
              <a:path w="39936" h="47334">
                <a:moveTo>
                  <a:pt x="24352" y="23434"/>
                </a:moveTo>
                <a:cubicBezTo>
                  <a:pt x="18715" y="22415"/>
                  <a:pt x="14681" y="22298"/>
                  <a:pt x="12292" y="23157"/>
                </a:cubicBezTo>
                <a:cubicBezTo>
                  <a:pt x="9904" y="24060"/>
                  <a:pt x="8418" y="26056"/>
                  <a:pt x="7792" y="29129"/>
                </a:cubicBezTo>
                <a:cubicBezTo>
                  <a:pt x="7340" y="31576"/>
                  <a:pt x="7792" y="33731"/>
                  <a:pt x="9161" y="35450"/>
                </a:cubicBezTo>
                <a:cubicBezTo>
                  <a:pt x="10472" y="37212"/>
                  <a:pt x="12569" y="38348"/>
                  <a:pt x="15365" y="38858"/>
                </a:cubicBezTo>
                <a:cubicBezTo>
                  <a:pt x="19225" y="39601"/>
                  <a:pt x="22531" y="38800"/>
                  <a:pt x="25371" y="36527"/>
                </a:cubicBezTo>
                <a:cubicBezTo>
                  <a:pt x="28226" y="34255"/>
                  <a:pt x="30105" y="30833"/>
                  <a:pt x="30949" y="26347"/>
                </a:cubicBezTo>
                <a:lnTo>
                  <a:pt x="31241" y="24745"/>
                </a:lnTo>
                <a:lnTo>
                  <a:pt x="24352" y="23434"/>
                </a:lnTo>
                <a:close/>
                <a:moveTo>
                  <a:pt x="38741" y="23216"/>
                </a:moveTo>
                <a:lnTo>
                  <a:pt x="34139" y="47334"/>
                </a:lnTo>
                <a:lnTo>
                  <a:pt x="27192" y="46023"/>
                </a:lnTo>
                <a:lnTo>
                  <a:pt x="28444" y="39601"/>
                </a:lnTo>
                <a:cubicBezTo>
                  <a:pt x="26347" y="41873"/>
                  <a:pt x="24017" y="43358"/>
                  <a:pt x="21453" y="44145"/>
                </a:cubicBezTo>
                <a:cubicBezTo>
                  <a:pt x="18832" y="44946"/>
                  <a:pt x="15817" y="45004"/>
                  <a:pt x="12409" y="44378"/>
                </a:cubicBezTo>
                <a:cubicBezTo>
                  <a:pt x="8083" y="43518"/>
                  <a:pt x="4835" y="41640"/>
                  <a:pt x="2796" y="38741"/>
                </a:cubicBezTo>
                <a:cubicBezTo>
                  <a:pt x="685" y="35843"/>
                  <a:pt x="0" y="32377"/>
                  <a:pt x="801" y="28269"/>
                </a:cubicBezTo>
                <a:cubicBezTo>
                  <a:pt x="1646" y="23492"/>
                  <a:pt x="3932" y="20259"/>
                  <a:pt x="7573" y="18439"/>
                </a:cubicBezTo>
                <a:cubicBezTo>
                  <a:pt x="11215" y="16618"/>
                  <a:pt x="16210" y="16327"/>
                  <a:pt x="22531" y="17521"/>
                </a:cubicBezTo>
                <a:lnTo>
                  <a:pt x="32260" y="19342"/>
                </a:lnTo>
                <a:lnTo>
                  <a:pt x="32377" y="18657"/>
                </a:lnTo>
                <a:cubicBezTo>
                  <a:pt x="33003" y="15467"/>
                  <a:pt x="32435" y="12802"/>
                  <a:pt x="30673" y="10632"/>
                </a:cubicBezTo>
                <a:cubicBezTo>
                  <a:pt x="28852" y="8476"/>
                  <a:pt x="26056" y="7049"/>
                  <a:pt x="22298" y="6365"/>
                </a:cubicBezTo>
                <a:cubicBezTo>
                  <a:pt x="19851" y="5913"/>
                  <a:pt x="17463" y="5753"/>
                  <a:pt x="15074" y="5855"/>
                </a:cubicBezTo>
                <a:cubicBezTo>
                  <a:pt x="12627" y="6030"/>
                  <a:pt x="10297" y="6481"/>
                  <a:pt x="7967" y="7224"/>
                </a:cubicBezTo>
                <a:lnTo>
                  <a:pt x="9161" y="801"/>
                </a:lnTo>
                <a:cubicBezTo>
                  <a:pt x="11899" y="335"/>
                  <a:pt x="14506" y="58"/>
                  <a:pt x="17011" y="0"/>
                </a:cubicBezTo>
                <a:cubicBezTo>
                  <a:pt x="19458" y="0"/>
                  <a:pt x="21847" y="175"/>
                  <a:pt x="24119" y="626"/>
                </a:cubicBezTo>
                <a:cubicBezTo>
                  <a:pt x="30207" y="1762"/>
                  <a:pt x="34474" y="4209"/>
                  <a:pt x="36921" y="7967"/>
                </a:cubicBezTo>
                <a:cubicBezTo>
                  <a:pt x="39309" y="11666"/>
                  <a:pt x="39936" y="16778"/>
                  <a:pt x="38741" y="23216"/>
                </a:cubicBezTo>
                <a:close/>
                <a:moveTo>
                  <a:pt x="38741" y="232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18569-ACF8-4D75-8A0A-7C2DC091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267" y="4102174"/>
            <a:ext cx="18045" cy="60020"/>
          </a:xfrm>
          <a:custGeom xmlns:a="http://schemas.openxmlformats.org/drawingml/2006/main">
            <a:pathLst>
              <a:path w="18045" h="60020">
                <a:moveTo>
                  <a:pt x="11098" y="0"/>
                </a:moveTo>
                <a:lnTo>
                  <a:pt x="18045" y="1311"/>
                </a:lnTo>
                <a:lnTo>
                  <a:pt x="6947" y="60020"/>
                </a:lnTo>
                <a:lnTo>
                  <a:pt x="0" y="58724"/>
                </a:lnTo>
                <a:lnTo>
                  <a:pt x="11098" y="0"/>
                </a:lnTo>
                <a:close/>
                <a:moveTo>
                  <a:pt x="110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E010A-F4D8-4C27-A248-F7618B92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721" y="4106281"/>
            <a:ext cx="18031" cy="60020"/>
          </a:xfrm>
          <a:custGeom xmlns:a="http://schemas.openxmlformats.org/drawingml/2006/main">
            <a:pathLst>
              <a:path w="18031" h="60020">
                <a:moveTo>
                  <a:pt x="11098" y="0"/>
                </a:moveTo>
                <a:lnTo>
                  <a:pt x="18031" y="1296"/>
                </a:lnTo>
                <a:lnTo>
                  <a:pt x="6933" y="60020"/>
                </a:lnTo>
                <a:lnTo>
                  <a:pt x="0" y="58709"/>
                </a:lnTo>
                <a:lnTo>
                  <a:pt x="11098" y="0"/>
                </a:lnTo>
                <a:close/>
                <a:moveTo>
                  <a:pt x="110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97F74-1F52-4673-9934-609B304A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825" y="4127895"/>
            <a:ext cx="42047" cy="46533"/>
          </a:xfrm>
          <a:custGeom xmlns:a="http://schemas.openxmlformats.org/drawingml/2006/main">
            <a:pathLst>
              <a:path w="42047" h="46533">
                <a:moveTo>
                  <a:pt x="40853" y="25094"/>
                </a:moveTo>
                <a:lnTo>
                  <a:pt x="40227" y="28503"/>
                </a:lnTo>
                <a:lnTo>
                  <a:pt x="8258" y="22473"/>
                </a:lnTo>
                <a:cubicBezTo>
                  <a:pt x="7675" y="27308"/>
                  <a:pt x="8418" y="31226"/>
                  <a:pt x="10530" y="34197"/>
                </a:cubicBezTo>
                <a:cubicBezTo>
                  <a:pt x="12627" y="37212"/>
                  <a:pt x="15992" y="39135"/>
                  <a:pt x="20594" y="39994"/>
                </a:cubicBezTo>
                <a:cubicBezTo>
                  <a:pt x="23274" y="40504"/>
                  <a:pt x="25881" y="40678"/>
                  <a:pt x="28561" y="40445"/>
                </a:cubicBezTo>
                <a:cubicBezTo>
                  <a:pt x="31182" y="40285"/>
                  <a:pt x="33848" y="39761"/>
                  <a:pt x="36527" y="38916"/>
                </a:cubicBezTo>
                <a:lnTo>
                  <a:pt x="35333" y="45514"/>
                </a:lnTo>
                <a:cubicBezTo>
                  <a:pt x="32595" y="46082"/>
                  <a:pt x="29930" y="46417"/>
                  <a:pt x="27192" y="46475"/>
                </a:cubicBezTo>
                <a:cubicBezTo>
                  <a:pt x="24468" y="46533"/>
                  <a:pt x="21730" y="46315"/>
                  <a:pt x="19065" y="45790"/>
                </a:cubicBezTo>
                <a:cubicBezTo>
                  <a:pt x="12351" y="44552"/>
                  <a:pt x="7340" y="41523"/>
                  <a:pt x="4151" y="36921"/>
                </a:cubicBezTo>
                <a:cubicBezTo>
                  <a:pt x="976" y="32202"/>
                  <a:pt x="0" y="26507"/>
                  <a:pt x="1253" y="19851"/>
                </a:cubicBezTo>
                <a:cubicBezTo>
                  <a:pt x="2563" y="12919"/>
                  <a:pt x="5462" y="7792"/>
                  <a:pt x="9962" y="4442"/>
                </a:cubicBezTo>
                <a:cubicBezTo>
                  <a:pt x="14506" y="1078"/>
                  <a:pt x="19910" y="0"/>
                  <a:pt x="26230" y="1194"/>
                </a:cubicBezTo>
                <a:cubicBezTo>
                  <a:pt x="31925" y="2272"/>
                  <a:pt x="36076" y="4952"/>
                  <a:pt x="38683" y="9219"/>
                </a:cubicBezTo>
                <a:cubicBezTo>
                  <a:pt x="41305" y="13545"/>
                  <a:pt x="42047" y="18832"/>
                  <a:pt x="40853" y="25094"/>
                </a:cubicBezTo>
                <a:close/>
                <a:moveTo>
                  <a:pt x="34314" y="21730"/>
                </a:moveTo>
                <a:cubicBezTo>
                  <a:pt x="34940" y="17914"/>
                  <a:pt x="34474" y="14739"/>
                  <a:pt x="32828" y="12059"/>
                </a:cubicBezTo>
                <a:cubicBezTo>
                  <a:pt x="31182" y="9379"/>
                  <a:pt x="28619" y="7734"/>
                  <a:pt x="25211" y="7107"/>
                </a:cubicBezTo>
                <a:cubicBezTo>
                  <a:pt x="21337" y="6365"/>
                  <a:pt x="18031" y="6889"/>
                  <a:pt x="15307" y="8651"/>
                </a:cubicBezTo>
                <a:cubicBezTo>
                  <a:pt x="12569" y="10355"/>
                  <a:pt x="10647" y="13195"/>
                  <a:pt x="9511" y="17128"/>
                </a:cubicBezTo>
                <a:lnTo>
                  <a:pt x="34314" y="21730"/>
                </a:lnTo>
                <a:close/>
                <a:moveTo>
                  <a:pt x="34314" y="217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82211-C49F-42E6-9598-C71B9E73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271" y="4123744"/>
            <a:ext cx="27643" cy="58258"/>
          </a:xfrm>
          <a:custGeom xmlns:a="http://schemas.openxmlformats.org/drawingml/2006/main">
            <a:pathLst>
              <a:path w="27643" h="58258">
                <a:moveTo>
                  <a:pt x="15584" y="1311"/>
                </a:moveTo>
                <a:lnTo>
                  <a:pt x="13312" y="13312"/>
                </a:lnTo>
                <a:lnTo>
                  <a:pt x="27643" y="15977"/>
                </a:lnTo>
                <a:lnTo>
                  <a:pt x="26624" y="21395"/>
                </a:lnTo>
                <a:lnTo>
                  <a:pt x="12278" y="18715"/>
                </a:lnTo>
                <a:lnTo>
                  <a:pt x="7967" y="41640"/>
                </a:lnTo>
                <a:cubicBezTo>
                  <a:pt x="7340" y="45106"/>
                  <a:pt x="7399" y="47393"/>
                  <a:pt x="8127" y="48529"/>
                </a:cubicBezTo>
                <a:cubicBezTo>
                  <a:pt x="8870" y="49723"/>
                  <a:pt x="10690" y="50568"/>
                  <a:pt x="13589" y="51092"/>
                </a:cubicBezTo>
                <a:lnTo>
                  <a:pt x="20754" y="52446"/>
                </a:lnTo>
                <a:lnTo>
                  <a:pt x="19618" y="58258"/>
                </a:lnTo>
                <a:lnTo>
                  <a:pt x="12511" y="56947"/>
                </a:lnTo>
                <a:cubicBezTo>
                  <a:pt x="7166" y="55927"/>
                  <a:pt x="3641" y="54209"/>
                  <a:pt x="1981" y="51820"/>
                </a:cubicBezTo>
                <a:cubicBezTo>
                  <a:pt x="335" y="49432"/>
                  <a:pt x="0" y="45630"/>
                  <a:pt x="1020" y="40329"/>
                </a:cubicBezTo>
                <a:lnTo>
                  <a:pt x="5345" y="17404"/>
                </a:lnTo>
                <a:lnTo>
                  <a:pt x="218" y="16443"/>
                </a:lnTo>
                <a:lnTo>
                  <a:pt x="1253" y="11040"/>
                </a:lnTo>
                <a:lnTo>
                  <a:pt x="6365" y="12001"/>
                </a:lnTo>
                <a:lnTo>
                  <a:pt x="8637" y="0"/>
                </a:lnTo>
                <a:lnTo>
                  <a:pt x="15584" y="1311"/>
                </a:lnTo>
                <a:close/>
                <a:moveTo>
                  <a:pt x="15584" y="13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ABD15-82F4-470D-AEAB-3A0F8987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318" y="4008991"/>
            <a:ext cx="20084" cy="57631"/>
          </a:xfrm>
          <a:custGeom xmlns:a="http://schemas.openxmlformats.org/drawingml/2006/main">
            <a:pathLst>
              <a:path w="20084" h="57631">
                <a:moveTo>
                  <a:pt x="12511" y="0"/>
                </a:moveTo>
                <a:lnTo>
                  <a:pt x="20084" y="1646"/>
                </a:lnTo>
                <a:lnTo>
                  <a:pt x="7559" y="57631"/>
                </a:lnTo>
                <a:lnTo>
                  <a:pt x="0" y="55927"/>
                </a:lnTo>
                <a:lnTo>
                  <a:pt x="12511" y="0"/>
                </a:lnTo>
                <a:close/>
                <a:moveTo>
                  <a:pt x="125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560D3-22A7-430B-9862-68E3773A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383" y="4027881"/>
            <a:ext cx="42106" cy="49898"/>
          </a:xfrm>
          <a:custGeom xmlns:a="http://schemas.openxmlformats.org/drawingml/2006/main">
            <a:pathLst>
              <a:path w="42106" h="49898">
                <a:moveTo>
                  <a:pt x="40795" y="24512"/>
                </a:moveTo>
                <a:lnTo>
                  <a:pt x="35158" y="49898"/>
                </a:lnTo>
                <a:lnTo>
                  <a:pt x="28226" y="48354"/>
                </a:lnTo>
                <a:lnTo>
                  <a:pt x="33862" y="23216"/>
                </a:lnTo>
                <a:cubicBezTo>
                  <a:pt x="34765" y="19225"/>
                  <a:pt x="34649" y="16094"/>
                  <a:pt x="33571" y="13763"/>
                </a:cubicBezTo>
                <a:cubicBezTo>
                  <a:pt x="32435" y="11491"/>
                  <a:pt x="30323" y="9947"/>
                  <a:pt x="27250" y="9263"/>
                </a:cubicBezTo>
                <a:cubicBezTo>
                  <a:pt x="23507" y="8418"/>
                  <a:pt x="20317" y="8928"/>
                  <a:pt x="17637" y="10865"/>
                </a:cubicBezTo>
                <a:cubicBezTo>
                  <a:pt x="14972" y="12744"/>
                  <a:pt x="13152" y="15700"/>
                  <a:pt x="12234" y="19851"/>
                </a:cubicBezTo>
                <a:lnTo>
                  <a:pt x="6889" y="43518"/>
                </a:lnTo>
                <a:lnTo>
                  <a:pt x="0" y="41989"/>
                </a:lnTo>
                <a:lnTo>
                  <a:pt x="9394" y="0"/>
                </a:lnTo>
                <a:lnTo>
                  <a:pt x="16327" y="1588"/>
                </a:lnTo>
                <a:lnTo>
                  <a:pt x="14856" y="8069"/>
                </a:lnTo>
                <a:cubicBezTo>
                  <a:pt x="17069" y="5971"/>
                  <a:pt x="19458" y="4486"/>
                  <a:pt x="21963" y="3758"/>
                </a:cubicBezTo>
                <a:cubicBezTo>
                  <a:pt x="24468" y="3015"/>
                  <a:pt x="27206" y="2957"/>
                  <a:pt x="30163" y="3641"/>
                </a:cubicBezTo>
                <a:cubicBezTo>
                  <a:pt x="34940" y="4719"/>
                  <a:pt x="38232" y="6991"/>
                  <a:pt x="40052" y="10515"/>
                </a:cubicBezTo>
                <a:cubicBezTo>
                  <a:pt x="41873" y="14098"/>
                  <a:pt x="42106" y="18774"/>
                  <a:pt x="40795" y="24512"/>
                </a:cubicBezTo>
                <a:close/>
                <a:moveTo>
                  <a:pt x="40795" y="245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89B0A-2D9B-40A3-9CF5-624E705A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523" y="4039707"/>
            <a:ext cx="38639" cy="46023"/>
          </a:xfrm>
          <a:custGeom xmlns:a="http://schemas.openxmlformats.org/drawingml/2006/main">
            <a:pathLst>
              <a:path w="38639" h="46023">
                <a:moveTo>
                  <a:pt x="38639" y="6437"/>
                </a:moveTo>
                <a:lnTo>
                  <a:pt x="37154" y="12919"/>
                </a:lnTo>
                <a:cubicBezTo>
                  <a:pt x="35450" y="11491"/>
                  <a:pt x="33571" y="10297"/>
                  <a:pt x="31576" y="9336"/>
                </a:cubicBezTo>
                <a:cubicBezTo>
                  <a:pt x="29639" y="8360"/>
                  <a:pt x="27483" y="7632"/>
                  <a:pt x="25269" y="7122"/>
                </a:cubicBezTo>
                <a:cubicBezTo>
                  <a:pt x="21847" y="6321"/>
                  <a:pt x="19181" y="6263"/>
                  <a:pt x="17186" y="6947"/>
                </a:cubicBezTo>
                <a:cubicBezTo>
                  <a:pt x="15249" y="7632"/>
                  <a:pt x="14055" y="8986"/>
                  <a:pt x="13603" y="11098"/>
                </a:cubicBezTo>
                <a:cubicBezTo>
                  <a:pt x="13210" y="12686"/>
                  <a:pt x="13545" y="14113"/>
                  <a:pt x="14564" y="15249"/>
                </a:cubicBezTo>
                <a:cubicBezTo>
                  <a:pt x="15598" y="16443"/>
                  <a:pt x="17871" y="17871"/>
                  <a:pt x="21395" y="19516"/>
                </a:cubicBezTo>
                <a:lnTo>
                  <a:pt x="23609" y="20594"/>
                </a:lnTo>
                <a:cubicBezTo>
                  <a:pt x="28284" y="22764"/>
                  <a:pt x="31415" y="24978"/>
                  <a:pt x="33061" y="27366"/>
                </a:cubicBezTo>
                <a:cubicBezTo>
                  <a:pt x="34707" y="29755"/>
                  <a:pt x="35100" y="32653"/>
                  <a:pt x="34372" y="36076"/>
                </a:cubicBezTo>
                <a:cubicBezTo>
                  <a:pt x="33454" y="39936"/>
                  <a:pt x="31241" y="42732"/>
                  <a:pt x="27658" y="44261"/>
                </a:cubicBezTo>
                <a:cubicBezTo>
                  <a:pt x="24075" y="45863"/>
                  <a:pt x="19575" y="46023"/>
                  <a:pt x="14171" y="44829"/>
                </a:cubicBezTo>
                <a:cubicBezTo>
                  <a:pt x="11899" y="44319"/>
                  <a:pt x="9612" y="43577"/>
                  <a:pt x="7282" y="42615"/>
                </a:cubicBezTo>
                <a:cubicBezTo>
                  <a:pt x="4952" y="41596"/>
                  <a:pt x="2505" y="40402"/>
                  <a:pt x="0" y="38916"/>
                </a:cubicBezTo>
                <a:lnTo>
                  <a:pt x="1602" y="31809"/>
                </a:lnTo>
                <a:cubicBezTo>
                  <a:pt x="3874" y="33687"/>
                  <a:pt x="6146" y="35217"/>
                  <a:pt x="8476" y="36469"/>
                </a:cubicBezTo>
                <a:cubicBezTo>
                  <a:pt x="10807" y="37664"/>
                  <a:pt x="13210" y="38581"/>
                  <a:pt x="15598" y="39091"/>
                </a:cubicBezTo>
                <a:cubicBezTo>
                  <a:pt x="18832" y="39834"/>
                  <a:pt x="21453" y="39834"/>
                  <a:pt x="23449" y="39091"/>
                </a:cubicBezTo>
                <a:cubicBezTo>
                  <a:pt x="25429" y="38406"/>
                  <a:pt x="26682" y="37037"/>
                  <a:pt x="27148" y="34998"/>
                </a:cubicBezTo>
                <a:cubicBezTo>
                  <a:pt x="27541" y="33119"/>
                  <a:pt x="27250" y="31576"/>
                  <a:pt x="26230" y="30265"/>
                </a:cubicBezTo>
                <a:cubicBezTo>
                  <a:pt x="25211" y="28969"/>
                  <a:pt x="22648" y="27425"/>
                  <a:pt x="18555" y="25488"/>
                </a:cubicBezTo>
                <a:lnTo>
                  <a:pt x="16283" y="24410"/>
                </a:lnTo>
                <a:cubicBezTo>
                  <a:pt x="12234" y="22531"/>
                  <a:pt x="9452" y="20478"/>
                  <a:pt x="7967" y="18205"/>
                </a:cubicBezTo>
                <a:cubicBezTo>
                  <a:pt x="6496" y="15933"/>
                  <a:pt x="6088" y="13152"/>
                  <a:pt x="6831" y="9904"/>
                </a:cubicBezTo>
                <a:cubicBezTo>
                  <a:pt x="7748" y="5971"/>
                  <a:pt x="9787" y="3248"/>
                  <a:pt x="13093" y="1704"/>
                </a:cubicBezTo>
                <a:cubicBezTo>
                  <a:pt x="16385" y="175"/>
                  <a:pt x="20594" y="0"/>
                  <a:pt x="25721" y="1136"/>
                </a:cubicBezTo>
                <a:cubicBezTo>
                  <a:pt x="28284" y="1704"/>
                  <a:pt x="30614" y="2447"/>
                  <a:pt x="32770" y="3306"/>
                </a:cubicBezTo>
                <a:cubicBezTo>
                  <a:pt x="34940" y="4209"/>
                  <a:pt x="36921" y="5243"/>
                  <a:pt x="38639" y="6437"/>
                </a:cubicBezTo>
                <a:close/>
                <a:moveTo>
                  <a:pt x="38639" y="64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9D1A1-11F0-4D9C-8EA5-4548A9E4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255" y="4031522"/>
            <a:ext cx="19968" cy="59845"/>
          </a:xfrm>
          <a:custGeom xmlns:a="http://schemas.openxmlformats.org/drawingml/2006/main">
            <a:pathLst>
              <a:path w="19968" h="59845">
                <a:moveTo>
                  <a:pt x="9379" y="16327"/>
                </a:moveTo>
                <a:lnTo>
                  <a:pt x="16327" y="17856"/>
                </a:lnTo>
                <a:lnTo>
                  <a:pt x="6889" y="59845"/>
                </a:lnTo>
                <a:lnTo>
                  <a:pt x="0" y="58316"/>
                </a:lnTo>
                <a:lnTo>
                  <a:pt x="9379" y="16327"/>
                </a:lnTo>
                <a:close/>
                <a:moveTo>
                  <a:pt x="13079" y="0"/>
                </a:moveTo>
                <a:lnTo>
                  <a:pt x="19968" y="1529"/>
                </a:lnTo>
                <a:lnTo>
                  <a:pt x="18031" y="10297"/>
                </a:lnTo>
                <a:lnTo>
                  <a:pt x="11098" y="8695"/>
                </a:lnTo>
                <a:lnTo>
                  <a:pt x="13079" y="0"/>
                </a:lnTo>
                <a:close/>
                <a:moveTo>
                  <a:pt x="1307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AF27A-B5B6-4E4F-9C64-87D56DB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558" y="4053646"/>
            <a:ext cx="44946" cy="61782"/>
          </a:xfrm>
          <a:custGeom xmlns:a="http://schemas.openxmlformats.org/drawingml/2006/main">
            <a:pathLst>
              <a:path w="44946" h="61782">
                <a:moveTo>
                  <a:pt x="33454" y="25662"/>
                </a:moveTo>
                <a:cubicBezTo>
                  <a:pt x="34547" y="20652"/>
                  <a:pt x="34430" y="16560"/>
                  <a:pt x="32945" y="13370"/>
                </a:cubicBezTo>
                <a:cubicBezTo>
                  <a:pt x="31517" y="10181"/>
                  <a:pt x="28969" y="8141"/>
                  <a:pt x="25211" y="7282"/>
                </a:cubicBezTo>
                <a:cubicBezTo>
                  <a:pt x="21512" y="6496"/>
                  <a:pt x="18322" y="7224"/>
                  <a:pt x="15657" y="9511"/>
                </a:cubicBezTo>
                <a:cubicBezTo>
                  <a:pt x="12977" y="11783"/>
                  <a:pt x="11098" y="15424"/>
                  <a:pt x="9962" y="20434"/>
                </a:cubicBezTo>
                <a:cubicBezTo>
                  <a:pt x="8826" y="25371"/>
                  <a:pt x="9001" y="29478"/>
                  <a:pt x="10472" y="32653"/>
                </a:cubicBezTo>
                <a:cubicBezTo>
                  <a:pt x="11899" y="35901"/>
                  <a:pt x="14462" y="37897"/>
                  <a:pt x="18162" y="38741"/>
                </a:cubicBezTo>
                <a:cubicBezTo>
                  <a:pt x="21847" y="39601"/>
                  <a:pt x="25094" y="38858"/>
                  <a:pt x="27774" y="36586"/>
                </a:cubicBezTo>
                <a:cubicBezTo>
                  <a:pt x="30440" y="34255"/>
                  <a:pt x="32318" y="30673"/>
                  <a:pt x="33454" y="25662"/>
                </a:cubicBezTo>
                <a:close/>
                <a:moveTo>
                  <a:pt x="36702" y="43475"/>
                </a:moveTo>
                <a:cubicBezTo>
                  <a:pt x="35115" y="50640"/>
                  <a:pt x="32318" y="55592"/>
                  <a:pt x="28342" y="58374"/>
                </a:cubicBezTo>
                <a:cubicBezTo>
                  <a:pt x="24410" y="61156"/>
                  <a:pt x="19181" y="61782"/>
                  <a:pt x="12642" y="60311"/>
                </a:cubicBezTo>
                <a:cubicBezTo>
                  <a:pt x="10195" y="59801"/>
                  <a:pt x="7908" y="59059"/>
                  <a:pt x="5869" y="58258"/>
                </a:cubicBezTo>
                <a:cubicBezTo>
                  <a:pt x="3816" y="57413"/>
                  <a:pt x="1821" y="56379"/>
                  <a:pt x="0" y="55184"/>
                </a:cubicBezTo>
                <a:lnTo>
                  <a:pt x="1486" y="48470"/>
                </a:lnTo>
                <a:cubicBezTo>
                  <a:pt x="3248" y="50014"/>
                  <a:pt x="5068" y="51267"/>
                  <a:pt x="6947" y="52228"/>
                </a:cubicBezTo>
                <a:cubicBezTo>
                  <a:pt x="8826" y="53204"/>
                  <a:pt x="10763" y="53932"/>
                  <a:pt x="12802" y="54398"/>
                </a:cubicBezTo>
                <a:cubicBezTo>
                  <a:pt x="17302" y="55418"/>
                  <a:pt x="20944" y="54966"/>
                  <a:pt x="23725" y="53145"/>
                </a:cubicBezTo>
                <a:cubicBezTo>
                  <a:pt x="26522" y="51267"/>
                  <a:pt x="28459" y="47961"/>
                  <a:pt x="29537" y="43183"/>
                </a:cubicBezTo>
                <a:lnTo>
                  <a:pt x="30279" y="39775"/>
                </a:lnTo>
                <a:cubicBezTo>
                  <a:pt x="28284" y="41931"/>
                  <a:pt x="26070" y="43358"/>
                  <a:pt x="23565" y="44101"/>
                </a:cubicBezTo>
                <a:cubicBezTo>
                  <a:pt x="21060" y="44829"/>
                  <a:pt x="18264" y="44829"/>
                  <a:pt x="15191" y="44159"/>
                </a:cubicBezTo>
                <a:cubicBezTo>
                  <a:pt x="10020" y="42950"/>
                  <a:pt x="6321" y="40110"/>
                  <a:pt x="4049" y="35450"/>
                </a:cubicBezTo>
                <a:cubicBezTo>
                  <a:pt x="1777" y="30833"/>
                  <a:pt x="1369" y="25269"/>
                  <a:pt x="2855" y="18774"/>
                </a:cubicBezTo>
                <a:cubicBezTo>
                  <a:pt x="4267" y="12292"/>
                  <a:pt x="7005" y="7457"/>
                  <a:pt x="11040" y="4267"/>
                </a:cubicBezTo>
                <a:cubicBezTo>
                  <a:pt x="15089" y="1034"/>
                  <a:pt x="19691" y="0"/>
                  <a:pt x="24818" y="1136"/>
                </a:cubicBezTo>
                <a:cubicBezTo>
                  <a:pt x="27935" y="1879"/>
                  <a:pt x="30440" y="3073"/>
                  <a:pt x="32377" y="4777"/>
                </a:cubicBezTo>
                <a:cubicBezTo>
                  <a:pt x="34314" y="6496"/>
                  <a:pt x="35741" y="8768"/>
                  <a:pt x="36586" y="11550"/>
                </a:cubicBezTo>
                <a:lnTo>
                  <a:pt x="38071" y="5185"/>
                </a:lnTo>
                <a:lnTo>
                  <a:pt x="44946" y="6714"/>
                </a:lnTo>
                <a:lnTo>
                  <a:pt x="36702" y="43475"/>
                </a:lnTo>
                <a:close/>
                <a:moveTo>
                  <a:pt x="36702" y="434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3878A-E97C-4729-9020-7FE9639C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004" y="4047164"/>
            <a:ext cx="42164" cy="66224"/>
          </a:xfrm>
          <a:custGeom xmlns:a="http://schemas.openxmlformats.org/drawingml/2006/main">
            <a:pathLst>
              <a:path w="42164" h="66224">
                <a:moveTo>
                  <a:pt x="40853" y="40853"/>
                </a:moveTo>
                <a:lnTo>
                  <a:pt x="35158" y="66224"/>
                </a:lnTo>
                <a:lnTo>
                  <a:pt x="28269" y="64622"/>
                </a:lnTo>
                <a:lnTo>
                  <a:pt x="33906" y="39542"/>
                </a:lnTo>
                <a:cubicBezTo>
                  <a:pt x="34823" y="35552"/>
                  <a:pt x="34707" y="32435"/>
                  <a:pt x="33571" y="30090"/>
                </a:cubicBezTo>
                <a:cubicBezTo>
                  <a:pt x="32479" y="27760"/>
                  <a:pt x="30381" y="26289"/>
                  <a:pt x="27250" y="25604"/>
                </a:cubicBezTo>
                <a:cubicBezTo>
                  <a:pt x="23551" y="24745"/>
                  <a:pt x="20361" y="25255"/>
                  <a:pt x="17696" y="27192"/>
                </a:cubicBezTo>
                <a:cubicBezTo>
                  <a:pt x="14958" y="29071"/>
                  <a:pt x="13195" y="32027"/>
                  <a:pt x="12292" y="36120"/>
                </a:cubicBezTo>
                <a:lnTo>
                  <a:pt x="6947" y="59845"/>
                </a:lnTo>
                <a:lnTo>
                  <a:pt x="0" y="58316"/>
                </a:lnTo>
                <a:lnTo>
                  <a:pt x="13079" y="0"/>
                </a:lnTo>
                <a:lnTo>
                  <a:pt x="20026" y="1529"/>
                </a:lnTo>
                <a:lnTo>
                  <a:pt x="14899" y="24410"/>
                </a:lnTo>
                <a:cubicBezTo>
                  <a:pt x="17128" y="22240"/>
                  <a:pt x="19458" y="20827"/>
                  <a:pt x="22021" y="20084"/>
                </a:cubicBezTo>
                <a:cubicBezTo>
                  <a:pt x="24526" y="19342"/>
                  <a:pt x="27250" y="19283"/>
                  <a:pt x="30148" y="19910"/>
                </a:cubicBezTo>
                <a:cubicBezTo>
                  <a:pt x="34984" y="20987"/>
                  <a:pt x="38290" y="23332"/>
                  <a:pt x="40110" y="26857"/>
                </a:cubicBezTo>
                <a:cubicBezTo>
                  <a:pt x="41873" y="30381"/>
                  <a:pt x="42164" y="35042"/>
                  <a:pt x="40853" y="40853"/>
                </a:cubicBezTo>
                <a:close/>
                <a:moveTo>
                  <a:pt x="40853" y="408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10EAD-49E9-463E-A11C-A71486F0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746" y="4062530"/>
            <a:ext cx="28619" cy="58651"/>
          </a:xfrm>
          <a:custGeom xmlns:a="http://schemas.openxmlformats.org/drawingml/2006/main">
            <a:pathLst>
              <a:path w="28619" h="58651">
                <a:moveTo>
                  <a:pt x="17069" y="1588"/>
                </a:moveTo>
                <a:lnTo>
                  <a:pt x="14404" y="13472"/>
                </a:lnTo>
                <a:lnTo>
                  <a:pt x="28619" y="16662"/>
                </a:lnTo>
                <a:lnTo>
                  <a:pt x="27425" y="22007"/>
                </a:lnTo>
                <a:lnTo>
                  <a:pt x="13210" y="18832"/>
                </a:lnTo>
                <a:lnTo>
                  <a:pt x="8083" y="41640"/>
                </a:lnTo>
                <a:cubicBezTo>
                  <a:pt x="7340" y="45048"/>
                  <a:pt x="7282" y="47334"/>
                  <a:pt x="8025" y="48529"/>
                </a:cubicBezTo>
                <a:cubicBezTo>
                  <a:pt x="8710" y="49723"/>
                  <a:pt x="10530" y="50626"/>
                  <a:pt x="13428" y="51252"/>
                </a:cubicBezTo>
                <a:lnTo>
                  <a:pt x="20492" y="52854"/>
                </a:lnTo>
                <a:lnTo>
                  <a:pt x="19181" y="58651"/>
                </a:lnTo>
                <a:lnTo>
                  <a:pt x="12118" y="57063"/>
                </a:lnTo>
                <a:cubicBezTo>
                  <a:pt x="6772" y="55869"/>
                  <a:pt x="3364" y="54048"/>
                  <a:pt x="1762" y="51602"/>
                </a:cubicBezTo>
                <a:cubicBezTo>
                  <a:pt x="175" y="49155"/>
                  <a:pt x="0" y="45339"/>
                  <a:pt x="1136" y="40052"/>
                </a:cubicBezTo>
                <a:lnTo>
                  <a:pt x="6263" y="17288"/>
                </a:lnTo>
                <a:lnTo>
                  <a:pt x="1194" y="16152"/>
                </a:lnTo>
                <a:lnTo>
                  <a:pt x="2389" y="10807"/>
                </a:lnTo>
                <a:lnTo>
                  <a:pt x="7457" y="11943"/>
                </a:lnTo>
                <a:lnTo>
                  <a:pt x="10137" y="0"/>
                </a:lnTo>
                <a:lnTo>
                  <a:pt x="17069" y="1588"/>
                </a:lnTo>
                <a:close/>
                <a:moveTo>
                  <a:pt x="17069" y="15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8623C-9C77-49EE-940C-BDB03601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292" y="4082032"/>
            <a:ext cx="38581" cy="46096"/>
          </a:xfrm>
          <a:custGeom xmlns:a="http://schemas.openxmlformats.org/drawingml/2006/main">
            <a:pathLst>
              <a:path w="38581" h="46096">
                <a:moveTo>
                  <a:pt x="38581" y="6437"/>
                </a:moveTo>
                <a:lnTo>
                  <a:pt x="37154" y="12977"/>
                </a:lnTo>
                <a:cubicBezTo>
                  <a:pt x="35450" y="11506"/>
                  <a:pt x="33571" y="10312"/>
                  <a:pt x="31576" y="9336"/>
                </a:cubicBezTo>
                <a:cubicBezTo>
                  <a:pt x="29580" y="8375"/>
                  <a:pt x="27483" y="7632"/>
                  <a:pt x="25211" y="7122"/>
                </a:cubicBezTo>
                <a:cubicBezTo>
                  <a:pt x="21788" y="6379"/>
                  <a:pt x="19123" y="6321"/>
                  <a:pt x="17186" y="7005"/>
                </a:cubicBezTo>
                <a:cubicBezTo>
                  <a:pt x="15249" y="7632"/>
                  <a:pt x="13996" y="9059"/>
                  <a:pt x="13545" y="11098"/>
                </a:cubicBezTo>
                <a:cubicBezTo>
                  <a:pt x="13210" y="12758"/>
                  <a:pt x="13545" y="14113"/>
                  <a:pt x="14506" y="15307"/>
                </a:cubicBezTo>
                <a:cubicBezTo>
                  <a:pt x="15540" y="16501"/>
                  <a:pt x="17812" y="17929"/>
                  <a:pt x="21337" y="19575"/>
                </a:cubicBezTo>
                <a:lnTo>
                  <a:pt x="23551" y="20609"/>
                </a:lnTo>
                <a:cubicBezTo>
                  <a:pt x="28226" y="22764"/>
                  <a:pt x="31415" y="25036"/>
                  <a:pt x="33003" y="27366"/>
                </a:cubicBezTo>
                <a:cubicBezTo>
                  <a:pt x="34649" y="29755"/>
                  <a:pt x="35100" y="32668"/>
                  <a:pt x="34314" y="36076"/>
                </a:cubicBezTo>
                <a:cubicBezTo>
                  <a:pt x="33454" y="40008"/>
                  <a:pt x="31182" y="42732"/>
                  <a:pt x="27600" y="44319"/>
                </a:cubicBezTo>
                <a:cubicBezTo>
                  <a:pt x="24017" y="45922"/>
                  <a:pt x="19516" y="46096"/>
                  <a:pt x="14113" y="44902"/>
                </a:cubicBezTo>
                <a:cubicBezTo>
                  <a:pt x="11899" y="44378"/>
                  <a:pt x="9569" y="43649"/>
                  <a:pt x="7224" y="42615"/>
                </a:cubicBezTo>
                <a:cubicBezTo>
                  <a:pt x="4894" y="41654"/>
                  <a:pt x="2505" y="40402"/>
                  <a:pt x="0" y="38916"/>
                </a:cubicBezTo>
                <a:lnTo>
                  <a:pt x="1602" y="31809"/>
                </a:lnTo>
                <a:cubicBezTo>
                  <a:pt x="3816" y="33746"/>
                  <a:pt x="6146" y="35275"/>
                  <a:pt x="8418" y="36469"/>
                </a:cubicBezTo>
                <a:cubicBezTo>
                  <a:pt x="10763" y="37722"/>
                  <a:pt x="13152" y="38581"/>
                  <a:pt x="15598" y="39149"/>
                </a:cubicBezTo>
                <a:cubicBezTo>
                  <a:pt x="18832" y="39834"/>
                  <a:pt x="21453" y="39892"/>
                  <a:pt x="23449" y="39149"/>
                </a:cubicBezTo>
                <a:cubicBezTo>
                  <a:pt x="25429" y="38406"/>
                  <a:pt x="26624" y="37037"/>
                  <a:pt x="27090" y="35056"/>
                </a:cubicBezTo>
                <a:cubicBezTo>
                  <a:pt x="27541" y="33178"/>
                  <a:pt x="27192" y="31576"/>
                  <a:pt x="26172" y="30279"/>
                </a:cubicBezTo>
                <a:cubicBezTo>
                  <a:pt x="25153" y="29027"/>
                  <a:pt x="22589" y="27425"/>
                  <a:pt x="18555" y="25546"/>
                </a:cubicBezTo>
                <a:lnTo>
                  <a:pt x="16268" y="24468"/>
                </a:lnTo>
                <a:cubicBezTo>
                  <a:pt x="12176" y="22589"/>
                  <a:pt x="9394" y="20550"/>
                  <a:pt x="7908" y="18205"/>
                </a:cubicBezTo>
                <a:cubicBezTo>
                  <a:pt x="6437" y="15933"/>
                  <a:pt x="6088" y="13210"/>
                  <a:pt x="6831" y="9904"/>
                </a:cubicBezTo>
                <a:cubicBezTo>
                  <a:pt x="7690" y="5986"/>
                  <a:pt x="9787" y="3248"/>
                  <a:pt x="13035" y="1719"/>
                </a:cubicBezTo>
                <a:cubicBezTo>
                  <a:pt x="16327" y="233"/>
                  <a:pt x="20536" y="0"/>
                  <a:pt x="25721" y="1209"/>
                </a:cubicBezTo>
                <a:cubicBezTo>
                  <a:pt x="28226" y="1777"/>
                  <a:pt x="30614" y="2505"/>
                  <a:pt x="32770" y="3364"/>
                </a:cubicBezTo>
                <a:cubicBezTo>
                  <a:pt x="34940" y="4224"/>
                  <a:pt x="36862" y="5243"/>
                  <a:pt x="38581" y="6437"/>
                </a:cubicBezTo>
                <a:close/>
                <a:moveTo>
                  <a:pt x="38581" y="64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650D5-DA92-40AA-BCDE-F7C9891B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35" y="4078798"/>
            <a:ext cx="52446" cy="60923"/>
          </a:xfrm>
          <a:custGeom xmlns:a="http://schemas.openxmlformats.org/drawingml/2006/main">
            <a:pathLst>
              <a:path w="52446" h="60923">
                <a:moveTo>
                  <a:pt x="52446" y="11200"/>
                </a:moveTo>
                <a:lnTo>
                  <a:pt x="50626" y="19167"/>
                </a:lnTo>
                <a:cubicBezTo>
                  <a:pt x="48645" y="16210"/>
                  <a:pt x="46300" y="13880"/>
                  <a:pt x="43693" y="12059"/>
                </a:cubicBezTo>
                <a:cubicBezTo>
                  <a:pt x="41072" y="10239"/>
                  <a:pt x="38115" y="8928"/>
                  <a:pt x="34867" y="8185"/>
                </a:cubicBezTo>
                <a:cubicBezTo>
                  <a:pt x="28503" y="6772"/>
                  <a:pt x="23157" y="7617"/>
                  <a:pt x="18890" y="10807"/>
                </a:cubicBezTo>
                <a:cubicBezTo>
                  <a:pt x="14623" y="13938"/>
                  <a:pt x="11652" y="19225"/>
                  <a:pt x="9947" y="26565"/>
                </a:cubicBezTo>
                <a:cubicBezTo>
                  <a:pt x="8302" y="33964"/>
                  <a:pt x="8753" y="39994"/>
                  <a:pt x="11258" y="44654"/>
                </a:cubicBezTo>
                <a:cubicBezTo>
                  <a:pt x="13822" y="49330"/>
                  <a:pt x="18264" y="52403"/>
                  <a:pt x="24628" y="53815"/>
                </a:cubicBezTo>
                <a:cubicBezTo>
                  <a:pt x="27876" y="54558"/>
                  <a:pt x="31110" y="54675"/>
                  <a:pt x="34241" y="54107"/>
                </a:cubicBezTo>
                <a:cubicBezTo>
                  <a:pt x="37372" y="53597"/>
                  <a:pt x="40504" y="52446"/>
                  <a:pt x="43577" y="50626"/>
                </a:cubicBezTo>
                <a:lnTo>
                  <a:pt x="41814" y="58534"/>
                </a:lnTo>
                <a:cubicBezTo>
                  <a:pt x="38741" y="59729"/>
                  <a:pt x="35668" y="60471"/>
                  <a:pt x="32479" y="60704"/>
                </a:cubicBezTo>
                <a:cubicBezTo>
                  <a:pt x="29347" y="60923"/>
                  <a:pt x="26114" y="60704"/>
                  <a:pt x="22808" y="59962"/>
                </a:cubicBezTo>
                <a:cubicBezTo>
                  <a:pt x="14331" y="58025"/>
                  <a:pt x="8243" y="53932"/>
                  <a:pt x="4544" y="47669"/>
                </a:cubicBezTo>
                <a:cubicBezTo>
                  <a:pt x="845" y="41421"/>
                  <a:pt x="0" y="33789"/>
                  <a:pt x="1981" y="24803"/>
                </a:cubicBezTo>
                <a:cubicBezTo>
                  <a:pt x="4034" y="15817"/>
                  <a:pt x="8010" y="9278"/>
                  <a:pt x="14055" y="5170"/>
                </a:cubicBezTo>
                <a:cubicBezTo>
                  <a:pt x="20084" y="1078"/>
                  <a:pt x="27366" y="0"/>
                  <a:pt x="35843" y="1879"/>
                </a:cubicBezTo>
                <a:cubicBezTo>
                  <a:pt x="39193" y="2622"/>
                  <a:pt x="42208" y="3816"/>
                  <a:pt x="45004" y="5345"/>
                </a:cubicBezTo>
                <a:cubicBezTo>
                  <a:pt x="47728" y="6874"/>
                  <a:pt x="50233" y="8870"/>
                  <a:pt x="52446" y="11200"/>
                </a:cubicBezTo>
                <a:close/>
                <a:moveTo>
                  <a:pt x="52446" y="112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675AC-167C-4BAB-84EE-51097784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723" y="4103543"/>
            <a:ext cx="41596" cy="46708"/>
          </a:xfrm>
          <a:custGeom xmlns:a="http://schemas.openxmlformats.org/drawingml/2006/main">
            <a:pathLst>
              <a:path w="41596" h="46708">
                <a:moveTo>
                  <a:pt x="24410" y="7166"/>
                </a:moveTo>
                <a:cubicBezTo>
                  <a:pt x="20769" y="6321"/>
                  <a:pt x="17477" y="7107"/>
                  <a:pt x="14681" y="9496"/>
                </a:cubicBezTo>
                <a:cubicBezTo>
                  <a:pt x="11899" y="11943"/>
                  <a:pt x="9962" y="15642"/>
                  <a:pt x="8826" y="20652"/>
                </a:cubicBezTo>
                <a:cubicBezTo>
                  <a:pt x="7690" y="25662"/>
                  <a:pt x="7850" y="29872"/>
                  <a:pt x="9336" y="33221"/>
                </a:cubicBezTo>
                <a:cubicBezTo>
                  <a:pt x="10865" y="36586"/>
                  <a:pt x="13428" y="38683"/>
                  <a:pt x="17186" y="39542"/>
                </a:cubicBezTo>
                <a:cubicBezTo>
                  <a:pt x="20827" y="40343"/>
                  <a:pt x="24075" y="39601"/>
                  <a:pt x="26857" y="37154"/>
                </a:cubicBezTo>
                <a:cubicBezTo>
                  <a:pt x="29697" y="34765"/>
                  <a:pt x="31634" y="31008"/>
                  <a:pt x="32770" y="26056"/>
                </a:cubicBezTo>
                <a:cubicBezTo>
                  <a:pt x="33862" y="21046"/>
                  <a:pt x="33687" y="16895"/>
                  <a:pt x="32202" y="13487"/>
                </a:cubicBezTo>
                <a:cubicBezTo>
                  <a:pt x="30673" y="10064"/>
                  <a:pt x="28109" y="7967"/>
                  <a:pt x="24410" y="7166"/>
                </a:cubicBezTo>
                <a:close/>
                <a:moveTo>
                  <a:pt x="25721" y="1311"/>
                </a:moveTo>
                <a:cubicBezTo>
                  <a:pt x="31750" y="2680"/>
                  <a:pt x="36018" y="5695"/>
                  <a:pt x="38581" y="10355"/>
                </a:cubicBezTo>
                <a:cubicBezTo>
                  <a:pt x="41144" y="15016"/>
                  <a:pt x="41596" y="20769"/>
                  <a:pt x="40052" y="27658"/>
                </a:cubicBezTo>
                <a:cubicBezTo>
                  <a:pt x="38523" y="34532"/>
                  <a:pt x="35625" y="39542"/>
                  <a:pt x="31299" y="42674"/>
                </a:cubicBezTo>
                <a:cubicBezTo>
                  <a:pt x="27032" y="45863"/>
                  <a:pt x="21847" y="46708"/>
                  <a:pt x="15875" y="45397"/>
                </a:cubicBezTo>
                <a:cubicBezTo>
                  <a:pt x="9846" y="44028"/>
                  <a:pt x="5578" y="41013"/>
                  <a:pt x="3015" y="36353"/>
                </a:cubicBezTo>
                <a:cubicBezTo>
                  <a:pt x="524" y="31692"/>
                  <a:pt x="0" y="25881"/>
                  <a:pt x="1544" y="19065"/>
                </a:cubicBezTo>
                <a:cubicBezTo>
                  <a:pt x="3073" y="12118"/>
                  <a:pt x="5971" y="7107"/>
                  <a:pt x="10297" y="3976"/>
                </a:cubicBezTo>
                <a:cubicBezTo>
                  <a:pt x="14564" y="859"/>
                  <a:pt x="19749" y="0"/>
                  <a:pt x="25721" y="1311"/>
                </a:cubicBezTo>
                <a:close/>
                <a:moveTo>
                  <a:pt x="25721" y="13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0B344-5599-4311-8F7C-DE3D26C1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271" y="4112704"/>
            <a:ext cx="68205" cy="55694"/>
          </a:xfrm>
          <a:custGeom xmlns:a="http://schemas.openxmlformats.org/drawingml/2006/main">
            <a:pathLst>
              <a:path w="68205" h="55694">
                <a:moveTo>
                  <a:pt x="40504" y="15467"/>
                </a:moveTo>
                <a:cubicBezTo>
                  <a:pt x="42950" y="12744"/>
                  <a:pt x="45514" y="10923"/>
                  <a:pt x="48237" y="9962"/>
                </a:cubicBezTo>
                <a:cubicBezTo>
                  <a:pt x="50975" y="9044"/>
                  <a:pt x="53990" y="8928"/>
                  <a:pt x="57223" y="9671"/>
                </a:cubicBezTo>
                <a:cubicBezTo>
                  <a:pt x="61607" y="10632"/>
                  <a:pt x="64622" y="12977"/>
                  <a:pt x="66326" y="16560"/>
                </a:cubicBezTo>
                <a:cubicBezTo>
                  <a:pt x="67987" y="20143"/>
                  <a:pt x="68205" y="24745"/>
                  <a:pt x="66953" y="30381"/>
                </a:cubicBezTo>
                <a:lnTo>
                  <a:pt x="61272" y="55694"/>
                </a:lnTo>
                <a:lnTo>
                  <a:pt x="54325" y="54165"/>
                </a:lnTo>
                <a:lnTo>
                  <a:pt x="59962" y="29071"/>
                </a:lnTo>
                <a:cubicBezTo>
                  <a:pt x="60865" y="25036"/>
                  <a:pt x="60806" y="21905"/>
                  <a:pt x="59845" y="19633"/>
                </a:cubicBezTo>
                <a:cubicBezTo>
                  <a:pt x="58826" y="17346"/>
                  <a:pt x="56889" y="15875"/>
                  <a:pt x="53990" y="15249"/>
                </a:cubicBezTo>
                <a:cubicBezTo>
                  <a:pt x="50407" y="14448"/>
                  <a:pt x="47276" y="15016"/>
                  <a:pt x="44713" y="16895"/>
                </a:cubicBezTo>
                <a:cubicBezTo>
                  <a:pt x="42091" y="18774"/>
                  <a:pt x="40329" y="21788"/>
                  <a:pt x="39426" y="25881"/>
                </a:cubicBezTo>
                <a:lnTo>
                  <a:pt x="34081" y="49606"/>
                </a:lnTo>
                <a:lnTo>
                  <a:pt x="27133" y="48077"/>
                </a:lnTo>
                <a:lnTo>
                  <a:pt x="32770" y="22983"/>
                </a:lnTo>
                <a:cubicBezTo>
                  <a:pt x="33673" y="18890"/>
                  <a:pt x="33673" y="15759"/>
                  <a:pt x="32653" y="13487"/>
                </a:cubicBezTo>
                <a:cubicBezTo>
                  <a:pt x="31678" y="11258"/>
                  <a:pt x="29697" y="9787"/>
                  <a:pt x="26740" y="9103"/>
                </a:cubicBezTo>
                <a:cubicBezTo>
                  <a:pt x="23201" y="8360"/>
                  <a:pt x="20128" y="8870"/>
                  <a:pt x="17521" y="10807"/>
                </a:cubicBezTo>
                <a:cubicBezTo>
                  <a:pt x="14899" y="12744"/>
                  <a:pt x="13137" y="15700"/>
                  <a:pt x="12234" y="19793"/>
                </a:cubicBezTo>
                <a:lnTo>
                  <a:pt x="6933" y="43518"/>
                </a:lnTo>
                <a:lnTo>
                  <a:pt x="0" y="41989"/>
                </a:lnTo>
                <a:lnTo>
                  <a:pt x="9379" y="0"/>
                </a:lnTo>
                <a:lnTo>
                  <a:pt x="16327" y="1529"/>
                </a:lnTo>
                <a:lnTo>
                  <a:pt x="14841" y="8083"/>
                </a:lnTo>
                <a:cubicBezTo>
                  <a:pt x="17011" y="5855"/>
                  <a:pt x="19342" y="4384"/>
                  <a:pt x="21788" y="3641"/>
                </a:cubicBezTo>
                <a:cubicBezTo>
                  <a:pt x="24293" y="2898"/>
                  <a:pt x="27017" y="2898"/>
                  <a:pt x="30032" y="3583"/>
                </a:cubicBezTo>
                <a:cubicBezTo>
                  <a:pt x="33105" y="4267"/>
                  <a:pt x="35493" y="5636"/>
                  <a:pt x="37314" y="7617"/>
                </a:cubicBezTo>
                <a:cubicBezTo>
                  <a:pt x="39076" y="9671"/>
                  <a:pt x="40154" y="12292"/>
                  <a:pt x="40504" y="15467"/>
                </a:cubicBezTo>
                <a:close/>
                <a:moveTo>
                  <a:pt x="40504" y="154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7F382-EB82-4C21-8215-8F586B85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015" y="4129482"/>
            <a:ext cx="68220" cy="55709"/>
          </a:xfrm>
          <a:custGeom xmlns:a="http://schemas.openxmlformats.org/drawingml/2006/main">
            <a:pathLst>
              <a:path w="68220" h="55709">
                <a:moveTo>
                  <a:pt x="40518" y="15424"/>
                </a:moveTo>
                <a:cubicBezTo>
                  <a:pt x="42965" y="12744"/>
                  <a:pt x="45514" y="10923"/>
                  <a:pt x="48252" y="9962"/>
                </a:cubicBezTo>
                <a:cubicBezTo>
                  <a:pt x="50975" y="9044"/>
                  <a:pt x="54005" y="8943"/>
                  <a:pt x="57238" y="9671"/>
                </a:cubicBezTo>
                <a:cubicBezTo>
                  <a:pt x="61622" y="10647"/>
                  <a:pt x="64637" y="12919"/>
                  <a:pt x="66341" y="16560"/>
                </a:cubicBezTo>
                <a:cubicBezTo>
                  <a:pt x="67987" y="20143"/>
                  <a:pt x="68220" y="24759"/>
                  <a:pt x="66967" y="30381"/>
                </a:cubicBezTo>
                <a:lnTo>
                  <a:pt x="61287" y="55709"/>
                </a:lnTo>
                <a:lnTo>
                  <a:pt x="54340" y="54165"/>
                </a:lnTo>
                <a:lnTo>
                  <a:pt x="59976" y="29071"/>
                </a:lnTo>
                <a:cubicBezTo>
                  <a:pt x="60879" y="25036"/>
                  <a:pt x="60821" y="21905"/>
                  <a:pt x="59801" y="19633"/>
                </a:cubicBezTo>
                <a:cubicBezTo>
                  <a:pt x="58840" y="17361"/>
                  <a:pt x="56903" y="15875"/>
                  <a:pt x="54005" y="15249"/>
                </a:cubicBezTo>
                <a:cubicBezTo>
                  <a:pt x="50407" y="14448"/>
                  <a:pt x="47291" y="14972"/>
                  <a:pt x="44727" y="16895"/>
                </a:cubicBezTo>
                <a:cubicBezTo>
                  <a:pt x="42106" y="18774"/>
                  <a:pt x="40343" y="21788"/>
                  <a:pt x="39440" y="25895"/>
                </a:cubicBezTo>
                <a:lnTo>
                  <a:pt x="34081" y="49621"/>
                </a:lnTo>
                <a:lnTo>
                  <a:pt x="27148" y="48077"/>
                </a:lnTo>
                <a:lnTo>
                  <a:pt x="32770" y="22939"/>
                </a:lnTo>
                <a:cubicBezTo>
                  <a:pt x="33687" y="18890"/>
                  <a:pt x="33687" y="15759"/>
                  <a:pt x="32668" y="13487"/>
                </a:cubicBezTo>
                <a:cubicBezTo>
                  <a:pt x="31692" y="11273"/>
                  <a:pt x="29711" y="9787"/>
                  <a:pt x="26740" y="9103"/>
                </a:cubicBezTo>
                <a:cubicBezTo>
                  <a:pt x="23216" y="8316"/>
                  <a:pt x="20143" y="8884"/>
                  <a:pt x="17536" y="10807"/>
                </a:cubicBezTo>
                <a:cubicBezTo>
                  <a:pt x="14914" y="12744"/>
                  <a:pt x="13152" y="15700"/>
                  <a:pt x="12234" y="19808"/>
                </a:cubicBezTo>
                <a:lnTo>
                  <a:pt x="6947" y="43533"/>
                </a:lnTo>
                <a:lnTo>
                  <a:pt x="0" y="41989"/>
                </a:lnTo>
                <a:lnTo>
                  <a:pt x="9394" y="0"/>
                </a:lnTo>
                <a:lnTo>
                  <a:pt x="16341" y="1544"/>
                </a:lnTo>
                <a:lnTo>
                  <a:pt x="14856" y="8083"/>
                </a:lnTo>
                <a:cubicBezTo>
                  <a:pt x="17011" y="5869"/>
                  <a:pt x="19356" y="4384"/>
                  <a:pt x="21803" y="3641"/>
                </a:cubicBezTo>
                <a:cubicBezTo>
                  <a:pt x="24293" y="2913"/>
                  <a:pt x="27032" y="2913"/>
                  <a:pt x="30046" y="3583"/>
                </a:cubicBezTo>
                <a:cubicBezTo>
                  <a:pt x="33119" y="4267"/>
                  <a:pt x="35508" y="5636"/>
                  <a:pt x="37329" y="7632"/>
                </a:cubicBezTo>
                <a:cubicBezTo>
                  <a:pt x="39091" y="9671"/>
                  <a:pt x="40169" y="12292"/>
                  <a:pt x="40518" y="15424"/>
                </a:cubicBezTo>
                <a:close/>
                <a:moveTo>
                  <a:pt x="40518" y="154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FCEF1-4688-4D62-A605-306F614A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711" y="4146159"/>
            <a:ext cx="42164" cy="49839"/>
          </a:xfrm>
          <a:custGeom xmlns:a="http://schemas.openxmlformats.org/drawingml/2006/main">
            <a:pathLst>
              <a:path w="42164" h="49839">
                <a:moveTo>
                  <a:pt x="1311" y="25429"/>
                </a:moveTo>
                <a:lnTo>
                  <a:pt x="7005" y="0"/>
                </a:lnTo>
                <a:lnTo>
                  <a:pt x="13938" y="1529"/>
                </a:lnTo>
                <a:lnTo>
                  <a:pt x="8243" y="26682"/>
                </a:lnTo>
                <a:cubicBezTo>
                  <a:pt x="7399" y="30658"/>
                  <a:pt x="7515" y="33789"/>
                  <a:pt x="8593" y="36178"/>
                </a:cubicBezTo>
                <a:cubicBezTo>
                  <a:pt x="9671" y="38508"/>
                  <a:pt x="11783" y="39994"/>
                  <a:pt x="14914" y="40678"/>
                </a:cubicBezTo>
                <a:cubicBezTo>
                  <a:pt x="18599" y="41523"/>
                  <a:pt x="21788" y="41013"/>
                  <a:pt x="24526" y="39135"/>
                </a:cubicBezTo>
                <a:cubicBezTo>
                  <a:pt x="27192" y="37212"/>
                  <a:pt x="29012" y="34241"/>
                  <a:pt x="29930" y="30148"/>
                </a:cubicBezTo>
                <a:lnTo>
                  <a:pt x="35275" y="6306"/>
                </a:lnTo>
                <a:lnTo>
                  <a:pt x="42164" y="7908"/>
                </a:lnTo>
                <a:lnTo>
                  <a:pt x="32770" y="49839"/>
                </a:lnTo>
                <a:lnTo>
                  <a:pt x="25837" y="48296"/>
                </a:lnTo>
                <a:lnTo>
                  <a:pt x="27308" y="41873"/>
                </a:lnTo>
                <a:cubicBezTo>
                  <a:pt x="25036" y="44028"/>
                  <a:pt x="22706" y="45514"/>
                  <a:pt x="20201" y="46257"/>
                </a:cubicBezTo>
                <a:cubicBezTo>
                  <a:pt x="17696" y="46985"/>
                  <a:pt x="15016" y="46985"/>
                  <a:pt x="12059" y="46358"/>
                </a:cubicBezTo>
                <a:cubicBezTo>
                  <a:pt x="7282" y="45281"/>
                  <a:pt x="3932" y="42950"/>
                  <a:pt x="2112" y="39426"/>
                </a:cubicBezTo>
                <a:cubicBezTo>
                  <a:pt x="291" y="35843"/>
                  <a:pt x="0" y="31168"/>
                  <a:pt x="1311" y="25429"/>
                </a:cubicBezTo>
                <a:close/>
                <a:moveTo>
                  <a:pt x="1311" y="254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0EAA5-1F98-40CA-8355-6E206584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419" y="4157198"/>
            <a:ext cx="42106" cy="49839"/>
          </a:xfrm>
          <a:custGeom xmlns:a="http://schemas.openxmlformats.org/drawingml/2006/main">
            <a:pathLst>
              <a:path w="42106" h="49839">
                <a:moveTo>
                  <a:pt x="40795" y="24512"/>
                </a:moveTo>
                <a:lnTo>
                  <a:pt x="35158" y="49839"/>
                </a:lnTo>
                <a:lnTo>
                  <a:pt x="28226" y="48296"/>
                </a:lnTo>
                <a:lnTo>
                  <a:pt x="33848" y="23143"/>
                </a:lnTo>
                <a:cubicBezTo>
                  <a:pt x="34765" y="19225"/>
                  <a:pt x="34649" y="16035"/>
                  <a:pt x="33571" y="13763"/>
                </a:cubicBezTo>
                <a:cubicBezTo>
                  <a:pt x="32435" y="11433"/>
                  <a:pt x="30323" y="9889"/>
                  <a:pt x="27250" y="9205"/>
                </a:cubicBezTo>
                <a:cubicBezTo>
                  <a:pt x="23492" y="8360"/>
                  <a:pt x="20317" y="8928"/>
                  <a:pt x="17637" y="10807"/>
                </a:cubicBezTo>
                <a:cubicBezTo>
                  <a:pt x="14958" y="12686"/>
                  <a:pt x="13137" y="15700"/>
                  <a:pt x="12234" y="19793"/>
                </a:cubicBezTo>
                <a:lnTo>
                  <a:pt x="6889" y="43518"/>
                </a:lnTo>
                <a:lnTo>
                  <a:pt x="0" y="41931"/>
                </a:lnTo>
                <a:lnTo>
                  <a:pt x="9394" y="0"/>
                </a:lnTo>
                <a:lnTo>
                  <a:pt x="16327" y="1529"/>
                </a:lnTo>
                <a:lnTo>
                  <a:pt x="14856" y="8069"/>
                </a:lnTo>
                <a:cubicBezTo>
                  <a:pt x="17069" y="5913"/>
                  <a:pt x="19458" y="4428"/>
                  <a:pt x="21963" y="3699"/>
                </a:cubicBezTo>
                <a:cubicBezTo>
                  <a:pt x="24468" y="2957"/>
                  <a:pt x="27192" y="2898"/>
                  <a:pt x="30105" y="3583"/>
                </a:cubicBezTo>
                <a:cubicBezTo>
                  <a:pt x="34940" y="4661"/>
                  <a:pt x="38232" y="6933"/>
                  <a:pt x="40052" y="10515"/>
                </a:cubicBezTo>
                <a:cubicBezTo>
                  <a:pt x="41873" y="14055"/>
                  <a:pt x="42106" y="18715"/>
                  <a:pt x="40795" y="24512"/>
                </a:cubicBezTo>
                <a:close/>
                <a:moveTo>
                  <a:pt x="40795" y="245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C4080-5ED4-492E-933C-FD7B0C5D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297" y="4151795"/>
            <a:ext cx="19968" cy="59845"/>
          </a:xfrm>
          <a:custGeom xmlns:a="http://schemas.openxmlformats.org/drawingml/2006/main">
            <a:pathLst>
              <a:path w="19968" h="59845">
                <a:moveTo>
                  <a:pt x="9438" y="16385"/>
                </a:moveTo>
                <a:lnTo>
                  <a:pt x="16327" y="17914"/>
                </a:lnTo>
                <a:lnTo>
                  <a:pt x="6874" y="59845"/>
                </a:lnTo>
                <a:lnTo>
                  <a:pt x="0" y="58301"/>
                </a:lnTo>
                <a:lnTo>
                  <a:pt x="9438" y="16385"/>
                </a:lnTo>
                <a:close/>
                <a:moveTo>
                  <a:pt x="13079" y="0"/>
                </a:moveTo>
                <a:lnTo>
                  <a:pt x="19968" y="1529"/>
                </a:lnTo>
                <a:lnTo>
                  <a:pt x="18031" y="10297"/>
                </a:lnTo>
                <a:lnTo>
                  <a:pt x="11142" y="8753"/>
                </a:lnTo>
                <a:lnTo>
                  <a:pt x="13079" y="0"/>
                </a:lnTo>
                <a:close/>
                <a:moveTo>
                  <a:pt x="1307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51843-0876-497E-8F8D-D56BD15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794" y="4174545"/>
            <a:ext cx="39091" cy="46198"/>
          </a:xfrm>
          <a:custGeom xmlns:a="http://schemas.openxmlformats.org/drawingml/2006/main">
            <a:pathLst>
              <a:path w="39091" h="46198">
                <a:moveTo>
                  <a:pt x="39091" y="6772"/>
                </a:moveTo>
                <a:lnTo>
                  <a:pt x="37605" y="13195"/>
                </a:lnTo>
                <a:cubicBezTo>
                  <a:pt x="35901" y="11724"/>
                  <a:pt x="34139" y="10472"/>
                  <a:pt x="32318" y="9496"/>
                </a:cubicBezTo>
                <a:cubicBezTo>
                  <a:pt x="30498" y="8535"/>
                  <a:pt x="28561" y="7792"/>
                  <a:pt x="26565" y="7340"/>
                </a:cubicBezTo>
                <a:cubicBezTo>
                  <a:pt x="22080" y="6379"/>
                  <a:pt x="18264" y="7005"/>
                  <a:pt x="15191" y="9278"/>
                </a:cubicBezTo>
                <a:cubicBezTo>
                  <a:pt x="12059" y="11550"/>
                  <a:pt x="9962" y="15249"/>
                  <a:pt x="8768" y="20361"/>
                </a:cubicBezTo>
                <a:cubicBezTo>
                  <a:pt x="7632" y="25488"/>
                  <a:pt x="7967" y="29755"/>
                  <a:pt x="9846" y="33119"/>
                </a:cubicBezTo>
                <a:cubicBezTo>
                  <a:pt x="11666" y="36527"/>
                  <a:pt x="14797" y="38741"/>
                  <a:pt x="19283" y="39717"/>
                </a:cubicBezTo>
                <a:cubicBezTo>
                  <a:pt x="21279" y="40169"/>
                  <a:pt x="23332" y="40343"/>
                  <a:pt x="25429" y="40285"/>
                </a:cubicBezTo>
                <a:cubicBezTo>
                  <a:pt x="27483" y="40169"/>
                  <a:pt x="29639" y="39775"/>
                  <a:pt x="31809" y="39149"/>
                </a:cubicBezTo>
                <a:lnTo>
                  <a:pt x="30381" y="45514"/>
                </a:lnTo>
                <a:cubicBezTo>
                  <a:pt x="28284" y="45965"/>
                  <a:pt x="26114" y="46198"/>
                  <a:pt x="23958" y="46198"/>
                </a:cubicBezTo>
                <a:cubicBezTo>
                  <a:pt x="21788" y="46198"/>
                  <a:pt x="19575" y="45907"/>
                  <a:pt x="17244" y="45397"/>
                </a:cubicBezTo>
                <a:cubicBezTo>
                  <a:pt x="10923" y="43984"/>
                  <a:pt x="6321" y="40853"/>
                  <a:pt x="3466" y="36076"/>
                </a:cubicBezTo>
                <a:cubicBezTo>
                  <a:pt x="685" y="31241"/>
                  <a:pt x="0" y="25488"/>
                  <a:pt x="1544" y="18715"/>
                </a:cubicBezTo>
                <a:cubicBezTo>
                  <a:pt x="3073" y="11885"/>
                  <a:pt x="6146" y="6947"/>
                  <a:pt x="10749" y="3874"/>
                </a:cubicBezTo>
                <a:cubicBezTo>
                  <a:pt x="15424" y="801"/>
                  <a:pt x="21046" y="0"/>
                  <a:pt x="27600" y="1427"/>
                </a:cubicBezTo>
                <a:cubicBezTo>
                  <a:pt x="29697" y="1937"/>
                  <a:pt x="31692" y="2622"/>
                  <a:pt x="33629" y="3466"/>
                </a:cubicBezTo>
                <a:cubicBezTo>
                  <a:pt x="35566" y="4384"/>
                  <a:pt x="37387" y="5462"/>
                  <a:pt x="39091" y="6772"/>
                </a:cubicBezTo>
                <a:close/>
                <a:moveTo>
                  <a:pt x="39091" y="67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F041D-69D3-4A05-9E59-F031E0F7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41" y="4183822"/>
            <a:ext cx="40402" cy="47902"/>
          </a:xfrm>
          <a:custGeom xmlns:a="http://schemas.openxmlformats.org/drawingml/2006/main">
            <a:pathLst>
              <a:path w="40402" h="47902">
                <a:moveTo>
                  <a:pt x="24585" y="23725"/>
                </a:moveTo>
                <a:cubicBezTo>
                  <a:pt x="19007" y="22473"/>
                  <a:pt x="15016" y="22240"/>
                  <a:pt x="12569" y="23041"/>
                </a:cubicBezTo>
                <a:cubicBezTo>
                  <a:pt x="10122" y="23842"/>
                  <a:pt x="8593" y="25764"/>
                  <a:pt x="7850" y="28837"/>
                </a:cubicBezTo>
                <a:cubicBezTo>
                  <a:pt x="7340" y="31284"/>
                  <a:pt x="7690" y="33396"/>
                  <a:pt x="8986" y="35217"/>
                </a:cubicBezTo>
                <a:cubicBezTo>
                  <a:pt x="10297" y="36979"/>
                  <a:pt x="12292" y="38232"/>
                  <a:pt x="15074" y="38858"/>
                </a:cubicBezTo>
                <a:cubicBezTo>
                  <a:pt x="18890" y="39703"/>
                  <a:pt x="22298" y="39018"/>
                  <a:pt x="25211" y="36804"/>
                </a:cubicBezTo>
                <a:cubicBezTo>
                  <a:pt x="28109" y="34649"/>
                  <a:pt x="30105" y="31284"/>
                  <a:pt x="31066" y="26798"/>
                </a:cubicBezTo>
                <a:lnTo>
                  <a:pt x="31459" y="25255"/>
                </a:lnTo>
                <a:lnTo>
                  <a:pt x="24585" y="23725"/>
                </a:lnTo>
                <a:close/>
                <a:moveTo>
                  <a:pt x="38974" y="23944"/>
                </a:moveTo>
                <a:lnTo>
                  <a:pt x="33571" y="47902"/>
                </a:lnTo>
                <a:lnTo>
                  <a:pt x="26682" y="46358"/>
                </a:lnTo>
                <a:lnTo>
                  <a:pt x="28109" y="39994"/>
                </a:lnTo>
                <a:cubicBezTo>
                  <a:pt x="25997" y="42208"/>
                  <a:pt x="23609" y="43635"/>
                  <a:pt x="21002" y="44319"/>
                </a:cubicBezTo>
                <a:cubicBezTo>
                  <a:pt x="18380" y="45004"/>
                  <a:pt x="15365" y="44946"/>
                  <a:pt x="11957" y="44203"/>
                </a:cubicBezTo>
                <a:cubicBezTo>
                  <a:pt x="7690" y="43242"/>
                  <a:pt x="4500" y="41246"/>
                  <a:pt x="2505" y="38290"/>
                </a:cubicBezTo>
                <a:cubicBezTo>
                  <a:pt x="510" y="35275"/>
                  <a:pt x="0" y="31794"/>
                  <a:pt x="859" y="27760"/>
                </a:cubicBezTo>
                <a:cubicBezTo>
                  <a:pt x="1937" y="23041"/>
                  <a:pt x="4326" y="19793"/>
                  <a:pt x="8025" y="18147"/>
                </a:cubicBezTo>
                <a:cubicBezTo>
                  <a:pt x="11724" y="16443"/>
                  <a:pt x="16734" y="16327"/>
                  <a:pt x="22983" y="17696"/>
                </a:cubicBezTo>
                <a:lnTo>
                  <a:pt x="32653" y="19851"/>
                </a:lnTo>
                <a:lnTo>
                  <a:pt x="32770" y="19167"/>
                </a:lnTo>
                <a:cubicBezTo>
                  <a:pt x="33513" y="16035"/>
                  <a:pt x="33003" y="13312"/>
                  <a:pt x="31357" y="11142"/>
                </a:cubicBezTo>
                <a:cubicBezTo>
                  <a:pt x="29639" y="8928"/>
                  <a:pt x="26915" y="7399"/>
                  <a:pt x="23099" y="6539"/>
                </a:cubicBezTo>
                <a:cubicBezTo>
                  <a:pt x="20711" y="6030"/>
                  <a:pt x="18322" y="5797"/>
                  <a:pt x="15933" y="5855"/>
                </a:cubicBezTo>
                <a:cubicBezTo>
                  <a:pt x="13487" y="5913"/>
                  <a:pt x="11156" y="6306"/>
                  <a:pt x="8768" y="6933"/>
                </a:cubicBezTo>
                <a:lnTo>
                  <a:pt x="10181" y="568"/>
                </a:lnTo>
                <a:cubicBezTo>
                  <a:pt x="12977" y="160"/>
                  <a:pt x="15540" y="0"/>
                  <a:pt x="18031" y="58"/>
                </a:cubicBezTo>
                <a:cubicBezTo>
                  <a:pt x="20536" y="117"/>
                  <a:pt x="22881" y="393"/>
                  <a:pt x="25153" y="845"/>
                </a:cubicBezTo>
                <a:cubicBezTo>
                  <a:pt x="31241" y="2214"/>
                  <a:pt x="35391" y="4835"/>
                  <a:pt x="37664" y="8651"/>
                </a:cubicBezTo>
                <a:cubicBezTo>
                  <a:pt x="39994" y="12453"/>
                  <a:pt x="40402" y="17579"/>
                  <a:pt x="38974" y="23944"/>
                </a:cubicBezTo>
                <a:close/>
                <a:moveTo>
                  <a:pt x="38974" y="239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015F4-AE3C-4DFD-8E0B-4830258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647" y="4181026"/>
            <a:ext cx="28619" cy="58607"/>
          </a:xfrm>
          <a:custGeom xmlns:a="http://schemas.openxmlformats.org/drawingml/2006/main">
            <a:pathLst>
              <a:path w="28619" h="58607">
                <a:moveTo>
                  <a:pt x="17069" y="1544"/>
                </a:moveTo>
                <a:lnTo>
                  <a:pt x="14404" y="13428"/>
                </a:lnTo>
                <a:lnTo>
                  <a:pt x="28619" y="16618"/>
                </a:lnTo>
                <a:lnTo>
                  <a:pt x="27425" y="22021"/>
                </a:lnTo>
                <a:lnTo>
                  <a:pt x="13210" y="18832"/>
                </a:lnTo>
                <a:lnTo>
                  <a:pt x="8083" y="41596"/>
                </a:lnTo>
                <a:cubicBezTo>
                  <a:pt x="7340" y="45004"/>
                  <a:pt x="7340" y="47334"/>
                  <a:pt x="8025" y="48529"/>
                </a:cubicBezTo>
                <a:cubicBezTo>
                  <a:pt x="8768" y="49679"/>
                  <a:pt x="10530" y="50582"/>
                  <a:pt x="13428" y="51267"/>
                </a:cubicBezTo>
                <a:lnTo>
                  <a:pt x="20492" y="52854"/>
                </a:lnTo>
                <a:lnTo>
                  <a:pt x="19181" y="58607"/>
                </a:lnTo>
                <a:lnTo>
                  <a:pt x="12118" y="57005"/>
                </a:lnTo>
                <a:cubicBezTo>
                  <a:pt x="6831" y="55811"/>
                  <a:pt x="3364" y="53990"/>
                  <a:pt x="1777" y="51543"/>
                </a:cubicBezTo>
                <a:cubicBezTo>
                  <a:pt x="175" y="49155"/>
                  <a:pt x="0" y="45295"/>
                  <a:pt x="1194" y="40052"/>
                </a:cubicBezTo>
                <a:lnTo>
                  <a:pt x="6321" y="17244"/>
                </a:lnTo>
                <a:lnTo>
                  <a:pt x="1253" y="16108"/>
                </a:lnTo>
                <a:lnTo>
                  <a:pt x="2447" y="10763"/>
                </a:lnTo>
                <a:lnTo>
                  <a:pt x="7515" y="11899"/>
                </a:lnTo>
                <a:lnTo>
                  <a:pt x="10195" y="0"/>
                </a:lnTo>
                <a:lnTo>
                  <a:pt x="17069" y="1544"/>
                </a:lnTo>
                <a:close/>
                <a:moveTo>
                  <a:pt x="17069" y="1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17011-CA15-404B-910A-4315C077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931" y="4183371"/>
            <a:ext cx="19968" cy="59845"/>
          </a:xfrm>
          <a:custGeom xmlns:a="http://schemas.openxmlformats.org/drawingml/2006/main">
            <a:pathLst>
              <a:path w="19968" h="59845">
                <a:moveTo>
                  <a:pt x="9379" y="16327"/>
                </a:moveTo>
                <a:lnTo>
                  <a:pt x="16327" y="17856"/>
                </a:lnTo>
                <a:lnTo>
                  <a:pt x="6889" y="59845"/>
                </a:lnTo>
                <a:lnTo>
                  <a:pt x="0" y="58301"/>
                </a:lnTo>
                <a:lnTo>
                  <a:pt x="9379" y="16327"/>
                </a:lnTo>
                <a:close/>
                <a:moveTo>
                  <a:pt x="13079" y="0"/>
                </a:moveTo>
                <a:lnTo>
                  <a:pt x="19968" y="1529"/>
                </a:lnTo>
                <a:lnTo>
                  <a:pt x="18031" y="10297"/>
                </a:lnTo>
                <a:lnTo>
                  <a:pt x="11098" y="8753"/>
                </a:lnTo>
                <a:lnTo>
                  <a:pt x="13079" y="0"/>
                </a:lnTo>
                <a:close/>
                <a:moveTo>
                  <a:pt x="1307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704EB-AFEF-4CB9-81ED-EC46E2F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384" y="4205785"/>
            <a:ext cx="41640" cy="46766"/>
          </a:xfrm>
          <a:custGeom xmlns:a="http://schemas.openxmlformats.org/drawingml/2006/main">
            <a:pathLst>
              <a:path w="41640" h="46766">
                <a:moveTo>
                  <a:pt x="24454" y="7166"/>
                </a:moveTo>
                <a:cubicBezTo>
                  <a:pt x="20754" y="6365"/>
                  <a:pt x="17521" y="7166"/>
                  <a:pt x="14725" y="9554"/>
                </a:cubicBezTo>
                <a:cubicBezTo>
                  <a:pt x="11943" y="11943"/>
                  <a:pt x="9947" y="15642"/>
                  <a:pt x="8811" y="20696"/>
                </a:cubicBezTo>
                <a:cubicBezTo>
                  <a:pt x="7675" y="25706"/>
                  <a:pt x="7894" y="29915"/>
                  <a:pt x="9379" y="33280"/>
                </a:cubicBezTo>
                <a:cubicBezTo>
                  <a:pt x="10865" y="36629"/>
                  <a:pt x="13472" y="38741"/>
                  <a:pt x="17171" y="39528"/>
                </a:cubicBezTo>
                <a:cubicBezTo>
                  <a:pt x="20871" y="40387"/>
                  <a:pt x="24119" y="39586"/>
                  <a:pt x="26900" y="37197"/>
                </a:cubicBezTo>
                <a:cubicBezTo>
                  <a:pt x="29697" y="34751"/>
                  <a:pt x="31619" y="31051"/>
                  <a:pt x="32770" y="26056"/>
                </a:cubicBezTo>
                <a:cubicBezTo>
                  <a:pt x="33906" y="21104"/>
                  <a:pt x="33673" y="16895"/>
                  <a:pt x="32187" y="13530"/>
                </a:cubicBezTo>
                <a:cubicBezTo>
                  <a:pt x="30716" y="10122"/>
                  <a:pt x="28153" y="8010"/>
                  <a:pt x="24454" y="7166"/>
                </a:cubicBezTo>
                <a:close/>
                <a:moveTo>
                  <a:pt x="25764" y="1354"/>
                </a:moveTo>
                <a:cubicBezTo>
                  <a:pt x="31736" y="2665"/>
                  <a:pt x="36003" y="5680"/>
                  <a:pt x="38567" y="10355"/>
                </a:cubicBezTo>
                <a:cubicBezTo>
                  <a:pt x="41130" y="15016"/>
                  <a:pt x="41640" y="20813"/>
                  <a:pt x="40096" y="27701"/>
                </a:cubicBezTo>
                <a:cubicBezTo>
                  <a:pt x="38567" y="34590"/>
                  <a:pt x="35610" y="39586"/>
                  <a:pt x="31343" y="42717"/>
                </a:cubicBezTo>
                <a:cubicBezTo>
                  <a:pt x="27017" y="45849"/>
                  <a:pt x="21847" y="46766"/>
                  <a:pt x="15861" y="45397"/>
                </a:cubicBezTo>
                <a:cubicBezTo>
                  <a:pt x="9831" y="44086"/>
                  <a:pt x="5564" y="41072"/>
                  <a:pt x="3059" y="36353"/>
                </a:cubicBezTo>
                <a:cubicBezTo>
                  <a:pt x="510" y="31678"/>
                  <a:pt x="0" y="25939"/>
                  <a:pt x="1588" y="19050"/>
                </a:cubicBezTo>
                <a:cubicBezTo>
                  <a:pt x="3117" y="12176"/>
                  <a:pt x="6030" y="7166"/>
                  <a:pt x="10297" y="4034"/>
                </a:cubicBezTo>
                <a:cubicBezTo>
                  <a:pt x="14608" y="903"/>
                  <a:pt x="19735" y="0"/>
                  <a:pt x="25764" y="1354"/>
                </a:cubicBezTo>
                <a:close/>
                <a:moveTo>
                  <a:pt x="25764" y="13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6F229-83AC-4C8E-8B59-76F60A27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918" y="4214990"/>
            <a:ext cx="42149" cy="49839"/>
          </a:xfrm>
          <a:custGeom xmlns:a="http://schemas.openxmlformats.org/drawingml/2006/main">
            <a:pathLst>
              <a:path w="42149" h="49839">
                <a:moveTo>
                  <a:pt x="40853" y="24468"/>
                </a:moveTo>
                <a:lnTo>
                  <a:pt x="35158" y="49839"/>
                </a:lnTo>
                <a:lnTo>
                  <a:pt x="28269" y="48310"/>
                </a:lnTo>
                <a:lnTo>
                  <a:pt x="33906" y="23157"/>
                </a:lnTo>
                <a:cubicBezTo>
                  <a:pt x="34809" y="19181"/>
                  <a:pt x="34707" y="16050"/>
                  <a:pt x="33571" y="13778"/>
                </a:cubicBezTo>
                <a:cubicBezTo>
                  <a:pt x="32479" y="11448"/>
                  <a:pt x="30381" y="9904"/>
                  <a:pt x="27308" y="9219"/>
                </a:cubicBezTo>
                <a:cubicBezTo>
                  <a:pt x="23551" y="8375"/>
                  <a:pt x="20361" y="8943"/>
                  <a:pt x="17696" y="10821"/>
                </a:cubicBezTo>
                <a:cubicBezTo>
                  <a:pt x="14958" y="12686"/>
                  <a:pt x="13195" y="15715"/>
                  <a:pt x="12292" y="19808"/>
                </a:cubicBezTo>
                <a:lnTo>
                  <a:pt x="6933" y="43475"/>
                </a:lnTo>
                <a:lnTo>
                  <a:pt x="0" y="41931"/>
                </a:lnTo>
                <a:lnTo>
                  <a:pt x="9438" y="0"/>
                </a:lnTo>
                <a:lnTo>
                  <a:pt x="16385" y="1544"/>
                </a:lnTo>
                <a:lnTo>
                  <a:pt x="14899" y="8025"/>
                </a:lnTo>
                <a:cubicBezTo>
                  <a:pt x="17128" y="5928"/>
                  <a:pt x="19516" y="4442"/>
                  <a:pt x="22021" y="3699"/>
                </a:cubicBezTo>
                <a:cubicBezTo>
                  <a:pt x="24512" y="2971"/>
                  <a:pt x="27250" y="2913"/>
                  <a:pt x="30148" y="3597"/>
                </a:cubicBezTo>
                <a:cubicBezTo>
                  <a:pt x="34984" y="4675"/>
                  <a:pt x="38290" y="6947"/>
                  <a:pt x="40110" y="10472"/>
                </a:cubicBezTo>
                <a:cubicBezTo>
                  <a:pt x="41931" y="14055"/>
                  <a:pt x="42149" y="18730"/>
                  <a:pt x="40853" y="24468"/>
                </a:cubicBezTo>
                <a:close/>
                <a:moveTo>
                  <a:pt x="40853" y="244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06963-6D63-45A8-8B83-1CAC883B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27" y="4213519"/>
            <a:ext cx="47378" cy="60588"/>
          </a:xfrm>
          <a:custGeom xmlns:a="http://schemas.openxmlformats.org/drawingml/2006/main">
            <a:pathLst>
              <a:path w="47378" h="60588">
                <a:moveTo>
                  <a:pt x="47378" y="7850"/>
                </a:moveTo>
                <a:lnTo>
                  <a:pt x="45732" y="15249"/>
                </a:lnTo>
                <a:cubicBezTo>
                  <a:pt x="43169" y="13254"/>
                  <a:pt x="40678" y="11608"/>
                  <a:pt x="38275" y="10355"/>
                </a:cubicBezTo>
                <a:cubicBezTo>
                  <a:pt x="35887" y="9103"/>
                  <a:pt x="33498" y="8185"/>
                  <a:pt x="31110" y="7675"/>
                </a:cubicBezTo>
                <a:cubicBezTo>
                  <a:pt x="27017" y="6772"/>
                  <a:pt x="23667" y="6831"/>
                  <a:pt x="21046" y="7967"/>
                </a:cubicBezTo>
                <a:cubicBezTo>
                  <a:pt x="18482" y="9044"/>
                  <a:pt x="16836" y="11098"/>
                  <a:pt x="16152" y="13996"/>
                </a:cubicBezTo>
                <a:cubicBezTo>
                  <a:pt x="15642" y="16501"/>
                  <a:pt x="15919" y="18540"/>
                  <a:pt x="17113" y="20143"/>
                </a:cubicBezTo>
                <a:cubicBezTo>
                  <a:pt x="18366" y="21730"/>
                  <a:pt x="20929" y="23376"/>
                  <a:pt x="24905" y="25080"/>
                </a:cubicBezTo>
                <a:lnTo>
                  <a:pt x="29289" y="27017"/>
                </a:lnTo>
                <a:cubicBezTo>
                  <a:pt x="34692" y="29347"/>
                  <a:pt x="38392" y="32202"/>
                  <a:pt x="40504" y="35493"/>
                </a:cubicBezTo>
                <a:cubicBezTo>
                  <a:pt x="42543" y="38858"/>
                  <a:pt x="43111" y="42776"/>
                  <a:pt x="42091" y="47276"/>
                </a:cubicBezTo>
                <a:cubicBezTo>
                  <a:pt x="40839" y="52738"/>
                  <a:pt x="38115" y="56437"/>
                  <a:pt x="33848" y="58432"/>
                </a:cubicBezTo>
                <a:cubicBezTo>
                  <a:pt x="29580" y="60413"/>
                  <a:pt x="23944" y="60588"/>
                  <a:pt x="16953" y="59000"/>
                </a:cubicBezTo>
                <a:cubicBezTo>
                  <a:pt x="14273" y="58432"/>
                  <a:pt x="11550" y="57515"/>
                  <a:pt x="8695" y="56204"/>
                </a:cubicBezTo>
                <a:cubicBezTo>
                  <a:pt x="5855" y="54951"/>
                  <a:pt x="2957" y="53364"/>
                  <a:pt x="0" y="51485"/>
                </a:cubicBezTo>
                <a:lnTo>
                  <a:pt x="1762" y="43693"/>
                </a:lnTo>
                <a:cubicBezTo>
                  <a:pt x="4428" y="46082"/>
                  <a:pt x="7166" y="48077"/>
                  <a:pt x="9889" y="49606"/>
                </a:cubicBezTo>
                <a:cubicBezTo>
                  <a:pt x="12686" y="51150"/>
                  <a:pt x="15467" y="52228"/>
                  <a:pt x="18307" y="52854"/>
                </a:cubicBezTo>
                <a:cubicBezTo>
                  <a:pt x="22633" y="53815"/>
                  <a:pt x="26158" y="53757"/>
                  <a:pt x="28896" y="52563"/>
                </a:cubicBezTo>
                <a:cubicBezTo>
                  <a:pt x="31619" y="51369"/>
                  <a:pt x="33338" y="49213"/>
                  <a:pt x="34066" y="46082"/>
                </a:cubicBezTo>
                <a:cubicBezTo>
                  <a:pt x="34634" y="43344"/>
                  <a:pt x="34299" y="41013"/>
                  <a:pt x="32930" y="39076"/>
                </a:cubicBezTo>
                <a:cubicBezTo>
                  <a:pt x="31619" y="37154"/>
                  <a:pt x="29129" y="35391"/>
                  <a:pt x="25429" y="33731"/>
                </a:cubicBezTo>
                <a:lnTo>
                  <a:pt x="21046" y="31794"/>
                </a:lnTo>
                <a:cubicBezTo>
                  <a:pt x="15642" y="29406"/>
                  <a:pt x="11943" y="26740"/>
                  <a:pt x="9947" y="23784"/>
                </a:cubicBezTo>
                <a:cubicBezTo>
                  <a:pt x="7952" y="20827"/>
                  <a:pt x="7442" y="17186"/>
                  <a:pt x="8418" y="12919"/>
                </a:cubicBezTo>
                <a:cubicBezTo>
                  <a:pt x="9554" y="7967"/>
                  <a:pt x="12161" y="4442"/>
                  <a:pt x="16268" y="2389"/>
                </a:cubicBezTo>
                <a:cubicBezTo>
                  <a:pt x="20419" y="335"/>
                  <a:pt x="25531" y="0"/>
                  <a:pt x="31619" y="1369"/>
                </a:cubicBezTo>
                <a:cubicBezTo>
                  <a:pt x="34299" y="1937"/>
                  <a:pt x="36921" y="2782"/>
                  <a:pt x="39470" y="3860"/>
                </a:cubicBezTo>
                <a:cubicBezTo>
                  <a:pt x="42149" y="4952"/>
                  <a:pt x="44771" y="6306"/>
                  <a:pt x="47378" y="7850"/>
                </a:cubicBezTo>
                <a:close/>
                <a:moveTo>
                  <a:pt x="47378" y="78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4A9A3-E529-4708-95C9-AE15BA7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742" y="4238322"/>
            <a:ext cx="40460" cy="47902"/>
          </a:xfrm>
          <a:custGeom xmlns:a="http://schemas.openxmlformats.org/drawingml/2006/main">
            <a:pathLst>
              <a:path w="40460" h="47902">
                <a:moveTo>
                  <a:pt x="24585" y="23725"/>
                </a:moveTo>
                <a:cubicBezTo>
                  <a:pt x="19065" y="22473"/>
                  <a:pt x="15016" y="22240"/>
                  <a:pt x="12584" y="23041"/>
                </a:cubicBezTo>
                <a:cubicBezTo>
                  <a:pt x="10181" y="23784"/>
                  <a:pt x="8593" y="25721"/>
                  <a:pt x="7908" y="28794"/>
                </a:cubicBezTo>
                <a:cubicBezTo>
                  <a:pt x="7340" y="31241"/>
                  <a:pt x="7734" y="33396"/>
                  <a:pt x="9044" y="35158"/>
                </a:cubicBezTo>
                <a:cubicBezTo>
                  <a:pt x="10297" y="36979"/>
                  <a:pt x="12351" y="38173"/>
                  <a:pt x="15132" y="38800"/>
                </a:cubicBezTo>
                <a:cubicBezTo>
                  <a:pt x="18948" y="39659"/>
                  <a:pt x="22298" y="38974"/>
                  <a:pt x="25211" y="36804"/>
                </a:cubicBezTo>
                <a:cubicBezTo>
                  <a:pt x="28168" y="34590"/>
                  <a:pt x="30105" y="31284"/>
                  <a:pt x="31124" y="26798"/>
                </a:cubicBezTo>
                <a:lnTo>
                  <a:pt x="31459" y="25255"/>
                </a:lnTo>
                <a:lnTo>
                  <a:pt x="24585" y="23725"/>
                </a:lnTo>
                <a:close/>
                <a:moveTo>
                  <a:pt x="38974" y="23958"/>
                </a:moveTo>
                <a:lnTo>
                  <a:pt x="33629" y="47902"/>
                </a:lnTo>
                <a:lnTo>
                  <a:pt x="26740" y="46315"/>
                </a:lnTo>
                <a:lnTo>
                  <a:pt x="28168" y="39994"/>
                </a:lnTo>
                <a:cubicBezTo>
                  <a:pt x="25997" y="42164"/>
                  <a:pt x="23609" y="43577"/>
                  <a:pt x="21002" y="44261"/>
                </a:cubicBezTo>
                <a:cubicBezTo>
                  <a:pt x="18380" y="45004"/>
                  <a:pt x="15365" y="44946"/>
                  <a:pt x="12001" y="44145"/>
                </a:cubicBezTo>
                <a:cubicBezTo>
                  <a:pt x="7690" y="43242"/>
                  <a:pt x="4559" y="41246"/>
                  <a:pt x="2563" y="38232"/>
                </a:cubicBezTo>
                <a:cubicBezTo>
                  <a:pt x="568" y="35275"/>
                  <a:pt x="0" y="31750"/>
                  <a:pt x="918" y="27701"/>
                </a:cubicBezTo>
                <a:cubicBezTo>
                  <a:pt x="1995" y="22983"/>
                  <a:pt x="4326" y="19793"/>
                  <a:pt x="8025" y="18089"/>
                </a:cubicBezTo>
                <a:cubicBezTo>
                  <a:pt x="11724" y="16443"/>
                  <a:pt x="16734" y="16268"/>
                  <a:pt x="22983" y="17696"/>
                </a:cubicBezTo>
                <a:lnTo>
                  <a:pt x="32653" y="19851"/>
                </a:lnTo>
                <a:lnTo>
                  <a:pt x="32828" y="19167"/>
                </a:lnTo>
                <a:cubicBezTo>
                  <a:pt x="33571" y="15992"/>
                  <a:pt x="33061" y="13312"/>
                  <a:pt x="31357" y="11098"/>
                </a:cubicBezTo>
                <a:cubicBezTo>
                  <a:pt x="29639" y="8870"/>
                  <a:pt x="26915" y="7399"/>
                  <a:pt x="23157" y="6539"/>
                </a:cubicBezTo>
                <a:cubicBezTo>
                  <a:pt x="20769" y="5971"/>
                  <a:pt x="18322" y="5753"/>
                  <a:pt x="15933" y="5797"/>
                </a:cubicBezTo>
                <a:cubicBezTo>
                  <a:pt x="13545" y="5855"/>
                  <a:pt x="11156" y="6263"/>
                  <a:pt x="8826" y="6947"/>
                </a:cubicBezTo>
                <a:lnTo>
                  <a:pt x="10239" y="568"/>
                </a:lnTo>
                <a:cubicBezTo>
                  <a:pt x="12977" y="175"/>
                  <a:pt x="15598" y="0"/>
                  <a:pt x="18089" y="0"/>
                </a:cubicBezTo>
                <a:cubicBezTo>
                  <a:pt x="20536" y="58"/>
                  <a:pt x="22924" y="335"/>
                  <a:pt x="25153" y="859"/>
                </a:cubicBezTo>
                <a:cubicBezTo>
                  <a:pt x="31241" y="2214"/>
                  <a:pt x="35450" y="4777"/>
                  <a:pt x="37722" y="8651"/>
                </a:cubicBezTo>
                <a:cubicBezTo>
                  <a:pt x="39994" y="12453"/>
                  <a:pt x="40460" y="17521"/>
                  <a:pt x="38974" y="23958"/>
                </a:cubicBezTo>
                <a:close/>
                <a:moveTo>
                  <a:pt x="38974" y="239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9D4EF-A6AF-4A75-A2D3-72510C70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678" y="4233312"/>
            <a:ext cx="33221" cy="57864"/>
          </a:xfrm>
          <a:custGeom xmlns:a="http://schemas.openxmlformats.org/drawingml/2006/main">
            <a:pathLst>
              <a:path w="33221" h="57864">
                <a:moveTo>
                  <a:pt x="33221" y="2563"/>
                </a:moveTo>
                <a:lnTo>
                  <a:pt x="31911" y="8316"/>
                </a:lnTo>
                <a:lnTo>
                  <a:pt x="25313" y="6831"/>
                </a:lnTo>
                <a:cubicBezTo>
                  <a:pt x="22866" y="6263"/>
                  <a:pt x="21046" y="6379"/>
                  <a:pt x="19851" y="7166"/>
                </a:cubicBezTo>
                <a:cubicBezTo>
                  <a:pt x="18657" y="7908"/>
                  <a:pt x="17798" y="9612"/>
                  <a:pt x="17171" y="12234"/>
                </a:cubicBezTo>
                <a:lnTo>
                  <a:pt x="16385" y="15933"/>
                </a:lnTo>
                <a:lnTo>
                  <a:pt x="27701" y="18497"/>
                </a:lnTo>
                <a:lnTo>
                  <a:pt x="26507" y="23842"/>
                </a:lnTo>
                <a:lnTo>
                  <a:pt x="15191" y="21279"/>
                </a:lnTo>
                <a:lnTo>
                  <a:pt x="6933" y="57864"/>
                </a:lnTo>
                <a:lnTo>
                  <a:pt x="0" y="56321"/>
                </a:lnTo>
                <a:lnTo>
                  <a:pt x="8243" y="19749"/>
                </a:lnTo>
                <a:lnTo>
                  <a:pt x="1646" y="18264"/>
                </a:lnTo>
                <a:lnTo>
                  <a:pt x="2840" y="12860"/>
                </a:lnTo>
                <a:lnTo>
                  <a:pt x="9438" y="14346"/>
                </a:lnTo>
                <a:lnTo>
                  <a:pt x="10064" y="11433"/>
                </a:lnTo>
                <a:cubicBezTo>
                  <a:pt x="11142" y="6772"/>
                  <a:pt x="12962" y="3641"/>
                  <a:pt x="15642" y="1995"/>
                </a:cubicBezTo>
                <a:cubicBezTo>
                  <a:pt x="18307" y="291"/>
                  <a:pt x="21949" y="0"/>
                  <a:pt x="26682" y="1078"/>
                </a:cubicBezTo>
                <a:lnTo>
                  <a:pt x="33221" y="2563"/>
                </a:lnTo>
                <a:close/>
                <a:moveTo>
                  <a:pt x="33221" y="2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F9E79-9631-43CA-A00E-27EAF730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34" y="4254998"/>
            <a:ext cx="42266" cy="46752"/>
          </a:xfrm>
          <a:custGeom xmlns:a="http://schemas.openxmlformats.org/drawingml/2006/main">
            <a:pathLst>
              <a:path w="42266" h="46752">
                <a:moveTo>
                  <a:pt x="40839" y="25823"/>
                </a:moveTo>
                <a:lnTo>
                  <a:pt x="40110" y="29172"/>
                </a:lnTo>
                <a:lnTo>
                  <a:pt x="8360" y="22065"/>
                </a:lnTo>
                <a:cubicBezTo>
                  <a:pt x="7617" y="26900"/>
                  <a:pt x="8243" y="30833"/>
                  <a:pt x="10239" y="33906"/>
                </a:cubicBezTo>
                <a:cubicBezTo>
                  <a:pt x="12234" y="36921"/>
                  <a:pt x="15526" y="38960"/>
                  <a:pt x="20084" y="39994"/>
                </a:cubicBezTo>
                <a:cubicBezTo>
                  <a:pt x="22750" y="40620"/>
                  <a:pt x="25371" y="40839"/>
                  <a:pt x="28036" y="40780"/>
                </a:cubicBezTo>
                <a:cubicBezTo>
                  <a:pt x="30658" y="40664"/>
                  <a:pt x="33338" y="40271"/>
                  <a:pt x="36061" y="39470"/>
                </a:cubicBezTo>
                <a:lnTo>
                  <a:pt x="34649" y="46023"/>
                </a:lnTo>
                <a:cubicBezTo>
                  <a:pt x="31911" y="46533"/>
                  <a:pt x="29187" y="46752"/>
                  <a:pt x="26449" y="46708"/>
                </a:cubicBezTo>
                <a:cubicBezTo>
                  <a:pt x="23725" y="46708"/>
                  <a:pt x="21046" y="46358"/>
                  <a:pt x="18366" y="45790"/>
                </a:cubicBezTo>
                <a:cubicBezTo>
                  <a:pt x="11652" y="44261"/>
                  <a:pt x="6816" y="41130"/>
                  <a:pt x="3801" y="36353"/>
                </a:cubicBezTo>
                <a:cubicBezTo>
                  <a:pt x="728" y="31561"/>
                  <a:pt x="0" y="25881"/>
                  <a:pt x="1471" y="19225"/>
                </a:cubicBezTo>
                <a:cubicBezTo>
                  <a:pt x="3015" y="12336"/>
                  <a:pt x="6088" y="7326"/>
                  <a:pt x="10690" y="4093"/>
                </a:cubicBezTo>
                <a:cubicBezTo>
                  <a:pt x="15293" y="903"/>
                  <a:pt x="20754" y="0"/>
                  <a:pt x="27075" y="1413"/>
                </a:cubicBezTo>
                <a:cubicBezTo>
                  <a:pt x="32712" y="2724"/>
                  <a:pt x="36746" y="5505"/>
                  <a:pt x="39251" y="9889"/>
                </a:cubicBezTo>
                <a:cubicBezTo>
                  <a:pt x="41698" y="14273"/>
                  <a:pt x="42266" y="19560"/>
                  <a:pt x="40839" y="25823"/>
                </a:cubicBezTo>
                <a:close/>
                <a:moveTo>
                  <a:pt x="34416" y="22240"/>
                </a:moveTo>
                <a:cubicBezTo>
                  <a:pt x="35217" y="18482"/>
                  <a:pt x="34809" y="15234"/>
                  <a:pt x="33280" y="12511"/>
                </a:cubicBezTo>
                <a:cubicBezTo>
                  <a:pt x="31678" y="9773"/>
                  <a:pt x="29245" y="8069"/>
                  <a:pt x="25823" y="7282"/>
                </a:cubicBezTo>
                <a:cubicBezTo>
                  <a:pt x="22007" y="6423"/>
                  <a:pt x="18657" y="6816"/>
                  <a:pt x="15875" y="8476"/>
                </a:cubicBezTo>
                <a:cubicBezTo>
                  <a:pt x="13079" y="10122"/>
                  <a:pt x="11040" y="12904"/>
                  <a:pt x="9831" y="16778"/>
                </a:cubicBezTo>
                <a:lnTo>
                  <a:pt x="34416" y="22240"/>
                </a:lnTo>
                <a:close/>
                <a:moveTo>
                  <a:pt x="34416" y="222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53BBB-6544-4050-9A27-FDB5AD6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597" y="4252144"/>
            <a:ext cx="28619" cy="58607"/>
          </a:xfrm>
          <a:custGeom xmlns:a="http://schemas.openxmlformats.org/drawingml/2006/main">
            <a:pathLst>
              <a:path w="28619" h="58607">
                <a:moveTo>
                  <a:pt x="17128" y="1544"/>
                </a:moveTo>
                <a:lnTo>
                  <a:pt x="14448" y="13487"/>
                </a:lnTo>
                <a:lnTo>
                  <a:pt x="28619" y="16676"/>
                </a:lnTo>
                <a:lnTo>
                  <a:pt x="27425" y="22021"/>
                </a:lnTo>
                <a:lnTo>
                  <a:pt x="13254" y="18832"/>
                </a:lnTo>
                <a:lnTo>
                  <a:pt x="8141" y="41596"/>
                </a:lnTo>
                <a:cubicBezTo>
                  <a:pt x="7340" y="45062"/>
                  <a:pt x="7340" y="47334"/>
                  <a:pt x="8025" y="48529"/>
                </a:cubicBezTo>
                <a:cubicBezTo>
                  <a:pt x="8768" y="49723"/>
                  <a:pt x="10588" y="50640"/>
                  <a:pt x="13428" y="51267"/>
                </a:cubicBezTo>
                <a:lnTo>
                  <a:pt x="20478" y="52854"/>
                </a:lnTo>
                <a:lnTo>
                  <a:pt x="19225" y="58607"/>
                </a:lnTo>
                <a:lnTo>
                  <a:pt x="12118" y="57063"/>
                </a:lnTo>
                <a:cubicBezTo>
                  <a:pt x="6831" y="55869"/>
                  <a:pt x="3364" y="54048"/>
                  <a:pt x="1762" y="51602"/>
                </a:cubicBezTo>
                <a:cubicBezTo>
                  <a:pt x="233" y="49155"/>
                  <a:pt x="0" y="45295"/>
                  <a:pt x="1194" y="40052"/>
                </a:cubicBezTo>
                <a:lnTo>
                  <a:pt x="6321" y="17302"/>
                </a:lnTo>
                <a:lnTo>
                  <a:pt x="1253" y="16166"/>
                </a:lnTo>
                <a:lnTo>
                  <a:pt x="2447" y="10749"/>
                </a:lnTo>
                <a:lnTo>
                  <a:pt x="7515" y="11899"/>
                </a:lnTo>
                <a:lnTo>
                  <a:pt x="10181" y="0"/>
                </a:lnTo>
                <a:lnTo>
                  <a:pt x="17128" y="1544"/>
                </a:lnTo>
                <a:close/>
                <a:moveTo>
                  <a:pt x="17128" y="1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1D962-EF06-4443-A61F-548113F4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148" y="4269723"/>
            <a:ext cx="50072" cy="60704"/>
          </a:xfrm>
          <a:custGeom xmlns:a="http://schemas.openxmlformats.org/drawingml/2006/main">
            <a:pathLst>
              <a:path w="50072" h="60704">
                <a:moveTo>
                  <a:pt x="21337" y="50917"/>
                </a:moveTo>
                <a:cubicBezTo>
                  <a:pt x="18264" y="55476"/>
                  <a:pt x="15657" y="58258"/>
                  <a:pt x="13428" y="59394"/>
                </a:cubicBezTo>
                <a:cubicBezTo>
                  <a:pt x="11215" y="60486"/>
                  <a:pt x="8593" y="60704"/>
                  <a:pt x="5520" y="60020"/>
                </a:cubicBezTo>
                <a:lnTo>
                  <a:pt x="0" y="58767"/>
                </a:lnTo>
                <a:lnTo>
                  <a:pt x="1253" y="53029"/>
                </a:lnTo>
                <a:lnTo>
                  <a:pt x="5360" y="53932"/>
                </a:lnTo>
                <a:cubicBezTo>
                  <a:pt x="7224" y="54340"/>
                  <a:pt x="8826" y="54223"/>
                  <a:pt x="10079" y="53539"/>
                </a:cubicBezTo>
                <a:cubicBezTo>
                  <a:pt x="11331" y="52912"/>
                  <a:pt x="12977" y="51034"/>
                  <a:pt x="14972" y="47961"/>
                </a:cubicBezTo>
                <a:lnTo>
                  <a:pt x="16895" y="45120"/>
                </a:lnTo>
                <a:lnTo>
                  <a:pt x="9219" y="0"/>
                </a:lnTo>
                <a:lnTo>
                  <a:pt x="16501" y="1646"/>
                </a:lnTo>
                <a:lnTo>
                  <a:pt x="22254" y="37387"/>
                </a:lnTo>
                <a:lnTo>
                  <a:pt x="42732" y="7515"/>
                </a:lnTo>
                <a:lnTo>
                  <a:pt x="50072" y="9161"/>
                </a:lnTo>
                <a:lnTo>
                  <a:pt x="21337" y="50917"/>
                </a:lnTo>
                <a:close/>
                <a:moveTo>
                  <a:pt x="21337" y="509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1150A-3CF4-469C-8373-8FE549EC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614" y="4267116"/>
            <a:ext cx="63719" cy="67404"/>
          </a:xfrm>
          <a:custGeom xmlns:a="http://schemas.openxmlformats.org/drawingml/2006/main">
            <a:pathLst>
              <a:path w="63719" h="67404">
                <a:moveTo>
                  <a:pt x="12525" y="0"/>
                </a:moveTo>
                <a:lnTo>
                  <a:pt x="23842" y="2549"/>
                </a:lnTo>
                <a:lnTo>
                  <a:pt x="29537" y="43795"/>
                </a:lnTo>
                <a:lnTo>
                  <a:pt x="52461" y="8986"/>
                </a:lnTo>
                <a:lnTo>
                  <a:pt x="63719" y="11491"/>
                </a:lnTo>
                <a:lnTo>
                  <a:pt x="51150" y="67404"/>
                </a:lnTo>
                <a:lnTo>
                  <a:pt x="43810" y="65758"/>
                </a:lnTo>
                <a:lnTo>
                  <a:pt x="54791" y="16662"/>
                </a:lnTo>
                <a:lnTo>
                  <a:pt x="31750" y="51762"/>
                </a:lnTo>
                <a:lnTo>
                  <a:pt x="24177" y="50058"/>
                </a:lnTo>
                <a:lnTo>
                  <a:pt x="18380" y="8476"/>
                </a:lnTo>
                <a:lnTo>
                  <a:pt x="7340" y="57573"/>
                </a:lnTo>
                <a:lnTo>
                  <a:pt x="0" y="55971"/>
                </a:lnTo>
                <a:lnTo>
                  <a:pt x="12525" y="0"/>
                </a:lnTo>
                <a:close/>
                <a:moveTo>
                  <a:pt x="1252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4CCE6-134D-432F-A2A9-99D9059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605" y="4297439"/>
            <a:ext cx="42280" cy="46708"/>
          </a:xfrm>
          <a:custGeom xmlns:a="http://schemas.openxmlformats.org/drawingml/2006/main">
            <a:pathLst>
              <a:path w="42280" h="46708">
                <a:moveTo>
                  <a:pt x="40911" y="25764"/>
                </a:moveTo>
                <a:lnTo>
                  <a:pt x="40110" y="29129"/>
                </a:lnTo>
                <a:lnTo>
                  <a:pt x="8433" y="22007"/>
                </a:lnTo>
                <a:cubicBezTo>
                  <a:pt x="7690" y="26842"/>
                  <a:pt x="8316" y="30775"/>
                  <a:pt x="10297" y="33848"/>
                </a:cubicBezTo>
                <a:cubicBezTo>
                  <a:pt x="12292" y="36921"/>
                  <a:pt x="15598" y="38901"/>
                  <a:pt x="20143" y="39994"/>
                </a:cubicBezTo>
                <a:cubicBezTo>
                  <a:pt x="22822" y="40562"/>
                  <a:pt x="25444" y="40780"/>
                  <a:pt x="28051" y="40722"/>
                </a:cubicBezTo>
                <a:cubicBezTo>
                  <a:pt x="30731" y="40620"/>
                  <a:pt x="33396" y="40212"/>
                  <a:pt x="36134" y="39470"/>
                </a:cubicBezTo>
                <a:lnTo>
                  <a:pt x="34649" y="45965"/>
                </a:lnTo>
                <a:cubicBezTo>
                  <a:pt x="31983" y="46475"/>
                  <a:pt x="29245" y="46708"/>
                  <a:pt x="26522" y="46650"/>
                </a:cubicBezTo>
                <a:cubicBezTo>
                  <a:pt x="23784" y="46650"/>
                  <a:pt x="21118" y="46300"/>
                  <a:pt x="18439" y="45732"/>
                </a:cubicBezTo>
                <a:cubicBezTo>
                  <a:pt x="11724" y="44203"/>
                  <a:pt x="6889" y="41072"/>
                  <a:pt x="3816" y="36294"/>
                </a:cubicBezTo>
                <a:cubicBezTo>
                  <a:pt x="801" y="31517"/>
                  <a:pt x="0" y="25823"/>
                  <a:pt x="1544" y="19167"/>
                </a:cubicBezTo>
                <a:cubicBezTo>
                  <a:pt x="3073" y="12278"/>
                  <a:pt x="6146" y="7282"/>
                  <a:pt x="10763" y="4093"/>
                </a:cubicBezTo>
                <a:cubicBezTo>
                  <a:pt x="15365" y="845"/>
                  <a:pt x="20827" y="0"/>
                  <a:pt x="27148" y="1354"/>
                </a:cubicBezTo>
                <a:cubicBezTo>
                  <a:pt x="32770" y="2665"/>
                  <a:pt x="36819" y="5462"/>
                  <a:pt x="39324" y="9831"/>
                </a:cubicBezTo>
                <a:cubicBezTo>
                  <a:pt x="41771" y="14215"/>
                  <a:pt x="42280" y="19502"/>
                  <a:pt x="40911" y="25764"/>
                </a:cubicBezTo>
                <a:close/>
                <a:moveTo>
                  <a:pt x="34488" y="22182"/>
                </a:moveTo>
                <a:cubicBezTo>
                  <a:pt x="35275" y="18424"/>
                  <a:pt x="34882" y="15191"/>
                  <a:pt x="33294" y="12453"/>
                </a:cubicBezTo>
                <a:cubicBezTo>
                  <a:pt x="31750" y="9729"/>
                  <a:pt x="29304" y="8010"/>
                  <a:pt x="25895" y="7224"/>
                </a:cubicBezTo>
                <a:cubicBezTo>
                  <a:pt x="22021" y="6365"/>
                  <a:pt x="18730" y="6758"/>
                  <a:pt x="15933" y="8418"/>
                </a:cubicBezTo>
                <a:cubicBezTo>
                  <a:pt x="13152" y="10064"/>
                  <a:pt x="11098" y="12846"/>
                  <a:pt x="9846" y="16720"/>
                </a:cubicBezTo>
                <a:lnTo>
                  <a:pt x="34488" y="22182"/>
                </a:lnTo>
                <a:close/>
                <a:moveTo>
                  <a:pt x="34488" y="221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519F4-7D84-4056-AF00-A894DF8B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939" y="4296347"/>
            <a:ext cx="47393" cy="59860"/>
          </a:xfrm>
          <a:custGeom xmlns:a="http://schemas.openxmlformats.org/drawingml/2006/main">
            <a:pathLst>
              <a:path w="47393" h="59860">
                <a:moveTo>
                  <a:pt x="35391" y="22706"/>
                </a:moveTo>
                <a:lnTo>
                  <a:pt x="40460" y="0"/>
                </a:lnTo>
                <a:lnTo>
                  <a:pt x="47393" y="1544"/>
                </a:lnTo>
                <a:lnTo>
                  <a:pt x="34314" y="59860"/>
                </a:lnTo>
                <a:lnTo>
                  <a:pt x="27366" y="58316"/>
                </a:lnTo>
                <a:lnTo>
                  <a:pt x="28794" y="52009"/>
                </a:lnTo>
                <a:cubicBezTo>
                  <a:pt x="26798" y="54165"/>
                  <a:pt x="24526" y="55651"/>
                  <a:pt x="22080" y="56335"/>
                </a:cubicBezTo>
                <a:cubicBezTo>
                  <a:pt x="19575" y="57063"/>
                  <a:pt x="16793" y="57063"/>
                  <a:pt x="13720" y="56379"/>
                </a:cubicBezTo>
                <a:cubicBezTo>
                  <a:pt x="8651" y="55243"/>
                  <a:pt x="4952" y="52286"/>
                  <a:pt x="2680" y="47509"/>
                </a:cubicBezTo>
                <a:cubicBezTo>
                  <a:pt x="408" y="42732"/>
                  <a:pt x="0" y="37096"/>
                  <a:pt x="1486" y="30498"/>
                </a:cubicBezTo>
                <a:cubicBezTo>
                  <a:pt x="2971" y="23900"/>
                  <a:pt x="5753" y="18948"/>
                  <a:pt x="9846" y="15598"/>
                </a:cubicBezTo>
                <a:cubicBezTo>
                  <a:pt x="13938" y="12292"/>
                  <a:pt x="18497" y="11156"/>
                  <a:pt x="23565" y="12292"/>
                </a:cubicBezTo>
                <a:cubicBezTo>
                  <a:pt x="26682" y="12977"/>
                  <a:pt x="29187" y="14229"/>
                  <a:pt x="31124" y="15933"/>
                </a:cubicBezTo>
                <a:cubicBezTo>
                  <a:pt x="33061" y="17637"/>
                  <a:pt x="34488" y="19866"/>
                  <a:pt x="35391" y="22706"/>
                </a:cubicBezTo>
                <a:close/>
                <a:moveTo>
                  <a:pt x="8593" y="32085"/>
                </a:moveTo>
                <a:cubicBezTo>
                  <a:pt x="7457" y="37154"/>
                  <a:pt x="7632" y="41363"/>
                  <a:pt x="9059" y="44727"/>
                </a:cubicBezTo>
                <a:cubicBezTo>
                  <a:pt x="10472" y="48077"/>
                  <a:pt x="13035" y="50131"/>
                  <a:pt x="16676" y="50975"/>
                </a:cubicBezTo>
                <a:cubicBezTo>
                  <a:pt x="20317" y="51776"/>
                  <a:pt x="23507" y="50975"/>
                  <a:pt x="26289" y="48587"/>
                </a:cubicBezTo>
                <a:cubicBezTo>
                  <a:pt x="29027" y="46140"/>
                  <a:pt x="30949" y="42441"/>
                  <a:pt x="32100" y="37329"/>
                </a:cubicBezTo>
                <a:cubicBezTo>
                  <a:pt x="33236" y="32260"/>
                  <a:pt x="33061" y="28051"/>
                  <a:pt x="31634" y="24701"/>
                </a:cubicBezTo>
                <a:cubicBezTo>
                  <a:pt x="30163" y="21337"/>
                  <a:pt x="27600" y="19298"/>
                  <a:pt x="23958" y="18439"/>
                </a:cubicBezTo>
                <a:cubicBezTo>
                  <a:pt x="20317" y="17637"/>
                  <a:pt x="17128" y="18439"/>
                  <a:pt x="14404" y="20827"/>
                </a:cubicBezTo>
                <a:cubicBezTo>
                  <a:pt x="11666" y="23274"/>
                  <a:pt x="9729" y="27032"/>
                  <a:pt x="8593" y="32085"/>
                </a:cubicBezTo>
                <a:close/>
                <a:moveTo>
                  <a:pt x="8593" y="320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47FDA-73BA-4E42-8033-56952BC6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424" y="4301080"/>
            <a:ext cx="19968" cy="59845"/>
          </a:xfrm>
          <a:custGeom xmlns:a="http://schemas.openxmlformats.org/drawingml/2006/main">
            <a:pathLst>
              <a:path w="19968" h="59845">
                <a:moveTo>
                  <a:pt x="9438" y="16327"/>
                </a:moveTo>
                <a:lnTo>
                  <a:pt x="16327" y="17856"/>
                </a:lnTo>
                <a:lnTo>
                  <a:pt x="6874" y="59845"/>
                </a:lnTo>
                <a:lnTo>
                  <a:pt x="0" y="58301"/>
                </a:lnTo>
                <a:lnTo>
                  <a:pt x="9438" y="16327"/>
                </a:lnTo>
                <a:close/>
                <a:moveTo>
                  <a:pt x="13079" y="0"/>
                </a:moveTo>
                <a:lnTo>
                  <a:pt x="19968" y="1529"/>
                </a:lnTo>
                <a:lnTo>
                  <a:pt x="18031" y="10297"/>
                </a:lnTo>
                <a:lnTo>
                  <a:pt x="11142" y="8753"/>
                </a:lnTo>
                <a:lnTo>
                  <a:pt x="13079" y="0"/>
                </a:lnTo>
                <a:close/>
                <a:moveTo>
                  <a:pt x="1307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2F417-D6E6-4F2F-A346-9D4D3CE3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7960" y="4323597"/>
            <a:ext cx="40445" cy="47917"/>
          </a:xfrm>
          <a:custGeom xmlns:a="http://schemas.openxmlformats.org/drawingml/2006/main">
            <a:pathLst>
              <a:path w="40445" h="47917">
                <a:moveTo>
                  <a:pt x="24570" y="23784"/>
                </a:moveTo>
                <a:cubicBezTo>
                  <a:pt x="19050" y="22531"/>
                  <a:pt x="15016" y="22254"/>
                  <a:pt x="12569" y="23041"/>
                </a:cubicBezTo>
                <a:cubicBezTo>
                  <a:pt x="10181" y="23842"/>
                  <a:pt x="8593" y="25779"/>
                  <a:pt x="7908" y="28852"/>
                </a:cubicBezTo>
                <a:cubicBezTo>
                  <a:pt x="7340" y="31299"/>
                  <a:pt x="7734" y="33454"/>
                  <a:pt x="9044" y="35217"/>
                </a:cubicBezTo>
                <a:cubicBezTo>
                  <a:pt x="10297" y="37037"/>
                  <a:pt x="12336" y="38232"/>
                  <a:pt x="15132" y="38858"/>
                </a:cubicBezTo>
                <a:cubicBezTo>
                  <a:pt x="18948" y="39717"/>
                  <a:pt x="22298" y="39033"/>
                  <a:pt x="25196" y="36877"/>
                </a:cubicBezTo>
                <a:cubicBezTo>
                  <a:pt x="28153" y="34649"/>
                  <a:pt x="30090" y="31357"/>
                  <a:pt x="31110" y="26857"/>
                </a:cubicBezTo>
                <a:lnTo>
                  <a:pt x="31459" y="25327"/>
                </a:lnTo>
                <a:lnTo>
                  <a:pt x="24570" y="23784"/>
                </a:lnTo>
                <a:close/>
                <a:moveTo>
                  <a:pt x="38960" y="24017"/>
                </a:moveTo>
                <a:lnTo>
                  <a:pt x="33615" y="47917"/>
                </a:lnTo>
                <a:lnTo>
                  <a:pt x="26740" y="46373"/>
                </a:lnTo>
                <a:lnTo>
                  <a:pt x="28153" y="40008"/>
                </a:lnTo>
                <a:cubicBezTo>
                  <a:pt x="25997" y="42222"/>
                  <a:pt x="23609" y="43649"/>
                  <a:pt x="20987" y="44319"/>
                </a:cubicBezTo>
                <a:cubicBezTo>
                  <a:pt x="18366" y="45004"/>
                  <a:pt x="15351" y="45004"/>
                  <a:pt x="12001" y="44217"/>
                </a:cubicBezTo>
                <a:cubicBezTo>
                  <a:pt x="7675" y="43242"/>
                  <a:pt x="4544" y="41305"/>
                  <a:pt x="2549" y="38290"/>
                </a:cubicBezTo>
                <a:cubicBezTo>
                  <a:pt x="568" y="35333"/>
                  <a:pt x="0" y="31809"/>
                  <a:pt x="903" y="27774"/>
                </a:cubicBezTo>
                <a:cubicBezTo>
                  <a:pt x="1981" y="23041"/>
                  <a:pt x="4326" y="19866"/>
                  <a:pt x="8025" y="18162"/>
                </a:cubicBezTo>
                <a:cubicBezTo>
                  <a:pt x="11710" y="16443"/>
                  <a:pt x="16720" y="16341"/>
                  <a:pt x="22983" y="17754"/>
                </a:cubicBezTo>
                <a:lnTo>
                  <a:pt x="32653" y="19924"/>
                </a:lnTo>
                <a:lnTo>
                  <a:pt x="32828" y="19240"/>
                </a:lnTo>
                <a:cubicBezTo>
                  <a:pt x="33556" y="16050"/>
                  <a:pt x="33047" y="13370"/>
                  <a:pt x="31343" y="11156"/>
                </a:cubicBezTo>
                <a:cubicBezTo>
                  <a:pt x="29639" y="8943"/>
                  <a:pt x="26900" y="7399"/>
                  <a:pt x="23157" y="6612"/>
                </a:cubicBezTo>
                <a:cubicBezTo>
                  <a:pt x="20754" y="6030"/>
                  <a:pt x="18322" y="5811"/>
                  <a:pt x="15919" y="5869"/>
                </a:cubicBezTo>
                <a:cubicBezTo>
                  <a:pt x="13530" y="5928"/>
                  <a:pt x="11142" y="6321"/>
                  <a:pt x="8811" y="7005"/>
                </a:cubicBezTo>
                <a:lnTo>
                  <a:pt x="10239" y="626"/>
                </a:lnTo>
                <a:cubicBezTo>
                  <a:pt x="12962" y="175"/>
                  <a:pt x="15584" y="0"/>
                  <a:pt x="18089" y="58"/>
                </a:cubicBezTo>
                <a:cubicBezTo>
                  <a:pt x="20536" y="117"/>
                  <a:pt x="22924" y="408"/>
                  <a:pt x="25138" y="918"/>
                </a:cubicBezTo>
                <a:cubicBezTo>
                  <a:pt x="31226" y="2287"/>
                  <a:pt x="35435" y="4835"/>
                  <a:pt x="37722" y="8651"/>
                </a:cubicBezTo>
                <a:cubicBezTo>
                  <a:pt x="39994" y="12467"/>
                  <a:pt x="40445" y="17579"/>
                  <a:pt x="38960" y="24017"/>
                </a:cubicBezTo>
                <a:close/>
                <a:moveTo>
                  <a:pt x="38960" y="240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51754-0223-4053-B551-866DA35D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676" y="4160272"/>
            <a:ext cx="21963" cy="57398"/>
          </a:xfrm>
          <a:custGeom xmlns:a="http://schemas.openxmlformats.org/drawingml/2006/main">
            <a:pathLst>
              <a:path w="21963" h="57398">
                <a:moveTo>
                  <a:pt x="14448" y="0"/>
                </a:moveTo>
                <a:lnTo>
                  <a:pt x="21963" y="1922"/>
                </a:lnTo>
                <a:lnTo>
                  <a:pt x="7501" y="57398"/>
                </a:lnTo>
                <a:lnTo>
                  <a:pt x="0" y="55461"/>
                </a:lnTo>
                <a:lnTo>
                  <a:pt x="14448" y="0"/>
                </a:lnTo>
                <a:close/>
                <a:moveTo>
                  <a:pt x="1444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CB273-6E32-4E8D-948E-3965D4F4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581" y="4179773"/>
            <a:ext cx="42892" cy="50757"/>
          </a:xfrm>
          <a:custGeom xmlns:a="http://schemas.openxmlformats.org/drawingml/2006/main">
            <a:pathLst>
              <a:path w="42892" h="50757">
                <a:moveTo>
                  <a:pt x="41363" y="25604"/>
                </a:moveTo>
                <a:lnTo>
                  <a:pt x="34809" y="50757"/>
                </a:lnTo>
                <a:lnTo>
                  <a:pt x="27993" y="48936"/>
                </a:lnTo>
                <a:lnTo>
                  <a:pt x="34474" y="24075"/>
                </a:lnTo>
                <a:cubicBezTo>
                  <a:pt x="35493" y="20084"/>
                  <a:pt x="35493" y="16968"/>
                  <a:pt x="34474" y="14623"/>
                </a:cubicBezTo>
                <a:cubicBezTo>
                  <a:pt x="33454" y="12234"/>
                  <a:pt x="31401" y="10705"/>
                  <a:pt x="28328" y="9846"/>
                </a:cubicBezTo>
                <a:cubicBezTo>
                  <a:pt x="24628" y="8943"/>
                  <a:pt x="21439" y="9336"/>
                  <a:pt x="18657" y="11156"/>
                </a:cubicBezTo>
                <a:cubicBezTo>
                  <a:pt x="15919" y="12919"/>
                  <a:pt x="14055" y="15875"/>
                  <a:pt x="12962" y="19924"/>
                </a:cubicBezTo>
                <a:lnTo>
                  <a:pt x="6816" y="43416"/>
                </a:lnTo>
                <a:lnTo>
                  <a:pt x="0" y="41654"/>
                </a:lnTo>
                <a:lnTo>
                  <a:pt x="10807" y="0"/>
                </a:lnTo>
                <a:lnTo>
                  <a:pt x="17696" y="1821"/>
                </a:lnTo>
                <a:lnTo>
                  <a:pt x="15977" y="8316"/>
                </a:lnTo>
                <a:cubicBezTo>
                  <a:pt x="18322" y="6204"/>
                  <a:pt x="20711" y="4835"/>
                  <a:pt x="23259" y="4165"/>
                </a:cubicBezTo>
                <a:cubicBezTo>
                  <a:pt x="25764" y="3539"/>
                  <a:pt x="28503" y="3597"/>
                  <a:pt x="31401" y="4326"/>
                </a:cubicBezTo>
                <a:cubicBezTo>
                  <a:pt x="36178" y="5578"/>
                  <a:pt x="39426" y="7967"/>
                  <a:pt x="41072" y="11608"/>
                </a:cubicBezTo>
                <a:cubicBezTo>
                  <a:pt x="42776" y="15191"/>
                  <a:pt x="42892" y="19866"/>
                  <a:pt x="41363" y="25604"/>
                </a:cubicBezTo>
                <a:close/>
                <a:moveTo>
                  <a:pt x="41363" y="256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AA033-A5C6-4ABC-B4C6-8EED92F8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372" y="4193551"/>
            <a:ext cx="39717" cy="45965"/>
          </a:xfrm>
          <a:custGeom xmlns:a="http://schemas.openxmlformats.org/drawingml/2006/main">
            <a:pathLst>
              <a:path w="39717" h="45965">
                <a:moveTo>
                  <a:pt x="39717" y="6991"/>
                </a:moveTo>
                <a:lnTo>
                  <a:pt x="38071" y="13487"/>
                </a:lnTo>
                <a:cubicBezTo>
                  <a:pt x="36353" y="12001"/>
                  <a:pt x="34532" y="10749"/>
                  <a:pt x="32610" y="9671"/>
                </a:cubicBezTo>
                <a:cubicBezTo>
                  <a:pt x="30673" y="8637"/>
                  <a:pt x="28561" y="7850"/>
                  <a:pt x="26347" y="7282"/>
                </a:cubicBezTo>
                <a:cubicBezTo>
                  <a:pt x="22924" y="6365"/>
                  <a:pt x="20259" y="6248"/>
                  <a:pt x="18264" y="6831"/>
                </a:cubicBezTo>
                <a:cubicBezTo>
                  <a:pt x="16327" y="7442"/>
                  <a:pt x="15074" y="8753"/>
                  <a:pt x="14506" y="10865"/>
                </a:cubicBezTo>
                <a:cubicBezTo>
                  <a:pt x="14113" y="12453"/>
                  <a:pt x="14404" y="13822"/>
                  <a:pt x="15365" y="15074"/>
                </a:cubicBezTo>
                <a:cubicBezTo>
                  <a:pt x="16327" y="16268"/>
                  <a:pt x="18555" y="17754"/>
                  <a:pt x="22021" y="19560"/>
                </a:cubicBezTo>
                <a:lnTo>
                  <a:pt x="24235" y="20711"/>
                </a:lnTo>
                <a:cubicBezTo>
                  <a:pt x="28794" y="22983"/>
                  <a:pt x="31867" y="25371"/>
                  <a:pt x="33454" y="27760"/>
                </a:cubicBezTo>
                <a:cubicBezTo>
                  <a:pt x="34998" y="30207"/>
                  <a:pt x="35333" y="33105"/>
                  <a:pt x="34430" y="36527"/>
                </a:cubicBezTo>
                <a:cubicBezTo>
                  <a:pt x="33454" y="40387"/>
                  <a:pt x="31124" y="43067"/>
                  <a:pt x="27425" y="44480"/>
                </a:cubicBezTo>
                <a:cubicBezTo>
                  <a:pt x="23784" y="45965"/>
                  <a:pt x="19283" y="45965"/>
                  <a:pt x="13938" y="44596"/>
                </a:cubicBezTo>
                <a:cubicBezTo>
                  <a:pt x="11724" y="44028"/>
                  <a:pt x="9452" y="43183"/>
                  <a:pt x="7166" y="42149"/>
                </a:cubicBezTo>
                <a:cubicBezTo>
                  <a:pt x="4835" y="41072"/>
                  <a:pt x="2447" y="39761"/>
                  <a:pt x="0" y="38173"/>
                </a:cubicBezTo>
                <a:lnTo>
                  <a:pt x="1879" y="31110"/>
                </a:lnTo>
                <a:cubicBezTo>
                  <a:pt x="4049" y="33105"/>
                  <a:pt x="6263" y="34751"/>
                  <a:pt x="8593" y="36003"/>
                </a:cubicBezTo>
                <a:cubicBezTo>
                  <a:pt x="10865" y="37314"/>
                  <a:pt x="13210" y="38290"/>
                  <a:pt x="15598" y="38916"/>
                </a:cubicBezTo>
                <a:cubicBezTo>
                  <a:pt x="18832" y="39761"/>
                  <a:pt x="21453" y="39819"/>
                  <a:pt x="23449" y="39193"/>
                </a:cubicBezTo>
                <a:cubicBezTo>
                  <a:pt x="25488" y="38508"/>
                  <a:pt x="26740" y="37197"/>
                  <a:pt x="27250" y="35217"/>
                </a:cubicBezTo>
                <a:cubicBezTo>
                  <a:pt x="27774" y="33338"/>
                  <a:pt x="27483" y="31736"/>
                  <a:pt x="26522" y="30440"/>
                </a:cubicBezTo>
                <a:cubicBezTo>
                  <a:pt x="25488" y="29129"/>
                  <a:pt x="23041" y="27468"/>
                  <a:pt x="19007" y="25429"/>
                </a:cubicBezTo>
                <a:lnTo>
                  <a:pt x="16793" y="24235"/>
                </a:lnTo>
                <a:cubicBezTo>
                  <a:pt x="12802" y="22240"/>
                  <a:pt x="10079" y="20084"/>
                  <a:pt x="8651" y="17754"/>
                </a:cubicBezTo>
                <a:cubicBezTo>
                  <a:pt x="7282" y="15409"/>
                  <a:pt x="7005" y="12627"/>
                  <a:pt x="7850" y="9438"/>
                </a:cubicBezTo>
                <a:cubicBezTo>
                  <a:pt x="8884" y="5520"/>
                  <a:pt x="11040" y="2840"/>
                  <a:pt x="14346" y="1471"/>
                </a:cubicBezTo>
                <a:cubicBezTo>
                  <a:pt x="17696" y="58"/>
                  <a:pt x="21905" y="0"/>
                  <a:pt x="27032" y="1311"/>
                </a:cubicBezTo>
                <a:cubicBezTo>
                  <a:pt x="29537" y="1981"/>
                  <a:pt x="31867" y="2782"/>
                  <a:pt x="33964" y="3758"/>
                </a:cubicBezTo>
                <a:cubicBezTo>
                  <a:pt x="36134" y="4661"/>
                  <a:pt x="38071" y="5797"/>
                  <a:pt x="39717" y="6991"/>
                </a:cubicBezTo>
                <a:close/>
                <a:moveTo>
                  <a:pt x="39717" y="69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02430-A854-42DE-A680-8890CD72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710" y="4186546"/>
            <a:ext cx="21890" cy="59627"/>
          </a:xfrm>
          <a:custGeom xmlns:a="http://schemas.openxmlformats.org/drawingml/2006/main">
            <a:pathLst>
              <a:path w="21890" h="59627">
                <a:moveTo>
                  <a:pt x="10865" y="16225"/>
                </a:moveTo>
                <a:lnTo>
                  <a:pt x="17681" y="17987"/>
                </a:lnTo>
                <a:lnTo>
                  <a:pt x="6816" y="59627"/>
                </a:lnTo>
                <a:lnTo>
                  <a:pt x="0" y="57806"/>
                </a:lnTo>
                <a:lnTo>
                  <a:pt x="10865" y="16225"/>
                </a:lnTo>
                <a:close/>
                <a:moveTo>
                  <a:pt x="15074" y="0"/>
                </a:moveTo>
                <a:lnTo>
                  <a:pt x="21890" y="1762"/>
                </a:lnTo>
                <a:lnTo>
                  <a:pt x="19618" y="10472"/>
                </a:lnTo>
                <a:lnTo>
                  <a:pt x="12788" y="8651"/>
                </a:lnTo>
                <a:lnTo>
                  <a:pt x="15074" y="0"/>
                </a:lnTo>
                <a:close/>
                <a:moveTo>
                  <a:pt x="150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4AB18-1F5E-460C-8574-1CDCB5D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328" y="4209587"/>
            <a:ext cx="46591" cy="61738"/>
          </a:xfrm>
          <a:custGeom xmlns:a="http://schemas.openxmlformats.org/drawingml/2006/main">
            <a:pathLst>
              <a:path w="46591" h="61738">
                <a:moveTo>
                  <a:pt x="34474" y="26114"/>
                </a:moveTo>
                <a:cubicBezTo>
                  <a:pt x="35726" y="21162"/>
                  <a:pt x="35726" y="17069"/>
                  <a:pt x="34372" y="13836"/>
                </a:cubicBezTo>
                <a:cubicBezTo>
                  <a:pt x="33061" y="10588"/>
                  <a:pt x="30556" y="8418"/>
                  <a:pt x="26857" y="7515"/>
                </a:cubicBezTo>
                <a:cubicBezTo>
                  <a:pt x="23216" y="6554"/>
                  <a:pt x="19968" y="7166"/>
                  <a:pt x="17244" y="9336"/>
                </a:cubicBezTo>
                <a:cubicBezTo>
                  <a:pt x="14448" y="11550"/>
                  <a:pt x="12467" y="15074"/>
                  <a:pt x="11156" y="20084"/>
                </a:cubicBezTo>
                <a:cubicBezTo>
                  <a:pt x="9904" y="24978"/>
                  <a:pt x="9904" y="29071"/>
                  <a:pt x="11215" y="32377"/>
                </a:cubicBezTo>
                <a:cubicBezTo>
                  <a:pt x="12569" y="35625"/>
                  <a:pt x="15074" y="37722"/>
                  <a:pt x="18715" y="38698"/>
                </a:cubicBezTo>
                <a:cubicBezTo>
                  <a:pt x="22415" y="39659"/>
                  <a:pt x="25662" y="39033"/>
                  <a:pt x="28386" y="36819"/>
                </a:cubicBezTo>
                <a:cubicBezTo>
                  <a:pt x="31182" y="34649"/>
                  <a:pt x="33163" y="31066"/>
                  <a:pt x="34474" y="26114"/>
                </a:cubicBezTo>
                <a:close/>
                <a:moveTo>
                  <a:pt x="37096" y="44043"/>
                </a:moveTo>
                <a:cubicBezTo>
                  <a:pt x="35275" y="51150"/>
                  <a:pt x="32318" y="55986"/>
                  <a:pt x="28284" y="58607"/>
                </a:cubicBezTo>
                <a:cubicBezTo>
                  <a:pt x="24235" y="61272"/>
                  <a:pt x="18948" y="61738"/>
                  <a:pt x="12467" y="60020"/>
                </a:cubicBezTo>
                <a:cubicBezTo>
                  <a:pt x="10079" y="59394"/>
                  <a:pt x="7850" y="58665"/>
                  <a:pt x="5811" y="57748"/>
                </a:cubicBezTo>
                <a:cubicBezTo>
                  <a:pt x="3758" y="56845"/>
                  <a:pt x="1821" y="55752"/>
                  <a:pt x="0" y="54456"/>
                </a:cubicBezTo>
                <a:lnTo>
                  <a:pt x="1762" y="47844"/>
                </a:lnTo>
                <a:cubicBezTo>
                  <a:pt x="3466" y="49446"/>
                  <a:pt x="5243" y="50757"/>
                  <a:pt x="7064" y="51776"/>
                </a:cubicBezTo>
                <a:cubicBezTo>
                  <a:pt x="8884" y="52796"/>
                  <a:pt x="10807" y="53597"/>
                  <a:pt x="12860" y="54107"/>
                </a:cubicBezTo>
                <a:cubicBezTo>
                  <a:pt x="17361" y="55301"/>
                  <a:pt x="21002" y="54966"/>
                  <a:pt x="23842" y="53262"/>
                </a:cubicBezTo>
                <a:cubicBezTo>
                  <a:pt x="26682" y="51485"/>
                  <a:pt x="28677" y="48252"/>
                  <a:pt x="29930" y="43475"/>
                </a:cubicBezTo>
                <a:lnTo>
                  <a:pt x="30833" y="40110"/>
                </a:lnTo>
                <a:cubicBezTo>
                  <a:pt x="28794" y="42222"/>
                  <a:pt x="26463" y="43577"/>
                  <a:pt x="23958" y="44203"/>
                </a:cubicBezTo>
                <a:cubicBezTo>
                  <a:pt x="21453" y="44829"/>
                  <a:pt x="18657" y="44786"/>
                  <a:pt x="15584" y="43984"/>
                </a:cubicBezTo>
                <a:cubicBezTo>
                  <a:pt x="10472" y="42615"/>
                  <a:pt x="6889" y="39601"/>
                  <a:pt x="4719" y="34940"/>
                </a:cubicBezTo>
                <a:cubicBezTo>
                  <a:pt x="2622" y="30221"/>
                  <a:pt x="2447" y="24643"/>
                  <a:pt x="4093" y="18205"/>
                </a:cubicBezTo>
                <a:cubicBezTo>
                  <a:pt x="5753" y="11783"/>
                  <a:pt x="8651" y="7064"/>
                  <a:pt x="12802" y="3991"/>
                </a:cubicBezTo>
                <a:cubicBezTo>
                  <a:pt x="16953" y="859"/>
                  <a:pt x="21570" y="0"/>
                  <a:pt x="26682" y="1311"/>
                </a:cubicBezTo>
                <a:cubicBezTo>
                  <a:pt x="29755" y="2112"/>
                  <a:pt x="32202" y="3423"/>
                  <a:pt x="34139" y="5243"/>
                </a:cubicBezTo>
                <a:cubicBezTo>
                  <a:pt x="36018" y="7005"/>
                  <a:pt x="37329" y="9278"/>
                  <a:pt x="38115" y="12118"/>
                </a:cubicBezTo>
                <a:lnTo>
                  <a:pt x="39775" y="5811"/>
                </a:lnTo>
                <a:lnTo>
                  <a:pt x="46591" y="7573"/>
                </a:lnTo>
                <a:lnTo>
                  <a:pt x="37096" y="44043"/>
                </a:lnTo>
                <a:close/>
                <a:moveTo>
                  <a:pt x="37096" y="440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81FAD-4445-45B5-9F95-C72DFACF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891" y="4204591"/>
            <a:ext cx="42892" cy="66894"/>
          </a:xfrm>
          <a:custGeom xmlns:a="http://schemas.openxmlformats.org/drawingml/2006/main">
            <a:pathLst>
              <a:path w="42892" h="66894">
                <a:moveTo>
                  <a:pt x="41407" y="41756"/>
                </a:moveTo>
                <a:lnTo>
                  <a:pt x="34867" y="66894"/>
                </a:lnTo>
                <a:lnTo>
                  <a:pt x="28036" y="65074"/>
                </a:lnTo>
                <a:lnTo>
                  <a:pt x="34532" y="40212"/>
                </a:lnTo>
                <a:cubicBezTo>
                  <a:pt x="35552" y="36236"/>
                  <a:pt x="35552" y="33105"/>
                  <a:pt x="34532" y="30775"/>
                </a:cubicBezTo>
                <a:cubicBezTo>
                  <a:pt x="33498" y="28386"/>
                  <a:pt x="31459" y="26842"/>
                  <a:pt x="28386" y="26056"/>
                </a:cubicBezTo>
                <a:cubicBezTo>
                  <a:pt x="24687" y="25080"/>
                  <a:pt x="21439" y="25488"/>
                  <a:pt x="18715" y="27308"/>
                </a:cubicBezTo>
                <a:cubicBezTo>
                  <a:pt x="15977" y="29071"/>
                  <a:pt x="14040" y="32027"/>
                  <a:pt x="13021" y="36061"/>
                </a:cubicBezTo>
                <a:lnTo>
                  <a:pt x="6874" y="59612"/>
                </a:lnTo>
                <a:lnTo>
                  <a:pt x="0" y="57792"/>
                </a:lnTo>
                <a:lnTo>
                  <a:pt x="15074" y="0"/>
                </a:lnTo>
                <a:lnTo>
                  <a:pt x="21949" y="1762"/>
                </a:lnTo>
                <a:lnTo>
                  <a:pt x="16035" y="24454"/>
                </a:lnTo>
                <a:cubicBezTo>
                  <a:pt x="18307" y="22356"/>
                  <a:pt x="20754" y="20987"/>
                  <a:pt x="23259" y="20361"/>
                </a:cubicBezTo>
                <a:cubicBezTo>
                  <a:pt x="25823" y="19676"/>
                  <a:pt x="28546" y="19735"/>
                  <a:pt x="31459" y="20478"/>
                </a:cubicBezTo>
                <a:cubicBezTo>
                  <a:pt x="36236" y="21730"/>
                  <a:pt x="39470" y="24119"/>
                  <a:pt x="41130" y="27760"/>
                </a:cubicBezTo>
                <a:cubicBezTo>
                  <a:pt x="42834" y="31343"/>
                  <a:pt x="42892" y="36003"/>
                  <a:pt x="41407" y="41756"/>
                </a:cubicBezTo>
                <a:close/>
                <a:moveTo>
                  <a:pt x="41407" y="417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EDEB3-3BA1-4FA4-9F2E-A529BB98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517" y="4221544"/>
            <a:ext cx="29580" cy="58942"/>
          </a:xfrm>
          <a:custGeom xmlns:a="http://schemas.openxmlformats.org/drawingml/2006/main">
            <a:pathLst>
              <a:path w="29580" h="58942">
                <a:moveTo>
                  <a:pt x="18555" y="1821"/>
                </a:moveTo>
                <a:lnTo>
                  <a:pt x="15482" y="13589"/>
                </a:lnTo>
                <a:lnTo>
                  <a:pt x="29580" y="17288"/>
                </a:lnTo>
                <a:lnTo>
                  <a:pt x="28168" y="22575"/>
                </a:lnTo>
                <a:lnTo>
                  <a:pt x="14113" y="18934"/>
                </a:lnTo>
                <a:lnTo>
                  <a:pt x="8200" y="41523"/>
                </a:lnTo>
                <a:cubicBezTo>
                  <a:pt x="7340" y="44946"/>
                  <a:pt x="7224" y="47218"/>
                  <a:pt x="7908" y="48412"/>
                </a:cubicBezTo>
                <a:cubicBezTo>
                  <a:pt x="8593" y="49665"/>
                  <a:pt x="10355" y="50626"/>
                  <a:pt x="13195" y="51369"/>
                </a:cubicBezTo>
                <a:lnTo>
                  <a:pt x="20201" y="53189"/>
                </a:lnTo>
                <a:lnTo>
                  <a:pt x="18715" y="58942"/>
                </a:lnTo>
                <a:lnTo>
                  <a:pt x="11724" y="57063"/>
                </a:lnTo>
                <a:cubicBezTo>
                  <a:pt x="6423" y="55694"/>
                  <a:pt x="3073" y="53757"/>
                  <a:pt x="1544" y="51310"/>
                </a:cubicBezTo>
                <a:cubicBezTo>
                  <a:pt x="58" y="48805"/>
                  <a:pt x="0" y="44946"/>
                  <a:pt x="1369" y="39761"/>
                </a:cubicBezTo>
                <a:lnTo>
                  <a:pt x="7224" y="17113"/>
                </a:lnTo>
                <a:lnTo>
                  <a:pt x="2214" y="15817"/>
                </a:lnTo>
                <a:lnTo>
                  <a:pt x="3583" y="10515"/>
                </a:lnTo>
                <a:lnTo>
                  <a:pt x="8593" y="11826"/>
                </a:lnTo>
                <a:lnTo>
                  <a:pt x="11666" y="0"/>
                </a:lnTo>
                <a:lnTo>
                  <a:pt x="18555" y="1821"/>
                </a:lnTo>
                <a:close/>
                <a:moveTo>
                  <a:pt x="18555" y="18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0BC0E-496F-4A73-870C-5F1F67BD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611" y="4242298"/>
            <a:ext cx="39703" cy="45980"/>
          </a:xfrm>
          <a:custGeom xmlns:a="http://schemas.openxmlformats.org/drawingml/2006/main">
            <a:pathLst>
              <a:path w="39703" h="45980">
                <a:moveTo>
                  <a:pt x="39703" y="7005"/>
                </a:moveTo>
                <a:lnTo>
                  <a:pt x="37998" y="13487"/>
                </a:lnTo>
                <a:cubicBezTo>
                  <a:pt x="36353" y="12016"/>
                  <a:pt x="34532" y="10705"/>
                  <a:pt x="32537" y="9671"/>
                </a:cubicBezTo>
                <a:cubicBezTo>
                  <a:pt x="30600" y="8651"/>
                  <a:pt x="28503" y="7850"/>
                  <a:pt x="26274" y="7224"/>
                </a:cubicBezTo>
                <a:cubicBezTo>
                  <a:pt x="22866" y="6379"/>
                  <a:pt x="20186" y="6204"/>
                  <a:pt x="18264" y="6831"/>
                </a:cubicBezTo>
                <a:cubicBezTo>
                  <a:pt x="16268" y="7399"/>
                  <a:pt x="15016" y="8768"/>
                  <a:pt x="14506" y="10865"/>
                </a:cubicBezTo>
                <a:cubicBezTo>
                  <a:pt x="14055" y="12409"/>
                  <a:pt x="14331" y="13836"/>
                  <a:pt x="15307" y="15030"/>
                </a:cubicBezTo>
                <a:cubicBezTo>
                  <a:pt x="16327" y="16283"/>
                  <a:pt x="18540" y="17754"/>
                  <a:pt x="21963" y="19516"/>
                </a:cubicBezTo>
                <a:lnTo>
                  <a:pt x="24177" y="20652"/>
                </a:lnTo>
                <a:cubicBezTo>
                  <a:pt x="28779" y="22997"/>
                  <a:pt x="31852" y="25327"/>
                  <a:pt x="33396" y="27774"/>
                </a:cubicBezTo>
                <a:cubicBezTo>
                  <a:pt x="34925" y="30221"/>
                  <a:pt x="35275" y="33119"/>
                  <a:pt x="34416" y="36469"/>
                </a:cubicBezTo>
                <a:cubicBezTo>
                  <a:pt x="33396" y="40343"/>
                  <a:pt x="31066" y="43023"/>
                  <a:pt x="27425" y="44494"/>
                </a:cubicBezTo>
                <a:cubicBezTo>
                  <a:pt x="23784" y="45980"/>
                  <a:pt x="19283" y="45980"/>
                  <a:pt x="13938" y="44611"/>
                </a:cubicBezTo>
                <a:cubicBezTo>
                  <a:pt x="11666" y="43984"/>
                  <a:pt x="9438" y="43183"/>
                  <a:pt x="7107" y="42106"/>
                </a:cubicBezTo>
                <a:cubicBezTo>
                  <a:pt x="4835" y="41086"/>
                  <a:pt x="2447" y="39717"/>
                  <a:pt x="0" y="38188"/>
                </a:cubicBezTo>
                <a:lnTo>
                  <a:pt x="1821" y="31124"/>
                </a:lnTo>
                <a:cubicBezTo>
                  <a:pt x="4034" y="33119"/>
                  <a:pt x="6248" y="34707"/>
                  <a:pt x="8535" y="36018"/>
                </a:cubicBezTo>
                <a:cubicBezTo>
                  <a:pt x="10807" y="37329"/>
                  <a:pt x="13137" y="38290"/>
                  <a:pt x="15526" y="38916"/>
                </a:cubicBezTo>
                <a:cubicBezTo>
                  <a:pt x="18774" y="39717"/>
                  <a:pt x="21381" y="39834"/>
                  <a:pt x="23376" y="39149"/>
                </a:cubicBezTo>
                <a:cubicBezTo>
                  <a:pt x="25429" y="38523"/>
                  <a:pt x="26682" y="37212"/>
                  <a:pt x="27250" y="35158"/>
                </a:cubicBezTo>
                <a:cubicBezTo>
                  <a:pt x="27701" y="33338"/>
                  <a:pt x="27468" y="31750"/>
                  <a:pt x="26449" y="30440"/>
                </a:cubicBezTo>
                <a:cubicBezTo>
                  <a:pt x="25488" y="29129"/>
                  <a:pt x="22983" y="27425"/>
                  <a:pt x="18992" y="25429"/>
                </a:cubicBezTo>
                <a:lnTo>
                  <a:pt x="16720" y="24235"/>
                </a:lnTo>
                <a:cubicBezTo>
                  <a:pt x="12744" y="22254"/>
                  <a:pt x="10006" y="20084"/>
                  <a:pt x="8637" y="17754"/>
                </a:cubicBezTo>
                <a:cubicBezTo>
                  <a:pt x="7224" y="15424"/>
                  <a:pt x="6933" y="12642"/>
                  <a:pt x="7792" y="9394"/>
                </a:cubicBezTo>
                <a:cubicBezTo>
                  <a:pt x="8811" y="5520"/>
                  <a:pt x="10982" y="2855"/>
                  <a:pt x="14331" y="1427"/>
                </a:cubicBezTo>
                <a:cubicBezTo>
                  <a:pt x="17637" y="0"/>
                  <a:pt x="21847" y="0"/>
                  <a:pt x="26959" y="1311"/>
                </a:cubicBezTo>
                <a:cubicBezTo>
                  <a:pt x="29464" y="1995"/>
                  <a:pt x="31794" y="2796"/>
                  <a:pt x="33964" y="3758"/>
                </a:cubicBezTo>
                <a:cubicBezTo>
                  <a:pt x="36061" y="4675"/>
                  <a:pt x="37998" y="5753"/>
                  <a:pt x="39703" y="7005"/>
                </a:cubicBezTo>
                <a:close/>
                <a:moveTo>
                  <a:pt x="39703" y="70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F9BBE-6E07-4446-B189-DF0DB8B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212" y="4237696"/>
            <a:ext cx="65205" cy="68729"/>
          </a:xfrm>
          <a:custGeom xmlns:a="http://schemas.openxmlformats.org/drawingml/2006/main">
            <a:pathLst>
              <a:path w="65205" h="68729">
                <a:moveTo>
                  <a:pt x="14404" y="0"/>
                </a:moveTo>
                <a:lnTo>
                  <a:pt x="25604" y="2898"/>
                </a:lnTo>
                <a:lnTo>
                  <a:pt x="29930" y="44378"/>
                </a:lnTo>
                <a:lnTo>
                  <a:pt x="54005" y="10297"/>
                </a:lnTo>
                <a:lnTo>
                  <a:pt x="65205" y="13254"/>
                </a:lnTo>
                <a:lnTo>
                  <a:pt x="50757" y="68729"/>
                </a:lnTo>
                <a:lnTo>
                  <a:pt x="43416" y="66792"/>
                </a:lnTo>
                <a:lnTo>
                  <a:pt x="56102" y="18089"/>
                </a:lnTo>
                <a:lnTo>
                  <a:pt x="31867" y="52403"/>
                </a:lnTo>
                <a:lnTo>
                  <a:pt x="24352" y="50466"/>
                </a:lnTo>
                <a:lnTo>
                  <a:pt x="19982" y="8710"/>
                </a:lnTo>
                <a:lnTo>
                  <a:pt x="7282" y="57398"/>
                </a:lnTo>
                <a:lnTo>
                  <a:pt x="0" y="55519"/>
                </a:lnTo>
                <a:lnTo>
                  <a:pt x="14404" y="0"/>
                </a:lnTo>
                <a:close/>
                <a:moveTo>
                  <a:pt x="1440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7153A-446A-4CC9-B74E-7C140C55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160" y="4270524"/>
            <a:ext cx="42499" cy="46985"/>
          </a:xfrm>
          <a:custGeom xmlns:a="http://schemas.openxmlformats.org/drawingml/2006/main">
            <a:pathLst>
              <a:path w="42499" h="46985">
                <a:moveTo>
                  <a:pt x="40853" y="26449"/>
                </a:moveTo>
                <a:lnTo>
                  <a:pt x="39994" y="29813"/>
                </a:lnTo>
                <a:lnTo>
                  <a:pt x="8535" y="21614"/>
                </a:lnTo>
                <a:cubicBezTo>
                  <a:pt x="7617" y="26391"/>
                  <a:pt x="8127" y="30323"/>
                  <a:pt x="10006" y="33454"/>
                </a:cubicBezTo>
                <a:cubicBezTo>
                  <a:pt x="11885" y="36586"/>
                  <a:pt x="15132" y="38741"/>
                  <a:pt x="19676" y="39936"/>
                </a:cubicBezTo>
                <a:cubicBezTo>
                  <a:pt x="22298" y="40620"/>
                  <a:pt x="24920" y="40955"/>
                  <a:pt x="27527" y="40955"/>
                </a:cubicBezTo>
                <a:cubicBezTo>
                  <a:pt x="30148" y="40955"/>
                  <a:pt x="32886" y="40620"/>
                  <a:pt x="35668" y="39936"/>
                </a:cubicBezTo>
                <a:lnTo>
                  <a:pt x="33964" y="46417"/>
                </a:lnTo>
                <a:cubicBezTo>
                  <a:pt x="31226" y="46825"/>
                  <a:pt x="28503" y="46985"/>
                  <a:pt x="25764" y="46825"/>
                </a:cubicBezTo>
                <a:cubicBezTo>
                  <a:pt x="23099" y="46708"/>
                  <a:pt x="20361" y="46315"/>
                  <a:pt x="17754" y="45630"/>
                </a:cubicBezTo>
                <a:cubicBezTo>
                  <a:pt x="11098" y="43926"/>
                  <a:pt x="6365" y="40620"/>
                  <a:pt x="3466" y="35726"/>
                </a:cubicBezTo>
                <a:cubicBezTo>
                  <a:pt x="626" y="30833"/>
                  <a:pt x="0" y="25094"/>
                  <a:pt x="1762" y="18482"/>
                </a:cubicBezTo>
                <a:cubicBezTo>
                  <a:pt x="3525" y="11724"/>
                  <a:pt x="6772" y="6772"/>
                  <a:pt x="11491" y="3758"/>
                </a:cubicBezTo>
                <a:cubicBezTo>
                  <a:pt x="16210" y="685"/>
                  <a:pt x="21672" y="0"/>
                  <a:pt x="27935" y="1588"/>
                </a:cubicBezTo>
                <a:cubicBezTo>
                  <a:pt x="33513" y="3073"/>
                  <a:pt x="37489" y="6030"/>
                  <a:pt x="39819" y="10472"/>
                </a:cubicBezTo>
                <a:cubicBezTo>
                  <a:pt x="42149" y="14899"/>
                  <a:pt x="42499" y="20259"/>
                  <a:pt x="40853" y="26449"/>
                </a:cubicBezTo>
                <a:close/>
                <a:moveTo>
                  <a:pt x="34532" y="22648"/>
                </a:moveTo>
                <a:cubicBezTo>
                  <a:pt x="35493" y="18890"/>
                  <a:pt x="35217" y="15642"/>
                  <a:pt x="33731" y="12919"/>
                </a:cubicBezTo>
                <a:cubicBezTo>
                  <a:pt x="32260" y="10122"/>
                  <a:pt x="29872" y="8302"/>
                  <a:pt x="26507" y="7399"/>
                </a:cubicBezTo>
                <a:cubicBezTo>
                  <a:pt x="22691" y="6423"/>
                  <a:pt x="19342" y="6714"/>
                  <a:pt x="16501" y="8243"/>
                </a:cubicBezTo>
                <a:cubicBezTo>
                  <a:pt x="13647" y="9846"/>
                  <a:pt x="11550" y="12511"/>
                  <a:pt x="10181" y="16327"/>
                </a:cubicBezTo>
                <a:lnTo>
                  <a:pt x="34532" y="22648"/>
                </a:lnTo>
                <a:close/>
                <a:moveTo>
                  <a:pt x="34532" y="226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8DFD7-CFDE-4EBB-B56C-8224134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086" y="4271718"/>
            <a:ext cx="48587" cy="59627"/>
          </a:xfrm>
          <a:custGeom xmlns:a="http://schemas.openxmlformats.org/drawingml/2006/main">
            <a:pathLst>
              <a:path w="48587" h="59627">
                <a:moveTo>
                  <a:pt x="35901" y="22531"/>
                </a:moveTo>
                <a:lnTo>
                  <a:pt x="41771" y="0"/>
                </a:lnTo>
                <a:lnTo>
                  <a:pt x="48587" y="1762"/>
                </a:lnTo>
                <a:lnTo>
                  <a:pt x="33513" y="59627"/>
                </a:lnTo>
                <a:lnTo>
                  <a:pt x="26697" y="57806"/>
                </a:lnTo>
                <a:lnTo>
                  <a:pt x="28342" y="51602"/>
                </a:lnTo>
                <a:cubicBezTo>
                  <a:pt x="26230" y="53699"/>
                  <a:pt x="23958" y="55068"/>
                  <a:pt x="21453" y="55694"/>
                </a:cubicBezTo>
                <a:cubicBezTo>
                  <a:pt x="18948" y="56321"/>
                  <a:pt x="16166" y="56204"/>
                  <a:pt x="13035" y="55418"/>
                </a:cubicBezTo>
                <a:cubicBezTo>
                  <a:pt x="8025" y="54107"/>
                  <a:pt x="4442" y="51034"/>
                  <a:pt x="2345" y="46198"/>
                </a:cubicBezTo>
                <a:cubicBezTo>
                  <a:pt x="233" y="41363"/>
                  <a:pt x="0" y="35668"/>
                  <a:pt x="1719" y="29129"/>
                </a:cubicBezTo>
                <a:cubicBezTo>
                  <a:pt x="3423" y="22589"/>
                  <a:pt x="6379" y="17754"/>
                  <a:pt x="10588" y="14564"/>
                </a:cubicBezTo>
                <a:cubicBezTo>
                  <a:pt x="14797" y="11375"/>
                  <a:pt x="19414" y="10414"/>
                  <a:pt x="24468" y="11724"/>
                </a:cubicBezTo>
                <a:cubicBezTo>
                  <a:pt x="27541" y="12511"/>
                  <a:pt x="29988" y="13822"/>
                  <a:pt x="31867" y="15584"/>
                </a:cubicBezTo>
                <a:cubicBezTo>
                  <a:pt x="33746" y="17346"/>
                  <a:pt x="35115" y="19691"/>
                  <a:pt x="35901" y="22531"/>
                </a:cubicBezTo>
                <a:close/>
                <a:moveTo>
                  <a:pt x="8826" y="31008"/>
                </a:moveTo>
                <a:cubicBezTo>
                  <a:pt x="7515" y="36018"/>
                  <a:pt x="7515" y="40227"/>
                  <a:pt x="8826" y="43635"/>
                </a:cubicBezTo>
                <a:cubicBezTo>
                  <a:pt x="10137" y="47043"/>
                  <a:pt x="12642" y="49213"/>
                  <a:pt x="16225" y="50116"/>
                </a:cubicBezTo>
                <a:cubicBezTo>
                  <a:pt x="19866" y="51092"/>
                  <a:pt x="23055" y="50407"/>
                  <a:pt x="25895" y="48077"/>
                </a:cubicBezTo>
                <a:cubicBezTo>
                  <a:pt x="28736" y="45747"/>
                  <a:pt x="30789" y="42106"/>
                  <a:pt x="32100" y="37037"/>
                </a:cubicBezTo>
                <a:cubicBezTo>
                  <a:pt x="33396" y="32027"/>
                  <a:pt x="33396" y="27818"/>
                  <a:pt x="32042" y="24410"/>
                </a:cubicBezTo>
                <a:cubicBezTo>
                  <a:pt x="30731" y="20987"/>
                  <a:pt x="28226" y="18832"/>
                  <a:pt x="24643" y="17856"/>
                </a:cubicBezTo>
                <a:cubicBezTo>
                  <a:pt x="21002" y="16953"/>
                  <a:pt x="17812" y="17637"/>
                  <a:pt x="14972" y="19968"/>
                </a:cubicBezTo>
                <a:cubicBezTo>
                  <a:pt x="12176" y="22298"/>
                  <a:pt x="10137" y="25939"/>
                  <a:pt x="8826" y="31008"/>
                </a:cubicBezTo>
                <a:close/>
                <a:moveTo>
                  <a:pt x="8826" y="310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562E1-2606-4CEF-81E3-74071A18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712" y="4277180"/>
            <a:ext cx="21905" cy="59568"/>
          </a:xfrm>
          <a:custGeom xmlns:a="http://schemas.openxmlformats.org/drawingml/2006/main">
            <a:pathLst>
              <a:path w="21905" h="59568">
                <a:moveTo>
                  <a:pt x="10807" y="16210"/>
                </a:moveTo>
                <a:lnTo>
                  <a:pt x="17637" y="17972"/>
                </a:lnTo>
                <a:lnTo>
                  <a:pt x="6831" y="59568"/>
                </a:lnTo>
                <a:lnTo>
                  <a:pt x="0" y="57806"/>
                </a:lnTo>
                <a:lnTo>
                  <a:pt x="10807" y="16210"/>
                </a:lnTo>
                <a:close/>
                <a:moveTo>
                  <a:pt x="15016" y="0"/>
                </a:moveTo>
                <a:lnTo>
                  <a:pt x="21905" y="1762"/>
                </a:lnTo>
                <a:lnTo>
                  <a:pt x="19633" y="10414"/>
                </a:lnTo>
                <a:lnTo>
                  <a:pt x="12802" y="8651"/>
                </a:lnTo>
                <a:lnTo>
                  <a:pt x="15016" y="0"/>
                </a:lnTo>
                <a:close/>
                <a:moveTo>
                  <a:pt x="1501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D198D-F9F7-4E45-9902-EE0FA8A4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364" y="4300454"/>
            <a:ext cx="40853" cy="48529"/>
          </a:xfrm>
          <a:custGeom xmlns:a="http://schemas.openxmlformats.org/drawingml/2006/main">
            <a:pathLst>
              <a:path w="40853" h="48529">
                <a:moveTo>
                  <a:pt x="24861" y="24060"/>
                </a:moveTo>
                <a:cubicBezTo>
                  <a:pt x="19342" y="22633"/>
                  <a:pt x="15307" y="22240"/>
                  <a:pt x="12860" y="22924"/>
                </a:cubicBezTo>
                <a:cubicBezTo>
                  <a:pt x="10414" y="23667"/>
                  <a:pt x="8768" y="25531"/>
                  <a:pt x="7967" y="28604"/>
                </a:cubicBezTo>
                <a:cubicBezTo>
                  <a:pt x="7340" y="31008"/>
                  <a:pt x="7617" y="33163"/>
                  <a:pt x="8870" y="34984"/>
                </a:cubicBezTo>
                <a:cubicBezTo>
                  <a:pt x="10122" y="36804"/>
                  <a:pt x="12118" y="38115"/>
                  <a:pt x="14856" y="38800"/>
                </a:cubicBezTo>
                <a:cubicBezTo>
                  <a:pt x="18657" y="39819"/>
                  <a:pt x="22021" y="39251"/>
                  <a:pt x="25036" y="37139"/>
                </a:cubicBezTo>
                <a:cubicBezTo>
                  <a:pt x="27993" y="35100"/>
                  <a:pt x="30090" y="31794"/>
                  <a:pt x="31241" y="27366"/>
                </a:cubicBezTo>
                <a:lnTo>
                  <a:pt x="31634" y="25823"/>
                </a:lnTo>
                <a:lnTo>
                  <a:pt x="24861" y="24060"/>
                </a:lnTo>
                <a:close/>
                <a:moveTo>
                  <a:pt x="39193" y="24803"/>
                </a:moveTo>
                <a:lnTo>
                  <a:pt x="33061" y="48529"/>
                </a:lnTo>
                <a:lnTo>
                  <a:pt x="26230" y="46766"/>
                </a:lnTo>
                <a:lnTo>
                  <a:pt x="27818" y="40445"/>
                </a:lnTo>
                <a:cubicBezTo>
                  <a:pt x="25604" y="42543"/>
                  <a:pt x="23216" y="43912"/>
                  <a:pt x="20536" y="44480"/>
                </a:cubicBezTo>
                <a:cubicBezTo>
                  <a:pt x="17914" y="45106"/>
                  <a:pt x="14899" y="44946"/>
                  <a:pt x="11550" y="44086"/>
                </a:cubicBezTo>
                <a:cubicBezTo>
                  <a:pt x="7282" y="42950"/>
                  <a:pt x="4209" y="40897"/>
                  <a:pt x="2272" y="37824"/>
                </a:cubicBezTo>
                <a:cubicBezTo>
                  <a:pt x="393" y="34809"/>
                  <a:pt x="0" y="31284"/>
                  <a:pt x="1020" y="27250"/>
                </a:cubicBezTo>
                <a:cubicBezTo>
                  <a:pt x="2272" y="22575"/>
                  <a:pt x="4719" y="19458"/>
                  <a:pt x="8476" y="17856"/>
                </a:cubicBezTo>
                <a:cubicBezTo>
                  <a:pt x="12234" y="16327"/>
                  <a:pt x="17244" y="16385"/>
                  <a:pt x="23434" y="17972"/>
                </a:cubicBezTo>
                <a:lnTo>
                  <a:pt x="33061" y="20478"/>
                </a:lnTo>
                <a:lnTo>
                  <a:pt x="33221" y="19793"/>
                </a:lnTo>
                <a:cubicBezTo>
                  <a:pt x="34022" y="16662"/>
                  <a:pt x="33629" y="13938"/>
                  <a:pt x="32027" y="11652"/>
                </a:cubicBezTo>
                <a:cubicBezTo>
                  <a:pt x="30381" y="9438"/>
                  <a:pt x="27701" y="7792"/>
                  <a:pt x="23958" y="6816"/>
                </a:cubicBezTo>
                <a:cubicBezTo>
                  <a:pt x="21614" y="6190"/>
                  <a:pt x="19167" y="5913"/>
                  <a:pt x="16778" y="5855"/>
                </a:cubicBezTo>
                <a:cubicBezTo>
                  <a:pt x="14390" y="5855"/>
                  <a:pt x="12001" y="6132"/>
                  <a:pt x="9612" y="6758"/>
                </a:cubicBezTo>
                <a:lnTo>
                  <a:pt x="11258" y="451"/>
                </a:lnTo>
                <a:cubicBezTo>
                  <a:pt x="14055" y="102"/>
                  <a:pt x="16618" y="0"/>
                  <a:pt x="19108" y="160"/>
                </a:cubicBezTo>
                <a:cubicBezTo>
                  <a:pt x="21614" y="277"/>
                  <a:pt x="23958" y="626"/>
                  <a:pt x="26172" y="1253"/>
                </a:cubicBezTo>
                <a:cubicBezTo>
                  <a:pt x="32202" y="2782"/>
                  <a:pt x="36294" y="5520"/>
                  <a:pt x="38465" y="9438"/>
                </a:cubicBezTo>
                <a:cubicBezTo>
                  <a:pt x="40620" y="13312"/>
                  <a:pt x="40853" y="18424"/>
                  <a:pt x="39193" y="24803"/>
                </a:cubicBezTo>
                <a:close/>
                <a:moveTo>
                  <a:pt x="39193" y="248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966F9-C353-4977-A341-12659249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869" y="4295211"/>
            <a:ext cx="48587" cy="62583"/>
          </a:xfrm>
          <a:custGeom xmlns:a="http://schemas.openxmlformats.org/drawingml/2006/main">
            <a:pathLst>
              <a:path w="48587" h="62583">
                <a:moveTo>
                  <a:pt x="1660" y="0"/>
                </a:moveTo>
                <a:lnTo>
                  <a:pt x="48587" y="12234"/>
                </a:lnTo>
                <a:lnTo>
                  <a:pt x="46941" y="18555"/>
                </a:lnTo>
                <a:lnTo>
                  <a:pt x="27265" y="13428"/>
                </a:lnTo>
                <a:lnTo>
                  <a:pt x="14462" y="62583"/>
                </a:lnTo>
                <a:lnTo>
                  <a:pt x="6947" y="60646"/>
                </a:lnTo>
                <a:lnTo>
                  <a:pt x="19749" y="11491"/>
                </a:lnTo>
                <a:lnTo>
                  <a:pt x="0" y="6321"/>
                </a:lnTo>
                <a:lnTo>
                  <a:pt x="1660" y="0"/>
                </a:lnTo>
                <a:close/>
                <a:moveTo>
                  <a:pt x="16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B74C7-FE65-4294-9C90-7BCC6AE4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63" y="4321674"/>
            <a:ext cx="42441" cy="46985"/>
          </a:xfrm>
          <a:custGeom xmlns:a="http://schemas.openxmlformats.org/drawingml/2006/main">
            <a:pathLst>
              <a:path w="42441" h="46985">
                <a:moveTo>
                  <a:pt x="40853" y="26449"/>
                </a:moveTo>
                <a:lnTo>
                  <a:pt x="39994" y="29799"/>
                </a:lnTo>
                <a:lnTo>
                  <a:pt x="8535" y="21614"/>
                </a:lnTo>
                <a:cubicBezTo>
                  <a:pt x="7617" y="26391"/>
                  <a:pt x="8083" y="30381"/>
                  <a:pt x="10020" y="33440"/>
                </a:cubicBezTo>
                <a:cubicBezTo>
                  <a:pt x="11885" y="36571"/>
                  <a:pt x="15074" y="38741"/>
                  <a:pt x="19633" y="39936"/>
                </a:cubicBezTo>
                <a:cubicBezTo>
                  <a:pt x="22240" y="40620"/>
                  <a:pt x="24861" y="40955"/>
                  <a:pt x="27541" y="40955"/>
                </a:cubicBezTo>
                <a:cubicBezTo>
                  <a:pt x="30148" y="40955"/>
                  <a:pt x="32828" y="40620"/>
                  <a:pt x="35610" y="39994"/>
                </a:cubicBezTo>
                <a:lnTo>
                  <a:pt x="33964" y="46417"/>
                </a:lnTo>
                <a:cubicBezTo>
                  <a:pt x="31241" y="46810"/>
                  <a:pt x="28503" y="46985"/>
                  <a:pt x="25779" y="46868"/>
                </a:cubicBezTo>
                <a:cubicBezTo>
                  <a:pt x="23041" y="46708"/>
                  <a:pt x="20361" y="46300"/>
                  <a:pt x="17696" y="45616"/>
                </a:cubicBezTo>
                <a:cubicBezTo>
                  <a:pt x="11098" y="43912"/>
                  <a:pt x="6321" y="40620"/>
                  <a:pt x="3466" y="35726"/>
                </a:cubicBezTo>
                <a:cubicBezTo>
                  <a:pt x="568" y="30833"/>
                  <a:pt x="0" y="25138"/>
                  <a:pt x="1704" y="18540"/>
                </a:cubicBezTo>
                <a:cubicBezTo>
                  <a:pt x="3466" y="11710"/>
                  <a:pt x="6714" y="6758"/>
                  <a:pt x="11433" y="3743"/>
                </a:cubicBezTo>
                <a:cubicBezTo>
                  <a:pt x="16152" y="670"/>
                  <a:pt x="21672" y="0"/>
                  <a:pt x="27876" y="1646"/>
                </a:cubicBezTo>
                <a:cubicBezTo>
                  <a:pt x="33513" y="3073"/>
                  <a:pt x="37430" y="6030"/>
                  <a:pt x="39761" y="10457"/>
                </a:cubicBezTo>
                <a:cubicBezTo>
                  <a:pt x="42106" y="14958"/>
                  <a:pt x="42441" y="20245"/>
                  <a:pt x="40853" y="26449"/>
                </a:cubicBezTo>
                <a:close/>
                <a:moveTo>
                  <a:pt x="34532" y="22633"/>
                </a:moveTo>
                <a:cubicBezTo>
                  <a:pt x="35450" y="18934"/>
                  <a:pt x="35158" y="15642"/>
                  <a:pt x="33731" y="12904"/>
                </a:cubicBezTo>
                <a:cubicBezTo>
                  <a:pt x="32260" y="10122"/>
                  <a:pt x="29813" y="8302"/>
                  <a:pt x="26449" y="7442"/>
                </a:cubicBezTo>
                <a:cubicBezTo>
                  <a:pt x="22648" y="6423"/>
                  <a:pt x="19342" y="6714"/>
                  <a:pt x="16443" y="8302"/>
                </a:cubicBezTo>
                <a:cubicBezTo>
                  <a:pt x="13603" y="9831"/>
                  <a:pt x="11491" y="12511"/>
                  <a:pt x="10122" y="16385"/>
                </a:cubicBezTo>
                <a:lnTo>
                  <a:pt x="34532" y="22633"/>
                </a:lnTo>
                <a:close/>
                <a:moveTo>
                  <a:pt x="34532" y="226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F897F-EE50-4852-B750-940DD08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545" y="4333952"/>
            <a:ext cx="39703" cy="46373"/>
          </a:xfrm>
          <a:custGeom xmlns:a="http://schemas.openxmlformats.org/drawingml/2006/main">
            <a:pathLst>
              <a:path w="39703" h="46373">
                <a:moveTo>
                  <a:pt x="39703" y="7399"/>
                </a:moveTo>
                <a:lnTo>
                  <a:pt x="38057" y="13778"/>
                </a:lnTo>
                <a:cubicBezTo>
                  <a:pt x="36353" y="12234"/>
                  <a:pt x="34649" y="10923"/>
                  <a:pt x="32828" y="9846"/>
                </a:cubicBezTo>
                <a:cubicBezTo>
                  <a:pt x="31066" y="8826"/>
                  <a:pt x="29129" y="8025"/>
                  <a:pt x="27133" y="7515"/>
                </a:cubicBezTo>
                <a:cubicBezTo>
                  <a:pt x="22691" y="6379"/>
                  <a:pt x="18890" y="6889"/>
                  <a:pt x="15700" y="9044"/>
                </a:cubicBezTo>
                <a:cubicBezTo>
                  <a:pt x="12511" y="11215"/>
                  <a:pt x="10297" y="14856"/>
                  <a:pt x="8986" y="19924"/>
                </a:cubicBezTo>
                <a:cubicBezTo>
                  <a:pt x="7617" y="25036"/>
                  <a:pt x="7850" y="29304"/>
                  <a:pt x="9554" y="32712"/>
                </a:cubicBezTo>
                <a:cubicBezTo>
                  <a:pt x="11258" y="36193"/>
                  <a:pt x="14331" y="38465"/>
                  <a:pt x="18832" y="39659"/>
                </a:cubicBezTo>
                <a:cubicBezTo>
                  <a:pt x="20769" y="40169"/>
                  <a:pt x="22808" y="40402"/>
                  <a:pt x="24920" y="40402"/>
                </a:cubicBezTo>
                <a:cubicBezTo>
                  <a:pt x="26959" y="40343"/>
                  <a:pt x="29129" y="40052"/>
                  <a:pt x="31343" y="39484"/>
                </a:cubicBezTo>
                <a:lnTo>
                  <a:pt x="29697" y="45805"/>
                </a:lnTo>
                <a:cubicBezTo>
                  <a:pt x="27527" y="46198"/>
                  <a:pt x="25371" y="46373"/>
                  <a:pt x="23216" y="46257"/>
                </a:cubicBezTo>
                <a:cubicBezTo>
                  <a:pt x="21104" y="46198"/>
                  <a:pt x="18832" y="45863"/>
                  <a:pt x="16560" y="45237"/>
                </a:cubicBezTo>
                <a:cubicBezTo>
                  <a:pt x="10297" y="43635"/>
                  <a:pt x="5797" y="40343"/>
                  <a:pt x="3131" y="35450"/>
                </a:cubicBezTo>
                <a:cubicBezTo>
                  <a:pt x="451" y="30556"/>
                  <a:pt x="0" y="24759"/>
                  <a:pt x="1762" y="18045"/>
                </a:cubicBezTo>
                <a:cubicBezTo>
                  <a:pt x="3525" y="11273"/>
                  <a:pt x="6772" y="6437"/>
                  <a:pt x="11491" y="3539"/>
                </a:cubicBezTo>
                <a:cubicBezTo>
                  <a:pt x="16268" y="568"/>
                  <a:pt x="21905" y="0"/>
                  <a:pt x="28386" y="1660"/>
                </a:cubicBezTo>
                <a:cubicBezTo>
                  <a:pt x="30498" y="2228"/>
                  <a:pt x="32479" y="2957"/>
                  <a:pt x="34357" y="3932"/>
                </a:cubicBezTo>
                <a:cubicBezTo>
                  <a:pt x="36236" y="4894"/>
                  <a:pt x="38057" y="6030"/>
                  <a:pt x="39703" y="7399"/>
                </a:cubicBezTo>
                <a:close/>
                <a:moveTo>
                  <a:pt x="39703" y="73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651A42-FD39-44B5-B9A7-EAAE6558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442" y="4326568"/>
            <a:ext cx="42907" cy="66894"/>
          </a:xfrm>
          <a:custGeom xmlns:a="http://schemas.openxmlformats.org/drawingml/2006/main">
            <a:pathLst>
              <a:path w="42907" h="66894">
                <a:moveTo>
                  <a:pt x="41421" y="41756"/>
                </a:moveTo>
                <a:lnTo>
                  <a:pt x="34882" y="66894"/>
                </a:lnTo>
                <a:lnTo>
                  <a:pt x="28051" y="65132"/>
                </a:lnTo>
                <a:lnTo>
                  <a:pt x="34532" y="40212"/>
                </a:lnTo>
                <a:cubicBezTo>
                  <a:pt x="35566" y="36294"/>
                  <a:pt x="35566" y="33163"/>
                  <a:pt x="34532" y="30775"/>
                </a:cubicBezTo>
                <a:cubicBezTo>
                  <a:pt x="33454" y="28444"/>
                  <a:pt x="31415" y="26842"/>
                  <a:pt x="28401" y="26056"/>
                </a:cubicBezTo>
                <a:cubicBezTo>
                  <a:pt x="24701" y="25080"/>
                  <a:pt x="21453" y="25488"/>
                  <a:pt x="18730" y="27308"/>
                </a:cubicBezTo>
                <a:cubicBezTo>
                  <a:pt x="15933" y="29129"/>
                  <a:pt x="14055" y="32027"/>
                  <a:pt x="12977" y="36120"/>
                </a:cubicBezTo>
                <a:lnTo>
                  <a:pt x="6889" y="59612"/>
                </a:lnTo>
                <a:lnTo>
                  <a:pt x="0" y="57850"/>
                </a:lnTo>
                <a:lnTo>
                  <a:pt x="15089" y="0"/>
                </a:lnTo>
                <a:lnTo>
                  <a:pt x="21905" y="1821"/>
                </a:lnTo>
                <a:lnTo>
                  <a:pt x="16050" y="24454"/>
                </a:lnTo>
                <a:cubicBezTo>
                  <a:pt x="18322" y="22415"/>
                  <a:pt x="20711" y="21046"/>
                  <a:pt x="23274" y="20361"/>
                </a:cubicBezTo>
                <a:cubicBezTo>
                  <a:pt x="25837" y="19676"/>
                  <a:pt x="28503" y="19735"/>
                  <a:pt x="31415" y="20478"/>
                </a:cubicBezTo>
                <a:cubicBezTo>
                  <a:pt x="36251" y="21730"/>
                  <a:pt x="39426" y="24177"/>
                  <a:pt x="41144" y="27760"/>
                </a:cubicBezTo>
                <a:cubicBezTo>
                  <a:pt x="42790" y="31343"/>
                  <a:pt x="42907" y="36003"/>
                  <a:pt x="41421" y="41756"/>
                </a:cubicBezTo>
                <a:close/>
                <a:moveTo>
                  <a:pt x="41421" y="417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79ABB-E325-4990-917E-BEE6682D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542" y="4180516"/>
            <a:ext cx="23784" cy="57180"/>
          </a:xfrm>
          <a:custGeom xmlns:a="http://schemas.openxmlformats.org/drawingml/2006/main">
            <a:pathLst>
              <a:path w="23784" h="57180">
                <a:moveTo>
                  <a:pt x="16327" y="0"/>
                </a:moveTo>
                <a:lnTo>
                  <a:pt x="23784" y="2170"/>
                </a:lnTo>
                <a:lnTo>
                  <a:pt x="7457" y="57180"/>
                </a:lnTo>
                <a:lnTo>
                  <a:pt x="0" y="54966"/>
                </a:lnTo>
                <a:lnTo>
                  <a:pt x="16327" y="0"/>
                </a:lnTo>
                <a:close/>
                <a:moveTo>
                  <a:pt x="163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62445-5AB4-431E-8298-BEA4707C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214" y="4200659"/>
            <a:ext cx="43693" cy="51485"/>
          </a:xfrm>
          <a:custGeom xmlns:a="http://schemas.openxmlformats.org/drawingml/2006/main">
            <a:pathLst>
              <a:path w="43693" h="51485">
                <a:moveTo>
                  <a:pt x="41931" y="26624"/>
                </a:moveTo>
                <a:lnTo>
                  <a:pt x="34547" y="51485"/>
                </a:lnTo>
                <a:lnTo>
                  <a:pt x="27774" y="49490"/>
                </a:lnTo>
                <a:lnTo>
                  <a:pt x="35115" y="24803"/>
                </a:lnTo>
                <a:cubicBezTo>
                  <a:pt x="36309" y="20944"/>
                  <a:pt x="36367" y="17754"/>
                  <a:pt x="35450" y="15365"/>
                </a:cubicBezTo>
                <a:cubicBezTo>
                  <a:pt x="34488" y="12977"/>
                  <a:pt x="32493" y="11317"/>
                  <a:pt x="29478" y="10472"/>
                </a:cubicBezTo>
                <a:cubicBezTo>
                  <a:pt x="25779" y="9394"/>
                  <a:pt x="22531" y="9671"/>
                  <a:pt x="19749" y="11375"/>
                </a:cubicBezTo>
                <a:cubicBezTo>
                  <a:pt x="16968" y="13079"/>
                  <a:pt x="14972" y="15933"/>
                  <a:pt x="13778" y="19968"/>
                </a:cubicBezTo>
                <a:lnTo>
                  <a:pt x="6831" y="43242"/>
                </a:lnTo>
                <a:lnTo>
                  <a:pt x="0" y="41246"/>
                </a:lnTo>
                <a:lnTo>
                  <a:pt x="12292" y="0"/>
                </a:lnTo>
                <a:lnTo>
                  <a:pt x="19065" y="2054"/>
                </a:lnTo>
                <a:lnTo>
                  <a:pt x="17186" y="8418"/>
                </a:lnTo>
                <a:cubicBezTo>
                  <a:pt x="19516" y="6423"/>
                  <a:pt x="22021" y="5170"/>
                  <a:pt x="24526" y="4602"/>
                </a:cubicBezTo>
                <a:cubicBezTo>
                  <a:pt x="27148" y="3976"/>
                  <a:pt x="29813" y="4151"/>
                  <a:pt x="32726" y="5010"/>
                </a:cubicBezTo>
                <a:cubicBezTo>
                  <a:pt x="37445" y="6423"/>
                  <a:pt x="40576" y="8928"/>
                  <a:pt x="42164" y="12569"/>
                </a:cubicBezTo>
                <a:cubicBezTo>
                  <a:pt x="43693" y="16210"/>
                  <a:pt x="43649" y="20944"/>
                  <a:pt x="41931" y="26624"/>
                </a:cubicBezTo>
                <a:close/>
                <a:moveTo>
                  <a:pt x="41931" y="266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5F960-22E6-488A-BE15-708DA4D8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727" y="4216242"/>
            <a:ext cx="40737" cy="46082"/>
          </a:xfrm>
          <a:custGeom xmlns:a="http://schemas.openxmlformats.org/drawingml/2006/main">
            <a:pathLst>
              <a:path w="40737" h="46082">
                <a:moveTo>
                  <a:pt x="40737" y="7748"/>
                </a:moveTo>
                <a:lnTo>
                  <a:pt x="38814" y="14113"/>
                </a:lnTo>
                <a:cubicBezTo>
                  <a:pt x="37212" y="12584"/>
                  <a:pt x="35450" y="11273"/>
                  <a:pt x="33513" y="10137"/>
                </a:cubicBezTo>
                <a:cubicBezTo>
                  <a:pt x="31576" y="9044"/>
                  <a:pt x="29537" y="8141"/>
                  <a:pt x="27308" y="7515"/>
                </a:cubicBezTo>
                <a:cubicBezTo>
                  <a:pt x="23958" y="6496"/>
                  <a:pt x="21279" y="6263"/>
                  <a:pt x="19298" y="6772"/>
                </a:cubicBezTo>
                <a:cubicBezTo>
                  <a:pt x="17302" y="7340"/>
                  <a:pt x="15992" y="8651"/>
                  <a:pt x="15424" y="10705"/>
                </a:cubicBezTo>
                <a:cubicBezTo>
                  <a:pt x="14914" y="12234"/>
                  <a:pt x="15191" y="13661"/>
                  <a:pt x="16108" y="14914"/>
                </a:cubicBezTo>
                <a:cubicBezTo>
                  <a:pt x="17011" y="16166"/>
                  <a:pt x="19240" y="17754"/>
                  <a:pt x="22589" y="19633"/>
                </a:cubicBezTo>
                <a:lnTo>
                  <a:pt x="24759" y="20827"/>
                </a:lnTo>
                <a:cubicBezTo>
                  <a:pt x="29245" y="23332"/>
                  <a:pt x="32260" y="25779"/>
                  <a:pt x="33746" y="28226"/>
                </a:cubicBezTo>
                <a:cubicBezTo>
                  <a:pt x="35217" y="30731"/>
                  <a:pt x="35450" y="33629"/>
                  <a:pt x="34430" y="36979"/>
                </a:cubicBezTo>
                <a:cubicBezTo>
                  <a:pt x="33294" y="40853"/>
                  <a:pt x="30906" y="43416"/>
                  <a:pt x="27206" y="44786"/>
                </a:cubicBezTo>
                <a:cubicBezTo>
                  <a:pt x="23507" y="46082"/>
                  <a:pt x="19007" y="45980"/>
                  <a:pt x="13661" y="44378"/>
                </a:cubicBezTo>
                <a:cubicBezTo>
                  <a:pt x="11506" y="43751"/>
                  <a:pt x="9219" y="42848"/>
                  <a:pt x="7005" y="41712"/>
                </a:cubicBezTo>
                <a:cubicBezTo>
                  <a:pt x="4733" y="40562"/>
                  <a:pt x="2403" y="39149"/>
                  <a:pt x="0" y="37503"/>
                </a:cubicBezTo>
                <a:lnTo>
                  <a:pt x="2054" y="30498"/>
                </a:lnTo>
                <a:cubicBezTo>
                  <a:pt x="4165" y="32551"/>
                  <a:pt x="6379" y="34314"/>
                  <a:pt x="8593" y="35683"/>
                </a:cubicBezTo>
                <a:cubicBezTo>
                  <a:pt x="10821" y="37037"/>
                  <a:pt x="13152" y="38071"/>
                  <a:pt x="15540" y="38756"/>
                </a:cubicBezTo>
                <a:cubicBezTo>
                  <a:pt x="18730" y="39717"/>
                  <a:pt x="21337" y="39892"/>
                  <a:pt x="23390" y="39324"/>
                </a:cubicBezTo>
                <a:cubicBezTo>
                  <a:pt x="25444" y="38756"/>
                  <a:pt x="26740" y="37445"/>
                  <a:pt x="27308" y="35450"/>
                </a:cubicBezTo>
                <a:cubicBezTo>
                  <a:pt x="27891" y="33629"/>
                  <a:pt x="27658" y="32042"/>
                  <a:pt x="26682" y="30673"/>
                </a:cubicBezTo>
                <a:cubicBezTo>
                  <a:pt x="25779" y="29304"/>
                  <a:pt x="23332" y="27600"/>
                  <a:pt x="19400" y="25429"/>
                </a:cubicBezTo>
                <a:lnTo>
                  <a:pt x="17186" y="24191"/>
                </a:lnTo>
                <a:cubicBezTo>
                  <a:pt x="13268" y="22021"/>
                  <a:pt x="10647" y="19808"/>
                  <a:pt x="9336" y="17419"/>
                </a:cubicBezTo>
                <a:cubicBezTo>
                  <a:pt x="8025" y="15030"/>
                  <a:pt x="7807" y="12234"/>
                  <a:pt x="8768" y="9044"/>
                </a:cubicBezTo>
                <a:cubicBezTo>
                  <a:pt x="9904" y="5185"/>
                  <a:pt x="12176" y="2563"/>
                  <a:pt x="15540" y="1311"/>
                </a:cubicBezTo>
                <a:cubicBezTo>
                  <a:pt x="18948" y="0"/>
                  <a:pt x="23157" y="117"/>
                  <a:pt x="28226" y="1602"/>
                </a:cubicBezTo>
                <a:cubicBezTo>
                  <a:pt x="30731" y="2345"/>
                  <a:pt x="33003" y="3248"/>
                  <a:pt x="35115" y="4267"/>
                </a:cubicBezTo>
                <a:cubicBezTo>
                  <a:pt x="37212" y="5301"/>
                  <a:pt x="39091" y="6437"/>
                  <a:pt x="40737" y="7748"/>
                </a:cubicBezTo>
                <a:close/>
                <a:moveTo>
                  <a:pt x="40737" y="77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068D0-5BE1-4E52-8CEF-9446CBAE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556" y="4210562"/>
            <a:ext cx="23769" cy="59277"/>
          </a:xfrm>
          <a:custGeom xmlns:a="http://schemas.openxmlformats.org/drawingml/2006/main">
            <a:pathLst>
              <a:path w="23769" h="59277">
                <a:moveTo>
                  <a:pt x="12220" y="16035"/>
                </a:moveTo>
                <a:lnTo>
                  <a:pt x="19050" y="18031"/>
                </a:lnTo>
                <a:lnTo>
                  <a:pt x="6758" y="59277"/>
                </a:lnTo>
                <a:lnTo>
                  <a:pt x="0" y="57282"/>
                </a:lnTo>
                <a:lnTo>
                  <a:pt x="12220" y="16035"/>
                </a:lnTo>
                <a:close/>
                <a:moveTo>
                  <a:pt x="17011" y="0"/>
                </a:moveTo>
                <a:lnTo>
                  <a:pt x="23769" y="1981"/>
                </a:lnTo>
                <a:lnTo>
                  <a:pt x="21264" y="10574"/>
                </a:lnTo>
                <a:lnTo>
                  <a:pt x="14448" y="8593"/>
                </a:lnTo>
                <a:lnTo>
                  <a:pt x="17011" y="0"/>
                </a:lnTo>
                <a:close/>
                <a:moveTo>
                  <a:pt x="170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D7E36-1876-4ACA-A531-29F6D8E4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548" y="4234448"/>
            <a:ext cx="48135" cy="61622"/>
          </a:xfrm>
          <a:custGeom xmlns:a="http://schemas.openxmlformats.org/drawingml/2006/main">
            <a:pathLst>
              <a:path w="48135" h="61622">
                <a:moveTo>
                  <a:pt x="35333" y="26580"/>
                </a:moveTo>
                <a:cubicBezTo>
                  <a:pt x="36819" y="21686"/>
                  <a:pt x="36921" y="17521"/>
                  <a:pt x="35726" y="14288"/>
                </a:cubicBezTo>
                <a:cubicBezTo>
                  <a:pt x="34474" y="10982"/>
                  <a:pt x="32027" y="8768"/>
                  <a:pt x="28386" y="7690"/>
                </a:cubicBezTo>
                <a:cubicBezTo>
                  <a:pt x="24745" y="6598"/>
                  <a:pt x="21512" y="7122"/>
                  <a:pt x="18715" y="9219"/>
                </a:cubicBezTo>
                <a:cubicBezTo>
                  <a:pt x="15875" y="11331"/>
                  <a:pt x="13720" y="14797"/>
                  <a:pt x="12292" y="19691"/>
                </a:cubicBezTo>
                <a:cubicBezTo>
                  <a:pt x="10807" y="24585"/>
                  <a:pt x="10705" y="28677"/>
                  <a:pt x="11957" y="31983"/>
                </a:cubicBezTo>
                <a:cubicBezTo>
                  <a:pt x="13152" y="35275"/>
                  <a:pt x="15598" y="37503"/>
                  <a:pt x="19240" y="38581"/>
                </a:cubicBezTo>
                <a:cubicBezTo>
                  <a:pt x="22881" y="39659"/>
                  <a:pt x="26114" y="39149"/>
                  <a:pt x="28969" y="37037"/>
                </a:cubicBezTo>
                <a:cubicBezTo>
                  <a:pt x="31750" y="34940"/>
                  <a:pt x="33906" y="31474"/>
                  <a:pt x="35333" y="26580"/>
                </a:cubicBezTo>
                <a:close/>
                <a:moveTo>
                  <a:pt x="37387" y="44552"/>
                </a:moveTo>
                <a:cubicBezTo>
                  <a:pt x="35275" y="51543"/>
                  <a:pt x="32202" y="56335"/>
                  <a:pt x="28051" y="58826"/>
                </a:cubicBezTo>
                <a:cubicBezTo>
                  <a:pt x="23958" y="61331"/>
                  <a:pt x="18672" y="61622"/>
                  <a:pt x="12234" y="59743"/>
                </a:cubicBezTo>
                <a:cubicBezTo>
                  <a:pt x="9846" y="59000"/>
                  <a:pt x="7632" y="58156"/>
                  <a:pt x="5636" y="57180"/>
                </a:cubicBezTo>
                <a:cubicBezTo>
                  <a:pt x="3641" y="56219"/>
                  <a:pt x="1762" y="55083"/>
                  <a:pt x="0" y="53713"/>
                </a:cubicBezTo>
                <a:lnTo>
                  <a:pt x="1937" y="47116"/>
                </a:lnTo>
                <a:cubicBezTo>
                  <a:pt x="3583" y="48820"/>
                  <a:pt x="5345" y="50189"/>
                  <a:pt x="7122" y="51267"/>
                </a:cubicBezTo>
                <a:cubicBezTo>
                  <a:pt x="8884" y="52344"/>
                  <a:pt x="10807" y="53204"/>
                  <a:pt x="12802" y="53830"/>
                </a:cubicBezTo>
                <a:cubicBezTo>
                  <a:pt x="17244" y="55126"/>
                  <a:pt x="20944" y="54966"/>
                  <a:pt x="23842" y="53320"/>
                </a:cubicBezTo>
                <a:cubicBezTo>
                  <a:pt x="26682" y="51602"/>
                  <a:pt x="28852" y="48470"/>
                  <a:pt x="30265" y="43751"/>
                </a:cubicBezTo>
                <a:lnTo>
                  <a:pt x="31241" y="40402"/>
                </a:lnTo>
                <a:cubicBezTo>
                  <a:pt x="29129" y="42441"/>
                  <a:pt x="26798" y="43693"/>
                  <a:pt x="24235" y="44261"/>
                </a:cubicBezTo>
                <a:cubicBezTo>
                  <a:pt x="21730" y="44829"/>
                  <a:pt x="18948" y="44669"/>
                  <a:pt x="15875" y="43751"/>
                </a:cubicBezTo>
                <a:cubicBezTo>
                  <a:pt x="10807" y="42222"/>
                  <a:pt x="7340" y="39091"/>
                  <a:pt x="5345" y="34314"/>
                </a:cubicBezTo>
                <a:cubicBezTo>
                  <a:pt x="3423" y="29595"/>
                  <a:pt x="3423" y="24017"/>
                  <a:pt x="5301" y="17637"/>
                </a:cubicBezTo>
                <a:cubicBezTo>
                  <a:pt x="7166" y="11273"/>
                  <a:pt x="10239" y="6598"/>
                  <a:pt x="14448" y="3641"/>
                </a:cubicBezTo>
                <a:cubicBezTo>
                  <a:pt x="18715" y="743"/>
                  <a:pt x="23390" y="0"/>
                  <a:pt x="28386" y="1544"/>
                </a:cubicBezTo>
                <a:cubicBezTo>
                  <a:pt x="31459" y="2447"/>
                  <a:pt x="33906" y="3816"/>
                  <a:pt x="35726" y="5636"/>
                </a:cubicBezTo>
                <a:cubicBezTo>
                  <a:pt x="37547" y="7515"/>
                  <a:pt x="38800" y="9846"/>
                  <a:pt x="39484" y="12686"/>
                </a:cubicBezTo>
                <a:lnTo>
                  <a:pt x="41363" y="6437"/>
                </a:lnTo>
                <a:lnTo>
                  <a:pt x="48135" y="8418"/>
                </a:lnTo>
                <a:lnTo>
                  <a:pt x="37387" y="44552"/>
                </a:lnTo>
                <a:close/>
                <a:moveTo>
                  <a:pt x="37387" y="445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4F7A9-EB67-4D7A-B173-37D59DE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111" y="4230923"/>
            <a:ext cx="43693" cy="67535"/>
          </a:xfrm>
          <a:custGeom xmlns:a="http://schemas.openxmlformats.org/drawingml/2006/main">
            <a:pathLst>
              <a:path w="43693" h="67535">
                <a:moveTo>
                  <a:pt x="41931" y="42615"/>
                </a:moveTo>
                <a:lnTo>
                  <a:pt x="34532" y="67535"/>
                </a:lnTo>
                <a:lnTo>
                  <a:pt x="27760" y="65482"/>
                </a:lnTo>
                <a:lnTo>
                  <a:pt x="35100" y="40853"/>
                </a:lnTo>
                <a:cubicBezTo>
                  <a:pt x="36236" y="36921"/>
                  <a:pt x="36353" y="33789"/>
                  <a:pt x="35377" y="31401"/>
                </a:cubicBezTo>
                <a:cubicBezTo>
                  <a:pt x="34474" y="29012"/>
                  <a:pt x="32479" y="27366"/>
                  <a:pt x="29406" y="26463"/>
                </a:cubicBezTo>
                <a:cubicBezTo>
                  <a:pt x="25764" y="25371"/>
                  <a:pt x="22517" y="25721"/>
                  <a:pt x="19735" y="27425"/>
                </a:cubicBezTo>
                <a:cubicBezTo>
                  <a:pt x="16953" y="29071"/>
                  <a:pt x="14899" y="31969"/>
                  <a:pt x="13705" y="36018"/>
                </a:cubicBezTo>
                <a:lnTo>
                  <a:pt x="6816" y="59277"/>
                </a:lnTo>
                <a:lnTo>
                  <a:pt x="0" y="57296"/>
                </a:lnTo>
                <a:lnTo>
                  <a:pt x="17011" y="0"/>
                </a:lnTo>
                <a:lnTo>
                  <a:pt x="23827" y="1995"/>
                </a:lnTo>
                <a:lnTo>
                  <a:pt x="17171" y="24468"/>
                </a:lnTo>
                <a:cubicBezTo>
                  <a:pt x="19502" y="22473"/>
                  <a:pt x="21949" y="21162"/>
                  <a:pt x="24512" y="20594"/>
                </a:cubicBezTo>
                <a:cubicBezTo>
                  <a:pt x="27075" y="20026"/>
                  <a:pt x="29799" y="20201"/>
                  <a:pt x="32712" y="21046"/>
                </a:cubicBezTo>
                <a:cubicBezTo>
                  <a:pt x="37430" y="22415"/>
                  <a:pt x="40562" y="24978"/>
                  <a:pt x="42091" y="28619"/>
                </a:cubicBezTo>
                <a:cubicBezTo>
                  <a:pt x="43693" y="32260"/>
                  <a:pt x="43635" y="36921"/>
                  <a:pt x="41931" y="42615"/>
                </a:cubicBezTo>
                <a:close/>
                <a:moveTo>
                  <a:pt x="41931" y="426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C63BF-2D1B-4ACD-B850-25155E54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518" y="4249478"/>
            <a:ext cx="30542" cy="59102"/>
          </a:xfrm>
          <a:custGeom xmlns:a="http://schemas.openxmlformats.org/drawingml/2006/main">
            <a:pathLst>
              <a:path w="30542" h="59102">
                <a:moveTo>
                  <a:pt x="20070" y="2039"/>
                </a:moveTo>
                <a:lnTo>
                  <a:pt x="16603" y="13763"/>
                </a:lnTo>
                <a:lnTo>
                  <a:pt x="30542" y="17856"/>
                </a:lnTo>
                <a:lnTo>
                  <a:pt x="28954" y="23143"/>
                </a:lnTo>
                <a:lnTo>
                  <a:pt x="15016" y="18992"/>
                </a:lnTo>
                <a:lnTo>
                  <a:pt x="8360" y="41407"/>
                </a:lnTo>
                <a:cubicBezTo>
                  <a:pt x="7384" y="44771"/>
                  <a:pt x="7166" y="47043"/>
                  <a:pt x="7850" y="48296"/>
                </a:cubicBezTo>
                <a:cubicBezTo>
                  <a:pt x="8476" y="49490"/>
                  <a:pt x="10181" y="50568"/>
                  <a:pt x="13021" y="51369"/>
                </a:cubicBezTo>
                <a:lnTo>
                  <a:pt x="19968" y="53466"/>
                </a:lnTo>
                <a:lnTo>
                  <a:pt x="18249" y="59102"/>
                </a:lnTo>
                <a:lnTo>
                  <a:pt x="11317" y="57063"/>
                </a:lnTo>
                <a:cubicBezTo>
                  <a:pt x="6088" y="55519"/>
                  <a:pt x="2782" y="53466"/>
                  <a:pt x="1354" y="50917"/>
                </a:cubicBezTo>
                <a:cubicBezTo>
                  <a:pt x="0" y="48354"/>
                  <a:pt x="44" y="44538"/>
                  <a:pt x="1588" y="39368"/>
                </a:cubicBezTo>
                <a:lnTo>
                  <a:pt x="8185" y="17011"/>
                </a:lnTo>
                <a:lnTo>
                  <a:pt x="3233" y="15526"/>
                </a:lnTo>
                <a:lnTo>
                  <a:pt x="4777" y="10239"/>
                </a:lnTo>
                <a:lnTo>
                  <a:pt x="9773" y="11710"/>
                </a:lnTo>
                <a:lnTo>
                  <a:pt x="13254" y="0"/>
                </a:lnTo>
                <a:lnTo>
                  <a:pt x="20070" y="2039"/>
                </a:lnTo>
                <a:close/>
                <a:moveTo>
                  <a:pt x="20070" y="20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F473B-CEAE-408C-827C-0D4B27BC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147" y="4271325"/>
            <a:ext cx="40737" cy="46082"/>
          </a:xfrm>
          <a:custGeom xmlns:a="http://schemas.openxmlformats.org/drawingml/2006/main">
            <a:pathLst>
              <a:path w="40737" h="46082">
                <a:moveTo>
                  <a:pt x="40737" y="7675"/>
                </a:moveTo>
                <a:lnTo>
                  <a:pt x="38800" y="14098"/>
                </a:lnTo>
                <a:cubicBezTo>
                  <a:pt x="37212" y="12569"/>
                  <a:pt x="35450" y="11258"/>
                  <a:pt x="33513" y="10122"/>
                </a:cubicBezTo>
                <a:cubicBezTo>
                  <a:pt x="31634" y="9044"/>
                  <a:pt x="29522" y="8127"/>
                  <a:pt x="27308" y="7501"/>
                </a:cubicBezTo>
                <a:cubicBezTo>
                  <a:pt x="23944" y="6481"/>
                  <a:pt x="21279" y="6248"/>
                  <a:pt x="19283" y="6758"/>
                </a:cubicBezTo>
                <a:cubicBezTo>
                  <a:pt x="17346" y="7326"/>
                  <a:pt x="16035" y="8637"/>
                  <a:pt x="15424" y="10690"/>
                </a:cubicBezTo>
                <a:cubicBezTo>
                  <a:pt x="14958" y="12220"/>
                  <a:pt x="15191" y="13647"/>
                  <a:pt x="16094" y="14899"/>
                </a:cubicBezTo>
                <a:cubicBezTo>
                  <a:pt x="17069" y="16152"/>
                  <a:pt x="19225" y="17739"/>
                  <a:pt x="22648" y="19618"/>
                </a:cubicBezTo>
                <a:lnTo>
                  <a:pt x="24803" y="20813"/>
                </a:lnTo>
                <a:cubicBezTo>
                  <a:pt x="29304" y="23259"/>
                  <a:pt x="32260" y="25764"/>
                  <a:pt x="33731" y="28211"/>
                </a:cubicBezTo>
                <a:cubicBezTo>
                  <a:pt x="35217" y="30716"/>
                  <a:pt x="35450" y="33615"/>
                  <a:pt x="34416" y="36979"/>
                </a:cubicBezTo>
                <a:cubicBezTo>
                  <a:pt x="33280" y="40839"/>
                  <a:pt x="30891" y="43402"/>
                  <a:pt x="27192" y="44771"/>
                </a:cubicBezTo>
                <a:cubicBezTo>
                  <a:pt x="23492" y="46082"/>
                  <a:pt x="19007" y="45965"/>
                  <a:pt x="13705" y="44363"/>
                </a:cubicBezTo>
                <a:cubicBezTo>
                  <a:pt x="11491" y="43737"/>
                  <a:pt x="9278" y="42834"/>
                  <a:pt x="6991" y="41698"/>
                </a:cubicBezTo>
                <a:cubicBezTo>
                  <a:pt x="4719" y="40562"/>
                  <a:pt x="2389" y="39135"/>
                  <a:pt x="0" y="37489"/>
                </a:cubicBezTo>
                <a:lnTo>
                  <a:pt x="2054" y="30483"/>
                </a:lnTo>
                <a:cubicBezTo>
                  <a:pt x="4209" y="32537"/>
                  <a:pt x="6365" y="34241"/>
                  <a:pt x="8593" y="35668"/>
                </a:cubicBezTo>
                <a:cubicBezTo>
                  <a:pt x="10865" y="37037"/>
                  <a:pt x="13137" y="38057"/>
                  <a:pt x="15526" y="38741"/>
                </a:cubicBezTo>
                <a:cubicBezTo>
                  <a:pt x="18715" y="39703"/>
                  <a:pt x="21337" y="39877"/>
                  <a:pt x="23376" y="39309"/>
                </a:cubicBezTo>
                <a:cubicBezTo>
                  <a:pt x="25429" y="38741"/>
                  <a:pt x="26740" y="37430"/>
                  <a:pt x="27308" y="35435"/>
                </a:cubicBezTo>
                <a:cubicBezTo>
                  <a:pt x="27876" y="33615"/>
                  <a:pt x="27643" y="32027"/>
                  <a:pt x="26740" y="30658"/>
                </a:cubicBezTo>
                <a:cubicBezTo>
                  <a:pt x="25764" y="29289"/>
                  <a:pt x="23318" y="27585"/>
                  <a:pt x="19400" y="25429"/>
                </a:cubicBezTo>
                <a:lnTo>
                  <a:pt x="17244" y="24177"/>
                </a:lnTo>
                <a:cubicBezTo>
                  <a:pt x="13312" y="22007"/>
                  <a:pt x="10632" y="19793"/>
                  <a:pt x="9336" y="17404"/>
                </a:cubicBezTo>
                <a:cubicBezTo>
                  <a:pt x="8025" y="15016"/>
                  <a:pt x="7850" y="12220"/>
                  <a:pt x="8753" y="9044"/>
                </a:cubicBezTo>
                <a:cubicBezTo>
                  <a:pt x="9962" y="5170"/>
                  <a:pt x="12176" y="2549"/>
                  <a:pt x="15584" y="1296"/>
                </a:cubicBezTo>
                <a:cubicBezTo>
                  <a:pt x="18948" y="0"/>
                  <a:pt x="23157" y="102"/>
                  <a:pt x="28211" y="1588"/>
                </a:cubicBezTo>
                <a:cubicBezTo>
                  <a:pt x="30716" y="2330"/>
                  <a:pt x="33003" y="3233"/>
                  <a:pt x="35100" y="4267"/>
                </a:cubicBezTo>
                <a:cubicBezTo>
                  <a:pt x="37212" y="5229"/>
                  <a:pt x="39091" y="6423"/>
                  <a:pt x="40737" y="7675"/>
                </a:cubicBezTo>
                <a:close/>
                <a:moveTo>
                  <a:pt x="40737" y="76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C3500-A964-45B2-8502-CB3B5196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825" y="4270233"/>
            <a:ext cx="50174" cy="60602"/>
          </a:xfrm>
          <a:custGeom xmlns:a="http://schemas.openxmlformats.org/drawingml/2006/main">
            <a:pathLst>
              <a:path w="50174" h="60602">
                <a:moveTo>
                  <a:pt x="50174" y="9394"/>
                </a:moveTo>
                <a:lnTo>
                  <a:pt x="48019" y="16618"/>
                </a:lnTo>
                <a:cubicBezTo>
                  <a:pt x="45630" y="14462"/>
                  <a:pt x="43242" y="12642"/>
                  <a:pt x="40955" y="11273"/>
                </a:cubicBezTo>
                <a:cubicBezTo>
                  <a:pt x="38625" y="9846"/>
                  <a:pt x="36353" y="8768"/>
                  <a:pt x="34022" y="8083"/>
                </a:cubicBezTo>
                <a:cubicBezTo>
                  <a:pt x="29930" y="6889"/>
                  <a:pt x="26565" y="6772"/>
                  <a:pt x="23944" y="7690"/>
                </a:cubicBezTo>
                <a:cubicBezTo>
                  <a:pt x="21279" y="8593"/>
                  <a:pt x="19516" y="10472"/>
                  <a:pt x="18657" y="13370"/>
                </a:cubicBezTo>
                <a:cubicBezTo>
                  <a:pt x="17914" y="15817"/>
                  <a:pt x="18089" y="17871"/>
                  <a:pt x="19167" y="19575"/>
                </a:cubicBezTo>
                <a:cubicBezTo>
                  <a:pt x="20303" y="21220"/>
                  <a:pt x="22750" y="23041"/>
                  <a:pt x="26624" y="25036"/>
                </a:cubicBezTo>
                <a:lnTo>
                  <a:pt x="30833" y="27250"/>
                </a:lnTo>
                <a:cubicBezTo>
                  <a:pt x="36061" y="29988"/>
                  <a:pt x="39601" y="33061"/>
                  <a:pt x="41421" y="36469"/>
                </a:cubicBezTo>
                <a:cubicBezTo>
                  <a:pt x="43300" y="39950"/>
                  <a:pt x="43577" y="43868"/>
                  <a:pt x="42208" y="48368"/>
                </a:cubicBezTo>
                <a:cubicBezTo>
                  <a:pt x="40620" y="53713"/>
                  <a:pt x="37664" y="57180"/>
                  <a:pt x="33280" y="58884"/>
                </a:cubicBezTo>
                <a:cubicBezTo>
                  <a:pt x="28896" y="60602"/>
                  <a:pt x="23274" y="60369"/>
                  <a:pt x="16327" y="58316"/>
                </a:cubicBezTo>
                <a:cubicBezTo>
                  <a:pt x="13763" y="57588"/>
                  <a:pt x="11098" y="56437"/>
                  <a:pt x="8302" y="55024"/>
                </a:cubicBezTo>
                <a:cubicBezTo>
                  <a:pt x="5578" y="53539"/>
                  <a:pt x="2782" y="51776"/>
                  <a:pt x="0" y="49679"/>
                </a:cubicBezTo>
                <a:lnTo>
                  <a:pt x="2272" y="41989"/>
                </a:lnTo>
                <a:cubicBezTo>
                  <a:pt x="4777" y="44611"/>
                  <a:pt x="7340" y="46766"/>
                  <a:pt x="10006" y="48470"/>
                </a:cubicBezTo>
                <a:cubicBezTo>
                  <a:pt x="12627" y="50189"/>
                  <a:pt x="15365" y="51500"/>
                  <a:pt x="18147" y="52286"/>
                </a:cubicBezTo>
                <a:cubicBezTo>
                  <a:pt x="22415" y="53539"/>
                  <a:pt x="25881" y="53713"/>
                  <a:pt x="28736" y="52738"/>
                </a:cubicBezTo>
                <a:cubicBezTo>
                  <a:pt x="31517" y="51718"/>
                  <a:pt x="33396" y="49679"/>
                  <a:pt x="34299" y="46606"/>
                </a:cubicBezTo>
                <a:cubicBezTo>
                  <a:pt x="35100" y="43926"/>
                  <a:pt x="34867" y="41538"/>
                  <a:pt x="33673" y="39542"/>
                </a:cubicBezTo>
                <a:cubicBezTo>
                  <a:pt x="32479" y="37503"/>
                  <a:pt x="30090" y="35566"/>
                  <a:pt x="26565" y="33687"/>
                </a:cubicBezTo>
                <a:lnTo>
                  <a:pt x="22298" y="31474"/>
                </a:lnTo>
                <a:cubicBezTo>
                  <a:pt x="17069" y="28736"/>
                  <a:pt x="13545" y="25779"/>
                  <a:pt x="11768" y="22706"/>
                </a:cubicBezTo>
                <a:cubicBezTo>
                  <a:pt x="10006" y="19633"/>
                  <a:pt x="9729" y="15933"/>
                  <a:pt x="10982" y="11783"/>
                </a:cubicBezTo>
                <a:cubicBezTo>
                  <a:pt x="12453" y="6889"/>
                  <a:pt x="15307" y="3583"/>
                  <a:pt x="19575" y="1821"/>
                </a:cubicBezTo>
                <a:cubicBezTo>
                  <a:pt x="23784" y="0"/>
                  <a:pt x="28954" y="0"/>
                  <a:pt x="34925" y="1821"/>
                </a:cubicBezTo>
                <a:cubicBezTo>
                  <a:pt x="37547" y="2563"/>
                  <a:pt x="40052" y="3583"/>
                  <a:pt x="42615" y="4835"/>
                </a:cubicBezTo>
                <a:cubicBezTo>
                  <a:pt x="45164" y="6088"/>
                  <a:pt x="47669" y="7632"/>
                  <a:pt x="50174" y="9394"/>
                </a:cubicBezTo>
                <a:close/>
                <a:moveTo>
                  <a:pt x="50174" y="93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57511-4780-4620-A498-023C5B86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863" y="4279860"/>
            <a:ext cx="23784" cy="59277"/>
          </a:xfrm>
          <a:custGeom xmlns:a="http://schemas.openxmlformats.org/drawingml/2006/main">
            <a:pathLst>
              <a:path w="23784" h="59277">
                <a:moveTo>
                  <a:pt x="12234" y="16035"/>
                </a:moveTo>
                <a:lnTo>
                  <a:pt x="19007" y="18031"/>
                </a:lnTo>
                <a:lnTo>
                  <a:pt x="6772" y="59277"/>
                </a:lnTo>
                <a:lnTo>
                  <a:pt x="0" y="57282"/>
                </a:lnTo>
                <a:lnTo>
                  <a:pt x="12234" y="16035"/>
                </a:lnTo>
                <a:close/>
                <a:moveTo>
                  <a:pt x="17011" y="0"/>
                </a:moveTo>
                <a:lnTo>
                  <a:pt x="23784" y="1981"/>
                </a:lnTo>
                <a:lnTo>
                  <a:pt x="21220" y="10574"/>
                </a:lnTo>
                <a:lnTo>
                  <a:pt x="14448" y="8578"/>
                </a:lnTo>
                <a:lnTo>
                  <a:pt x="17011" y="0"/>
                </a:lnTo>
                <a:close/>
                <a:moveTo>
                  <a:pt x="170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CECDB-F292-495A-BCCE-6BEA8B79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515" y="4302041"/>
            <a:ext cx="36586" cy="43242"/>
          </a:xfrm>
          <a:custGeom xmlns:a="http://schemas.openxmlformats.org/drawingml/2006/main">
            <a:pathLst>
              <a:path w="36586" h="43242">
                <a:moveTo>
                  <a:pt x="34532" y="13487"/>
                </a:moveTo>
                <a:cubicBezTo>
                  <a:pt x="33906" y="12802"/>
                  <a:pt x="33163" y="12234"/>
                  <a:pt x="32318" y="11783"/>
                </a:cubicBezTo>
                <a:cubicBezTo>
                  <a:pt x="31517" y="11317"/>
                  <a:pt x="30556" y="10923"/>
                  <a:pt x="29464" y="10588"/>
                </a:cubicBezTo>
                <a:cubicBezTo>
                  <a:pt x="25662" y="9438"/>
                  <a:pt x="22356" y="9846"/>
                  <a:pt x="19516" y="11724"/>
                </a:cubicBezTo>
                <a:cubicBezTo>
                  <a:pt x="16734" y="13603"/>
                  <a:pt x="14681" y="16836"/>
                  <a:pt x="13254" y="21512"/>
                </a:cubicBezTo>
                <a:lnTo>
                  <a:pt x="6831" y="43242"/>
                </a:lnTo>
                <a:lnTo>
                  <a:pt x="0" y="41246"/>
                </a:lnTo>
                <a:lnTo>
                  <a:pt x="12292" y="0"/>
                </a:lnTo>
                <a:lnTo>
                  <a:pt x="19065" y="1995"/>
                </a:lnTo>
                <a:lnTo>
                  <a:pt x="17186" y="8418"/>
                </a:lnTo>
                <a:cubicBezTo>
                  <a:pt x="19342" y="6321"/>
                  <a:pt x="21730" y="5010"/>
                  <a:pt x="24410" y="4500"/>
                </a:cubicBezTo>
                <a:cubicBezTo>
                  <a:pt x="27032" y="3976"/>
                  <a:pt x="29988" y="4151"/>
                  <a:pt x="33280" y="5127"/>
                </a:cubicBezTo>
                <a:cubicBezTo>
                  <a:pt x="33731" y="5287"/>
                  <a:pt x="34255" y="5462"/>
                  <a:pt x="34765" y="5695"/>
                </a:cubicBezTo>
                <a:cubicBezTo>
                  <a:pt x="35333" y="5913"/>
                  <a:pt x="35901" y="6204"/>
                  <a:pt x="36586" y="6539"/>
                </a:cubicBezTo>
                <a:lnTo>
                  <a:pt x="34532" y="13487"/>
                </a:lnTo>
                <a:close/>
                <a:moveTo>
                  <a:pt x="34532" y="134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53062-C192-41B9-A6B2-DEC83DB0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814" y="4295269"/>
            <a:ext cx="23769" cy="59277"/>
          </a:xfrm>
          <a:custGeom xmlns:a="http://schemas.openxmlformats.org/drawingml/2006/main">
            <a:pathLst>
              <a:path w="23769" h="59277">
                <a:moveTo>
                  <a:pt x="12220" y="16050"/>
                </a:moveTo>
                <a:lnTo>
                  <a:pt x="18992" y="18031"/>
                </a:lnTo>
                <a:lnTo>
                  <a:pt x="6758" y="59277"/>
                </a:lnTo>
                <a:lnTo>
                  <a:pt x="0" y="57296"/>
                </a:lnTo>
                <a:lnTo>
                  <a:pt x="12220" y="16050"/>
                </a:lnTo>
                <a:close/>
                <a:moveTo>
                  <a:pt x="16997" y="0"/>
                </a:moveTo>
                <a:lnTo>
                  <a:pt x="23769" y="1995"/>
                </a:lnTo>
                <a:lnTo>
                  <a:pt x="21220" y="10588"/>
                </a:lnTo>
                <a:lnTo>
                  <a:pt x="14448" y="8593"/>
                </a:lnTo>
                <a:lnTo>
                  <a:pt x="16997" y="0"/>
                </a:lnTo>
                <a:close/>
                <a:moveTo>
                  <a:pt x="1699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AE3C9-0DCA-4288-AAA7-54765CD3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035" y="4303862"/>
            <a:ext cx="58199" cy="67419"/>
          </a:xfrm>
          <a:custGeom xmlns:a="http://schemas.openxmlformats.org/drawingml/2006/main">
            <a:pathLst>
              <a:path w="58199" h="67419">
                <a:moveTo>
                  <a:pt x="16327" y="0"/>
                </a:moveTo>
                <a:lnTo>
                  <a:pt x="23769" y="2214"/>
                </a:lnTo>
                <a:lnTo>
                  <a:pt x="17055" y="24745"/>
                </a:lnTo>
                <a:lnTo>
                  <a:pt x="44086" y="32770"/>
                </a:lnTo>
                <a:lnTo>
                  <a:pt x="50801" y="10239"/>
                </a:lnTo>
                <a:lnTo>
                  <a:pt x="58199" y="12453"/>
                </a:lnTo>
                <a:lnTo>
                  <a:pt x="41873" y="67419"/>
                </a:lnTo>
                <a:lnTo>
                  <a:pt x="34474" y="65205"/>
                </a:lnTo>
                <a:lnTo>
                  <a:pt x="42208" y="39033"/>
                </a:lnTo>
                <a:lnTo>
                  <a:pt x="15191" y="31008"/>
                </a:lnTo>
                <a:lnTo>
                  <a:pt x="7442" y="57180"/>
                </a:lnTo>
                <a:lnTo>
                  <a:pt x="0" y="55010"/>
                </a:lnTo>
                <a:lnTo>
                  <a:pt x="16327" y="0"/>
                </a:lnTo>
                <a:close/>
                <a:moveTo>
                  <a:pt x="163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B3085-48ED-4FA9-A6E9-BA0DBBF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549" y="4336690"/>
            <a:ext cx="42615" cy="47160"/>
          </a:xfrm>
          <a:custGeom xmlns:a="http://schemas.openxmlformats.org/drawingml/2006/main">
            <a:pathLst>
              <a:path w="42615" h="47160">
                <a:moveTo>
                  <a:pt x="40795" y="27075"/>
                </a:moveTo>
                <a:lnTo>
                  <a:pt x="39819" y="30381"/>
                </a:lnTo>
                <a:lnTo>
                  <a:pt x="8651" y="21104"/>
                </a:lnTo>
                <a:cubicBezTo>
                  <a:pt x="7559" y="25881"/>
                  <a:pt x="7908" y="29872"/>
                  <a:pt x="9729" y="33047"/>
                </a:cubicBezTo>
                <a:cubicBezTo>
                  <a:pt x="11491" y="36236"/>
                  <a:pt x="14623" y="38508"/>
                  <a:pt x="19108" y="39819"/>
                </a:cubicBezTo>
                <a:cubicBezTo>
                  <a:pt x="21730" y="40620"/>
                  <a:pt x="24352" y="41013"/>
                  <a:pt x="26959" y="41130"/>
                </a:cubicBezTo>
                <a:cubicBezTo>
                  <a:pt x="29580" y="41188"/>
                  <a:pt x="32304" y="40955"/>
                  <a:pt x="35100" y="40387"/>
                </a:cubicBezTo>
                <a:lnTo>
                  <a:pt x="33221" y="46825"/>
                </a:lnTo>
                <a:cubicBezTo>
                  <a:pt x="30440" y="47101"/>
                  <a:pt x="27701" y="47160"/>
                  <a:pt x="25022" y="46941"/>
                </a:cubicBezTo>
                <a:cubicBezTo>
                  <a:pt x="22298" y="46766"/>
                  <a:pt x="19618" y="46257"/>
                  <a:pt x="17011" y="45455"/>
                </a:cubicBezTo>
                <a:cubicBezTo>
                  <a:pt x="10414" y="43518"/>
                  <a:pt x="5797" y="40052"/>
                  <a:pt x="3073" y="35100"/>
                </a:cubicBezTo>
                <a:cubicBezTo>
                  <a:pt x="393" y="30090"/>
                  <a:pt x="0" y="24352"/>
                  <a:pt x="1937" y="17812"/>
                </a:cubicBezTo>
                <a:cubicBezTo>
                  <a:pt x="3918" y="11098"/>
                  <a:pt x="7340" y="6263"/>
                  <a:pt x="12176" y="3408"/>
                </a:cubicBezTo>
                <a:cubicBezTo>
                  <a:pt x="17011" y="510"/>
                  <a:pt x="22531" y="0"/>
                  <a:pt x="28663" y="1821"/>
                </a:cubicBezTo>
                <a:cubicBezTo>
                  <a:pt x="34241" y="3466"/>
                  <a:pt x="38115" y="6539"/>
                  <a:pt x="40271" y="11098"/>
                </a:cubicBezTo>
                <a:cubicBezTo>
                  <a:pt x="42441" y="15584"/>
                  <a:pt x="42615" y="20929"/>
                  <a:pt x="40795" y="27075"/>
                </a:cubicBezTo>
                <a:close/>
                <a:moveTo>
                  <a:pt x="34590" y="23099"/>
                </a:moveTo>
                <a:cubicBezTo>
                  <a:pt x="35668" y="19342"/>
                  <a:pt x="35493" y="16094"/>
                  <a:pt x="34139" y="13312"/>
                </a:cubicBezTo>
                <a:cubicBezTo>
                  <a:pt x="32770" y="10472"/>
                  <a:pt x="30381" y="8593"/>
                  <a:pt x="27075" y="7559"/>
                </a:cubicBezTo>
                <a:cubicBezTo>
                  <a:pt x="23259" y="6423"/>
                  <a:pt x="19968" y="6598"/>
                  <a:pt x="17011" y="8083"/>
                </a:cubicBezTo>
                <a:cubicBezTo>
                  <a:pt x="14098" y="9554"/>
                  <a:pt x="11943" y="12176"/>
                  <a:pt x="10414" y="15933"/>
                </a:cubicBezTo>
                <a:lnTo>
                  <a:pt x="34590" y="23099"/>
                </a:lnTo>
                <a:close/>
                <a:moveTo>
                  <a:pt x="34590" y="230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892AF-67C6-4F14-8827-ACB6753E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4349944"/>
            <a:ext cx="41290" cy="48980"/>
          </a:xfrm>
          <a:custGeom xmlns:a="http://schemas.openxmlformats.org/drawingml/2006/main">
            <a:pathLst>
              <a:path w="41290" h="48980">
                <a:moveTo>
                  <a:pt x="25080" y="24293"/>
                </a:moveTo>
                <a:cubicBezTo>
                  <a:pt x="19618" y="22648"/>
                  <a:pt x="15642" y="22138"/>
                  <a:pt x="13137" y="22764"/>
                </a:cubicBezTo>
                <a:cubicBezTo>
                  <a:pt x="10690" y="23376"/>
                  <a:pt x="8986" y="25211"/>
                  <a:pt x="8069" y="28226"/>
                </a:cubicBezTo>
                <a:cubicBezTo>
                  <a:pt x="7384" y="30658"/>
                  <a:pt x="7617" y="32770"/>
                  <a:pt x="8753" y="34649"/>
                </a:cubicBezTo>
                <a:cubicBezTo>
                  <a:pt x="9947" y="36527"/>
                  <a:pt x="11885" y="37897"/>
                  <a:pt x="14608" y="38683"/>
                </a:cubicBezTo>
                <a:cubicBezTo>
                  <a:pt x="18366" y="39819"/>
                  <a:pt x="21788" y="39368"/>
                  <a:pt x="24861" y="37372"/>
                </a:cubicBezTo>
                <a:cubicBezTo>
                  <a:pt x="27876" y="35391"/>
                  <a:pt x="30090" y="32202"/>
                  <a:pt x="31401" y="27760"/>
                </a:cubicBezTo>
                <a:lnTo>
                  <a:pt x="31852" y="26289"/>
                </a:lnTo>
                <a:lnTo>
                  <a:pt x="25080" y="24293"/>
                </a:lnTo>
                <a:close/>
                <a:moveTo>
                  <a:pt x="39426" y="25488"/>
                </a:moveTo>
                <a:lnTo>
                  <a:pt x="32479" y="48980"/>
                </a:lnTo>
                <a:lnTo>
                  <a:pt x="25706" y="46999"/>
                </a:lnTo>
                <a:lnTo>
                  <a:pt x="27527" y="40737"/>
                </a:lnTo>
                <a:cubicBezTo>
                  <a:pt x="25255" y="42790"/>
                  <a:pt x="22750" y="44028"/>
                  <a:pt x="20128" y="44552"/>
                </a:cubicBezTo>
                <a:cubicBezTo>
                  <a:pt x="17463" y="45062"/>
                  <a:pt x="14448" y="44829"/>
                  <a:pt x="11084" y="43868"/>
                </a:cubicBezTo>
                <a:cubicBezTo>
                  <a:pt x="6874" y="42615"/>
                  <a:pt x="3860" y="40387"/>
                  <a:pt x="2097" y="37270"/>
                </a:cubicBezTo>
                <a:cubicBezTo>
                  <a:pt x="335" y="34197"/>
                  <a:pt x="0" y="30614"/>
                  <a:pt x="1194" y="26682"/>
                </a:cubicBezTo>
                <a:cubicBezTo>
                  <a:pt x="2549" y="22021"/>
                  <a:pt x="5170" y="19007"/>
                  <a:pt x="8986" y="17579"/>
                </a:cubicBezTo>
                <a:cubicBezTo>
                  <a:pt x="12729" y="16094"/>
                  <a:pt x="17739" y="16327"/>
                  <a:pt x="23886" y="18147"/>
                </a:cubicBezTo>
                <a:lnTo>
                  <a:pt x="33382" y="20987"/>
                </a:lnTo>
                <a:lnTo>
                  <a:pt x="33615" y="20317"/>
                </a:lnTo>
                <a:cubicBezTo>
                  <a:pt x="34532" y="17186"/>
                  <a:pt x="34241" y="14448"/>
                  <a:pt x="32712" y="12176"/>
                </a:cubicBezTo>
                <a:cubicBezTo>
                  <a:pt x="31110" y="9846"/>
                  <a:pt x="28503" y="8141"/>
                  <a:pt x="24803" y="7049"/>
                </a:cubicBezTo>
                <a:cubicBezTo>
                  <a:pt x="22458" y="6321"/>
                  <a:pt x="20070" y="5913"/>
                  <a:pt x="17681" y="5855"/>
                </a:cubicBezTo>
                <a:cubicBezTo>
                  <a:pt x="15234" y="5753"/>
                  <a:pt x="12846" y="5971"/>
                  <a:pt x="10457" y="6481"/>
                </a:cubicBezTo>
                <a:lnTo>
                  <a:pt x="12336" y="233"/>
                </a:lnTo>
                <a:cubicBezTo>
                  <a:pt x="15074" y="0"/>
                  <a:pt x="17681" y="0"/>
                  <a:pt x="20186" y="233"/>
                </a:cubicBezTo>
                <a:cubicBezTo>
                  <a:pt x="22633" y="393"/>
                  <a:pt x="25022" y="859"/>
                  <a:pt x="27192" y="1486"/>
                </a:cubicBezTo>
                <a:cubicBezTo>
                  <a:pt x="33163" y="3306"/>
                  <a:pt x="37197" y="6146"/>
                  <a:pt x="39193" y="10122"/>
                </a:cubicBezTo>
                <a:cubicBezTo>
                  <a:pt x="41246" y="14055"/>
                  <a:pt x="41290" y="19225"/>
                  <a:pt x="39426" y="25488"/>
                </a:cubicBezTo>
                <a:close/>
                <a:moveTo>
                  <a:pt x="39426" y="254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205C8-BA8B-458A-9F78-4EC426C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028" y="4345793"/>
            <a:ext cx="23784" cy="59335"/>
          </a:xfrm>
          <a:custGeom xmlns:a="http://schemas.openxmlformats.org/drawingml/2006/main">
            <a:pathLst>
              <a:path w="23784" h="59335">
                <a:moveTo>
                  <a:pt x="17011" y="0"/>
                </a:moveTo>
                <a:lnTo>
                  <a:pt x="23784" y="2039"/>
                </a:lnTo>
                <a:lnTo>
                  <a:pt x="6772" y="59335"/>
                </a:lnTo>
                <a:lnTo>
                  <a:pt x="0" y="57282"/>
                </a:lnTo>
                <a:lnTo>
                  <a:pt x="17011" y="0"/>
                </a:lnTo>
                <a:close/>
                <a:moveTo>
                  <a:pt x="170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BDA45-59AA-48B9-B7F4-823655D8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302" y="4356367"/>
            <a:ext cx="30542" cy="59059"/>
          </a:xfrm>
          <a:custGeom xmlns:a="http://schemas.openxmlformats.org/drawingml/2006/main">
            <a:pathLst>
              <a:path w="30542" h="59059">
                <a:moveTo>
                  <a:pt x="20084" y="1995"/>
                </a:moveTo>
                <a:lnTo>
                  <a:pt x="16603" y="13720"/>
                </a:lnTo>
                <a:lnTo>
                  <a:pt x="30542" y="17871"/>
                </a:lnTo>
                <a:lnTo>
                  <a:pt x="29012" y="23099"/>
                </a:lnTo>
                <a:lnTo>
                  <a:pt x="15074" y="18948"/>
                </a:lnTo>
                <a:lnTo>
                  <a:pt x="8418" y="41363"/>
                </a:lnTo>
                <a:cubicBezTo>
                  <a:pt x="7384" y="44727"/>
                  <a:pt x="7224" y="46999"/>
                  <a:pt x="7850" y="48252"/>
                </a:cubicBezTo>
                <a:cubicBezTo>
                  <a:pt x="8476" y="49504"/>
                  <a:pt x="10239" y="50524"/>
                  <a:pt x="13021" y="51383"/>
                </a:cubicBezTo>
                <a:lnTo>
                  <a:pt x="20026" y="53422"/>
                </a:lnTo>
                <a:lnTo>
                  <a:pt x="18307" y="59059"/>
                </a:lnTo>
                <a:lnTo>
                  <a:pt x="11375" y="57005"/>
                </a:lnTo>
                <a:cubicBezTo>
                  <a:pt x="6146" y="55476"/>
                  <a:pt x="2782" y="53422"/>
                  <a:pt x="1413" y="50873"/>
                </a:cubicBezTo>
                <a:cubicBezTo>
                  <a:pt x="0" y="48368"/>
                  <a:pt x="58" y="44494"/>
                  <a:pt x="1588" y="39324"/>
                </a:cubicBezTo>
                <a:lnTo>
                  <a:pt x="8243" y="16953"/>
                </a:lnTo>
                <a:lnTo>
                  <a:pt x="3233" y="15482"/>
                </a:lnTo>
                <a:lnTo>
                  <a:pt x="4835" y="10195"/>
                </a:lnTo>
                <a:lnTo>
                  <a:pt x="9787" y="11666"/>
                </a:lnTo>
                <a:lnTo>
                  <a:pt x="13254" y="0"/>
                </a:lnTo>
                <a:lnTo>
                  <a:pt x="20084" y="1995"/>
                </a:lnTo>
                <a:close/>
                <a:moveTo>
                  <a:pt x="20084" y="19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03FF1-7898-45CB-957D-7B3B3D26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261" y="4360750"/>
            <a:ext cx="43693" cy="67535"/>
          </a:xfrm>
          <a:custGeom xmlns:a="http://schemas.openxmlformats.org/drawingml/2006/main">
            <a:pathLst>
              <a:path w="43693" h="67535">
                <a:moveTo>
                  <a:pt x="41931" y="42615"/>
                </a:moveTo>
                <a:lnTo>
                  <a:pt x="34532" y="67535"/>
                </a:lnTo>
                <a:lnTo>
                  <a:pt x="27760" y="65482"/>
                </a:lnTo>
                <a:lnTo>
                  <a:pt x="35100" y="40853"/>
                </a:lnTo>
                <a:cubicBezTo>
                  <a:pt x="36236" y="36921"/>
                  <a:pt x="36353" y="33804"/>
                  <a:pt x="35391" y="31401"/>
                </a:cubicBezTo>
                <a:cubicBezTo>
                  <a:pt x="34474" y="29012"/>
                  <a:pt x="32493" y="27366"/>
                  <a:pt x="29420" y="26463"/>
                </a:cubicBezTo>
                <a:cubicBezTo>
                  <a:pt x="25779" y="25371"/>
                  <a:pt x="22531" y="25721"/>
                  <a:pt x="19749" y="27425"/>
                </a:cubicBezTo>
                <a:cubicBezTo>
                  <a:pt x="16895" y="29071"/>
                  <a:pt x="14914" y="31983"/>
                  <a:pt x="13720" y="36018"/>
                </a:cubicBezTo>
                <a:lnTo>
                  <a:pt x="6831" y="59292"/>
                </a:lnTo>
                <a:lnTo>
                  <a:pt x="0" y="57296"/>
                </a:lnTo>
                <a:lnTo>
                  <a:pt x="17011" y="0"/>
                </a:lnTo>
                <a:lnTo>
                  <a:pt x="23842" y="1995"/>
                </a:lnTo>
                <a:lnTo>
                  <a:pt x="17128" y="24468"/>
                </a:lnTo>
                <a:cubicBezTo>
                  <a:pt x="19516" y="22473"/>
                  <a:pt x="21963" y="21162"/>
                  <a:pt x="24526" y="20594"/>
                </a:cubicBezTo>
                <a:cubicBezTo>
                  <a:pt x="27090" y="20026"/>
                  <a:pt x="29813" y="20201"/>
                  <a:pt x="32653" y="21060"/>
                </a:cubicBezTo>
                <a:cubicBezTo>
                  <a:pt x="37445" y="22415"/>
                  <a:pt x="40562" y="24978"/>
                  <a:pt x="42106" y="28619"/>
                </a:cubicBezTo>
                <a:cubicBezTo>
                  <a:pt x="43693" y="32260"/>
                  <a:pt x="43635" y="36921"/>
                  <a:pt x="41931" y="42615"/>
                </a:cubicBezTo>
                <a:close/>
                <a:moveTo>
                  <a:pt x="41931" y="426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82E26-4E85-4C27-97C7-C4AB92D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629" y="4377427"/>
            <a:ext cx="57165" cy="62743"/>
          </a:xfrm>
          <a:custGeom xmlns:a="http://schemas.openxmlformats.org/drawingml/2006/main">
            <a:pathLst>
              <a:path w="57165" h="62743">
                <a:moveTo>
                  <a:pt x="21890" y="8302"/>
                </a:moveTo>
                <a:lnTo>
                  <a:pt x="9205" y="51034"/>
                </a:lnTo>
                <a:lnTo>
                  <a:pt x="18205" y="53699"/>
                </a:lnTo>
                <a:cubicBezTo>
                  <a:pt x="25823" y="55986"/>
                  <a:pt x="31852" y="55927"/>
                  <a:pt x="36411" y="53539"/>
                </a:cubicBezTo>
                <a:cubicBezTo>
                  <a:pt x="40955" y="51136"/>
                  <a:pt x="44319" y="46198"/>
                  <a:pt x="46533" y="38800"/>
                </a:cubicBezTo>
                <a:cubicBezTo>
                  <a:pt x="48689" y="31459"/>
                  <a:pt x="48529" y="25546"/>
                  <a:pt x="46023" y="21046"/>
                </a:cubicBezTo>
                <a:cubicBezTo>
                  <a:pt x="43518" y="16603"/>
                  <a:pt x="38508" y="13254"/>
                  <a:pt x="30891" y="10982"/>
                </a:cubicBezTo>
                <a:lnTo>
                  <a:pt x="21890" y="8302"/>
                </a:lnTo>
                <a:close/>
                <a:moveTo>
                  <a:pt x="16327" y="0"/>
                </a:moveTo>
                <a:lnTo>
                  <a:pt x="31561" y="4486"/>
                </a:lnTo>
                <a:cubicBezTo>
                  <a:pt x="42208" y="7675"/>
                  <a:pt x="49373" y="12234"/>
                  <a:pt x="53014" y="18147"/>
                </a:cubicBezTo>
                <a:cubicBezTo>
                  <a:pt x="56714" y="24060"/>
                  <a:pt x="57165" y="31692"/>
                  <a:pt x="54325" y="41130"/>
                </a:cubicBezTo>
                <a:cubicBezTo>
                  <a:pt x="51543" y="50626"/>
                  <a:pt x="46985" y="56830"/>
                  <a:pt x="40620" y="59787"/>
                </a:cubicBezTo>
                <a:cubicBezTo>
                  <a:pt x="34299" y="62743"/>
                  <a:pt x="25881" y="62641"/>
                  <a:pt x="15234" y="59510"/>
                </a:cubicBezTo>
                <a:lnTo>
                  <a:pt x="0" y="54951"/>
                </a:lnTo>
                <a:lnTo>
                  <a:pt x="16327" y="0"/>
                </a:lnTo>
                <a:close/>
                <a:moveTo>
                  <a:pt x="163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1B7BE-2553-46EB-9F62-2ABAAB0F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44" y="4410080"/>
            <a:ext cx="41305" cy="49038"/>
          </a:xfrm>
          <a:custGeom xmlns:a="http://schemas.openxmlformats.org/drawingml/2006/main">
            <a:pathLst>
              <a:path w="41305" h="49038">
                <a:moveTo>
                  <a:pt x="25080" y="24293"/>
                </a:moveTo>
                <a:cubicBezTo>
                  <a:pt x="19618" y="22648"/>
                  <a:pt x="15642" y="22182"/>
                  <a:pt x="13195" y="22808"/>
                </a:cubicBezTo>
                <a:cubicBezTo>
                  <a:pt x="10690" y="23376"/>
                  <a:pt x="8986" y="25196"/>
                  <a:pt x="8127" y="28269"/>
                </a:cubicBezTo>
                <a:cubicBezTo>
                  <a:pt x="7399" y="30658"/>
                  <a:pt x="7617" y="32828"/>
                  <a:pt x="8753" y="34707"/>
                </a:cubicBezTo>
                <a:cubicBezTo>
                  <a:pt x="9947" y="36586"/>
                  <a:pt x="11885" y="37897"/>
                  <a:pt x="14623" y="38683"/>
                </a:cubicBezTo>
                <a:cubicBezTo>
                  <a:pt x="18366" y="39819"/>
                  <a:pt x="21788" y="39368"/>
                  <a:pt x="24861" y="37372"/>
                </a:cubicBezTo>
                <a:cubicBezTo>
                  <a:pt x="27935" y="35450"/>
                  <a:pt x="30090" y="32202"/>
                  <a:pt x="31401" y="27818"/>
                </a:cubicBezTo>
                <a:lnTo>
                  <a:pt x="31852" y="26289"/>
                </a:lnTo>
                <a:lnTo>
                  <a:pt x="25080" y="24293"/>
                </a:lnTo>
                <a:close/>
                <a:moveTo>
                  <a:pt x="39484" y="25488"/>
                </a:moveTo>
                <a:lnTo>
                  <a:pt x="32479" y="49038"/>
                </a:lnTo>
                <a:lnTo>
                  <a:pt x="25706" y="46985"/>
                </a:lnTo>
                <a:lnTo>
                  <a:pt x="27527" y="40737"/>
                </a:lnTo>
                <a:cubicBezTo>
                  <a:pt x="25255" y="42776"/>
                  <a:pt x="22808" y="44086"/>
                  <a:pt x="20143" y="44596"/>
                </a:cubicBezTo>
                <a:cubicBezTo>
                  <a:pt x="17463" y="45120"/>
                  <a:pt x="14448" y="44829"/>
                  <a:pt x="11142" y="43868"/>
                </a:cubicBezTo>
                <a:cubicBezTo>
                  <a:pt x="6874" y="42615"/>
                  <a:pt x="3918" y="40387"/>
                  <a:pt x="2097" y="37314"/>
                </a:cubicBezTo>
                <a:cubicBezTo>
                  <a:pt x="335" y="34197"/>
                  <a:pt x="0" y="30658"/>
                  <a:pt x="1194" y="26682"/>
                </a:cubicBezTo>
                <a:cubicBezTo>
                  <a:pt x="2563" y="22021"/>
                  <a:pt x="5170" y="19007"/>
                  <a:pt x="8986" y="17579"/>
                </a:cubicBezTo>
                <a:cubicBezTo>
                  <a:pt x="12802" y="16152"/>
                  <a:pt x="17739" y="16327"/>
                  <a:pt x="23886" y="18147"/>
                </a:cubicBezTo>
                <a:lnTo>
                  <a:pt x="33454" y="20987"/>
                </a:lnTo>
                <a:lnTo>
                  <a:pt x="33615" y="20303"/>
                </a:lnTo>
                <a:cubicBezTo>
                  <a:pt x="34532" y="17186"/>
                  <a:pt x="34241" y="14506"/>
                  <a:pt x="32712" y="12176"/>
                </a:cubicBezTo>
                <a:cubicBezTo>
                  <a:pt x="31168" y="9846"/>
                  <a:pt x="28561" y="8141"/>
                  <a:pt x="24803" y="7049"/>
                </a:cubicBezTo>
                <a:cubicBezTo>
                  <a:pt x="22473" y="6365"/>
                  <a:pt x="20084" y="5971"/>
                  <a:pt x="17696" y="5855"/>
                </a:cubicBezTo>
                <a:cubicBezTo>
                  <a:pt x="15307" y="5738"/>
                  <a:pt x="12904" y="5971"/>
                  <a:pt x="10457" y="6481"/>
                </a:cubicBezTo>
                <a:lnTo>
                  <a:pt x="12336" y="233"/>
                </a:lnTo>
                <a:cubicBezTo>
                  <a:pt x="15132" y="0"/>
                  <a:pt x="17739" y="0"/>
                  <a:pt x="20186" y="233"/>
                </a:cubicBezTo>
                <a:cubicBezTo>
                  <a:pt x="22691" y="451"/>
                  <a:pt x="25022" y="859"/>
                  <a:pt x="27250" y="1529"/>
                </a:cubicBezTo>
                <a:cubicBezTo>
                  <a:pt x="33163" y="3292"/>
                  <a:pt x="37197" y="6146"/>
                  <a:pt x="39193" y="10122"/>
                </a:cubicBezTo>
                <a:cubicBezTo>
                  <a:pt x="41246" y="14113"/>
                  <a:pt x="41305" y="19225"/>
                  <a:pt x="39484" y="25488"/>
                </a:cubicBezTo>
                <a:close/>
                <a:moveTo>
                  <a:pt x="39484" y="254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A70AD-C88F-48E9-8ED1-4200EADC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891" y="4410255"/>
            <a:ext cx="30556" cy="59102"/>
          </a:xfrm>
          <a:custGeom xmlns:a="http://schemas.openxmlformats.org/drawingml/2006/main">
            <a:pathLst>
              <a:path w="30556" h="59102">
                <a:moveTo>
                  <a:pt x="20084" y="2039"/>
                </a:moveTo>
                <a:lnTo>
                  <a:pt x="16618" y="13763"/>
                </a:lnTo>
                <a:lnTo>
                  <a:pt x="30556" y="17914"/>
                </a:lnTo>
                <a:lnTo>
                  <a:pt x="29027" y="23157"/>
                </a:lnTo>
                <a:lnTo>
                  <a:pt x="15030" y="18992"/>
                </a:lnTo>
                <a:lnTo>
                  <a:pt x="8433" y="41407"/>
                </a:lnTo>
                <a:cubicBezTo>
                  <a:pt x="7399" y="44771"/>
                  <a:pt x="7239" y="47043"/>
                  <a:pt x="7850" y="48296"/>
                </a:cubicBezTo>
                <a:cubicBezTo>
                  <a:pt x="8476" y="49548"/>
                  <a:pt x="10253" y="50568"/>
                  <a:pt x="13035" y="51369"/>
                </a:cubicBezTo>
                <a:lnTo>
                  <a:pt x="19968" y="53480"/>
                </a:lnTo>
                <a:lnTo>
                  <a:pt x="18322" y="59102"/>
                </a:lnTo>
                <a:lnTo>
                  <a:pt x="11389" y="57063"/>
                </a:lnTo>
                <a:cubicBezTo>
                  <a:pt x="6146" y="55519"/>
                  <a:pt x="2796" y="53480"/>
                  <a:pt x="1427" y="50917"/>
                </a:cubicBezTo>
                <a:cubicBezTo>
                  <a:pt x="0" y="48354"/>
                  <a:pt x="58" y="44538"/>
                  <a:pt x="1602" y="39368"/>
                </a:cubicBezTo>
                <a:lnTo>
                  <a:pt x="8258" y="17011"/>
                </a:lnTo>
                <a:lnTo>
                  <a:pt x="3248" y="15526"/>
                </a:lnTo>
                <a:lnTo>
                  <a:pt x="4835" y="10239"/>
                </a:lnTo>
                <a:lnTo>
                  <a:pt x="9787" y="11710"/>
                </a:lnTo>
                <a:lnTo>
                  <a:pt x="13268" y="0"/>
                </a:lnTo>
                <a:lnTo>
                  <a:pt x="20084" y="2039"/>
                </a:lnTo>
                <a:close/>
                <a:moveTo>
                  <a:pt x="20084" y="20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F314D-269A-4209-A89C-FAAF98E3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923" y="4432553"/>
            <a:ext cx="41305" cy="49038"/>
          </a:xfrm>
          <a:custGeom xmlns:a="http://schemas.openxmlformats.org/drawingml/2006/main">
            <a:pathLst>
              <a:path w="41305" h="49038">
                <a:moveTo>
                  <a:pt x="25094" y="24293"/>
                </a:moveTo>
                <a:cubicBezTo>
                  <a:pt x="19633" y="22706"/>
                  <a:pt x="15642" y="22182"/>
                  <a:pt x="13137" y="22808"/>
                </a:cubicBezTo>
                <a:cubicBezTo>
                  <a:pt x="10690" y="23434"/>
                  <a:pt x="8986" y="25255"/>
                  <a:pt x="8083" y="28269"/>
                </a:cubicBezTo>
                <a:cubicBezTo>
                  <a:pt x="7399" y="30658"/>
                  <a:pt x="7617" y="32828"/>
                  <a:pt x="8753" y="34707"/>
                </a:cubicBezTo>
                <a:cubicBezTo>
                  <a:pt x="9947" y="36586"/>
                  <a:pt x="11885" y="37940"/>
                  <a:pt x="14623" y="38741"/>
                </a:cubicBezTo>
                <a:cubicBezTo>
                  <a:pt x="18380" y="39877"/>
                  <a:pt x="21788" y="39426"/>
                  <a:pt x="24803" y="37430"/>
                </a:cubicBezTo>
                <a:cubicBezTo>
                  <a:pt x="27876" y="35435"/>
                  <a:pt x="30090" y="32260"/>
                  <a:pt x="31401" y="27818"/>
                </a:cubicBezTo>
                <a:lnTo>
                  <a:pt x="31852" y="26347"/>
                </a:lnTo>
                <a:lnTo>
                  <a:pt x="25094" y="24293"/>
                </a:lnTo>
                <a:close/>
                <a:moveTo>
                  <a:pt x="39426" y="25546"/>
                </a:moveTo>
                <a:lnTo>
                  <a:pt x="32420" y="49038"/>
                </a:lnTo>
                <a:lnTo>
                  <a:pt x="25662" y="47043"/>
                </a:lnTo>
                <a:lnTo>
                  <a:pt x="27541" y="40795"/>
                </a:lnTo>
                <a:cubicBezTo>
                  <a:pt x="25255" y="42834"/>
                  <a:pt x="22750" y="44086"/>
                  <a:pt x="20084" y="44596"/>
                </a:cubicBezTo>
                <a:cubicBezTo>
                  <a:pt x="17463" y="45120"/>
                  <a:pt x="14448" y="44887"/>
                  <a:pt x="11098" y="43868"/>
                </a:cubicBezTo>
                <a:cubicBezTo>
                  <a:pt x="6889" y="42615"/>
                  <a:pt x="3860" y="40445"/>
                  <a:pt x="2097" y="37314"/>
                </a:cubicBezTo>
                <a:cubicBezTo>
                  <a:pt x="277" y="34241"/>
                  <a:pt x="0" y="30658"/>
                  <a:pt x="1194" y="26682"/>
                </a:cubicBezTo>
                <a:cubicBezTo>
                  <a:pt x="2563" y="22080"/>
                  <a:pt x="5170" y="19065"/>
                  <a:pt x="8928" y="17579"/>
                </a:cubicBezTo>
                <a:cubicBezTo>
                  <a:pt x="12744" y="16152"/>
                  <a:pt x="17754" y="16385"/>
                  <a:pt x="23900" y="18205"/>
                </a:cubicBezTo>
                <a:lnTo>
                  <a:pt x="33396" y="20987"/>
                </a:lnTo>
                <a:lnTo>
                  <a:pt x="33615" y="20361"/>
                </a:lnTo>
                <a:cubicBezTo>
                  <a:pt x="34532" y="17230"/>
                  <a:pt x="34241" y="14506"/>
                  <a:pt x="32653" y="12176"/>
                </a:cubicBezTo>
                <a:cubicBezTo>
                  <a:pt x="31124" y="9904"/>
                  <a:pt x="28503" y="8185"/>
                  <a:pt x="24803" y="7049"/>
                </a:cubicBezTo>
                <a:cubicBezTo>
                  <a:pt x="22473" y="6365"/>
                  <a:pt x="20084" y="5971"/>
                  <a:pt x="17637" y="5855"/>
                </a:cubicBezTo>
                <a:cubicBezTo>
                  <a:pt x="15249" y="5797"/>
                  <a:pt x="12860" y="5971"/>
                  <a:pt x="10472" y="6539"/>
                </a:cubicBezTo>
                <a:lnTo>
                  <a:pt x="12351" y="233"/>
                </a:lnTo>
                <a:cubicBezTo>
                  <a:pt x="15074" y="0"/>
                  <a:pt x="17696" y="0"/>
                  <a:pt x="20201" y="233"/>
                </a:cubicBezTo>
                <a:cubicBezTo>
                  <a:pt x="22648" y="451"/>
                  <a:pt x="24978" y="903"/>
                  <a:pt x="27192" y="1529"/>
                </a:cubicBezTo>
                <a:cubicBezTo>
                  <a:pt x="33163" y="3292"/>
                  <a:pt x="37154" y="6204"/>
                  <a:pt x="39193" y="10181"/>
                </a:cubicBezTo>
                <a:cubicBezTo>
                  <a:pt x="41246" y="14113"/>
                  <a:pt x="41305" y="19225"/>
                  <a:pt x="39426" y="25546"/>
                </a:cubicBezTo>
                <a:close/>
                <a:moveTo>
                  <a:pt x="39426" y="255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BE2B6-7332-4909-A556-CB12DE46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461" y="4428620"/>
            <a:ext cx="48354" cy="62991"/>
          </a:xfrm>
          <a:custGeom xmlns:a="http://schemas.openxmlformats.org/drawingml/2006/main">
            <a:pathLst>
              <a:path w="48354" h="62991">
                <a:moveTo>
                  <a:pt x="1879" y="0"/>
                </a:moveTo>
                <a:lnTo>
                  <a:pt x="48354" y="13778"/>
                </a:lnTo>
                <a:lnTo>
                  <a:pt x="46475" y="20084"/>
                </a:lnTo>
                <a:lnTo>
                  <a:pt x="26959" y="14288"/>
                </a:lnTo>
                <a:lnTo>
                  <a:pt x="12511" y="62991"/>
                </a:lnTo>
                <a:lnTo>
                  <a:pt x="5054" y="60763"/>
                </a:lnTo>
                <a:lnTo>
                  <a:pt x="19502" y="12074"/>
                </a:lnTo>
                <a:lnTo>
                  <a:pt x="0" y="6263"/>
                </a:lnTo>
                <a:lnTo>
                  <a:pt x="1879" y="0"/>
                </a:lnTo>
                <a:close/>
                <a:moveTo>
                  <a:pt x="187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7A3C3-7337-4536-94DC-DFFD039A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798" y="4453263"/>
            <a:ext cx="53306" cy="60530"/>
          </a:xfrm>
          <a:custGeom xmlns:a="http://schemas.openxmlformats.org/drawingml/2006/main">
            <a:pathLst>
              <a:path w="53306" h="60530">
                <a:moveTo>
                  <a:pt x="21847" y="51602"/>
                </a:moveTo>
                <a:cubicBezTo>
                  <a:pt x="18424" y="55927"/>
                  <a:pt x="15642" y="58593"/>
                  <a:pt x="13356" y="59510"/>
                </a:cubicBezTo>
                <a:cubicBezTo>
                  <a:pt x="11084" y="60471"/>
                  <a:pt x="8476" y="60530"/>
                  <a:pt x="5403" y="59627"/>
                </a:cubicBezTo>
                <a:lnTo>
                  <a:pt x="0" y="58025"/>
                </a:lnTo>
                <a:lnTo>
                  <a:pt x="1704" y="52344"/>
                </a:lnTo>
                <a:lnTo>
                  <a:pt x="5680" y="53539"/>
                </a:lnTo>
                <a:cubicBezTo>
                  <a:pt x="7501" y="54048"/>
                  <a:pt x="9088" y="54048"/>
                  <a:pt x="10399" y="53480"/>
                </a:cubicBezTo>
                <a:cubicBezTo>
                  <a:pt x="11710" y="52912"/>
                  <a:pt x="13472" y="51136"/>
                  <a:pt x="15700" y="48237"/>
                </a:cubicBezTo>
                <a:lnTo>
                  <a:pt x="17798" y="45514"/>
                </a:lnTo>
                <a:lnTo>
                  <a:pt x="13195" y="0"/>
                </a:lnTo>
                <a:lnTo>
                  <a:pt x="20361" y="2097"/>
                </a:lnTo>
                <a:lnTo>
                  <a:pt x="23653" y="38173"/>
                </a:lnTo>
                <a:lnTo>
                  <a:pt x="46125" y="9787"/>
                </a:lnTo>
                <a:lnTo>
                  <a:pt x="53306" y="11885"/>
                </a:lnTo>
                <a:lnTo>
                  <a:pt x="21847" y="51602"/>
                </a:lnTo>
                <a:close/>
                <a:moveTo>
                  <a:pt x="21847" y="516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A482E-C62B-42B4-9234-8844D8F2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297" y="4467886"/>
            <a:ext cx="49563" cy="58942"/>
          </a:xfrm>
          <a:custGeom xmlns:a="http://schemas.openxmlformats.org/drawingml/2006/main">
            <a:pathLst>
              <a:path w="49563" h="58942">
                <a:moveTo>
                  <a:pt x="13326" y="37037"/>
                </a:moveTo>
                <a:lnTo>
                  <a:pt x="6831" y="58942"/>
                </a:lnTo>
                <a:lnTo>
                  <a:pt x="0" y="56889"/>
                </a:lnTo>
                <a:lnTo>
                  <a:pt x="16909" y="0"/>
                </a:lnTo>
                <a:lnTo>
                  <a:pt x="23725" y="1981"/>
                </a:lnTo>
                <a:lnTo>
                  <a:pt x="21847" y="8243"/>
                </a:lnTo>
                <a:cubicBezTo>
                  <a:pt x="24017" y="6248"/>
                  <a:pt x="26347" y="4952"/>
                  <a:pt x="28852" y="4428"/>
                </a:cubicBezTo>
                <a:cubicBezTo>
                  <a:pt x="31415" y="3860"/>
                  <a:pt x="34139" y="4034"/>
                  <a:pt x="37154" y="4952"/>
                </a:cubicBezTo>
                <a:cubicBezTo>
                  <a:pt x="42222" y="6423"/>
                  <a:pt x="45688" y="9612"/>
                  <a:pt x="47626" y="14506"/>
                </a:cubicBezTo>
                <a:cubicBezTo>
                  <a:pt x="49563" y="19400"/>
                  <a:pt x="49563" y="25080"/>
                  <a:pt x="47684" y="31576"/>
                </a:cubicBezTo>
                <a:cubicBezTo>
                  <a:pt x="45747" y="38057"/>
                  <a:pt x="42615" y="42834"/>
                  <a:pt x="38290" y="45907"/>
                </a:cubicBezTo>
                <a:cubicBezTo>
                  <a:pt x="33979" y="48922"/>
                  <a:pt x="29362" y="49723"/>
                  <a:pt x="24293" y="48237"/>
                </a:cubicBezTo>
                <a:cubicBezTo>
                  <a:pt x="21279" y="47334"/>
                  <a:pt x="18890" y="45965"/>
                  <a:pt x="17069" y="44145"/>
                </a:cubicBezTo>
                <a:cubicBezTo>
                  <a:pt x="15249" y="42266"/>
                  <a:pt x="13996" y="39936"/>
                  <a:pt x="13326" y="37037"/>
                </a:cubicBezTo>
                <a:close/>
                <a:moveTo>
                  <a:pt x="40635" y="29522"/>
                </a:moveTo>
                <a:cubicBezTo>
                  <a:pt x="42106" y="24512"/>
                  <a:pt x="42222" y="20303"/>
                  <a:pt x="41028" y="16895"/>
                </a:cubicBezTo>
                <a:cubicBezTo>
                  <a:pt x="39834" y="13428"/>
                  <a:pt x="37445" y="11142"/>
                  <a:pt x="33862" y="10122"/>
                </a:cubicBezTo>
                <a:cubicBezTo>
                  <a:pt x="30279" y="9044"/>
                  <a:pt x="27032" y="9612"/>
                  <a:pt x="24133" y="11826"/>
                </a:cubicBezTo>
                <a:cubicBezTo>
                  <a:pt x="21235" y="14055"/>
                  <a:pt x="19065" y="17696"/>
                  <a:pt x="17594" y="22633"/>
                </a:cubicBezTo>
                <a:cubicBezTo>
                  <a:pt x="16108" y="27643"/>
                  <a:pt x="15933" y="31852"/>
                  <a:pt x="17186" y="35275"/>
                </a:cubicBezTo>
                <a:cubicBezTo>
                  <a:pt x="18380" y="38741"/>
                  <a:pt x="20769" y="41013"/>
                  <a:pt x="24352" y="42033"/>
                </a:cubicBezTo>
                <a:cubicBezTo>
                  <a:pt x="27935" y="43125"/>
                  <a:pt x="31182" y="42557"/>
                  <a:pt x="34081" y="40329"/>
                </a:cubicBezTo>
                <a:cubicBezTo>
                  <a:pt x="36994" y="38057"/>
                  <a:pt x="39149" y="34474"/>
                  <a:pt x="40635" y="29522"/>
                </a:cubicBezTo>
                <a:close/>
                <a:moveTo>
                  <a:pt x="40635" y="295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33E27-7B1C-4F34-B27A-3D616A5A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186" y="4484431"/>
            <a:ext cx="42615" cy="47232"/>
          </a:xfrm>
          <a:custGeom xmlns:a="http://schemas.openxmlformats.org/drawingml/2006/main">
            <a:pathLst>
              <a:path w="42615" h="47232">
                <a:moveTo>
                  <a:pt x="40780" y="27148"/>
                </a:moveTo>
                <a:lnTo>
                  <a:pt x="39819" y="30440"/>
                </a:lnTo>
                <a:lnTo>
                  <a:pt x="8637" y="21177"/>
                </a:lnTo>
                <a:cubicBezTo>
                  <a:pt x="7559" y="25954"/>
                  <a:pt x="7908" y="29930"/>
                  <a:pt x="9729" y="33119"/>
                </a:cubicBezTo>
                <a:cubicBezTo>
                  <a:pt x="11491" y="36309"/>
                  <a:pt x="14623" y="38523"/>
                  <a:pt x="19108" y="39892"/>
                </a:cubicBezTo>
                <a:cubicBezTo>
                  <a:pt x="21730" y="40620"/>
                  <a:pt x="24352" y="41086"/>
                  <a:pt x="26959" y="41203"/>
                </a:cubicBezTo>
                <a:cubicBezTo>
                  <a:pt x="29580" y="41246"/>
                  <a:pt x="32304" y="41028"/>
                  <a:pt x="35100" y="40460"/>
                </a:cubicBezTo>
                <a:lnTo>
                  <a:pt x="33221" y="46883"/>
                </a:lnTo>
                <a:cubicBezTo>
                  <a:pt x="30440" y="47174"/>
                  <a:pt x="27701" y="47232"/>
                  <a:pt x="25022" y="46999"/>
                </a:cubicBezTo>
                <a:cubicBezTo>
                  <a:pt x="22298" y="46766"/>
                  <a:pt x="19618" y="46315"/>
                  <a:pt x="17011" y="45514"/>
                </a:cubicBezTo>
                <a:cubicBezTo>
                  <a:pt x="10414" y="43533"/>
                  <a:pt x="5797" y="40110"/>
                  <a:pt x="3073" y="35115"/>
                </a:cubicBezTo>
                <a:cubicBezTo>
                  <a:pt x="393" y="30163"/>
                  <a:pt x="0" y="24410"/>
                  <a:pt x="1937" y="17871"/>
                </a:cubicBezTo>
                <a:cubicBezTo>
                  <a:pt x="3918" y="11098"/>
                  <a:pt x="7340" y="6321"/>
                  <a:pt x="12176" y="3423"/>
                </a:cubicBezTo>
                <a:cubicBezTo>
                  <a:pt x="17011" y="568"/>
                  <a:pt x="22531" y="0"/>
                  <a:pt x="28663" y="1879"/>
                </a:cubicBezTo>
                <a:cubicBezTo>
                  <a:pt x="34241" y="3539"/>
                  <a:pt x="38115" y="6612"/>
                  <a:pt x="40271" y="11156"/>
                </a:cubicBezTo>
                <a:cubicBezTo>
                  <a:pt x="42441" y="15657"/>
                  <a:pt x="42615" y="21002"/>
                  <a:pt x="40780" y="27148"/>
                </a:cubicBezTo>
                <a:close/>
                <a:moveTo>
                  <a:pt x="34590" y="23099"/>
                </a:moveTo>
                <a:cubicBezTo>
                  <a:pt x="35668" y="19400"/>
                  <a:pt x="35493" y="16166"/>
                  <a:pt x="34124" y="13312"/>
                </a:cubicBezTo>
                <a:cubicBezTo>
                  <a:pt x="32770" y="10530"/>
                  <a:pt x="30381" y="8593"/>
                  <a:pt x="27075" y="7632"/>
                </a:cubicBezTo>
                <a:cubicBezTo>
                  <a:pt x="23259" y="6496"/>
                  <a:pt x="19968" y="6656"/>
                  <a:pt x="17069" y="8141"/>
                </a:cubicBezTo>
                <a:cubicBezTo>
                  <a:pt x="14098" y="9627"/>
                  <a:pt x="11943" y="12234"/>
                  <a:pt x="10414" y="15992"/>
                </a:cubicBezTo>
                <a:lnTo>
                  <a:pt x="34590" y="23099"/>
                </a:lnTo>
                <a:close/>
                <a:moveTo>
                  <a:pt x="34590" y="230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A8387-8002-4734-BAE7-B42BD91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903" y="4497233"/>
            <a:ext cx="40737" cy="46082"/>
          </a:xfrm>
          <a:custGeom xmlns:a="http://schemas.openxmlformats.org/drawingml/2006/main">
            <a:pathLst>
              <a:path w="40737" h="46082">
                <a:moveTo>
                  <a:pt x="40737" y="7748"/>
                </a:moveTo>
                <a:lnTo>
                  <a:pt x="38800" y="14113"/>
                </a:lnTo>
                <a:cubicBezTo>
                  <a:pt x="37212" y="12584"/>
                  <a:pt x="35450" y="11273"/>
                  <a:pt x="33513" y="10137"/>
                </a:cubicBezTo>
                <a:cubicBezTo>
                  <a:pt x="31576" y="9044"/>
                  <a:pt x="29537" y="8141"/>
                  <a:pt x="27308" y="7515"/>
                </a:cubicBezTo>
                <a:cubicBezTo>
                  <a:pt x="23958" y="6496"/>
                  <a:pt x="21279" y="6263"/>
                  <a:pt x="19298" y="6831"/>
                </a:cubicBezTo>
                <a:cubicBezTo>
                  <a:pt x="17302" y="7340"/>
                  <a:pt x="15992" y="8651"/>
                  <a:pt x="15424" y="10705"/>
                </a:cubicBezTo>
                <a:cubicBezTo>
                  <a:pt x="14914" y="12292"/>
                  <a:pt x="15191" y="13661"/>
                  <a:pt x="16108" y="14914"/>
                </a:cubicBezTo>
                <a:cubicBezTo>
                  <a:pt x="17011" y="16166"/>
                  <a:pt x="19181" y="17754"/>
                  <a:pt x="22589" y="19633"/>
                </a:cubicBezTo>
                <a:lnTo>
                  <a:pt x="24759" y="20827"/>
                </a:lnTo>
                <a:cubicBezTo>
                  <a:pt x="29245" y="23332"/>
                  <a:pt x="32260" y="25779"/>
                  <a:pt x="33746" y="28284"/>
                </a:cubicBezTo>
                <a:cubicBezTo>
                  <a:pt x="35158" y="30731"/>
                  <a:pt x="35450" y="33629"/>
                  <a:pt x="34430" y="37037"/>
                </a:cubicBezTo>
                <a:cubicBezTo>
                  <a:pt x="33280" y="40853"/>
                  <a:pt x="30891" y="43416"/>
                  <a:pt x="27192" y="44786"/>
                </a:cubicBezTo>
                <a:cubicBezTo>
                  <a:pt x="23507" y="46082"/>
                  <a:pt x="19007" y="45980"/>
                  <a:pt x="13661" y="44378"/>
                </a:cubicBezTo>
                <a:cubicBezTo>
                  <a:pt x="11491" y="43751"/>
                  <a:pt x="9219" y="42848"/>
                  <a:pt x="6947" y="41712"/>
                </a:cubicBezTo>
                <a:cubicBezTo>
                  <a:pt x="4733" y="40562"/>
                  <a:pt x="2389" y="39149"/>
                  <a:pt x="0" y="37547"/>
                </a:cubicBezTo>
                <a:lnTo>
                  <a:pt x="2054" y="30556"/>
                </a:lnTo>
                <a:cubicBezTo>
                  <a:pt x="4151" y="32610"/>
                  <a:pt x="6379" y="34314"/>
                  <a:pt x="8593" y="35683"/>
                </a:cubicBezTo>
                <a:cubicBezTo>
                  <a:pt x="10821" y="37037"/>
                  <a:pt x="13152" y="38071"/>
                  <a:pt x="15540" y="38741"/>
                </a:cubicBezTo>
                <a:cubicBezTo>
                  <a:pt x="18715" y="39717"/>
                  <a:pt x="21337" y="39892"/>
                  <a:pt x="23390" y="39324"/>
                </a:cubicBezTo>
                <a:cubicBezTo>
                  <a:pt x="25386" y="38741"/>
                  <a:pt x="26740" y="37445"/>
                  <a:pt x="27308" y="35450"/>
                </a:cubicBezTo>
                <a:cubicBezTo>
                  <a:pt x="27876" y="33629"/>
                  <a:pt x="27658" y="32042"/>
                  <a:pt x="26682" y="30673"/>
                </a:cubicBezTo>
                <a:cubicBezTo>
                  <a:pt x="25779" y="29362"/>
                  <a:pt x="23332" y="27600"/>
                  <a:pt x="19400" y="25429"/>
                </a:cubicBezTo>
                <a:lnTo>
                  <a:pt x="17186" y="24177"/>
                </a:lnTo>
                <a:cubicBezTo>
                  <a:pt x="13254" y="22021"/>
                  <a:pt x="10647" y="19808"/>
                  <a:pt x="9336" y="17419"/>
                </a:cubicBezTo>
                <a:cubicBezTo>
                  <a:pt x="8025" y="15030"/>
                  <a:pt x="7792" y="12234"/>
                  <a:pt x="8768" y="9044"/>
                </a:cubicBezTo>
                <a:cubicBezTo>
                  <a:pt x="9904" y="5185"/>
                  <a:pt x="12176" y="2563"/>
                  <a:pt x="15540" y="1311"/>
                </a:cubicBezTo>
                <a:cubicBezTo>
                  <a:pt x="18948" y="0"/>
                  <a:pt x="23157" y="117"/>
                  <a:pt x="28226" y="1602"/>
                </a:cubicBezTo>
                <a:cubicBezTo>
                  <a:pt x="30731" y="2330"/>
                  <a:pt x="33003" y="3248"/>
                  <a:pt x="35100" y="4267"/>
                </a:cubicBezTo>
                <a:cubicBezTo>
                  <a:pt x="37212" y="5301"/>
                  <a:pt x="39091" y="6437"/>
                  <a:pt x="40737" y="7748"/>
                </a:cubicBezTo>
                <a:close/>
                <a:moveTo>
                  <a:pt x="40737" y="77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69F15-72B7-4906-9CB9-B56DA477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413" y="4281156"/>
            <a:ext cx="25531" cy="56845"/>
          </a:xfrm>
          <a:custGeom xmlns:a="http://schemas.openxmlformats.org/drawingml/2006/main">
            <a:pathLst>
              <a:path w="25531" h="56845">
                <a:moveTo>
                  <a:pt x="18147" y="0"/>
                </a:moveTo>
                <a:lnTo>
                  <a:pt x="25531" y="2447"/>
                </a:lnTo>
                <a:lnTo>
                  <a:pt x="7326" y="56845"/>
                </a:lnTo>
                <a:lnTo>
                  <a:pt x="0" y="54398"/>
                </a:lnTo>
                <a:lnTo>
                  <a:pt x="18147" y="0"/>
                </a:lnTo>
                <a:close/>
                <a:moveTo>
                  <a:pt x="181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C9B2F-4549-4236-85F5-EC3DE50A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851" y="4301925"/>
            <a:ext cx="44494" cy="52228"/>
          </a:xfrm>
          <a:custGeom xmlns:a="http://schemas.openxmlformats.org/drawingml/2006/main">
            <a:pathLst>
              <a:path w="44494" h="52228">
                <a:moveTo>
                  <a:pt x="42382" y="27600"/>
                </a:moveTo>
                <a:lnTo>
                  <a:pt x="34139" y="52228"/>
                </a:lnTo>
                <a:lnTo>
                  <a:pt x="27483" y="49956"/>
                </a:lnTo>
                <a:lnTo>
                  <a:pt x="35610" y="25546"/>
                </a:lnTo>
                <a:cubicBezTo>
                  <a:pt x="36921" y="21672"/>
                  <a:pt x="37096" y="18555"/>
                  <a:pt x="36236" y="16166"/>
                </a:cubicBezTo>
                <a:cubicBezTo>
                  <a:pt x="35391" y="13720"/>
                  <a:pt x="33454" y="12001"/>
                  <a:pt x="30440" y="10982"/>
                </a:cubicBezTo>
                <a:cubicBezTo>
                  <a:pt x="26798" y="9787"/>
                  <a:pt x="23551" y="10020"/>
                  <a:pt x="20711" y="11608"/>
                </a:cubicBezTo>
                <a:cubicBezTo>
                  <a:pt x="17871" y="13195"/>
                  <a:pt x="15759" y="15992"/>
                  <a:pt x="14448" y="19968"/>
                </a:cubicBezTo>
                <a:lnTo>
                  <a:pt x="6714" y="43009"/>
                </a:lnTo>
                <a:lnTo>
                  <a:pt x="0" y="40795"/>
                </a:lnTo>
                <a:lnTo>
                  <a:pt x="13603" y="0"/>
                </a:lnTo>
                <a:lnTo>
                  <a:pt x="20376" y="2214"/>
                </a:lnTo>
                <a:lnTo>
                  <a:pt x="18264" y="8593"/>
                </a:lnTo>
                <a:cubicBezTo>
                  <a:pt x="20652" y="6656"/>
                  <a:pt x="23157" y="5462"/>
                  <a:pt x="25721" y="4952"/>
                </a:cubicBezTo>
                <a:cubicBezTo>
                  <a:pt x="28328" y="4500"/>
                  <a:pt x="31008" y="4719"/>
                  <a:pt x="33848" y="5695"/>
                </a:cubicBezTo>
                <a:cubicBezTo>
                  <a:pt x="38581" y="7224"/>
                  <a:pt x="41654" y="9904"/>
                  <a:pt x="43067" y="13603"/>
                </a:cubicBezTo>
                <a:cubicBezTo>
                  <a:pt x="44494" y="17302"/>
                  <a:pt x="44261" y="21963"/>
                  <a:pt x="42382" y="27600"/>
                </a:cubicBezTo>
                <a:close/>
                <a:moveTo>
                  <a:pt x="42382" y="276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038F9-4891-4B1C-8B29-A10C033C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855" y="4319227"/>
            <a:ext cx="41756" cy="46242"/>
          </a:xfrm>
          <a:custGeom xmlns:a="http://schemas.openxmlformats.org/drawingml/2006/main">
            <a:pathLst>
              <a:path w="41756" h="46242">
                <a:moveTo>
                  <a:pt x="41756" y="8476"/>
                </a:moveTo>
                <a:lnTo>
                  <a:pt x="39659" y="14841"/>
                </a:lnTo>
                <a:cubicBezTo>
                  <a:pt x="38057" y="13195"/>
                  <a:pt x="36353" y="11826"/>
                  <a:pt x="34474" y="10690"/>
                </a:cubicBezTo>
                <a:cubicBezTo>
                  <a:pt x="32595" y="9496"/>
                  <a:pt x="30556" y="8535"/>
                  <a:pt x="28386" y="7792"/>
                </a:cubicBezTo>
                <a:cubicBezTo>
                  <a:pt x="25036" y="6714"/>
                  <a:pt x="22356" y="6365"/>
                  <a:pt x="20361" y="6816"/>
                </a:cubicBezTo>
                <a:cubicBezTo>
                  <a:pt x="18380" y="7282"/>
                  <a:pt x="17011" y="8535"/>
                  <a:pt x="16327" y="10574"/>
                </a:cubicBezTo>
                <a:cubicBezTo>
                  <a:pt x="15817" y="12176"/>
                  <a:pt x="15992" y="13589"/>
                  <a:pt x="16895" y="14841"/>
                </a:cubicBezTo>
                <a:cubicBezTo>
                  <a:pt x="17812" y="16152"/>
                  <a:pt x="19910" y="17798"/>
                  <a:pt x="23216" y="19793"/>
                </a:cubicBezTo>
                <a:lnTo>
                  <a:pt x="25371" y="21046"/>
                </a:lnTo>
                <a:cubicBezTo>
                  <a:pt x="29755" y="23667"/>
                  <a:pt x="32653" y="26216"/>
                  <a:pt x="34081" y="28779"/>
                </a:cubicBezTo>
                <a:cubicBezTo>
                  <a:pt x="35450" y="31284"/>
                  <a:pt x="35552" y="34241"/>
                  <a:pt x="34474" y="37547"/>
                </a:cubicBezTo>
                <a:cubicBezTo>
                  <a:pt x="33221" y="41363"/>
                  <a:pt x="30716" y="43853"/>
                  <a:pt x="26973" y="45048"/>
                </a:cubicBezTo>
                <a:cubicBezTo>
                  <a:pt x="23216" y="46242"/>
                  <a:pt x="18715" y="45965"/>
                  <a:pt x="13487" y="44203"/>
                </a:cubicBezTo>
                <a:cubicBezTo>
                  <a:pt x="11317" y="43518"/>
                  <a:pt x="9103" y="42499"/>
                  <a:pt x="6889" y="41305"/>
                </a:cubicBezTo>
                <a:cubicBezTo>
                  <a:pt x="4661" y="40110"/>
                  <a:pt x="2389" y="38625"/>
                  <a:pt x="0" y="36862"/>
                </a:cubicBezTo>
                <a:lnTo>
                  <a:pt x="2330" y="29974"/>
                </a:lnTo>
                <a:cubicBezTo>
                  <a:pt x="4384" y="32085"/>
                  <a:pt x="6481" y="33848"/>
                  <a:pt x="8710" y="35319"/>
                </a:cubicBezTo>
                <a:cubicBezTo>
                  <a:pt x="10865" y="36746"/>
                  <a:pt x="13137" y="37882"/>
                  <a:pt x="15526" y="38683"/>
                </a:cubicBezTo>
                <a:cubicBezTo>
                  <a:pt x="18657" y="39703"/>
                  <a:pt x="21279" y="39994"/>
                  <a:pt x="23332" y="39484"/>
                </a:cubicBezTo>
                <a:cubicBezTo>
                  <a:pt x="25371" y="38960"/>
                  <a:pt x="26740" y="37722"/>
                  <a:pt x="27425" y="35785"/>
                </a:cubicBezTo>
                <a:cubicBezTo>
                  <a:pt x="27993" y="33964"/>
                  <a:pt x="27876" y="32304"/>
                  <a:pt x="26973" y="30949"/>
                </a:cubicBezTo>
                <a:cubicBezTo>
                  <a:pt x="26056" y="29580"/>
                  <a:pt x="23725" y="27760"/>
                  <a:pt x="19851" y="25429"/>
                </a:cubicBezTo>
                <a:lnTo>
                  <a:pt x="17696" y="24119"/>
                </a:lnTo>
                <a:cubicBezTo>
                  <a:pt x="13822" y="21847"/>
                  <a:pt x="11258" y="19516"/>
                  <a:pt x="10020" y="17113"/>
                </a:cubicBezTo>
                <a:cubicBezTo>
                  <a:pt x="8811" y="14666"/>
                  <a:pt x="8710" y="11885"/>
                  <a:pt x="9787" y="8695"/>
                </a:cubicBezTo>
                <a:cubicBezTo>
                  <a:pt x="11040" y="4894"/>
                  <a:pt x="13428" y="2389"/>
                  <a:pt x="16836" y="1194"/>
                </a:cubicBezTo>
                <a:cubicBezTo>
                  <a:pt x="20259" y="0"/>
                  <a:pt x="24468" y="277"/>
                  <a:pt x="29464" y="1922"/>
                </a:cubicBezTo>
                <a:cubicBezTo>
                  <a:pt x="31911" y="2782"/>
                  <a:pt x="34197" y="3743"/>
                  <a:pt x="36236" y="4835"/>
                </a:cubicBezTo>
                <a:cubicBezTo>
                  <a:pt x="38348" y="5913"/>
                  <a:pt x="40169" y="7107"/>
                  <a:pt x="41756" y="8476"/>
                </a:cubicBezTo>
                <a:close/>
                <a:moveTo>
                  <a:pt x="41756" y="84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78C34-0177-4E53-92A4-6F57E625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18" y="4314902"/>
            <a:ext cx="25662" cy="58942"/>
          </a:xfrm>
          <a:custGeom xmlns:a="http://schemas.openxmlformats.org/drawingml/2006/main">
            <a:pathLst>
              <a:path w="25662" h="58942">
                <a:moveTo>
                  <a:pt x="13647" y="15933"/>
                </a:moveTo>
                <a:lnTo>
                  <a:pt x="20361" y="18147"/>
                </a:lnTo>
                <a:lnTo>
                  <a:pt x="6714" y="58942"/>
                </a:lnTo>
                <a:lnTo>
                  <a:pt x="0" y="56714"/>
                </a:lnTo>
                <a:lnTo>
                  <a:pt x="13647" y="15933"/>
                </a:lnTo>
                <a:close/>
                <a:moveTo>
                  <a:pt x="18948" y="0"/>
                </a:moveTo>
                <a:lnTo>
                  <a:pt x="25662" y="2272"/>
                </a:lnTo>
                <a:lnTo>
                  <a:pt x="22808" y="10749"/>
                </a:lnTo>
                <a:lnTo>
                  <a:pt x="16094" y="8535"/>
                </a:lnTo>
                <a:lnTo>
                  <a:pt x="18948" y="0"/>
                </a:lnTo>
                <a:close/>
                <a:moveTo>
                  <a:pt x="1894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20A23-92C2-4108-AB7E-B8261980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482" y="4339705"/>
            <a:ext cx="49665" cy="61389"/>
          </a:xfrm>
          <a:custGeom xmlns:a="http://schemas.openxmlformats.org/drawingml/2006/main">
            <a:pathLst>
              <a:path w="49665" h="61389">
                <a:moveTo>
                  <a:pt x="36294" y="26915"/>
                </a:moveTo>
                <a:cubicBezTo>
                  <a:pt x="37882" y="22080"/>
                  <a:pt x="38173" y="17972"/>
                  <a:pt x="37037" y="14623"/>
                </a:cubicBezTo>
                <a:cubicBezTo>
                  <a:pt x="35959" y="11258"/>
                  <a:pt x="33556" y="8986"/>
                  <a:pt x="29974" y="7792"/>
                </a:cubicBezTo>
                <a:cubicBezTo>
                  <a:pt x="26391" y="6598"/>
                  <a:pt x="23157" y="6991"/>
                  <a:pt x="20245" y="8986"/>
                </a:cubicBezTo>
                <a:cubicBezTo>
                  <a:pt x="17346" y="10982"/>
                  <a:pt x="15074" y="14448"/>
                  <a:pt x="13487" y="19283"/>
                </a:cubicBezTo>
                <a:cubicBezTo>
                  <a:pt x="11826" y="24119"/>
                  <a:pt x="11608" y="28211"/>
                  <a:pt x="12686" y="31576"/>
                </a:cubicBezTo>
                <a:cubicBezTo>
                  <a:pt x="13822" y="34867"/>
                  <a:pt x="16152" y="37154"/>
                  <a:pt x="19735" y="38348"/>
                </a:cubicBezTo>
                <a:cubicBezTo>
                  <a:pt x="23376" y="39601"/>
                  <a:pt x="26624" y="39193"/>
                  <a:pt x="29522" y="37154"/>
                </a:cubicBezTo>
                <a:cubicBezTo>
                  <a:pt x="32420" y="35158"/>
                  <a:pt x="34707" y="31750"/>
                  <a:pt x="36294" y="26915"/>
                </a:cubicBezTo>
                <a:close/>
                <a:moveTo>
                  <a:pt x="37722" y="45004"/>
                </a:moveTo>
                <a:cubicBezTo>
                  <a:pt x="35377" y="51878"/>
                  <a:pt x="32144" y="56554"/>
                  <a:pt x="27876" y="58942"/>
                </a:cubicBezTo>
                <a:cubicBezTo>
                  <a:pt x="23667" y="61272"/>
                  <a:pt x="18424" y="61389"/>
                  <a:pt x="12059" y="59277"/>
                </a:cubicBezTo>
                <a:cubicBezTo>
                  <a:pt x="9671" y="58491"/>
                  <a:pt x="7501" y="57573"/>
                  <a:pt x="5578" y="56495"/>
                </a:cubicBezTo>
                <a:cubicBezTo>
                  <a:pt x="3583" y="55461"/>
                  <a:pt x="1704" y="54223"/>
                  <a:pt x="0" y="52854"/>
                </a:cubicBezTo>
                <a:lnTo>
                  <a:pt x="2156" y="46373"/>
                </a:lnTo>
                <a:cubicBezTo>
                  <a:pt x="3801" y="48077"/>
                  <a:pt x="5462" y="49490"/>
                  <a:pt x="7224" y="50626"/>
                </a:cubicBezTo>
                <a:cubicBezTo>
                  <a:pt x="8986" y="51776"/>
                  <a:pt x="10865" y="52679"/>
                  <a:pt x="12860" y="53364"/>
                </a:cubicBezTo>
                <a:cubicBezTo>
                  <a:pt x="17230" y="54849"/>
                  <a:pt x="20871" y="54791"/>
                  <a:pt x="23842" y="53247"/>
                </a:cubicBezTo>
                <a:cubicBezTo>
                  <a:pt x="26798" y="51660"/>
                  <a:pt x="29071" y="48587"/>
                  <a:pt x="30600" y="43926"/>
                </a:cubicBezTo>
                <a:lnTo>
                  <a:pt x="31692" y="40620"/>
                </a:lnTo>
                <a:cubicBezTo>
                  <a:pt x="29522" y="42557"/>
                  <a:pt x="27133" y="43751"/>
                  <a:pt x="24570" y="44203"/>
                </a:cubicBezTo>
                <a:cubicBezTo>
                  <a:pt x="22007" y="44713"/>
                  <a:pt x="19225" y="44436"/>
                  <a:pt x="16210" y="43402"/>
                </a:cubicBezTo>
                <a:cubicBezTo>
                  <a:pt x="11258" y="41756"/>
                  <a:pt x="7850" y="38508"/>
                  <a:pt x="6088" y="33673"/>
                </a:cubicBezTo>
                <a:cubicBezTo>
                  <a:pt x="4267" y="28837"/>
                  <a:pt x="4428" y="23274"/>
                  <a:pt x="6539" y="16953"/>
                </a:cubicBezTo>
                <a:cubicBezTo>
                  <a:pt x="8651" y="10632"/>
                  <a:pt x="11885" y="6146"/>
                  <a:pt x="16210" y="3350"/>
                </a:cubicBezTo>
                <a:cubicBezTo>
                  <a:pt x="20536" y="568"/>
                  <a:pt x="25196" y="0"/>
                  <a:pt x="30207" y="1646"/>
                </a:cubicBezTo>
                <a:cubicBezTo>
                  <a:pt x="33221" y="2680"/>
                  <a:pt x="35610" y="4093"/>
                  <a:pt x="37372" y="6030"/>
                </a:cubicBezTo>
                <a:cubicBezTo>
                  <a:pt x="39135" y="7967"/>
                  <a:pt x="40271" y="10355"/>
                  <a:pt x="40897" y="13195"/>
                </a:cubicBezTo>
                <a:lnTo>
                  <a:pt x="42950" y="6991"/>
                </a:lnTo>
                <a:lnTo>
                  <a:pt x="49665" y="9219"/>
                </a:lnTo>
                <a:lnTo>
                  <a:pt x="37722" y="45004"/>
                </a:lnTo>
                <a:close/>
                <a:moveTo>
                  <a:pt x="37722" y="450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DCF32-5003-41F2-97FD-46016552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030" y="4337593"/>
            <a:ext cx="44552" cy="68103"/>
          </a:xfrm>
          <a:custGeom xmlns:a="http://schemas.openxmlformats.org/drawingml/2006/main">
            <a:pathLst>
              <a:path w="44552" h="68103">
                <a:moveTo>
                  <a:pt x="42441" y="43475"/>
                </a:moveTo>
                <a:lnTo>
                  <a:pt x="34197" y="68103"/>
                </a:lnTo>
                <a:lnTo>
                  <a:pt x="27483" y="65831"/>
                </a:lnTo>
                <a:lnTo>
                  <a:pt x="35610" y="41479"/>
                </a:lnTo>
                <a:cubicBezTo>
                  <a:pt x="36921" y="37605"/>
                  <a:pt x="37154" y="34430"/>
                  <a:pt x="36294" y="32042"/>
                </a:cubicBezTo>
                <a:cubicBezTo>
                  <a:pt x="35391" y="29595"/>
                  <a:pt x="33454" y="27876"/>
                  <a:pt x="30440" y="26915"/>
                </a:cubicBezTo>
                <a:cubicBezTo>
                  <a:pt x="26857" y="25662"/>
                  <a:pt x="23609" y="25895"/>
                  <a:pt x="20769" y="27483"/>
                </a:cubicBezTo>
                <a:cubicBezTo>
                  <a:pt x="17871" y="29071"/>
                  <a:pt x="15759" y="31867"/>
                  <a:pt x="14448" y="35843"/>
                </a:cubicBezTo>
                <a:lnTo>
                  <a:pt x="6772" y="58942"/>
                </a:lnTo>
                <a:lnTo>
                  <a:pt x="0" y="56670"/>
                </a:lnTo>
                <a:lnTo>
                  <a:pt x="18948" y="0"/>
                </a:lnTo>
                <a:lnTo>
                  <a:pt x="25721" y="2228"/>
                </a:lnTo>
                <a:lnTo>
                  <a:pt x="18264" y="24468"/>
                </a:lnTo>
                <a:cubicBezTo>
                  <a:pt x="20711" y="22531"/>
                  <a:pt x="23216" y="21337"/>
                  <a:pt x="25779" y="20885"/>
                </a:cubicBezTo>
                <a:cubicBezTo>
                  <a:pt x="28328" y="20376"/>
                  <a:pt x="31066" y="20594"/>
                  <a:pt x="33906" y="21570"/>
                </a:cubicBezTo>
                <a:cubicBezTo>
                  <a:pt x="38581" y="23157"/>
                  <a:pt x="41640" y="25779"/>
                  <a:pt x="43067" y="29478"/>
                </a:cubicBezTo>
                <a:cubicBezTo>
                  <a:pt x="44552" y="33178"/>
                  <a:pt x="44319" y="37838"/>
                  <a:pt x="42441" y="43475"/>
                </a:cubicBezTo>
                <a:close/>
                <a:moveTo>
                  <a:pt x="42441" y="434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0E22F-5C34-432E-BEBD-A024A389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044" y="4357736"/>
            <a:ext cx="31576" cy="59233"/>
          </a:xfrm>
          <a:custGeom xmlns:a="http://schemas.openxmlformats.org/drawingml/2006/main">
            <a:pathLst>
              <a:path w="31576" h="59233">
                <a:moveTo>
                  <a:pt x="21672" y="2272"/>
                </a:moveTo>
                <a:lnTo>
                  <a:pt x="17798" y="13822"/>
                </a:lnTo>
                <a:lnTo>
                  <a:pt x="31576" y="18439"/>
                </a:lnTo>
                <a:lnTo>
                  <a:pt x="29872" y="23667"/>
                </a:lnTo>
                <a:lnTo>
                  <a:pt x="16035" y="19065"/>
                </a:lnTo>
                <a:lnTo>
                  <a:pt x="8637" y="41188"/>
                </a:lnTo>
                <a:cubicBezTo>
                  <a:pt x="7559" y="44552"/>
                  <a:pt x="7282" y="46825"/>
                  <a:pt x="7850" y="48077"/>
                </a:cubicBezTo>
                <a:cubicBezTo>
                  <a:pt x="8476" y="49330"/>
                  <a:pt x="10181" y="50407"/>
                  <a:pt x="12962" y="51383"/>
                </a:cubicBezTo>
                <a:lnTo>
                  <a:pt x="19851" y="53655"/>
                </a:lnTo>
                <a:lnTo>
                  <a:pt x="17972" y="59233"/>
                </a:lnTo>
                <a:lnTo>
                  <a:pt x="11084" y="56947"/>
                </a:lnTo>
                <a:cubicBezTo>
                  <a:pt x="5913" y="55243"/>
                  <a:pt x="2665" y="53087"/>
                  <a:pt x="1354" y="50466"/>
                </a:cubicBezTo>
                <a:cubicBezTo>
                  <a:pt x="0" y="47902"/>
                  <a:pt x="218" y="44043"/>
                  <a:pt x="1937" y="38974"/>
                </a:cubicBezTo>
                <a:lnTo>
                  <a:pt x="9321" y="16793"/>
                </a:lnTo>
                <a:lnTo>
                  <a:pt x="4384" y="15132"/>
                </a:lnTo>
                <a:lnTo>
                  <a:pt x="6146" y="9962"/>
                </a:lnTo>
                <a:lnTo>
                  <a:pt x="11084" y="11608"/>
                </a:lnTo>
                <a:lnTo>
                  <a:pt x="14958" y="0"/>
                </a:lnTo>
                <a:lnTo>
                  <a:pt x="21672" y="2272"/>
                </a:lnTo>
                <a:close/>
                <a:moveTo>
                  <a:pt x="21672" y="22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F1153-D278-47B5-B4A1-3B82B69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38" y="4380602"/>
            <a:ext cx="41698" cy="46198"/>
          </a:xfrm>
          <a:custGeom xmlns:a="http://schemas.openxmlformats.org/drawingml/2006/main">
            <a:pathLst>
              <a:path w="41698" h="46198">
                <a:moveTo>
                  <a:pt x="41698" y="8433"/>
                </a:moveTo>
                <a:lnTo>
                  <a:pt x="39586" y="14797"/>
                </a:lnTo>
                <a:cubicBezTo>
                  <a:pt x="38057" y="13152"/>
                  <a:pt x="36294" y="11783"/>
                  <a:pt x="34416" y="10647"/>
                </a:cubicBezTo>
                <a:cubicBezTo>
                  <a:pt x="32537" y="9452"/>
                  <a:pt x="30542" y="8491"/>
                  <a:pt x="28328" y="7748"/>
                </a:cubicBezTo>
                <a:cubicBezTo>
                  <a:pt x="25022" y="6670"/>
                  <a:pt x="22356" y="6321"/>
                  <a:pt x="20361" y="6772"/>
                </a:cubicBezTo>
                <a:cubicBezTo>
                  <a:pt x="18307" y="7239"/>
                  <a:pt x="17011" y="8491"/>
                  <a:pt x="16327" y="10530"/>
                </a:cubicBezTo>
                <a:cubicBezTo>
                  <a:pt x="15817" y="12132"/>
                  <a:pt x="15977" y="13545"/>
                  <a:pt x="16895" y="14797"/>
                </a:cubicBezTo>
                <a:cubicBezTo>
                  <a:pt x="17739" y="16108"/>
                  <a:pt x="19851" y="17754"/>
                  <a:pt x="23201" y="19749"/>
                </a:cubicBezTo>
                <a:lnTo>
                  <a:pt x="25313" y="21002"/>
                </a:lnTo>
                <a:cubicBezTo>
                  <a:pt x="29755" y="23623"/>
                  <a:pt x="32653" y="26172"/>
                  <a:pt x="34022" y="28736"/>
                </a:cubicBezTo>
                <a:cubicBezTo>
                  <a:pt x="35435" y="31241"/>
                  <a:pt x="35552" y="34197"/>
                  <a:pt x="34416" y="37503"/>
                </a:cubicBezTo>
                <a:cubicBezTo>
                  <a:pt x="33163" y="41305"/>
                  <a:pt x="30658" y="43810"/>
                  <a:pt x="26900" y="45004"/>
                </a:cubicBezTo>
                <a:cubicBezTo>
                  <a:pt x="23201" y="46198"/>
                  <a:pt x="18715" y="45922"/>
                  <a:pt x="13472" y="44159"/>
                </a:cubicBezTo>
                <a:cubicBezTo>
                  <a:pt x="11258" y="43475"/>
                  <a:pt x="9044" y="42455"/>
                  <a:pt x="6816" y="41261"/>
                </a:cubicBezTo>
                <a:cubicBezTo>
                  <a:pt x="4602" y="40052"/>
                  <a:pt x="2330" y="38581"/>
                  <a:pt x="0" y="36819"/>
                </a:cubicBezTo>
                <a:lnTo>
                  <a:pt x="2330" y="29930"/>
                </a:lnTo>
                <a:cubicBezTo>
                  <a:pt x="4369" y="32042"/>
                  <a:pt x="6481" y="33804"/>
                  <a:pt x="8637" y="35275"/>
                </a:cubicBezTo>
                <a:cubicBezTo>
                  <a:pt x="10865" y="36702"/>
                  <a:pt x="13137" y="37838"/>
                  <a:pt x="15467" y="38639"/>
                </a:cubicBezTo>
                <a:cubicBezTo>
                  <a:pt x="18657" y="39659"/>
                  <a:pt x="21220" y="39950"/>
                  <a:pt x="23318" y="39440"/>
                </a:cubicBezTo>
                <a:cubicBezTo>
                  <a:pt x="25371" y="38916"/>
                  <a:pt x="26740" y="37664"/>
                  <a:pt x="27366" y="35741"/>
                </a:cubicBezTo>
                <a:cubicBezTo>
                  <a:pt x="27993" y="33920"/>
                  <a:pt x="27818" y="32260"/>
                  <a:pt x="26959" y="30906"/>
                </a:cubicBezTo>
                <a:cubicBezTo>
                  <a:pt x="26056" y="29537"/>
                  <a:pt x="23667" y="27716"/>
                  <a:pt x="19793" y="25386"/>
                </a:cubicBezTo>
                <a:lnTo>
                  <a:pt x="17696" y="24075"/>
                </a:lnTo>
                <a:cubicBezTo>
                  <a:pt x="13822" y="21803"/>
                  <a:pt x="11258" y="19458"/>
                  <a:pt x="10006" y="17069"/>
                </a:cubicBezTo>
                <a:cubicBezTo>
                  <a:pt x="8753" y="14623"/>
                  <a:pt x="8695" y="11841"/>
                  <a:pt x="9729" y="8651"/>
                </a:cubicBezTo>
                <a:cubicBezTo>
                  <a:pt x="11025" y="4850"/>
                  <a:pt x="13370" y="2345"/>
                  <a:pt x="16778" y="1151"/>
                </a:cubicBezTo>
                <a:cubicBezTo>
                  <a:pt x="20186" y="0"/>
                  <a:pt x="24395" y="233"/>
                  <a:pt x="29406" y="1879"/>
                </a:cubicBezTo>
                <a:cubicBezTo>
                  <a:pt x="31911" y="2738"/>
                  <a:pt x="34124" y="3699"/>
                  <a:pt x="36236" y="4792"/>
                </a:cubicBezTo>
                <a:cubicBezTo>
                  <a:pt x="38290" y="5869"/>
                  <a:pt x="40110" y="7122"/>
                  <a:pt x="41698" y="8433"/>
                </a:cubicBezTo>
                <a:close/>
                <a:moveTo>
                  <a:pt x="41698" y="84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62916-5F0F-4786-8790-2E2DFFD3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608" y="4381068"/>
            <a:ext cx="51543" cy="60704"/>
          </a:xfrm>
          <a:custGeom xmlns:a="http://schemas.openxmlformats.org/drawingml/2006/main">
            <a:pathLst>
              <a:path w="51543" h="60704">
                <a:moveTo>
                  <a:pt x="51543" y="10239"/>
                </a:moveTo>
                <a:lnTo>
                  <a:pt x="49155" y="17463"/>
                </a:lnTo>
                <a:cubicBezTo>
                  <a:pt x="46825" y="15191"/>
                  <a:pt x="44494" y="13312"/>
                  <a:pt x="42222" y="11826"/>
                </a:cubicBezTo>
                <a:cubicBezTo>
                  <a:pt x="39994" y="10355"/>
                  <a:pt x="37722" y="9219"/>
                  <a:pt x="35391" y="8418"/>
                </a:cubicBezTo>
                <a:cubicBezTo>
                  <a:pt x="31415" y="7107"/>
                  <a:pt x="28051" y="6816"/>
                  <a:pt x="25327" y="7675"/>
                </a:cubicBezTo>
                <a:cubicBezTo>
                  <a:pt x="22648" y="8476"/>
                  <a:pt x="20827" y="10355"/>
                  <a:pt x="19866" y="13195"/>
                </a:cubicBezTo>
                <a:cubicBezTo>
                  <a:pt x="19065" y="15584"/>
                  <a:pt x="19181" y="17696"/>
                  <a:pt x="20201" y="19400"/>
                </a:cubicBezTo>
                <a:cubicBezTo>
                  <a:pt x="21220" y="21104"/>
                  <a:pt x="23667" y="22983"/>
                  <a:pt x="27425" y="25080"/>
                </a:cubicBezTo>
                <a:lnTo>
                  <a:pt x="31576" y="27468"/>
                </a:lnTo>
                <a:cubicBezTo>
                  <a:pt x="36702" y="30381"/>
                  <a:pt x="40169" y="33556"/>
                  <a:pt x="41873" y="37037"/>
                </a:cubicBezTo>
                <a:cubicBezTo>
                  <a:pt x="43577" y="40562"/>
                  <a:pt x="43751" y="44538"/>
                  <a:pt x="42280" y="48922"/>
                </a:cubicBezTo>
                <a:cubicBezTo>
                  <a:pt x="40518" y="54209"/>
                  <a:pt x="37387" y="57631"/>
                  <a:pt x="32945" y="59161"/>
                </a:cubicBezTo>
                <a:cubicBezTo>
                  <a:pt x="28503" y="60704"/>
                  <a:pt x="22881" y="60297"/>
                  <a:pt x="16050" y="58025"/>
                </a:cubicBezTo>
                <a:cubicBezTo>
                  <a:pt x="13487" y="57180"/>
                  <a:pt x="10807" y="55986"/>
                  <a:pt x="8141" y="54442"/>
                </a:cubicBezTo>
                <a:cubicBezTo>
                  <a:pt x="5403" y="52854"/>
                  <a:pt x="2738" y="51034"/>
                  <a:pt x="0" y="48805"/>
                </a:cubicBezTo>
                <a:lnTo>
                  <a:pt x="2505" y="41246"/>
                </a:lnTo>
                <a:cubicBezTo>
                  <a:pt x="4952" y="43912"/>
                  <a:pt x="7457" y="46140"/>
                  <a:pt x="10020" y="47961"/>
                </a:cubicBezTo>
                <a:cubicBezTo>
                  <a:pt x="12642" y="49781"/>
                  <a:pt x="15307" y="51136"/>
                  <a:pt x="18045" y="52053"/>
                </a:cubicBezTo>
                <a:cubicBezTo>
                  <a:pt x="22254" y="53480"/>
                  <a:pt x="25779" y="53757"/>
                  <a:pt x="28619" y="52854"/>
                </a:cubicBezTo>
                <a:cubicBezTo>
                  <a:pt x="31415" y="51937"/>
                  <a:pt x="33338" y="50000"/>
                  <a:pt x="34372" y="46926"/>
                </a:cubicBezTo>
                <a:cubicBezTo>
                  <a:pt x="35275" y="44261"/>
                  <a:pt x="35158" y="41873"/>
                  <a:pt x="34022" y="39819"/>
                </a:cubicBezTo>
                <a:cubicBezTo>
                  <a:pt x="32886" y="37780"/>
                  <a:pt x="30556" y="35785"/>
                  <a:pt x="27090" y="33731"/>
                </a:cubicBezTo>
                <a:lnTo>
                  <a:pt x="22881" y="31401"/>
                </a:lnTo>
                <a:cubicBezTo>
                  <a:pt x="17754" y="28444"/>
                  <a:pt x="14404" y="25429"/>
                  <a:pt x="12686" y="22240"/>
                </a:cubicBezTo>
                <a:cubicBezTo>
                  <a:pt x="11040" y="19108"/>
                  <a:pt x="10865" y="15467"/>
                  <a:pt x="12292" y="11317"/>
                </a:cubicBezTo>
                <a:cubicBezTo>
                  <a:pt x="13880" y="6481"/>
                  <a:pt x="16851" y="3292"/>
                  <a:pt x="21162" y="1646"/>
                </a:cubicBezTo>
                <a:cubicBezTo>
                  <a:pt x="25488" y="0"/>
                  <a:pt x="30614" y="160"/>
                  <a:pt x="36527" y="2156"/>
                </a:cubicBezTo>
                <a:cubicBezTo>
                  <a:pt x="39091" y="3015"/>
                  <a:pt x="41654" y="4151"/>
                  <a:pt x="44101" y="5462"/>
                </a:cubicBezTo>
                <a:cubicBezTo>
                  <a:pt x="46606" y="6816"/>
                  <a:pt x="49097" y="8418"/>
                  <a:pt x="51543" y="10239"/>
                </a:cubicBezTo>
                <a:close/>
                <a:moveTo>
                  <a:pt x="51543" y="102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4356C-DDC0-42B2-97CF-835CA5E0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137" y="4409847"/>
            <a:ext cx="41771" cy="49563"/>
          </a:xfrm>
          <a:custGeom xmlns:a="http://schemas.openxmlformats.org/drawingml/2006/main">
            <a:pathLst>
              <a:path w="41771" h="49563">
                <a:moveTo>
                  <a:pt x="25269" y="24585"/>
                </a:moveTo>
                <a:cubicBezTo>
                  <a:pt x="19866" y="22822"/>
                  <a:pt x="15933" y="22138"/>
                  <a:pt x="13428" y="22706"/>
                </a:cubicBezTo>
                <a:cubicBezTo>
                  <a:pt x="10923" y="23216"/>
                  <a:pt x="9161" y="24978"/>
                  <a:pt x="8141" y="27993"/>
                </a:cubicBezTo>
                <a:cubicBezTo>
                  <a:pt x="7340" y="30381"/>
                  <a:pt x="7515" y="32551"/>
                  <a:pt x="8593" y="34430"/>
                </a:cubicBezTo>
                <a:cubicBezTo>
                  <a:pt x="9729" y="36353"/>
                  <a:pt x="11608" y="37780"/>
                  <a:pt x="14288" y="38698"/>
                </a:cubicBezTo>
                <a:cubicBezTo>
                  <a:pt x="18045" y="39892"/>
                  <a:pt x="21453" y="39601"/>
                  <a:pt x="24585" y="37722"/>
                </a:cubicBezTo>
                <a:cubicBezTo>
                  <a:pt x="27716" y="35843"/>
                  <a:pt x="29988" y="32712"/>
                  <a:pt x="31459" y="28342"/>
                </a:cubicBezTo>
                <a:lnTo>
                  <a:pt x="31983" y="26857"/>
                </a:lnTo>
                <a:lnTo>
                  <a:pt x="25269" y="24585"/>
                </a:lnTo>
                <a:close/>
                <a:moveTo>
                  <a:pt x="39601" y="26289"/>
                </a:moveTo>
                <a:lnTo>
                  <a:pt x="31809" y="49563"/>
                </a:lnTo>
                <a:lnTo>
                  <a:pt x="25094" y="47334"/>
                </a:lnTo>
                <a:lnTo>
                  <a:pt x="27148" y="41144"/>
                </a:lnTo>
                <a:cubicBezTo>
                  <a:pt x="24803" y="43125"/>
                  <a:pt x="22313" y="44319"/>
                  <a:pt x="19633" y="44727"/>
                </a:cubicBezTo>
                <a:cubicBezTo>
                  <a:pt x="16953" y="45120"/>
                  <a:pt x="13938" y="44786"/>
                  <a:pt x="10647" y="43693"/>
                </a:cubicBezTo>
                <a:cubicBezTo>
                  <a:pt x="6496" y="42280"/>
                  <a:pt x="3539" y="39994"/>
                  <a:pt x="1821" y="36819"/>
                </a:cubicBezTo>
                <a:cubicBezTo>
                  <a:pt x="175" y="33687"/>
                  <a:pt x="0" y="30105"/>
                  <a:pt x="1311" y="26172"/>
                </a:cubicBezTo>
                <a:cubicBezTo>
                  <a:pt x="2855" y="21628"/>
                  <a:pt x="5520" y="18672"/>
                  <a:pt x="9394" y="17361"/>
                </a:cubicBezTo>
                <a:cubicBezTo>
                  <a:pt x="13254" y="16050"/>
                  <a:pt x="18205" y="16385"/>
                  <a:pt x="24293" y="18439"/>
                </a:cubicBezTo>
                <a:lnTo>
                  <a:pt x="33687" y="21570"/>
                </a:lnTo>
                <a:lnTo>
                  <a:pt x="33906" y="20944"/>
                </a:lnTo>
                <a:cubicBezTo>
                  <a:pt x="34940" y="17871"/>
                  <a:pt x="34765" y="15132"/>
                  <a:pt x="33294" y="12744"/>
                </a:cubicBezTo>
                <a:cubicBezTo>
                  <a:pt x="31809" y="10414"/>
                  <a:pt x="29245" y="8593"/>
                  <a:pt x="25604" y="7340"/>
                </a:cubicBezTo>
                <a:cubicBezTo>
                  <a:pt x="23274" y="6598"/>
                  <a:pt x="20885" y="6088"/>
                  <a:pt x="18497" y="5928"/>
                </a:cubicBezTo>
                <a:cubicBezTo>
                  <a:pt x="16108" y="5753"/>
                  <a:pt x="13661" y="5869"/>
                  <a:pt x="11273" y="6321"/>
                </a:cubicBezTo>
                <a:lnTo>
                  <a:pt x="13370" y="117"/>
                </a:lnTo>
                <a:cubicBezTo>
                  <a:pt x="16108" y="0"/>
                  <a:pt x="18730" y="58"/>
                  <a:pt x="21162" y="408"/>
                </a:cubicBezTo>
                <a:cubicBezTo>
                  <a:pt x="23667" y="685"/>
                  <a:pt x="26012" y="1194"/>
                  <a:pt x="28168" y="1937"/>
                </a:cubicBezTo>
                <a:cubicBezTo>
                  <a:pt x="34081" y="3874"/>
                  <a:pt x="37955" y="6889"/>
                  <a:pt x="39892" y="10923"/>
                </a:cubicBezTo>
                <a:cubicBezTo>
                  <a:pt x="41771" y="14972"/>
                  <a:pt x="41654" y="20084"/>
                  <a:pt x="39601" y="26289"/>
                </a:cubicBezTo>
                <a:close/>
                <a:moveTo>
                  <a:pt x="39601" y="262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9ED1A-7941-4A33-A5CA-D9FC4957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845" y="4410531"/>
            <a:ext cx="38465" cy="56102"/>
          </a:xfrm>
          <a:custGeom xmlns:a="http://schemas.openxmlformats.org/drawingml/2006/main">
            <a:pathLst>
              <a:path w="38465" h="56102">
                <a:moveTo>
                  <a:pt x="38465" y="3758"/>
                </a:moveTo>
                <a:lnTo>
                  <a:pt x="36644" y="9336"/>
                </a:lnTo>
                <a:lnTo>
                  <a:pt x="30221" y="7166"/>
                </a:lnTo>
                <a:cubicBezTo>
                  <a:pt x="27833" y="6379"/>
                  <a:pt x="26012" y="6321"/>
                  <a:pt x="24701" y="6947"/>
                </a:cubicBezTo>
                <a:cubicBezTo>
                  <a:pt x="23449" y="7632"/>
                  <a:pt x="22415" y="9219"/>
                  <a:pt x="21570" y="11724"/>
                </a:cubicBezTo>
                <a:lnTo>
                  <a:pt x="20376" y="15307"/>
                </a:lnTo>
                <a:lnTo>
                  <a:pt x="31415" y="19007"/>
                </a:lnTo>
                <a:lnTo>
                  <a:pt x="29653" y="24235"/>
                </a:lnTo>
                <a:lnTo>
                  <a:pt x="18613" y="20536"/>
                </a:lnTo>
                <a:lnTo>
                  <a:pt x="6714" y="56102"/>
                </a:lnTo>
                <a:lnTo>
                  <a:pt x="0" y="53874"/>
                </a:lnTo>
                <a:lnTo>
                  <a:pt x="11899" y="18264"/>
                </a:lnTo>
                <a:lnTo>
                  <a:pt x="5462" y="16166"/>
                </a:lnTo>
                <a:lnTo>
                  <a:pt x="7224" y="10923"/>
                </a:lnTo>
                <a:lnTo>
                  <a:pt x="13603" y="13093"/>
                </a:lnTo>
                <a:lnTo>
                  <a:pt x="14564" y="10239"/>
                </a:lnTo>
                <a:cubicBezTo>
                  <a:pt x="16108" y="5695"/>
                  <a:pt x="18264" y="2738"/>
                  <a:pt x="21060" y="1369"/>
                </a:cubicBezTo>
                <a:cubicBezTo>
                  <a:pt x="23842" y="0"/>
                  <a:pt x="27541" y="58"/>
                  <a:pt x="32144" y="1602"/>
                </a:cubicBezTo>
                <a:lnTo>
                  <a:pt x="38465" y="3758"/>
                </a:lnTo>
                <a:close/>
                <a:moveTo>
                  <a:pt x="38465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DB1F5-F14B-40E7-B897-BAD3E125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14" y="4433922"/>
            <a:ext cx="41756" cy="49548"/>
          </a:xfrm>
          <a:custGeom xmlns:a="http://schemas.openxmlformats.org/drawingml/2006/main">
            <a:pathLst>
              <a:path w="41756" h="49548">
                <a:moveTo>
                  <a:pt x="25255" y="24570"/>
                </a:moveTo>
                <a:cubicBezTo>
                  <a:pt x="19851" y="22808"/>
                  <a:pt x="15933" y="22123"/>
                  <a:pt x="13428" y="22691"/>
                </a:cubicBezTo>
                <a:cubicBezTo>
                  <a:pt x="10923" y="23201"/>
                  <a:pt x="9161" y="24978"/>
                  <a:pt x="8127" y="27993"/>
                </a:cubicBezTo>
                <a:cubicBezTo>
                  <a:pt x="7340" y="30381"/>
                  <a:pt x="7501" y="32479"/>
                  <a:pt x="8593" y="34416"/>
                </a:cubicBezTo>
                <a:cubicBezTo>
                  <a:pt x="9729" y="36353"/>
                  <a:pt x="11608" y="37765"/>
                  <a:pt x="14273" y="38625"/>
                </a:cubicBezTo>
                <a:cubicBezTo>
                  <a:pt x="18031" y="39877"/>
                  <a:pt x="21439" y="39586"/>
                  <a:pt x="24570" y="37707"/>
                </a:cubicBezTo>
                <a:cubicBezTo>
                  <a:pt x="27701" y="35785"/>
                  <a:pt x="29974" y="32712"/>
                  <a:pt x="31459" y="28328"/>
                </a:cubicBezTo>
                <a:lnTo>
                  <a:pt x="31969" y="26842"/>
                </a:lnTo>
                <a:lnTo>
                  <a:pt x="25255" y="24570"/>
                </a:lnTo>
                <a:close/>
                <a:moveTo>
                  <a:pt x="39586" y="26274"/>
                </a:moveTo>
                <a:lnTo>
                  <a:pt x="31794" y="49548"/>
                </a:lnTo>
                <a:lnTo>
                  <a:pt x="25080" y="47334"/>
                </a:lnTo>
                <a:lnTo>
                  <a:pt x="27133" y="41130"/>
                </a:lnTo>
                <a:cubicBezTo>
                  <a:pt x="24803" y="43125"/>
                  <a:pt x="22298" y="44261"/>
                  <a:pt x="19618" y="44713"/>
                </a:cubicBezTo>
                <a:cubicBezTo>
                  <a:pt x="16953" y="45106"/>
                  <a:pt x="13938" y="44771"/>
                  <a:pt x="10632" y="43693"/>
                </a:cubicBezTo>
                <a:cubicBezTo>
                  <a:pt x="6481" y="42266"/>
                  <a:pt x="3525" y="39994"/>
                  <a:pt x="1821" y="36804"/>
                </a:cubicBezTo>
                <a:cubicBezTo>
                  <a:pt x="160" y="33673"/>
                  <a:pt x="0" y="30090"/>
                  <a:pt x="1311" y="26172"/>
                </a:cubicBezTo>
                <a:cubicBezTo>
                  <a:pt x="2840" y="21555"/>
                  <a:pt x="5520" y="18657"/>
                  <a:pt x="9379" y="17346"/>
                </a:cubicBezTo>
                <a:cubicBezTo>
                  <a:pt x="13254" y="16035"/>
                  <a:pt x="18205" y="16385"/>
                  <a:pt x="24293" y="18424"/>
                </a:cubicBezTo>
                <a:lnTo>
                  <a:pt x="33673" y="21555"/>
                </a:lnTo>
                <a:lnTo>
                  <a:pt x="33906" y="20929"/>
                </a:lnTo>
                <a:cubicBezTo>
                  <a:pt x="34925" y="17856"/>
                  <a:pt x="34751" y="15132"/>
                  <a:pt x="33280" y="12744"/>
                </a:cubicBezTo>
                <a:cubicBezTo>
                  <a:pt x="31794" y="10414"/>
                  <a:pt x="29245" y="8578"/>
                  <a:pt x="25604" y="7340"/>
                </a:cubicBezTo>
                <a:cubicBezTo>
                  <a:pt x="23259" y="6598"/>
                  <a:pt x="20871" y="6088"/>
                  <a:pt x="18482" y="5913"/>
                </a:cubicBezTo>
                <a:cubicBezTo>
                  <a:pt x="16094" y="5738"/>
                  <a:pt x="13647" y="5855"/>
                  <a:pt x="11258" y="6306"/>
                </a:cubicBezTo>
                <a:lnTo>
                  <a:pt x="13370" y="102"/>
                </a:lnTo>
                <a:cubicBezTo>
                  <a:pt x="16094" y="0"/>
                  <a:pt x="18715" y="58"/>
                  <a:pt x="21162" y="393"/>
                </a:cubicBezTo>
                <a:cubicBezTo>
                  <a:pt x="23667" y="685"/>
                  <a:pt x="25997" y="1194"/>
                  <a:pt x="28153" y="1922"/>
                </a:cubicBezTo>
                <a:cubicBezTo>
                  <a:pt x="34081" y="3860"/>
                  <a:pt x="37940" y="6874"/>
                  <a:pt x="39819" y="10923"/>
                </a:cubicBezTo>
                <a:cubicBezTo>
                  <a:pt x="41756" y="14958"/>
                  <a:pt x="41640" y="20084"/>
                  <a:pt x="39586" y="26274"/>
                </a:cubicBezTo>
                <a:close/>
                <a:moveTo>
                  <a:pt x="39586" y="262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4395B-015C-4247-86FA-84845AEE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453" y="4447234"/>
            <a:ext cx="37722" cy="43009"/>
          </a:xfrm>
          <a:custGeom xmlns:a="http://schemas.openxmlformats.org/drawingml/2006/main">
            <a:pathLst>
              <a:path w="37722" h="43009">
                <a:moveTo>
                  <a:pt x="35450" y="14215"/>
                </a:moveTo>
                <a:cubicBezTo>
                  <a:pt x="34823" y="13530"/>
                  <a:pt x="34139" y="12962"/>
                  <a:pt x="33280" y="12453"/>
                </a:cubicBezTo>
                <a:cubicBezTo>
                  <a:pt x="32493" y="11943"/>
                  <a:pt x="31517" y="11550"/>
                  <a:pt x="30498" y="11142"/>
                </a:cubicBezTo>
                <a:cubicBezTo>
                  <a:pt x="26682" y="9889"/>
                  <a:pt x="23376" y="10181"/>
                  <a:pt x="20478" y="11943"/>
                </a:cubicBezTo>
                <a:cubicBezTo>
                  <a:pt x="17637" y="13705"/>
                  <a:pt x="15482" y="16953"/>
                  <a:pt x="13938" y="21555"/>
                </a:cubicBezTo>
                <a:lnTo>
                  <a:pt x="6714" y="43009"/>
                </a:lnTo>
                <a:lnTo>
                  <a:pt x="0" y="40795"/>
                </a:lnTo>
                <a:lnTo>
                  <a:pt x="13661" y="0"/>
                </a:lnTo>
                <a:lnTo>
                  <a:pt x="20361" y="2214"/>
                </a:lnTo>
                <a:lnTo>
                  <a:pt x="18264" y="8593"/>
                </a:lnTo>
                <a:cubicBezTo>
                  <a:pt x="20478" y="6598"/>
                  <a:pt x="22924" y="5345"/>
                  <a:pt x="25604" y="4894"/>
                </a:cubicBezTo>
                <a:cubicBezTo>
                  <a:pt x="28269" y="4428"/>
                  <a:pt x="31182" y="4777"/>
                  <a:pt x="34416" y="5855"/>
                </a:cubicBezTo>
                <a:cubicBezTo>
                  <a:pt x="34882" y="6030"/>
                  <a:pt x="35391" y="6190"/>
                  <a:pt x="35959" y="6481"/>
                </a:cubicBezTo>
                <a:cubicBezTo>
                  <a:pt x="36469" y="6714"/>
                  <a:pt x="37037" y="6991"/>
                  <a:pt x="37722" y="7340"/>
                </a:cubicBezTo>
                <a:lnTo>
                  <a:pt x="35450" y="14215"/>
                </a:lnTo>
                <a:close/>
                <a:moveTo>
                  <a:pt x="35450" y="142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91C48-A9EF-41AC-B768-367C383A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344" y="4441656"/>
            <a:ext cx="25662" cy="58942"/>
          </a:xfrm>
          <a:custGeom xmlns:a="http://schemas.openxmlformats.org/drawingml/2006/main">
            <a:pathLst>
              <a:path w="25662" h="58942">
                <a:moveTo>
                  <a:pt x="13661" y="15933"/>
                </a:moveTo>
                <a:lnTo>
                  <a:pt x="20376" y="18147"/>
                </a:lnTo>
                <a:lnTo>
                  <a:pt x="6714" y="58942"/>
                </a:lnTo>
                <a:lnTo>
                  <a:pt x="0" y="56714"/>
                </a:lnTo>
                <a:lnTo>
                  <a:pt x="13661" y="15933"/>
                </a:lnTo>
                <a:close/>
                <a:moveTo>
                  <a:pt x="18948" y="0"/>
                </a:moveTo>
                <a:lnTo>
                  <a:pt x="25662" y="2272"/>
                </a:lnTo>
                <a:lnTo>
                  <a:pt x="22822" y="10749"/>
                </a:lnTo>
                <a:lnTo>
                  <a:pt x="16166" y="8535"/>
                </a:lnTo>
                <a:lnTo>
                  <a:pt x="18948" y="0"/>
                </a:lnTo>
                <a:close/>
                <a:moveTo>
                  <a:pt x="1894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5A0BB-76B9-4BFD-8477-D0EADF4C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632" y="4455710"/>
            <a:ext cx="49825" cy="64054"/>
          </a:xfrm>
          <a:custGeom xmlns:a="http://schemas.openxmlformats.org/drawingml/2006/main">
            <a:pathLst>
              <a:path w="49825" h="64054">
                <a:moveTo>
                  <a:pt x="40678" y="8637"/>
                </a:moveTo>
                <a:lnTo>
                  <a:pt x="21672" y="32318"/>
                </a:lnTo>
                <a:lnTo>
                  <a:pt x="41640" y="39018"/>
                </a:lnTo>
                <a:lnTo>
                  <a:pt x="40678" y="8637"/>
                </a:lnTo>
                <a:close/>
                <a:moveTo>
                  <a:pt x="38960" y="0"/>
                </a:moveTo>
                <a:lnTo>
                  <a:pt x="47276" y="2782"/>
                </a:lnTo>
                <a:lnTo>
                  <a:pt x="49825" y="64054"/>
                </a:lnTo>
                <a:lnTo>
                  <a:pt x="42208" y="61491"/>
                </a:lnTo>
                <a:lnTo>
                  <a:pt x="41931" y="45907"/>
                </a:lnTo>
                <a:lnTo>
                  <a:pt x="17404" y="37722"/>
                </a:lnTo>
                <a:lnTo>
                  <a:pt x="7792" y="50000"/>
                </a:lnTo>
                <a:lnTo>
                  <a:pt x="0" y="47451"/>
                </a:lnTo>
                <a:lnTo>
                  <a:pt x="38960" y="0"/>
                </a:lnTo>
                <a:close/>
                <a:moveTo>
                  <a:pt x="389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4E533-5441-4275-90A6-53EA89D1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855" y="4481475"/>
            <a:ext cx="44494" cy="52228"/>
          </a:xfrm>
          <a:custGeom xmlns:a="http://schemas.openxmlformats.org/drawingml/2006/main">
            <a:pathLst>
              <a:path w="44494" h="52228">
                <a:moveTo>
                  <a:pt x="42382" y="27600"/>
                </a:moveTo>
                <a:lnTo>
                  <a:pt x="34197" y="52228"/>
                </a:lnTo>
                <a:lnTo>
                  <a:pt x="27483" y="49956"/>
                </a:lnTo>
                <a:lnTo>
                  <a:pt x="35625" y="25546"/>
                </a:lnTo>
                <a:cubicBezTo>
                  <a:pt x="36921" y="21686"/>
                  <a:pt x="37154" y="18555"/>
                  <a:pt x="36251" y="16166"/>
                </a:cubicBezTo>
                <a:cubicBezTo>
                  <a:pt x="35391" y="13720"/>
                  <a:pt x="33454" y="12001"/>
                  <a:pt x="30440" y="10982"/>
                </a:cubicBezTo>
                <a:cubicBezTo>
                  <a:pt x="26857" y="9787"/>
                  <a:pt x="23609" y="10020"/>
                  <a:pt x="20711" y="11608"/>
                </a:cubicBezTo>
                <a:cubicBezTo>
                  <a:pt x="17871" y="13210"/>
                  <a:pt x="15759" y="15992"/>
                  <a:pt x="14448" y="19968"/>
                </a:cubicBezTo>
                <a:lnTo>
                  <a:pt x="6714" y="43009"/>
                </a:lnTo>
                <a:lnTo>
                  <a:pt x="0" y="40795"/>
                </a:lnTo>
                <a:lnTo>
                  <a:pt x="13661" y="0"/>
                </a:lnTo>
                <a:lnTo>
                  <a:pt x="20376" y="2228"/>
                </a:lnTo>
                <a:lnTo>
                  <a:pt x="18264" y="8593"/>
                </a:lnTo>
                <a:cubicBezTo>
                  <a:pt x="20711" y="6656"/>
                  <a:pt x="23216" y="5462"/>
                  <a:pt x="25779" y="4952"/>
                </a:cubicBezTo>
                <a:cubicBezTo>
                  <a:pt x="28342" y="4500"/>
                  <a:pt x="31066" y="4719"/>
                  <a:pt x="33906" y="5695"/>
                </a:cubicBezTo>
                <a:cubicBezTo>
                  <a:pt x="38581" y="7224"/>
                  <a:pt x="41654" y="9846"/>
                  <a:pt x="43067" y="13603"/>
                </a:cubicBezTo>
                <a:cubicBezTo>
                  <a:pt x="44494" y="17302"/>
                  <a:pt x="44261" y="21963"/>
                  <a:pt x="42382" y="27600"/>
                </a:cubicBezTo>
                <a:close/>
                <a:moveTo>
                  <a:pt x="42382" y="276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6E9BF-0F64-4166-B39C-5CAF3601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481" y="4499229"/>
            <a:ext cx="41756" cy="49606"/>
          </a:xfrm>
          <a:custGeom xmlns:a="http://schemas.openxmlformats.org/drawingml/2006/main">
            <a:pathLst>
              <a:path w="41756" h="49606">
                <a:moveTo>
                  <a:pt x="25313" y="24628"/>
                </a:moveTo>
                <a:cubicBezTo>
                  <a:pt x="19910" y="22808"/>
                  <a:pt x="15933" y="22182"/>
                  <a:pt x="13428" y="22706"/>
                </a:cubicBezTo>
                <a:cubicBezTo>
                  <a:pt x="10923" y="23274"/>
                  <a:pt x="9161" y="25036"/>
                  <a:pt x="8185" y="27993"/>
                </a:cubicBezTo>
                <a:cubicBezTo>
                  <a:pt x="7399" y="30381"/>
                  <a:pt x="7501" y="32537"/>
                  <a:pt x="8651" y="34416"/>
                </a:cubicBezTo>
                <a:cubicBezTo>
                  <a:pt x="9729" y="36353"/>
                  <a:pt x="11666" y="37780"/>
                  <a:pt x="14331" y="38683"/>
                </a:cubicBezTo>
                <a:cubicBezTo>
                  <a:pt x="18031" y="39936"/>
                  <a:pt x="21439" y="39601"/>
                  <a:pt x="24570" y="37722"/>
                </a:cubicBezTo>
                <a:cubicBezTo>
                  <a:pt x="27701" y="35843"/>
                  <a:pt x="30032" y="32712"/>
                  <a:pt x="31459" y="28328"/>
                </a:cubicBezTo>
                <a:lnTo>
                  <a:pt x="31969" y="26857"/>
                </a:lnTo>
                <a:lnTo>
                  <a:pt x="25313" y="24628"/>
                </a:lnTo>
                <a:close/>
                <a:moveTo>
                  <a:pt x="39601" y="26289"/>
                </a:moveTo>
                <a:lnTo>
                  <a:pt x="31794" y="49606"/>
                </a:lnTo>
                <a:lnTo>
                  <a:pt x="25138" y="47334"/>
                </a:lnTo>
                <a:lnTo>
                  <a:pt x="27192" y="41130"/>
                </a:lnTo>
                <a:cubicBezTo>
                  <a:pt x="24803" y="43125"/>
                  <a:pt x="22298" y="44319"/>
                  <a:pt x="19618" y="44713"/>
                </a:cubicBezTo>
                <a:cubicBezTo>
                  <a:pt x="16953" y="45120"/>
                  <a:pt x="13938" y="44771"/>
                  <a:pt x="10632" y="43693"/>
                </a:cubicBezTo>
                <a:cubicBezTo>
                  <a:pt x="6481" y="42266"/>
                  <a:pt x="3583" y="39994"/>
                  <a:pt x="1879" y="36862"/>
                </a:cubicBezTo>
                <a:cubicBezTo>
                  <a:pt x="175" y="33687"/>
                  <a:pt x="0" y="30090"/>
                  <a:pt x="1311" y="26172"/>
                </a:cubicBezTo>
                <a:cubicBezTo>
                  <a:pt x="2840" y="21614"/>
                  <a:pt x="5578" y="18657"/>
                  <a:pt x="9379" y="17346"/>
                </a:cubicBezTo>
                <a:cubicBezTo>
                  <a:pt x="13254" y="16050"/>
                  <a:pt x="18205" y="16443"/>
                  <a:pt x="24352" y="18439"/>
                </a:cubicBezTo>
                <a:lnTo>
                  <a:pt x="33731" y="21614"/>
                </a:lnTo>
                <a:lnTo>
                  <a:pt x="33964" y="20944"/>
                </a:lnTo>
                <a:cubicBezTo>
                  <a:pt x="34984" y="17871"/>
                  <a:pt x="34765" y="15132"/>
                  <a:pt x="33280" y="12744"/>
                </a:cubicBezTo>
                <a:cubicBezTo>
                  <a:pt x="31852" y="10414"/>
                  <a:pt x="29245" y="8593"/>
                  <a:pt x="25604" y="7399"/>
                </a:cubicBezTo>
                <a:cubicBezTo>
                  <a:pt x="23259" y="6598"/>
                  <a:pt x="20871" y="6146"/>
                  <a:pt x="18482" y="5913"/>
                </a:cubicBezTo>
                <a:cubicBezTo>
                  <a:pt x="16094" y="5753"/>
                  <a:pt x="13705" y="5913"/>
                  <a:pt x="11317" y="6321"/>
                </a:cubicBezTo>
                <a:lnTo>
                  <a:pt x="13370" y="117"/>
                </a:lnTo>
                <a:cubicBezTo>
                  <a:pt x="16152" y="0"/>
                  <a:pt x="18774" y="58"/>
                  <a:pt x="21220" y="393"/>
                </a:cubicBezTo>
                <a:cubicBezTo>
                  <a:pt x="23667" y="685"/>
                  <a:pt x="25997" y="1194"/>
                  <a:pt x="28153" y="1937"/>
                </a:cubicBezTo>
                <a:cubicBezTo>
                  <a:pt x="34081" y="3932"/>
                  <a:pt x="37998" y="6889"/>
                  <a:pt x="39877" y="10923"/>
                </a:cubicBezTo>
                <a:cubicBezTo>
                  <a:pt x="41756" y="14958"/>
                  <a:pt x="41698" y="20084"/>
                  <a:pt x="39601" y="26289"/>
                </a:cubicBezTo>
                <a:close/>
                <a:moveTo>
                  <a:pt x="39601" y="262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2695B-ADD0-49BE-B0EC-48A462CB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111" y="4496724"/>
            <a:ext cx="25648" cy="58942"/>
          </a:xfrm>
          <a:custGeom xmlns:a="http://schemas.openxmlformats.org/drawingml/2006/main">
            <a:pathLst>
              <a:path w="25648" h="58942">
                <a:moveTo>
                  <a:pt x="18934" y="0"/>
                </a:moveTo>
                <a:lnTo>
                  <a:pt x="25648" y="2272"/>
                </a:lnTo>
                <a:lnTo>
                  <a:pt x="6714" y="58942"/>
                </a:lnTo>
                <a:lnTo>
                  <a:pt x="0" y="56728"/>
                </a:lnTo>
                <a:lnTo>
                  <a:pt x="18934" y="0"/>
                </a:lnTo>
                <a:close/>
                <a:moveTo>
                  <a:pt x="1893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CD8BB-A388-4990-851A-9BEC4E88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00" y="4517944"/>
            <a:ext cx="54849" cy="60428"/>
          </a:xfrm>
          <a:custGeom xmlns:a="http://schemas.openxmlformats.org/drawingml/2006/main">
            <a:pathLst>
              <a:path w="54849" h="60428">
                <a:moveTo>
                  <a:pt x="22021" y="51893"/>
                </a:moveTo>
                <a:cubicBezTo>
                  <a:pt x="18482" y="56102"/>
                  <a:pt x="15584" y="58665"/>
                  <a:pt x="13312" y="59510"/>
                </a:cubicBezTo>
                <a:cubicBezTo>
                  <a:pt x="11040" y="60428"/>
                  <a:pt x="8360" y="60369"/>
                  <a:pt x="5345" y="59335"/>
                </a:cubicBezTo>
                <a:lnTo>
                  <a:pt x="0" y="57515"/>
                </a:lnTo>
                <a:lnTo>
                  <a:pt x="1879" y="51951"/>
                </a:lnTo>
                <a:lnTo>
                  <a:pt x="5797" y="53247"/>
                </a:lnTo>
                <a:cubicBezTo>
                  <a:pt x="7675" y="53874"/>
                  <a:pt x="9219" y="53932"/>
                  <a:pt x="10530" y="53364"/>
                </a:cubicBezTo>
                <a:cubicBezTo>
                  <a:pt x="11885" y="52854"/>
                  <a:pt x="13705" y="51150"/>
                  <a:pt x="15992" y="48310"/>
                </a:cubicBezTo>
                <a:lnTo>
                  <a:pt x="18205" y="45688"/>
                </a:lnTo>
                <a:lnTo>
                  <a:pt x="15132" y="0"/>
                </a:lnTo>
                <a:lnTo>
                  <a:pt x="22240" y="2389"/>
                </a:lnTo>
                <a:lnTo>
                  <a:pt x="24352" y="38581"/>
                </a:lnTo>
                <a:lnTo>
                  <a:pt x="47728" y="10923"/>
                </a:lnTo>
                <a:lnTo>
                  <a:pt x="54849" y="13312"/>
                </a:lnTo>
                <a:lnTo>
                  <a:pt x="22021" y="51893"/>
                </a:lnTo>
                <a:close/>
                <a:moveTo>
                  <a:pt x="22021" y="518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0204F-E372-4FEB-AEF9-06AFE38D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71" y="4522721"/>
            <a:ext cx="31576" cy="59233"/>
          </a:xfrm>
          <a:custGeom xmlns:a="http://schemas.openxmlformats.org/drawingml/2006/main">
            <a:pathLst>
              <a:path w="31576" h="59233">
                <a:moveTo>
                  <a:pt x="21614" y="2228"/>
                </a:moveTo>
                <a:lnTo>
                  <a:pt x="17739" y="13836"/>
                </a:lnTo>
                <a:lnTo>
                  <a:pt x="31576" y="18439"/>
                </a:lnTo>
                <a:lnTo>
                  <a:pt x="29799" y="23609"/>
                </a:lnTo>
                <a:lnTo>
                  <a:pt x="16035" y="19007"/>
                </a:lnTo>
                <a:lnTo>
                  <a:pt x="8637" y="41188"/>
                </a:lnTo>
                <a:cubicBezTo>
                  <a:pt x="7501" y="44494"/>
                  <a:pt x="7224" y="46766"/>
                  <a:pt x="7850" y="48019"/>
                </a:cubicBezTo>
                <a:cubicBezTo>
                  <a:pt x="8418" y="49271"/>
                  <a:pt x="10122" y="50407"/>
                  <a:pt x="12904" y="51325"/>
                </a:cubicBezTo>
                <a:lnTo>
                  <a:pt x="19793" y="53597"/>
                </a:lnTo>
                <a:lnTo>
                  <a:pt x="17914" y="59233"/>
                </a:lnTo>
                <a:lnTo>
                  <a:pt x="11025" y="56903"/>
                </a:lnTo>
                <a:cubicBezTo>
                  <a:pt x="5855" y="55184"/>
                  <a:pt x="2607" y="53029"/>
                  <a:pt x="1296" y="50466"/>
                </a:cubicBezTo>
                <a:cubicBezTo>
                  <a:pt x="0" y="47844"/>
                  <a:pt x="160" y="44043"/>
                  <a:pt x="1879" y="38916"/>
                </a:cubicBezTo>
                <a:lnTo>
                  <a:pt x="9263" y="16793"/>
                </a:lnTo>
                <a:lnTo>
                  <a:pt x="4369" y="15132"/>
                </a:lnTo>
                <a:lnTo>
                  <a:pt x="6088" y="9904"/>
                </a:lnTo>
                <a:lnTo>
                  <a:pt x="11025" y="11550"/>
                </a:lnTo>
                <a:lnTo>
                  <a:pt x="14899" y="0"/>
                </a:lnTo>
                <a:lnTo>
                  <a:pt x="21614" y="2228"/>
                </a:lnTo>
                <a:close/>
                <a:moveTo>
                  <a:pt x="21614" y="22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236EE-20E9-4E61-8B18-FC297E8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211" y="4528241"/>
            <a:ext cx="25648" cy="58884"/>
          </a:xfrm>
          <a:custGeom xmlns:a="http://schemas.openxmlformats.org/drawingml/2006/main">
            <a:pathLst>
              <a:path w="25648" h="58884">
                <a:moveTo>
                  <a:pt x="13647" y="15875"/>
                </a:moveTo>
                <a:lnTo>
                  <a:pt x="20361" y="18089"/>
                </a:lnTo>
                <a:lnTo>
                  <a:pt x="6700" y="58884"/>
                </a:lnTo>
                <a:lnTo>
                  <a:pt x="0" y="56670"/>
                </a:lnTo>
                <a:lnTo>
                  <a:pt x="13647" y="15875"/>
                </a:lnTo>
                <a:close/>
                <a:moveTo>
                  <a:pt x="18934" y="0"/>
                </a:moveTo>
                <a:lnTo>
                  <a:pt x="25648" y="2228"/>
                </a:lnTo>
                <a:lnTo>
                  <a:pt x="22808" y="10705"/>
                </a:lnTo>
                <a:lnTo>
                  <a:pt x="16094" y="8476"/>
                </a:lnTo>
                <a:lnTo>
                  <a:pt x="18934" y="0"/>
                </a:lnTo>
                <a:close/>
                <a:moveTo>
                  <a:pt x="1893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EF45A-DD93-46CA-A823-F71E5481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626" y="4553787"/>
            <a:ext cx="40780" cy="46533"/>
          </a:xfrm>
          <a:custGeom xmlns:a="http://schemas.openxmlformats.org/drawingml/2006/main">
            <a:pathLst>
              <a:path w="40780" h="46533">
                <a:moveTo>
                  <a:pt x="40780" y="8593"/>
                </a:moveTo>
                <a:lnTo>
                  <a:pt x="38683" y="14914"/>
                </a:lnTo>
                <a:cubicBezTo>
                  <a:pt x="37139" y="13195"/>
                  <a:pt x="35493" y="11783"/>
                  <a:pt x="33789" y="10647"/>
                </a:cubicBezTo>
                <a:cubicBezTo>
                  <a:pt x="32027" y="9452"/>
                  <a:pt x="30207" y="8593"/>
                  <a:pt x="28269" y="7908"/>
                </a:cubicBezTo>
                <a:cubicBezTo>
                  <a:pt x="23886" y="6481"/>
                  <a:pt x="20084" y="6714"/>
                  <a:pt x="16720" y="8651"/>
                </a:cubicBezTo>
                <a:cubicBezTo>
                  <a:pt x="13414" y="10647"/>
                  <a:pt x="10923" y="14055"/>
                  <a:pt x="9263" y="19065"/>
                </a:cubicBezTo>
                <a:cubicBezTo>
                  <a:pt x="7617" y="24060"/>
                  <a:pt x="7501" y="28328"/>
                  <a:pt x="8986" y="31867"/>
                </a:cubicBezTo>
                <a:cubicBezTo>
                  <a:pt x="10457" y="35450"/>
                  <a:pt x="13370" y="37955"/>
                  <a:pt x="17739" y="39368"/>
                </a:cubicBezTo>
                <a:cubicBezTo>
                  <a:pt x="19676" y="40052"/>
                  <a:pt x="21672" y="40402"/>
                  <a:pt x="23769" y="40504"/>
                </a:cubicBezTo>
                <a:cubicBezTo>
                  <a:pt x="25823" y="40678"/>
                  <a:pt x="27978" y="40504"/>
                  <a:pt x="30265" y="40110"/>
                </a:cubicBezTo>
                <a:lnTo>
                  <a:pt x="28211" y="46315"/>
                </a:lnTo>
                <a:cubicBezTo>
                  <a:pt x="25997" y="46533"/>
                  <a:pt x="23886" y="46533"/>
                  <a:pt x="21730" y="46315"/>
                </a:cubicBezTo>
                <a:cubicBezTo>
                  <a:pt x="19560" y="46082"/>
                  <a:pt x="17346" y="45572"/>
                  <a:pt x="15132" y="44829"/>
                </a:cubicBezTo>
                <a:cubicBezTo>
                  <a:pt x="8986" y="42790"/>
                  <a:pt x="4719" y="39207"/>
                  <a:pt x="2389" y="34139"/>
                </a:cubicBezTo>
                <a:cubicBezTo>
                  <a:pt x="58" y="29071"/>
                  <a:pt x="0" y="23274"/>
                  <a:pt x="2214" y="16676"/>
                </a:cubicBezTo>
                <a:cubicBezTo>
                  <a:pt x="4428" y="10079"/>
                  <a:pt x="8010" y="5403"/>
                  <a:pt x="12904" y="2840"/>
                </a:cubicBezTo>
                <a:cubicBezTo>
                  <a:pt x="17856" y="233"/>
                  <a:pt x="23492" y="0"/>
                  <a:pt x="29857" y="2170"/>
                </a:cubicBezTo>
                <a:cubicBezTo>
                  <a:pt x="31911" y="2840"/>
                  <a:pt x="33848" y="3699"/>
                  <a:pt x="35668" y="4777"/>
                </a:cubicBezTo>
                <a:cubicBezTo>
                  <a:pt x="37547" y="5855"/>
                  <a:pt x="39193" y="7166"/>
                  <a:pt x="40780" y="8593"/>
                </a:cubicBezTo>
                <a:close/>
                <a:moveTo>
                  <a:pt x="40780" y="85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170A1-C22D-4BB3-BFEE-953BC3AC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430" y="4566196"/>
            <a:ext cx="41756" cy="46198"/>
          </a:xfrm>
          <a:custGeom xmlns:a="http://schemas.openxmlformats.org/drawingml/2006/main">
            <a:pathLst>
              <a:path w="41756" h="46198">
                <a:moveTo>
                  <a:pt x="41756" y="8418"/>
                </a:moveTo>
                <a:lnTo>
                  <a:pt x="39659" y="14783"/>
                </a:lnTo>
                <a:cubicBezTo>
                  <a:pt x="38057" y="13195"/>
                  <a:pt x="36353" y="11768"/>
                  <a:pt x="34474" y="10632"/>
                </a:cubicBezTo>
                <a:cubicBezTo>
                  <a:pt x="32595" y="9438"/>
                  <a:pt x="30556" y="8535"/>
                  <a:pt x="28386" y="7792"/>
                </a:cubicBezTo>
                <a:cubicBezTo>
                  <a:pt x="25036" y="6656"/>
                  <a:pt x="22356" y="6306"/>
                  <a:pt x="20361" y="6816"/>
                </a:cubicBezTo>
                <a:cubicBezTo>
                  <a:pt x="18380" y="7282"/>
                  <a:pt x="17011" y="8535"/>
                  <a:pt x="16327" y="10574"/>
                </a:cubicBezTo>
                <a:cubicBezTo>
                  <a:pt x="15817" y="12118"/>
                  <a:pt x="15992" y="13530"/>
                  <a:pt x="16895" y="14783"/>
                </a:cubicBezTo>
                <a:cubicBezTo>
                  <a:pt x="17812" y="16094"/>
                  <a:pt x="19910" y="17739"/>
                  <a:pt x="23216" y="19735"/>
                </a:cubicBezTo>
                <a:lnTo>
                  <a:pt x="25371" y="21046"/>
                </a:lnTo>
                <a:cubicBezTo>
                  <a:pt x="29755" y="23609"/>
                  <a:pt x="32653" y="26216"/>
                  <a:pt x="34081" y="28721"/>
                </a:cubicBezTo>
                <a:cubicBezTo>
                  <a:pt x="35450" y="31226"/>
                  <a:pt x="35552" y="34183"/>
                  <a:pt x="34474" y="37489"/>
                </a:cubicBezTo>
                <a:cubicBezTo>
                  <a:pt x="33221" y="41305"/>
                  <a:pt x="30716" y="43795"/>
                  <a:pt x="26973" y="45004"/>
                </a:cubicBezTo>
                <a:cubicBezTo>
                  <a:pt x="23216" y="46198"/>
                  <a:pt x="18715" y="45965"/>
                  <a:pt x="13487" y="44203"/>
                </a:cubicBezTo>
                <a:cubicBezTo>
                  <a:pt x="11317" y="43460"/>
                  <a:pt x="9103" y="42499"/>
                  <a:pt x="6889" y="41246"/>
                </a:cubicBezTo>
                <a:cubicBezTo>
                  <a:pt x="4661" y="40052"/>
                  <a:pt x="2389" y="38567"/>
                  <a:pt x="0" y="36862"/>
                </a:cubicBezTo>
                <a:lnTo>
                  <a:pt x="2330" y="29915"/>
                </a:lnTo>
                <a:cubicBezTo>
                  <a:pt x="4384" y="32027"/>
                  <a:pt x="6481" y="33848"/>
                  <a:pt x="8710" y="35275"/>
                </a:cubicBezTo>
                <a:cubicBezTo>
                  <a:pt x="10865" y="36688"/>
                  <a:pt x="13137" y="37824"/>
                  <a:pt x="15526" y="38625"/>
                </a:cubicBezTo>
                <a:cubicBezTo>
                  <a:pt x="18657" y="39644"/>
                  <a:pt x="21279" y="39936"/>
                  <a:pt x="23332" y="39426"/>
                </a:cubicBezTo>
                <a:cubicBezTo>
                  <a:pt x="25371" y="38916"/>
                  <a:pt x="26740" y="37664"/>
                  <a:pt x="27425" y="35726"/>
                </a:cubicBezTo>
                <a:cubicBezTo>
                  <a:pt x="27993" y="33906"/>
                  <a:pt x="27876" y="32304"/>
                  <a:pt x="26973" y="30891"/>
                </a:cubicBezTo>
                <a:cubicBezTo>
                  <a:pt x="26056" y="29522"/>
                  <a:pt x="23725" y="27701"/>
                  <a:pt x="19851" y="25429"/>
                </a:cubicBezTo>
                <a:lnTo>
                  <a:pt x="17696" y="24060"/>
                </a:lnTo>
                <a:cubicBezTo>
                  <a:pt x="13822" y="21847"/>
                  <a:pt x="11258" y="19458"/>
                  <a:pt x="10006" y="17069"/>
                </a:cubicBezTo>
                <a:cubicBezTo>
                  <a:pt x="8811" y="14623"/>
                  <a:pt x="8710" y="11826"/>
                  <a:pt x="9787" y="8695"/>
                </a:cubicBezTo>
                <a:cubicBezTo>
                  <a:pt x="11040" y="4835"/>
                  <a:pt x="13428" y="2330"/>
                  <a:pt x="16836" y="1194"/>
                </a:cubicBezTo>
                <a:cubicBezTo>
                  <a:pt x="20259" y="0"/>
                  <a:pt x="24468" y="218"/>
                  <a:pt x="29464" y="1937"/>
                </a:cubicBezTo>
                <a:cubicBezTo>
                  <a:pt x="31911" y="2724"/>
                  <a:pt x="34197" y="3699"/>
                  <a:pt x="36236" y="4777"/>
                </a:cubicBezTo>
                <a:cubicBezTo>
                  <a:pt x="38348" y="5855"/>
                  <a:pt x="40169" y="7107"/>
                  <a:pt x="41756" y="8418"/>
                </a:cubicBezTo>
                <a:close/>
                <a:moveTo>
                  <a:pt x="41756" y="84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7711B-D8C3-4BE0-9460-C1C6C23A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236618"/>
            <a:ext cx="53990" cy="66676"/>
          </a:xfrm>
          <a:custGeom xmlns:a="http://schemas.openxmlformats.org/drawingml/2006/main">
            <a:pathLst>
              <a:path w="53990" h="66676">
                <a:moveTo>
                  <a:pt x="20026" y="0"/>
                </a:moveTo>
                <a:lnTo>
                  <a:pt x="53990" y="12686"/>
                </a:lnTo>
                <a:lnTo>
                  <a:pt x="51718" y="18832"/>
                </a:lnTo>
                <a:lnTo>
                  <a:pt x="25036" y="8870"/>
                </a:lnTo>
                <a:lnTo>
                  <a:pt x="19065" y="24745"/>
                </a:lnTo>
                <a:lnTo>
                  <a:pt x="44654" y="34299"/>
                </a:lnTo>
                <a:lnTo>
                  <a:pt x="42382" y="40387"/>
                </a:lnTo>
                <a:lnTo>
                  <a:pt x="16778" y="30891"/>
                </a:lnTo>
                <a:lnTo>
                  <a:pt x="9554" y="50349"/>
                </a:lnTo>
                <a:lnTo>
                  <a:pt x="36921" y="60530"/>
                </a:lnTo>
                <a:lnTo>
                  <a:pt x="34649" y="66676"/>
                </a:lnTo>
                <a:lnTo>
                  <a:pt x="0" y="53757"/>
                </a:lnTo>
                <a:lnTo>
                  <a:pt x="20026" y="0"/>
                </a:lnTo>
                <a:close/>
                <a:moveTo>
                  <a:pt x="200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CE0EF-CEAC-4968-8C5E-E39B734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494" y="4253964"/>
            <a:ext cx="60646" cy="68904"/>
          </a:xfrm>
          <a:custGeom xmlns:a="http://schemas.openxmlformats.org/drawingml/2006/main">
            <a:pathLst>
              <a:path w="60646" h="68904">
                <a:moveTo>
                  <a:pt x="19968" y="0"/>
                </a:moveTo>
                <a:lnTo>
                  <a:pt x="29813" y="3641"/>
                </a:lnTo>
                <a:lnTo>
                  <a:pt x="36877" y="57457"/>
                </a:lnTo>
                <a:lnTo>
                  <a:pt x="53597" y="12525"/>
                </a:lnTo>
                <a:lnTo>
                  <a:pt x="60646" y="15191"/>
                </a:lnTo>
                <a:lnTo>
                  <a:pt x="40620" y="68904"/>
                </a:lnTo>
                <a:lnTo>
                  <a:pt x="30833" y="65263"/>
                </a:lnTo>
                <a:lnTo>
                  <a:pt x="23784" y="11433"/>
                </a:lnTo>
                <a:lnTo>
                  <a:pt x="7064" y="56379"/>
                </a:lnTo>
                <a:lnTo>
                  <a:pt x="0" y="53772"/>
                </a:lnTo>
                <a:lnTo>
                  <a:pt x="19968" y="0"/>
                </a:lnTo>
                <a:close/>
                <a:moveTo>
                  <a:pt x="199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22EF7-9590-4C25-8CB8-8673E18D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620" y="4274500"/>
            <a:ext cx="60763" cy="69647"/>
          </a:xfrm>
          <a:custGeom xmlns:a="http://schemas.openxmlformats.org/drawingml/2006/main">
            <a:pathLst>
              <a:path w="60763" h="69647">
                <a:moveTo>
                  <a:pt x="20026" y="0"/>
                </a:moveTo>
                <a:lnTo>
                  <a:pt x="27265" y="2738"/>
                </a:lnTo>
                <a:lnTo>
                  <a:pt x="18832" y="25429"/>
                </a:lnTo>
                <a:lnTo>
                  <a:pt x="51383" y="11724"/>
                </a:lnTo>
                <a:lnTo>
                  <a:pt x="60763" y="15191"/>
                </a:lnTo>
                <a:lnTo>
                  <a:pt x="24759" y="30323"/>
                </a:lnTo>
                <a:lnTo>
                  <a:pt x="42615" y="69647"/>
                </a:lnTo>
                <a:lnTo>
                  <a:pt x="33061" y="66050"/>
                </a:lnTo>
                <a:lnTo>
                  <a:pt x="16909" y="30614"/>
                </a:lnTo>
                <a:lnTo>
                  <a:pt x="7239" y="56437"/>
                </a:lnTo>
                <a:lnTo>
                  <a:pt x="0" y="53772"/>
                </a:lnTo>
                <a:lnTo>
                  <a:pt x="20026" y="0"/>
                </a:lnTo>
                <a:close/>
                <a:moveTo>
                  <a:pt x="200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9E557-12DC-4F53-AF4B-9198EE4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052" y="4307561"/>
            <a:ext cx="42950" cy="47553"/>
          </a:xfrm>
          <a:custGeom xmlns:a="http://schemas.openxmlformats.org/drawingml/2006/main">
            <a:pathLst>
              <a:path w="42950" h="47553">
                <a:moveTo>
                  <a:pt x="40504" y="28269"/>
                </a:moveTo>
                <a:lnTo>
                  <a:pt x="39309" y="31517"/>
                </a:lnTo>
                <a:lnTo>
                  <a:pt x="8870" y="20143"/>
                </a:lnTo>
                <a:cubicBezTo>
                  <a:pt x="7457" y="24803"/>
                  <a:pt x="7515" y="28779"/>
                  <a:pt x="9103" y="32085"/>
                </a:cubicBezTo>
                <a:cubicBezTo>
                  <a:pt x="10690" y="35391"/>
                  <a:pt x="13647" y="37882"/>
                  <a:pt x="18031" y="39542"/>
                </a:cubicBezTo>
                <a:cubicBezTo>
                  <a:pt x="20594" y="40445"/>
                  <a:pt x="23157" y="41072"/>
                  <a:pt x="25779" y="41363"/>
                </a:cubicBezTo>
                <a:cubicBezTo>
                  <a:pt x="28386" y="41581"/>
                  <a:pt x="31124" y="41523"/>
                  <a:pt x="33964" y="41188"/>
                </a:cubicBezTo>
                <a:lnTo>
                  <a:pt x="31634" y="47451"/>
                </a:lnTo>
                <a:cubicBezTo>
                  <a:pt x="28837" y="47553"/>
                  <a:pt x="26114" y="47393"/>
                  <a:pt x="23434" y="46985"/>
                </a:cubicBezTo>
                <a:cubicBezTo>
                  <a:pt x="20769" y="46591"/>
                  <a:pt x="18147" y="45965"/>
                  <a:pt x="15526" y="45004"/>
                </a:cubicBezTo>
                <a:cubicBezTo>
                  <a:pt x="9103" y="42615"/>
                  <a:pt x="4719" y="38800"/>
                  <a:pt x="2389" y="33673"/>
                </a:cubicBezTo>
                <a:cubicBezTo>
                  <a:pt x="0" y="28561"/>
                  <a:pt x="0" y="22750"/>
                  <a:pt x="2389" y="16385"/>
                </a:cubicBezTo>
                <a:cubicBezTo>
                  <a:pt x="4835" y="9787"/>
                  <a:pt x="8593" y="5229"/>
                  <a:pt x="13603" y="2665"/>
                </a:cubicBezTo>
                <a:cubicBezTo>
                  <a:pt x="18599" y="117"/>
                  <a:pt x="24119" y="0"/>
                  <a:pt x="30148" y="2214"/>
                </a:cubicBezTo>
                <a:cubicBezTo>
                  <a:pt x="35610" y="4267"/>
                  <a:pt x="39251" y="7617"/>
                  <a:pt x="41072" y="12292"/>
                </a:cubicBezTo>
                <a:cubicBezTo>
                  <a:pt x="42950" y="16953"/>
                  <a:pt x="42732" y="22240"/>
                  <a:pt x="40504" y="28269"/>
                </a:cubicBezTo>
                <a:close/>
                <a:moveTo>
                  <a:pt x="34649" y="23842"/>
                </a:moveTo>
                <a:cubicBezTo>
                  <a:pt x="35901" y="20201"/>
                  <a:pt x="35959" y="16953"/>
                  <a:pt x="34823" y="14055"/>
                </a:cubicBezTo>
                <a:cubicBezTo>
                  <a:pt x="33629" y="11142"/>
                  <a:pt x="31401" y="9103"/>
                  <a:pt x="28168" y="7850"/>
                </a:cubicBezTo>
                <a:cubicBezTo>
                  <a:pt x="24468" y="6481"/>
                  <a:pt x="21104" y="6423"/>
                  <a:pt x="18089" y="7675"/>
                </a:cubicBezTo>
                <a:cubicBezTo>
                  <a:pt x="15132" y="8986"/>
                  <a:pt x="12744" y="11433"/>
                  <a:pt x="10982" y="15074"/>
                </a:cubicBezTo>
                <a:lnTo>
                  <a:pt x="34649" y="23842"/>
                </a:lnTo>
                <a:close/>
                <a:moveTo>
                  <a:pt x="34649" y="238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7BF3F-7E26-403D-9871-BBDA6CCA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63" y="4319621"/>
            <a:ext cx="56321" cy="60195"/>
          </a:xfrm>
          <a:custGeom xmlns:a="http://schemas.openxmlformats.org/drawingml/2006/main">
            <a:pathLst>
              <a:path w="56321" h="60195">
                <a:moveTo>
                  <a:pt x="22240" y="52053"/>
                </a:moveTo>
                <a:cubicBezTo>
                  <a:pt x="18540" y="56146"/>
                  <a:pt x="15584" y="58593"/>
                  <a:pt x="13254" y="59394"/>
                </a:cubicBezTo>
                <a:cubicBezTo>
                  <a:pt x="10923" y="60195"/>
                  <a:pt x="8302" y="60020"/>
                  <a:pt x="5287" y="58942"/>
                </a:cubicBezTo>
                <a:lnTo>
                  <a:pt x="0" y="56947"/>
                </a:lnTo>
                <a:lnTo>
                  <a:pt x="2097" y="51427"/>
                </a:lnTo>
                <a:lnTo>
                  <a:pt x="5971" y="52854"/>
                </a:lnTo>
                <a:cubicBezTo>
                  <a:pt x="7792" y="53539"/>
                  <a:pt x="9379" y="53655"/>
                  <a:pt x="10690" y="53131"/>
                </a:cubicBezTo>
                <a:cubicBezTo>
                  <a:pt x="12001" y="52679"/>
                  <a:pt x="13880" y="51034"/>
                  <a:pt x="16327" y="48296"/>
                </a:cubicBezTo>
                <a:lnTo>
                  <a:pt x="18657" y="45688"/>
                </a:lnTo>
                <a:lnTo>
                  <a:pt x="17128" y="0"/>
                </a:lnTo>
                <a:lnTo>
                  <a:pt x="24119" y="2622"/>
                </a:lnTo>
                <a:lnTo>
                  <a:pt x="24978" y="38800"/>
                </a:lnTo>
                <a:lnTo>
                  <a:pt x="49330" y="12001"/>
                </a:lnTo>
                <a:lnTo>
                  <a:pt x="56321" y="14564"/>
                </a:lnTo>
                <a:lnTo>
                  <a:pt x="22240" y="52053"/>
                </a:lnTo>
                <a:close/>
                <a:moveTo>
                  <a:pt x="22240" y="520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51403-0F13-4EC3-81ED-3EAC1E3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540" y="4339195"/>
            <a:ext cx="42659" cy="46300"/>
          </a:xfrm>
          <a:custGeom xmlns:a="http://schemas.openxmlformats.org/drawingml/2006/main">
            <a:pathLst>
              <a:path w="42659" h="46300">
                <a:moveTo>
                  <a:pt x="42659" y="9161"/>
                </a:moveTo>
                <a:lnTo>
                  <a:pt x="40329" y="15467"/>
                </a:lnTo>
                <a:cubicBezTo>
                  <a:pt x="38800" y="13763"/>
                  <a:pt x="37154" y="12336"/>
                  <a:pt x="35275" y="11142"/>
                </a:cubicBezTo>
                <a:cubicBezTo>
                  <a:pt x="33454" y="9889"/>
                  <a:pt x="31459" y="8870"/>
                  <a:pt x="29289" y="8069"/>
                </a:cubicBezTo>
                <a:cubicBezTo>
                  <a:pt x="25997" y="6831"/>
                  <a:pt x="23376" y="6423"/>
                  <a:pt x="21337" y="6831"/>
                </a:cubicBezTo>
                <a:cubicBezTo>
                  <a:pt x="19342" y="7224"/>
                  <a:pt x="17914" y="8418"/>
                  <a:pt x="17171" y="10414"/>
                </a:cubicBezTo>
                <a:cubicBezTo>
                  <a:pt x="16603" y="11943"/>
                  <a:pt x="16778" y="13370"/>
                  <a:pt x="17579" y="14725"/>
                </a:cubicBezTo>
                <a:cubicBezTo>
                  <a:pt x="18424" y="16035"/>
                  <a:pt x="20478" y="17754"/>
                  <a:pt x="23784" y="19851"/>
                </a:cubicBezTo>
                <a:lnTo>
                  <a:pt x="25823" y="21220"/>
                </a:lnTo>
                <a:cubicBezTo>
                  <a:pt x="30148" y="23944"/>
                  <a:pt x="32988" y="26624"/>
                  <a:pt x="34299" y="29187"/>
                </a:cubicBezTo>
                <a:cubicBezTo>
                  <a:pt x="35552" y="31736"/>
                  <a:pt x="35610" y="34707"/>
                  <a:pt x="34357" y="37998"/>
                </a:cubicBezTo>
                <a:cubicBezTo>
                  <a:pt x="32988" y="41698"/>
                  <a:pt x="30381" y="44145"/>
                  <a:pt x="26624" y="45222"/>
                </a:cubicBezTo>
                <a:cubicBezTo>
                  <a:pt x="22866" y="46300"/>
                  <a:pt x="18366" y="45849"/>
                  <a:pt x="13195" y="43912"/>
                </a:cubicBezTo>
                <a:cubicBezTo>
                  <a:pt x="11040" y="43125"/>
                  <a:pt x="8870" y="42091"/>
                  <a:pt x="6656" y="40795"/>
                </a:cubicBezTo>
                <a:cubicBezTo>
                  <a:pt x="4486" y="39484"/>
                  <a:pt x="2272" y="37940"/>
                  <a:pt x="0" y="36178"/>
                </a:cubicBezTo>
                <a:lnTo>
                  <a:pt x="2563" y="29289"/>
                </a:lnTo>
                <a:cubicBezTo>
                  <a:pt x="4486" y="31517"/>
                  <a:pt x="6539" y="33338"/>
                  <a:pt x="8695" y="34867"/>
                </a:cubicBezTo>
                <a:cubicBezTo>
                  <a:pt x="10865" y="36411"/>
                  <a:pt x="13079" y="37605"/>
                  <a:pt x="15409" y="38450"/>
                </a:cubicBezTo>
                <a:cubicBezTo>
                  <a:pt x="18540" y="39601"/>
                  <a:pt x="21104" y="39994"/>
                  <a:pt x="23201" y="39542"/>
                </a:cubicBezTo>
                <a:cubicBezTo>
                  <a:pt x="25255" y="39076"/>
                  <a:pt x="26682" y="37882"/>
                  <a:pt x="27366" y="35959"/>
                </a:cubicBezTo>
                <a:cubicBezTo>
                  <a:pt x="28051" y="34124"/>
                  <a:pt x="27993" y="32537"/>
                  <a:pt x="27133" y="31110"/>
                </a:cubicBezTo>
                <a:cubicBezTo>
                  <a:pt x="26274" y="29755"/>
                  <a:pt x="23944" y="27818"/>
                  <a:pt x="20186" y="25371"/>
                </a:cubicBezTo>
                <a:lnTo>
                  <a:pt x="18089" y="24002"/>
                </a:lnTo>
                <a:cubicBezTo>
                  <a:pt x="14273" y="21614"/>
                  <a:pt x="11826" y="19167"/>
                  <a:pt x="10690" y="16720"/>
                </a:cubicBezTo>
                <a:cubicBezTo>
                  <a:pt x="9496" y="14215"/>
                  <a:pt x="9496" y="11433"/>
                  <a:pt x="10690" y="8360"/>
                </a:cubicBezTo>
                <a:cubicBezTo>
                  <a:pt x="12118" y="4544"/>
                  <a:pt x="14506" y="2097"/>
                  <a:pt x="17972" y="1078"/>
                </a:cubicBezTo>
                <a:cubicBezTo>
                  <a:pt x="21439" y="0"/>
                  <a:pt x="25648" y="393"/>
                  <a:pt x="30600" y="2214"/>
                </a:cubicBezTo>
                <a:cubicBezTo>
                  <a:pt x="32988" y="3131"/>
                  <a:pt x="35275" y="4151"/>
                  <a:pt x="37256" y="5345"/>
                </a:cubicBezTo>
                <a:cubicBezTo>
                  <a:pt x="39309" y="6481"/>
                  <a:pt x="41072" y="7792"/>
                  <a:pt x="42659" y="9161"/>
                </a:cubicBezTo>
                <a:close/>
                <a:moveTo>
                  <a:pt x="42659" y="91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41C9E-9F6E-4E4F-88DD-C8896F9E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427" y="4338278"/>
            <a:ext cx="56495" cy="65088"/>
          </a:xfrm>
          <a:custGeom xmlns:a="http://schemas.openxmlformats.org/drawingml/2006/main">
            <a:pathLst>
              <a:path w="56495" h="65088">
                <a:moveTo>
                  <a:pt x="15351" y="0"/>
                </a:moveTo>
                <a:lnTo>
                  <a:pt x="22691" y="2738"/>
                </a:lnTo>
                <a:lnTo>
                  <a:pt x="10515" y="35391"/>
                </a:lnTo>
                <a:cubicBezTo>
                  <a:pt x="8360" y="41130"/>
                  <a:pt x="7850" y="45688"/>
                  <a:pt x="8986" y="48995"/>
                </a:cubicBezTo>
                <a:cubicBezTo>
                  <a:pt x="10181" y="52286"/>
                  <a:pt x="13079" y="54791"/>
                  <a:pt x="17754" y="56554"/>
                </a:cubicBezTo>
                <a:cubicBezTo>
                  <a:pt x="22415" y="58316"/>
                  <a:pt x="26230" y="58258"/>
                  <a:pt x="29289" y="56554"/>
                </a:cubicBezTo>
                <a:cubicBezTo>
                  <a:pt x="32318" y="54791"/>
                  <a:pt x="34867" y="51034"/>
                  <a:pt x="37037" y="45295"/>
                </a:cubicBezTo>
                <a:lnTo>
                  <a:pt x="49213" y="12627"/>
                </a:lnTo>
                <a:lnTo>
                  <a:pt x="56495" y="15365"/>
                </a:lnTo>
                <a:lnTo>
                  <a:pt x="44028" y="48878"/>
                </a:lnTo>
                <a:cubicBezTo>
                  <a:pt x="41421" y="55869"/>
                  <a:pt x="37722" y="60530"/>
                  <a:pt x="32886" y="62816"/>
                </a:cubicBezTo>
                <a:cubicBezTo>
                  <a:pt x="28095" y="65088"/>
                  <a:pt x="22298" y="64972"/>
                  <a:pt x="15526" y="62467"/>
                </a:cubicBezTo>
                <a:cubicBezTo>
                  <a:pt x="8753" y="59918"/>
                  <a:pt x="4267" y="56219"/>
                  <a:pt x="2156" y="51383"/>
                </a:cubicBezTo>
                <a:cubicBezTo>
                  <a:pt x="0" y="46490"/>
                  <a:pt x="277" y="40562"/>
                  <a:pt x="2898" y="33571"/>
                </a:cubicBezTo>
                <a:lnTo>
                  <a:pt x="15351" y="0"/>
                </a:lnTo>
                <a:close/>
                <a:moveTo>
                  <a:pt x="153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12769-DAFF-4866-B383-C08CE6F3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280" y="4371907"/>
            <a:ext cx="52009" cy="58141"/>
          </a:xfrm>
          <a:custGeom xmlns:a="http://schemas.openxmlformats.org/drawingml/2006/main">
            <a:pathLst>
              <a:path w="52009" h="58141">
                <a:moveTo>
                  <a:pt x="14623" y="36746"/>
                </a:moveTo>
                <a:lnTo>
                  <a:pt x="6670" y="58141"/>
                </a:lnTo>
                <a:lnTo>
                  <a:pt x="0" y="55636"/>
                </a:lnTo>
                <a:lnTo>
                  <a:pt x="20769" y="0"/>
                </a:lnTo>
                <a:lnTo>
                  <a:pt x="27425" y="2505"/>
                </a:lnTo>
                <a:lnTo>
                  <a:pt x="25094" y="8593"/>
                </a:lnTo>
                <a:cubicBezTo>
                  <a:pt x="27425" y="6714"/>
                  <a:pt x="29813" y="5636"/>
                  <a:pt x="32377" y="5229"/>
                </a:cubicBezTo>
                <a:cubicBezTo>
                  <a:pt x="34940" y="4894"/>
                  <a:pt x="37722" y="5229"/>
                  <a:pt x="40635" y="6306"/>
                </a:cubicBezTo>
                <a:cubicBezTo>
                  <a:pt x="45528" y="8127"/>
                  <a:pt x="48820" y="11608"/>
                  <a:pt x="50407" y="16603"/>
                </a:cubicBezTo>
                <a:cubicBezTo>
                  <a:pt x="52009" y="21614"/>
                  <a:pt x="51660" y="27308"/>
                  <a:pt x="49271" y="33615"/>
                </a:cubicBezTo>
                <a:cubicBezTo>
                  <a:pt x="46941" y="39994"/>
                  <a:pt x="43475" y="44494"/>
                  <a:pt x="38974" y="47276"/>
                </a:cubicBezTo>
                <a:cubicBezTo>
                  <a:pt x="34488" y="50000"/>
                  <a:pt x="29755" y="50466"/>
                  <a:pt x="24876" y="48645"/>
                </a:cubicBezTo>
                <a:cubicBezTo>
                  <a:pt x="21905" y="47553"/>
                  <a:pt x="19633" y="46023"/>
                  <a:pt x="17929" y="44086"/>
                </a:cubicBezTo>
                <a:cubicBezTo>
                  <a:pt x="16225" y="42091"/>
                  <a:pt x="15147" y="39659"/>
                  <a:pt x="14623" y="36746"/>
                </a:cubicBezTo>
                <a:close/>
                <a:moveTo>
                  <a:pt x="42397" y="31066"/>
                </a:moveTo>
                <a:cubicBezTo>
                  <a:pt x="44217" y="26230"/>
                  <a:pt x="44669" y="22021"/>
                  <a:pt x="43693" y="18482"/>
                </a:cubicBezTo>
                <a:cubicBezTo>
                  <a:pt x="42732" y="14958"/>
                  <a:pt x="40460" y="12569"/>
                  <a:pt x="36994" y="11258"/>
                </a:cubicBezTo>
                <a:cubicBezTo>
                  <a:pt x="33454" y="9947"/>
                  <a:pt x="30221" y="10297"/>
                  <a:pt x="27148" y="12336"/>
                </a:cubicBezTo>
                <a:cubicBezTo>
                  <a:pt x="24133" y="14390"/>
                  <a:pt x="21686" y="17812"/>
                  <a:pt x="19866" y="22691"/>
                </a:cubicBezTo>
                <a:cubicBezTo>
                  <a:pt x="18045" y="27527"/>
                  <a:pt x="17637" y="31750"/>
                  <a:pt x="18613" y="35275"/>
                </a:cubicBezTo>
                <a:cubicBezTo>
                  <a:pt x="19575" y="38800"/>
                  <a:pt x="21847" y="41188"/>
                  <a:pt x="25327" y="42499"/>
                </a:cubicBezTo>
                <a:cubicBezTo>
                  <a:pt x="28852" y="43810"/>
                  <a:pt x="32100" y="43460"/>
                  <a:pt x="35173" y="41421"/>
                </a:cubicBezTo>
                <a:cubicBezTo>
                  <a:pt x="38188" y="39368"/>
                  <a:pt x="40635" y="35959"/>
                  <a:pt x="42397" y="31066"/>
                </a:cubicBezTo>
                <a:close/>
                <a:moveTo>
                  <a:pt x="42397" y="310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8C9B3-FF2F-4F19-9257-3082DC46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033" y="4373727"/>
            <a:ext cx="27468" cy="58476"/>
          </a:xfrm>
          <a:custGeom xmlns:a="http://schemas.openxmlformats.org/drawingml/2006/main">
            <a:pathLst>
              <a:path w="27468" h="58476">
                <a:moveTo>
                  <a:pt x="20871" y="0"/>
                </a:moveTo>
                <a:lnTo>
                  <a:pt x="27468" y="2505"/>
                </a:lnTo>
                <a:lnTo>
                  <a:pt x="6656" y="58476"/>
                </a:lnTo>
                <a:lnTo>
                  <a:pt x="0" y="56044"/>
                </a:lnTo>
                <a:lnTo>
                  <a:pt x="20871" y="0"/>
                </a:lnTo>
                <a:close/>
                <a:moveTo>
                  <a:pt x="2087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08F52-15F2-4ACD-B830-9D6072C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389" y="4399783"/>
            <a:ext cx="42499" cy="46591"/>
          </a:xfrm>
          <a:custGeom xmlns:a="http://schemas.openxmlformats.org/drawingml/2006/main">
            <a:pathLst>
              <a:path w="42499" h="46591">
                <a:moveTo>
                  <a:pt x="27017" y="7734"/>
                </a:moveTo>
                <a:cubicBezTo>
                  <a:pt x="23492" y="6423"/>
                  <a:pt x="20186" y="6772"/>
                  <a:pt x="17069" y="8753"/>
                </a:cubicBezTo>
                <a:cubicBezTo>
                  <a:pt x="13996" y="10749"/>
                  <a:pt x="11550" y="14171"/>
                  <a:pt x="9729" y="19007"/>
                </a:cubicBezTo>
                <a:cubicBezTo>
                  <a:pt x="7908" y="23842"/>
                  <a:pt x="7559" y="27993"/>
                  <a:pt x="8593" y="31517"/>
                </a:cubicBezTo>
                <a:cubicBezTo>
                  <a:pt x="9612" y="35100"/>
                  <a:pt x="11885" y="37489"/>
                  <a:pt x="15467" y="38858"/>
                </a:cubicBezTo>
                <a:cubicBezTo>
                  <a:pt x="18992" y="40169"/>
                  <a:pt x="22298" y="39819"/>
                  <a:pt x="25371" y="37780"/>
                </a:cubicBezTo>
                <a:cubicBezTo>
                  <a:pt x="28503" y="35785"/>
                  <a:pt x="30949" y="32377"/>
                  <a:pt x="32712" y="27585"/>
                </a:cubicBezTo>
                <a:cubicBezTo>
                  <a:pt x="34532" y="22808"/>
                  <a:pt x="34867" y="18599"/>
                  <a:pt x="33848" y="15074"/>
                </a:cubicBezTo>
                <a:cubicBezTo>
                  <a:pt x="32828" y="11491"/>
                  <a:pt x="30542" y="9044"/>
                  <a:pt x="27017" y="7734"/>
                </a:cubicBezTo>
                <a:close/>
                <a:moveTo>
                  <a:pt x="29129" y="2156"/>
                </a:moveTo>
                <a:cubicBezTo>
                  <a:pt x="34867" y="4267"/>
                  <a:pt x="38683" y="7850"/>
                  <a:pt x="40620" y="12802"/>
                </a:cubicBezTo>
                <a:cubicBezTo>
                  <a:pt x="42499" y="17812"/>
                  <a:pt x="42208" y="23551"/>
                  <a:pt x="39761" y="30207"/>
                </a:cubicBezTo>
                <a:cubicBezTo>
                  <a:pt x="37314" y="36804"/>
                  <a:pt x="33731" y="41363"/>
                  <a:pt x="29012" y="43868"/>
                </a:cubicBezTo>
                <a:cubicBezTo>
                  <a:pt x="24352" y="46417"/>
                  <a:pt x="19108" y="46591"/>
                  <a:pt x="13370" y="44494"/>
                </a:cubicBezTo>
                <a:cubicBezTo>
                  <a:pt x="7559" y="42324"/>
                  <a:pt x="3758" y="38741"/>
                  <a:pt x="1879" y="33789"/>
                </a:cubicBezTo>
                <a:cubicBezTo>
                  <a:pt x="0" y="28779"/>
                  <a:pt x="277" y="22983"/>
                  <a:pt x="2724" y="16385"/>
                </a:cubicBezTo>
                <a:cubicBezTo>
                  <a:pt x="5229" y="9787"/>
                  <a:pt x="8753" y="5229"/>
                  <a:pt x="13428" y="2665"/>
                </a:cubicBezTo>
                <a:cubicBezTo>
                  <a:pt x="18089" y="175"/>
                  <a:pt x="23318" y="0"/>
                  <a:pt x="29129" y="2156"/>
                </a:cubicBezTo>
                <a:close/>
                <a:moveTo>
                  <a:pt x="29129" y="21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46B2E-251A-4892-82C8-E4481217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024" y="4415818"/>
            <a:ext cx="42208" cy="50131"/>
          </a:xfrm>
          <a:custGeom xmlns:a="http://schemas.openxmlformats.org/drawingml/2006/main">
            <a:pathLst>
              <a:path w="42208" h="50131">
                <a:moveTo>
                  <a:pt x="25429" y="24920"/>
                </a:moveTo>
                <a:cubicBezTo>
                  <a:pt x="20084" y="22939"/>
                  <a:pt x="16152" y="22138"/>
                  <a:pt x="13647" y="22589"/>
                </a:cubicBezTo>
                <a:cubicBezTo>
                  <a:pt x="11142" y="23041"/>
                  <a:pt x="9321" y="24759"/>
                  <a:pt x="8185" y="27716"/>
                </a:cubicBezTo>
                <a:cubicBezTo>
                  <a:pt x="7340" y="30046"/>
                  <a:pt x="7457" y="32202"/>
                  <a:pt x="8476" y="34197"/>
                </a:cubicBezTo>
                <a:cubicBezTo>
                  <a:pt x="9496" y="36134"/>
                  <a:pt x="11317" y="37605"/>
                  <a:pt x="13996" y="38581"/>
                </a:cubicBezTo>
                <a:cubicBezTo>
                  <a:pt x="17696" y="39950"/>
                  <a:pt x="21104" y="39775"/>
                  <a:pt x="24293" y="38013"/>
                </a:cubicBezTo>
                <a:cubicBezTo>
                  <a:pt x="27483" y="36193"/>
                  <a:pt x="29872" y="33178"/>
                  <a:pt x="31517" y="28852"/>
                </a:cubicBezTo>
                <a:lnTo>
                  <a:pt x="32027" y="27366"/>
                </a:lnTo>
                <a:lnTo>
                  <a:pt x="25429" y="24920"/>
                </a:lnTo>
                <a:close/>
                <a:moveTo>
                  <a:pt x="39703" y="27090"/>
                </a:moveTo>
                <a:lnTo>
                  <a:pt x="31124" y="50131"/>
                </a:lnTo>
                <a:lnTo>
                  <a:pt x="24512" y="47626"/>
                </a:lnTo>
                <a:lnTo>
                  <a:pt x="26798" y="41538"/>
                </a:lnTo>
                <a:cubicBezTo>
                  <a:pt x="24352" y="43416"/>
                  <a:pt x="21788" y="44494"/>
                  <a:pt x="19108" y="44844"/>
                </a:cubicBezTo>
                <a:cubicBezTo>
                  <a:pt x="16443" y="45179"/>
                  <a:pt x="13428" y="44727"/>
                  <a:pt x="10181" y="43475"/>
                </a:cubicBezTo>
                <a:cubicBezTo>
                  <a:pt x="6030" y="41931"/>
                  <a:pt x="3190" y="39601"/>
                  <a:pt x="1646" y="36367"/>
                </a:cubicBezTo>
                <a:cubicBezTo>
                  <a:pt x="58" y="33119"/>
                  <a:pt x="0" y="29595"/>
                  <a:pt x="1413" y="25662"/>
                </a:cubicBezTo>
                <a:cubicBezTo>
                  <a:pt x="3131" y="21177"/>
                  <a:pt x="5913" y="18322"/>
                  <a:pt x="9787" y="17128"/>
                </a:cubicBezTo>
                <a:cubicBezTo>
                  <a:pt x="13705" y="15933"/>
                  <a:pt x="18657" y="16501"/>
                  <a:pt x="24687" y="18730"/>
                </a:cubicBezTo>
                <a:lnTo>
                  <a:pt x="33964" y="22196"/>
                </a:lnTo>
                <a:lnTo>
                  <a:pt x="34183" y="21570"/>
                </a:lnTo>
                <a:cubicBezTo>
                  <a:pt x="35333" y="18497"/>
                  <a:pt x="35217" y="15759"/>
                  <a:pt x="33848" y="13370"/>
                </a:cubicBezTo>
                <a:cubicBezTo>
                  <a:pt x="32479" y="10923"/>
                  <a:pt x="29974" y="9059"/>
                  <a:pt x="26332" y="7690"/>
                </a:cubicBezTo>
                <a:cubicBezTo>
                  <a:pt x="24002" y="6831"/>
                  <a:pt x="21672" y="6263"/>
                  <a:pt x="19283" y="6044"/>
                </a:cubicBezTo>
                <a:cubicBezTo>
                  <a:pt x="16895" y="5753"/>
                  <a:pt x="14506" y="5811"/>
                  <a:pt x="12059" y="6146"/>
                </a:cubicBezTo>
                <a:lnTo>
                  <a:pt x="14331" y="58"/>
                </a:lnTo>
                <a:cubicBezTo>
                  <a:pt x="17128" y="0"/>
                  <a:pt x="19735" y="175"/>
                  <a:pt x="22182" y="583"/>
                </a:cubicBezTo>
                <a:cubicBezTo>
                  <a:pt x="24628" y="976"/>
                  <a:pt x="26959" y="1544"/>
                  <a:pt x="29129" y="2345"/>
                </a:cubicBezTo>
                <a:cubicBezTo>
                  <a:pt x="34925" y="4500"/>
                  <a:pt x="38741" y="7690"/>
                  <a:pt x="40504" y="11783"/>
                </a:cubicBezTo>
                <a:cubicBezTo>
                  <a:pt x="42208" y="15817"/>
                  <a:pt x="41989" y="20944"/>
                  <a:pt x="39703" y="27090"/>
                </a:cubicBezTo>
                <a:close/>
                <a:moveTo>
                  <a:pt x="39703" y="270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654CC-E420-460C-93E0-F224E9C0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674" y="4424877"/>
            <a:ext cx="52111" cy="58476"/>
          </a:xfrm>
          <a:custGeom xmlns:a="http://schemas.openxmlformats.org/drawingml/2006/main">
            <a:pathLst>
              <a:path w="52111" h="58476">
                <a:moveTo>
                  <a:pt x="37372" y="21847"/>
                </a:moveTo>
                <a:lnTo>
                  <a:pt x="45455" y="0"/>
                </a:lnTo>
                <a:lnTo>
                  <a:pt x="52111" y="2491"/>
                </a:lnTo>
                <a:lnTo>
                  <a:pt x="31226" y="58476"/>
                </a:lnTo>
                <a:lnTo>
                  <a:pt x="24628" y="55971"/>
                </a:lnTo>
                <a:lnTo>
                  <a:pt x="26857" y="49941"/>
                </a:lnTo>
                <a:cubicBezTo>
                  <a:pt x="24570" y="51820"/>
                  <a:pt x="22182" y="52956"/>
                  <a:pt x="19633" y="53364"/>
                </a:cubicBezTo>
                <a:cubicBezTo>
                  <a:pt x="17069" y="53699"/>
                  <a:pt x="14273" y="53364"/>
                  <a:pt x="11317" y="52228"/>
                </a:cubicBezTo>
                <a:cubicBezTo>
                  <a:pt x="6423" y="50393"/>
                  <a:pt x="3190" y="46985"/>
                  <a:pt x="1588" y="41975"/>
                </a:cubicBezTo>
                <a:cubicBezTo>
                  <a:pt x="0" y="36979"/>
                  <a:pt x="335" y="31284"/>
                  <a:pt x="2724" y="24905"/>
                </a:cubicBezTo>
                <a:cubicBezTo>
                  <a:pt x="5068" y="18599"/>
                  <a:pt x="8535" y="14040"/>
                  <a:pt x="13021" y="11317"/>
                </a:cubicBezTo>
                <a:cubicBezTo>
                  <a:pt x="17521" y="8578"/>
                  <a:pt x="22182" y="8127"/>
                  <a:pt x="27075" y="9889"/>
                </a:cubicBezTo>
                <a:cubicBezTo>
                  <a:pt x="30032" y="11025"/>
                  <a:pt x="32377" y="12569"/>
                  <a:pt x="34081" y="14506"/>
                </a:cubicBezTo>
                <a:cubicBezTo>
                  <a:pt x="35785" y="16487"/>
                  <a:pt x="36862" y="18875"/>
                  <a:pt x="37372" y="21847"/>
                </a:cubicBezTo>
                <a:close/>
                <a:moveTo>
                  <a:pt x="9554" y="27468"/>
                </a:moveTo>
                <a:cubicBezTo>
                  <a:pt x="7734" y="32362"/>
                  <a:pt x="7340" y="36513"/>
                  <a:pt x="8302" y="40052"/>
                </a:cubicBezTo>
                <a:cubicBezTo>
                  <a:pt x="9278" y="43577"/>
                  <a:pt x="11491" y="45965"/>
                  <a:pt x="15016" y="47276"/>
                </a:cubicBezTo>
                <a:cubicBezTo>
                  <a:pt x="18497" y="48587"/>
                  <a:pt x="21788" y="48237"/>
                  <a:pt x="24803" y="46184"/>
                </a:cubicBezTo>
                <a:cubicBezTo>
                  <a:pt x="27876" y="44203"/>
                  <a:pt x="30323" y="40722"/>
                  <a:pt x="32144" y="35887"/>
                </a:cubicBezTo>
                <a:cubicBezTo>
                  <a:pt x="33906" y="30993"/>
                  <a:pt x="34357" y="26842"/>
                  <a:pt x="33338" y="23318"/>
                </a:cubicBezTo>
                <a:cubicBezTo>
                  <a:pt x="32377" y="19793"/>
                  <a:pt x="30148" y="17346"/>
                  <a:pt x="26624" y="16035"/>
                </a:cubicBezTo>
                <a:cubicBezTo>
                  <a:pt x="23157" y="14783"/>
                  <a:pt x="19851" y="15132"/>
                  <a:pt x="16836" y="17113"/>
                </a:cubicBezTo>
                <a:cubicBezTo>
                  <a:pt x="13763" y="19167"/>
                  <a:pt x="11375" y="22633"/>
                  <a:pt x="9554" y="27468"/>
                </a:cubicBezTo>
                <a:close/>
                <a:moveTo>
                  <a:pt x="9554" y="274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04AE2-8714-4527-948A-DD18FDCF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73" y="4451210"/>
            <a:ext cx="42892" cy="47567"/>
          </a:xfrm>
          <a:custGeom xmlns:a="http://schemas.openxmlformats.org/drawingml/2006/main">
            <a:pathLst>
              <a:path w="42892" h="47567">
                <a:moveTo>
                  <a:pt x="40504" y="28284"/>
                </a:moveTo>
                <a:lnTo>
                  <a:pt x="39309" y="31459"/>
                </a:lnTo>
                <a:lnTo>
                  <a:pt x="8811" y="20143"/>
                </a:lnTo>
                <a:cubicBezTo>
                  <a:pt x="7442" y="24803"/>
                  <a:pt x="7501" y="28794"/>
                  <a:pt x="9103" y="32085"/>
                </a:cubicBezTo>
                <a:cubicBezTo>
                  <a:pt x="10632" y="35391"/>
                  <a:pt x="13647" y="37897"/>
                  <a:pt x="18031" y="39484"/>
                </a:cubicBezTo>
                <a:cubicBezTo>
                  <a:pt x="20536" y="40460"/>
                  <a:pt x="23143" y="41072"/>
                  <a:pt x="25764" y="41305"/>
                </a:cubicBezTo>
                <a:cubicBezTo>
                  <a:pt x="28386" y="41596"/>
                  <a:pt x="31110" y="41538"/>
                  <a:pt x="33906" y="41188"/>
                </a:cubicBezTo>
                <a:lnTo>
                  <a:pt x="31561" y="47451"/>
                </a:lnTo>
                <a:cubicBezTo>
                  <a:pt x="28837" y="47567"/>
                  <a:pt x="26114" y="47393"/>
                  <a:pt x="23434" y="46999"/>
                </a:cubicBezTo>
                <a:cubicBezTo>
                  <a:pt x="20696" y="46591"/>
                  <a:pt x="18089" y="45907"/>
                  <a:pt x="15526" y="45004"/>
                </a:cubicBezTo>
                <a:cubicBezTo>
                  <a:pt x="9103" y="42615"/>
                  <a:pt x="4719" y="38800"/>
                  <a:pt x="2330" y="33687"/>
                </a:cubicBezTo>
                <a:cubicBezTo>
                  <a:pt x="0" y="28561"/>
                  <a:pt x="0" y="22764"/>
                  <a:pt x="2389" y="16385"/>
                </a:cubicBezTo>
                <a:cubicBezTo>
                  <a:pt x="4835" y="9787"/>
                  <a:pt x="8520" y="5243"/>
                  <a:pt x="13530" y="2680"/>
                </a:cubicBezTo>
                <a:cubicBezTo>
                  <a:pt x="18540" y="117"/>
                  <a:pt x="24119" y="0"/>
                  <a:pt x="30148" y="2214"/>
                </a:cubicBezTo>
                <a:cubicBezTo>
                  <a:pt x="35552" y="4267"/>
                  <a:pt x="39193" y="7632"/>
                  <a:pt x="41072" y="12292"/>
                </a:cubicBezTo>
                <a:cubicBezTo>
                  <a:pt x="42892" y="16953"/>
                  <a:pt x="42717" y="22254"/>
                  <a:pt x="40504" y="28284"/>
                </a:cubicBezTo>
                <a:close/>
                <a:moveTo>
                  <a:pt x="34590" y="23842"/>
                </a:moveTo>
                <a:cubicBezTo>
                  <a:pt x="35887" y="20201"/>
                  <a:pt x="35945" y="16953"/>
                  <a:pt x="34751" y="14055"/>
                </a:cubicBezTo>
                <a:cubicBezTo>
                  <a:pt x="33615" y="11156"/>
                  <a:pt x="31401" y="9103"/>
                  <a:pt x="28095" y="7850"/>
                </a:cubicBezTo>
                <a:cubicBezTo>
                  <a:pt x="24454" y="6481"/>
                  <a:pt x="21104" y="6437"/>
                  <a:pt x="18089" y="7690"/>
                </a:cubicBezTo>
                <a:cubicBezTo>
                  <a:pt x="15074" y="8928"/>
                  <a:pt x="12744" y="11433"/>
                  <a:pt x="10967" y="15074"/>
                </a:cubicBezTo>
                <a:lnTo>
                  <a:pt x="34590" y="23842"/>
                </a:lnTo>
                <a:close/>
                <a:moveTo>
                  <a:pt x="34590" y="238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CEB30-7B87-487E-891E-658EEB2D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779" y="4459177"/>
            <a:ext cx="52111" cy="58491"/>
          </a:xfrm>
          <a:custGeom xmlns:a="http://schemas.openxmlformats.org/drawingml/2006/main">
            <a:pathLst>
              <a:path w="52111" h="58491">
                <a:moveTo>
                  <a:pt x="37387" y="21847"/>
                </a:moveTo>
                <a:lnTo>
                  <a:pt x="45514" y="0"/>
                </a:lnTo>
                <a:lnTo>
                  <a:pt x="52111" y="2505"/>
                </a:lnTo>
                <a:lnTo>
                  <a:pt x="31241" y="58491"/>
                </a:lnTo>
                <a:lnTo>
                  <a:pt x="24643" y="56044"/>
                </a:lnTo>
                <a:lnTo>
                  <a:pt x="26915" y="49956"/>
                </a:lnTo>
                <a:cubicBezTo>
                  <a:pt x="24643" y="51835"/>
                  <a:pt x="22196" y="52971"/>
                  <a:pt x="19633" y="53364"/>
                </a:cubicBezTo>
                <a:cubicBezTo>
                  <a:pt x="17069" y="53713"/>
                  <a:pt x="14288" y="53364"/>
                  <a:pt x="11331" y="52286"/>
                </a:cubicBezTo>
                <a:cubicBezTo>
                  <a:pt x="6496" y="50466"/>
                  <a:pt x="3248" y="47058"/>
                  <a:pt x="1602" y="41989"/>
                </a:cubicBezTo>
                <a:cubicBezTo>
                  <a:pt x="0" y="36979"/>
                  <a:pt x="408" y="31284"/>
                  <a:pt x="2738" y="24978"/>
                </a:cubicBezTo>
                <a:cubicBezTo>
                  <a:pt x="5127" y="18599"/>
                  <a:pt x="8535" y="14055"/>
                  <a:pt x="13035" y="11317"/>
                </a:cubicBezTo>
                <a:cubicBezTo>
                  <a:pt x="17521" y="8593"/>
                  <a:pt x="22254" y="8141"/>
                  <a:pt x="27090" y="9962"/>
                </a:cubicBezTo>
                <a:cubicBezTo>
                  <a:pt x="30105" y="11040"/>
                  <a:pt x="32435" y="12569"/>
                  <a:pt x="34081" y="14564"/>
                </a:cubicBezTo>
                <a:cubicBezTo>
                  <a:pt x="35785" y="16501"/>
                  <a:pt x="36862" y="18948"/>
                  <a:pt x="37387" y="21847"/>
                </a:cubicBezTo>
                <a:close/>
                <a:moveTo>
                  <a:pt x="9554" y="27483"/>
                </a:moveTo>
                <a:cubicBezTo>
                  <a:pt x="7734" y="32377"/>
                  <a:pt x="7340" y="36586"/>
                  <a:pt x="8302" y="40052"/>
                </a:cubicBezTo>
                <a:cubicBezTo>
                  <a:pt x="9278" y="43577"/>
                  <a:pt x="11491" y="46023"/>
                  <a:pt x="15016" y="47334"/>
                </a:cubicBezTo>
                <a:cubicBezTo>
                  <a:pt x="18555" y="48645"/>
                  <a:pt x="21788" y="48252"/>
                  <a:pt x="24861" y="46257"/>
                </a:cubicBezTo>
                <a:cubicBezTo>
                  <a:pt x="27876" y="44203"/>
                  <a:pt x="30323" y="40795"/>
                  <a:pt x="32144" y="35901"/>
                </a:cubicBezTo>
                <a:cubicBezTo>
                  <a:pt x="33964" y="31066"/>
                  <a:pt x="34372" y="26857"/>
                  <a:pt x="33396" y="23332"/>
                </a:cubicBezTo>
                <a:cubicBezTo>
                  <a:pt x="32377" y="19793"/>
                  <a:pt x="30148" y="17404"/>
                  <a:pt x="26624" y="16094"/>
                </a:cubicBezTo>
                <a:cubicBezTo>
                  <a:pt x="23157" y="14797"/>
                  <a:pt x="19910" y="15132"/>
                  <a:pt x="16836" y="17186"/>
                </a:cubicBezTo>
                <a:cubicBezTo>
                  <a:pt x="13822" y="19167"/>
                  <a:pt x="11375" y="22648"/>
                  <a:pt x="9554" y="27483"/>
                </a:cubicBezTo>
                <a:close/>
                <a:moveTo>
                  <a:pt x="9554" y="274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E6FF7-F690-4F8F-8436-CC40D634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653" y="4467376"/>
            <a:ext cx="74584" cy="74016"/>
          </a:xfrm>
          <a:custGeom xmlns:a="http://schemas.openxmlformats.org/drawingml/2006/main">
            <a:pathLst>
              <a:path w="74584" h="74016">
                <a:moveTo>
                  <a:pt x="6554" y="0"/>
                </a:moveTo>
                <a:lnTo>
                  <a:pt x="13894" y="2724"/>
                </a:lnTo>
                <a:lnTo>
                  <a:pt x="8258" y="52330"/>
                </a:lnTo>
                <a:lnTo>
                  <a:pt x="36469" y="11084"/>
                </a:lnTo>
                <a:lnTo>
                  <a:pt x="44611" y="14157"/>
                </a:lnTo>
                <a:lnTo>
                  <a:pt x="38974" y="63763"/>
                </a:lnTo>
                <a:lnTo>
                  <a:pt x="67200" y="22575"/>
                </a:lnTo>
                <a:lnTo>
                  <a:pt x="74584" y="25313"/>
                </a:lnTo>
                <a:lnTo>
                  <a:pt x="41028" y="74016"/>
                </a:lnTo>
                <a:lnTo>
                  <a:pt x="31925" y="70594"/>
                </a:lnTo>
                <a:lnTo>
                  <a:pt x="37955" y="19735"/>
                </a:lnTo>
                <a:lnTo>
                  <a:pt x="9103" y="62117"/>
                </a:lnTo>
                <a:lnTo>
                  <a:pt x="0" y="58709"/>
                </a:lnTo>
                <a:lnTo>
                  <a:pt x="6554" y="0"/>
                </a:lnTo>
                <a:close/>
                <a:moveTo>
                  <a:pt x="65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DC1C3-6FFC-4182-B2FA-FE143385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901" y="4493257"/>
            <a:ext cx="27483" cy="58476"/>
          </a:xfrm>
          <a:custGeom xmlns:a="http://schemas.openxmlformats.org/drawingml/2006/main">
            <a:pathLst>
              <a:path w="27483" h="58476">
                <a:moveTo>
                  <a:pt x="15016" y="15700"/>
                </a:moveTo>
                <a:lnTo>
                  <a:pt x="21614" y="18205"/>
                </a:lnTo>
                <a:lnTo>
                  <a:pt x="6598" y="58476"/>
                </a:lnTo>
                <a:lnTo>
                  <a:pt x="0" y="56044"/>
                </a:lnTo>
                <a:lnTo>
                  <a:pt x="15016" y="15700"/>
                </a:lnTo>
                <a:close/>
                <a:moveTo>
                  <a:pt x="20871" y="0"/>
                </a:moveTo>
                <a:lnTo>
                  <a:pt x="27483" y="2505"/>
                </a:lnTo>
                <a:lnTo>
                  <a:pt x="24352" y="10865"/>
                </a:lnTo>
                <a:lnTo>
                  <a:pt x="17754" y="8418"/>
                </a:lnTo>
                <a:lnTo>
                  <a:pt x="20871" y="0"/>
                </a:lnTo>
                <a:close/>
                <a:moveTo>
                  <a:pt x="2087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D6533-B767-44A8-8C56-B96F9C57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000" y="4505142"/>
            <a:ext cx="32595" cy="59292"/>
          </a:xfrm>
          <a:custGeom xmlns:a="http://schemas.openxmlformats.org/drawingml/2006/main">
            <a:pathLst>
              <a:path w="32595" h="59292">
                <a:moveTo>
                  <a:pt x="23216" y="2447"/>
                </a:moveTo>
                <a:lnTo>
                  <a:pt x="18948" y="13880"/>
                </a:lnTo>
                <a:lnTo>
                  <a:pt x="32595" y="19007"/>
                </a:lnTo>
                <a:lnTo>
                  <a:pt x="30658" y="24133"/>
                </a:lnTo>
                <a:lnTo>
                  <a:pt x="17011" y="19065"/>
                </a:lnTo>
                <a:lnTo>
                  <a:pt x="8870" y="40911"/>
                </a:lnTo>
                <a:cubicBezTo>
                  <a:pt x="7617" y="44203"/>
                  <a:pt x="7340" y="46490"/>
                  <a:pt x="7850" y="47742"/>
                </a:cubicBezTo>
                <a:cubicBezTo>
                  <a:pt x="8418" y="49038"/>
                  <a:pt x="10064" y="50189"/>
                  <a:pt x="12860" y="51208"/>
                </a:cubicBezTo>
                <a:lnTo>
                  <a:pt x="19618" y="53772"/>
                </a:lnTo>
                <a:lnTo>
                  <a:pt x="17579" y="59292"/>
                </a:lnTo>
                <a:lnTo>
                  <a:pt x="10749" y="56787"/>
                </a:lnTo>
                <a:cubicBezTo>
                  <a:pt x="5636" y="54849"/>
                  <a:pt x="2505" y="52577"/>
                  <a:pt x="1253" y="49956"/>
                </a:cubicBezTo>
                <a:cubicBezTo>
                  <a:pt x="0" y="47334"/>
                  <a:pt x="335" y="43475"/>
                  <a:pt x="2214" y="38465"/>
                </a:cubicBezTo>
                <a:lnTo>
                  <a:pt x="10355" y="16560"/>
                </a:lnTo>
                <a:lnTo>
                  <a:pt x="5520" y="14739"/>
                </a:lnTo>
                <a:lnTo>
                  <a:pt x="7442" y="9612"/>
                </a:lnTo>
                <a:lnTo>
                  <a:pt x="12292" y="11433"/>
                </a:lnTo>
                <a:lnTo>
                  <a:pt x="16560" y="0"/>
                </a:lnTo>
                <a:lnTo>
                  <a:pt x="23216" y="2447"/>
                </a:lnTo>
                <a:close/>
                <a:moveTo>
                  <a:pt x="23216" y="2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8C0E3-E06F-42C1-9F8D-AAAA6A47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997" y="4511579"/>
            <a:ext cx="45281" cy="68555"/>
          </a:xfrm>
          <a:custGeom xmlns:a="http://schemas.openxmlformats.org/drawingml/2006/main">
            <a:pathLst>
              <a:path w="45281" h="68555">
                <a:moveTo>
                  <a:pt x="42834" y="44261"/>
                </a:moveTo>
                <a:lnTo>
                  <a:pt x="33789" y="68555"/>
                </a:lnTo>
                <a:lnTo>
                  <a:pt x="27133" y="66108"/>
                </a:lnTo>
                <a:lnTo>
                  <a:pt x="36120" y="41989"/>
                </a:lnTo>
                <a:cubicBezTo>
                  <a:pt x="37547" y="38173"/>
                  <a:pt x="37897" y="35042"/>
                  <a:pt x="37096" y="32595"/>
                </a:cubicBezTo>
                <a:cubicBezTo>
                  <a:pt x="36294" y="30148"/>
                  <a:pt x="34416" y="28386"/>
                  <a:pt x="31459" y="27250"/>
                </a:cubicBezTo>
                <a:cubicBezTo>
                  <a:pt x="27876" y="25939"/>
                  <a:pt x="24628" y="26056"/>
                  <a:pt x="21730" y="27527"/>
                </a:cubicBezTo>
                <a:cubicBezTo>
                  <a:pt x="18832" y="29071"/>
                  <a:pt x="16618" y="31736"/>
                  <a:pt x="15132" y="35726"/>
                </a:cubicBezTo>
                <a:lnTo>
                  <a:pt x="6656" y="58476"/>
                </a:lnTo>
                <a:lnTo>
                  <a:pt x="0" y="55971"/>
                </a:lnTo>
                <a:lnTo>
                  <a:pt x="20885" y="0"/>
                </a:lnTo>
                <a:lnTo>
                  <a:pt x="27541" y="2505"/>
                </a:lnTo>
                <a:lnTo>
                  <a:pt x="19342" y="24454"/>
                </a:lnTo>
                <a:cubicBezTo>
                  <a:pt x="21847" y="22575"/>
                  <a:pt x="24410" y="21497"/>
                  <a:pt x="26973" y="21104"/>
                </a:cubicBezTo>
                <a:cubicBezTo>
                  <a:pt x="29580" y="20711"/>
                  <a:pt x="32260" y="20987"/>
                  <a:pt x="35100" y="22065"/>
                </a:cubicBezTo>
                <a:cubicBezTo>
                  <a:pt x="39703" y="23784"/>
                  <a:pt x="42674" y="26507"/>
                  <a:pt x="43970" y="30265"/>
                </a:cubicBezTo>
                <a:cubicBezTo>
                  <a:pt x="45281" y="34022"/>
                  <a:pt x="44946" y="38683"/>
                  <a:pt x="42834" y="44261"/>
                </a:cubicBezTo>
                <a:close/>
                <a:moveTo>
                  <a:pt x="42834" y="442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C2C57-488B-4BC5-90ED-0465D73C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273" y="4531430"/>
            <a:ext cx="50859" cy="69356"/>
          </a:xfrm>
          <a:custGeom xmlns:a="http://schemas.openxmlformats.org/drawingml/2006/main">
            <a:pathLst>
              <a:path w="50859" h="69356">
                <a:moveTo>
                  <a:pt x="34882" y="38057"/>
                </a:moveTo>
                <a:cubicBezTo>
                  <a:pt x="36236" y="39135"/>
                  <a:pt x="37329" y="40853"/>
                  <a:pt x="38173" y="43125"/>
                </a:cubicBezTo>
                <a:cubicBezTo>
                  <a:pt x="38974" y="45397"/>
                  <a:pt x="39601" y="48354"/>
                  <a:pt x="39936" y="51878"/>
                </a:cubicBezTo>
                <a:lnTo>
                  <a:pt x="41873" y="69356"/>
                </a:lnTo>
                <a:lnTo>
                  <a:pt x="34022" y="66443"/>
                </a:lnTo>
                <a:lnTo>
                  <a:pt x="32318" y="50058"/>
                </a:lnTo>
                <a:cubicBezTo>
                  <a:pt x="31867" y="45849"/>
                  <a:pt x="31008" y="42776"/>
                  <a:pt x="29813" y="41013"/>
                </a:cubicBezTo>
                <a:cubicBezTo>
                  <a:pt x="28561" y="39193"/>
                  <a:pt x="26507" y="37780"/>
                  <a:pt x="23667" y="36702"/>
                </a:cubicBezTo>
                <a:lnTo>
                  <a:pt x="15700" y="33731"/>
                </a:lnTo>
                <a:lnTo>
                  <a:pt x="7282" y="56437"/>
                </a:lnTo>
                <a:lnTo>
                  <a:pt x="0" y="53757"/>
                </a:lnTo>
                <a:lnTo>
                  <a:pt x="20026" y="0"/>
                </a:lnTo>
                <a:lnTo>
                  <a:pt x="36411" y="6146"/>
                </a:lnTo>
                <a:cubicBezTo>
                  <a:pt x="42557" y="8418"/>
                  <a:pt x="46650" y="11433"/>
                  <a:pt x="48762" y="15132"/>
                </a:cubicBezTo>
                <a:cubicBezTo>
                  <a:pt x="50801" y="18832"/>
                  <a:pt x="50859" y="23274"/>
                  <a:pt x="48922" y="28444"/>
                </a:cubicBezTo>
                <a:cubicBezTo>
                  <a:pt x="47669" y="31809"/>
                  <a:pt x="45849" y="34299"/>
                  <a:pt x="43460" y="35959"/>
                </a:cubicBezTo>
                <a:cubicBezTo>
                  <a:pt x="41013" y="37605"/>
                  <a:pt x="38173" y="38290"/>
                  <a:pt x="34882" y="38057"/>
                </a:cubicBezTo>
                <a:close/>
                <a:moveTo>
                  <a:pt x="25036" y="8710"/>
                </a:moveTo>
                <a:lnTo>
                  <a:pt x="17914" y="27760"/>
                </a:lnTo>
                <a:lnTo>
                  <a:pt x="27075" y="31182"/>
                </a:lnTo>
                <a:cubicBezTo>
                  <a:pt x="30614" y="32479"/>
                  <a:pt x="33513" y="32653"/>
                  <a:pt x="35959" y="31692"/>
                </a:cubicBezTo>
                <a:cubicBezTo>
                  <a:pt x="38348" y="30775"/>
                  <a:pt x="40110" y="28736"/>
                  <a:pt x="41246" y="25546"/>
                </a:cubicBezTo>
                <a:cubicBezTo>
                  <a:pt x="42441" y="22415"/>
                  <a:pt x="42441" y="19735"/>
                  <a:pt x="41246" y="17463"/>
                </a:cubicBezTo>
                <a:cubicBezTo>
                  <a:pt x="40052" y="15191"/>
                  <a:pt x="37722" y="13428"/>
                  <a:pt x="34197" y="12118"/>
                </a:cubicBezTo>
                <a:lnTo>
                  <a:pt x="25036" y="8710"/>
                </a:lnTo>
                <a:close/>
                <a:moveTo>
                  <a:pt x="25036" y="87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C0796-7888-47D8-B071-FEB455BB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938" y="4565686"/>
            <a:ext cx="42950" cy="47553"/>
          </a:xfrm>
          <a:custGeom xmlns:a="http://schemas.openxmlformats.org/drawingml/2006/main">
            <a:pathLst>
              <a:path w="42950" h="47553">
                <a:moveTo>
                  <a:pt x="40504" y="28269"/>
                </a:moveTo>
                <a:lnTo>
                  <a:pt x="39309" y="31517"/>
                </a:lnTo>
                <a:lnTo>
                  <a:pt x="8884" y="20128"/>
                </a:lnTo>
                <a:cubicBezTo>
                  <a:pt x="7457" y="24803"/>
                  <a:pt x="7573" y="28837"/>
                  <a:pt x="9103" y="32144"/>
                </a:cubicBezTo>
                <a:cubicBezTo>
                  <a:pt x="10705" y="35435"/>
                  <a:pt x="13661" y="37882"/>
                  <a:pt x="18031" y="39528"/>
                </a:cubicBezTo>
                <a:cubicBezTo>
                  <a:pt x="20594" y="40445"/>
                  <a:pt x="23157" y="41072"/>
                  <a:pt x="25779" y="41348"/>
                </a:cubicBezTo>
                <a:cubicBezTo>
                  <a:pt x="28386" y="41640"/>
                  <a:pt x="31124" y="41581"/>
                  <a:pt x="33964" y="41188"/>
                </a:cubicBezTo>
                <a:lnTo>
                  <a:pt x="31634" y="47436"/>
                </a:lnTo>
                <a:cubicBezTo>
                  <a:pt x="28852" y="47553"/>
                  <a:pt x="26172" y="47436"/>
                  <a:pt x="23449" y="47043"/>
                </a:cubicBezTo>
                <a:cubicBezTo>
                  <a:pt x="20769" y="46650"/>
                  <a:pt x="18147" y="45965"/>
                  <a:pt x="15584" y="44989"/>
                </a:cubicBezTo>
                <a:cubicBezTo>
                  <a:pt x="9161" y="42601"/>
                  <a:pt x="4719" y="38858"/>
                  <a:pt x="2389" y="33673"/>
                </a:cubicBezTo>
                <a:cubicBezTo>
                  <a:pt x="0" y="28546"/>
                  <a:pt x="58" y="22808"/>
                  <a:pt x="2389" y="16385"/>
                </a:cubicBezTo>
                <a:cubicBezTo>
                  <a:pt x="4894" y="9773"/>
                  <a:pt x="8593" y="5229"/>
                  <a:pt x="13603" y="2665"/>
                </a:cubicBezTo>
                <a:cubicBezTo>
                  <a:pt x="18613" y="160"/>
                  <a:pt x="24119" y="0"/>
                  <a:pt x="30207" y="2272"/>
                </a:cubicBezTo>
                <a:cubicBezTo>
                  <a:pt x="35625" y="4253"/>
                  <a:pt x="39266" y="7617"/>
                  <a:pt x="41072" y="12278"/>
                </a:cubicBezTo>
                <a:cubicBezTo>
                  <a:pt x="42950" y="16953"/>
                  <a:pt x="42790" y="22298"/>
                  <a:pt x="40504" y="28269"/>
                </a:cubicBezTo>
                <a:close/>
                <a:moveTo>
                  <a:pt x="34649" y="23827"/>
                </a:moveTo>
                <a:cubicBezTo>
                  <a:pt x="35959" y="20186"/>
                  <a:pt x="36018" y="16953"/>
                  <a:pt x="34823" y="14040"/>
                </a:cubicBezTo>
                <a:cubicBezTo>
                  <a:pt x="33629" y="11142"/>
                  <a:pt x="31401" y="9103"/>
                  <a:pt x="28168" y="7894"/>
                </a:cubicBezTo>
                <a:cubicBezTo>
                  <a:pt x="24468" y="6481"/>
                  <a:pt x="21104" y="6423"/>
                  <a:pt x="18147" y="7734"/>
                </a:cubicBezTo>
                <a:cubicBezTo>
                  <a:pt x="15132" y="8986"/>
                  <a:pt x="12744" y="11433"/>
                  <a:pt x="11040" y="15132"/>
                </a:cubicBezTo>
                <a:lnTo>
                  <a:pt x="34649" y="23827"/>
                </a:lnTo>
                <a:close/>
                <a:moveTo>
                  <a:pt x="34649" y="238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41C50-7CCB-49F4-A89D-075BC61D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66" y="4579391"/>
            <a:ext cx="51995" cy="58141"/>
          </a:xfrm>
          <a:custGeom xmlns:a="http://schemas.openxmlformats.org/drawingml/2006/main">
            <a:pathLst>
              <a:path w="51995" h="58141">
                <a:moveTo>
                  <a:pt x="14623" y="36746"/>
                </a:moveTo>
                <a:lnTo>
                  <a:pt x="6656" y="58141"/>
                </a:lnTo>
                <a:lnTo>
                  <a:pt x="0" y="55636"/>
                </a:lnTo>
                <a:lnTo>
                  <a:pt x="20711" y="0"/>
                </a:lnTo>
                <a:lnTo>
                  <a:pt x="27366" y="2505"/>
                </a:lnTo>
                <a:lnTo>
                  <a:pt x="25080" y="8593"/>
                </a:lnTo>
                <a:cubicBezTo>
                  <a:pt x="27366" y="6714"/>
                  <a:pt x="29813" y="5636"/>
                  <a:pt x="32362" y="5229"/>
                </a:cubicBezTo>
                <a:cubicBezTo>
                  <a:pt x="34925" y="4894"/>
                  <a:pt x="37664" y="5229"/>
                  <a:pt x="40620" y="6321"/>
                </a:cubicBezTo>
                <a:cubicBezTo>
                  <a:pt x="45514" y="8141"/>
                  <a:pt x="48747" y="11608"/>
                  <a:pt x="50349" y="16618"/>
                </a:cubicBezTo>
                <a:cubicBezTo>
                  <a:pt x="51995" y="21614"/>
                  <a:pt x="51602" y="27308"/>
                  <a:pt x="49271" y="33629"/>
                </a:cubicBezTo>
                <a:cubicBezTo>
                  <a:pt x="46868" y="39994"/>
                  <a:pt x="43460" y="44494"/>
                  <a:pt x="38960" y="47276"/>
                </a:cubicBezTo>
                <a:cubicBezTo>
                  <a:pt x="34416" y="50014"/>
                  <a:pt x="29755" y="50466"/>
                  <a:pt x="24861" y="48645"/>
                </a:cubicBezTo>
                <a:cubicBezTo>
                  <a:pt x="21905" y="47567"/>
                  <a:pt x="19560" y="46023"/>
                  <a:pt x="17856" y="44086"/>
                </a:cubicBezTo>
                <a:cubicBezTo>
                  <a:pt x="16210" y="42106"/>
                  <a:pt x="15132" y="39659"/>
                  <a:pt x="14623" y="36746"/>
                </a:cubicBezTo>
                <a:close/>
                <a:moveTo>
                  <a:pt x="42382" y="31066"/>
                </a:moveTo>
                <a:cubicBezTo>
                  <a:pt x="44203" y="26230"/>
                  <a:pt x="44596" y="22021"/>
                  <a:pt x="43635" y="18482"/>
                </a:cubicBezTo>
                <a:cubicBezTo>
                  <a:pt x="42659" y="14958"/>
                  <a:pt x="40445" y="12569"/>
                  <a:pt x="36921" y="11258"/>
                </a:cubicBezTo>
                <a:cubicBezTo>
                  <a:pt x="33454" y="9962"/>
                  <a:pt x="30148" y="10297"/>
                  <a:pt x="27133" y="12351"/>
                </a:cubicBezTo>
                <a:cubicBezTo>
                  <a:pt x="24060" y="14390"/>
                  <a:pt x="21672" y="17812"/>
                  <a:pt x="19851" y="22706"/>
                </a:cubicBezTo>
                <a:cubicBezTo>
                  <a:pt x="18031" y="27541"/>
                  <a:pt x="17637" y="31750"/>
                  <a:pt x="18599" y="35275"/>
                </a:cubicBezTo>
                <a:cubicBezTo>
                  <a:pt x="19560" y="38800"/>
                  <a:pt x="21788" y="41188"/>
                  <a:pt x="25313" y="42499"/>
                </a:cubicBezTo>
                <a:cubicBezTo>
                  <a:pt x="28779" y="43810"/>
                  <a:pt x="32085" y="43460"/>
                  <a:pt x="35100" y="41421"/>
                </a:cubicBezTo>
                <a:cubicBezTo>
                  <a:pt x="38115" y="39368"/>
                  <a:pt x="40562" y="35959"/>
                  <a:pt x="42382" y="31066"/>
                </a:cubicBezTo>
                <a:close/>
                <a:moveTo>
                  <a:pt x="42382" y="310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A66B4-9797-4EF6-A8C2-53FE3744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883" y="4599650"/>
            <a:ext cx="42499" cy="46591"/>
          </a:xfrm>
          <a:custGeom xmlns:a="http://schemas.openxmlformats.org/drawingml/2006/main">
            <a:pathLst>
              <a:path w="42499" h="46591">
                <a:moveTo>
                  <a:pt x="27017" y="7734"/>
                </a:moveTo>
                <a:cubicBezTo>
                  <a:pt x="23492" y="6423"/>
                  <a:pt x="20143" y="6758"/>
                  <a:pt x="17069" y="8753"/>
                </a:cubicBezTo>
                <a:cubicBezTo>
                  <a:pt x="13938" y="10749"/>
                  <a:pt x="11491" y="14157"/>
                  <a:pt x="9729" y="18992"/>
                </a:cubicBezTo>
                <a:cubicBezTo>
                  <a:pt x="7908" y="23827"/>
                  <a:pt x="7501" y="27978"/>
                  <a:pt x="8535" y="31517"/>
                </a:cubicBezTo>
                <a:cubicBezTo>
                  <a:pt x="9554" y="35042"/>
                  <a:pt x="11885" y="37489"/>
                  <a:pt x="15409" y="38858"/>
                </a:cubicBezTo>
                <a:cubicBezTo>
                  <a:pt x="18934" y="40154"/>
                  <a:pt x="22298" y="39819"/>
                  <a:pt x="25371" y="37765"/>
                </a:cubicBezTo>
                <a:cubicBezTo>
                  <a:pt x="28444" y="35785"/>
                  <a:pt x="30891" y="32362"/>
                  <a:pt x="32712" y="27585"/>
                </a:cubicBezTo>
                <a:cubicBezTo>
                  <a:pt x="34474" y="22808"/>
                  <a:pt x="34867" y="18599"/>
                  <a:pt x="33848" y="15074"/>
                </a:cubicBezTo>
                <a:cubicBezTo>
                  <a:pt x="32828" y="11491"/>
                  <a:pt x="30542" y="9044"/>
                  <a:pt x="27017" y="7734"/>
                </a:cubicBezTo>
                <a:close/>
                <a:moveTo>
                  <a:pt x="29129" y="2156"/>
                </a:moveTo>
                <a:cubicBezTo>
                  <a:pt x="34867" y="4267"/>
                  <a:pt x="38683" y="7850"/>
                  <a:pt x="40562" y="12788"/>
                </a:cubicBezTo>
                <a:cubicBezTo>
                  <a:pt x="42499" y="17739"/>
                  <a:pt x="42208" y="23551"/>
                  <a:pt x="39703" y="30207"/>
                </a:cubicBezTo>
                <a:cubicBezTo>
                  <a:pt x="37256" y="36746"/>
                  <a:pt x="33673" y="41348"/>
                  <a:pt x="29012" y="43853"/>
                </a:cubicBezTo>
                <a:cubicBezTo>
                  <a:pt x="24293" y="46417"/>
                  <a:pt x="19108" y="46591"/>
                  <a:pt x="13312" y="44421"/>
                </a:cubicBezTo>
                <a:cubicBezTo>
                  <a:pt x="7559" y="42324"/>
                  <a:pt x="3743" y="38741"/>
                  <a:pt x="1879" y="33731"/>
                </a:cubicBezTo>
                <a:cubicBezTo>
                  <a:pt x="0" y="28779"/>
                  <a:pt x="277" y="22983"/>
                  <a:pt x="2724" y="16385"/>
                </a:cubicBezTo>
                <a:cubicBezTo>
                  <a:pt x="5170" y="9773"/>
                  <a:pt x="8753" y="5229"/>
                  <a:pt x="13428" y="2665"/>
                </a:cubicBezTo>
                <a:cubicBezTo>
                  <a:pt x="18089" y="160"/>
                  <a:pt x="23318" y="0"/>
                  <a:pt x="29129" y="2156"/>
                </a:cubicBezTo>
                <a:close/>
                <a:moveTo>
                  <a:pt x="29129" y="21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DA40F-511B-4FFE-A806-6B1D884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833" y="4613632"/>
            <a:ext cx="38800" cy="42790"/>
          </a:xfrm>
          <a:custGeom xmlns:a="http://schemas.openxmlformats.org/drawingml/2006/main">
            <a:pathLst>
              <a:path w="38800" h="42790">
                <a:moveTo>
                  <a:pt x="36294" y="14972"/>
                </a:moveTo>
                <a:cubicBezTo>
                  <a:pt x="35726" y="14288"/>
                  <a:pt x="35042" y="13661"/>
                  <a:pt x="34241" y="13152"/>
                </a:cubicBezTo>
                <a:cubicBezTo>
                  <a:pt x="33454" y="12584"/>
                  <a:pt x="32537" y="12132"/>
                  <a:pt x="31459" y="11724"/>
                </a:cubicBezTo>
                <a:cubicBezTo>
                  <a:pt x="27701" y="10355"/>
                  <a:pt x="24410" y="10472"/>
                  <a:pt x="21497" y="12176"/>
                </a:cubicBezTo>
                <a:cubicBezTo>
                  <a:pt x="18540" y="13894"/>
                  <a:pt x="16268" y="17011"/>
                  <a:pt x="14564" y="21570"/>
                </a:cubicBezTo>
                <a:lnTo>
                  <a:pt x="6656" y="42790"/>
                </a:lnTo>
                <a:lnTo>
                  <a:pt x="0" y="40285"/>
                </a:lnTo>
                <a:lnTo>
                  <a:pt x="15016" y="0"/>
                </a:lnTo>
                <a:lnTo>
                  <a:pt x="21672" y="2505"/>
                </a:lnTo>
                <a:lnTo>
                  <a:pt x="19342" y="8768"/>
                </a:lnTo>
                <a:cubicBezTo>
                  <a:pt x="21614" y="6831"/>
                  <a:pt x="24119" y="5695"/>
                  <a:pt x="26798" y="5301"/>
                </a:cubicBezTo>
                <a:cubicBezTo>
                  <a:pt x="29464" y="4952"/>
                  <a:pt x="32420" y="5418"/>
                  <a:pt x="35610" y="6554"/>
                </a:cubicBezTo>
                <a:cubicBezTo>
                  <a:pt x="36061" y="6714"/>
                  <a:pt x="36527" y="6947"/>
                  <a:pt x="37096" y="7239"/>
                </a:cubicBezTo>
                <a:cubicBezTo>
                  <a:pt x="37605" y="7457"/>
                  <a:pt x="38173" y="7807"/>
                  <a:pt x="38800" y="8200"/>
                </a:cubicBezTo>
                <a:lnTo>
                  <a:pt x="36294" y="14972"/>
                </a:lnTo>
                <a:close/>
                <a:moveTo>
                  <a:pt x="36294" y="149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3BCC1-1183-4EF4-96A7-DF3176DF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055" y="4613530"/>
            <a:ext cx="32551" cy="59335"/>
          </a:xfrm>
          <a:custGeom xmlns:a="http://schemas.openxmlformats.org/drawingml/2006/main">
            <a:pathLst>
              <a:path w="32551" h="59335">
                <a:moveTo>
                  <a:pt x="23157" y="2505"/>
                </a:moveTo>
                <a:lnTo>
                  <a:pt x="18890" y="13938"/>
                </a:lnTo>
                <a:lnTo>
                  <a:pt x="32551" y="18992"/>
                </a:lnTo>
                <a:lnTo>
                  <a:pt x="30614" y="24177"/>
                </a:lnTo>
                <a:lnTo>
                  <a:pt x="16953" y="19050"/>
                </a:lnTo>
                <a:lnTo>
                  <a:pt x="8826" y="40955"/>
                </a:lnTo>
                <a:cubicBezTo>
                  <a:pt x="7632" y="44261"/>
                  <a:pt x="7282" y="46533"/>
                  <a:pt x="7792" y="47786"/>
                </a:cubicBezTo>
                <a:cubicBezTo>
                  <a:pt x="8360" y="49038"/>
                  <a:pt x="10020" y="50233"/>
                  <a:pt x="12802" y="51252"/>
                </a:cubicBezTo>
                <a:lnTo>
                  <a:pt x="19575" y="53757"/>
                </a:lnTo>
                <a:lnTo>
                  <a:pt x="17521" y="59335"/>
                </a:lnTo>
                <a:lnTo>
                  <a:pt x="10705" y="56772"/>
                </a:lnTo>
                <a:cubicBezTo>
                  <a:pt x="5636" y="54893"/>
                  <a:pt x="2447" y="52621"/>
                  <a:pt x="1194" y="50000"/>
                </a:cubicBezTo>
                <a:cubicBezTo>
                  <a:pt x="0" y="47334"/>
                  <a:pt x="291" y="43518"/>
                  <a:pt x="2170" y="38450"/>
                </a:cubicBezTo>
                <a:lnTo>
                  <a:pt x="10297" y="16603"/>
                </a:lnTo>
                <a:lnTo>
                  <a:pt x="5462" y="14783"/>
                </a:lnTo>
                <a:lnTo>
                  <a:pt x="7399" y="9671"/>
                </a:lnTo>
                <a:lnTo>
                  <a:pt x="12234" y="11433"/>
                </a:lnTo>
                <a:lnTo>
                  <a:pt x="16501" y="0"/>
                </a:lnTo>
                <a:lnTo>
                  <a:pt x="23157" y="2505"/>
                </a:lnTo>
                <a:close/>
                <a:moveTo>
                  <a:pt x="23157" y="25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B52D8-808C-4A79-92F8-06156159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859" y="4619676"/>
            <a:ext cx="47742" cy="63603"/>
          </a:xfrm>
          <a:custGeom xmlns:a="http://schemas.openxmlformats.org/drawingml/2006/main">
            <a:pathLst>
              <a:path w="47742" h="63603">
                <a:moveTo>
                  <a:pt x="2287" y="0"/>
                </a:moveTo>
                <a:lnTo>
                  <a:pt x="47742" y="16953"/>
                </a:lnTo>
                <a:lnTo>
                  <a:pt x="45470" y="23085"/>
                </a:lnTo>
                <a:lnTo>
                  <a:pt x="26405" y="15977"/>
                </a:lnTo>
                <a:lnTo>
                  <a:pt x="8651" y="63603"/>
                </a:lnTo>
                <a:lnTo>
                  <a:pt x="1311" y="60865"/>
                </a:lnTo>
                <a:lnTo>
                  <a:pt x="19065" y="13254"/>
                </a:lnTo>
                <a:lnTo>
                  <a:pt x="0" y="6132"/>
                </a:lnTo>
                <a:lnTo>
                  <a:pt x="2287" y="0"/>
                </a:lnTo>
                <a:close/>
                <a:moveTo>
                  <a:pt x="22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7231D-BF2A-49FB-9418-095B53F0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67" y="4646518"/>
            <a:ext cx="56321" cy="60195"/>
          </a:xfrm>
          <a:custGeom xmlns:a="http://schemas.openxmlformats.org/drawingml/2006/main">
            <a:pathLst>
              <a:path w="56321" h="60195">
                <a:moveTo>
                  <a:pt x="22182" y="52068"/>
                </a:moveTo>
                <a:cubicBezTo>
                  <a:pt x="18540" y="56160"/>
                  <a:pt x="15526" y="58607"/>
                  <a:pt x="13195" y="59394"/>
                </a:cubicBezTo>
                <a:cubicBezTo>
                  <a:pt x="10923" y="60195"/>
                  <a:pt x="8243" y="60020"/>
                  <a:pt x="5287" y="58942"/>
                </a:cubicBezTo>
                <a:lnTo>
                  <a:pt x="0" y="56947"/>
                </a:lnTo>
                <a:lnTo>
                  <a:pt x="2054" y="51441"/>
                </a:lnTo>
                <a:lnTo>
                  <a:pt x="5971" y="52854"/>
                </a:lnTo>
                <a:cubicBezTo>
                  <a:pt x="7792" y="53539"/>
                  <a:pt x="9336" y="53655"/>
                  <a:pt x="10690" y="53145"/>
                </a:cubicBezTo>
                <a:cubicBezTo>
                  <a:pt x="12001" y="52694"/>
                  <a:pt x="13880" y="51034"/>
                  <a:pt x="16268" y="48310"/>
                </a:cubicBezTo>
                <a:lnTo>
                  <a:pt x="18599" y="45688"/>
                </a:lnTo>
                <a:lnTo>
                  <a:pt x="17069" y="0"/>
                </a:lnTo>
                <a:lnTo>
                  <a:pt x="24119" y="2563"/>
                </a:lnTo>
                <a:lnTo>
                  <a:pt x="24978" y="38800"/>
                </a:lnTo>
                <a:lnTo>
                  <a:pt x="49330" y="11957"/>
                </a:lnTo>
                <a:lnTo>
                  <a:pt x="56321" y="14564"/>
                </a:lnTo>
                <a:lnTo>
                  <a:pt x="22182" y="52068"/>
                </a:lnTo>
                <a:close/>
                <a:moveTo>
                  <a:pt x="22182" y="520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9486A-9F7B-4BBA-887E-E7030E06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461" y="4664447"/>
            <a:ext cx="51995" cy="58083"/>
          </a:xfrm>
          <a:custGeom xmlns:a="http://schemas.openxmlformats.org/drawingml/2006/main">
            <a:pathLst>
              <a:path w="51995" h="58083">
                <a:moveTo>
                  <a:pt x="14623" y="36688"/>
                </a:moveTo>
                <a:lnTo>
                  <a:pt x="6656" y="58083"/>
                </a:lnTo>
                <a:lnTo>
                  <a:pt x="0" y="55578"/>
                </a:lnTo>
                <a:lnTo>
                  <a:pt x="20711" y="0"/>
                </a:lnTo>
                <a:lnTo>
                  <a:pt x="27366" y="2447"/>
                </a:lnTo>
                <a:lnTo>
                  <a:pt x="25080" y="8593"/>
                </a:lnTo>
                <a:cubicBezTo>
                  <a:pt x="27366" y="6714"/>
                  <a:pt x="29813" y="5578"/>
                  <a:pt x="32362" y="5170"/>
                </a:cubicBezTo>
                <a:cubicBezTo>
                  <a:pt x="34925" y="4835"/>
                  <a:pt x="37664" y="5170"/>
                  <a:pt x="40620" y="6306"/>
                </a:cubicBezTo>
                <a:cubicBezTo>
                  <a:pt x="45514" y="8127"/>
                  <a:pt x="48747" y="11550"/>
                  <a:pt x="50349" y="16560"/>
                </a:cubicBezTo>
                <a:cubicBezTo>
                  <a:pt x="51995" y="21555"/>
                  <a:pt x="51602" y="27250"/>
                  <a:pt x="49257" y="33615"/>
                </a:cubicBezTo>
                <a:cubicBezTo>
                  <a:pt x="46868" y="39936"/>
                  <a:pt x="43460" y="44480"/>
                  <a:pt x="38960" y="47218"/>
                </a:cubicBezTo>
                <a:cubicBezTo>
                  <a:pt x="34416" y="49941"/>
                  <a:pt x="29755" y="50407"/>
                  <a:pt x="24861" y="48587"/>
                </a:cubicBezTo>
                <a:cubicBezTo>
                  <a:pt x="21905" y="47494"/>
                  <a:pt x="19560" y="45965"/>
                  <a:pt x="17856" y="44028"/>
                </a:cubicBezTo>
                <a:cubicBezTo>
                  <a:pt x="16210" y="42047"/>
                  <a:pt x="15074" y="39644"/>
                  <a:pt x="14623" y="36688"/>
                </a:cubicBezTo>
                <a:close/>
                <a:moveTo>
                  <a:pt x="42382" y="31066"/>
                </a:moveTo>
                <a:cubicBezTo>
                  <a:pt x="44203" y="26172"/>
                  <a:pt x="44596" y="21963"/>
                  <a:pt x="43635" y="18424"/>
                </a:cubicBezTo>
                <a:cubicBezTo>
                  <a:pt x="42659" y="14958"/>
                  <a:pt x="40445" y="12511"/>
                  <a:pt x="36921" y="11200"/>
                </a:cubicBezTo>
                <a:cubicBezTo>
                  <a:pt x="33396" y="9889"/>
                  <a:pt x="30148" y="10297"/>
                  <a:pt x="27133" y="12292"/>
                </a:cubicBezTo>
                <a:cubicBezTo>
                  <a:pt x="24060" y="14331"/>
                  <a:pt x="21672" y="17754"/>
                  <a:pt x="19851" y="22633"/>
                </a:cubicBezTo>
                <a:cubicBezTo>
                  <a:pt x="18031" y="27527"/>
                  <a:pt x="17579" y="31692"/>
                  <a:pt x="18599" y="35217"/>
                </a:cubicBezTo>
                <a:cubicBezTo>
                  <a:pt x="19560" y="38741"/>
                  <a:pt x="21788" y="41130"/>
                  <a:pt x="25313" y="42441"/>
                </a:cubicBezTo>
                <a:cubicBezTo>
                  <a:pt x="28779" y="43751"/>
                  <a:pt x="32085" y="43402"/>
                  <a:pt x="35100" y="41363"/>
                </a:cubicBezTo>
                <a:cubicBezTo>
                  <a:pt x="38115" y="39368"/>
                  <a:pt x="40562" y="35901"/>
                  <a:pt x="42382" y="31066"/>
                </a:cubicBezTo>
                <a:close/>
                <a:moveTo>
                  <a:pt x="42382" y="310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CD2B3-BA93-4AD9-8A84-4CDAFD64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96" y="4684983"/>
            <a:ext cx="42907" cy="47611"/>
          </a:xfrm>
          <a:custGeom xmlns:a="http://schemas.openxmlformats.org/drawingml/2006/main">
            <a:pathLst>
              <a:path w="42907" h="47611">
                <a:moveTo>
                  <a:pt x="40518" y="28269"/>
                </a:moveTo>
                <a:lnTo>
                  <a:pt x="39266" y="31517"/>
                </a:lnTo>
                <a:lnTo>
                  <a:pt x="8826" y="20201"/>
                </a:lnTo>
                <a:cubicBezTo>
                  <a:pt x="7457" y="24861"/>
                  <a:pt x="7515" y="28837"/>
                  <a:pt x="9044" y="32144"/>
                </a:cubicBezTo>
                <a:cubicBezTo>
                  <a:pt x="10647" y="35450"/>
                  <a:pt x="13603" y="37940"/>
                  <a:pt x="18045" y="39542"/>
                </a:cubicBezTo>
                <a:cubicBezTo>
                  <a:pt x="20536" y="40504"/>
                  <a:pt x="23157" y="41130"/>
                  <a:pt x="25779" y="41363"/>
                </a:cubicBezTo>
                <a:cubicBezTo>
                  <a:pt x="28401" y="41640"/>
                  <a:pt x="31066" y="41581"/>
                  <a:pt x="33906" y="41246"/>
                </a:cubicBezTo>
                <a:lnTo>
                  <a:pt x="31576" y="47509"/>
                </a:lnTo>
                <a:cubicBezTo>
                  <a:pt x="28852" y="47611"/>
                  <a:pt x="26114" y="47451"/>
                  <a:pt x="23390" y="47043"/>
                </a:cubicBezTo>
                <a:cubicBezTo>
                  <a:pt x="20711" y="46650"/>
                  <a:pt x="18089" y="45965"/>
                  <a:pt x="15540" y="45004"/>
                </a:cubicBezTo>
                <a:cubicBezTo>
                  <a:pt x="9103" y="42615"/>
                  <a:pt x="4719" y="38858"/>
                  <a:pt x="2330" y="33731"/>
                </a:cubicBezTo>
                <a:cubicBezTo>
                  <a:pt x="0" y="28561"/>
                  <a:pt x="0" y="22808"/>
                  <a:pt x="2389" y="16443"/>
                </a:cubicBezTo>
                <a:cubicBezTo>
                  <a:pt x="4835" y="9846"/>
                  <a:pt x="8535" y="5287"/>
                  <a:pt x="13545" y="2724"/>
                </a:cubicBezTo>
                <a:cubicBezTo>
                  <a:pt x="18555" y="175"/>
                  <a:pt x="24075" y="0"/>
                  <a:pt x="30163" y="2272"/>
                </a:cubicBezTo>
                <a:cubicBezTo>
                  <a:pt x="35566" y="4326"/>
                  <a:pt x="39207" y="7617"/>
                  <a:pt x="41086" y="12292"/>
                </a:cubicBezTo>
                <a:cubicBezTo>
                  <a:pt x="42907" y="16953"/>
                  <a:pt x="42732" y="22298"/>
                  <a:pt x="40518" y="28269"/>
                </a:cubicBezTo>
                <a:close/>
                <a:moveTo>
                  <a:pt x="34590" y="23900"/>
                </a:moveTo>
                <a:cubicBezTo>
                  <a:pt x="35901" y="20259"/>
                  <a:pt x="35959" y="17011"/>
                  <a:pt x="34765" y="14113"/>
                </a:cubicBezTo>
                <a:cubicBezTo>
                  <a:pt x="33629" y="11200"/>
                  <a:pt x="31415" y="9103"/>
                  <a:pt x="28109" y="7908"/>
                </a:cubicBezTo>
                <a:cubicBezTo>
                  <a:pt x="24410" y="6539"/>
                  <a:pt x="21118" y="6481"/>
                  <a:pt x="18089" y="7734"/>
                </a:cubicBezTo>
                <a:cubicBezTo>
                  <a:pt x="15074" y="8986"/>
                  <a:pt x="12686" y="11491"/>
                  <a:pt x="10982" y="15132"/>
                </a:cubicBezTo>
                <a:lnTo>
                  <a:pt x="34590" y="23900"/>
                </a:lnTo>
                <a:close/>
                <a:moveTo>
                  <a:pt x="34590" y="239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7108F-EB3E-4F9C-AF21-860BD160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199" y="4683046"/>
            <a:ext cx="49199" cy="64404"/>
          </a:xfrm>
          <a:custGeom xmlns:a="http://schemas.openxmlformats.org/drawingml/2006/main">
            <a:pathLst>
              <a:path w="49199" h="64404">
                <a:moveTo>
                  <a:pt x="451" y="61331"/>
                </a:moveTo>
                <a:lnTo>
                  <a:pt x="0" y="0"/>
                </a:lnTo>
                <a:lnTo>
                  <a:pt x="7559" y="2796"/>
                </a:lnTo>
                <a:lnTo>
                  <a:pt x="7734" y="54383"/>
                </a:lnTo>
                <a:lnTo>
                  <a:pt x="41640" y="15540"/>
                </a:lnTo>
                <a:lnTo>
                  <a:pt x="49199" y="18322"/>
                </a:lnTo>
                <a:lnTo>
                  <a:pt x="8695" y="64404"/>
                </a:lnTo>
                <a:lnTo>
                  <a:pt x="451" y="61331"/>
                </a:lnTo>
                <a:close/>
                <a:moveTo>
                  <a:pt x="451" y="613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97355-12E4-4FBC-B4FD-89497A5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402" y="4706261"/>
            <a:ext cx="50247" cy="63777"/>
          </a:xfrm>
          <a:custGeom xmlns:a="http://schemas.openxmlformats.org/drawingml/2006/main">
            <a:pathLst>
              <a:path w="50247" h="63777">
                <a:moveTo>
                  <a:pt x="10982" y="48237"/>
                </a:moveTo>
                <a:lnTo>
                  <a:pt x="36367" y="57690"/>
                </a:lnTo>
                <a:lnTo>
                  <a:pt x="34081" y="63777"/>
                </a:lnTo>
                <a:lnTo>
                  <a:pt x="0" y="51092"/>
                </a:lnTo>
                <a:lnTo>
                  <a:pt x="2287" y="44946"/>
                </a:lnTo>
                <a:cubicBezTo>
                  <a:pt x="6088" y="43125"/>
                  <a:pt x="11273" y="40737"/>
                  <a:pt x="17812" y="37664"/>
                </a:cubicBezTo>
                <a:cubicBezTo>
                  <a:pt x="24410" y="34649"/>
                  <a:pt x="28561" y="32653"/>
                  <a:pt x="30279" y="31692"/>
                </a:cubicBezTo>
                <a:cubicBezTo>
                  <a:pt x="33571" y="29974"/>
                  <a:pt x="36018" y="28328"/>
                  <a:pt x="37620" y="26915"/>
                </a:cubicBezTo>
                <a:cubicBezTo>
                  <a:pt x="39207" y="25429"/>
                  <a:pt x="40343" y="23842"/>
                  <a:pt x="41028" y="22080"/>
                </a:cubicBezTo>
                <a:cubicBezTo>
                  <a:pt x="42047" y="19225"/>
                  <a:pt x="41931" y="16501"/>
                  <a:pt x="40635" y="13996"/>
                </a:cubicBezTo>
                <a:cubicBezTo>
                  <a:pt x="39266" y="11433"/>
                  <a:pt x="36994" y="9554"/>
                  <a:pt x="33804" y="8360"/>
                </a:cubicBezTo>
                <a:cubicBezTo>
                  <a:pt x="31532" y="7515"/>
                  <a:pt x="28969" y="6991"/>
                  <a:pt x="26114" y="6831"/>
                </a:cubicBezTo>
                <a:cubicBezTo>
                  <a:pt x="23274" y="6714"/>
                  <a:pt x="20143" y="6889"/>
                  <a:pt x="16676" y="7399"/>
                </a:cubicBezTo>
                <a:lnTo>
                  <a:pt x="19414" y="58"/>
                </a:lnTo>
                <a:cubicBezTo>
                  <a:pt x="22764" y="0"/>
                  <a:pt x="25837" y="117"/>
                  <a:pt x="28561" y="451"/>
                </a:cubicBezTo>
                <a:cubicBezTo>
                  <a:pt x="31357" y="801"/>
                  <a:pt x="33804" y="1369"/>
                  <a:pt x="35901" y="2156"/>
                </a:cubicBezTo>
                <a:cubicBezTo>
                  <a:pt x="41479" y="4267"/>
                  <a:pt x="45412" y="7282"/>
                  <a:pt x="47684" y="11317"/>
                </a:cubicBezTo>
                <a:cubicBezTo>
                  <a:pt x="49956" y="15307"/>
                  <a:pt x="50247" y="19676"/>
                  <a:pt x="48485" y="24293"/>
                </a:cubicBezTo>
                <a:cubicBezTo>
                  <a:pt x="47684" y="26507"/>
                  <a:pt x="46490" y="28444"/>
                  <a:pt x="44902" y="30148"/>
                </a:cubicBezTo>
                <a:cubicBezTo>
                  <a:pt x="43358" y="31794"/>
                  <a:pt x="40970" y="33571"/>
                  <a:pt x="37780" y="35435"/>
                </a:cubicBezTo>
                <a:cubicBezTo>
                  <a:pt x="36935" y="35901"/>
                  <a:pt x="34255" y="37212"/>
                  <a:pt x="29813" y="39368"/>
                </a:cubicBezTo>
                <a:cubicBezTo>
                  <a:pt x="25386" y="41479"/>
                  <a:pt x="19123" y="44436"/>
                  <a:pt x="10982" y="48237"/>
                </a:cubicBezTo>
                <a:close/>
                <a:moveTo>
                  <a:pt x="10982" y="482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2BCB7-3D5D-4C66-8AB4-1D9FC187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105" y="4721787"/>
            <a:ext cx="58724" cy="63777"/>
          </a:xfrm>
          <a:custGeom xmlns:a="http://schemas.openxmlformats.org/drawingml/2006/main">
            <a:pathLst>
              <a:path w="58724" h="63777">
                <a:moveTo>
                  <a:pt x="25094" y="8651"/>
                </a:moveTo>
                <a:lnTo>
                  <a:pt x="9511" y="50407"/>
                </a:lnTo>
                <a:lnTo>
                  <a:pt x="18264" y="53713"/>
                </a:lnTo>
                <a:cubicBezTo>
                  <a:pt x="25721" y="56495"/>
                  <a:pt x="31750" y="56845"/>
                  <a:pt x="36469" y="54733"/>
                </a:cubicBezTo>
                <a:cubicBezTo>
                  <a:pt x="41130" y="52679"/>
                  <a:pt x="44829" y="48019"/>
                  <a:pt x="47567" y="40737"/>
                </a:cubicBezTo>
                <a:cubicBezTo>
                  <a:pt x="50233" y="33571"/>
                  <a:pt x="50466" y="27658"/>
                  <a:pt x="48252" y="23041"/>
                </a:cubicBezTo>
                <a:cubicBezTo>
                  <a:pt x="46082" y="18380"/>
                  <a:pt x="41246" y="14681"/>
                  <a:pt x="33848" y="11957"/>
                </a:cubicBezTo>
                <a:lnTo>
                  <a:pt x="25094" y="8651"/>
                </a:lnTo>
                <a:close/>
                <a:moveTo>
                  <a:pt x="20026" y="0"/>
                </a:moveTo>
                <a:lnTo>
                  <a:pt x="34998" y="5520"/>
                </a:lnTo>
                <a:cubicBezTo>
                  <a:pt x="45397" y="9394"/>
                  <a:pt x="52228" y="14448"/>
                  <a:pt x="55476" y="20594"/>
                </a:cubicBezTo>
                <a:cubicBezTo>
                  <a:pt x="58724" y="26740"/>
                  <a:pt x="58665" y="34430"/>
                  <a:pt x="55184" y="43577"/>
                </a:cubicBezTo>
                <a:cubicBezTo>
                  <a:pt x="51776" y="52854"/>
                  <a:pt x="46766" y="58767"/>
                  <a:pt x="40285" y="61272"/>
                </a:cubicBezTo>
                <a:cubicBezTo>
                  <a:pt x="33746" y="63777"/>
                  <a:pt x="25327" y="63151"/>
                  <a:pt x="14972" y="59292"/>
                </a:cubicBezTo>
                <a:lnTo>
                  <a:pt x="0" y="53713"/>
                </a:lnTo>
                <a:lnTo>
                  <a:pt x="20026" y="0"/>
                </a:lnTo>
                <a:close/>
                <a:moveTo>
                  <a:pt x="200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8EAAD-5721-4B54-AEE7-759AC17D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770" y="4745804"/>
            <a:ext cx="39076" cy="63093"/>
          </a:xfrm>
          <a:custGeom xmlns:a="http://schemas.openxmlformats.org/drawingml/2006/main">
            <a:pathLst>
              <a:path w="39076" h="63093">
                <a:moveTo>
                  <a:pt x="2272" y="45455"/>
                </a:moveTo>
                <a:lnTo>
                  <a:pt x="14157" y="49839"/>
                </a:lnTo>
                <a:lnTo>
                  <a:pt x="29406" y="8870"/>
                </a:lnTo>
                <a:lnTo>
                  <a:pt x="15526" y="6656"/>
                </a:lnTo>
                <a:lnTo>
                  <a:pt x="18031" y="0"/>
                </a:lnTo>
                <a:lnTo>
                  <a:pt x="31852" y="2214"/>
                </a:lnTo>
                <a:lnTo>
                  <a:pt x="39076" y="4952"/>
                </a:lnTo>
                <a:lnTo>
                  <a:pt x="21381" y="52505"/>
                </a:lnTo>
                <a:lnTo>
                  <a:pt x="33221" y="56947"/>
                </a:lnTo>
                <a:lnTo>
                  <a:pt x="30949" y="63093"/>
                </a:lnTo>
                <a:lnTo>
                  <a:pt x="0" y="51543"/>
                </a:lnTo>
                <a:lnTo>
                  <a:pt x="2272" y="45455"/>
                </a:lnTo>
                <a:close/>
                <a:moveTo>
                  <a:pt x="2272" y="454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603DD-CFDA-4CDD-BD2B-4ACF499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852" y="4767359"/>
            <a:ext cx="46766" cy="57122"/>
          </a:xfrm>
          <a:custGeom xmlns:a="http://schemas.openxmlformats.org/drawingml/2006/main">
            <a:pathLst>
              <a:path w="46766" h="57122">
                <a:moveTo>
                  <a:pt x="37197" y="7064"/>
                </a:moveTo>
                <a:lnTo>
                  <a:pt x="8127" y="28910"/>
                </a:lnTo>
                <a:lnTo>
                  <a:pt x="26507" y="35726"/>
                </a:lnTo>
                <a:lnTo>
                  <a:pt x="37197" y="7064"/>
                </a:lnTo>
                <a:close/>
                <a:moveTo>
                  <a:pt x="37664" y="0"/>
                </a:moveTo>
                <a:lnTo>
                  <a:pt x="46766" y="3423"/>
                </a:lnTo>
                <a:lnTo>
                  <a:pt x="33731" y="38406"/>
                </a:lnTo>
                <a:lnTo>
                  <a:pt x="41407" y="41246"/>
                </a:lnTo>
                <a:lnTo>
                  <a:pt x="39135" y="47334"/>
                </a:lnTo>
                <a:lnTo>
                  <a:pt x="31459" y="44436"/>
                </a:lnTo>
                <a:lnTo>
                  <a:pt x="26798" y="57122"/>
                </a:lnTo>
                <a:lnTo>
                  <a:pt x="19516" y="54442"/>
                </a:lnTo>
                <a:lnTo>
                  <a:pt x="24235" y="41756"/>
                </a:lnTo>
                <a:lnTo>
                  <a:pt x="0" y="32712"/>
                </a:lnTo>
                <a:lnTo>
                  <a:pt x="2607" y="25721"/>
                </a:lnTo>
                <a:lnTo>
                  <a:pt x="37664" y="0"/>
                </a:lnTo>
                <a:close/>
                <a:moveTo>
                  <a:pt x="3766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5BEB3-A908-4C03-936B-244F123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974" y="4435116"/>
            <a:ext cx="29012" cy="55971"/>
          </a:xfrm>
          <a:custGeom xmlns:a="http://schemas.openxmlformats.org/drawingml/2006/main">
            <a:pathLst>
              <a:path w="29012" h="55971">
                <a:moveTo>
                  <a:pt x="21847" y="0"/>
                </a:moveTo>
                <a:lnTo>
                  <a:pt x="29012" y="2957"/>
                </a:lnTo>
                <a:lnTo>
                  <a:pt x="7166" y="55971"/>
                </a:lnTo>
                <a:lnTo>
                  <a:pt x="0" y="53014"/>
                </a:lnTo>
                <a:lnTo>
                  <a:pt x="21847" y="0"/>
                </a:lnTo>
                <a:close/>
                <a:moveTo>
                  <a:pt x="218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B13C7-4814-4C17-8A6B-34A41AF4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903" y="4456963"/>
            <a:ext cx="45980" cy="53524"/>
          </a:xfrm>
          <a:custGeom xmlns:a="http://schemas.openxmlformats.org/drawingml/2006/main">
            <a:pathLst>
              <a:path w="45980" h="53524">
                <a:moveTo>
                  <a:pt x="43183" y="29522"/>
                </a:moveTo>
                <a:lnTo>
                  <a:pt x="33294" y="53524"/>
                </a:lnTo>
                <a:lnTo>
                  <a:pt x="26798" y="50801"/>
                </a:lnTo>
                <a:lnTo>
                  <a:pt x="36586" y="27017"/>
                </a:lnTo>
                <a:cubicBezTo>
                  <a:pt x="38130" y="23259"/>
                  <a:pt x="38523" y="20143"/>
                  <a:pt x="37838" y="17696"/>
                </a:cubicBezTo>
                <a:cubicBezTo>
                  <a:pt x="37154" y="15191"/>
                  <a:pt x="35333" y="13370"/>
                  <a:pt x="32377" y="12176"/>
                </a:cubicBezTo>
                <a:cubicBezTo>
                  <a:pt x="28852" y="10690"/>
                  <a:pt x="25604" y="10690"/>
                  <a:pt x="22648" y="12059"/>
                </a:cubicBezTo>
                <a:cubicBezTo>
                  <a:pt x="19691" y="13472"/>
                  <a:pt x="17419" y="16152"/>
                  <a:pt x="15817" y="20026"/>
                </a:cubicBezTo>
                <a:lnTo>
                  <a:pt x="6554" y="42499"/>
                </a:lnTo>
                <a:lnTo>
                  <a:pt x="0" y="39761"/>
                </a:lnTo>
                <a:lnTo>
                  <a:pt x="16385" y="0"/>
                </a:lnTo>
                <a:lnTo>
                  <a:pt x="22939" y="2724"/>
                </a:lnTo>
                <a:lnTo>
                  <a:pt x="20376" y="8928"/>
                </a:lnTo>
                <a:cubicBezTo>
                  <a:pt x="22939" y="7166"/>
                  <a:pt x="25546" y="6146"/>
                  <a:pt x="28109" y="5797"/>
                </a:cubicBezTo>
                <a:cubicBezTo>
                  <a:pt x="30731" y="5520"/>
                  <a:pt x="33396" y="5913"/>
                  <a:pt x="36193" y="7049"/>
                </a:cubicBezTo>
                <a:cubicBezTo>
                  <a:pt x="40737" y="8928"/>
                  <a:pt x="43635" y="11768"/>
                  <a:pt x="44844" y="15584"/>
                </a:cubicBezTo>
                <a:cubicBezTo>
                  <a:pt x="45980" y="19342"/>
                  <a:pt x="45470" y="24002"/>
                  <a:pt x="43183" y="29522"/>
                </a:cubicBezTo>
                <a:close/>
                <a:moveTo>
                  <a:pt x="43183" y="295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FC1A2-6788-4132-99EB-DC158B88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946" y="4477775"/>
            <a:ext cx="43518" cy="46315"/>
          </a:xfrm>
          <a:custGeom xmlns:a="http://schemas.openxmlformats.org/drawingml/2006/main">
            <a:pathLst>
              <a:path w="43518" h="46315">
                <a:moveTo>
                  <a:pt x="43518" y="9904"/>
                </a:moveTo>
                <a:lnTo>
                  <a:pt x="41013" y="16108"/>
                </a:lnTo>
                <a:cubicBezTo>
                  <a:pt x="39542" y="14404"/>
                  <a:pt x="37940" y="12860"/>
                  <a:pt x="36120" y="11608"/>
                </a:cubicBezTo>
                <a:cubicBezTo>
                  <a:pt x="34299" y="10297"/>
                  <a:pt x="32362" y="9219"/>
                  <a:pt x="30207" y="8316"/>
                </a:cubicBezTo>
                <a:cubicBezTo>
                  <a:pt x="26959" y="7005"/>
                  <a:pt x="24352" y="6496"/>
                  <a:pt x="22298" y="6831"/>
                </a:cubicBezTo>
                <a:cubicBezTo>
                  <a:pt x="20303" y="7122"/>
                  <a:pt x="18890" y="8316"/>
                  <a:pt x="18031" y="10297"/>
                </a:cubicBezTo>
                <a:cubicBezTo>
                  <a:pt x="17404" y="11783"/>
                  <a:pt x="17521" y="13210"/>
                  <a:pt x="18322" y="14564"/>
                </a:cubicBezTo>
                <a:cubicBezTo>
                  <a:pt x="19108" y="15933"/>
                  <a:pt x="21104" y="17696"/>
                  <a:pt x="24293" y="19924"/>
                </a:cubicBezTo>
                <a:lnTo>
                  <a:pt x="26332" y="21337"/>
                </a:lnTo>
                <a:cubicBezTo>
                  <a:pt x="30556" y="24235"/>
                  <a:pt x="33280" y="26973"/>
                  <a:pt x="34474" y="29595"/>
                </a:cubicBezTo>
                <a:cubicBezTo>
                  <a:pt x="35726" y="32202"/>
                  <a:pt x="35610" y="35158"/>
                  <a:pt x="34299" y="38406"/>
                </a:cubicBezTo>
                <a:cubicBezTo>
                  <a:pt x="32770" y="42106"/>
                  <a:pt x="30090" y="44436"/>
                  <a:pt x="26289" y="45412"/>
                </a:cubicBezTo>
                <a:cubicBezTo>
                  <a:pt x="22473" y="46315"/>
                  <a:pt x="18031" y="45747"/>
                  <a:pt x="12919" y="43635"/>
                </a:cubicBezTo>
                <a:cubicBezTo>
                  <a:pt x="10807" y="42790"/>
                  <a:pt x="8651" y="41654"/>
                  <a:pt x="6481" y="40285"/>
                </a:cubicBezTo>
                <a:cubicBezTo>
                  <a:pt x="4384" y="38916"/>
                  <a:pt x="2214" y="37270"/>
                  <a:pt x="0" y="35391"/>
                </a:cubicBezTo>
                <a:lnTo>
                  <a:pt x="2782" y="28677"/>
                </a:lnTo>
                <a:cubicBezTo>
                  <a:pt x="4661" y="30891"/>
                  <a:pt x="6656" y="32828"/>
                  <a:pt x="8753" y="34430"/>
                </a:cubicBezTo>
                <a:cubicBezTo>
                  <a:pt x="10807" y="36018"/>
                  <a:pt x="13021" y="37270"/>
                  <a:pt x="15307" y="38232"/>
                </a:cubicBezTo>
                <a:cubicBezTo>
                  <a:pt x="18380" y="39484"/>
                  <a:pt x="20987" y="39950"/>
                  <a:pt x="23041" y="39542"/>
                </a:cubicBezTo>
                <a:cubicBezTo>
                  <a:pt x="25138" y="39207"/>
                  <a:pt x="26565" y="38071"/>
                  <a:pt x="27366" y="36134"/>
                </a:cubicBezTo>
                <a:cubicBezTo>
                  <a:pt x="28109" y="34372"/>
                  <a:pt x="28051" y="32770"/>
                  <a:pt x="27250" y="31299"/>
                </a:cubicBezTo>
                <a:cubicBezTo>
                  <a:pt x="26449" y="29872"/>
                  <a:pt x="24235" y="27876"/>
                  <a:pt x="20536" y="25327"/>
                </a:cubicBezTo>
                <a:lnTo>
                  <a:pt x="18482" y="23842"/>
                </a:lnTo>
                <a:cubicBezTo>
                  <a:pt x="14783" y="21337"/>
                  <a:pt x="12394" y="18832"/>
                  <a:pt x="11317" y="16327"/>
                </a:cubicBezTo>
                <a:cubicBezTo>
                  <a:pt x="10239" y="13836"/>
                  <a:pt x="10355" y="11040"/>
                  <a:pt x="11608" y="7967"/>
                </a:cubicBezTo>
                <a:cubicBezTo>
                  <a:pt x="13137" y="4209"/>
                  <a:pt x="15642" y="1879"/>
                  <a:pt x="19167" y="976"/>
                </a:cubicBezTo>
                <a:cubicBezTo>
                  <a:pt x="22648" y="0"/>
                  <a:pt x="26857" y="524"/>
                  <a:pt x="31692" y="2563"/>
                </a:cubicBezTo>
                <a:cubicBezTo>
                  <a:pt x="34139" y="3539"/>
                  <a:pt x="36294" y="4675"/>
                  <a:pt x="38290" y="5869"/>
                </a:cubicBezTo>
                <a:cubicBezTo>
                  <a:pt x="40271" y="7122"/>
                  <a:pt x="42047" y="8418"/>
                  <a:pt x="43518" y="9904"/>
                </a:cubicBezTo>
                <a:close/>
                <a:moveTo>
                  <a:pt x="43518" y="99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E2E8D-859A-49D2-B596-F420756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114" y="4476188"/>
            <a:ext cx="29289" cy="57923"/>
          </a:xfrm>
          <a:custGeom xmlns:a="http://schemas.openxmlformats.org/drawingml/2006/main">
            <a:pathLst>
              <a:path w="29289" h="57923">
                <a:moveTo>
                  <a:pt x="16385" y="15482"/>
                </a:moveTo>
                <a:lnTo>
                  <a:pt x="22924" y="18147"/>
                </a:lnTo>
                <a:lnTo>
                  <a:pt x="6539" y="57923"/>
                </a:lnTo>
                <a:lnTo>
                  <a:pt x="0" y="55243"/>
                </a:lnTo>
                <a:lnTo>
                  <a:pt x="16385" y="15482"/>
                </a:lnTo>
                <a:close/>
                <a:moveTo>
                  <a:pt x="22750" y="0"/>
                </a:moveTo>
                <a:lnTo>
                  <a:pt x="29289" y="2680"/>
                </a:lnTo>
                <a:lnTo>
                  <a:pt x="25881" y="10982"/>
                </a:lnTo>
                <a:lnTo>
                  <a:pt x="19342" y="8243"/>
                </a:lnTo>
                <a:lnTo>
                  <a:pt x="22750" y="0"/>
                </a:lnTo>
                <a:close/>
                <a:moveTo>
                  <a:pt x="227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766F2-35F6-4CF8-9BCD-AD8C9B39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951" y="4502535"/>
            <a:ext cx="52446" cy="61039"/>
          </a:xfrm>
          <a:custGeom xmlns:a="http://schemas.openxmlformats.org/drawingml/2006/main">
            <a:pathLst>
              <a:path w="52446" h="61039">
                <a:moveTo>
                  <a:pt x="37940" y="27643"/>
                </a:moveTo>
                <a:cubicBezTo>
                  <a:pt x="39877" y="22924"/>
                  <a:pt x="40387" y="18832"/>
                  <a:pt x="39542" y="15409"/>
                </a:cubicBezTo>
                <a:cubicBezTo>
                  <a:pt x="38625" y="12059"/>
                  <a:pt x="36469" y="9612"/>
                  <a:pt x="32945" y="8127"/>
                </a:cubicBezTo>
                <a:cubicBezTo>
                  <a:pt x="29406" y="6714"/>
                  <a:pt x="26172" y="6874"/>
                  <a:pt x="23157" y="8695"/>
                </a:cubicBezTo>
                <a:cubicBezTo>
                  <a:pt x="20084" y="10457"/>
                  <a:pt x="17637" y="13763"/>
                  <a:pt x="15642" y="18482"/>
                </a:cubicBezTo>
                <a:cubicBezTo>
                  <a:pt x="13705" y="23201"/>
                  <a:pt x="13195" y="27250"/>
                  <a:pt x="14113" y="30658"/>
                </a:cubicBezTo>
                <a:cubicBezTo>
                  <a:pt x="14958" y="34066"/>
                  <a:pt x="17186" y="36513"/>
                  <a:pt x="20652" y="37940"/>
                </a:cubicBezTo>
                <a:cubicBezTo>
                  <a:pt x="24177" y="39368"/>
                  <a:pt x="27483" y="39193"/>
                  <a:pt x="30498" y="37430"/>
                </a:cubicBezTo>
                <a:cubicBezTo>
                  <a:pt x="33513" y="35610"/>
                  <a:pt x="36018" y="32362"/>
                  <a:pt x="37940" y="27643"/>
                </a:cubicBezTo>
                <a:close/>
                <a:moveTo>
                  <a:pt x="38115" y="45732"/>
                </a:moveTo>
                <a:cubicBezTo>
                  <a:pt x="35333" y="52505"/>
                  <a:pt x="31750" y="56947"/>
                  <a:pt x="27366" y="58986"/>
                </a:cubicBezTo>
                <a:cubicBezTo>
                  <a:pt x="23041" y="61039"/>
                  <a:pt x="17754" y="60806"/>
                  <a:pt x="11550" y="58258"/>
                </a:cubicBezTo>
                <a:cubicBezTo>
                  <a:pt x="9278" y="57340"/>
                  <a:pt x="7166" y="56262"/>
                  <a:pt x="5229" y="55068"/>
                </a:cubicBezTo>
                <a:cubicBezTo>
                  <a:pt x="3350" y="53874"/>
                  <a:pt x="1588" y="52563"/>
                  <a:pt x="0" y="51077"/>
                </a:cubicBezTo>
                <a:lnTo>
                  <a:pt x="2563" y="44713"/>
                </a:lnTo>
                <a:cubicBezTo>
                  <a:pt x="4093" y="46533"/>
                  <a:pt x="5636" y="48062"/>
                  <a:pt x="7340" y="49315"/>
                </a:cubicBezTo>
                <a:cubicBezTo>
                  <a:pt x="8986" y="50626"/>
                  <a:pt x="10807" y="51645"/>
                  <a:pt x="12744" y="52446"/>
                </a:cubicBezTo>
                <a:cubicBezTo>
                  <a:pt x="17011" y="54209"/>
                  <a:pt x="20711" y="54442"/>
                  <a:pt x="23725" y="53073"/>
                </a:cubicBezTo>
                <a:cubicBezTo>
                  <a:pt x="26798" y="51704"/>
                  <a:pt x="29245" y="48747"/>
                  <a:pt x="31124" y="44261"/>
                </a:cubicBezTo>
                <a:lnTo>
                  <a:pt x="32420" y="41013"/>
                </a:lnTo>
                <a:cubicBezTo>
                  <a:pt x="30090" y="42776"/>
                  <a:pt x="27643" y="43853"/>
                  <a:pt x="25094" y="44145"/>
                </a:cubicBezTo>
                <a:cubicBezTo>
                  <a:pt x="22531" y="44421"/>
                  <a:pt x="19735" y="43970"/>
                  <a:pt x="16778" y="42717"/>
                </a:cubicBezTo>
                <a:cubicBezTo>
                  <a:pt x="11943" y="40722"/>
                  <a:pt x="8753" y="37256"/>
                  <a:pt x="7340" y="32304"/>
                </a:cubicBezTo>
                <a:cubicBezTo>
                  <a:pt x="5855" y="27352"/>
                  <a:pt x="6365" y="21847"/>
                  <a:pt x="8928" y="15700"/>
                </a:cubicBezTo>
                <a:cubicBezTo>
                  <a:pt x="11433" y="9554"/>
                  <a:pt x="14958" y="5229"/>
                  <a:pt x="19516" y="2724"/>
                </a:cubicBezTo>
                <a:cubicBezTo>
                  <a:pt x="24002" y="277"/>
                  <a:pt x="28677" y="0"/>
                  <a:pt x="33571" y="2039"/>
                </a:cubicBezTo>
                <a:cubicBezTo>
                  <a:pt x="36527" y="3233"/>
                  <a:pt x="38800" y="4835"/>
                  <a:pt x="40445" y="6874"/>
                </a:cubicBezTo>
                <a:cubicBezTo>
                  <a:pt x="42047" y="8928"/>
                  <a:pt x="43067" y="11375"/>
                  <a:pt x="43460" y="14273"/>
                </a:cubicBezTo>
                <a:lnTo>
                  <a:pt x="45907" y="8243"/>
                </a:lnTo>
                <a:lnTo>
                  <a:pt x="52446" y="10923"/>
                </a:lnTo>
                <a:lnTo>
                  <a:pt x="38115" y="45732"/>
                </a:lnTo>
                <a:close/>
                <a:moveTo>
                  <a:pt x="38115" y="457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083E6-499E-450F-B3A1-4F3D0D6C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280" y="4503379"/>
            <a:ext cx="45965" cy="69006"/>
          </a:xfrm>
          <a:custGeom xmlns:a="http://schemas.openxmlformats.org/drawingml/2006/main">
            <a:pathLst>
              <a:path w="45965" h="69006">
                <a:moveTo>
                  <a:pt x="43169" y="45004"/>
                </a:moveTo>
                <a:lnTo>
                  <a:pt x="33280" y="69006"/>
                </a:lnTo>
                <a:lnTo>
                  <a:pt x="26740" y="66283"/>
                </a:lnTo>
                <a:lnTo>
                  <a:pt x="36513" y="42499"/>
                </a:lnTo>
                <a:cubicBezTo>
                  <a:pt x="38115" y="38741"/>
                  <a:pt x="38508" y="35625"/>
                  <a:pt x="37824" y="33178"/>
                </a:cubicBezTo>
                <a:cubicBezTo>
                  <a:pt x="37139" y="30673"/>
                  <a:pt x="35319" y="28852"/>
                  <a:pt x="32362" y="27658"/>
                </a:cubicBezTo>
                <a:cubicBezTo>
                  <a:pt x="28837" y="26172"/>
                  <a:pt x="25590" y="26172"/>
                  <a:pt x="22633" y="27600"/>
                </a:cubicBezTo>
                <a:cubicBezTo>
                  <a:pt x="19676" y="28954"/>
                  <a:pt x="17404" y="31634"/>
                  <a:pt x="15817" y="35508"/>
                </a:cubicBezTo>
                <a:lnTo>
                  <a:pt x="6539" y="57981"/>
                </a:lnTo>
                <a:lnTo>
                  <a:pt x="0" y="55301"/>
                </a:lnTo>
                <a:lnTo>
                  <a:pt x="22691" y="0"/>
                </a:lnTo>
                <a:lnTo>
                  <a:pt x="29289" y="2738"/>
                </a:lnTo>
                <a:lnTo>
                  <a:pt x="20361" y="24410"/>
                </a:lnTo>
                <a:cubicBezTo>
                  <a:pt x="22924" y="22648"/>
                  <a:pt x="25488" y="21628"/>
                  <a:pt x="28095" y="21279"/>
                </a:cubicBezTo>
                <a:cubicBezTo>
                  <a:pt x="30716" y="21002"/>
                  <a:pt x="33396" y="21395"/>
                  <a:pt x="36178" y="22531"/>
                </a:cubicBezTo>
                <a:cubicBezTo>
                  <a:pt x="40737" y="24410"/>
                  <a:pt x="43635" y="27250"/>
                  <a:pt x="44771" y="31066"/>
                </a:cubicBezTo>
                <a:cubicBezTo>
                  <a:pt x="45965" y="34882"/>
                  <a:pt x="45455" y="39484"/>
                  <a:pt x="43169" y="45004"/>
                </a:cubicBezTo>
                <a:close/>
                <a:moveTo>
                  <a:pt x="43169" y="450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BACD2-CF32-45DE-B6F8-5FB4E2B0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377" y="4526653"/>
            <a:ext cx="33498" cy="59277"/>
          </a:xfrm>
          <a:custGeom xmlns:a="http://schemas.openxmlformats.org/drawingml/2006/main">
            <a:pathLst>
              <a:path w="33498" h="59277">
                <a:moveTo>
                  <a:pt x="24687" y="2665"/>
                </a:moveTo>
                <a:lnTo>
                  <a:pt x="20084" y="13996"/>
                </a:lnTo>
                <a:lnTo>
                  <a:pt x="33498" y="19516"/>
                </a:lnTo>
                <a:lnTo>
                  <a:pt x="31401" y="24570"/>
                </a:lnTo>
                <a:lnTo>
                  <a:pt x="17972" y="19050"/>
                </a:lnTo>
                <a:lnTo>
                  <a:pt x="9103" y="40620"/>
                </a:lnTo>
                <a:cubicBezTo>
                  <a:pt x="7734" y="43868"/>
                  <a:pt x="7340" y="46140"/>
                  <a:pt x="7850" y="47451"/>
                </a:cubicBezTo>
                <a:cubicBezTo>
                  <a:pt x="8360" y="48762"/>
                  <a:pt x="9947" y="49956"/>
                  <a:pt x="12686" y="51092"/>
                </a:cubicBezTo>
                <a:lnTo>
                  <a:pt x="19400" y="53815"/>
                </a:lnTo>
                <a:lnTo>
                  <a:pt x="17128" y="59277"/>
                </a:lnTo>
                <a:lnTo>
                  <a:pt x="10414" y="56554"/>
                </a:lnTo>
                <a:cubicBezTo>
                  <a:pt x="5403" y="54442"/>
                  <a:pt x="2272" y="52053"/>
                  <a:pt x="1136" y="49373"/>
                </a:cubicBezTo>
                <a:cubicBezTo>
                  <a:pt x="0" y="46708"/>
                  <a:pt x="451" y="42892"/>
                  <a:pt x="2505" y="37940"/>
                </a:cubicBezTo>
                <a:lnTo>
                  <a:pt x="11375" y="16327"/>
                </a:lnTo>
                <a:lnTo>
                  <a:pt x="6598" y="14390"/>
                </a:lnTo>
                <a:lnTo>
                  <a:pt x="8695" y="9278"/>
                </a:lnTo>
                <a:lnTo>
                  <a:pt x="13487" y="11258"/>
                </a:lnTo>
                <a:lnTo>
                  <a:pt x="18147" y="0"/>
                </a:lnTo>
                <a:lnTo>
                  <a:pt x="24687" y="2665"/>
                </a:lnTo>
                <a:close/>
                <a:moveTo>
                  <a:pt x="24687" y="26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270B4-698A-46A6-B3EE-CE66B8A8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811" y="4551398"/>
            <a:ext cx="43518" cy="46373"/>
          </a:xfrm>
          <a:custGeom xmlns:a="http://schemas.openxmlformats.org/drawingml/2006/main">
            <a:pathLst>
              <a:path w="43518" h="46373">
                <a:moveTo>
                  <a:pt x="43518" y="9904"/>
                </a:moveTo>
                <a:lnTo>
                  <a:pt x="41028" y="16108"/>
                </a:lnTo>
                <a:cubicBezTo>
                  <a:pt x="39542" y="14390"/>
                  <a:pt x="37897" y="12919"/>
                  <a:pt x="36134" y="11608"/>
                </a:cubicBezTo>
                <a:cubicBezTo>
                  <a:pt x="34314" y="10297"/>
                  <a:pt x="32377" y="9219"/>
                  <a:pt x="30207" y="8360"/>
                </a:cubicBezTo>
                <a:cubicBezTo>
                  <a:pt x="26973" y="7005"/>
                  <a:pt x="24352" y="6481"/>
                  <a:pt x="22298" y="6831"/>
                </a:cubicBezTo>
                <a:cubicBezTo>
                  <a:pt x="20317" y="7166"/>
                  <a:pt x="18890" y="8302"/>
                  <a:pt x="18031" y="10297"/>
                </a:cubicBezTo>
                <a:cubicBezTo>
                  <a:pt x="17404" y="11841"/>
                  <a:pt x="17521" y="13254"/>
                  <a:pt x="18322" y="14564"/>
                </a:cubicBezTo>
                <a:cubicBezTo>
                  <a:pt x="19123" y="15933"/>
                  <a:pt x="21104" y="17696"/>
                  <a:pt x="24293" y="19910"/>
                </a:cubicBezTo>
                <a:lnTo>
                  <a:pt x="26347" y="21337"/>
                </a:lnTo>
                <a:cubicBezTo>
                  <a:pt x="30556" y="24235"/>
                  <a:pt x="33280" y="27032"/>
                  <a:pt x="34474" y="29639"/>
                </a:cubicBezTo>
                <a:cubicBezTo>
                  <a:pt x="35668" y="32260"/>
                  <a:pt x="35610" y="35158"/>
                  <a:pt x="34314" y="38406"/>
                </a:cubicBezTo>
                <a:cubicBezTo>
                  <a:pt x="32770" y="42106"/>
                  <a:pt x="30105" y="44436"/>
                  <a:pt x="26289" y="45397"/>
                </a:cubicBezTo>
                <a:cubicBezTo>
                  <a:pt x="22473" y="46373"/>
                  <a:pt x="18031" y="45747"/>
                  <a:pt x="12919" y="43635"/>
                </a:cubicBezTo>
                <a:cubicBezTo>
                  <a:pt x="10807" y="42790"/>
                  <a:pt x="8651" y="41640"/>
                  <a:pt x="6481" y="40285"/>
                </a:cubicBezTo>
                <a:cubicBezTo>
                  <a:pt x="4384" y="38916"/>
                  <a:pt x="2214" y="37329"/>
                  <a:pt x="0" y="35450"/>
                </a:cubicBezTo>
                <a:lnTo>
                  <a:pt x="2782" y="28677"/>
                </a:lnTo>
                <a:cubicBezTo>
                  <a:pt x="4661" y="30949"/>
                  <a:pt x="6656" y="32828"/>
                  <a:pt x="8710" y="34416"/>
                </a:cubicBezTo>
                <a:cubicBezTo>
                  <a:pt x="10807" y="36018"/>
                  <a:pt x="13035" y="37329"/>
                  <a:pt x="15307" y="38232"/>
                </a:cubicBezTo>
                <a:cubicBezTo>
                  <a:pt x="18380" y="39484"/>
                  <a:pt x="20987" y="39936"/>
                  <a:pt x="23041" y="39601"/>
                </a:cubicBezTo>
                <a:cubicBezTo>
                  <a:pt x="25153" y="39193"/>
                  <a:pt x="26565" y="38057"/>
                  <a:pt x="27366" y="36134"/>
                </a:cubicBezTo>
                <a:cubicBezTo>
                  <a:pt x="28109" y="34357"/>
                  <a:pt x="28051" y="32770"/>
                  <a:pt x="27250" y="31343"/>
                </a:cubicBezTo>
                <a:cubicBezTo>
                  <a:pt x="26463" y="29930"/>
                  <a:pt x="24235" y="27935"/>
                  <a:pt x="20536" y="25371"/>
                </a:cubicBezTo>
                <a:lnTo>
                  <a:pt x="18497" y="23900"/>
                </a:lnTo>
                <a:cubicBezTo>
                  <a:pt x="14797" y="21395"/>
                  <a:pt x="12409" y="18890"/>
                  <a:pt x="11317" y="16385"/>
                </a:cubicBezTo>
                <a:cubicBezTo>
                  <a:pt x="10239" y="13880"/>
                  <a:pt x="10355" y="11040"/>
                  <a:pt x="11608" y="7967"/>
                </a:cubicBezTo>
                <a:cubicBezTo>
                  <a:pt x="13137" y="4267"/>
                  <a:pt x="15642" y="1879"/>
                  <a:pt x="19181" y="961"/>
                </a:cubicBezTo>
                <a:cubicBezTo>
                  <a:pt x="22648" y="0"/>
                  <a:pt x="26857" y="568"/>
                  <a:pt x="31692" y="2563"/>
                </a:cubicBezTo>
                <a:cubicBezTo>
                  <a:pt x="34139" y="3525"/>
                  <a:pt x="36294" y="4661"/>
                  <a:pt x="38290" y="5913"/>
                </a:cubicBezTo>
                <a:cubicBezTo>
                  <a:pt x="40285" y="7107"/>
                  <a:pt x="42047" y="8476"/>
                  <a:pt x="43518" y="9904"/>
                </a:cubicBezTo>
                <a:close/>
                <a:moveTo>
                  <a:pt x="43518" y="99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19067-DC39-4712-8302-08090AC1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256" y="4552199"/>
            <a:ext cx="29027" cy="55927"/>
          </a:xfrm>
          <a:custGeom xmlns:a="http://schemas.openxmlformats.org/drawingml/2006/main">
            <a:pathLst>
              <a:path w="29027" h="55927">
                <a:moveTo>
                  <a:pt x="21847" y="0"/>
                </a:moveTo>
                <a:lnTo>
                  <a:pt x="29027" y="2957"/>
                </a:lnTo>
                <a:lnTo>
                  <a:pt x="7180" y="55927"/>
                </a:lnTo>
                <a:lnTo>
                  <a:pt x="0" y="53014"/>
                </a:lnTo>
                <a:lnTo>
                  <a:pt x="21847" y="0"/>
                </a:lnTo>
                <a:close/>
                <a:moveTo>
                  <a:pt x="218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ED5A6-E46C-4D72-A8A6-276AC419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822" y="4577570"/>
            <a:ext cx="41975" cy="46708"/>
          </a:xfrm>
          <a:custGeom xmlns:a="http://schemas.openxmlformats.org/drawingml/2006/main">
            <a:pathLst>
              <a:path w="41975" h="46708">
                <a:moveTo>
                  <a:pt x="41975" y="9904"/>
                </a:moveTo>
                <a:lnTo>
                  <a:pt x="39484" y="15992"/>
                </a:lnTo>
                <a:cubicBezTo>
                  <a:pt x="38057" y="14215"/>
                  <a:pt x="36513" y="12686"/>
                  <a:pt x="34867" y="11375"/>
                </a:cubicBezTo>
                <a:cubicBezTo>
                  <a:pt x="33221" y="10122"/>
                  <a:pt x="31459" y="9103"/>
                  <a:pt x="29580" y="8302"/>
                </a:cubicBezTo>
                <a:cubicBezTo>
                  <a:pt x="25313" y="6598"/>
                  <a:pt x="21439" y="6539"/>
                  <a:pt x="18031" y="8302"/>
                </a:cubicBezTo>
                <a:cubicBezTo>
                  <a:pt x="14564" y="10006"/>
                  <a:pt x="11826" y="13312"/>
                  <a:pt x="9831" y="18147"/>
                </a:cubicBezTo>
                <a:cubicBezTo>
                  <a:pt x="7850" y="22983"/>
                  <a:pt x="7442" y="27250"/>
                  <a:pt x="8695" y="30891"/>
                </a:cubicBezTo>
                <a:cubicBezTo>
                  <a:pt x="9947" y="34590"/>
                  <a:pt x="12686" y="37270"/>
                  <a:pt x="16895" y="39033"/>
                </a:cubicBezTo>
                <a:cubicBezTo>
                  <a:pt x="18832" y="39761"/>
                  <a:pt x="20813" y="40285"/>
                  <a:pt x="22866" y="40562"/>
                </a:cubicBezTo>
                <a:cubicBezTo>
                  <a:pt x="24920" y="40853"/>
                  <a:pt x="27075" y="40795"/>
                  <a:pt x="29347" y="40562"/>
                </a:cubicBezTo>
                <a:lnTo>
                  <a:pt x="26842" y="46591"/>
                </a:lnTo>
                <a:cubicBezTo>
                  <a:pt x="24687" y="46708"/>
                  <a:pt x="22517" y="46533"/>
                  <a:pt x="20419" y="46198"/>
                </a:cubicBezTo>
                <a:cubicBezTo>
                  <a:pt x="18307" y="45790"/>
                  <a:pt x="16152" y="45179"/>
                  <a:pt x="13938" y="44261"/>
                </a:cubicBezTo>
                <a:cubicBezTo>
                  <a:pt x="7908" y="41814"/>
                  <a:pt x="3918" y="37940"/>
                  <a:pt x="1981" y="32712"/>
                </a:cubicBezTo>
                <a:cubicBezTo>
                  <a:pt x="0" y="27541"/>
                  <a:pt x="335" y="21730"/>
                  <a:pt x="2957" y="15307"/>
                </a:cubicBezTo>
                <a:cubicBezTo>
                  <a:pt x="5622" y="8811"/>
                  <a:pt x="9496" y="4500"/>
                  <a:pt x="14623" y="2214"/>
                </a:cubicBezTo>
                <a:cubicBezTo>
                  <a:pt x="19676" y="0"/>
                  <a:pt x="25371" y="117"/>
                  <a:pt x="31576" y="2680"/>
                </a:cubicBezTo>
                <a:cubicBezTo>
                  <a:pt x="33556" y="3525"/>
                  <a:pt x="35435" y="4500"/>
                  <a:pt x="37197" y="5738"/>
                </a:cubicBezTo>
                <a:cubicBezTo>
                  <a:pt x="38916" y="6933"/>
                  <a:pt x="40504" y="8302"/>
                  <a:pt x="41975" y="9904"/>
                </a:cubicBezTo>
                <a:close/>
                <a:moveTo>
                  <a:pt x="41975" y="99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DA165-DBC5-4EEA-8758-7BFDB923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582" y="4593620"/>
            <a:ext cx="42848" cy="46475"/>
          </a:xfrm>
          <a:custGeom xmlns:a="http://schemas.openxmlformats.org/drawingml/2006/main">
            <a:pathLst>
              <a:path w="42848" h="46475">
                <a:moveTo>
                  <a:pt x="27760" y="7894"/>
                </a:moveTo>
                <a:cubicBezTo>
                  <a:pt x="24235" y="6481"/>
                  <a:pt x="20944" y="6700"/>
                  <a:pt x="17754" y="8578"/>
                </a:cubicBezTo>
                <a:cubicBezTo>
                  <a:pt x="14564" y="10457"/>
                  <a:pt x="12001" y="13822"/>
                  <a:pt x="10079" y="18540"/>
                </a:cubicBezTo>
                <a:cubicBezTo>
                  <a:pt x="8083" y="23318"/>
                  <a:pt x="7573" y="27468"/>
                  <a:pt x="8476" y="31051"/>
                </a:cubicBezTo>
                <a:cubicBezTo>
                  <a:pt x="9394" y="34634"/>
                  <a:pt x="11608" y="37139"/>
                  <a:pt x="15132" y="38567"/>
                </a:cubicBezTo>
                <a:cubicBezTo>
                  <a:pt x="18599" y="40052"/>
                  <a:pt x="21905" y="39761"/>
                  <a:pt x="25094" y="37882"/>
                </a:cubicBezTo>
                <a:cubicBezTo>
                  <a:pt x="28226" y="35945"/>
                  <a:pt x="30775" y="32653"/>
                  <a:pt x="32770" y="27920"/>
                </a:cubicBezTo>
                <a:cubicBezTo>
                  <a:pt x="34707" y="23201"/>
                  <a:pt x="35217" y="19050"/>
                  <a:pt x="34314" y="15467"/>
                </a:cubicBezTo>
                <a:cubicBezTo>
                  <a:pt x="33396" y="11826"/>
                  <a:pt x="31241" y="9321"/>
                  <a:pt x="27760" y="7894"/>
                </a:cubicBezTo>
                <a:close/>
                <a:moveTo>
                  <a:pt x="30046" y="2389"/>
                </a:moveTo>
                <a:cubicBezTo>
                  <a:pt x="35726" y="4719"/>
                  <a:pt x="39426" y="8418"/>
                  <a:pt x="41130" y="13414"/>
                </a:cubicBezTo>
                <a:cubicBezTo>
                  <a:pt x="42848" y="18424"/>
                  <a:pt x="42382" y="24235"/>
                  <a:pt x="39717" y="30775"/>
                </a:cubicBezTo>
                <a:cubicBezTo>
                  <a:pt x="36979" y="37256"/>
                  <a:pt x="33280" y="41698"/>
                  <a:pt x="28503" y="44086"/>
                </a:cubicBezTo>
                <a:cubicBezTo>
                  <a:pt x="23725" y="46475"/>
                  <a:pt x="18497" y="46475"/>
                  <a:pt x="12802" y="44145"/>
                </a:cubicBezTo>
                <a:cubicBezTo>
                  <a:pt x="7107" y="41814"/>
                  <a:pt x="3408" y="38115"/>
                  <a:pt x="1704" y="33047"/>
                </a:cubicBezTo>
                <a:cubicBezTo>
                  <a:pt x="0" y="27978"/>
                  <a:pt x="510" y="22240"/>
                  <a:pt x="3190" y="15759"/>
                </a:cubicBezTo>
                <a:cubicBezTo>
                  <a:pt x="5855" y="9205"/>
                  <a:pt x="9554" y="4777"/>
                  <a:pt x="14331" y="2389"/>
                </a:cubicBezTo>
                <a:cubicBezTo>
                  <a:pt x="19065" y="44"/>
                  <a:pt x="24293" y="0"/>
                  <a:pt x="30046" y="2389"/>
                </a:cubicBezTo>
                <a:close/>
                <a:moveTo>
                  <a:pt x="30046" y="23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B2880-727D-4BC5-AF38-D1A80B73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688" y="4608797"/>
            <a:ext cx="45965" cy="53480"/>
          </a:xfrm>
          <a:custGeom xmlns:a="http://schemas.openxmlformats.org/drawingml/2006/main">
            <a:pathLst>
              <a:path w="45965" h="53480">
                <a:moveTo>
                  <a:pt x="43183" y="29478"/>
                </a:moveTo>
                <a:lnTo>
                  <a:pt x="33280" y="53480"/>
                </a:lnTo>
                <a:lnTo>
                  <a:pt x="26798" y="50815"/>
                </a:lnTo>
                <a:lnTo>
                  <a:pt x="36571" y="27032"/>
                </a:lnTo>
                <a:cubicBezTo>
                  <a:pt x="38115" y="23274"/>
                  <a:pt x="38508" y="20143"/>
                  <a:pt x="37824" y="17696"/>
                </a:cubicBezTo>
                <a:cubicBezTo>
                  <a:pt x="37154" y="15191"/>
                  <a:pt x="35319" y="13370"/>
                  <a:pt x="32362" y="12118"/>
                </a:cubicBezTo>
                <a:cubicBezTo>
                  <a:pt x="28837" y="10705"/>
                  <a:pt x="25604" y="10705"/>
                  <a:pt x="22633" y="12074"/>
                </a:cubicBezTo>
                <a:cubicBezTo>
                  <a:pt x="19676" y="13487"/>
                  <a:pt x="17404" y="16108"/>
                  <a:pt x="15817" y="20026"/>
                </a:cubicBezTo>
                <a:lnTo>
                  <a:pt x="6539" y="42499"/>
                </a:lnTo>
                <a:lnTo>
                  <a:pt x="0" y="39775"/>
                </a:lnTo>
                <a:lnTo>
                  <a:pt x="16385" y="0"/>
                </a:lnTo>
                <a:lnTo>
                  <a:pt x="22924" y="2738"/>
                </a:lnTo>
                <a:lnTo>
                  <a:pt x="20361" y="8884"/>
                </a:lnTo>
                <a:cubicBezTo>
                  <a:pt x="22924" y="7180"/>
                  <a:pt x="25488" y="6146"/>
                  <a:pt x="28095" y="5811"/>
                </a:cubicBezTo>
                <a:cubicBezTo>
                  <a:pt x="30716" y="5520"/>
                  <a:pt x="33396" y="5928"/>
                  <a:pt x="36178" y="7064"/>
                </a:cubicBezTo>
                <a:cubicBezTo>
                  <a:pt x="40737" y="8943"/>
                  <a:pt x="43635" y="11783"/>
                  <a:pt x="44829" y="15598"/>
                </a:cubicBezTo>
                <a:cubicBezTo>
                  <a:pt x="45965" y="19356"/>
                  <a:pt x="45455" y="24017"/>
                  <a:pt x="43183" y="29478"/>
                </a:cubicBezTo>
                <a:close/>
                <a:moveTo>
                  <a:pt x="43183" y="294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995E2-0508-4F05-A819-A585A3FC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988" y="4612394"/>
            <a:ext cx="29304" cy="57966"/>
          </a:xfrm>
          <a:custGeom xmlns:a="http://schemas.openxmlformats.org/drawingml/2006/main">
            <a:pathLst>
              <a:path w="29304" h="57966">
                <a:moveTo>
                  <a:pt x="16385" y="15526"/>
                </a:moveTo>
                <a:lnTo>
                  <a:pt x="22939" y="18205"/>
                </a:lnTo>
                <a:lnTo>
                  <a:pt x="6554" y="57966"/>
                </a:lnTo>
                <a:lnTo>
                  <a:pt x="0" y="55286"/>
                </a:lnTo>
                <a:lnTo>
                  <a:pt x="16385" y="15526"/>
                </a:lnTo>
                <a:close/>
                <a:moveTo>
                  <a:pt x="22764" y="0"/>
                </a:moveTo>
                <a:lnTo>
                  <a:pt x="29304" y="2724"/>
                </a:lnTo>
                <a:lnTo>
                  <a:pt x="25895" y="10967"/>
                </a:lnTo>
                <a:lnTo>
                  <a:pt x="19356" y="8302"/>
                </a:lnTo>
                <a:lnTo>
                  <a:pt x="22764" y="0"/>
                </a:lnTo>
                <a:close/>
                <a:moveTo>
                  <a:pt x="2276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C58A9-A954-4802-88DD-A7C9E5E6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578" y="4639644"/>
            <a:ext cx="41989" cy="46708"/>
          </a:xfrm>
          <a:custGeom xmlns:a="http://schemas.openxmlformats.org/drawingml/2006/main">
            <a:pathLst>
              <a:path w="41989" h="46708">
                <a:moveTo>
                  <a:pt x="41989" y="9889"/>
                </a:moveTo>
                <a:lnTo>
                  <a:pt x="39484" y="15977"/>
                </a:lnTo>
                <a:cubicBezTo>
                  <a:pt x="38057" y="14215"/>
                  <a:pt x="36527" y="12686"/>
                  <a:pt x="34882" y="11433"/>
                </a:cubicBezTo>
                <a:cubicBezTo>
                  <a:pt x="33221" y="10122"/>
                  <a:pt x="31459" y="9103"/>
                  <a:pt x="29580" y="8360"/>
                </a:cubicBezTo>
                <a:cubicBezTo>
                  <a:pt x="25313" y="6598"/>
                  <a:pt x="21512" y="6598"/>
                  <a:pt x="18031" y="8302"/>
                </a:cubicBezTo>
                <a:cubicBezTo>
                  <a:pt x="14564" y="10006"/>
                  <a:pt x="11841" y="13312"/>
                  <a:pt x="9846" y="18147"/>
                </a:cubicBezTo>
                <a:cubicBezTo>
                  <a:pt x="7850" y="23041"/>
                  <a:pt x="7457" y="27250"/>
                  <a:pt x="8710" y="30949"/>
                </a:cubicBezTo>
                <a:cubicBezTo>
                  <a:pt x="9962" y="34590"/>
                  <a:pt x="12686" y="37256"/>
                  <a:pt x="16953" y="39018"/>
                </a:cubicBezTo>
                <a:cubicBezTo>
                  <a:pt x="18832" y="39819"/>
                  <a:pt x="20827" y="40329"/>
                  <a:pt x="22881" y="40562"/>
                </a:cubicBezTo>
                <a:cubicBezTo>
                  <a:pt x="24920" y="40839"/>
                  <a:pt x="27090" y="40839"/>
                  <a:pt x="29362" y="40562"/>
                </a:cubicBezTo>
                <a:lnTo>
                  <a:pt x="26915" y="46591"/>
                </a:lnTo>
                <a:cubicBezTo>
                  <a:pt x="24687" y="46708"/>
                  <a:pt x="22589" y="46591"/>
                  <a:pt x="20434" y="46198"/>
                </a:cubicBezTo>
                <a:cubicBezTo>
                  <a:pt x="18322" y="45790"/>
                  <a:pt x="16166" y="45164"/>
                  <a:pt x="13938" y="44261"/>
                </a:cubicBezTo>
                <a:cubicBezTo>
                  <a:pt x="7967" y="41814"/>
                  <a:pt x="3991" y="37940"/>
                  <a:pt x="1995" y="32712"/>
                </a:cubicBezTo>
                <a:cubicBezTo>
                  <a:pt x="0" y="27527"/>
                  <a:pt x="350" y="21730"/>
                  <a:pt x="2957" y="15293"/>
                </a:cubicBezTo>
                <a:cubicBezTo>
                  <a:pt x="5636" y="8811"/>
                  <a:pt x="9511" y="4486"/>
                  <a:pt x="14623" y="2214"/>
                </a:cubicBezTo>
                <a:cubicBezTo>
                  <a:pt x="19691" y="0"/>
                  <a:pt x="25371" y="102"/>
                  <a:pt x="31576" y="2665"/>
                </a:cubicBezTo>
                <a:cubicBezTo>
                  <a:pt x="33571" y="3525"/>
                  <a:pt x="35450" y="4544"/>
                  <a:pt x="37212" y="5738"/>
                </a:cubicBezTo>
                <a:cubicBezTo>
                  <a:pt x="38916" y="6933"/>
                  <a:pt x="40562" y="8302"/>
                  <a:pt x="41989" y="9889"/>
                </a:cubicBezTo>
                <a:close/>
                <a:moveTo>
                  <a:pt x="41989" y="98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636BD-053F-4D9E-B36C-E49447A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338" y="4642367"/>
            <a:ext cx="54048" cy="60763"/>
          </a:xfrm>
          <a:custGeom xmlns:a="http://schemas.openxmlformats.org/drawingml/2006/main">
            <a:pathLst>
              <a:path w="54048" h="60763">
                <a:moveTo>
                  <a:pt x="54048" y="12001"/>
                </a:moveTo>
                <a:lnTo>
                  <a:pt x="51136" y="19007"/>
                </a:lnTo>
                <a:cubicBezTo>
                  <a:pt x="48980" y="16560"/>
                  <a:pt x="46810" y="14564"/>
                  <a:pt x="44654" y="12919"/>
                </a:cubicBezTo>
                <a:cubicBezTo>
                  <a:pt x="42499" y="11273"/>
                  <a:pt x="40329" y="10020"/>
                  <a:pt x="38057" y="9044"/>
                </a:cubicBezTo>
                <a:cubicBezTo>
                  <a:pt x="34124" y="7457"/>
                  <a:pt x="30833" y="7005"/>
                  <a:pt x="28095" y="7632"/>
                </a:cubicBezTo>
                <a:cubicBezTo>
                  <a:pt x="25371" y="8258"/>
                  <a:pt x="23376" y="10020"/>
                  <a:pt x="22240" y="12802"/>
                </a:cubicBezTo>
                <a:cubicBezTo>
                  <a:pt x="21279" y="15132"/>
                  <a:pt x="21279" y="17186"/>
                  <a:pt x="22182" y="18948"/>
                </a:cubicBezTo>
                <a:cubicBezTo>
                  <a:pt x="23099" y="20769"/>
                  <a:pt x="25371" y="22822"/>
                  <a:pt x="29012" y="25153"/>
                </a:cubicBezTo>
                <a:lnTo>
                  <a:pt x="32930" y="27818"/>
                </a:lnTo>
                <a:cubicBezTo>
                  <a:pt x="37882" y="31066"/>
                  <a:pt x="41072" y="34474"/>
                  <a:pt x="42543" y="38057"/>
                </a:cubicBezTo>
                <a:cubicBezTo>
                  <a:pt x="44086" y="41698"/>
                  <a:pt x="43912" y="45688"/>
                  <a:pt x="42149" y="49956"/>
                </a:cubicBezTo>
                <a:cubicBezTo>
                  <a:pt x="40052" y="55126"/>
                  <a:pt x="36688" y="58316"/>
                  <a:pt x="32144" y="59510"/>
                </a:cubicBezTo>
                <a:cubicBezTo>
                  <a:pt x="27643" y="60763"/>
                  <a:pt x="22065" y="60020"/>
                  <a:pt x="15409" y="57296"/>
                </a:cubicBezTo>
                <a:cubicBezTo>
                  <a:pt x="12904" y="56262"/>
                  <a:pt x="10355" y="54849"/>
                  <a:pt x="7734" y="53145"/>
                </a:cubicBezTo>
                <a:cubicBezTo>
                  <a:pt x="5112" y="51369"/>
                  <a:pt x="2549" y="49330"/>
                  <a:pt x="0" y="46999"/>
                </a:cubicBezTo>
                <a:lnTo>
                  <a:pt x="3015" y="39601"/>
                </a:lnTo>
                <a:cubicBezTo>
                  <a:pt x="5287" y="42441"/>
                  <a:pt x="7617" y="44829"/>
                  <a:pt x="10064" y="46825"/>
                </a:cubicBezTo>
                <a:cubicBezTo>
                  <a:pt x="12511" y="48820"/>
                  <a:pt x="15074" y="50349"/>
                  <a:pt x="17798" y="51427"/>
                </a:cubicBezTo>
                <a:cubicBezTo>
                  <a:pt x="21905" y="53145"/>
                  <a:pt x="25371" y="53655"/>
                  <a:pt x="28269" y="52912"/>
                </a:cubicBezTo>
                <a:cubicBezTo>
                  <a:pt x="31168" y="52228"/>
                  <a:pt x="33221" y="50407"/>
                  <a:pt x="34416" y="47393"/>
                </a:cubicBezTo>
                <a:cubicBezTo>
                  <a:pt x="35493" y="44829"/>
                  <a:pt x="35552" y="42441"/>
                  <a:pt x="34532" y="40343"/>
                </a:cubicBezTo>
                <a:cubicBezTo>
                  <a:pt x="33556" y="38173"/>
                  <a:pt x="31401" y="36018"/>
                  <a:pt x="28036" y="33789"/>
                </a:cubicBezTo>
                <a:lnTo>
                  <a:pt x="24002" y="31124"/>
                </a:lnTo>
                <a:cubicBezTo>
                  <a:pt x="19108" y="27876"/>
                  <a:pt x="15919" y="24585"/>
                  <a:pt x="14506" y="21337"/>
                </a:cubicBezTo>
                <a:cubicBezTo>
                  <a:pt x="13021" y="18089"/>
                  <a:pt x="13137" y="14448"/>
                  <a:pt x="14783" y="10414"/>
                </a:cubicBezTo>
                <a:cubicBezTo>
                  <a:pt x="16720" y="5695"/>
                  <a:pt x="19910" y="2680"/>
                  <a:pt x="24337" y="1369"/>
                </a:cubicBezTo>
                <a:cubicBezTo>
                  <a:pt x="28721" y="0"/>
                  <a:pt x="33848" y="510"/>
                  <a:pt x="39644" y="2898"/>
                </a:cubicBezTo>
                <a:cubicBezTo>
                  <a:pt x="42149" y="3932"/>
                  <a:pt x="44538" y="5243"/>
                  <a:pt x="46926" y="6714"/>
                </a:cubicBezTo>
                <a:cubicBezTo>
                  <a:pt x="49373" y="8258"/>
                  <a:pt x="51704" y="10020"/>
                  <a:pt x="54048" y="12001"/>
                </a:cubicBezTo>
                <a:close/>
                <a:moveTo>
                  <a:pt x="54048" y="120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52BD2-13E1-453D-9C43-3424E6DD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711" y="4675079"/>
            <a:ext cx="42047" cy="46708"/>
          </a:xfrm>
          <a:custGeom xmlns:a="http://schemas.openxmlformats.org/drawingml/2006/main">
            <a:pathLst>
              <a:path w="42047" h="46708">
                <a:moveTo>
                  <a:pt x="42047" y="9904"/>
                </a:moveTo>
                <a:lnTo>
                  <a:pt x="39484" y="16050"/>
                </a:lnTo>
                <a:cubicBezTo>
                  <a:pt x="38071" y="14229"/>
                  <a:pt x="36527" y="12686"/>
                  <a:pt x="34882" y="11433"/>
                </a:cubicBezTo>
                <a:cubicBezTo>
                  <a:pt x="33221" y="10181"/>
                  <a:pt x="31459" y="9161"/>
                  <a:pt x="29580" y="8360"/>
                </a:cubicBezTo>
                <a:cubicBezTo>
                  <a:pt x="25327" y="6598"/>
                  <a:pt x="21512" y="6598"/>
                  <a:pt x="18045" y="8316"/>
                </a:cubicBezTo>
                <a:cubicBezTo>
                  <a:pt x="14564" y="10079"/>
                  <a:pt x="11899" y="13312"/>
                  <a:pt x="9846" y="18205"/>
                </a:cubicBezTo>
                <a:cubicBezTo>
                  <a:pt x="7850" y="23041"/>
                  <a:pt x="7515" y="27308"/>
                  <a:pt x="8710" y="30949"/>
                </a:cubicBezTo>
                <a:cubicBezTo>
                  <a:pt x="9962" y="34590"/>
                  <a:pt x="12686" y="37329"/>
                  <a:pt x="16953" y="39033"/>
                </a:cubicBezTo>
                <a:cubicBezTo>
                  <a:pt x="18832" y="39834"/>
                  <a:pt x="20827" y="40343"/>
                  <a:pt x="22881" y="40620"/>
                </a:cubicBezTo>
                <a:cubicBezTo>
                  <a:pt x="24978" y="40853"/>
                  <a:pt x="27148" y="40853"/>
                  <a:pt x="29420" y="40562"/>
                </a:cubicBezTo>
                <a:lnTo>
                  <a:pt x="26915" y="46650"/>
                </a:lnTo>
                <a:cubicBezTo>
                  <a:pt x="24745" y="46708"/>
                  <a:pt x="22589" y="46591"/>
                  <a:pt x="20434" y="46198"/>
                </a:cubicBezTo>
                <a:cubicBezTo>
                  <a:pt x="18322" y="45863"/>
                  <a:pt x="16166" y="45237"/>
                  <a:pt x="13938" y="44319"/>
                </a:cubicBezTo>
                <a:cubicBezTo>
                  <a:pt x="7967" y="41814"/>
                  <a:pt x="3991" y="38013"/>
                  <a:pt x="1995" y="32770"/>
                </a:cubicBezTo>
                <a:cubicBezTo>
                  <a:pt x="0" y="27541"/>
                  <a:pt x="350" y="21730"/>
                  <a:pt x="2957" y="15365"/>
                </a:cubicBezTo>
                <a:cubicBezTo>
                  <a:pt x="5636" y="8884"/>
                  <a:pt x="9569" y="4500"/>
                  <a:pt x="14623" y="2287"/>
                </a:cubicBezTo>
                <a:cubicBezTo>
                  <a:pt x="19749" y="0"/>
                  <a:pt x="25371" y="175"/>
                  <a:pt x="31576" y="2738"/>
                </a:cubicBezTo>
                <a:cubicBezTo>
                  <a:pt x="33571" y="3525"/>
                  <a:pt x="35450" y="4559"/>
                  <a:pt x="37212" y="5753"/>
                </a:cubicBezTo>
                <a:cubicBezTo>
                  <a:pt x="38974" y="6947"/>
                  <a:pt x="40562" y="8360"/>
                  <a:pt x="42047" y="9904"/>
                </a:cubicBezTo>
                <a:close/>
                <a:moveTo>
                  <a:pt x="42047" y="99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8FB5F-B9BF-4567-8576-D5ADC600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705" y="4691581"/>
            <a:ext cx="43358" cy="47728"/>
          </a:xfrm>
          <a:custGeom xmlns:a="http://schemas.openxmlformats.org/drawingml/2006/main">
            <a:pathLst>
              <a:path w="43358" h="47728">
                <a:moveTo>
                  <a:pt x="40518" y="28852"/>
                </a:moveTo>
                <a:lnTo>
                  <a:pt x="39207" y="32027"/>
                </a:lnTo>
                <a:lnTo>
                  <a:pt x="9161" y="19633"/>
                </a:lnTo>
                <a:cubicBezTo>
                  <a:pt x="7632" y="24293"/>
                  <a:pt x="7573" y="28269"/>
                  <a:pt x="9001" y="31634"/>
                </a:cubicBezTo>
                <a:cubicBezTo>
                  <a:pt x="10472" y="34925"/>
                  <a:pt x="13370" y="37547"/>
                  <a:pt x="17696" y="39309"/>
                </a:cubicBezTo>
                <a:cubicBezTo>
                  <a:pt x="20201" y="40343"/>
                  <a:pt x="22764" y="41013"/>
                  <a:pt x="25386" y="41421"/>
                </a:cubicBezTo>
                <a:cubicBezTo>
                  <a:pt x="27935" y="41756"/>
                  <a:pt x="30673" y="41814"/>
                  <a:pt x="33513" y="41538"/>
                </a:cubicBezTo>
                <a:lnTo>
                  <a:pt x="30949" y="47684"/>
                </a:lnTo>
                <a:cubicBezTo>
                  <a:pt x="28226" y="47728"/>
                  <a:pt x="25488" y="47509"/>
                  <a:pt x="22822" y="46999"/>
                </a:cubicBezTo>
                <a:cubicBezTo>
                  <a:pt x="20143" y="46475"/>
                  <a:pt x="17521" y="45747"/>
                  <a:pt x="15030" y="44713"/>
                </a:cubicBezTo>
                <a:cubicBezTo>
                  <a:pt x="8651" y="42106"/>
                  <a:pt x="4384" y="38173"/>
                  <a:pt x="2228" y="32945"/>
                </a:cubicBezTo>
                <a:cubicBezTo>
                  <a:pt x="0" y="27701"/>
                  <a:pt x="233" y="21963"/>
                  <a:pt x="2855" y="15642"/>
                </a:cubicBezTo>
                <a:cubicBezTo>
                  <a:pt x="5520" y="9161"/>
                  <a:pt x="9394" y="4719"/>
                  <a:pt x="14462" y="2330"/>
                </a:cubicBezTo>
                <a:cubicBezTo>
                  <a:pt x="19575" y="0"/>
                  <a:pt x="25094" y="0"/>
                  <a:pt x="31066" y="2447"/>
                </a:cubicBezTo>
                <a:cubicBezTo>
                  <a:pt x="36411" y="4661"/>
                  <a:pt x="39950" y="8141"/>
                  <a:pt x="41654" y="12860"/>
                </a:cubicBezTo>
                <a:cubicBezTo>
                  <a:pt x="43358" y="17579"/>
                  <a:pt x="42965" y="22924"/>
                  <a:pt x="40518" y="28852"/>
                </a:cubicBezTo>
                <a:close/>
                <a:moveTo>
                  <a:pt x="34765" y="24235"/>
                </a:moveTo>
                <a:cubicBezTo>
                  <a:pt x="36193" y="20652"/>
                  <a:pt x="36353" y="17346"/>
                  <a:pt x="35275" y="14448"/>
                </a:cubicBezTo>
                <a:cubicBezTo>
                  <a:pt x="34255" y="11491"/>
                  <a:pt x="32085" y="9394"/>
                  <a:pt x="28852" y="8025"/>
                </a:cubicBezTo>
                <a:cubicBezTo>
                  <a:pt x="25211" y="6539"/>
                  <a:pt x="21847" y="6379"/>
                  <a:pt x="18832" y="7515"/>
                </a:cubicBezTo>
                <a:cubicBezTo>
                  <a:pt x="15817" y="8710"/>
                  <a:pt x="13312" y="11040"/>
                  <a:pt x="11491" y="14681"/>
                </a:cubicBezTo>
                <a:lnTo>
                  <a:pt x="34765" y="24235"/>
                </a:lnTo>
                <a:close/>
                <a:moveTo>
                  <a:pt x="34765" y="242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57258-7230-4591-B5C1-2250E465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69" y="4706494"/>
            <a:ext cx="45965" cy="53466"/>
          </a:xfrm>
          <a:custGeom xmlns:a="http://schemas.openxmlformats.org/drawingml/2006/main">
            <a:pathLst>
              <a:path w="45965" h="53466">
                <a:moveTo>
                  <a:pt x="43183" y="29464"/>
                </a:moveTo>
                <a:lnTo>
                  <a:pt x="33280" y="53466"/>
                </a:lnTo>
                <a:lnTo>
                  <a:pt x="26740" y="50801"/>
                </a:lnTo>
                <a:lnTo>
                  <a:pt x="36586" y="26959"/>
                </a:lnTo>
                <a:cubicBezTo>
                  <a:pt x="38115" y="23201"/>
                  <a:pt x="38508" y="20070"/>
                  <a:pt x="37838" y="17623"/>
                </a:cubicBezTo>
                <a:cubicBezTo>
                  <a:pt x="37154" y="15132"/>
                  <a:pt x="35333" y="13312"/>
                  <a:pt x="32377" y="12118"/>
                </a:cubicBezTo>
                <a:cubicBezTo>
                  <a:pt x="28837" y="10632"/>
                  <a:pt x="25604" y="10632"/>
                  <a:pt x="22648" y="12059"/>
                </a:cubicBezTo>
                <a:cubicBezTo>
                  <a:pt x="19676" y="13414"/>
                  <a:pt x="17404" y="16094"/>
                  <a:pt x="15817" y="19968"/>
                </a:cubicBezTo>
                <a:lnTo>
                  <a:pt x="6539" y="42441"/>
                </a:lnTo>
                <a:lnTo>
                  <a:pt x="0" y="39761"/>
                </a:lnTo>
                <a:lnTo>
                  <a:pt x="16327" y="0"/>
                </a:lnTo>
                <a:lnTo>
                  <a:pt x="22924" y="2665"/>
                </a:lnTo>
                <a:lnTo>
                  <a:pt x="20361" y="8870"/>
                </a:lnTo>
                <a:cubicBezTo>
                  <a:pt x="22924" y="7107"/>
                  <a:pt x="25488" y="6073"/>
                  <a:pt x="28109" y="5797"/>
                </a:cubicBezTo>
                <a:cubicBezTo>
                  <a:pt x="30716" y="5447"/>
                  <a:pt x="33396" y="5855"/>
                  <a:pt x="36178" y="6991"/>
                </a:cubicBezTo>
                <a:cubicBezTo>
                  <a:pt x="40737" y="8928"/>
                  <a:pt x="43635" y="11710"/>
                  <a:pt x="44771" y="15526"/>
                </a:cubicBezTo>
                <a:cubicBezTo>
                  <a:pt x="45965" y="19342"/>
                  <a:pt x="45455" y="23944"/>
                  <a:pt x="43183" y="29464"/>
                </a:cubicBezTo>
                <a:close/>
                <a:moveTo>
                  <a:pt x="43183" y="294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07209-9CBF-4736-8AD0-A5F00C42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572" y="4728953"/>
            <a:ext cx="43285" cy="47742"/>
          </a:xfrm>
          <a:custGeom xmlns:a="http://schemas.openxmlformats.org/drawingml/2006/main">
            <a:pathLst>
              <a:path w="43285" h="47742">
                <a:moveTo>
                  <a:pt x="40504" y="28852"/>
                </a:moveTo>
                <a:lnTo>
                  <a:pt x="39193" y="32042"/>
                </a:lnTo>
                <a:lnTo>
                  <a:pt x="9161" y="19691"/>
                </a:lnTo>
                <a:cubicBezTo>
                  <a:pt x="7559" y="24293"/>
                  <a:pt x="7501" y="28284"/>
                  <a:pt x="8986" y="31634"/>
                </a:cubicBezTo>
                <a:cubicBezTo>
                  <a:pt x="10399" y="34998"/>
                  <a:pt x="13312" y="37562"/>
                  <a:pt x="17637" y="39324"/>
                </a:cubicBezTo>
                <a:cubicBezTo>
                  <a:pt x="20128" y="40402"/>
                  <a:pt x="22691" y="41086"/>
                  <a:pt x="25313" y="41421"/>
                </a:cubicBezTo>
                <a:cubicBezTo>
                  <a:pt x="27935" y="41771"/>
                  <a:pt x="30658" y="41829"/>
                  <a:pt x="33498" y="41538"/>
                </a:cubicBezTo>
                <a:lnTo>
                  <a:pt x="30949" y="47742"/>
                </a:lnTo>
                <a:cubicBezTo>
                  <a:pt x="28211" y="47742"/>
                  <a:pt x="25488" y="47509"/>
                  <a:pt x="22808" y="46999"/>
                </a:cubicBezTo>
                <a:cubicBezTo>
                  <a:pt x="20128" y="46548"/>
                  <a:pt x="17521" y="45747"/>
                  <a:pt x="14958" y="44727"/>
                </a:cubicBezTo>
                <a:cubicBezTo>
                  <a:pt x="8637" y="42106"/>
                  <a:pt x="4369" y="38188"/>
                  <a:pt x="2156" y="33003"/>
                </a:cubicBezTo>
                <a:cubicBezTo>
                  <a:pt x="0" y="27774"/>
                  <a:pt x="218" y="22021"/>
                  <a:pt x="2782" y="15715"/>
                </a:cubicBezTo>
                <a:cubicBezTo>
                  <a:pt x="5462" y="9161"/>
                  <a:pt x="9379" y="4733"/>
                  <a:pt x="14448" y="2403"/>
                </a:cubicBezTo>
                <a:cubicBezTo>
                  <a:pt x="19560" y="0"/>
                  <a:pt x="25080" y="58"/>
                  <a:pt x="31051" y="2505"/>
                </a:cubicBezTo>
                <a:cubicBezTo>
                  <a:pt x="36411" y="4733"/>
                  <a:pt x="39936" y="8141"/>
                  <a:pt x="41581" y="12919"/>
                </a:cubicBezTo>
                <a:cubicBezTo>
                  <a:pt x="43285" y="17637"/>
                  <a:pt x="42950" y="22939"/>
                  <a:pt x="40504" y="28852"/>
                </a:cubicBezTo>
                <a:close/>
                <a:moveTo>
                  <a:pt x="34751" y="24250"/>
                </a:moveTo>
                <a:cubicBezTo>
                  <a:pt x="36178" y="20652"/>
                  <a:pt x="36353" y="17419"/>
                  <a:pt x="35275" y="14462"/>
                </a:cubicBezTo>
                <a:cubicBezTo>
                  <a:pt x="34183" y="11506"/>
                  <a:pt x="32027" y="9394"/>
                  <a:pt x="28837" y="8083"/>
                </a:cubicBezTo>
                <a:cubicBezTo>
                  <a:pt x="25196" y="6554"/>
                  <a:pt x="21847" y="6379"/>
                  <a:pt x="18832" y="7573"/>
                </a:cubicBezTo>
                <a:cubicBezTo>
                  <a:pt x="15759" y="8710"/>
                  <a:pt x="13312" y="11098"/>
                  <a:pt x="11433" y="14681"/>
                </a:cubicBezTo>
                <a:lnTo>
                  <a:pt x="34751" y="24250"/>
                </a:lnTo>
                <a:close/>
                <a:moveTo>
                  <a:pt x="34751" y="242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5F6F4-5CD7-4DCF-BFDA-9B3609EB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25" y="4745687"/>
            <a:ext cx="43577" cy="46315"/>
          </a:xfrm>
          <a:custGeom xmlns:a="http://schemas.openxmlformats.org/drawingml/2006/main">
            <a:pathLst>
              <a:path w="43577" h="46315">
                <a:moveTo>
                  <a:pt x="43577" y="9904"/>
                </a:moveTo>
                <a:lnTo>
                  <a:pt x="41013" y="16094"/>
                </a:lnTo>
                <a:cubicBezTo>
                  <a:pt x="39528" y="14390"/>
                  <a:pt x="37940" y="12860"/>
                  <a:pt x="36120" y="11608"/>
                </a:cubicBezTo>
                <a:cubicBezTo>
                  <a:pt x="34357" y="10297"/>
                  <a:pt x="32362" y="9219"/>
                  <a:pt x="30265" y="8302"/>
                </a:cubicBezTo>
                <a:cubicBezTo>
                  <a:pt x="27017" y="6991"/>
                  <a:pt x="24352" y="6481"/>
                  <a:pt x="22356" y="6831"/>
                </a:cubicBezTo>
                <a:cubicBezTo>
                  <a:pt x="20303" y="7107"/>
                  <a:pt x="18875" y="8302"/>
                  <a:pt x="18031" y="10297"/>
                </a:cubicBezTo>
                <a:cubicBezTo>
                  <a:pt x="17463" y="11783"/>
                  <a:pt x="17521" y="13195"/>
                  <a:pt x="18307" y="14564"/>
                </a:cubicBezTo>
                <a:cubicBezTo>
                  <a:pt x="19108" y="15933"/>
                  <a:pt x="21104" y="17696"/>
                  <a:pt x="24293" y="19910"/>
                </a:cubicBezTo>
                <a:lnTo>
                  <a:pt x="26332" y="21337"/>
                </a:lnTo>
                <a:cubicBezTo>
                  <a:pt x="30542" y="24235"/>
                  <a:pt x="33280" y="26959"/>
                  <a:pt x="34474" y="29580"/>
                </a:cubicBezTo>
                <a:cubicBezTo>
                  <a:pt x="35726" y="32202"/>
                  <a:pt x="35668" y="35158"/>
                  <a:pt x="34299" y="38406"/>
                </a:cubicBezTo>
                <a:cubicBezTo>
                  <a:pt x="32770" y="42106"/>
                  <a:pt x="30148" y="44436"/>
                  <a:pt x="26274" y="45397"/>
                </a:cubicBezTo>
                <a:cubicBezTo>
                  <a:pt x="22517" y="46315"/>
                  <a:pt x="18031" y="45747"/>
                  <a:pt x="12904" y="43635"/>
                </a:cubicBezTo>
                <a:cubicBezTo>
                  <a:pt x="10807" y="42776"/>
                  <a:pt x="8637" y="41640"/>
                  <a:pt x="6539" y="40285"/>
                </a:cubicBezTo>
                <a:cubicBezTo>
                  <a:pt x="4369" y="38916"/>
                  <a:pt x="2214" y="37270"/>
                  <a:pt x="0" y="35391"/>
                </a:cubicBezTo>
                <a:lnTo>
                  <a:pt x="2782" y="28677"/>
                </a:lnTo>
                <a:cubicBezTo>
                  <a:pt x="4661" y="30891"/>
                  <a:pt x="6656" y="32828"/>
                  <a:pt x="8753" y="34416"/>
                </a:cubicBezTo>
                <a:cubicBezTo>
                  <a:pt x="10807" y="36018"/>
                  <a:pt x="13021" y="37270"/>
                  <a:pt x="15293" y="38232"/>
                </a:cubicBezTo>
                <a:cubicBezTo>
                  <a:pt x="18424" y="39484"/>
                  <a:pt x="20987" y="39936"/>
                  <a:pt x="23099" y="39542"/>
                </a:cubicBezTo>
                <a:cubicBezTo>
                  <a:pt x="25138" y="39193"/>
                  <a:pt x="26624" y="38057"/>
                  <a:pt x="27410" y="36120"/>
                </a:cubicBezTo>
                <a:cubicBezTo>
                  <a:pt x="28095" y="34357"/>
                  <a:pt x="28095" y="32770"/>
                  <a:pt x="27250" y="31284"/>
                </a:cubicBezTo>
                <a:cubicBezTo>
                  <a:pt x="26449" y="29872"/>
                  <a:pt x="24235" y="27876"/>
                  <a:pt x="20536" y="25313"/>
                </a:cubicBezTo>
                <a:lnTo>
                  <a:pt x="18482" y="23842"/>
                </a:lnTo>
                <a:cubicBezTo>
                  <a:pt x="14783" y="21337"/>
                  <a:pt x="12394" y="18832"/>
                  <a:pt x="11317" y="16327"/>
                </a:cubicBezTo>
                <a:cubicBezTo>
                  <a:pt x="10239" y="13822"/>
                  <a:pt x="10355" y="11040"/>
                  <a:pt x="11593" y="7967"/>
                </a:cubicBezTo>
                <a:cubicBezTo>
                  <a:pt x="13137" y="4209"/>
                  <a:pt x="15700" y="1879"/>
                  <a:pt x="19167" y="961"/>
                </a:cubicBezTo>
                <a:cubicBezTo>
                  <a:pt x="22633" y="0"/>
                  <a:pt x="26842" y="510"/>
                  <a:pt x="31736" y="2563"/>
                </a:cubicBezTo>
                <a:cubicBezTo>
                  <a:pt x="34124" y="3525"/>
                  <a:pt x="36353" y="4661"/>
                  <a:pt x="38290" y="5855"/>
                </a:cubicBezTo>
                <a:cubicBezTo>
                  <a:pt x="40271" y="7107"/>
                  <a:pt x="42033" y="8418"/>
                  <a:pt x="43577" y="9904"/>
                </a:cubicBezTo>
                <a:close/>
                <a:moveTo>
                  <a:pt x="43577" y="99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28B3A-1A4C-4206-AD8C-BE2E6B04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536" y="4487679"/>
            <a:ext cx="56655" cy="67419"/>
          </a:xfrm>
          <a:custGeom xmlns:a="http://schemas.openxmlformats.org/drawingml/2006/main">
            <a:pathLst>
              <a:path w="56655" h="67419">
                <a:moveTo>
                  <a:pt x="23609" y="0"/>
                </a:moveTo>
                <a:lnTo>
                  <a:pt x="56655" y="14914"/>
                </a:lnTo>
                <a:lnTo>
                  <a:pt x="53932" y="20885"/>
                </a:lnTo>
                <a:lnTo>
                  <a:pt x="27993" y="9103"/>
                </a:lnTo>
                <a:lnTo>
                  <a:pt x="20987" y="24585"/>
                </a:lnTo>
                <a:lnTo>
                  <a:pt x="45849" y="35843"/>
                </a:lnTo>
                <a:lnTo>
                  <a:pt x="43183" y="41756"/>
                </a:lnTo>
                <a:lnTo>
                  <a:pt x="18322" y="30556"/>
                </a:lnTo>
                <a:lnTo>
                  <a:pt x="9729" y="49490"/>
                </a:lnTo>
                <a:lnTo>
                  <a:pt x="36353" y="61505"/>
                </a:lnTo>
                <a:lnTo>
                  <a:pt x="33615" y="67419"/>
                </a:lnTo>
                <a:lnTo>
                  <a:pt x="0" y="52228"/>
                </a:lnTo>
                <a:lnTo>
                  <a:pt x="23609" y="0"/>
                </a:lnTo>
                <a:close/>
                <a:moveTo>
                  <a:pt x="236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D348F-4A54-44E5-AE91-8EFF3D6C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817" y="4508098"/>
            <a:ext cx="63151" cy="70157"/>
          </a:xfrm>
          <a:custGeom xmlns:a="http://schemas.openxmlformats.org/drawingml/2006/main">
            <a:pathLst>
              <a:path w="63151" h="70157">
                <a:moveTo>
                  <a:pt x="23609" y="0"/>
                </a:moveTo>
                <a:lnTo>
                  <a:pt x="33105" y="4326"/>
                </a:lnTo>
                <a:lnTo>
                  <a:pt x="36527" y="58491"/>
                </a:lnTo>
                <a:lnTo>
                  <a:pt x="56262" y="14797"/>
                </a:lnTo>
                <a:lnTo>
                  <a:pt x="63151" y="17871"/>
                </a:lnTo>
                <a:lnTo>
                  <a:pt x="39542" y="70157"/>
                </a:lnTo>
                <a:lnTo>
                  <a:pt x="29988" y="65831"/>
                </a:lnTo>
                <a:lnTo>
                  <a:pt x="26624" y="11666"/>
                </a:lnTo>
                <a:lnTo>
                  <a:pt x="6831" y="55359"/>
                </a:lnTo>
                <a:lnTo>
                  <a:pt x="0" y="52286"/>
                </a:lnTo>
                <a:lnTo>
                  <a:pt x="23609" y="0"/>
                </a:lnTo>
                <a:close/>
                <a:moveTo>
                  <a:pt x="236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436D9-1B44-4993-94DB-EBB1C466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39" y="4531999"/>
            <a:ext cx="58476" cy="65773"/>
          </a:xfrm>
          <a:custGeom xmlns:a="http://schemas.openxmlformats.org/drawingml/2006/main">
            <a:pathLst>
              <a:path w="58476" h="65773">
                <a:moveTo>
                  <a:pt x="18482" y="0"/>
                </a:moveTo>
                <a:lnTo>
                  <a:pt x="25590" y="3190"/>
                </a:lnTo>
                <a:lnTo>
                  <a:pt x="11258" y="34925"/>
                </a:lnTo>
                <a:cubicBezTo>
                  <a:pt x="8695" y="40562"/>
                  <a:pt x="7908" y="45062"/>
                  <a:pt x="8811" y="48412"/>
                </a:cubicBezTo>
                <a:cubicBezTo>
                  <a:pt x="9729" y="51776"/>
                  <a:pt x="12453" y="54500"/>
                  <a:pt x="17011" y="56554"/>
                </a:cubicBezTo>
                <a:cubicBezTo>
                  <a:pt x="21555" y="58593"/>
                  <a:pt x="25371" y="58884"/>
                  <a:pt x="28503" y="57355"/>
                </a:cubicBezTo>
                <a:cubicBezTo>
                  <a:pt x="31678" y="55752"/>
                  <a:pt x="34532" y="52228"/>
                  <a:pt x="37037" y="46591"/>
                </a:cubicBezTo>
                <a:lnTo>
                  <a:pt x="51369" y="14856"/>
                </a:lnTo>
                <a:lnTo>
                  <a:pt x="58476" y="18089"/>
                </a:lnTo>
                <a:lnTo>
                  <a:pt x="43751" y="50699"/>
                </a:lnTo>
                <a:cubicBezTo>
                  <a:pt x="40678" y="57515"/>
                  <a:pt x="36629" y="61899"/>
                  <a:pt x="31678" y="63836"/>
                </a:cubicBezTo>
                <a:cubicBezTo>
                  <a:pt x="26740" y="65773"/>
                  <a:pt x="20987" y="65263"/>
                  <a:pt x="14448" y="62292"/>
                </a:cubicBezTo>
                <a:cubicBezTo>
                  <a:pt x="7850" y="59335"/>
                  <a:pt x="3641" y="55301"/>
                  <a:pt x="1821" y="50349"/>
                </a:cubicBezTo>
                <a:cubicBezTo>
                  <a:pt x="0" y="45339"/>
                  <a:pt x="670" y="39426"/>
                  <a:pt x="3743" y="32595"/>
                </a:cubicBezTo>
                <a:lnTo>
                  <a:pt x="18482" y="0"/>
                </a:lnTo>
                <a:close/>
                <a:moveTo>
                  <a:pt x="184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C8CF0-2BA9-4C7D-8A72-CF3E3A7B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55" y="4570856"/>
            <a:ext cx="44378" cy="46257"/>
          </a:xfrm>
          <a:custGeom xmlns:a="http://schemas.openxmlformats.org/drawingml/2006/main">
            <a:pathLst>
              <a:path w="44378" h="46257">
                <a:moveTo>
                  <a:pt x="44378" y="10588"/>
                </a:moveTo>
                <a:lnTo>
                  <a:pt x="41654" y="16676"/>
                </a:lnTo>
                <a:cubicBezTo>
                  <a:pt x="40285" y="14899"/>
                  <a:pt x="38698" y="13370"/>
                  <a:pt x="36935" y="12001"/>
                </a:cubicBezTo>
                <a:cubicBezTo>
                  <a:pt x="35158" y="10632"/>
                  <a:pt x="33294" y="9496"/>
                  <a:pt x="31182" y="8535"/>
                </a:cubicBezTo>
                <a:cubicBezTo>
                  <a:pt x="27935" y="7107"/>
                  <a:pt x="25327" y="6539"/>
                  <a:pt x="23332" y="6772"/>
                </a:cubicBezTo>
                <a:cubicBezTo>
                  <a:pt x="21279" y="7049"/>
                  <a:pt x="19808" y="8141"/>
                  <a:pt x="18890" y="10122"/>
                </a:cubicBezTo>
                <a:cubicBezTo>
                  <a:pt x="18264" y="11608"/>
                  <a:pt x="18264" y="13035"/>
                  <a:pt x="19065" y="14390"/>
                </a:cubicBezTo>
                <a:cubicBezTo>
                  <a:pt x="19808" y="15759"/>
                  <a:pt x="21745" y="17637"/>
                  <a:pt x="24861" y="19968"/>
                </a:cubicBezTo>
                <a:lnTo>
                  <a:pt x="26798" y="21453"/>
                </a:lnTo>
                <a:cubicBezTo>
                  <a:pt x="30949" y="24468"/>
                  <a:pt x="33571" y="27308"/>
                  <a:pt x="34707" y="29988"/>
                </a:cubicBezTo>
                <a:cubicBezTo>
                  <a:pt x="35785" y="32653"/>
                  <a:pt x="35683" y="35552"/>
                  <a:pt x="34197" y="38741"/>
                </a:cubicBezTo>
                <a:cubicBezTo>
                  <a:pt x="32551" y="42382"/>
                  <a:pt x="29813" y="44654"/>
                  <a:pt x="25954" y="45455"/>
                </a:cubicBezTo>
                <a:cubicBezTo>
                  <a:pt x="22138" y="46257"/>
                  <a:pt x="17696" y="45572"/>
                  <a:pt x="12642" y="43300"/>
                </a:cubicBezTo>
                <a:cubicBezTo>
                  <a:pt x="10530" y="42324"/>
                  <a:pt x="8476" y="41130"/>
                  <a:pt x="6379" y="39717"/>
                </a:cubicBezTo>
                <a:cubicBezTo>
                  <a:pt x="4267" y="38232"/>
                  <a:pt x="2170" y="36527"/>
                  <a:pt x="0" y="34590"/>
                </a:cubicBezTo>
                <a:lnTo>
                  <a:pt x="3015" y="27935"/>
                </a:lnTo>
                <a:cubicBezTo>
                  <a:pt x="4835" y="30265"/>
                  <a:pt x="6772" y="32260"/>
                  <a:pt x="8768" y="33906"/>
                </a:cubicBezTo>
                <a:cubicBezTo>
                  <a:pt x="10821" y="35552"/>
                  <a:pt x="12977" y="36921"/>
                  <a:pt x="15249" y="37940"/>
                </a:cubicBezTo>
                <a:cubicBezTo>
                  <a:pt x="18264" y="39309"/>
                  <a:pt x="20827" y="39819"/>
                  <a:pt x="22939" y="39542"/>
                </a:cubicBezTo>
                <a:cubicBezTo>
                  <a:pt x="25036" y="39251"/>
                  <a:pt x="26522" y="38173"/>
                  <a:pt x="27366" y="36236"/>
                </a:cubicBezTo>
                <a:cubicBezTo>
                  <a:pt x="28168" y="34532"/>
                  <a:pt x="28168" y="32886"/>
                  <a:pt x="27425" y="31459"/>
                </a:cubicBezTo>
                <a:cubicBezTo>
                  <a:pt x="26682" y="29988"/>
                  <a:pt x="24468" y="27935"/>
                  <a:pt x="20885" y="25255"/>
                </a:cubicBezTo>
                <a:lnTo>
                  <a:pt x="18890" y="23725"/>
                </a:lnTo>
                <a:cubicBezTo>
                  <a:pt x="15249" y="21046"/>
                  <a:pt x="12977" y="18497"/>
                  <a:pt x="12016" y="15933"/>
                </a:cubicBezTo>
                <a:cubicBezTo>
                  <a:pt x="10982" y="13370"/>
                  <a:pt x="11215" y="10588"/>
                  <a:pt x="12584" y="7573"/>
                </a:cubicBezTo>
                <a:cubicBezTo>
                  <a:pt x="14229" y="3874"/>
                  <a:pt x="16851" y="1646"/>
                  <a:pt x="20317" y="801"/>
                </a:cubicBezTo>
                <a:cubicBezTo>
                  <a:pt x="23842" y="0"/>
                  <a:pt x="28051" y="685"/>
                  <a:pt x="32828" y="2840"/>
                </a:cubicBezTo>
                <a:cubicBezTo>
                  <a:pt x="35217" y="3932"/>
                  <a:pt x="37387" y="5068"/>
                  <a:pt x="39324" y="6365"/>
                </a:cubicBezTo>
                <a:cubicBezTo>
                  <a:pt x="41246" y="7675"/>
                  <a:pt x="42965" y="9103"/>
                  <a:pt x="44378" y="10588"/>
                </a:cubicBezTo>
                <a:close/>
                <a:moveTo>
                  <a:pt x="44378" y="105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5FF28-8707-4238-BFA4-96C46D01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577" y="4589455"/>
            <a:ext cx="43635" cy="48077"/>
          </a:xfrm>
          <a:custGeom xmlns:a="http://schemas.openxmlformats.org/drawingml/2006/main">
            <a:pathLst>
              <a:path w="43635" h="48077">
                <a:moveTo>
                  <a:pt x="40445" y="29537"/>
                </a:moveTo>
                <a:lnTo>
                  <a:pt x="39033" y="32712"/>
                </a:lnTo>
                <a:lnTo>
                  <a:pt x="9438" y="19298"/>
                </a:lnTo>
                <a:cubicBezTo>
                  <a:pt x="7734" y="23900"/>
                  <a:pt x="7501" y="27876"/>
                  <a:pt x="8870" y="31241"/>
                </a:cubicBezTo>
                <a:cubicBezTo>
                  <a:pt x="10181" y="34649"/>
                  <a:pt x="13021" y="37329"/>
                  <a:pt x="17288" y="39266"/>
                </a:cubicBezTo>
                <a:cubicBezTo>
                  <a:pt x="19735" y="40402"/>
                  <a:pt x="22298" y="41144"/>
                  <a:pt x="24861" y="41596"/>
                </a:cubicBezTo>
                <a:cubicBezTo>
                  <a:pt x="27483" y="42047"/>
                  <a:pt x="30207" y="42164"/>
                  <a:pt x="33047" y="41989"/>
                </a:cubicBezTo>
                <a:lnTo>
                  <a:pt x="30265" y="48077"/>
                </a:lnTo>
                <a:cubicBezTo>
                  <a:pt x="27541" y="48019"/>
                  <a:pt x="24803" y="47684"/>
                  <a:pt x="22123" y="47116"/>
                </a:cubicBezTo>
                <a:cubicBezTo>
                  <a:pt x="19516" y="46548"/>
                  <a:pt x="16895" y="45688"/>
                  <a:pt x="14448" y="44552"/>
                </a:cubicBezTo>
                <a:cubicBezTo>
                  <a:pt x="8185" y="41712"/>
                  <a:pt x="4034" y="37664"/>
                  <a:pt x="2054" y="32377"/>
                </a:cubicBezTo>
                <a:cubicBezTo>
                  <a:pt x="0" y="27090"/>
                  <a:pt x="451" y="21337"/>
                  <a:pt x="3248" y="15132"/>
                </a:cubicBezTo>
                <a:cubicBezTo>
                  <a:pt x="6146" y="8710"/>
                  <a:pt x="10181" y="4384"/>
                  <a:pt x="15307" y="2228"/>
                </a:cubicBezTo>
                <a:cubicBezTo>
                  <a:pt x="20478" y="0"/>
                  <a:pt x="25997" y="233"/>
                  <a:pt x="31911" y="2913"/>
                </a:cubicBezTo>
                <a:cubicBezTo>
                  <a:pt x="37154" y="5301"/>
                  <a:pt x="40562" y="8884"/>
                  <a:pt x="42106" y="13661"/>
                </a:cubicBezTo>
                <a:cubicBezTo>
                  <a:pt x="43635" y="18439"/>
                  <a:pt x="43125" y="23725"/>
                  <a:pt x="40445" y="29537"/>
                </a:cubicBezTo>
                <a:close/>
                <a:moveTo>
                  <a:pt x="34867" y="24759"/>
                </a:moveTo>
                <a:cubicBezTo>
                  <a:pt x="36411" y="21220"/>
                  <a:pt x="36688" y="17987"/>
                  <a:pt x="35726" y="14972"/>
                </a:cubicBezTo>
                <a:cubicBezTo>
                  <a:pt x="34765" y="12016"/>
                  <a:pt x="32653" y="9787"/>
                  <a:pt x="29522" y="8375"/>
                </a:cubicBezTo>
                <a:cubicBezTo>
                  <a:pt x="25939" y="6772"/>
                  <a:pt x="22589" y="6496"/>
                  <a:pt x="19516" y="7515"/>
                </a:cubicBezTo>
                <a:cubicBezTo>
                  <a:pt x="16443" y="8593"/>
                  <a:pt x="13880" y="10865"/>
                  <a:pt x="11885" y="14404"/>
                </a:cubicBezTo>
                <a:lnTo>
                  <a:pt x="34867" y="24759"/>
                </a:lnTo>
                <a:close/>
                <a:moveTo>
                  <a:pt x="34867" y="247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E9F47-DBE4-4E90-84E9-CD3499EE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765" y="4605680"/>
            <a:ext cx="40911" cy="42149"/>
          </a:xfrm>
          <a:custGeom xmlns:a="http://schemas.openxmlformats.org/drawingml/2006/main">
            <a:pathLst>
              <a:path w="40911" h="42149">
                <a:moveTo>
                  <a:pt x="37940" y="16385"/>
                </a:moveTo>
                <a:cubicBezTo>
                  <a:pt x="37430" y="15642"/>
                  <a:pt x="36746" y="15016"/>
                  <a:pt x="36018" y="14390"/>
                </a:cubicBezTo>
                <a:cubicBezTo>
                  <a:pt x="35275" y="13822"/>
                  <a:pt x="34357" y="13312"/>
                  <a:pt x="33338" y="12846"/>
                </a:cubicBezTo>
                <a:cubicBezTo>
                  <a:pt x="29697" y="11200"/>
                  <a:pt x="26347" y="11084"/>
                  <a:pt x="23332" y="12627"/>
                </a:cubicBezTo>
                <a:cubicBezTo>
                  <a:pt x="20317" y="14098"/>
                  <a:pt x="17812" y="17069"/>
                  <a:pt x="15817" y="21497"/>
                </a:cubicBezTo>
                <a:lnTo>
                  <a:pt x="6481" y="42149"/>
                </a:lnTo>
                <a:lnTo>
                  <a:pt x="0" y="39193"/>
                </a:lnTo>
                <a:lnTo>
                  <a:pt x="17696" y="0"/>
                </a:lnTo>
                <a:lnTo>
                  <a:pt x="24177" y="2957"/>
                </a:lnTo>
                <a:lnTo>
                  <a:pt x="21453" y="9044"/>
                </a:lnTo>
                <a:cubicBezTo>
                  <a:pt x="23900" y="7282"/>
                  <a:pt x="26449" y="6306"/>
                  <a:pt x="29129" y="6146"/>
                </a:cubicBezTo>
                <a:cubicBezTo>
                  <a:pt x="31809" y="5971"/>
                  <a:pt x="34707" y="6539"/>
                  <a:pt x="37838" y="7952"/>
                </a:cubicBezTo>
                <a:cubicBezTo>
                  <a:pt x="38232" y="8185"/>
                  <a:pt x="38741" y="8418"/>
                  <a:pt x="39251" y="8695"/>
                </a:cubicBezTo>
                <a:cubicBezTo>
                  <a:pt x="39761" y="9044"/>
                  <a:pt x="40343" y="9379"/>
                  <a:pt x="40911" y="9787"/>
                </a:cubicBezTo>
                <a:lnTo>
                  <a:pt x="37940" y="16385"/>
                </a:lnTo>
                <a:close/>
                <a:moveTo>
                  <a:pt x="37940" y="163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DE433-89B4-43C1-91F6-79115D03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753" y="4606190"/>
            <a:ext cx="53073" cy="70652"/>
          </a:xfrm>
          <a:custGeom xmlns:a="http://schemas.openxmlformats.org/drawingml/2006/main">
            <a:pathLst>
              <a:path w="53073" h="70652">
                <a:moveTo>
                  <a:pt x="35843" y="38974"/>
                </a:moveTo>
                <a:cubicBezTo>
                  <a:pt x="37139" y="40169"/>
                  <a:pt x="38115" y="41931"/>
                  <a:pt x="38800" y="44261"/>
                </a:cubicBezTo>
                <a:cubicBezTo>
                  <a:pt x="39484" y="46591"/>
                  <a:pt x="39877" y="49548"/>
                  <a:pt x="39994" y="53131"/>
                </a:cubicBezTo>
                <a:lnTo>
                  <a:pt x="40722" y="70652"/>
                </a:lnTo>
                <a:lnTo>
                  <a:pt x="33105" y="67186"/>
                </a:lnTo>
                <a:lnTo>
                  <a:pt x="32479" y="50801"/>
                </a:lnTo>
                <a:cubicBezTo>
                  <a:pt x="32362" y="46533"/>
                  <a:pt x="31736" y="43402"/>
                  <a:pt x="30600" y="41523"/>
                </a:cubicBezTo>
                <a:cubicBezTo>
                  <a:pt x="29522" y="39703"/>
                  <a:pt x="27527" y="38115"/>
                  <a:pt x="24745" y="36862"/>
                </a:cubicBezTo>
                <a:lnTo>
                  <a:pt x="17055" y="33338"/>
                </a:lnTo>
                <a:lnTo>
                  <a:pt x="7049" y="55461"/>
                </a:lnTo>
                <a:lnTo>
                  <a:pt x="0" y="52228"/>
                </a:lnTo>
                <a:lnTo>
                  <a:pt x="23609" y="0"/>
                </a:lnTo>
                <a:lnTo>
                  <a:pt x="39586" y="7224"/>
                </a:lnTo>
                <a:cubicBezTo>
                  <a:pt x="45557" y="9889"/>
                  <a:pt x="49432" y="13195"/>
                  <a:pt x="51252" y="17011"/>
                </a:cubicBezTo>
                <a:cubicBezTo>
                  <a:pt x="53073" y="20813"/>
                  <a:pt x="52840" y="25255"/>
                  <a:pt x="50568" y="30323"/>
                </a:cubicBezTo>
                <a:cubicBezTo>
                  <a:pt x="49097" y="33615"/>
                  <a:pt x="47043" y="35959"/>
                  <a:pt x="44538" y="37489"/>
                </a:cubicBezTo>
                <a:cubicBezTo>
                  <a:pt x="42033" y="38916"/>
                  <a:pt x="39135" y="39426"/>
                  <a:pt x="35843" y="38974"/>
                </a:cubicBezTo>
                <a:close/>
                <a:moveTo>
                  <a:pt x="28036" y="8986"/>
                </a:moveTo>
                <a:lnTo>
                  <a:pt x="19676" y="27527"/>
                </a:lnTo>
                <a:lnTo>
                  <a:pt x="28561" y="31576"/>
                </a:lnTo>
                <a:cubicBezTo>
                  <a:pt x="31969" y="33105"/>
                  <a:pt x="34925" y="33513"/>
                  <a:pt x="37372" y="32712"/>
                </a:cubicBezTo>
                <a:cubicBezTo>
                  <a:pt x="39819" y="31911"/>
                  <a:pt x="41698" y="29974"/>
                  <a:pt x="43125" y="26900"/>
                </a:cubicBezTo>
                <a:cubicBezTo>
                  <a:pt x="44480" y="23886"/>
                  <a:pt x="44654" y="21162"/>
                  <a:pt x="43635" y="18832"/>
                </a:cubicBezTo>
                <a:cubicBezTo>
                  <a:pt x="42601" y="16501"/>
                  <a:pt x="40329" y="14564"/>
                  <a:pt x="36979" y="13021"/>
                </a:cubicBezTo>
                <a:lnTo>
                  <a:pt x="28036" y="8986"/>
                </a:lnTo>
                <a:close/>
                <a:moveTo>
                  <a:pt x="28036" y="89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CE965-F58D-4748-ABB5-1E6218BA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301" y="4626390"/>
            <a:ext cx="31008" cy="57340"/>
          </a:xfrm>
          <a:custGeom xmlns:a="http://schemas.openxmlformats.org/drawingml/2006/main">
            <a:pathLst>
              <a:path w="31008" h="57340">
                <a:moveTo>
                  <a:pt x="17696" y="15234"/>
                </a:moveTo>
                <a:lnTo>
                  <a:pt x="24119" y="18147"/>
                </a:lnTo>
                <a:lnTo>
                  <a:pt x="6423" y="57340"/>
                </a:lnTo>
                <a:lnTo>
                  <a:pt x="0" y="54442"/>
                </a:lnTo>
                <a:lnTo>
                  <a:pt x="17696" y="15234"/>
                </a:lnTo>
                <a:close/>
                <a:moveTo>
                  <a:pt x="24570" y="0"/>
                </a:moveTo>
                <a:lnTo>
                  <a:pt x="31008" y="2898"/>
                </a:lnTo>
                <a:lnTo>
                  <a:pt x="27366" y="11025"/>
                </a:lnTo>
                <a:lnTo>
                  <a:pt x="20885" y="8127"/>
                </a:lnTo>
                <a:lnTo>
                  <a:pt x="24570" y="0"/>
                </a:lnTo>
                <a:close/>
                <a:moveTo>
                  <a:pt x="2457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2453B-9306-4FE7-9F1E-0538D33C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97" y="4652490"/>
            <a:ext cx="44378" cy="46257"/>
          </a:xfrm>
          <a:custGeom xmlns:a="http://schemas.openxmlformats.org/drawingml/2006/main">
            <a:pathLst>
              <a:path w="44378" h="46257">
                <a:moveTo>
                  <a:pt x="44378" y="10588"/>
                </a:moveTo>
                <a:lnTo>
                  <a:pt x="41581" y="16676"/>
                </a:lnTo>
                <a:cubicBezTo>
                  <a:pt x="40212" y="14914"/>
                  <a:pt x="38625" y="13370"/>
                  <a:pt x="36921" y="12016"/>
                </a:cubicBezTo>
                <a:cubicBezTo>
                  <a:pt x="35158" y="10647"/>
                  <a:pt x="33221" y="9511"/>
                  <a:pt x="31124" y="8535"/>
                </a:cubicBezTo>
                <a:cubicBezTo>
                  <a:pt x="27935" y="7122"/>
                  <a:pt x="25313" y="6554"/>
                  <a:pt x="23259" y="6772"/>
                </a:cubicBezTo>
                <a:cubicBezTo>
                  <a:pt x="21220" y="7064"/>
                  <a:pt x="19735" y="8141"/>
                  <a:pt x="18890" y="10137"/>
                </a:cubicBezTo>
                <a:cubicBezTo>
                  <a:pt x="18205" y="11608"/>
                  <a:pt x="18264" y="13035"/>
                  <a:pt x="18992" y="14404"/>
                </a:cubicBezTo>
                <a:cubicBezTo>
                  <a:pt x="19735" y="15759"/>
                  <a:pt x="21672" y="17637"/>
                  <a:pt x="24803" y="19982"/>
                </a:cubicBezTo>
                <a:lnTo>
                  <a:pt x="26798" y="21453"/>
                </a:lnTo>
                <a:cubicBezTo>
                  <a:pt x="30891" y="24468"/>
                  <a:pt x="33513" y="27308"/>
                  <a:pt x="34649" y="29988"/>
                </a:cubicBezTo>
                <a:cubicBezTo>
                  <a:pt x="35785" y="32668"/>
                  <a:pt x="35610" y="35566"/>
                  <a:pt x="34183" y="38756"/>
                </a:cubicBezTo>
                <a:cubicBezTo>
                  <a:pt x="32537" y="42397"/>
                  <a:pt x="29755" y="44611"/>
                  <a:pt x="25939" y="45470"/>
                </a:cubicBezTo>
                <a:cubicBezTo>
                  <a:pt x="22065" y="46257"/>
                  <a:pt x="17637" y="45572"/>
                  <a:pt x="12627" y="43242"/>
                </a:cubicBezTo>
                <a:cubicBezTo>
                  <a:pt x="10515" y="42339"/>
                  <a:pt x="8418" y="41144"/>
                  <a:pt x="6306" y="39717"/>
                </a:cubicBezTo>
                <a:cubicBezTo>
                  <a:pt x="4267" y="38232"/>
                  <a:pt x="2097" y="36527"/>
                  <a:pt x="0" y="34590"/>
                </a:cubicBezTo>
                <a:lnTo>
                  <a:pt x="2957" y="27935"/>
                </a:lnTo>
                <a:cubicBezTo>
                  <a:pt x="4777" y="30279"/>
                  <a:pt x="6714" y="32260"/>
                  <a:pt x="8753" y="33920"/>
                </a:cubicBezTo>
                <a:cubicBezTo>
                  <a:pt x="10807" y="35566"/>
                  <a:pt x="12919" y="36935"/>
                  <a:pt x="15191" y="37955"/>
                </a:cubicBezTo>
                <a:cubicBezTo>
                  <a:pt x="18205" y="39324"/>
                  <a:pt x="20813" y="39834"/>
                  <a:pt x="22866" y="39542"/>
                </a:cubicBezTo>
                <a:cubicBezTo>
                  <a:pt x="24978" y="39266"/>
                  <a:pt x="26449" y="38130"/>
                  <a:pt x="27308" y="36251"/>
                </a:cubicBezTo>
                <a:cubicBezTo>
                  <a:pt x="28095" y="34547"/>
                  <a:pt x="28153" y="32886"/>
                  <a:pt x="27366" y="31474"/>
                </a:cubicBezTo>
                <a:cubicBezTo>
                  <a:pt x="26624" y="29988"/>
                  <a:pt x="24454" y="27891"/>
                  <a:pt x="20813" y="25269"/>
                </a:cubicBezTo>
                <a:lnTo>
                  <a:pt x="18832" y="23667"/>
                </a:lnTo>
                <a:cubicBezTo>
                  <a:pt x="15249" y="21060"/>
                  <a:pt x="12919" y="18497"/>
                  <a:pt x="11943" y="15933"/>
                </a:cubicBezTo>
                <a:cubicBezTo>
                  <a:pt x="10982" y="13370"/>
                  <a:pt x="11142" y="10588"/>
                  <a:pt x="12511" y="7573"/>
                </a:cubicBezTo>
                <a:cubicBezTo>
                  <a:pt x="14157" y="3874"/>
                  <a:pt x="16778" y="1660"/>
                  <a:pt x="20303" y="801"/>
                </a:cubicBezTo>
                <a:cubicBezTo>
                  <a:pt x="23842" y="0"/>
                  <a:pt x="27993" y="626"/>
                  <a:pt x="32770" y="2855"/>
                </a:cubicBezTo>
                <a:cubicBezTo>
                  <a:pt x="35158" y="3932"/>
                  <a:pt x="37314" y="5068"/>
                  <a:pt x="39251" y="6379"/>
                </a:cubicBezTo>
                <a:cubicBezTo>
                  <a:pt x="41188" y="7690"/>
                  <a:pt x="42892" y="9103"/>
                  <a:pt x="44378" y="10588"/>
                </a:cubicBezTo>
                <a:close/>
                <a:moveTo>
                  <a:pt x="44378" y="105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60B28-95AD-451A-B490-4475E123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248" y="4652155"/>
            <a:ext cx="51660" cy="70142"/>
          </a:xfrm>
          <a:custGeom xmlns:a="http://schemas.openxmlformats.org/drawingml/2006/main">
            <a:pathLst>
              <a:path w="51660" h="70142">
                <a:moveTo>
                  <a:pt x="24643" y="0"/>
                </a:moveTo>
                <a:lnTo>
                  <a:pt x="31124" y="2898"/>
                </a:lnTo>
                <a:lnTo>
                  <a:pt x="16560" y="35042"/>
                </a:lnTo>
                <a:lnTo>
                  <a:pt x="43416" y="26857"/>
                </a:lnTo>
                <a:lnTo>
                  <a:pt x="51660" y="30556"/>
                </a:lnTo>
                <a:lnTo>
                  <a:pt x="22589" y="39484"/>
                </a:lnTo>
                <a:lnTo>
                  <a:pt x="34823" y="70142"/>
                </a:lnTo>
                <a:lnTo>
                  <a:pt x="26405" y="66341"/>
                </a:lnTo>
                <a:lnTo>
                  <a:pt x="15132" y="38232"/>
                </a:lnTo>
                <a:lnTo>
                  <a:pt x="6481" y="57355"/>
                </a:lnTo>
                <a:lnTo>
                  <a:pt x="0" y="54442"/>
                </a:lnTo>
                <a:lnTo>
                  <a:pt x="24643" y="0"/>
                </a:lnTo>
                <a:close/>
                <a:moveTo>
                  <a:pt x="2464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B8440-4EE2-4B09-B2E6-788F8E04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296" y="4673317"/>
            <a:ext cx="52854" cy="55476"/>
          </a:xfrm>
          <a:custGeom xmlns:a="http://schemas.openxmlformats.org/drawingml/2006/main">
            <a:pathLst>
              <a:path w="52854" h="55476">
                <a:moveTo>
                  <a:pt x="28051" y="9044"/>
                </a:moveTo>
                <a:lnTo>
                  <a:pt x="19167" y="28677"/>
                </a:lnTo>
                <a:lnTo>
                  <a:pt x="28095" y="32653"/>
                </a:lnTo>
                <a:cubicBezTo>
                  <a:pt x="31401" y="34139"/>
                  <a:pt x="34299" y="34474"/>
                  <a:pt x="36862" y="33571"/>
                </a:cubicBezTo>
                <a:cubicBezTo>
                  <a:pt x="39426" y="32653"/>
                  <a:pt x="41421" y="30673"/>
                  <a:pt x="42834" y="27541"/>
                </a:cubicBezTo>
                <a:cubicBezTo>
                  <a:pt x="44261" y="24410"/>
                  <a:pt x="44494" y="21570"/>
                  <a:pt x="43402" y="19065"/>
                </a:cubicBezTo>
                <a:cubicBezTo>
                  <a:pt x="42382" y="16560"/>
                  <a:pt x="40271" y="14506"/>
                  <a:pt x="36979" y="13035"/>
                </a:cubicBezTo>
                <a:lnTo>
                  <a:pt x="28051" y="9044"/>
                </a:lnTo>
                <a:close/>
                <a:moveTo>
                  <a:pt x="23609" y="0"/>
                </a:moveTo>
                <a:lnTo>
                  <a:pt x="39601" y="7224"/>
                </a:lnTo>
                <a:cubicBezTo>
                  <a:pt x="45455" y="9904"/>
                  <a:pt x="49271" y="13195"/>
                  <a:pt x="51092" y="17244"/>
                </a:cubicBezTo>
                <a:cubicBezTo>
                  <a:pt x="52854" y="21220"/>
                  <a:pt x="52621" y="25779"/>
                  <a:pt x="50291" y="30891"/>
                </a:cubicBezTo>
                <a:cubicBezTo>
                  <a:pt x="47961" y="36018"/>
                  <a:pt x="44713" y="39251"/>
                  <a:pt x="40504" y="40504"/>
                </a:cubicBezTo>
                <a:cubicBezTo>
                  <a:pt x="36353" y="41814"/>
                  <a:pt x="31343" y="41130"/>
                  <a:pt x="25488" y="38465"/>
                </a:cubicBezTo>
                <a:lnTo>
                  <a:pt x="16560" y="34474"/>
                </a:lnTo>
                <a:lnTo>
                  <a:pt x="7049" y="55476"/>
                </a:lnTo>
                <a:lnTo>
                  <a:pt x="0" y="52286"/>
                </a:lnTo>
                <a:lnTo>
                  <a:pt x="23609" y="0"/>
                </a:lnTo>
                <a:close/>
                <a:moveTo>
                  <a:pt x="236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B6EB9-0AB8-448E-8FDB-60BEED3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857" y="4706320"/>
            <a:ext cx="43242" cy="51092"/>
          </a:xfrm>
          <a:custGeom xmlns:a="http://schemas.openxmlformats.org/drawingml/2006/main">
            <a:pathLst>
              <a:path w="43242" h="51092">
                <a:moveTo>
                  <a:pt x="25881" y="25604"/>
                </a:moveTo>
                <a:cubicBezTo>
                  <a:pt x="20652" y="23216"/>
                  <a:pt x="16778" y="22182"/>
                  <a:pt x="14273" y="22473"/>
                </a:cubicBezTo>
                <a:cubicBezTo>
                  <a:pt x="11724" y="22750"/>
                  <a:pt x="9787" y="24352"/>
                  <a:pt x="8476" y="27192"/>
                </a:cubicBezTo>
                <a:cubicBezTo>
                  <a:pt x="7457" y="29464"/>
                  <a:pt x="7399" y="31634"/>
                  <a:pt x="8302" y="33673"/>
                </a:cubicBezTo>
                <a:cubicBezTo>
                  <a:pt x="9219" y="35668"/>
                  <a:pt x="10923" y="37256"/>
                  <a:pt x="13545" y="38450"/>
                </a:cubicBezTo>
                <a:cubicBezTo>
                  <a:pt x="17128" y="40052"/>
                  <a:pt x="20536" y="40110"/>
                  <a:pt x="23842" y="38508"/>
                </a:cubicBezTo>
                <a:cubicBezTo>
                  <a:pt x="27133" y="36979"/>
                  <a:pt x="29755" y="34081"/>
                  <a:pt x="31634" y="29915"/>
                </a:cubicBezTo>
                <a:lnTo>
                  <a:pt x="32260" y="28444"/>
                </a:lnTo>
                <a:lnTo>
                  <a:pt x="25881" y="25604"/>
                </a:lnTo>
                <a:close/>
                <a:moveTo>
                  <a:pt x="39936" y="28721"/>
                </a:moveTo>
                <a:lnTo>
                  <a:pt x="29813" y="51092"/>
                </a:lnTo>
                <a:lnTo>
                  <a:pt x="23376" y="48179"/>
                </a:lnTo>
                <a:lnTo>
                  <a:pt x="26056" y="42208"/>
                </a:lnTo>
                <a:cubicBezTo>
                  <a:pt x="23492" y="43912"/>
                  <a:pt x="20885" y="44829"/>
                  <a:pt x="18205" y="45004"/>
                </a:cubicBezTo>
                <a:cubicBezTo>
                  <a:pt x="15467" y="45164"/>
                  <a:pt x="12511" y="44480"/>
                  <a:pt x="9379" y="43067"/>
                </a:cubicBezTo>
                <a:cubicBezTo>
                  <a:pt x="5345" y="41246"/>
                  <a:pt x="2680" y="38683"/>
                  <a:pt x="1311" y="35333"/>
                </a:cubicBezTo>
                <a:cubicBezTo>
                  <a:pt x="0" y="32027"/>
                  <a:pt x="175" y="28503"/>
                  <a:pt x="1879" y="24687"/>
                </a:cubicBezTo>
                <a:cubicBezTo>
                  <a:pt x="3874" y="20303"/>
                  <a:pt x="6831" y="17637"/>
                  <a:pt x="10807" y="16720"/>
                </a:cubicBezTo>
                <a:cubicBezTo>
                  <a:pt x="14739" y="15817"/>
                  <a:pt x="19691" y="16720"/>
                  <a:pt x="25546" y="19342"/>
                </a:cubicBezTo>
                <a:lnTo>
                  <a:pt x="34532" y="23434"/>
                </a:lnTo>
                <a:lnTo>
                  <a:pt x="34867" y="22808"/>
                </a:lnTo>
                <a:cubicBezTo>
                  <a:pt x="36178" y="19851"/>
                  <a:pt x="36236" y="17128"/>
                  <a:pt x="35042" y="14623"/>
                </a:cubicBezTo>
                <a:cubicBezTo>
                  <a:pt x="33789" y="12118"/>
                  <a:pt x="31459" y="10064"/>
                  <a:pt x="27935" y="8476"/>
                </a:cubicBezTo>
                <a:cubicBezTo>
                  <a:pt x="25662" y="7457"/>
                  <a:pt x="23376" y="6714"/>
                  <a:pt x="20987" y="6306"/>
                </a:cubicBezTo>
                <a:cubicBezTo>
                  <a:pt x="18657" y="5855"/>
                  <a:pt x="16268" y="5738"/>
                  <a:pt x="13822" y="5971"/>
                </a:cubicBezTo>
                <a:lnTo>
                  <a:pt x="16501" y="0"/>
                </a:lnTo>
                <a:cubicBezTo>
                  <a:pt x="19283" y="175"/>
                  <a:pt x="21847" y="510"/>
                  <a:pt x="24293" y="1078"/>
                </a:cubicBezTo>
                <a:cubicBezTo>
                  <a:pt x="26682" y="1588"/>
                  <a:pt x="28954" y="2330"/>
                  <a:pt x="31066" y="3292"/>
                </a:cubicBezTo>
                <a:cubicBezTo>
                  <a:pt x="36746" y="5855"/>
                  <a:pt x="40285" y="9263"/>
                  <a:pt x="41756" y="13487"/>
                </a:cubicBezTo>
                <a:cubicBezTo>
                  <a:pt x="43242" y="17637"/>
                  <a:pt x="42615" y="22750"/>
                  <a:pt x="39936" y="28721"/>
                </a:cubicBezTo>
                <a:close/>
                <a:moveTo>
                  <a:pt x="39936" y="287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D4B97-FA5D-4658-8AC9-8B1340C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691" y="4724074"/>
            <a:ext cx="40911" cy="42149"/>
          </a:xfrm>
          <a:custGeom xmlns:a="http://schemas.openxmlformats.org/drawingml/2006/main">
            <a:pathLst>
              <a:path w="40911" h="42149">
                <a:moveTo>
                  <a:pt x="37955" y="16385"/>
                </a:moveTo>
                <a:cubicBezTo>
                  <a:pt x="37445" y="15642"/>
                  <a:pt x="36761" y="15016"/>
                  <a:pt x="36018" y="14448"/>
                </a:cubicBezTo>
                <a:cubicBezTo>
                  <a:pt x="35217" y="13822"/>
                  <a:pt x="34372" y="13312"/>
                  <a:pt x="33338" y="12846"/>
                </a:cubicBezTo>
                <a:cubicBezTo>
                  <a:pt x="29697" y="11200"/>
                  <a:pt x="26347" y="11084"/>
                  <a:pt x="23332" y="12627"/>
                </a:cubicBezTo>
                <a:cubicBezTo>
                  <a:pt x="20317" y="14098"/>
                  <a:pt x="17812" y="17055"/>
                  <a:pt x="15817" y="21497"/>
                </a:cubicBezTo>
                <a:lnTo>
                  <a:pt x="6496" y="42149"/>
                </a:lnTo>
                <a:lnTo>
                  <a:pt x="0" y="39193"/>
                </a:lnTo>
                <a:lnTo>
                  <a:pt x="17696" y="0"/>
                </a:lnTo>
                <a:lnTo>
                  <a:pt x="24191" y="2957"/>
                </a:lnTo>
                <a:lnTo>
                  <a:pt x="21453" y="9044"/>
                </a:lnTo>
                <a:cubicBezTo>
                  <a:pt x="23842" y="7282"/>
                  <a:pt x="26405" y="6306"/>
                  <a:pt x="29129" y="6132"/>
                </a:cubicBezTo>
                <a:cubicBezTo>
                  <a:pt x="31809" y="5971"/>
                  <a:pt x="34707" y="6539"/>
                  <a:pt x="37838" y="7952"/>
                </a:cubicBezTo>
                <a:cubicBezTo>
                  <a:pt x="38232" y="8185"/>
                  <a:pt x="38756" y="8418"/>
                  <a:pt x="39266" y="8695"/>
                </a:cubicBezTo>
                <a:cubicBezTo>
                  <a:pt x="39775" y="9044"/>
                  <a:pt x="40285" y="9379"/>
                  <a:pt x="40911" y="9773"/>
                </a:cubicBezTo>
                <a:lnTo>
                  <a:pt x="37955" y="16385"/>
                </a:lnTo>
                <a:close/>
                <a:moveTo>
                  <a:pt x="37955" y="163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2DD9C-82AB-4B9C-ACF7-0D0D3632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189" y="4739483"/>
            <a:ext cx="43300" cy="51092"/>
          </a:xfrm>
          <a:custGeom xmlns:a="http://schemas.openxmlformats.org/drawingml/2006/main">
            <a:pathLst>
              <a:path w="43300" h="51092">
                <a:moveTo>
                  <a:pt x="25939" y="25604"/>
                </a:moveTo>
                <a:cubicBezTo>
                  <a:pt x="20711" y="23216"/>
                  <a:pt x="16836" y="22196"/>
                  <a:pt x="14288" y="22473"/>
                </a:cubicBezTo>
                <a:cubicBezTo>
                  <a:pt x="11783" y="22764"/>
                  <a:pt x="9846" y="24352"/>
                  <a:pt x="8535" y="27192"/>
                </a:cubicBezTo>
                <a:cubicBezTo>
                  <a:pt x="7515" y="29478"/>
                  <a:pt x="7457" y="31634"/>
                  <a:pt x="8360" y="33687"/>
                </a:cubicBezTo>
                <a:cubicBezTo>
                  <a:pt x="9219" y="35668"/>
                  <a:pt x="10982" y="37270"/>
                  <a:pt x="13603" y="38465"/>
                </a:cubicBezTo>
                <a:cubicBezTo>
                  <a:pt x="17128" y="40052"/>
                  <a:pt x="20594" y="40110"/>
                  <a:pt x="23900" y="38523"/>
                </a:cubicBezTo>
                <a:cubicBezTo>
                  <a:pt x="27192" y="36979"/>
                  <a:pt x="29813" y="34081"/>
                  <a:pt x="31692" y="29930"/>
                </a:cubicBezTo>
                <a:lnTo>
                  <a:pt x="32318" y="28503"/>
                </a:lnTo>
                <a:lnTo>
                  <a:pt x="25939" y="25604"/>
                </a:lnTo>
                <a:close/>
                <a:moveTo>
                  <a:pt x="39994" y="28736"/>
                </a:moveTo>
                <a:lnTo>
                  <a:pt x="29872" y="51092"/>
                </a:lnTo>
                <a:lnTo>
                  <a:pt x="23434" y="48194"/>
                </a:lnTo>
                <a:lnTo>
                  <a:pt x="26114" y="42222"/>
                </a:lnTo>
                <a:cubicBezTo>
                  <a:pt x="23551" y="43926"/>
                  <a:pt x="20944" y="44887"/>
                  <a:pt x="18264" y="45004"/>
                </a:cubicBezTo>
                <a:cubicBezTo>
                  <a:pt x="15540" y="45179"/>
                  <a:pt x="12569" y="44494"/>
                  <a:pt x="9452" y="43067"/>
                </a:cubicBezTo>
                <a:cubicBezTo>
                  <a:pt x="5403" y="41246"/>
                  <a:pt x="2738" y="38683"/>
                  <a:pt x="1369" y="35333"/>
                </a:cubicBezTo>
                <a:cubicBezTo>
                  <a:pt x="0" y="32027"/>
                  <a:pt x="233" y="28503"/>
                  <a:pt x="1937" y="24687"/>
                </a:cubicBezTo>
                <a:cubicBezTo>
                  <a:pt x="3932" y="20317"/>
                  <a:pt x="6889" y="17637"/>
                  <a:pt x="10865" y="16734"/>
                </a:cubicBezTo>
                <a:cubicBezTo>
                  <a:pt x="14797" y="15817"/>
                  <a:pt x="19749" y="16734"/>
                  <a:pt x="25546" y="19342"/>
                </a:cubicBezTo>
                <a:lnTo>
                  <a:pt x="34590" y="23434"/>
                </a:lnTo>
                <a:lnTo>
                  <a:pt x="34882" y="22822"/>
                </a:lnTo>
                <a:cubicBezTo>
                  <a:pt x="36236" y="19851"/>
                  <a:pt x="36294" y="17128"/>
                  <a:pt x="35100" y="14623"/>
                </a:cubicBezTo>
                <a:cubicBezTo>
                  <a:pt x="33848" y="12118"/>
                  <a:pt x="31517" y="10079"/>
                  <a:pt x="27993" y="8476"/>
                </a:cubicBezTo>
                <a:cubicBezTo>
                  <a:pt x="25721" y="7457"/>
                  <a:pt x="23434" y="6714"/>
                  <a:pt x="21046" y="6321"/>
                </a:cubicBezTo>
                <a:cubicBezTo>
                  <a:pt x="18715" y="5855"/>
                  <a:pt x="16268" y="5753"/>
                  <a:pt x="13822" y="5971"/>
                </a:cubicBezTo>
                <a:lnTo>
                  <a:pt x="16560" y="0"/>
                </a:lnTo>
                <a:cubicBezTo>
                  <a:pt x="19283" y="175"/>
                  <a:pt x="21905" y="510"/>
                  <a:pt x="24293" y="1078"/>
                </a:cubicBezTo>
                <a:cubicBezTo>
                  <a:pt x="26740" y="1588"/>
                  <a:pt x="29012" y="2330"/>
                  <a:pt x="31124" y="3306"/>
                </a:cubicBezTo>
                <a:cubicBezTo>
                  <a:pt x="36761" y="5855"/>
                  <a:pt x="40343" y="9278"/>
                  <a:pt x="41814" y="13487"/>
                </a:cubicBezTo>
                <a:cubicBezTo>
                  <a:pt x="43300" y="17637"/>
                  <a:pt x="42674" y="22764"/>
                  <a:pt x="39994" y="28736"/>
                </a:cubicBezTo>
                <a:close/>
                <a:moveTo>
                  <a:pt x="39994" y="287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1F98F-12DB-4B85-B82F-7195F8C2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081" y="4757237"/>
            <a:ext cx="71001" cy="65088"/>
          </a:xfrm>
          <a:custGeom xmlns:a="http://schemas.openxmlformats.org/drawingml/2006/main">
            <a:pathLst>
              <a:path w="71001" h="65088">
                <a:moveTo>
                  <a:pt x="45062" y="21453"/>
                </a:moveTo>
                <a:cubicBezTo>
                  <a:pt x="47961" y="19283"/>
                  <a:pt x="50873" y="18031"/>
                  <a:pt x="53713" y="17637"/>
                </a:cubicBezTo>
                <a:cubicBezTo>
                  <a:pt x="56612" y="17288"/>
                  <a:pt x="59510" y="17812"/>
                  <a:pt x="62583" y="19167"/>
                </a:cubicBezTo>
                <a:cubicBezTo>
                  <a:pt x="66632" y="20987"/>
                  <a:pt x="69181" y="23886"/>
                  <a:pt x="70098" y="27701"/>
                </a:cubicBezTo>
                <a:cubicBezTo>
                  <a:pt x="71001" y="31576"/>
                  <a:pt x="70273" y="36120"/>
                  <a:pt x="67885" y="41421"/>
                </a:cubicBezTo>
                <a:lnTo>
                  <a:pt x="57180" y="65088"/>
                </a:lnTo>
                <a:lnTo>
                  <a:pt x="50757" y="62132"/>
                </a:lnTo>
                <a:lnTo>
                  <a:pt x="61331" y="38683"/>
                </a:lnTo>
                <a:cubicBezTo>
                  <a:pt x="63049" y="34925"/>
                  <a:pt x="63617" y="31852"/>
                  <a:pt x="63093" y="29464"/>
                </a:cubicBezTo>
                <a:cubicBezTo>
                  <a:pt x="62583" y="27017"/>
                  <a:pt x="60996" y="25196"/>
                  <a:pt x="58258" y="23944"/>
                </a:cubicBezTo>
                <a:cubicBezTo>
                  <a:pt x="54908" y="22473"/>
                  <a:pt x="51776" y="22356"/>
                  <a:pt x="48820" y="23725"/>
                </a:cubicBezTo>
                <a:cubicBezTo>
                  <a:pt x="45922" y="25036"/>
                  <a:pt x="43591" y="27643"/>
                  <a:pt x="41829" y="31459"/>
                </a:cubicBezTo>
                <a:lnTo>
                  <a:pt x="31809" y="53597"/>
                </a:lnTo>
                <a:lnTo>
                  <a:pt x="25386" y="50684"/>
                </a:lnTo>
                <a:lnTo>
                  <a:pt x="35959" y="27250"/>
                </a:lnTo>
                <a:cubicBezTo>
                  <a:pt x="37664" y="23434"/>
                  <a:pt x="38232" y="20361"/>
                  <a:pt x="37722" y="17972"/>
                </a:cubicBezTo>
                <a:cubicBezTo>
                  <a:pt x="37212" y="15526"/>
                  <a:pt x="35625" y="13705"/>
                  <a:pt x="32828" y="12453"/>
                </a:cubicBezTo>
                <a:cubicBezTo>
                  <a:pt x="29537" y="10982"/>
                  <a:pt x="26405" y="10923"/>
                  <a:pt x="23449" y="12234"/>
                </a:cubicBezTo>
                <a:cubicBezTo>
                  <a:pt x="20550" y="13589"/>
                  <a:pt x="18205" y="16152"/>
                  <a:pt x="16443" y="19968"/>
                </a:cubicBezTo>
                <a:lnTo>
                  <a:pt x="6437" y="42149"/>
                </a:lnTo>
                <a:lnTo>
                  <a:pt x="0" y="39193"/>
                </a:lnTo>
                <a:lnTo>
                  <a:pt x="17696" y="0"/>
                </a:lnTo>
                <a:lnTo>
                  <a:pt x="24191" y="2957"/>
                </a:lnTo>
                <a:lnTo>
                  <a:pt x="21395" y="9044"/>
                </a:lnTo>
                <a:cubicBezTo>
                  <a:pt x="23958" y="7282"/>
                  <a:pt x="26522" y="6306"/>
                  <a:pt x="29129" y="6088"/>
                </a:cubicBezTo>
                <a:cubicBezTo>
                  <a:pt x="31692" y="5913"/>
                  <a:pt x="34372" y="6423"/>
                  <a:pt x="37212" y="7675"/>
                </a:cubicBezTo>
                <a:cubicBezTo>
                  <a:pt x="40052" y="8986"/>
                  <a:pt x="42164" y="10807"/>
                  <a:pt x="43475" y="13137"/>
                </a:cubicBezTo>
                <a:cubicBezTo>
                  <a:pt x="44844" y="15467"/>
                  <a:pt x="45354" y="18264"/>
                  <a:pt x="45062" y="21453"/>
                </a:cubicBezTo>
                <a:close/>
                <a:moveTo>
                  <a:pt x="45062" y="21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917D9A-791F-44AA-BB31-8898DA37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801" y="4792512"/>
            <a:ext cx="43635" cy="48077"/>
          </a:xfrm>
          <a:custGeom xmlns:a="http://schemas.openxmlformats.org/drawingml/2006/main">
            <a:pathLst>
              <a:path w="43635" h="48077">
                <a:moveTo>
                  <a:pt x="40445" y="29522"/>
                </a:moveTo>
                <a:lnTo>
                  <a:pt x="39018" y="32712"/>
                </a:lnTo>
                <a:lnTo>
                  <a:pt x="9379" y="19342"/>
                </a:lnTo>
                <a:cubicBezTo>
                  <a:pt x="7675" y="23886"/>
                  <a:pt x="7501" y="27876"/>
                  <a:pt x="8811" y="31284"/>
                </a:cubicBezTo>
                <a:cubicBezTo>
                  <a:pt x="10181" y="34649"/>
                  <a:pt x="12962" y="37314"/>
                  <a:pt x="17230" y="39251"/>
                </a:cubicBezTo>
                <a:cubicBezTo>
                  <a:pt x="19735" y="40387"/>
                  <a:pt x="22240" y="41130"/>
                  <a:pt x="24861" y="41581"/>
                </a:cubicBezTo>
                <a:cubicBezTo>
                  <a:pt x="27410" y="42033"/>
                  <a:pt x="30148" y="42149"/>
                  <a:pt x="32988" y="41989"/>
                </a:cubicBezTo>
                <a:lnTo>
                  <a:pt x="30265" y="48077"/>
                </a:lnTo>
                <a:cubicBezTo>
                  <a:pt x="27468" y="48019"/>
                  <a:pt x="24803" y="47669"/>
                  <a:pt x="22123" y="47101"/>
                </a:cubicBezTo>
                <a:cubicBezTo>
                  <a:pt x="19458" y="46533"/>
                  <a:pt x="16895" y="45674"/>
                  <a:pt x="14390" y="44538"/>
                </a:cubicBezTo>
                <a:cubicBezTo>
                  <a:pt x="8127" y="41698"/>
                  <a:pt x="4034" y="37664"/>
                  <a:pt x="1981" y="32362"/>
                </a:cubicBezTo>
                <a:cubicBezTo>
                  <a:pt x="0" y="27075"/>
                  <a:pt x="393" y="21337"/>
                  <a:pt x="3233" y="15132"/>
                </a:cubicBezTo>
                <a:cubicBezTo>
                  <a:pt x="6088" y="8695"/>
                  <a:pt x="10122" y="4428"/>
                  <a:pt x="15293" y="2214"/>
                </a:cubicBezTo>
                <a:cubicBezTo>
                  <a:pt x="20478" y="0"/>
                  <a:pt x="25997" y="218"/>
                  <a:pt x="31852" y="2898"/>
                </a:cubicBezTo>
                <a:cubicBezTo>
                  <a:pt x="37139" y="5287"/>
                  <a:pt x="40562" y="8870"/>
                  <a:pt x="42091" y="13647"/>
                </a:cubicBezTo>
                <a:cubicBezTo>
                  <a:pt x="43635" y="18424"/>
                  <a:pt x="43067" y="23725"/>
                  <a:pt x="40445" y="29522"/>
                </a:cubicBezTo>
                <a:close/>
                <a:moveTo>
                  <a:pt x="34867" y="24745"/>
                </a:moveTo>
                <a:cubicBezTo>
                  <a:pt x="36411" y="21220"/>
                  <a:pt x="36688" y="17972"/>
                  <a:pt x="35726" y="15016"/>
                </a:cubicBezTo>
                <a:cubicBezTo>
                  <a:pt x="34751" y="12001"/>
                  <a:pt x="32653" y="9787"/>
                  <a:pt x="29464" y="8360"/>
                </a:cubicBezTo>
                <a:cubicBezTo>
                  <a:pt x="25881" y="6772"/>
                  <a:pt x="22575" y="6481"/>
                  <a:pt x="19502" y="7501"/>
                </a:cubicBezTo>
                <a:cubicBezTo>
                  <a:pt x="16443" y="8593"/>
                  <a:pt x="13880" y="10865"/>
                  <a:pt x="11885" y="14390"/>
                </a:cubicBezTo>
                <a:lnTo>
                  <a:pt x="34867" y="24745"/>
                </a:lnTo>
                <a:close/>
                <a:moveTo>
                  <a:pt x="34867" y="247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515C7-C411-4027-8214-EA51AE2A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179" y="4797682"/>
            <a:ext cx="34357" cy="59233"/>
          </a:xfrm>
          <a:custGeom xmlns:a="http://schemas.openxmlformats.org/drawingml/2006/main">
            <a:pathLst>
              <a:path w="34357" h="59233">
                <a:moveTo>
                  <a:pt x="26158" y="2898"/>
                </a:moveTo>
                <a:lnTo>
                  <a:pt x="21104" y="14055"/>
                </a:lnTo>
                <a:lnTo>
                  <a:pt x="34357" y="20026"/>
                </a:lnTo>
                <a:lnTo>
                  <a:pt x="32144" y="25036"/>
                </a:lnTo>
                <a:lnTo>
                  <a:pt x="18875" y="19065"/>
                </a:lnTo>
                <a:lnTo>
                  <a:pt x="9263" y="40343"/>
                </a:lnTo>
                <a:cubicBezTo>
                  <a:pt x="7792" y="43533"/>
                  <a:pt x="7326" y="45805"/>
                  <a:pt x="7792" y="47116"/>
                </a:cubicBezTo>
                <a:cubicBezTo>
                  <a:pt x="8243" y="48412"/>
                  <a:pt x="9831" y="49665"/>
                  <a:pt x="12511" y="50859"/>
                </a:cubicBezTo>
                <a:lnTo>
                  <a:pt x="19108" y="53874"/>
                </a:lnTo>
                <a:lnTo>
                  <a:pt x="16662" y="59233"/>
                </a:lnTo>
                <a:lnTo>
                  <a:pt x="10064" y="56262"/>
                </a:lnTo>
                <a:cubicBezTo>
                  <a:pt x="5112" y="53990"/>
                  <a:pt x="2097" y="51543"/>
                  <a:pt x="1020" y="48820"/>
                </a:cubicBezTo>
                <a:cubicBezTo>
                  <a:pt x="0" y="46082"/>
                  <a:pt x="568" y="42324"/>
                  <a:pt x="2782" y="37387"/>
                </a:cubicBezTo>
                <a:lnTo>
                  <a:pt x="12394" y="16166"/>
                </a:lnTo>
                <a:lnTo>
                  <a:pt x="7675" y="13996"/>
                </a:lnTo>
                <a:lnTo>
                  <a:pt x="9947" y="8986"/>
                </a:lnTo>
                <a:lnTo>
                  <a:pt x="14666" y="11156"/>
                </a:lnTo>
                <a:lnTo>
                  <a:pt x="19676" y="0"/>
                </a:lnTo>
                <a:lnTo>
                  <a:pt x="26158" y="2898"/>
                </a:lnTo>
                <a:close/>
                <a:moveTo>
                  <a:pt x="26158" y="28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3E5D2-3F67-4C0F-BA8D-8880FF2F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997" y="4825165"/>
            <a:ext cx="43635" cy="48077"/>
          </a:xfrm>
          <a:custGeom xmlns:a="http://schemas.openxmlformats.org/drawingml/2006/main">
            <a:pathLst>
              <a:path w="43635" h="48077">
                <a:moveTo>
                  <a:pt x="40445" y="29522"/>
                </a:moveTo>
                <a:lnTo>
                  <a:pt x="39018" y="32653"/>
                </a:lnTo>
                <a:lnTo>
                  <a:pt x="9379" y="19283"/>
                </a:lnTo>
                <a:cubicBezTo>
                  <a:pt x="7675" y="23842"/>
                  <a:pt x="7501" y="27818"/>
                  <a:pt x="8811" y="31226"/>
                </a:cubicBezTo>
                <a:cubicBezTo>
                  <a:pt x="10181" y="34649"/>
                  <a:pt x="12962" y="37314"/>
                  <a:pt x="17230" y="39251"/>
                </a:cubicBezTo>
                <a:cubicBezTo>
                  <a:pt x="19735" y="40329"/>
                  <a:pt x="22240" y="41130"/>
                  <a:pt x="24861" y="41581"/>
                </a:cubicBezTo>
                <a:cubicBezTo>
                  <a:pt x="27410" y="42047"/>
                  <a:pt x="30148" y="42149"/>
                  <a:pt x="32988" y="41989"/>
                </a:cubicBezTo>
                <a:lnTo>
                  <a:pt x="30265" y="48077"/>
                </a:lnTo>
                <a:cubicBezTo>
                  <a:pt x="27468" y="48019"/>
                  <a:pt x="24803" y="47669"/>
                  <a:pt x="22123" y="47101"/>
                </a:cubicBezTo>
                <a:cubicBezTo>
                  <a:pt x="19458" y="46533"/>
                  <a:pt x="16895" y="45688"/>
                  <a:pt x="14390" y="44552"/>
                </a:cubicBezTo>
                <a:cubicBezTo>
                  <a:pt x="8127" y="41698"/>
                  <a:pt x="4034" y="37664"/>
                  <a:pt x="1981" y="32377"/>
                </a:cubicBezTo>
                <a:cubicBezTo>
                  <a:pt x="0" y="27075"/>
                  <a:pt x="393" y="21337"/>
                  <a:pt x="3175" y="15074"/>
                </a:cubicBezTo>
                <a:cubicBezTo>
                  <a:pt x="6088" y="8710"/>
                  <a:pt x="10122" y="4384"/>
                  <a:pt x="15293" y="2156"/>
                </a:cubicBezTo>
                <a:cubicBezTo>
                  <a:pt x="20478" y="0"/>
                  <a:pt x="25997" y="233"/>
                  <a:pt x="31852" y="2840"/>
                </a:cubicBezTo>
                <a:cubicBezTo>
                  <a:pt x="37139" y="5229"/>
                  <a:pt x="40562" y="8811"/>
                  <a:pt x="42091" y="13603"/>
                </a:cubicBezTo>
                <a:cubicBezTo>
                  <a:pt x="43635" y="18380"/>
                  <a:pt x="43067" y="23725"/>
                  <a:pt x="40445" y="29522"/>
                </a:cubicBezTo>
                <a:close/>
                <a:moveTo>
                  <a:pt x="34867" y="24745"/>
                </a:moveTo>
                <a:cubicBezTo>
                  <a:pt x="36411" y="21162"/>
                  <a:pt x="36688" y="17914"/>
                  <a:pt x="35726" y="14958"/>
                </a:cubicBezTo>
                <a:cubicBezTo>
                  <a:pt x="34692" y="12001"/>
                  <a:pt x="32653" y="9787"/>
                  <a:pt x="29464" y="8360"/>
                </a:cubicBezTo>
                <a:cubicBezTo>
                  <a:pt x="25881" y="6714"/>
                  <a:pt x="22575" y="6423"/>
                  <a:pt x="19458" y="7515"/>
                </a:cubicBezTo>
                <a:cubicBezTo>
                  <a:pt x="16385" y="8535"/>
                  <a:pt x="13880" y="10865"/>
                  <a:pt x="11885" y="14390"/>
                </a:cubicBezTo>
                <a:lnTo>
                  <a:pt x="34867" y="24745"/>
                </a:lnTo>
                <a:close/>
                <a:moveTo>
                  <a:pt x="34867" y="247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26F7C-0863-40F0-A9F1-938FBCEF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85" y="4841375"/>
            <a:ext cx="40897" cy="42106"/>
          </a:xfrm>
          <a:custGeom xmlns:a="http://schemas.openxmlformats.org/drawingml/2006/main">
            <a:pathLst>
              <a:path w="40897" h="42106">
                <a:moveTo>
                  <a:pt x="37940" y="16385"/>
                </a:moveTo>
                <a:cubicBezTo>
                  <a:pt x="37372" y="15642"/>
                  <a:pt x="36746" y="14972"/>
                  <a:pt x="36003" y="14404"/>
                </a:cubicBezTo>
                <a:cubicBezTo>
                  <a:pt x="35217" y="13822"/>
                  <a:pt x="34299" y="13312"/>
                  <a:pt x="33338" y="12802"/>
                </a:cubicBezTo>
                <a:cubicBezTo>
                  <a:pt x="29639" y="11215"/>
                  <a:pt x="26332" y="11098"/>
                  <a:pt x="23318" y="12569"/>
                </a:cubicBezTo>
                <a:cubicBezTo>
                  <a:pt x="20303" y="14055"/>
                  <a:pt x="17798" y="17011"/>
                  <a:pt x="15759" y="21453"/>
                </a:cubicBezTo>
                <a:lnTo>
                  <a:pt x="6423" y="42106"/>
                </a:lnTo>
                <a:lnTo>
                  <a:pt x="0" y="39207"/>
                </a:lnTo>
                <a:lnTo>
                  <a:pt x="17696" y="0"/>
                </a:lnTo>
                <a:lnTo>
                  <a:pt x="24177" y="2898"/>
                </a:lnTo>
                <a:lnTo>
                  <a:pt x="21395" y="8986"/>
                </a:lnTo>
                <a:cubicBezTo>
                  <a:pt x="23827" y="7224"/>
                  <a:pt x="26391" y="6263"/>
                  <a:pt x="29071" y="6088"/>
                </a:cubicBezTo>
                <a:cubicBezTo>
                  <a:pt x="31794" y="5913"/>
                  <a:pt x="34707" y="6539"/>
                  <a:pt x="37780" y="7967"/>
                </a:cubicBezTo>
                <a:cubicBezTo>
                  <a:pt x="38232" y="8141"/>
                  <a:pt x="38683" y="8418"/>
                  <a:pt x="39193" y="8710"/>
                </a:cubicBezTo>
                <a:cubicBezTo>
                  <a:pt x="39703" y="8986"/>
                  <a:pt x="40271" y="9336"/>
                  <a:pt x="40897" y="9787"/>
                </a:cubicBezTo>
                <a:lnTo>
                  <a:pt x="37940" y="16385"/>
                </a:lnTo>
                <a:close/>
                <a:moveTo>
                  <a:pt x="37940" y="163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A44A4-7902-4598-BAE9-C0C86054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653" y="4856624"/>
            <a:ext cx="44378" cy="46315"/>
          </a:xfrm>
          <a:custGeom xmlns:a="http://schemas.openxmlformats.org/drawingml/2006/main">
            <a:pathLst>
              <a:path w="44378" h="46315">
                <a:moveTo>
                  <a:pt x="44378" y="10647"/>
                </a:moveTo>
                <a:lnTo>
                  <a:pt x="41654" y="16734"/>
                </a:lnTo>
                <a:cubicBezTo>
                  <a:pt x="40227" y="14958"/>
                  <a:pt x="38698" y="13428"/>
                  <a:pt x="36935" y="12059"/>
                </a:cubicBezTo>
                <a:cubicBezTo>
                  <a:pt x="35173" y="10690"/>
                  <a:pt x="33236" y="9554"/>
                  <a:pt x="31124" y="8593"/>
                </a:cubicBezTo>
                <a:cubicBezTo>
                  <a:pt x="27935" y="7166"/>
                  <a:pt x="25327" y="6539"/>
                  <a:pt x="23274" y="6831"/>
                </a:cubicBezTo>
                <a:cubicBezTo>
                  <a:pt x="21279" y="7049"/>
                  <a:pt x="19808" y="8200"/>
                  <a:pt x="18890" y="10122"/>
                </a:cubicBezTo>
                <a:cubicBezTo>
                  <a:pt x="18205" y="11666"/>
                  <a:pt x="18264" y="13093"/>
                  <a:pt x="19007" y="14448"/>
                </a:cubicBezTo>
                <a:cubicBezTo>
                  <a:pt x="19808" y="15817"/>
                  <a:pt x="21745" y="17637"/>
                  <a:pt x="24818" y="19968"/>
                </a:cubicBezTo>
                <a:lnTo>
                  <a:pt x="26798" y="21512"/>
                </a:lnTo>
                <a:cubicBezTo>
                  <a:pt x="30964" y="24526"/>
                  <a:pt x="33571" y="27366"/>
                  <a:pt x="34649" y="30046"/>
                </a:cubicBezTo>
                <a:cubicBezTo>
                  <a:pt x="35799" y="32653"/>
                  <a:pt x="35625" y="35610"/>
                  <a:pt x="34197" y="38800"/>
                </a:cubicBezTo>
                <a:cubicBezTo>
                  <a:pt x="32551" y="42441"/>
                  <a:pt x="29813" y="44654"/>
                  <a:pt x="25954" y="45514"/>
                </a:cubicBezTo>
                <a:cubicBezTo>
                  <a:pt x="22138" y="46315"/>
                  <a:pt x="17696" y="45572"/>
                  <a:pt x="12642" y="43300"/>
                </a:cubicBezTo>
                <a:cubicBezTo>
                  <a:pt x="10530" y="42382"/>
                  <a:pt x="8433" y="41188"/>
                  <a:pt x="6379" y="39717"/>
                </a:cubicBezTo>
                <a:cubicBezTo>
                  <a:pt x="4267" y="38290"/>
                  <a:pt x="2170" y="36586"/>
                  <a:pt x="0" y="34649"/>
                </a:cubicBezTo>
                <a:lnTo>
                  <a:pt x="3029" y="27993"/>
                </a:lnTo>
                <a:cubicBezTo>
                  <a:pt x="4850" y="30323"/>
                  <a:pt x="6772" y="32318"/>
                  <a:pt x="8768" y="33964"/>
                </a:cubicBezTo>
                <a:cubicBezTo>
                  <a:pt x="10821" y="35610"/>
                  <a:pt x="12977" y="36979"/>
                  <a:pt x="15249" y="37998"/>
                </a:cubicBezTo>
                <a:cubicBezTo>
                  <a:pt x="18264" y="39368"/>
                  <a:pt x="20827" y="39877"/>
                  <a:pt x="22939" y="39601"/>
                </a:cubicBezTo>
                <a:cubicBezTo>
                  <a:pt x="25036" y="39251"/>
                  <a:pt x="26522" y="38173"/>
                  <a:pt x="27366" y="36294"/>
                </a:cubicBezTo>
                <a:cubicBezTo>
                  <a:pt x="28168" y="34532"/>
                  <a:pt x="28168" y="32945"/>
                  <a:pt x="27425" y="31459"/>
                </a:cubicBezTo>
                <a:cubicBezTo>
                  <a:pt x="26638" y="30046"/>
                  <a:pt x="24468" y="27935"/>
                  <a:pt x="20885" y="25255"/>
                </a:cubicBezTo>
                <a:lnTo>
                  <a:pt x="18890" y="23725"/>
                </a:lnTo>
                <a:cubicBezTo>
                  <a:pt x="15249" y="21104"/>
                  <a:pt x="12977" y="18497"/>
                  <a:pt x="11957" y="15992"/>
                </a:cubicBezTo>
                <a:cubicBezTo>
                  <a:pt x="10982" y="13428"/>
                  <a:pt x="11156" y="10647"/>
                  <a:pt x="12584" y="7632"/>
                </a:cubicBezTo>
                <a:cubicBezTo>
                  <a:pt x="14229" y="3932"/>
                  <a:pt x="16793" y="1646"/>
                  <a:pt x="20317" y="859"/>
                </a:cubicBezTo>
                <a:cubicBezTo>
                  <a:pt x="23842" y="0"/>
                  <a:pt x="27993" y="685"/>
                  <a:pt x="32828" y="2898"/>
                </a:cubicBezTo>
                <a:cubicBezTo>
                  <a:pt x="35217" y="3932"/>
                  <a:pt x="37329" y="5127"/>
                  <a:pt x="39324" y="6437"/>
                </a:cubicBezTo>
                <a:cubicBezTo>
                  <a:pt x="41261" y="7734"/>
                  <a:pt x="42965" y="9103"/>
                  <a:pt x="44378" y="10647"/>
                </a:cubicBezTo>
                <a:close/>
                <a:moveTo>
                  <a:pt x="44378" y="106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983F4-CFAE-4CF5-838F-1EE317D7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163" y="4601864"/>
            <a:ext cx="32318" cy="54849"/>
          </a:xfrm>
          <a:custGeom xmlns:a="http://schemas.openxmlformats.org/drawingml/2006/main">
            <a:pathLst>
              <a:path w="32318" h="54849">
                <a:moveTo>
                  <a:pt x="25386" y="0"/>
                </a:moveTo>
                <a:lnTo>
                  <a:pt x="32318" y="3466"/>
                </a:lnTo>
                <a:lnTo>
                  <a:pt x="6947" y="54849"/>
                </a:lnTo>
                <a:lnTo>
                  <a:pt x="0" y="51427"/>
                </a:lnTo>
                <a:lnTo>
                  <a:pt x="25386" y="0"/>
                </a:lnTo>
                <a:close/>
                <a:moveTo>
                  <a:pt x="253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7569B-A862-4270-9F9D-954CEE65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480" y="4624730"/>
            <a:ext cx="47276" cy="54500"/>
          </a:xfrm>
          <a:custGeom xmlns:a="http://schemas.openxmlformats.org/drawingml/2006/main">
            <a:pathLst>
              <a:path w="47276" h="54500">
                <a:moveTo>
                  <a:pt x="43751" y="31241"/>
                </a:moveTo>
                <a:lnTo>
                  <a:pt x="32260" y="54500"/>
                </a:lnTo>
                <a:lnTo>
                  <a:pt x="25939" y="51383"/>
                </a:lnTo>
                <a:lnTo>
                  <a:pt x="37329" y="28342"/>
                </a:lnTo>
                <a:cubicBezTo>
                  <a:pt x="39135" y="24701"/>
                  <a:pt x="39761" y="21570"/>
                  <a:pt x="39251" y="19065"/>
                </a:cubicBezTo>
                <a:cubicBezTo>
                  <a:pt x="38683" y="16560"/>
                  <a:pt x="37037" y="14623"/>
                  <a:pt x="34197" y="13195"/>
                </a:cubicBezTo>
                <a:cubicBezTo>
                  <a:pt x="30775" y="11491"/>
                  <a:pt x="27541" y="11273"/>
                  <a:pt x="24468" y="12467"/>
                </a:cubicBezTo>
                <a:cubicBezTo>
                  <a:pt x="21395" y="13661"/>
                  <a:pt x="18948" y="16166"/>
                  <a:pt x="17128" y="19910"/>
                </a:cubicBezTo>
                <a:lnTo>
                  <a:pt x="6321" y="41712"/>
                </a:lnTo>
                <a:lnTo>
                  <a:pt x="0" y="38581"/>
                </a:lnTo>
                <a:lnTo>
                  <a:pt x="19007" y="0"/>
                </a:lnTo>
                <a:lnTo>
                  <a:pt x="25371" y="3131"/>
                </a:lnTo>
                <a:lnTo>
                  <a:pt x="22415" y="9161"/>
                </a:lnTo>
                <a:cubicBezTo>
                  <a:pt x="25094" y="7573"/>
                  <a:pt x="27701" y="6714"/>
                  <a:pt x="30323" y="6598"/>
                </a:cubicBezTo>
                <a:cubicBezTo>
                  <a:pt x="32945" y="6437"/>
                  <a:pt x="35610" y="7064"/>
                  <a:pt x="38290" y="8360"/>
                </a:cubicBezTo>
                <a:cubicBezTo>
                  <a:pt x="42732" y="10588"/>
                  <a:pt x="45397" y="13603"/>
                  <a:pt x="46315" y="17463"/>
                </a:cubicBezTo>
                <a:cubicBezTo>
                  <a:pt x="47276" y="21337"/>
                  <a:pt x="46417" y="25895"/>
                  <a:pt x="43751" y="31241"/>
                </a:cubicBezTo>
                <a:close/>
                <a:moveTo>
                  <a:pt x="43751" y="312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68A6A-5080-470D-ADD9-B02701F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256" y="4648907"/>
            <a:ext cx="45179" cy="46198"/>
          </a:xfrm>
          <a:custGeom xmlns:a="http://schemas.openxmlformats.org/drawingml/2006/main">
            <a:pathLst>
              <a:path w="45179" h="46198">
                <a:moveTo>
                  <a:pt x="45179" y="11273"/>
                </a:moveTo>
                <a:lnTo>
                  <a:pt x="42222" y="17302"/>
                </a:lnTo>
                <a:cubicBezTo>
                  <a:pt x="40911" y="15482"/>
                  <a:pt x="39382" y="13894"/>
                  <a:pt x="37664" y="12467"/>
                </a:cubicBezTo>
                <a:cubicBezTo>
                  <a:pt x="35959" y="11040"/>
                  <a:pt x="34081" y="9846"/>
                  <a:pt x="32042" y="8826"/>
                </a:cubicBezTo>
                <a:cubicBezTo>
                  <a:pt x="28910" y="7224"/>
                  <a:pt x="26289" y="6554"/>
                  <a:pt x="24250" y="6772"/>
                </a:cubicBezTo>
                <a:cubicBezTo>
                  <a:pt x="22196" y="6947"/>
                  <a:pt x="20711" y="8025"/>
                  <a:pt x="19749" y="9962"/>
                </a:cubicBezTo>
                <a:cubicBezTo>
                  <a:pt x="19007" y="11389"/>
                  <a:pt x="19007" y="12860"/>
                  <a:pt x="19691" y="14229"/>
                </a:cubicBezTo>
                <a:cubicBezTo>
                  <a:pt x="20434" y="15598"/>
                  <a:pt x="22313" y="17536"/>
                  <a:pt x="25327" y="19968"/>
                </a:cubicBezTo>
                <a:lnTo>
                  <a:pt x="27265" y="21512"/>
                </a:lnTo>
                <a:cubicBezTo>
                  <a:pt x="31299" y="24701"/>
                  <a:pt x="33804" y="27658"/>
                  <a:pt x="34823" y="30323"/>
                </a:cubicBezTo>
                <a:cubicBezTo>
                  <a:pt x="35843" y="33003"/>
                  <a:pt x="35625" y="35959"/>
                  <a:pt x="34022" y="39091"/>
                </a:cubicBezTo>
                <a:cubicBezTo>
                  <a:pt x="32260" y="42674"/>
                  <a:pt x="29478" y="44829"/>
                  <a:pt x="25604" y="45514"/>
                </a:cubicBezTo>
                <a:cubicBezTo>
                  <a:pt x="21745" y="46198"/>
                  <a:pt x="17302" y="45295"/>
                  <a:pt x="12351" y="42848"/>
                </a:cubicBezTo>
                <a:cubicBezTo>
                  <a:pt x="10312" y="41814"/>
                  <a:pt x="8258" y="40576"/>
                  <a:pt x="6204" y="39091"/>
                </a:cubicBezTo>
                <a:cubicBezTo>
                  <a:pt x="4165" y="37547"/>
                  <a:pt x="2112" y="35785"/>
                  <a:pt x="0" y="33804"/>
                </a:cubicBezTo>
                <a:lnTo>
                  <a:pt x="3248" y="27250"/>
                </a:lnTo>
                <a:cubicBezTo>
                  <a:pt x="4952" y="29595"/>
                  <a:pt x="6831" y="31634"/>
                  <a:pt x="8826" y="33396"/>
                </a:cubicBezTo>
                <a:cubicBezTo>
                  <a:pt x="10763" y="35115"/>
                  <a:pt x="12860" y="36527"/>
                  <a:pt x="15147" y="37605"/>
                </a:cubicBezTo>
                <a:cubicBezTo>
                  <a:pt x="18104" y="39091"/>
                  <a:pt x="20652" y="39717"/>
                  <a:pt x="22764" y="39484"/>
                </a:cubicBezTo>
                <a:cubicBezTo>
                  <a:pt x="24876" y="39266"/>
                  <a:pt x="26405" y="38232"/>
                  <a:pt x="27323" y="36353"/>
                </a:cubicBezTo>
                <a:cubicBezTo>
                  <a:pt x="28168" y="34649"/>
                  <a:pt x="28226" y="33061"/>
                  <a:pt x="27483" y="31517"/>
                </a:cubicBezTo>
                <a:cubicBezTo>
                  <a:pt x="26798" y="30046"/>
                  <a:pt x="24701" y="27935"/>
                  <a:pt x="21177" y="25153"/>
                </a:cubicBezTo>
                <a:lnTo>
                  <a:pt x="19240" y="23507"/>
                </a:lnTo>
                <a:cubicBezTo>
                  <a:pt x="15715" y="20769"/>
                  <a:pt x="13487" y="18104"/>
                  <a:pt x="12642" y="15540"/>
                </a:cubicBezTo>
                <a:cubicBezTo>
                  <a:pt x="11724" y="12919"/>
                  <a:pt x="12016" y="10195"/>
                  <a:pt x="13487" y="7180"/>
                </a:cubicBezTo>
                <a:cubicBezTo>
                  <a:pt x="15249" y="3539"/>
                  <a:pt x="17929" y="1369"/>
                  <a:pt x="21453" y="685"/>
                </a:cubicBezTo>
                <a:cubicBezTo>
                  <a:pt x="25036" y="0"/>
                  <a:pt x="29129" y="801"/>
                  <a:pt x="33920" y="3131"/>
                </a:cubicBezTo>
                <a:cubicBezTo>
                  <a:pt x="36251" y="4267"/>
                  <a:pt x="38348" y="5520"/>
                  <a:pt x="40227" y="6889"/>
                </a:cubicBezTo>
                <a:cubicBezTo>
                  <a:pt x="42164" y="8258"/>
                  <a:pt x="43810" y="9729"/>
                  <a:pt x="45179" y="11273"/>
                </a:cubicBezTo>
                <a:close/>
                <a:moveTo>
                  <a:pt x="45179" y="112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02377-3A33-4651-9348-F6C0CF17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114" y="4650043"/>
            <a:ext cx="32828" cy="56728"/>
          </a:xfrm>
          <a:custGeom xmlns:a="http://schemas.openxmlformats.org/drawingml/2006/main">
            <a:pathLst>
              <a:path w="32828" h="56728">
                <a:moveTo>
                  <a:pt x="19065" y="15030"/>
                </a:moveTo>
                <a:lnTo>
                  <a:pt x="25386" y="18162"/>
                </a:lnTo>
                <a:lnTo>
                  <a:pt x="6379" y="56728"/>
                </a:lnTo>
                <a:lnTo>
                  <a:pt x="0" y="53597"/>
                </a:lnTo>
                <a:lnTo>
                  <a:pt x="19065" y="15030"/>
                </a:lnTo>
                <a:close/>
                <a:moveTo>
                  <a:pt x="26463" y="0"/>
                </a:moveTo>
                <a:lnTo>
                  <a:pt x="32828" y="3131"/>
                </a:lnTo>
                <a:lnTo>
                  <a:pt x="28852" y="11156"/>
                </a:lnTo>
                <a:lnTo>
                  <a:pt x="22473" y="8025"/>
                </a:lnTo>
                <a:lnTo>
                  <a:pt x="26463" y="0"/>
                </a:lnTo>
                <a:close/>
                <a:moveTo>
                  <a:pt x="264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E329D-0827-451B-B130-FC2C2091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363" y="4677817"/>
            <a:ext cx="55126" cy="60588"/>
          </a:xfrm>
          <a:custGeom xmlns:a="http://schemas.openxmlformats.org/drawingml/2006/main">
            <a:pathLst>
              <a:path w="55126" h="60588">
                <a:moveTo>
                  <a:pt x="39484" y="28269"/>
                </a:moveTo>
                <a:cubicBezTo>
                  <a:pt x="41771" y="23667"/>
                  <a:pt x="42557" y="19618"/>
                  <a:pt x="41931" y="16210"/>
                </a:cubicBezTo>
                <a:cubicBezTo>
                  <a:pt x="41246" y="12744"/>
                  <a:pt x="39266" y="10181"/>
                  <a:pt x="35785" y="8476"/>
                </a:cubicBezTo>
                <a:cubicBezTo>
                  <a:pt x="32435" y="6831"/>
                  <a:pt x="29129" y="6772"/>
                  <a:pt x="25997" y="8360"/>
                </a:cubicBezTo>
                <a:cubicBezTo>
                  <a:pt x="22881" y="9947"/>
                  <a:pt x="20143" y="13021"/>
                  <a:pt x="17929" y="17637"/>
                </a:cubicBezTo>
                <a:cubicBezTo>
                  <a:pt x="15657" y="22182"/>
                  <a:pt x="14856" y="26172"/>
                  <a:pt x="15482" y="29639"/>
                </a:cubicBezTo>
                <a:cubicBezTo>
                  <a:pt x="16166" y="33105"/>
                  <a:pt x="18147" y="35668"/>
                  <a:pt x="21570" y="37372"/>
                </a:cubicBezTo>
                <a:cubicBezTo>
                  <a:pt x="24978" y="39076"/>
                  <a:pt x="28284" y="39076"/>
                  <a:pt x="31415" y="37489"/>
                </a:cubicBezTo>
                <a:cubicBezTo>
                  <a:pt x="34532" y="35901"/>
                  <a:pt x="37212" y="32828"/>
                  <a:pt x="39484" y="28269"/>
                </a:cubicBezTo>
                <a:close/>
                <a:moveTo>
                  <a:pt x="38465" y="46358"/>
                </a:moveTo>
                <a:cubicBezTo>
                  <a:pt x="35217" y="52912"/>
                  <a:pt x="31357" y="57063"/>
                  <a:pt x="26857" y="58826"/>
                </a:cubicBezTo>
                <a:cubicBezTo>
                  <a:pt x="22356" y="60588"/>
                  <a:pt x="17069" y="60020"/>
                  <a:pt x="11098" y="57005"/>
                </a:cubicBezTo>
                <a:cubicBezTo>
                  <a:pt x="8884" y="55927"/>
                  <a:pt x="6831" y="54733"/>
                  <a:pt x="5010" y="53422"/>
                </a:cubicBezTo>
                <a:cubicBezTo>
                  <a:pt x="3190" y="52111"/>
                  <a:pt x="1544" y="50626"/>
                  <a:pt x="0" y="49038"/>
                </a:cubicBezTo>
                <a:lnTo>
                  <a:pt x="3073" y="42892"/>
                </a:lnTo>
                <a:cubicBezTo>
                  <a:pt x="4442" y="44829"/>
                  <a:pt x="5928" y="46475"/>
                  <a:pt x="7457" y="47844"/>
                </a:cubicBezTo>
                <a:cubicBezTo>
                  <a:pt x="9044" y="49213"/>
                  <a:pt x="10763" y="50349"/>
                  <a:pt x="12642" y="51310"/>
                </a:cubicBezTo>
                <a:cubicBezTo>
                  <a:pt x="16851" y="53364"/>
                  <a:pt x="20492" y="53815"/>
                  <a:pt x="23609" y="52679"/>
                </a:cubicBezTo>
                <a:cubicBezTo>
                  <a:pt x="26740" y="51485"/>
                  <a:pt x="29362" y="48747"/>
                  <a:pt x="31517" y="44378"/>
                </a:cubicBezTo>
                <a:lnTo>
                  <a:pt x="33119" y="41188"/>
                </a:lnTo>
                <a:cubicBezTo>
                  <a:pt x="30673" y="42834"/>
                  <a:pt x="28168" y="43751"/>
                  <a:pt x="25546" y="43853"/>
                </a:cubicBezTo>
                <a:cubicBezTo>
                  <a:pt x="22939" y="43970"/>
                  <a:pt x="20259" y="43285"/>
                  <a:pt x="17361" y="41931"/>
                </a:cubicBezTo>
                <a:cubicBezTo>
                  <a:pt x="12642" y="39601"/>
                  <a:pt x="9729" y="35901"/>
                  <a:pt x="8593" y="30833"/>
                </a:cubicBezTo>
                <a:cubicBezTo>
                  <a:pt x="7515" y="25823"/>
                  <a:pt x="8418" y="20303"/>
                  <a:pt x="11331" y="14390"/>
                </a:cubicBezTo>
                <a:cubicBezTo>
                  <a:pt x="14288" y="8418"/>
                  <a:pt x="18104" y="4326"/>
                  <a:pt x="22764" y="2156"/>
                </a:cubicBezTo>
                <a:cubicBezTo>
                  <a:pt x="27425" y="0"/>
                  <a:pt x="32144" y="58"/>
                  <a:pt x="36877" y="2389"/>
                </a:cubicBezTo>
                <a:cubicBezTo>
                  <a:pt x="39717" y="3801"/>
                  <a:pt x="41873" y="5578"/>
                  <a:pt x="43358" y="7734"/>
                </a:cubicBezTo>
                <a:cubicBezTo>
                  <a:pt x="44887" y="9846"/>
                  <a:pt x="45688" y="12336"/>
                  <a:pt x="45922" y="15307"/>
                </a:cubicBezTo>
                <a:lnTo>
                  <a:pt x="48762" y="9438"/>
                </a:lnTo>
                <a:lnTo>
                  <a:pt x="55126" y="12569"/>
                </a:lnTo>
                <a:lnTo>
                  <a:pt x="38465" y="46358"/>
                </a:lnTo>
                <a:close/>
                <a:moveTo>
                  <a:pt x="38465" y="463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8335C-BC74-4664-A8C2-A32CEC6A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241" y="4681677"/>
            <a:ext cx="47276" cy="69530"/>
          </a:xfrm>
          <a:custGeom xmlns:a="http://schemas.openxmlformats.org/drawingml/2006/main">
            <a:pathLst>
              <a:path w="47276" h="69530">
                <a:moveTo>
                  <a:pt x="43810" y="46257"/>
                </a:moveTo>
                <a:lnTo>
                  <a:pt x="32318" y="69530"/>
                </a:lnTo>
                <a:lnTo>
                  <a:pt x="25997" y="66399"/>
                </a:lnTo>
                <a:lnTo>
                  <a:pt x="37372" y="43358"/>
                </a:lnTo>
                <a:cubicBezTo>
                  <a:pt x="39193" y="39659"/>
                  <a:pt x="39819" y="36586"/>
                  <a:pt x="39251" y="34081"/>
                </a:cubicBezTo>
                <a:cubicBezTo>
                  <a:pt x="38741" y="31576"/>
                  <a:pt x="37096" y="29595"/>
                  <a:pt x="34241" y="28226"/>
                </a:cubicBezTo>
                <a:cubicBezTo>
                  <a:pt x="30775" y="26522"/>
                  <a:pt x="27527" y="26289"/>
                  <a:pt x="24512" y="27483"/>
                </a:cubicBezTo>
                <a:cubicBezTo>
                  <a:pt x="21439" y="28677"/>
                  <a:pt x="19007" y="31182"/>
                  <a:pt x="17128" y="34940"/>
                </a:cubicBezTo>
                <a:lnTo>
                  <a:pt x="6365" y="56728"/>
                </a:lnTo>
                <a:lnTo>
                  <a:pt x="0" y="53597"/>
                </a:lnTo>
                <a:lnTo>
                  <a:pt x="26449" y="0"/>
                </a:lnTo>
                <a:lnTo>
                  <a:pt x="32828" y="3131"/>
                </a:lnTo>
                <a:lnTo>
                  <a:pt x="22473" y="24191"/>
                </a:lnTo>
                <a:cubicBezTo>
                  <a:pt x="25138" y="22589"/>
                  <a:pt x="27760" y="21745"/>
                  <a:pt x="30381" y="21628"/>
                </a:cubicBezTo>
                <a:cubicBezTo>
                  <a:pt x="32988" y="21453"/>
                  <a:pt x="35668" y="22080"/>
                  <a:pt x="38348" y="23390"/>
                </a:cubicBezTo>
                <a:cubicBezTo>
                  <a:pt x="42776" y="25604"/>
                  <a:pt x="45455" y="28619"/>
                  <a:pt x="46358" y="32493"/>
                </a:cubicBezTo>
                <a:cubicBezTo>
                  <a:pt x="47276" y="36353"/>
                  <a:pt x="46417" y="40911"/>
                  <a:pt x="43810" y="46257"/>
                </a:cubicBezTo>
                <a:close/>
                <a:moveTo>
                  <a:pt x="43810" y="462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DFCCE-6A35-451B-82E9-905E4D2F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259" y="4707849"/>
            <a:ext cx="35275" cy="59117"/>
          </a:xfrm>
          <a:custGeom xmlns:a="http://schemas.openxmlformats.org/drawingml/2006/main">
            <a:pathLst>
              <a:path w="35275" h="59117">
                <a:moveTo>
                  <a:pt x="27643" y="3190"/>
                </a:moveTo>
                <a:lnTo>
                  <a:pt x="22240" y="14113"/>
                </a:lnTo>
                <a:lnTo>
                  <a:pt x="35275" y="20536"/>
                </a:lnTo>
                <a:lnTo>
                  <a:pt x="32886" y="25488"/>
                </a:lnTo>
                <a:lnTo>
                  <a:pt x="19793" y="19065"/>
                </a:lnTo>
                <a:lnTo>
                  <a:pt x="9496" y="39994"/>
                </a:lnTo>
                <a:cubicBezTo>
                  <a:pt x="7908" y="43125"/>
                  <a:pt x="7340" y="45354"/>
                  <a:pt x="7792" y="46708"/>
                </a:cubicBezTo>
                <a:cubicBezTo>
                  <a:pt x="8185" y="48019"/>
                  <a:pt x="9729" y="49330"/>
                  <a:pt x="12336" y="50640"/>
                </a:cubicBezTo>
                <a:lnTo>
                  <a:pt x="18890" y="53830"/>
                </a:lnTo>
                <a:lnTo>
                  <a:pt x="16268" y="59117"/>
                </a:lnTo>
                <a:lnTo>
                  <a:pt x="9729" y="55927"/>
                </a:lnTo>
                <a:cubicBezTo>
                  <a:pt x="4835" y="53539"/>
                  <a:pt x="1922" y="50917"/>
                  <a:pt x="961" y="48194"/>
                </a:cubicBezTo>
                <a:cubicBezTo>
                  <a:pt x="0" y="45455"/>
                  <a:pt x="728" y="41654"/>
                  <a:pt x="3131" y="36862"/>
                </a:cubicBezTo>
                <a:lnTo>
                  <a:pt x="13428" y="15933"/>
                </a:lnTo>
                <a:lnTo>
                  <a:pt x="8811" y="13603"/>
                </a:lnTo>
                <a:lnTo>
                  <a:pt x="11200" y="8710"/>
                </a:lnTo>
                <a:lnTo>
                  <a:pt x="15875" y="10982"/>
                </a:lnTo>
                <a:lnTo>
                  <a:pt x="21279" y="0"/>
                </a:lnTo>
                <a:lnTo>
                  <a:pt x="27643" y="3190"/>
                </a:lnTo>
                <a:close/>
                <a:moveTo>
                  <a:pt x="27643" y="31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AC9F0-F93C-4E0F-AEDA-CABB1051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732" y="4734531"/>
            <a:ext cx="45164" cy="46198"/>
          </a:xfrm>
          <a:custGeom xmlns:a="http://schemas.openxmlformats.org/drawingml/2006/main">
            <a:pathLst>
              <a:path w="45164" h="46198">
                <a:moveTo>
                  <a:pt x="45164" y="11273"/>
                </a:moveTo>
                <a:lnTo>
                  <a:pt x="42208" y="17244"/>
                </a:lnTo>
                <a:cubicBezTo>
                  <a:pt x="40897" y="15482"/>
                  <a:pt x="39368" y="13880"/>
                  <a:pt x="37664" y="12467"/>
                </a:cubicBezTo>
                <a:cubicBezTo>
                  <a:pt x="35945" y="11040"/>
                  <a:pt x="34066" y="9846"/>
                  <a:pt x="32027" y="8826"/>
                </a:cubicBezTo>
                <a:cubicBezTo>
                  <a:pt x="28837" y="7224"/>
                  <a:pt x="26274" y="6539"/>
                  <a:pt x="24235" y="6772"/>
                </a:cubicBezTo>
                <a:cubicBezTo>
                  <a:pt x="22182" y="6947"/>
                  <a:pt x="20652" y="7967"/>
                  <a:pt x="19735" y="9904"/>
                </a:cubicBezTo>
                <a:cubicBezTo>
                  <a:pt x="18992" y="11389"/>
                  <a:pt x="18992" y="12802"/>
                  <a:pt x="19676" y="14229"/>
                </a:cubicBezTo>
                <a:cubicBezTo>
                  <a:pt x="20419" y="15598"/>
                  <a:pt x="22298" y="17521"/>
                  <a:pt x="25313" y="19968"/>
                </a:cubicBezTo>
                <a:lnTo>
                  <a:pt x="27250" y="21512"/>
                </a:lnTo>
                <a:cubicBezTo>
                  <a:pt x="31226" y="24701"/>
                  <a:pt x="33789" y="27658"/>
                  <a:pt x="34809" y="30323"/>
                </a:cubicBezTo>
                <a:cubicBezTo>
                  <a:pt x="35843" y="33003"/>
                  <a:pt x="35552" y="35959"/>
                  <a:pt x="34022" y="39091"/>
                </a:cubicBezTo>
                <a:cubicBezTo>
                  <a:pt x="32260" y="42674"/>
                  <a:pt x="29406" y="44786"/>
                  <a:pt x="25546" y="45514"/>
                </a:cubicBezTo>
                <a:cubicBezTo>
                  <a:pt x="21730" y="46198"/>
                  <a:pt x="17288" y="45295"/>
                  <a:pt x="12336" y="42848"/>
                </a:cubicBezTo>
                <a:cubicBezTo>
                  <a:pt x="10297" y="41814"/>
                  <a:pt x="8185" y="40562"/>
                  <a:pt x="6190" y="39091"/>
                </a:cubicBezTo>
                <a:cubicBezTo>
                  <a:pt x="4151" y="37547"/>
                  <a:pt x="2039" y="35785"/>
                  <a:pt x="0" y="33746"/>
                </a:cubicBezTo>
                <a:lnTo>
                  <a:pt x="3233" y="27192"/>
                </a:lnTo>
                <a:cubicBezTo>
                  <a:pt x="4937" y="29595"/>
                  <a:pt x="6816" y="31634"/>
                  <a:pt x="8811" y="33396"/>
                </a:cubicBezTo>
                <a:cubicBezTo>
                  <a:pt x="10749" y="35100"/>
                  <a:pt x="12846" y="36527"/>
                  <a:pt x="15074" y="37605"/>
                </a:cubicBezTo>
                <a:cubicBezTo>
                  <a:pt x="18089" y="39091"/>
                  <a:pt x="20652" y="39717"/>
                  <a:pt x="22750" y="39484"/>
                </a:cubicBezTo>
                <a:cubicBezTo>
                  <a:pt x="24861" y="39266"/>
                  <a:pt x="26332" y="38232"/>
                  <a:pt x="27250" y="36353"/>
                </a:cubicBezTo>
                <a:cubicBezTo>
                  <a:pt x="28095" y="34649"/>
                  <a:pt x="28211" y="33003"/>
                  <a:pt x="27468" y="31517"/>
                </a:cubicBezTo>
                <a:cubicBezTo>
                  <a:pt x="26784" y="30046"/>
                  <a:pt x="24687" y="27876"/>
                  <a:pt x="21162" y="25094"/>
                </a:cubicBezTo>
                <a:lnTo>
                  <a:pt x="19225" y="23507"/>
                </a:lnTo>
                <a:cubicBezTo>
                  <a:pt x="15700" y="20769"/>
                  <a:pt x="13472" y="18089"/>
                  <a:pt x="12569" y="15540"/>
                </a:cubicBezTo>
                <a:cubicBezTo>
                  <a:pt x="11710" y="12919"/>
                  <a:pt x="12001" y="10181"/>
                  <a:pt x="13472" y="7166"/>
                </a:cubicBezTo>
                <a:cubicBezTo>
                  <a:pt x="15249" y="3525"/>
                  <a:pt x="17914" y="1369"/>
                  <a:pt x="21439" y="685"/>
                </a:cubicBezTo>
                <a:cubicBezTo>
                  <a:pt x="25022" y="0"/>
                  <a:pt x="29129" y="801"/>
                  <a:pt x="33848" y="3131"/>
                </a:cubicBezTo>
                <a:cubicBezTo>
                  <a:pt x="36236" y="4267"/>
                  <a:pt x="38333" y="5520"/>
                  <a:pt x="40212" y="6889"/>
                </a:cubicBezTo>
                <a:cubicBezTo>
                  <a:pt x="42091" y="8258"/>
                  <a:pt x="43795" y="9729"/>
                  <a:pt x="45164" y="11273"/>
                </a:cubicBezTo>
                <a:close/>
                <a:moveTo>
                  <a:pt x="45164" y="112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F0B9D-8286-47ED-8553-8BD944B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867" y="4737954"/>
            <a:ext cx="55534" cy="64345"/>
          </a:xfrm>
          <a:custGeom xmlns:a="http://schemas.openxmlformats.org/drawingml/2006/main">
            <a:pathLst>
              <a:path w="55534" h="64345">
                <a:moveTo>
                  <a:pt x="19065" y="30323"/>
                </a:moveTo>
                <a:lnTo>
                  <a:pt x="9787" y="49155"/>
                </a:lnTo>
                <a:lnTo>
                  <a:pt x="20944" y="54616"/>
                </a:lnTo>
                <a:cubicBezTo>
                  <a:pt x="24687" y="56495"/>
                  <a:pt x="27818" y="57063"/>
                  <a:pt x="30381" y="56437"/>
                </a:cubicBezTo>
                <a:cubicBezTo>
                  <a:pt x="32945" y="55752"/>
                  <a:pt x="35042" y="53815"/>
                  <a:pt x="36586" y="50626"/>
                </a:cubicBezTo>
                <a:cubicBezTo>
                  <a:pt x="38173" y="47436"/>
                  <a:pt x="38465" y="44596"/>
                  <a:pt x="37430" y="42208"/>
                </a:cubicBezTo>
                <a:cubicBezTo>
                  <a:pt x="36353" y="39761"/>
                  <a:pt x="33964" y="37664"/>
                  <a:pt x="30207" y="35785"/>
                </a:cubicBezTo>
                <a:lnTo>
                  <a:pt x="19065" y="30323"/>
                </a:lnTo>
                <a:close/>
                <a:moveTo>
                  <a:pt x="29537" y="9161"/>
                </a:moveTo>
                <a:lnTo>
                  <a:pt x="21847" y="24628"/>
                </a:lnTo>
                <a:lnTo>
                  <a:pt x="32144" y="29755"/>
                </a:lnTo>
                <a:cubicBezTo>
                  <a:pt x="35566" y="31401"/>
                  <a:pt x="38406" y="32027"/>
                  <a:pt x="40678" y="31576"/>
                </a:cubicBezTo>
                <a:cubicBezTo>
                  <a:pt x="42950" y="31110"/>
                  <a:pt x="44771" y="29580"/>
                  <a:pt x="46082" y="26959"/>
                </a:cubicBezTo>
                <a:cubicBezTo>
                  <a:pt x="47334" y="24352"/>
                  <a:pt x="47451" y="22007"/>
                  <a:pt x="46431" y="19910"/>
                </a:cubicBezTo>
                <a:cubicBezTo>
                  <a:pt x="45397" y="17798"/>
                  <a:pt x="43183" y="15919"/>
                  <a:pt x="39834" y="14215"/>
                </a:cubicBezTo>
                <a:lnTo>
                  <a:pt x="29537" y="9161"/>
                </a:lnTo>
                <a:close/>
                <a:moveTo>
                  <a:pt x="25371" y="0"/>
                </a:moveTo>
                <a:lnTo>
                  <a:pt x="43125" y="8753"/>
                </a:lnTo>
                <a:cubicBezTo>
                  <a:pt x="48470" y="11375"/>
                  <a:pt x="51995" y="14506"/>
                  <a:pt x="53772" y="18147"/>
                </a:cubicBezTo>
                <a:cubicBezTo>
                  <a:pt x="55534" y="21730"/>
                  <a:pt x="55476" y="25590"/>
                  <a:pt x="53422" y="29639"/>
                </a:cubicBezTo>
                <a:cubicBezTo>
                  <a:pt x="51893" y="32828"/>
                  <a:pt x="49898" y="34925"/>
                  <a:pt x="47509" y="36061"/>
                </a:cubicBezTo>
                <a:cubicBezTo>
                  <a:pt x="45120" y="37197"/>
                  <a:pt x="42382" y="37314"/>
                  <a:pt x="39309" y="36353"/>
                </a:cubicBezTo>
                <a:cubicBezTo>
                  <a:pt x="42382" y="38800"/>
                  <a:pt x="44319" y="41640"/>
                  <a:pt x="45062" y="44887"/>
                </a:cubicBezTo>
                <a:cubicBezTo>
                  <a:pt x="45805" y="48179"/>
                  <a:pt x="45295" y="51543"/>
                  <a:pt x="43577" y="55010"/>
                </a:cubicBezTo>
                <a:cubicBezTo>
                  <a:pt x="41305" y="59612"/>
                  <a:pt x="38013" y="62408"/>
                  <a:pt x="33629" y="63370"/>
                </a:cubicBezTo>
                <a:cubicBezTo>
                  <a:pt x="29304" y="64345"/>
                  <a:pt x="24235" y="63370"/>
                  <a:pt x="18439" y="60530"/>
                </a:cubicBezTo>
                <a:lnTo>
                  <a:pt x="0" y="51427"/>
                </a:lnTo>
                <a:lnTo>
                  <a:pt x="25371" y="0"/>
                </a:lnTo>
                <a:close/>
                <a:moveTo>
                  <a:pt x="2537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6D0763-8CDC-48D1-8B25-AA7858E9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944" y="4759509"/>
            <a:ext cx="32828" cy="56728"/>
          </a:xfrm>
          <a:custGeom xmlns:a="http://schemas.openxmlformats.org/drawingml/2006/main">
            <a:pathLst>
              <a:path w="32828" h="56728">
                <a:moveTo>
                  <a:pt x="26449" y="0"/>
                </a:moveTo>
                <a:lnTo>
                  <a:pt x="32828" y="3131"/>
                </a:lnTo>
                <a:lnTo>
                  <a:pt x="6365" y="56728"/>
                </a:lnTo>
                <a:lnTo>
                  <a:pt x="0" y="53597"/>
                </a:lnTo>
                <a:lnTo>
                  <a:pt x="26449" y="0"/>
                </a:lnTo>
                <a:close/>
                <a:moveTo>
                  <a:pt x="2644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1B86A-6A84-4B79-9D30-C380255A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985" y="4783919"/>
            <a:ext cx="47276" cy="54500"/>
          </a:xfrm>
          <a:custGeom xmlns:a="http://schemas.openxmlformats.org/drawingml/2006/main">
            <a:pathLst>
              <a:path w="47276" h="54500">
                <a:moveTo>
                  <a:pt x="3466" y="23318"/>
                </a:moveTo>
                <a:lnTo>
                  <a:pt x="14958" y="0"/>
                </a:lnTo>
                <a:lnTo>
                  <a:pt x="21279" y="3131"/>
                </a:lnTo>
                <a:lnTo>
                  <a:pt x="9904" y="26230"/>
                </a:lnTo>
                <a:cubicBezTo>
                  <a:pt x="8083" y="29872"/>
                  <a:pt x="7457" y="32945"/>
                  <a:pt x="7967" y="35493"/>
                </a:cubicBezTo>
                <a:cubicBezTo>
                  <a:pt x="8476" y="37998"/>
                  <a:pt x="10181" y="39994"/>
                  <a:pt x="13035" y="41363"/>
                </a:cubicBezTo>
                <a:cubicBezTo>
                  <a:pt x="16443" y="43067"/>
                  <a:pt x="19691" y="43300"/>
                  <a:pt x="22750" y="42106"/>
                </a:cubicBezTo>
                <a:cubicBezTo>
                  <a:pt x="25823" y="40897"/>
                  <a:pt x="28269" y="38406"/>
                  <a:pt x="30148" y="34649"/>
                </a:cubicBezTo>
                <a:lnTo>
                  <a:pt x="40911" y="12802"/>
                </a:lnTo>
                <a:lnTo>
                  <a:pt x="47276" y="15933"/>
                </a:lnTo>
                <a:lnTo>
                  <a:pt x="28211" y="54500"/>
                </a:lnTo>
                <a:lnTo>
                  <a:pt x="21905" y="51369"/>
                </a:lnTo>
                <a:lnTo>
                  <a:pt x="24803" y="45455"/>
                </a:lnTo>
                <a:cubicBezTo>
                  <a:pt x="22123" y="46985"/>
                  <a:pt x="19458" y="47902"/>
                  <a:pt x="16895" y="48019"/>
                </a:cubicBezTo>
                <a:cubicBezTo>
                  <a:pt x="14273" y="48135"/>
                  <a:pt x="11666" y="47567"/>
                  <a:pt x="8986" y="46257"/>
                </a:cubicBezTo>
                <a:cubicBezTo>
                  <a:pt x="4544" y="44028"/>
                  <a:pt x="1879" y="41013"/>
                  <a:pt x="903" y="37096"/>
                </a:cubicBezTo>
                <a:cubicBezTo>
                  <a:pt x="0" y="33221"/>
                  <a:pt x="801" y="28619"/>
                  <a:pt x="3466" y="23318"/>
                </a:cubicBezTo>
                <a:close/>
                <a:moveTo>
                  <a:pt x="3466" y="233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1B915-16A2-460A-931D-98C6CE4B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246" y="4810033"/>
            <a:ext cx="43868" cy="48412"/>
          </a:xfrm>
          <a:custGeom xmlns:a="http://schemas.openxmlformats.org/drawingml/2006/main">
            <a:pathLst>
              <a:path w="43868" h="48412">
                <a:moveTo>
                  <a:pt x="40343" y="30207"/>
                </a:moveTo>
                <a:lnTo>
                  <a:pt x="38800" y="33338"/>
                </a:lnTo>
                <a:lnTo>
                  <a:pt x="9671" y="18948"/>
                </a:lnTo>
                <a:cubicBezTo>
                  <a:pt x="7792" y="23434"/>
                  <a:pt x="7457" y="27425"/>
                  <a:pt x="8651" y="30891"/>
                </a:cubicBezTo>
                <a:cubicBezTo>
                  <a:pt x="9904" y="34299"/>
                  <a:pt x="12627" y="37096"/>
                  <a:pt x="16778" y="39135"/>
                </a:cubicBezTo>
                <a:cubicBezTo>
                  <a:pt x="19225" y="40329"/>
                  <a:pt x="21730" y="41188"/>
                  <a:pt x="24352" y="41756"/>
                </a:cubicBezTo>
                <a:cubicBezTo>
                  <a:pt x="26915" y="42266"/>
                  <a:pt x="29639" y="42499"/>
                  <a:pt x="32479" y="42441"/>
                </a:cubicBezTo>
                <a:lnTo>
                  <a:pt x="29522" y="48412"/>
                </a:lnTo>
                <a:cubicBezTo>
                  <a:pt x="26740" y="48237"/>
                  <a:pt x="24060" y="47844"/>
                  <a:pt x="21395" y="47160"/>
                </a:cubicBezTo>
                <a:cubicBezTo>
                  <a:pt x="18774" y="46475"/>
                  <a:pt x="16210" y="45572"/>
                  <a:pt x="13763" y="44319"/>
                </a:cubicBezTo>
                <a:cubicBezTo>
                  <a:pt x="7617" y="41305"/>
                  <a:pt x="3641" y="37096"/>
                  <a:pt x="1821" y="31750"/>
                </a:cubicBezTo>
                <a:cubicBezTo>
                  <a:pt x="0" y="26391"/>
                  <a:pt x="568" y="20652"/>
                  <a:pt x="3583" y="14564"/>
                </a:cubicBezTo>
                <a:cubicBezTo>
                  <a:pt x="6714" y="8243"/>
                  <a:pt x="10865" y="4093"/>
                  <a:pt x="16108" y="2054"/>
                </a:cubicBezTo>
                <a:cubicBezTo>
                  <a:pt x="21337" y="0"/>
                  <a:pt x="26857" y="451"/>
                  <a:pt x="32653" y="3292"/>
                </a:cubicBezTo>
                <a:cubicBezTo>
                  <a:pt x="37838" y="5855"/>
                  <a:pt x="41130" y="9554"/>
                  <a:pt x="42499" y="14390"/>
                </a:cubicBezTo>
                <a:cubicBezTo>
                  <a:pt x="43868" y="19225"/>
                  <a:pt x="43125" y="24512"/>
                  <a:pt x="40343" y="30207"/>
                </a:cubicBezTo>
                <a:close/>
                <a:moveTo>
                  <a:pt x="34882" y="25255"/>
                </a:moveTo>
                <a:cubicBezTo>
                  <a:pt x="36586" y="21730"/>
                  <a:pt x="36921" y="18540"/>
                  <a:pt x="36076" y="15526"/>
                </a:cubicBezTo>
                <a:cubicBezTo>
                  <a:pt x="35217" y="12511"/>
                  <a:pt x="33221" y="10239"/>
                  <a:pt x="30090" y="8710"/>
                </a:cubicBezTo>
                <a:cubicBezTo>
                  <a:pt x="26565" y="6933"/>
                  <a:pt x="23216" y="6539"/>
                  <a:pt x="20143" y="7501"/>
                </a:cubicBezTo>
                <a:cubicBezTo>
                  <a:pt x="17011" y="8476"/>
                  <a:pt x="14390" y="10632"/>
                  <a:pt x="12292" y="14113"/>
                </a:cubicBezTo>
                <a:lnTo>
                  <a:pt x="34882" y="25255"/>
                </a:lnTo>
                <a:close/>
                <a:moveTo>
                  <a:pt x="34882" y="252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A646F-3032-4445-A1C2-9390647A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706" y="4816689"/>
            <a:ext cx="35275" cy="59102"/>
          </a:xfrm>
          <a:custGeom xmlns:a="http://schemas.openxmlformats.org/drawingml/2006/main">
            <a:pathLst>
              <a:path w="35275" h="59102">
                <a:moveTo>
                  <a:pt x="27658" y="3131"/>
                </a:moveTo>
                <a:lnTo>
                  <a:pt x="22254" y="14113"/>
                </a:lnTo>
                <a:lnTo>
                  <a:pt x="35275" y="20536"/>
                </a:lnTo>
                <a:lnTo>
                  <a:pt x="32886" y="25488"/>
                </a:lnTo>
                <a:lnTo>
                  <a:pt x="19808" y="19007"/>
                </a:lnTo>
                <a:lnTo>
                  <a:pt x="9511" y="39994"/>
                </a:lnTo>
                <a:cubicBezTo>
                  <a:pt x="7908" y="43125"/>
                  <a:pt x="7340" y="45339"/>
                  <a:pt x="7807" y="46650"/>
                </a:cubicBezTo>
                <a:cubicBezTo>
                  <a:pt x="8200" y="47961"/>
                  <a:pt x="9729" y="49330"/>
                  <a:pt x="12351" y="50582"/>
                </a:cubicBezTo>
                <a:lnTo>
                  <a:pt x="18890" y="53815"/>
                </a:lnTo>
                <a:lnTo>
                  <a:pt x="16283" y="59102"/>
                </a:lnTo>
                <a:lnTo>
                  <a:pt x="9729" y="55927"/>
                </a:lnTo>
                <a:cubicBezTo>
                  <a:pt x="4835" y="53480"/>
                  <a:pt x="1937" y="50917"/>
                  <a:pt x="976" y="48179"/>
                </a:cubicBezTo>
                <a:cubicBezTo>
                  <a:pt x="0" y="45397"/>
                  <a:pt x="743" y="41640"/>
                  <a:pt x="3131" y="36804"/>
                </a:cubicBezTo>
                <a:lnTo>
                  <a:pt x="13428" y="15875"/>
                </a:lnTo>
                <a:lnTo>
                  <a:pt x="8826" y="13603"/>
                </a:lnTo>
                <a:lnTo>
                  <a:pt x="11215" y="8651"/>
                </a:lnTo>
                <a:lnTo>
                  <a:pt x="15875" y="10982"/>
                </a:lnTo>
                <a:lnTo>
                  <a:pt x="21279" y="0"/>
                </a:lnTo>
                <a:lnTo>
                  <a:pt x="27658" y="3131"/>
                </a:lnTo>
                <a:close/>
                <a:moveTo>
                  <a:pt x="27658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34504-B1A3-4145-AD7D-9CCB3BA4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073" y="4844740"/>
            <a:ext cx="43358" cy="46591"/>
          </a:xfrm>
          <a:custGeom xmlns:a="http://schemas.openxmlformats.org/drawingml/2006/main">
            <a:pathLst>
              <a:path w="43358" h="46591">
                <a:moveTo>
                  <a:pt x="29027" y="8418"/>
                </a:moveTo>
                <a:cubicBezTo>
                  <a:pt x="25604" y="6772"/>
                  <a:pt x="22313" y="6772"/>
                  <a:pt x="19007" y="8418"/>
                </a:cubicBezTo>
                <a:cubicBezTo>
                  <a:pt x="15700" y="10122"/>
                  <a:pt x="12919" y="13254"/>
                  <a:pt x="10647" y="17856"/>
                </a:cubicBezTo>
                <a:cubicBezTo>
                  <a:pt x="8375" y="22473"/>
                  <a:pt x="7573" y="26565"/>
                  <a:pt x="8200" y="30207"/>
                </a:cubicBezTo>
                <a:cubicBezTo>
                  <a:pt x="8884" y="33848"/>
                  <a:pt x="10923" y="36469"/>
                  <a:pt x="14346" y="38173"/>
                </a:cubicBezTo>
                <a:cubicBezTo>
                  <a:pt x="17696" y="39819"/>
                  <a:pt x="21060" y="39819"/>
                  <a:pt x="24293" y="38173"/>
                </a:cubicBezTo>
                <a:cubicBezTo>
                  <a:pt x="27600" y="36469"/>
                  <a:pt x="30381" y="33338"/>
                  <a:pt x="32668" y="28721"/>
                </a:cubicBezTo>
                <a:cubicBezTo>
                  <a:pt x="34940" y="24177"/>
                  <a:pt x="35726" y="20026"/>
                  <a:pt x="35056" y="16385"/>
                </a:cubicBezTo>
                <a:cubicBezTo>
                  <a:pt x="34430" y="12744"/>
                  <a:pt x="32377" y="10064"/>
                  <a:pt x="29027" y="8418"/>
                </a:cubicBezTo>
                <a:close/>
                <a:moveTo>
                  <a:pt x="31692" y="3073"/>
                </a:moveTo>
                <a:cubicBezTo>
                  <a:pt x="37154" y="5797"/>
                  <a:pt x="40620" y="9729"/>
                  <a:pt x="41989" y="14841"/>
                </a:cubicBezTo>
                <a:cubicBezTo>
                  <a:pt x="43358" y="19968"/>
                  <a:pt x="42499" y="25706"/>
                  <a:pt x="39368" y="32027"/>
                </a:cubicBezTo>
                <a:cubicBezTo>
                  <a:pt x="36251" y="38333"/>
                  <a:pt x="32260" y="42557"/>
                  <a:pt x="27308" y="44596"/>
                </a:cubicBezTo>
                <a:cubicBezTo>
                  <a:pt x="22415" y="46591"/>
                  <a:pt x="17186" y="46242"/>
                  <a:pt x="11666" y="43577"/>
                </a:cubicBezTo>
                <a:cubicBezTo>
                  <a:pt x="6146" y="40839"/>
                  <a:pt x="2680" y="36862"/>
                  <a:pt x="1311" y="31736"/>
                </a:cubicBezTo>
                <a:cubicBezTo>
                  <a:pt x="0" y="26624"/>
                  <a:pt x="859" y="20871"/>
                  <a:pt x="3991" y="14564"/>
                </a:cubicBezTo>
                <a:cubicBezTo>
                  <a:pt x="7122" y="8243"/>
                  <a:pt x="11098" y="4034"/>
                  <a:pt x="15992" y="1981"/>
                </a:cubicBezTo>
                <a:cubicBezTo>
                  <a:pt x="20944" y="0"/>
                  <a:pt x="26114" y="335"/>
                  <a:pt x="31692" y="3073"/>
                </a:cubicBezTo>
                <a:close/>
                <a:moveTo>
                  <a:pt x="31692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3D883-36F4-4FCA-9363-D5D41833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198" y="4866018"/>
            <a:ext cx="43416" cy="46650"/>
          </a:xfrm>
          <a:custGeom xmlns:a="http://schemas.openxmlformats.org/drawingml/2006/main">
            <a:pathLst>
              <a:path w="43416" h="46650">
                <a:moveTo>
                  <a:pt x="29012" y="8418"/>
                </a:moveTo>
                <a:cubicBezTo>
                  <a:pt x="25662" y="6758"/>
                  <a:pt x="22313" y="6758"/>
                  <a:pt x="19007" y="8418"/>
                </a:cubicBezTo>
                <a:cubicBezTo>
                  <a:pt x="15759" y="10122"/>
                  <a:pt x="12977" y="13254"/>
                  <a:pt x="10705" y="17856"/>
                </a:cubicBezTo>
                <a:cubicBezTo>
                  <a:pt x="8418" y="22473"/>
                  <a:pt x="7573" y="26624"/>
                  <a:pt x="8258" y="30207"/>
                </a:cubicBezTo>
                <a:cubicBezTo>
                  <a:pt x="8884" y="33848"/>
                  <a:pt x="10923" y="36513"/>
                  <a:pt x="14346" y="38173"/>
                </a:cubicBezTo>
                <a:cubicBezTo>
                  <a:pt x="17754" y="39877"/>
                  <a:pt x="21060" y="39877"/>
                  <a:pt x="24352" y="38173"/>
                </a:cubicBezTo>
                <a:cubicBezTo>
                  <a:pt x="27658" y="36469"/>
                  <a:pt x="30440" y="33338"/>
                  <a:pt x="32653" y="28721"/>
                </a:cubicBezTo>
                <a:cubicBezTo>
                  <a:pt x="34940" y="24177"/>
                  <a:pt x="35726" y="20084"/>
                  <a:pt x="35100" y="16443"/>
                </a:cubicBezTo>
                <a:cubicBezTo>
                  <a:pt x="34430" y="12744"/>
                  <a:pt x="32435" y="10122"/>
                  <a:pt x="29012" y="8418"/>
                </a:cubicBezTo>
                <a:close/>
                <a:moveTo>
                  <a:pt x="31692" y="3073"/>
                </a:moveTo>
                <a:cubicBezTo>
                  <a:pt x="37212" y="5797"/>
                  <a:pt x="40620" y="9729"/>
                  <a:pt x="41989" y="14841"/>
                </a:cubicBezTo>
                <a:cubicBezTo>
                  <a:pt x="43416" y="20026"/>
                  <a:pt x="42557" y="25706"/>
                  <a:pt x="39426" y="32085"/>
                </a:cubicBezTo>
                <a:cubicBezTo>
                  <a:pt x="36294" y="38333"/>
                  <a:pt x="32260" y="42543"/>
                  <a:pt x="27366" y="44596"/>
                </a:cubicBezTo>
                <a:cubicBezTo>
                  <a:pt x="22415" y="46650"/>
                  <a:pt x="17186" y="46300"/>
                  <a:pt x="11724" y="43577"/>
                </a:cubicBezTo>
                <a:cubicBezTo>
                  <a:pt x="6146" y="40839"/>
                  <a:pt x="2738" y="36921"/>
                  <a:pt x="1369" y="31736"/>
                </a:cubicBezTo>
                <a:cubicBezTo>
                  <a:pt x="0" y="26624"/>
                  <a:pt x="918" y="20871"/>
                  <a:pt x="3991" y="14564"/>
                </a:cubicBezTo>
                <a:cubicBezTo>
                  <a:pt x="7122" y="8243"/>
                  <a:pt x="11156" y="4093"/>
                  <a:pt x="16050" y="2039"/>
                </a:cubicBezTo>
                <a:cubicBezTo>
                  <a:pt x="20944" y="0"/>
                  <a:pt x="26172" y="335"/>
                  <a:pt x="31692" y="3073"/>
                </a:cubicBezTo>
                <a:close/>
                <a:moveTo>
                  <a:pt x="31692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713D3-EC80-44E7-830B-34106836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672" y="4872951"/>
            <a:ext cx="35260" cy="59117"/>
          </a:xfrm>
          <a:custGeom xmlns:a="http://schemas.openxmlformats.org/drawingml/2006/main">
            <a:pathLst>
              <a:path w="35260" h="59117">
                <a:moveTo>
                  <a:pt x="27643" y="3131"/>
                </a:moveTo>
                <a:lnTo>
                  <a:pt x="22240" y="14113"/>
                </a:lnTo>
                <a:lnTo>
                  <a:pt x="35260" y="20536"/>
                </a:lnTo>
                <a:lnTo>
                  <a:pt x="32872" y="25429"/>
                </a:lnTo>
                <a:lnTo>
                  <a:pt x="19793" y="19007"/>
                </a:lnTo>
                <a:lnTo>
                  <a:pt x="9496" y="39936"/>
                </a:lnTo>
                <a:cubicBezTo>
                  <a:pt x="7908" y="43067"/>
                  <a:pt x="7340" y="45339"/>
                  <a:pt x="7792" y="46650"/>
                </a:cubicBezTo>
                <a:cubicBezTo>
                  <a:pt x="8185" y="47961"/>
                  <a:pt x="9729" y="49271"/>
                  <a:pt x="12336" y="50582"/>
                </a:cubicBezTo>
                <a:lnTo>
                  <a:pt x="18890" y="53772"/>
                </a:lnTo>
                <a:lnTo>
                  <a:pt x="16268" y="59117"/>
                </a:lnTo>
                <a:lnTo>
                  <a:pt x="9729" y="55869"/>
                </a:lnTo>
                <a:cubicBezTo>
                  <a:pt x="4835" y="53480"/>
                  <a:pt x="1922" y="50859"/>
                  <a:pt x="961" y="48135"/>
                </a:cubicBezTo>
                <a:cubicBezTo>
                  <a:pt x="0" y="45397"/>
                  <a:pt x="728" y="41654"/>
                  <a:pt x="3117" y="36819"/>
                </a:cubicBezTo>
                <a:lnTo>
                  <a:pt x="13414" y="15875"/>
                </a:lnTo>
                <a:lnTo>
                  <a:pt x="8753" y="13545"/>
                </a:lnTo>
                <a:lnTo>
                  <a:pt x="11200" y="8651"/>
                </a:lnTo>
                <a:lnTo>
                  <a:pt x="15861" y="10923"/>
                </a:lnTo>
                <a:lnTo>
                  <a:pt x="21279" y="0"/>
                </a:lnTo>
                <a:lnTo>
                  <a:pt x="27643" y="3131"/>
                </a:lnTo>
                <a:close/>
                <a:moveTo>
                  <a:pt x="27643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D30ED-2E4C-4A13-8A14-9FFF447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010" y="4882461"/>
            <a:ext cx="47291" cy="69516"/>
          </a:xfrm>
          <a:custGeom xmlns:a="http://schemas.openxmlformats.org/drawingml/2006/main">
            <a:pathLst>
              <a:path w="47291" h="69516">
                <a:moveTo>
                  <a:pt x="43810" y="46242"/>
                </a:moveTo>
                <a:lnTo>
                  <a:pt x="32318" y="69516"/>
                </a:lnTo>
                <a:lnTo>
                  <a:pt x="25954" y="66384"/>
                </a:lnTo>
                <a:lnTo>
                  <a:pt x="37387" y="43344"/>
                </a:lnTo>
                <a:cubicBezTo>
                  <a:pt x="39149" y="39644"/>
                  <a:pt x="39775" y="36571"/>
                  <a:pt x="39266" y="34066"/>
                </a:cubicBezTo>
                <a:cubicBezTo>
                  <a:pt x="38756" y="31576"/>
                  <a:pt x="37037" y="29580"/>
                  <a:pt x="34197" y="28211"/>
                </a:cubicBezTo>
                <a:cubicBezTo>
                  <a:pt x="30789" y="26507"/>
                  <a:pt x="27541" y="26274"/>
                  <a:pt x="24468" y="27468"/>
                </a:cubicBezTo>
                <a:cubicBezTo>
                  <a:pt x="21453" y="28663"/>
                  <a:pt x="19007" y="31168"/>
                  <a:pt x="17128" y="34925"/>
                </a:cubicBezTo>
                <a:lnTo>
                  <a:pt x="6379" y="56714"/>
                </a:lnTo>
                <a:lnTo>
                  <a:pt x="0" y="53582"/>
                </a:lnTo>
                <a:lnTo>
                  <a:pt x="26463" y="0"/>
                </a:lnTo>
                <a:lnTo>
                  <a:pt x="32828" y="3117"/>
                </a:lnTo>
                <a:lnTo>
                  <a:pt x="22429" y="24177"/>
                </a:lnTo>
                <a:cubicBezTo>
                  <a:pt x="25094" y="22575"/>
                  <a:pt x="27774" y="21730"/>
                  <a:pt x="30381" y="21614"/>
                </a:cubicBezTo>
                <a:cubicBezTo>
                  <a:pt x="33003" y="21439"/>
                  <a:pt x="35625" y="22065"/>
                  <a:pt x="38348" y="23376"/>
                </a:cubicBezTo>
                <a:cubicBezTo>
                  <a:pt x="42790" y="25590"/>
                  <a:pt x="45470" y="28604"/>
                  <a:pt x="46373" y="32479"/>
                </a:cubicBezTo>
                <a:cubicBezTo>
                  <a:pt x="47291" y="36294"/>
                  <a:pt x="46431" y="40897"/>
                  <a:pt x="43810" y="46242"/>
                </a:cubicBezTo>
                <a:close/>
                <a:moveTo>
                  <a:pt x="43810" y="462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E9CC0-2273-420F-8721-F3007882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372" y="4602883"/>
            <a:ext cx="61840" cy="65088"/>
          </a:xfrm>
          <a:custGeom xmlns:a="http://schemas.openxmlformats.org/drawingml/2006/main">
            <a:pathLst>
              <a:path w="61840" h="65088">
                <a:moveTo>
                  <a:pt x="30949" y="9278"/>
                </a:moveTo>
                <a:lnTo>
                  <a:pt x="9846" y="48587"/>
                </a:lnTo>
                <a:lnTo>
                  <a:pt x="18104" y="53029"/>
                </a:lnTo>
                <a:cubicBezTo>
                  <a:pt x="25094" y="56728"/>
                  <a:pt x="31008" y="57923"/>
                  <a:pt x="35959" y="56495"/>
                </a:cubicBezTo>
                <a:cubicBezTo>
                  <a:pt x="40911" y="55068"/>
                  <a:pt x="45179" y="50917"/>
                  <a:pt x="48820" y="44145"/>
                </a:cubicBezTo>
                <a:cubicBezTo>
                  <a:pt x="52461" y="37387"/>
                  <a:pt x="53539" y="31517"/>
                  <a:pt x="51951" y="26624"/>
                </a:cubicBezTo>
                <a:cubicBezTo>
                  <a:pt x="50407" y="21788"/>
                  <a:pt x="46140" y="17463"/>
                  <a:pt x="39207" y="13720"/>
                </a:cubicBezTo>
                <a:lnTo>
                  <a:pt x="30949" y="9278"/>
                </a:lnTo>
                <a:close/>
                <a:moveTo>
                  <a:pt x="27090" y="0"/>
                </a:moveTo>
                <a:lnTo>
                  <a:pt x="41144" y="7515"/>
                </a:lnTo>
                <a:cubicBezTo>
                  <a:pt x="50917" y="12802"/>
                  <a:pt x="57005" y="18657"/>
                  <a:pt x="59394" y="25211"/>
                </a:cubicBezTo>
                <a:cubicBezTo>
                  <a:pt x="61840" y="31750"/>
                  <a:pt x="60704" y="39309"/>
                  <a:pt x="56044" y="48019"/>
                </a:cubicBezTo>
                <a:cubicBezTo>
                  <a:pt x="51383" y="56728"/>
                  <a:pt x="45630" y="61840"/>
                  <a:pt x="38858" y="63501"/>
                </a:cubicBezTo>
                <a:cubicBezTo>
                  <a:pt x="32042" y="65088"/>
                  <a:pt x="23784" y="63268"/>
                  <a:pt x="14055" y="58039"/>
                </a:cubicBezTo>
                <a:lnTo>
                  <a:pt x="0" y="50524"/>
                </a:lnTo>
                <a:lnTo>
                  <a:pt x="27090" y="0"/>
                </a:lnTo>
                <a:close/>
                <a:moveTo>
                  <a:pt x="2709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A0AC1-49BA-4A81-B614-7F944950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707" y="4647946"/>
            <a:ext cx="44145" cy="48645"/>
          </a:xfrm>
          <a:custGeom xmlns:a="http://schemas.openxmlformats.org/drawingml/2006/main">
            <a:pathLst>
              <a:path w="44145" h="48645">
                <a:moveTo>
                  <a:pt x="40154" y="30833"/>
                </a:moveTo>
                <a:lnTo>
                  <a:pt x="38567" y="33848"/>
                </a:lnTo>
                <a:lnTo>
                  <a:pt x="9889" y="18497"/>
                </a:lnTo>
                <a:cubicBezTo>
                  <a:pt x="7908" y="22924"/>
                  <a:pt x="7442" y="26915"/>
                  <a:pt x="8535" y="30381"/>
                </a:cubicBezTo>
                <a:cubicBezTo>
                  <a:pt x="9671" y="33906"/>
                  <a:pt x="12278" y="36746"/>
                  <a:pt x="16385" y="38974"/>
                </a:cubicBezTo>
                <a:cubicBezTo>
                  <a:pt x="18774" y="40227"/>
                  <a:pt x="21264" y="41188"/>
                  <a:pt x="23827" y="41814"/>
                </a:cubicBezTo>
                <a:cubicBezTo>
                  <a:pt x="26391" y="42441"/>
                  <a:pt x="29071" y="42732"/>
                  <a:pt x="31911" y="42732"/>
                </a:cubicBezTo>
                <a:lnTo>
                  <a:pt x="28779" y="48645"/>
                </a:lnTo>
                <a:cubicBezTo>
                  <a:pt x="25997" y="48354"/>
                  <a:pt x="23318" y="47902"/>
                  <a:pt x="20696" y="47101"/>
                </a:cubicBezTo>
                <a:cubicBezTo>
                  <a:pt x="18089" y="46373"/>
                  <a:pt x="15584" y="45339"/>
                  <a:pt x="13195" y="44028"/>
                </a:cubicBezTo>
                <a:cubicBezTo>
                  <a:pt x="7166" y="40795"/>
                  <a:pt x="3292" y="36469"/>
                  <a:pt x="1646" y="31066"/>
                </a:cubicBezTo>
                <a:cubicBezTo>
                  <a:pt x="0" y="25662"/>
                  <a:pt x="786" y="19910"/>
                  <a:pt x="4034" y="13938"/>
                </a:cubicBezTo>
                <a:cubicBezTo>
                  <a:pt x="7326" y="7734"/>
                  <a:pt x="11652" y="3699"/>
                  <a:pt x="16953" y="1879"/>
                </a:cubicBezTo>
                <a:cubicBezTo>
                  <a:pt x="22298" y="0"/>
                  <a:pt x="27760" y="626"/>
                  <a:pt x="33440" y="3641"/>
                </a:cubicBezTo>
                <a:cubicBezTo>
                  <a:pt x="38567" y="6365"/>
                  <a:pt x="41698" y="10181"/>
                  <a:pt x="42892" y="15074"/>
                </a:cubicBezTo>
                <a:cubicBezTo>
                  <a:pt x="44145" y="19968"/>
                  <a:pt x="43227" y="25196"/>
                  <a:pt x="40154" y="30833"/>
                </a:cubicBezTo>
                <a:close/>
                <a:moveTo>
                  <a:pt x="34925" y="25662"/>
                </a:moveTo>
                <a:cubicBezTo>
                  <a:pt x="36746" y="22240"/>
                  <a:pt x="37197" y="19007"/>
                  <a:pt x="36455" y="15992"/>
                </a:cubicBezTo>
                <a:cubicBezTo>
                  <a:pt x="35668" y="12977"/>
                  <a:pt x="33789" y="10632"/>
                  <a:pt x="30716" y="8986"/>
                </a:cubicBezTo>
                <a:cubicBezTo>
                  <a:pt x="27250" y="7107"/>
                  <a:pt x="23886" y="6598"/>
                  <a:pt x="20754" y="7457"/>
                </a:cubicBezTo>
                <a:cubicBezTo>
                  <a:pt x="17623" y="8302"/>
                  <a:pt x="14958" y="10414"/>
                  <a:pt x="12744" y="13822"/>
                </a:cubicBezTo>
                <a:lnTo>
                  <a:pt x="34925" y="25662"/>
                </a:lnTo>
                <a:close/>
                <a:moveTo>
                  <a:pt x="34925" y="256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F2361-68DF-48E3-A9BB-ABFBF35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206" y="4665467"/>
            <a:ext cx="56321" cy="56044"/>
          </a:xfrm>
          <a:custGeom xmlns:a="http://schemas.openxmlformats.org/drawingml/2006/main">
            <a:pathLst>
              <a:path w="56321" h="56044">
                <a:moveTo>
                  <a:pt x="39076" y="20536"/>
                </a:moveTo>
                <a:lnTo>
                  <a:pt x="50116" y="0"/>
                </a:lnTo>
                <a:lnTo>
                  <a:pt x="56321" y="3364"/>
                </a:lnTo>
                <a:lnTo>
                  <a:pt x="28036" y="56044"/>
                </a:lnTo>
                <a:lnTo>
                  <a:pt x="21847" y="52679"/>
                </a:lnTo>
                <a:lnTo>
                  <a:pt x="24905" y="46999"/>
                </a:lnTo>
                <a:cubicBezTo>
                  <a:pt x="22356" y="48529"/>
                  <a:pt x="19793" y="49330"/>
                  <a:pt x="17230" y="49388"/>
                </a:cubicBezTo>
                <a:cubicBezTo>
                  <a:pt x="14666" y="49388"/>
                  <a:pt x="11943" y="48645"/>
                  <a:pt x="9146" y="47160"/>
                </a:cubicBezTo>
                <a:cubicBezTo>
                  <a:pt x="4602" y="44713"/>
                  <a:pt x="1821" y="40853"/>
                  <a:pt x="903" y="35668"/>
                </a:cubicBezTo>
                <a:cubicBezTo>
                  <a:pt x="0" y="30498"/>
                  <a:pt x="1136" y="24861"/>
                  <a:pt x="4311" y="18948"/>
                </a:cubicBezTo>
                <a:cubicBezTo>
                  <a:pt x="7559" y="12977"/>
                  <a:pt x="11535" y="8928"/>
                  <a:pt x="16385" y="6831"/>
                </a:cubicBezTo>
                <a:cubicBezTo>
                  <a:pt x="21220" y="4719"/>
                  <a:pt x="25939" y="4894"/>
                  <a:pt x="30483" y="7340"/>
                </a:cubicBezTo>
                <a:cubicBezTo>
                  <a:pt x="33338" y="8870"/>
                  <a:pt x="35435" y="10690"/>
                  <a:pt x="36804" y="12860"/>
                </a:cubicBezTo>
                <a:cubicBezTo>
                  <a:pt x="38232" y="15016"/>
                  <a:pt x="38960" y="17579"/>
                  <a:pt x="39076" y="20536"/>
                </a:cubicBezTo>
                <a:close/>
                <a:moveTo>
                  <a:pt x="10749" y="22356"/>
                </a:moveTo>
                <a:cubicBezTo>
                  <a:pt x="8302" y="26973"/>
                  <a:pt x="7326" y="31066"/>
                  <a:pt x="7850" y="34707"/>
                </a:cubicBezTo>
                <a:cubicBezTo>
                  <a:pt x="8302" y="38290"/>
                  <a:pt x="10181" y="40970"/>
                  <a:pt x="13472" y="42732"/>
                </a:cubicBezTo>
                <a:cubicBezTo>
                  <a:pt x="16778" y="44494"/>
                  <a:pt x="20070" y="44611"/>
                  <a:pt x="23376" y="43009"/>
                </a:cubicBezTo>
                <a:cubicBezTo>
                  <a:pt x="26682" y="41421"/>
                  <a:pt x="29522" y="38348"/>
                  <a:pt x="31969" y="33789"/>
                </a:cubicBezTo>
                <a:cubicBezTo>
                  <a:pt x="34416" y="29187"/>
                  <a:pt x="35435" y="25094"/>
                  <a:pt x="34925" y="21453"/>
                </a:cubicBezTo>
                <a:cubicBezTo>
                  <a:pt x="34416" y="17871"/>
                  <a:pt x="32537" y="15132"/>
                  <a:pt x="29231" y="13370"/>
                </a:cubicBezTo>
                <a:cubicBezTo>
                  <a:pt x="25939" y="11608"/>
                  <a:pt x="22633" y="11550"/>
                  <a:pt x="19400" y="13137"/>
                </a:cubicBezTo>
                <a:cubicBezTo>
                  <a:pt x="16094" y="14739"/>
                  <a:pt x="13254" y="17812"/>
                  <a:pt x="10749" y="22356"/>
                </a:cubicBezTo>
                <a:close/>
                <a:moveTo>
                  <a:pt x="10749" y="223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C7920-66C1-462F-8BB0-A9C8BC92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102" y="4675705"/>
            <a:ext cx="34474" cy="55986"/>
          </a:xfrm>
          <a:custGeom xmlns:a="http://schemas.openxmlformats.org/drawingml/2006/main">
            <a:pathLst>
              <a:path w="34474" h="55986">
                <a:moveTo>
                  <a:pt x="20317" y="14797"/>
                </a:moveTo>
                <a:lnTo>
                  <a:pt x="26565" y="18089"/>
                </a:lnTo>
                <a:lnTo>
                  <a:pt x="6204" y="55986"/>
                </a:lnTo>
                <a:lnTo>
                  <a:pt x="0" y="52679"/>
                </a:lnTo>
                <a:lnTo>
                  <a:pt x="20317" y="14797"/>
                </a:lnTo>
                <a:close/>
                <a:moveTo>
                  <a:pt x="28226" y="0"/>
                </a:moveTo>
                <a:lnTo>
                  <a:pt x="34474" y="3364"/>
                </a:lnTo>
                <a:lnTo>
                  <a:pt x="30207" y="11273"/>
                </a:lnTo>
                <a:lnTo>
                  <a:pt x="24017" y="7908"/>
                </a:lnTo>
                <a:lnTo>
                  <a:pt x="28226" y="0"/>
                </a:lnTo>
                <a:close/>
                <a:moveTo>
                  <a:pt x="282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52550-A4B5-4C1A-9B37-1D286B87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47" y="4702897"/>
            <a:ext cx="45907" cy="46082"/>
          </a:xfrm>
          <a:custGeom xmlns:a="http://schemas.openxmlformats.org/drawingml/2006/main">
            <a:pathLst>
              <a:path w="45907" h="46082">
                <a:moveTo>
                  <a:pt x="45907" y="12016"/>
                </a:moveTo>
                <a:lnTo>
                  <a:pt x="42717" y="17871"/>
                </a:lnTo>
                <a:cubicBezTo>
                  <a:pt x="41465" y="16050"/>
                  <a:pt x="39994" y="14404"/>
                  <a:pt x="38348" y="12919"/>
                </a:cubicBezTo>
                <a:cubicBezTo>
                  <a:pt x="36688" y="11448"/>
                  <a:pt x="34867" y="10195"/>
                  <a:pt x="32828" y="9044"/>
                </a:cubicBezTo>
                <a:cubicBezTo>
                  <a:pt x="29755" y="7399"/>
                  <a:pt x="27133" y="6656"/>
                  <a:pt x="25080" y="6772"/>
                </a:cubicBezTo>
                <a:cubicBezTo>
                  <a:pt x="23041" y="6889"/>
                  <a:pt x="21497" y="7850"/>
                  <a:pt x="20478" y="9787"/>
                </a:cubicBezTo>
                <a:cubicBezTo>
                  <a:pt x="19735" y="11215"/>
                  <a:pt x="19676" y="12642"/>
                  <a:pt x="20303" y="14055"/>
                </a:cubicBezTo>
                <a:cubicBezTo>
                  <a:pt x="20987" y="15482"/>
                  <a:pt x="22808" y="17477"/>
                  <a:pt x="25764" y="19968"/>
                </a:cubicBezTo>
                <a:lnTo>
                  <a:pt x="27643" y="21628"/>
                </a:lnTo>
                <a:cubicBezTo>
                  <a:pt x="31517" y="24920"/>
                  <a:pt x="33964" y="27935"/>
                  <a:pt x="34867" y="30673"/>
                </a:cubicBezTo>
                <a:cubicBezTo>
                  <a:pt x="35843" y="33396"/>
                  <a:pt x="35435" y="36309"/>
                  <a:pt x="33789" y="39382"/>
                </a:cubicBezTo>
                <a:cubicBezTo>
                  <a:pt x="31911" y="42907"/>
                  <a:pt x="29012" y="44946"/>
                  <a:pt x="25138" y="45514"/>
                </a:cubicBezTo>
                <a:cubicBezTo>
                  <a:pt x="21279" y="46082"/>
                  <a:pt x="16895" y="45062"/>
                  <a:pt x="12001" y="42441"/>
                </a:cubicBezTo>
                <a:cubicBezTo>
                  <a:pt x="9947" y="41363"/>
                  <a:pt x="7967" y="40008"/>
                  <a:pt x="5971" y="38465"/>
                </a:cubicBezTo>
                <a:cubicBezTo>
                  <a:pt x="3976" y="36877"/>
                  <a:pt x="1981" y="35056"/>
                  <a:pt x="0" y="32945"/>
                </a:cubicBezTo>
                <a:lnTo>
                  <a:pt x="3408" y="26522"/>
                </a:lnTo>
                <a:cubicBezTo>
                  <a:pt x="5054" y="28969"/>
                  <a:pt x="6874" y="31066"/>
                  <a:pt x="8753" y="32828"/>
                </a:cubicBezTo>
                <a:cubicBezTo>
                  <a:pt x="10690" y="34649"/>
                  <a:pt x="12744" y="36134"/>
                  <a:pt x="14958" y="37270"/>
                </a:cubicBezTo>
                <a:cubicBezTo>
                  <a:pt x="17856" y="38858"/>
                  <a:pt x="20361" y="39601"/>
                  <a:pt x="22531" y="39426"/>
                </a:cubicBezTo>
                <a:cubicBezTo>
                  <a:pt x="24628" y="39266"/>
                  <a:pt x="26172" y="38290"/>
                  <a:pt x="27133" y="36469"/>
                </a:cubicBezTo>
                <a:cubicBezTo>
                  <a:pt x="28051" y="34765"/>
                  <a:pt x="28153" y="33178"/>
                  <a:pt x="27527" y="31634"/>
                </a:cubicBezTo>
                <a:cubicBezTo>
                  <a:pt x="26900" y="30163"/>
                  <a:pt x="24861" y="27935"/>
                  <a:pt x="21439" y="25036"/>
                </a:cubicBezTo>
                <a:lnTo>
                  <a:pt x="19560" y="23332"/>
                </a:lnTo>
                <a:cubicBezTo>
                  <a:pt x="16094" y="20492"/>
                  <a:pt x="13996" y="17696"/>
                  <a:pt x="13195" y="15132"/>
                </a:cubicBezTo>
                <a:cubicBezTo>
                  <a:pt x="12394" y="12525"/>
                  <a:pt x="12744" y="9729"/>
                  <a:pt x="14331" y="6831"/>
                </a:cubicBezTo>
                <a:cubicBezTo>
                  <a:pt x="16268" y="3248"/>
                  <a:pt x="18992" y="1194"/>
                  <a:pt x="22531" y="626"/>
                </a:cubicBezTo>
                <a:cubicBezTo>
                  <a:pt x="26114" y="0"/>
                  <a:pt x="30207" y="976"/>
                  <a:pt x="34867" y="3481"/>
                </a:cubicBezTo>
                <a:cubicBezTo>
                  <a:pt x="37139" y="4675"/>
                  <a:pt x="39251" y="6030"/>
                  <a:pt x="41072" y="7457"/>
                </a:cubicBezTo>
                <a:cubicBezTo>
                  <a:pt x="42950" y="8884"/>
                  <a:pt x="44538" y="10414"/>
                  <a:pt x="45907" y="12016"/>
                </a:cubicBezTo>
                <a:close/>
                <a:moveTo>
                  <a:pt x="45907" y="120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BD662-B61A-4CB0-AC53-628B870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710" y="4724117"/>
            <a:ext cx="43577" cy="47174"/>
          </a:xfrm>
          <a:custGeom xmlns:a="http://schemas.openxmlformats.org/drawingml/2006/main">
            <a:pathLst>
              <a:path w="43577" h="47174">
                <a:moveTo>
                  <a:pt x="43577" y="12118"/>
                </a:moveTo>
                <a:lnTo>
                  <a:pt x="40445" y="17987"/>
                </a:lnTo>
                <a:cubicBezTo>
                  <a:pt x="39193" y="16050"/>
                  <a:pt x="37824" y="14404"/>
                  <a:pt x="36353" y="12919"/>
                </a:cubicBezTo>
                <a:cubicBezTo>
                  <a:pt x="34809" y="11506"/>
                  <a:pt x="33163" y="10297"/>
                  <a:pt x="31343" y="9336"/>
                </a:cubicBezTo>
                <a:cubicBezTo>
                  <a:pt x="27308" y="7180"/>
                  <a:pt x="23492" y="6772"/>
                  <a:pt x="19851" y="8141"/>
                </a:cubicBezTo>
                <a:cubicBezTo>
                  <a:pt x="16268" y="9511"/>
                  <a:pt x="13254" y="12467"/>
                  <a:pt x="10749" y="17128"/>
                </a:cubicBezTo>
                <a:cubicBezTo>
                  <a:pt x="8243" y="21745"/>
                  <a:pt x="7442" y="25954"/>
                  <a:pt x="8302" y="29711"/>
                </a:cubicBezTo>
                <a:cubicBezTo>
                  <a:pt x="9146" y="33454"/>
                  <a:pt x="11652" y="36411"/>
                  <a:pt x="15700" y="38581"/>
                </a:cubicBezTo>
                <a:cubicBezTo>
                  <a:pt x="17463" y="39542"/>
                  <a:pt x="19400" y="40285"/>
                  <a:pt x="21439" y="40737"/>
                </a:cubicBezTo>
                <a:cubicBezTo>
                  <a:pt x="23434" y="41203"/>
                  <a:pt x="25590" y="41421"/>
                  <a:pt x="27876" y="41363"/>
                </a:cubicBezTo>
                <a:lnTo>
                  <a:pt x="24803" y="47174"/>
                </a:lnTo>
                <a:cubicBezTo>
                  <a:pt x="22633" y="46999"/>
                  <a:pt x="20478" y="46664"/>
                  <a:pt x="18424" y="46082"/>
                </a:cubicBezTo>
                <a:cubicBezTo>
                  <a:pt x="16327" y="45470"/>
                  <a:pt x="14273" y="44611"/>
                  <a:pt x="12176" y="43475"/>
                </a:cubicBezTo>
                <a:cubicBezTo>
                  <a:pt x="6423" y="40460"/>
                  <a:pt x="2898" y="36193"/>
                  <a:pt x="1413" y="30847"/>
                </a:cubicBezTo>
                <a:cubicBezTo>
                  <a:pt x="0" y="25444"/>
                  <a:pt x="903" y="19691"/>
                  <a:pt x="4209" y="13603"/>
                </a:cubicBezTo>
                <a:cubicBezTo>
                  <a:pt x="7501" y="7399"/>
                  <a:pt x="11826" y="3481"/>
                  <a:pt x="17113" y="1777"/>
                </a:cubicBezTo>
                <a:cubicBezTo>
                  <a:pt x="22415" y="0"/>
                  <a:pt x="27978" y="743"/>
                  <a:pt x="33906" y="3932"/>
                </a:cubicBezTo>
                <a:cubicBezTo>
                  <a:pt x="35828" y="4952"/>
                  <a:pt x="37605" y="6146"/>
                  <a:pt x="39193" y="7515"/>
                </a:cubicBezTo>
                <a:cubicBezTo>
                  <a:pt x="40839" y="8884"/>
                  <a:pt x="42266" y="10414"/>
                  <a:pt x="43577" y="12118"/>
                </a:cubicBezTo>
                <a:close/>
                <a:moveTo>
                  <a:pt x="43577" y="121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4B11B-0A91-43A7-95D7-FE03C8E6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592" y="4744143"/>
            <a:ext cx="43577" cy="46664"/>
          </a:xfrm>
          <a:custGeom xmlns:a="http://schemas.openxmlformats.org/drawingml/2006/main">
            <a:pathLst>
              <a:path w="43577" h="46664">
                <a:moveTo>
                  <a:pt x="29639" y="8710"/>
                </a:moveTo>
                <a:cubicBezTo>
                  <a:pt x="26289" y="6947"/>
                  <a:pt x="22983" y="6831"/>
                  <a:pt x="19633" y="8375"/>
                </a:cubicBezTo>
                <a:cubicBezTo>
                  <a:pt x="16268" y="9962"/>
                  <a:pt x="13428" y="12977"/>
                  <a:pt x="10982" y="17536"/>
                </a:cubicBezTo>
                <a:cubicBezTo>
                  <a:pt x="8535" y="22080"/>
                  <a:pt x="7573" y="26172"/>
                  <a:pt x="8141" y="29813"/>
                </a:cubicBezTo>
                <a:cubicBezTo>
                  <a:pt x="8651" y="33454"/>
                  <a:pt x="10588" y="36134"/>
                  <a:pt x="13938" y="37955"/>
                </a:cubicBezTo>
                <a:cubicBezTo>
                  <a:pt x="17302" y="39717"/>
                  <a:pt x="20594" y="39834"/>
                  <a:pt x="23958" y="38290"/>
                </a:cubicBezTo>
                <a:cubicBezTo>
                  <a:pt x="27308" y="36702"/>
                  <a:pt x="30148" y="33629"/>
                  <a:pt x="32595" y="29129"/>
                </a:cubicBezTo>
                <a:cubicBezTo>
                  <a:pt x="34984" y="24643"/>
                  <a:pt x="35959" y="20550"/>
                  <a:pt x="35391" y="16909"/>
                </a:cubicBezTo>
                <a:cubicBezTo>
                  <a:pt x="34882" y="13210"/>
                  <a:pt x="32945" y="10530"/>
                  <a:pt x="29639" y="8710"/>
                </a:cubicBezTo>
                <a:close/>
                <a:moveTo>
                  <a:pt x="32493" y="3481"/>
                </a:moveTo>
                <a:cubicBezTo>
                  <a:pt x="37897" y="6379"/>
                  <a:pt x="41188" y="10414"/>
                  <a:pt x="42382" y="15598"/>
                </a:cubicBezTo>
                <a:cubicBezTo>
                  <a:pt x="43577" y="20769"/>
                  <a:pt x="42557" y="26463"/>
                  <a:pt x="39207" y="32668"/>
                </a:cubicBezTo>
                <a:cubicBezTo>
                  <a:pt x="35901" y="38858"/>
                  <a:pt x="31692" y="42907"/>
                  <a:pt x="26740" y="44786"/>
                </a:cubicBezTo>
                <a:cubicBezTo>
                  <a:pt x="21730" y="46664"/>
                  <a:pt x="16560" y="46140"/>
                  <a:pt x="11098" y="43242"/>
                </a:cubicBezTo>
                <a:cubicBezTo>
                  <a:pt x="5695" y="40343"/>
                  <a:pt x="2389" y="36309"/>
                  <a:pt x="1194" y="31066"/>
                </a:cubicBezTo>
                <a:cubicBezTo>
                  <a:pt x="0" y="25895"/>
                  <a:pt x="1078" y="20201"/>
                  <a:pt x="4384" y="13996"/>
                </a:cubicBezTo>
                <a:cubicBezTo>
                  <a:pt x="7734" y="7807"/>
                  <a:pt x="11899" y="3758"/>
                  <a:pt x="16836" y="1879"/>
                </a:cubicBezTo>
                <a:cubicBezTo>
                  <a:pt x="21847" y="0"/>
                  <a:pt x="27032" y="524"/>
                  <a:pt x="32493" y="3481"/>
                </a:cubicBezTo>
                <a:close/>
                <a:moveTo>
                  <a:pt x="32493" y="34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259CD-D054-4BE0-A9DC-6893FE5E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250" y="4750916"/>
            <a:ext cx="61782" cy="65088"/>
          </a:xfrm>
          <a:custGeom xmlns:a="http://schemas.openxmlformats.org/drawingml/2006/main">
            <a:pathLst>
              <a:path w="61782" h="65088">
                <a:moveTo>
                  <a:pt x="30891" y="9278"/>
                </a:moveTo>
                <a:lnTo>
                  <a:pt x="9846" y="48529"/>
                </a:lnTo>
                <a:lnTo>
                  <a:pt x="18089" y="52971"/>
                </a:lnTo>
                <a:cubicBezTo>
                  <a:pt x="25080" y="56728"/>
                  <a:pt x="31008" y="57864"/>
                  <a:pt x="35959" y="56437"/>
                </a:cubicBezTo>
                <a:cubicBezTo>
                  <a:pt x="40839" y="55024"/>
                  <a:pt x="45164" y="50917"/>
                  <a:pt x="48805" y="44101"/>
                </a:cubicBezTo>
                <a:cubicBezTo>
                  <a:pt x="52446" y="37329"/>
                  <a:pt x="53480" y="31517"/>
                  <a:pt x="51937" y="26624"/>
                </a:cubicBezTo>
                <a:cubicBezTo>
                  <a:pt x="50407" y="21730"/>
                  <a:pt x="46140" y="17419"/>
                  <a:pt x="39135" y="13720"/>
                </a:cubicBezTo>
                <a:lnTo>
                  <a:pt x="30891" y="9278"/>
                </a:lnTo>
                <a:close/>
                <a:moveTo>
                  <a:pt x="27075" y="0"/>
                </a:moveTo>
                <a:lnTo>
                  <a:pt x="41130" y="7515"/>
                </a:lnTo>
                <a:cubicBezTo>
                  <a:pt x="50917" y="12744"/>
                  <a:pt x="57005" y="18672"/>
                  <a:pt x="59394" y="25211"/>
                </a:cubicBezTo>
                <a:cubicBezTo>
                  <a:pt x="61782" y="31692"/>
                  <a:pt x="60704" y="39324"/>
                  <a:pt x="56029" y="47961"/>
                </a:cubicBezTo>
                <a:cubicBezTo>
                  <a:pt x="51369" y="56670"/>
                  <a:pt x="45630" y="61840"/>
                  <a:pt x="38800" y="63442"/>
                </a:cubicBezTo>
                <a:cubicBezTo>
                  <a:pt x="32027" y="65088"/>
                  <a:pt x="23784" y="63268"/>
                  <a:pt x="14055" y="58039"/>
                </a:cubicBezTo>
                <a:lnTo>
                  <a:pt x="0" y="50524"/>
                </a:lnTo>
                <a:lnTo>
                  <a:pt x="27075" y="0"/>
                </a:lnTo>
                <a:close/>
                <a:moveTo>
                  <a:pt x="2707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9D798-E5B4-4A68-ADB8-C1328111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323" y="4777263"/>
            <a:ext cx="34488" cy="55986"/>
          </a:xfrm>
          <a:custGeom xmlns:a="http://schemas.openxmlformats.org/drawingml/2006/main">
            <a:pathLst>
              <a:path w="34488" h="55986">
                <a:moveTo>
                  <a:pt x="20317" y="14739"/>
                </a:moveTo>
                <a:lnTo>
                  <a:pt x="26580" y="18089"/>
                </a:lnTo>
                <a:lnTo>
                  <a:pt x="6204" y="55986"/>
                </a:lnTo>
                <a:lnTo>
                  <a:pt x="0" y="52621"/>
                </a:lnTo>
                <a:lnTo>
                  <a:pt x="20317" y="14739"/>
                </a:lnTo>
                <a:close/>
                <a:moveTo>
                  <a:pt x="28284" y="0"/>
                </a:moveTo>
                <a:lnTo>
                  <a:pt x="34488" y="3292"/>
                </a:lnTo>
                <a:lnTo>
                  <a:pt x="30221" y="11200"/>
                </a:lnTo>
                <a:lnTo>
                  <a:pt x="24017" y="7908"/>
                </a:lnTo>
                <a:lnTo>
                  <a:pt x="28284" y="0"/>
                </a:lnTo>
                <a:close/>
                <a:moveTo>
                  <a:pt x="282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A6B09-246D-4686-92CD-19B02E93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330" y="4802241"/>
            <a:ext cx="42834" cy="41246"/>
          </a:xfrm>
          <a:custGeom xmlns:a="http://schemas.openxmlformats.org/drawingml/2006/main">
            <a:pathLst>
              <a:path w="42834" h="41246">
                <a:moveTo>
                  <a:pt x="39426" y="17696"/>
                </a:moveTo>
                <a:cubicBezTo>
                  <a:pt x="38916" y="16895"/>
                  <a:pt x="38348" y="16210"/>
                  <a:pt x="37605" y="15584"/>
                </a:cubicBezTo>
                <a:cubicBezTo>
                  <a:pt x="36862" y="14958"/>
                  <a:pt x="36018" y="14390"/>
                  <a:pt x="35042" y="13822"/>
                </a:cubicBezTo>
                <a:cubicBezTo>
                  <a:pt x="31517" y="11943"/>
                  <a:pt x="28211" y="11652"/>
                  <a:pt x="25094" y="12904"/>
                </a:cubicBezTo>
                <a:cubicBezTo>
                  <a:pt x="21963" y="14157"/>
                  <a:pt x="19283" y="16953"/>
                  <a:pt x="16953" y="21279"/>
                </a:cubicBezTo>
                <a:lnTo>
                  <a:pt x="6263" y="41246"/>
                </a:lnTo>
                <a:lnTo>
                  <a:pt x="0" y="37882"/>
                </a:lnTo>
                <a:lnTo>
                  <a:pt x="20361" y="0"/>
                </a:lnTo>
                <a:lnTo>
                  <a:pt x="26624" y="3350"/>
                </a:lnTo>
                <a:lnTo>
                  <a:pt x="23434" y="9219"/>
                </a:lnTo>
                <a:cubicBezTo>
                  <a:pt x="25997" y="7617"/>
                  <a:pt x="28619" y="6816"/>
                  <a:pt x="31284" y="6816"/>
                </a:cubicBezTo>
                <a:cubicBezTo>
                  <a:pt x="34022" y="6816"/>
                  <a:pt x="36862" y="7675"/>
                  <a:pt x="39877" y="9263"/>
                </a:cubicBezTo>
                <a:cubicBezTo>
                  <a:pt x="40285" y="9496"/>
                  <a:pt x="40737" y="9787"/>
                  <a:pt x="41246" y="10122"/>
                </a:cubicBezTo>
                <a:cubicBezTo>
                  <a:pt x="41698" y="10457"/>
                  <a:pt x="42266" y="10865"/>
                  <a:pt x="42834" y="11317"/>
                </a:cubicBezTo>
                <a:lnTo>
                  <a:pt x="39426" y="17696"/>
                </a:lnTo>
                <a:close/>
                <a:moveTo>
                  <a:pt x="39426" y="176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EC759-7F21-4641-AD55-5DC6A193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769" y="4820723"/>
            <a:ext cx="44086" cy="48645"/>
          </a:xfrm>
          <a:custGeom xmlns:a="http://schemas.openxmlformats.org/drawingml/2006/main">
            <a:pathLst>
              <a:path w="44086" h="48645">
                <a:moveTo>
                  <a:pt x="40169" y="30833"/>
                </a:moveTo>
                <a:lnTo>
                  <a:pt x="38508" y="33906"/>
                </a:lnTo>
                <a:lnTo>
                  <a:pt x="9904" y="18555"/>
                </a:lnTo>
                <a:cubicBezTo>
                  <a:pt x="7850" y="22983"/>
                  <a:pt x="7399" y="26915"/>
                  <a:pt x="8535" y="30440"/>
                </a:cubicBezTo>
                <a:cubicBezTo>
                  <a:pt x="9612" y="33906"/>
                  <a:pt x="12234" y="36761"/>
                  <a:pt x="16385" y="38974"/>
                </a:cubicBezTo>
                <a:cubicBezTo>
                  <a:pt x="18774" y="40227"/>
                  <a:pt x="21220" y="41188"/>
                  <a:pt x="23784" y="41814"/>
                </a:cubicBezTo>
                <a:cubicBezTo>
                  <a:pt x="26332" y="42441"/>
                  <a:pt x="29071" y="42732"/>
                  <a:pt x="31911" y="42790"/>
                </a:cubicBezTo>
                <a:lnTo>
                  <a:pt x="28736" y="48645"/>
                </a:lnTo>
                <a:cubicBezTo>
                  <a:pt x="25997" y="48412"/>
                  <a:pt x="23318" y="47902"/>
                  <a:pt x="20711" y="47116"/>
                </a:cubicBezTo>
                <a:cubicBezTo>
                  <a:pt x="18089" y="46373"/>
                  <a:pt x="15584" y="45354"/>
                  <a:pt x="13137" y="44043"/>
                </a:cubicBezTo>
                <a:cubicBezTo>
                  <a:pt x="7107" y="40795"/>
                  <a:pt x="3292" y="36469"/>
                  <a:pt x="1646" y="31066"/>
                </a:cubicBezTo>
                <a:cubicBezTo>
                  <a:pt x="0" y="25662"/>
                  <a:pt x="801" y="19910"/>
                  <a:pt x="3976" y="13938"/>
                </a:cubicBezTo>
                <a:cubicBezTo>
                  <a:pt x="7340" y="7734"/>
                  <a:pt x="11666" y="3699"/>
                  <a:pt x="16953" y="1879"/>
                </a:cubicBezTo>
                <a:cubicBezTo>
                  <a:pt x="22240" y="0"/>
                  <a:pt x="27760" y="626"/>
                  <a:pt x="33454" y="3699"/>
                </a:cubicBezTo>
                <a:cubicBezTo>
                  <a:pt x="38508" y="6437"/>
                  <a:pt x="41698" y="10181"/>
                  <a:pt x="42892" y="15074"/>
                </a:cubicBezTo>
                <a:cubicBezTo>
                  <a:pt x="44086" y="19968"/>
                  <a:pt x="43183" y="25211"/>
                  <a:pt x="40169" y="30833"/>
                </a:cubicBezTo>
                <a:close/>
                <a:moveTo>
                  <a:pt x="34925" y="25662"/>
                </a:moveTo>
                <a:cubicBezTo>
                  <a:pt x="36688" y="22254"/>
                  <a:pt x="37212" y="19007"/>
                  <a:pt x="36411" y="15992"/>
                </a:cubicBezTo>
                <a:cubicBezTo>
                  <a:pt x="35668" y="12977"/>
                  <a:pt x="33731" y="10647"/>
                  <a:pt x="30658" y="8986"/>
                </a:cubicBezTo>
                <a:cubicBezTo>
                  <a:pt x="27192" y="7122"/>
                  <a:pt x="23886" y="6598"/>
                  <a:pt x="20769" y="7457"/>
                </a:cubicBezTo>
                <a:cubicBezTo>
                  <a:pt x="17637" y="8316"/>
                  <a:pt x="14899" y="10414"/>
                  <a:pt x="12686" y="13822"/>
                </a:cubicBezTo>
                <a:lnTo>
                  <a:pt x="34925" y="25662"/>
                </a:lnTo>
                <a:close/>
                <a:moveTo>
                  <a:pt x="34925" y="256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D0BDE-C5FF-4B3A-8E42-87F0E3DA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385" y="4843647"/>
            <a:ext cx="43577" cy="47116"/>
          </a:xfrm>
          <a:custGeom xmlns:a="http://schemas.openxmlformats.org/drawingml/2006/main">
            <a:pathLst>
              <a:path w="43577" h="47116">
                <a:moveTo>
                  <a:pt x="43577" y="12132"/>
                </a:moveTo>
                <a:lnTo>
                  <a:pt x="40445" y="17929"/>
                </a:lnTo>
                <a:cubicBezTo>
                  <a:pt x="39251" y="15992"/>
                  <a:pt x="37824" y="14346"/>
                  <a:pt x="36353" y="12919"/>
                </a:cubicBezTo>
                <a:cubicBezTo>
                  <a:pt x="34809" y="11448"/>
                  <a:pt x="33163" y="10253"/>
                  <a:pt x="31401" y="9278"/>
                </a:cubicBezTo>
                <a:cubicBezTo>
                  <a:pt x="27366" y="7122"/>
                  <a:pt x="23492" y="6714"/>
                  <a:pt x="19910" y="8083"/>
                </a:cubicBezTo>
                <a:cubicBezTo>
                  <a:pt x="16268" y="9452"/>
                  <a:pt x="13254" y="12467"/>
                  <a:pt x="10749" y="17069"/>
                </a:cubicBezTo>
                <a:cubicBezTo>
                  <a:pt x="8302" y="21686"/>
                  <a:pt x="7442" y="25895"/>
                  <a:pt x="8302" y="29653"/>
                </a:cubicBezTo>
                <a:cubicBezTo>
                  <a:pt x="9205" y="33396"/>
                  <a:pt x="11652" y="36367"/>
                  <a:pt x="15700" y="38523"/>
                </a:cubicBezTo>
                <a:cubicBezTo>
                  <a:pt x="17521" y="39484"/>
                  <a:pt x="19400" y="40227"/>
                  <a:pt x="21439" y="40678"/>
                </a:cubicBezTo>
                <a:cubicBezTo>
                  <a:pt x="23492" y="41144"/>
                  <a:pt x="25590" y="41363"/>
                  <a:pt x="27935" y="41363"/>
                </a:cubicBezTo>
                <a:lnTo>
                  <a:pt x="24803" y="47116"/>
                </a:lnTo>
                <a:cubicBezTo>
                  <a:pt x="22633" y="46999"/>
                  <a:pt x="20536" y="46606"/>
                  <a:pt x="18424" y="46038"/>
                </a:cubicBezTo>
                <a:cubicBezTo>
                  <a:pt x="16385" y="45470"/>
                  <a:pt x="14273" y="44611"/>
                  <a:pt x="12176" y="43475"/>
                </a:cubicBezTo>
                <a:cubicBezTo>
                  <a:pt x="6481" y="40402"/>
                  <a:pt x="2898" y="36193"/>
                  <a:pt x="1471" y="30789"/>
                </a:cubicBezTo>
                <a:cubicBezTo>
                  <a:pt x="0" y="25386"/>
                  <a:pt x="961" y="19633"/>
                  <a:pt x="4209" y="13545"/>
                </a:cubicBezTo>
                <a:cubicBezTo>
                  <a:pt x="7501" y="7340"/>
                  <a:pt x="11826" y="3423"/>
                  <a:pt x="17113" y="1719"/>
                </a:cubicBezTo>
                <a:cubicBezTo>
                  <a:pt x="22415" y="0"/>
                  <a:pt x="28036" y="685"/>
                  <a:pt x="33964" y="3874"/>
                </a:cubicBezTo>
                <a:cubicBezTo>
                  <a:pt x="35843" y="4894"/>
                  <a:pt x="37605" y="6088"/>
                  <a:pt x="39251" y="7515"/>
                </a:cubicBezTo>
                <a:cubicBezTo>
                  <a:pt x="40839" y="8884"/>
                  <a:pt x="42324" y="10414"/>
                  <a:pt x="43577" y="12132"/>
                </a:cubicBezTo>
                <a:close/>
                <a:moveTo>
                  <a:pt x="43577" y="121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9A316-02B0-4B7A-A15F-558E63EE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441" y="4849284"/>
            <a:ext cx="36120" cy="58884"/>
          </a:xfrm>
          <a:custGeom xmlns:a="http://schemas.openxmlformats.org/drawingml/2006/main">
            <a:pathLst>
              <a:path w="36120" h="58884">
                <a:moveTo>
                  <a:pt x="29071" y="3364"/>
                </a:moveTo>
                <a:lnTo>
                  <a:pt x="23318" y="14113"/>
                </a:lnTo>
                <a:lnTo>
                  <a:pt x="36120" y="21002"/>
                </a:lnTo>
                <a:lnTo>
                  <a:pt x="33513" y="25837"/>
                </a:lnTo>
                <a:lnTo>
                  <a:pt x="20711" y="18948"/>
                </a:lnTo>
                <a:lnTo>
                  <a:pt x="9671" y="39542"/>
                </a:lnTo>
                <a:cubicBezTo>
                  <a:pt x="8025" y="42615"/>
                  <a:pt x="7340" y="44829"/>
                  <a:pt x="7734" y="46198"/>
                </a:cubicBezTo>
                <a:cubicBezTo>
                  <a:pt x="8127" y="47509"/>
                  <a:pt x="9612" y="48878"/>
                  <a:pt x="12176" y="50291"/>
                </a:cubicBezTo>
                <a:lnTo>
                  <a:pt x="18599" y="53713"/>
                </a:lnTo>
                <a:lnTo>
                  <a:pt x="15817" y="58884"/>
                </a:lnTo>
                <a:lnTo>
                  <a:pt x="9379" y="55476"/>
                </a:lnTo>
                <a:cubicBezTo>
                  <a:pt x="4602" y="52912"/>
                  <a:pt x="1762" y="50233"/>
                  <a:pt x="903" y="47451"/>
                </a:cubicBezTo>
                <a:cubicBezTo>
                  <a:pt x="0" y="44669"/>
                  <a:pt x="845" y="40911"/>
                  <a:pt x="3408" y="36193"/>
                </a:cubicBezTo>
                <a:lnTo>
                  <a:pt x="14448" y="15584"/>
                </a:lnTo>
                <a:lnTo>
                  <a:pt x="9904" y="13152"/>
                </a:lnTo>
                <a:lnTo>
                  <a:pt x="12453" y="8302"/>
                </a:lnTo>
                <a:lnTo>
                  <a:pt x="17069" y="10749"/>
                </a:lnTo>
                <a:lnTo>
                  <a:pt x="22808" y="0"/>
                </a:lnTo>
                <a:lnTo>
                  <a:pt x="29071" y="3364"/>
                </a:lnTo>
                <a:close/>
                <a:moveTo>
                  <a:pt x="29071" y="33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0552B-2B55-4F33-8E43-8D1A1DF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512" y="4861809"/>
            <a:ext cx="60195" cy="66210"/>
          </a:xfrm>
          <a:custGeom xmlns:a="http://schemas.openxmlformats.org/drawingml/2006/main">
            <a:pathLst>
              <a:path w="60195" h="66210">
                <a:moveTo>
                  <a:pt x="21512" y="0"/>
                </a:moveTo>
                <a:lnTo>
                  <a:pt x="28386" y="3685"/>
                </a:lnTo>
                <a:lnTo>
                  <a:pt x="11885" y="34357"/>
                </a:lnTo>
                <a:cubicBezTo>
                  <a:pt x="8986" y="39761"/>
                  <a:pt x="7908" y="44203"/>
                  <a:pt x="8593" y="47611"/>
                </a:cubicBezTo>
                <a:cubicBezTo>
                  <a:pt x="9278" y="51077"/>
                  <a:pt x="11826" y="53990"/>
                  <a:pt x="16210" y="56321"/>
                </a:cubicBezTo>
                <a:cubicBezTo>
                  <a:pt x="20594" y="58651"/>
                  <a:pt x="24410" y="59161"/>
                  <a:pt x="27643" y="57850"/>
                </a:cubicBezTo>
                <a:cubicBezTo>
                  <a:pt x="30891" y="56539"/>
                  <a:pt x="33964" y="53189"/>
                  <a:pt x="36862" y="47728"/>
                </a:cubicBezTo>
                <a:lnTo>
                  <a:pt x="53306" y="17055"/>
                </a:lnTo>
                <a:lnTo>
                  <a:pt x="60195" y="20754"/>
                </a:lnTo>
                <a:lnTo>
                  <a:pt x="43242" y="52272"/>
                </a:lnTo>
                <a:cubicBezTo>
                  <a:pt x="39717" y="58884"/>
                  <a:pt x="35450" y="62976"/>
                  <a:pt x="30381" y="64564"/>
                </a:cubicBezTo>
                <a:cubicBezTo>
                  <a:pt x="25313" y="66210"/>
                  <a:pt x="19575" y="65307"/>
                  <a:pt x="13254" y="61899"/>
                </a:cubicBezTo>
                <a:cubicBezTo>
                  <a:pt x="6831" y="58476"/>
                  <a:pt x="2898" y="54150"/>
                  <a:pt x="1486" y="49097"/>
                </a:cubicBezTo>
                <a:cubicBezTo>
                  <a:pt x="0" y="43970"/>
                  <a:pt x="1020" y="38115"/>
                  <a:pt x="4602" y="31517"/>
                </a:cubicBezTo>
                <a:lnTo>
                  <a:pt x="21512" y="0"/>
                </a:lnTo>
                <a:close/>
                <a:moveTo>
                  <a:pt x="215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9497C-6D23-48AF-B307-A61485EE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175" y="4901803"/>
            <a:ext cx="56146" cy="55636"/>
          </a:xfrm>
          <a:custGeom xmlns:a="http://schemas.openxmlformats.org/drawingml/2006/main">
            <a:pathLst>
              <a:path w="56146" h="55636">
                <a:moveTo>
                  <a:pt x="17069" y="35552"/>
                </a:moveTo>
                <a:lnTo>
                  <a:pt x="6263" y="55636"/>
                </a:lnTo>
                <a:lnTo>
                  <a:pt x="0" y="52286"/>
                </a:lnTo>
                <a:lnTo>
                  <a:pt x="28051" y="0"/>
                </a:lnTo>
                <a:lnTo>
                  <a:pt x="34299" y="3350"/>
                </a:lnTo>
                <a:lnTo>
                  <a:pt x="31226" y="9103"/>
                </a:lnTo>
                <a:cubicBezTo>
                  <a:pt x="33731" y="7559"/>
                  <a:pt x="36294" y="6758"/>
                  <a:pt x="38916" y="6714"/>
                </a:cubicBezTo>
                <a:cubicBezTo>
                  <a:pt x="41479" y="6714"/>
                  <a:pt x="44145" y="7442"/>
                  <a:pt x="46941" y="8928"/>
                </a:cubicBezTo>
                <a:cubicBezTo>
                  <a:pt x="51543" y="11375"/>
                  <a:pt x="54267" y="15249"/>
                  <a:pt x="55184" y="20419"/>
                </a:cubicBezTo>
                <a:cubicBezTo>
                  <a:pt x="56146" y="25590"/>
                  <a:pt x="55010" y="31226"/>
                  <a:pt x="51776" y="37139"/>
                </a:cubicBezTo>
                <a:cubicBezTo>
                  <a:pt x="48587" y="43125"/>
                  <a:pt x="44596" y="47160"/>
                  <a:pt x="39703" y="49257"/>
                </a:cubicBezTo>
                <a:cubicBezTo>
                  <a:pt x="34925" y="51369"/>
                  <a:pt x="30207" y="51194"/>
                  <a:pt x="25604" y="48689"/>
                </a:cubicBezTo>
                <a:cubicBezTo>
                  <a:pt x="22808" y="47218"/>
                  <a:pt x="20711" y="45397"/>
                  <a:pt x="19283" y="43227"/>
                </a:cubicBezTo>
                <a:cubicBezTo>
                  <a:pt x="17914" y="41072"/>
                  <a:pt x="17128" y="38508"/>
                  <a:pt x="17069" y="35552"/>
                </a:cubicBezTo>
                <a:close/>
                <a:moveTo>
                  <a:pt x="45339" y="33673"/>
                </a:moveTo>
                <a:cubicBezTo>
                  <a:pt x="47786" y="29129"/>
                  <a:pt x="48762" y="25022"/>
                  <a:pt x="48296" y="21381"/>
                </a:cubicBezTo>
                <a:cubicBezTo>
                  <a:pt x="47786" y="17798"/>
                  <a:pt x="45907" y="15074"/>
                  <a:pt x="42615" y="13312"/>
                </a:cubicBezTo>
                <a:cubicBezTo>
                  <a:pt x="39309" y="11550"/>
                  <a:pt x="36018" y="11491"/>
                  <a:pt x="32770" y="13079"/>
                </a:cubicBezTo>
                <a:cubicBezTo>
                  <a:pt x="29464" y="14666"/>
                  <a:pt x="26565" y="17739"/>
                  <a:pt x="24119" y="22298"/>
                </a:cubicBezTo>
                <a:cubicBezTo>
                  <a:pt x="21672" y="26900"/>
                  <a:pt x="20711" y="31008"/>
                  <a:pt x="21162" y="34590"/>
                </a:cubicBezTo>
                <a:cubicBezTo>
                  <a:pt x="21672" y="38232"/>
                  <a:pt x="23551" y="40897"/>
                  <a:pt x="26857" y="42659"/>
                </a:cubicBezTo>
                <a:cubicBezTo>
                  <a:pt x="30148" y="44421"/>
                  <a:pt x="33454" y="44538"/>
                  <a:pt x="36746" y="42950"/>
                </a:cubicBezTo>
                <a:cubicBezTo>
                  <a:pt x="39994" y="41363"/>
                  <a:pt x="42892" y="38290"/>
                  <a:pt x="45339" y="33673"/>
                </a:cubicBezTo>
                <a:close/>
                <a:moveTo>
                  <a:pt x="45339" y="336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9700AF-B8B5-4DDB-A39B-D7322337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112" y="4910731"/>
            <a:ext cx="34488" cy="56044"/>
          </a:xfrm>
          <a:custGeom xmlns:a="http://schemas.openxmlformats.org/drawingml/2006/main">
            <a:pathLst>
              <a:path w="34488" h="56044">
                <a:moveTo>
                  <a:pt x="28284" y="0"/>
                </a:moveTo>
                <a:lnTo>
                  <a:pt x="34488" y="3350"/>
                </a:lnTo>
                <a:lnTo>
                  <a:pt x="6263" y="56044"/>
                </a:lnTo>
                <a:lnTo>
                  <a:pt x="0" y="52679"/>
                </a:lnTo>
                <a:lnTo>
                  <a:pt x="28284" y="0"/>
                </a:lnTo>
                <a:close/>
                <a:moveTo>
                  <a:pt x="282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14CF9-35C5-4DEC-8950-D97645F0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425" y="4939350"/>
            <a:ext cx="43635" cy="46708"/>
          </a:xfrm>
          <a:custGeom xmlns:a="http://schemas.openxmlformats.org/drawingml/2006/main">
            <a:pathLst>
              <a:path w="43635" h="46708">
                <a:moveTo>
                  <a:pt x="29639" y="8753"/>
                </a:moveTo>
                <a:cubicBezTo>
                  <a:pt x="26274" y="6933"/>
                  <a:pt x="22983" y="6831"/>
                  <a:pt x="19618" y="8418"/>
                </a:cubicBezTo>
                <a:cubicBezTo>
                  <a:pt x="16268" y="9947"/>
                  <a:pt x="13414" y="13021"/>
                  <a:pt x="10982" y="17521"/>
                </a:cubicBezTo>
                <a:cubicBezTo>
                  <a:pt x="8535" y="22065"/>
                  <a:pt x="7559" y="26172"/>
                  <a:pt x="8127" y="29813"/>
                </a:cubicBezTo>
                <a:cubicBezTo>
                  <a:pt x="8637" y="33454"/>
                  <a:pt x="10574" y="36178"/>
                  <a:pt x="13938" y="37940"/>
                </a:cubicBezTo>
                <a:cubicBezTo>
                  <a:pt x="17288" y="39761"/>
                  <a:pt x="20594" y="39877"/>
                  <a:pt x="23944" y="38290"/>
                </a:cubicBezTo>
                <a:cubicBezTo>
                  <a:pt x="27308" y="36688"/>
                  <a:pt x="30148" y="33673"/>
                  <a:pt x="32595" y="29129"/>
                </a:cubicBezTo>
                <a:cubicBezTo>
                  <a:pt x="34984" y="24628"/>
                  <a:pt x="35945" y="20594"/>
                  <a:pt x="35435" y="16895"/>
                </a:cubicBezTo>
                <a:cubicBezTo>
                  <a:pt x="34867" y="13254"/>
                  <a:pt x="32930" y="10515"/>
                  <a:pt x="29639" y="8753"/>
                </a:cubicBezTo>
                <a:close/>
                <a:moveTo>
                  <a:pt x="32479" y="3466"/>
                </a:moveTo>
                <a:cubicBezTo>
                  <a:pt x="37882" y="6365"/>
                  <a:pt x="41188" y="10414"/>
                  <a:pt x="42382" y="15584"/>
                </a:cubicBezTo>
                <a:cubicBezTo>
                  <a:pt x="43635" y="20769"/>
                  <a:pt x="42543" y="26449"/>
                  <a:pt x="39193" y="32712"/>
                </a:cubicBezTo>
                <a:cubicBezTo>
                  <a:pt x="35887" y="38916"/>
                  <a:pt x="31678" y="42950"/>
                  <a:pt x="26740" y="44829"/>
                </a:cubicBezTo>
                <a:cubicBezTo>
                  <a:pt x="21730" y="46708"/>
                  <a:pt x="16545" y="46140"/>
                  <a:pt x="11142" y="43242"/>
                </a:cubicBezTo>
                <a:cubicBezTo>
                  <a:pt x="5680" y="40329"/>
                  <a:pt x="2389" y="36294"/>
                  <a:pt x="1194" y="31110"/>
                </a:cubicBezTo>
                <a:cubicBezTo>
                  <a:pt x="0" y="25939"/>
                  <a:pt x="1078" y="20245"/>
                  <a:pt x="4428" y="14055"/>
                </a:cubicBezTo>
                <a:cubicBezTo>
                  <a:pt x="7734" y="7792"/>
                  <a:pt x="11885" y="3758"/>
                  <a:pt x="16836" y="1879"/>
                </a:cubicBezTo>
                <a:cubicBezTo>
                  <a:pt x="21847" y="0"/>
                  <a:pt x="27017" y="568"/>
                  <a:pt x="32479" y="3466"/>
                </a:cubicBezTo>
                <a:close/>
                <a:moveTo>
                  <a:pt x="32479" y="34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00F66-48C2-479E-81BA-7C24A5BC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986" y="4960512"/>
            <a:ext cx="44086" cy="51878"/>
          </a:xfrm>
          <a:custGeom xmlns:a="http://schemas.openxmlformats.org/drawingml/2006/main">
            <a:pathLst>
              <a:path w="44086" h="51878">
                <a:moveTo>
                  <a:pt x="26230" y="26172"/>
                </a:moveTo>
                <a:cubicBezTo>
                  <a:pt x="21220" y="23492"/>
                  <a:pt x="17404" y="22182"/>
                  <a:pt x="14841" y="22298"/>
                </a:cubicBezTo>
                <a:cubicBezTo>
                  <a:pt x="12278" y="22415"/>
                  <a:pt x="10297" y="23842"/>
                  <a:pt x="8811" y="26624"/>
                </a:cubicBezTo>
                <a:cubicBezTo>
                  <a:pt x="7617" y="28837"/>
                  <a:pt x="7399" y="30949"/>
                  <a:pt x="8127" y="33047"/>
                </a:cubicBezTo>
                <a:cubicBezTo>
                  <a:pt x="8928" y="35100"/>
                  <a:pt x="10574" y="36804"/>
                  <a:pt x="13021" y="38173"/>
                </a:cubicBezTo>
                <a:cubicBezTo>
                  <a:pt x="16501" y="40052"/>
                  <a:pt x="19968" y="40285"/>
                  <a:pt x="23318" y="38974"/>
                </a:cubicBezTo>
                <a:cubicBezTo>
                  <a:pt x="26740" y="37664"/>
                  <a:pt x="29522" y="34925"/>
                  <a:pt x="31692" y="30891"/>
                </a:cubicBezTo>
                <a:lnTo>
                  <a:pt x="32420" y="29522"/>
                </a:lnTo>
                <a:lnTo>
                  <a:pt x="26230" y="26172"/>
                </a:lnTo>
                <a:close/>
                <a:moveTo>
                  <a:pt x="40052" y="30265"/>
                </a:moveTo>
                <a:lnTo>
                  <a:pt x="28444" y="51878"/>
                </a:lnTo>
                <a:lnTo>
                  <a:pt x="22240" y="48529"/>
                </a:lnTo>
                <a:lnTo>
                  <a:pt x="25313" y="42776"/>
                </a:lnTo>
                <a:cubicBezTo>
                  <a:pt x="22633" y="44319"/>
                  <a:pt x="19968" y="45062"/>
                  <a:pt x="17230" y="45062"/>
                </a:cubicBezTo>
                <a:cubicBezTo>
                  <a:pt x="14564" y="45004"/>
                  <a:pt x="11666" y="44145"/>
                  <a:pt x="8593" y="42499"/>
                </a:cubicBezTo>
                <a:cubicBezTo>
                  <a:pt x="4719" y="40445"/>
                  <a:pt x="2214" y="37664"/>
                  <a:pt x="1078" y="34241"/>
                </a:cubicBezTo>
                <a:cubicBezTo>
                  <a:pt x="0" y="30833"/>
                  <a:pt x="393" y="27308"/>
                  <a:pt x="2330" y="23667"/>
                </a:cubicBezTo>
                <a:cubicBezTo>
                  <a:pt x="4661" y="19400"/>
                  <a:pt x="7792" y="16953"/>
                  <a:pt x="11768" y="16327"/>
                </a:cubicBezTo>
                <a:cubicBezTo>
                  <a:pt x="15817" y="15700"/>
                  <a:pt x="20652" y="16895"/>
                  <a:pt x="26332" y="19910"/>
                </a:cubicBezTo>
                <a:lnTo>
                  <a:pt x="35042" y="24628"/>
                </a:lnTo>
                <a:lnTo>
                  <a:pt x="35377" y="24002"/>
                </a:lnTo>
                <a:cubicBezTo>
                  <a:pt x="36921" y="21162"/>
                  <a:pt x="37154" y="18439"/>
                  <a:pt x="36120" y="15875"/>
                </a:cubicBezTo>
                <a:cubicBezTo>
                  <a:pt x="35100" y="13254"/>
                  <a:pt x="32886" y="11098"/>
                  <a:pt x="29464" y="9219"/>
                </a:cubicBezTo>
                <a:cubicBezTo>
                  <a:pt x="27308" y="8083"/>
                  <a:pt x="25036" y="7224"/>
                  <a:pt x="22691" y="6598"/>
                </a:cubicBezTo>
                <a:cubicBezTo>
                  <a:pt x="20361" y="6030"/>
                  <a:pt x="17972" y="5738"/>
                  <a:pt x="15526" y="5797"/>
                </a:cubicBezTo>
                <a:lnTo>
                  <a:pt x="18599" y="0"/>
                </a:lnTo>
                <a:cubicBezTo>
                  <a:pt x="21395" y="335"/>
                  <a:pt x="23944" y="903"/>
                  <a:pt x="26332" y="1588"/>
                </a:cubicBezTo>
                <a:cubicBezTo>
                  <a:pt x="28677" y="2330"/>
                  <a:pt x="30891" y="3248"/>
                  <a:pt x="32930" y="4326"/>
                </a:cubicBezTo>
                <a:cubicBezTo>
                  <a:pt x="38392" y="7224"/>
                  <a:pt x="41756" y="10865"/>
                  <a:pt x="42950" y="15191"/>
                </a:cubicBezTo>
                <a:cubicBezTo>
                  <a:pt x="44086" y="19458"/>
                  <a:pt x="43183" y="24468"/>
                  <a:pt x="40052" y="30265"/>
                </a:cubicBezTo>
                <a:close/>
                <a:moveTo>
                  <a:pt x="40052" y="302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8806C-31FA-4122-8ED7-4C07C228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64" y="4980028"/>
            <a:ext cx="56321" cy="55971"/>
          </a:xfrm>
          <a:custGeom xmlns:a="http://schemas.openxmlformats.org/drawingml/2006/main">
            <a:pathLst>
              <a:path w="56321" h="55971">
                <a:moveTo>
                  <a:pt x="39076" y="20478"/>
                </a:moveTo>
                <a:lnTo>
                  <a:pt x="50058" y="0"/>
                </a:lnTo>
                <a:lnTo>
                  <a:pt x="56321" y="3292"/>
                </a:lnTo>
                <a:lnTo>
                  <a:pt x="28036" y="55971"/>
                </a:lnTo>
                <a:lnTo>
                  <a:pt x="21847" y="52621"/>
                </a:lnTo>
                <a:lnTo>
                  <a:pt x="24861" y="46926"/>
                </a:lnTo>
                <a:cubicBezTo>
                  <a:pt x="22356" y="48470"/>
                  <a:pt x="19793" y="49271"/>
                  <a:pt x="17230" y="49315"/>
                </a:cubicBezTo>
                <a:cubicBezTo>
                  <a:pt x="14666" y="49315"/>
                  <a:pt x="11943" y="48587"/>
                  <a:pt x="9161" y="47101"/>
                </a:cubicBezTo>
                <a:cubicBezTo>
                  <a:pt x="4602" y="44654"/>
                  <a:pt x="1821" y="40795"/>
                  <a:pt x="903" y="35610"/>
                </a:cubicBezTo>
                <a:cubicBezTo>
                  <a:pt x="0" y="30440"/>
                  <a:pt x="1136" y="24861"/>
                  <a:pt x="4311" y="18890"/>
                </a:cubicBezTo>
                <a:cubicBezTo>
                  <a:pt x="7501" y="12904"/>
                  <a:pt x="11550" y="8870"/>
                  <a:pt x="16385" y="6772"/>
                </a:cubicBezTo>
                <a:cubicBezTo>
                  <a:pt x="21220" y="4661"/>
                  <a:pt x="25939" y="4835"/>
                  <a:pt x="30483" y="7282"/>
                </a:cubicBezTo>
                <a:cubicBezTo>
                  <a:pt x="33338" y="8811"/>
                  <a:pt x="35377" y="10632"/>
                  <a:pt x="36804" y="12802"/>
                </a:cubicBezTo>
                <a:cubicBezTo>
                  <a:pt x="38232" y="14958"/>
                  <a:pt x="38960" y="17521"/>
                  <a:pt x="39076" y="20478"/>
                </a:cubicBezTo>
                <a:close/>
                <a:moveTo>
                  <a:pt x="10749" y="22356"/>
                </a:moveTo>
                <a:cubicBezTo>
                  <a:pt x="8302" y="26900"/>
                  <a:pt x="7340" y="31008"/>
                  <a:pt x="7792" y="34649"/>
                </a:cubicBezTo>
                <a:cubicBezTo>
                  <a:pt x="8302" y="38232"/>
                  <a:pt x="10181" y="40955"/>
                  <a:pt x="13472" y="42717"/>
                </a:cubicBezTo>
                <a:cubicBezTo>
                  <a:pt x="16778" y="44480"/>
                  <a:pt x="20084" y="44538"/>
                  <a:pt x="23376" y="42950"/>
                </a:cubicBezTo>
                <a:cubicBezTo>
                  <a:pt x="26682" y="41363"/>
                  <a:pt x="29522" y="38290"/>
                  <a:pt x="31969" y="33731"/>
                </a:cubicBezTo>
                <a:cubicBezTo>
                  <a:pt x="34416" y="29129"/>
                  <a:pt x="35435" y="25036"/>
                  <a:pt x="34925" y="21395"/>
                </a:cubicBezTo>
                <a:cubicBezTo>
                  <a:pt x="34416" y="17798"/>
                  <a:pt x="32537" y="15074"/>
                  <a:pt x="29231" y="13312"/>
                </a:cubicBezTo>
                <a:cubicBezTo>
                  <a:pt x="25939" y="11550"/>
                  <a:pt x="22633" y="11491"/>
                  <a:pt x="19400" y="13079"/>
                </a:cubicBezTo>
                <a:cubicBezTo>
                  <a:pt x="16094" y="14681"/>
                  <a:pt x="13254" y="17754"/>
                  <a:pt x="10749" y="22356"/>
                </a:cubicBezTo>
                <a:close/>
                <a:moveTo>
                  <a:pt x="10749" y="223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B94EF-C29B-4459-AD52-B1B828EC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76" y="4988723"/>
            <a:ext cx="51878" cy="63836"/>
          </a:xfrm>
          <a:custGeom xmlns:a="http://schemas.openxmlformats.org/drawingml/2006/main">
            <a:pathLst>
              <a:path w="51878" h="63836">
                <a:moveTo>
                  <a:pt x="9161" y="0"/>
                </a:moveTo>
                <a:lnTo>
                  <a:pt x="51878" y="22939"/>
                </a:lnTo>
                <a:lnTo>
                  <a:pt x="48805" y="28736"/>
                </a:lnTo>
                <a:lnTo>
                  <a:pt x="30891" y="19065"/>
                </a:lnTo>
                <a:lnTo>
                  <a:pt x="6816" y="63836"/>
                </a:lnTo>
                <a:lnTo>
                  <a:pt x="0" y="60195"/>
                </a:lnTo>
                <a:lnTo>
                  <a:pt x="24002" y="15424"/>
                </a:lnTo>
                <a:lnTo>
                  <a:pt x="6088" y="5753"/>
                </a:lnTo>
                <a:lnTo>
                  <a:pt x="9161" y="0"/>
                </a:lnTo>
                <a:close/>
                <a:moveTo>
                  <a:pt x="916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70E88-E5F8-4D8E-B2AD-C410383A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065" y="5025309"/>
            <a:ext cx="44086" cy="48645"/>
          </a:xfrm>
          <a:custGeom xmlns:a="http://schemas.openxmlformats.org/drawingml/2006/main">
            <a:pathLst>
              <a:path w="44086" h="48645">
                <a:moveTo>
                  <a:pt x="40154" y="30833"/>
                </a:moveTo>
                <a:lnTo>
                  <a:pt x="38508" y="33906"/>
                </a:lnTo>
                <a:lnTo>
                  <a:pt x="9889" y="18555"/>
                </a:lnTo>
                <a:cubicBezTo>
                  <a:pt x="7850" y="22983"/>
                  <a:pt x="7384" y="26915"/>
                  <a:pt x="8520" y="30440"/>
                </a:cubicBezTo>
                <a:cubicBezTo>
                  <a:pt x="9612" y="33906"/>
                  <a:pt x="12220" y="36761"/>
                  <a:pt x="16385" y="38974"/>
                </a:cubicBezTo>
                <a:cubicBezTo>
                  <a:pt x="18774" y="40227"/>
                  <a:pt x="21220" y="41188"/>
                  <a:pt x="23769" y="41814"/>
                </a:cubicBezTo>
                <a:cubicBezTo>
                  <a:pt x="26332" y="42441"/>
                  <a:pt x="29071" y="42732"/>
                  <a:pt x="31911" y="42790"/>
                </a:cubicBezTo>
                <a:lnTo>
                  <a:pt x="28721" y="48645"/>
                </a:lnTo>
                <a:cubicBezTo>
                  <a:pt x="25997" y="48412"/>
                  <a:pt x="23318" y="47902"/>
                  <a:pt x="20696" y="47101"/>
                </a:cubicBezTo>
                <a:cubicBezTo>
                  <a:pt x="18089" y="46373"/>
                  <a:pt x="15584" y="45339"/>
                  <a:pt x="13137" y="44043"/>
                </a:cubicBezTo>
                <a:cubicBezTo>
                  <a:pt x="7107" y="40795"/>
                  <a:pt x="3292" y="36469"/>
                  <a:pt x="1646" y="31066"/>
                </a:cubicBezTo>
                <a:cubicBezTo>
                  <a:pt x="0" y="25662"/>
                  <a:pt x="786" y="19910"/>
                  <a:pt x="3976" y="13938"/>
                </a:cubicBezTo>
                <a:cubicBezTo>
                  <a:pt x="7326" y="7734"/>
                  <a:pt x="11652" y="3699"/>
                  <a:pt x="16953" y="1879"/>
                </a:cubicBezTo>
                <a:cubicBezTo>
                  <a:pt x="22240" y="0"/>
                  <a:pt x="27760" y="626"/>
                  <a:pt x="33440" y="3699"/>
                </a:cubicBezTo>
                <a:cubicBezTo>
                  <a:pt x="38508" y="6437"/>
                  <a:pt x="41698" y="10239"/>
                  <a:pt x="42892" y="15074"/>
                </a:cubicBezTo>
                <a:cubicBezTo>
                  <a:pt x="44086" y="19968"/>
                  <a:pt x="43169" y="25211"/>
                  <a:pt x="40154" y="30833"/>
                </a:cubicBezTo>
                <a:close/>
                <a:moveTo>
                  <a:pt x="34925" y="25662"/>
                </a:moveTo>
                <a:cubicBezTo>
                  <a:pt x="36688" y="22240"/>
                  <a:pt x="37197" y="19007"/>
                  <a:pt x="36411" y="15992"/>
                </a:cubicBezTo>
                <a:cubicBezTo>
                  <a:pt x="35668" y="12977"/>
                  <a:pt x="33731" y="10647"/>
                  <a:pt x="30658" y="8986"/>
                </a:cubicBezTo>
                <a:cubicBezTo>
                  <a:pt x="27192" y="7107"/>
                  <a:pt x="23886" y="6598"/>
                  <a:pt x="20754" y="7457"/>
                </a:cubicBezTo>
                <a:cubicBezTo>
                  <a:pt x="17623" y="8302"/>
                  <a:pt x="14899" y="10414"/>
                  <a:pt x="12686" y="13822"/>
                </a:cubicBezTo>
                <a:lnTo>
                  <a:pt x="34925" y="25662"/>
                </a:lnTo>
                <a:close/>
                <a:moveTo>
                  <a:pt x="34925" y="256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E3ED0-7FD6-44B5-883F-011FCE40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379" y="5046355"/>
            <a:ext cx="45965" cy="46096"/>
          </a:xfrm>
          <a:custGeom xmlns:a="http://schemas.openxmlformats.org/drawingml/2006/main">
            <a:pathLst>
              <a:path w="45965" h="46096">
                <a:moveTo>
                  <a:pt x="45965" y="11957"/>
                </a:moveTo>
                <a:lnTo>
                  <a:pt x="42790" y="17871"/>
                </a:lnTo>
                <a:cubicBezTo>
                  <a:pt x="41538" y="16050"/>
                  <a:pt x="40052" y="14346"/>
                  <a:pt x="38406" y="12919"/>
                </a:cubicBezTo>
                <a:cubicBezTo>
                  <a:pt x="36746" y="11448"/>
                  <a:pt x="34925" y="10137"/>
                  <a:pt x="32886" y="9059"/>
                </a:cubicBezTo>
                <a:cubicBezTo>
                  <a:pt x="29813" y="7399"/>
                  <a:pt x="27192" y="6612"/>
                  <a:pt x="25153" y="6714"/>
                </a:cubicBezTo>
                <a:cubicBezTo>
                  <a:pt x="23099" y="6889"/>
                  <a:pt x="21570" y="7850"/>
                  <a:pt x="20536" y="9787"/>
                </a:cubicBezTo>
                <a:cubicBezTo>
                  <a:pt x="19793" y="11215"/>
                  <a:pt x="19735" y="12642"/>
                  <a:pt x="20361" y="14055"/>
                </a:cubicBezTo>
                <a:cubicBezTo>
                  <a:pt x="21046" y="15482"/>
                  <a:pt x="22866" y="17477"/>
                  <a:pt x="25779" y="19982"/>
                </a:cubicBezTo>
                <a:lnTo>
                  <a:pt x="27643" y="21628"/>
                </a:lnTo>
                <a:cubicBezTo>
                  <a:pt x="31576" y="24920"/>
                  <a:pt x="34022" y="27935"/>
                  <a:pt x="34925" y="30673"/>
                </a:cubicBezTo>
                <a:cubicBezTo>
                  <a:pt x="35901" y="33396"/>
                  <a:pt x="35508" y="36309"/>
                  <a:pt x="33848" y="39382"/>
                </a:cubicBezTo>
                <a:cubicBezTo>
                  <a:pt x="31969" y="42907"/>
                  <a:pt x="29071" y="44946"/>
                  <a:pt x="25211" y="45514"/>
                </a:cubicBezTo>
                <a:cubicBezTo>
                  <a:pt x="21279" y="46096"/>
                  <a:pt x="16953" y="45062"/>
                  <a:pt x="12059" y="42455"/>
                </a:cubicBezTo>
                <a:cubicBezTo>
                  <a:pt x="10020" y="41363"/>
                  <a:pt x="8025" y="40008"/>
                  <a:pt x="6030" y="38406"/>
                </a:cubicBezTo>
                <a:cubicBezTo>
                  <a:pt x="4034" y="36877"/>
                  <a:pt x="2054" y="34998"/>
                  <a:pt x="0" y="32945"/>
                </a:cubicBezTo>
                <a:lnTo>
                  <a:pt x="3466" y="26522"/>
                </a:lnTo>
                <a:cubicBezTo>
                  <a:pt x="5127" y="28910"/>
                  <a:pt x="6947" y="31008"/>
                  <a:pt x="8811" y="32828"/>
                </a:cubicBezTo>
                <a:cubicBezTo>
                  <a:pt x="10749" y="34649"/>
                  <a:pt x="12802" y="36134"/>
                  <a:pt x="15016" y="37270"/>
                </a:cubicBezTo>
                <a:cubicBezTo>
                  <a:pt x="17929" y="38858"/>
                  <a:pt x="20419" y="39542"/>
                  <a:pt x="22589" y="39426"/>
                </a:cubicBezTo>
                <a:cubicBezTo>
                  <a:pt x="24687" y="39266"/>
                  <a:pt x="26230" y="38232"/>
                  <a:pt x="27192" y="36411"/>
                </a:cubicBezTo>
                <a:cubicBezTo>
                  <a:pt x="28109" y="34765"/>
                  <a:pt x="28226" y="33119"/>
                  <a:pt x="27600" y="31634"/>
                </a:cubicBezTo>
                <a:cubicBezTo>
                  <a:pt x="26915" y="30105"/>
                  <a:pt x="24920" y="27891"/>
                  <a:pt x="21512" y="24978"/>
                </a:cubicBezTo>
                <a:lnTo>
                  <a:pt x="19575" y="23332"/>
                </a:lnTo>
                <a:cubicBezTo>
                  <a:pt x="16152" y="20434"/>
                  <a:pt x="14055" y="17696"/>
                  <a:pt x="13254" y="15089"/>
                </a:cubicBezTo>
                <a:cubicBezTo>
                  <a:pt x="12453" y="12525"/>
                  <a:pt x="12802" y="9729"/>
                  <a:pt x="14390" y="6831"/>
                </a:cubicBezTo>
                <a:cubicBezTo>
                  <a:pt x="16327" y="3248"/>
                  <a:pt x="19065" y="1151"/>
                  <a:pt x="22589" y="568"/>
                </a:cubicBezTo>
                <a:cubicBezTo>
                  <a:pt x="26172" y="0"/>
                  <a:pt x="30265" y="976"/>
                  <a:pt x="34925" y="3481"/>
                </a:cubicBezTo>
                <a:cubicBezTo>
                  <a:pt x="37212" y="4675"/>
                  <a:pt x="39309" y="6044"/>
                  <a:pt x="41130" y="7457"/>
                </a:cubicBezTo>
                <a:cubicBezTo>
                  <a:pt x="43009" y="8884"/>
                  <a:pt x="44611" y="10355"/>
                  <a:pt x="45965" y="11957"/>
                </a:cubicBezTo>
                <a:close/>
                <a:moveTo>
                  <a:pt x="45965" y="119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3D8D9-5843-48AF-A9D0-1D249080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742" y="5052792"/>
            <a:ext cx="36120" cy="58942"/>
          </a:xfrm>
          <a:custGeom xmlns:a="http://schemas.openxmlformats.org/drawingml/2006/main">
            <a:pathLst>
              <a:path w="36120" h="58942">
                <a:moveTo>
                  <a:pt x="29071" y="3350"/>
                </a:moveTo>
                <a:lnTo>
                  <a:pt x="23318" y="14171"/>
                </a:lnTo>
                <a:lnTo>
                  <a:pt x="36120" y="20987"/>
                </a:lnTo>
                <a:lnTo>
                  <a:pt x="33513" y="25881"/>
                </a:lnTo>
                <a:lnTo>
                  <a:pt x="20711" y="19007"/>
                </a:lnTo>
                <a:lnTo>
                  <a:pt x="9671" y="39542"/>
                </a:lnTo>
                <a:cubicBezTo>
                  <a:pt x="8025" y="42674"/>
                  <a:pt x="7340" y="44829"/>
                  <a:pt x="7734" y="46198"/>
                </a:cubicBezTo>
                <a:cubicBezTo>
                  <a:pt x="8083" y="47509"/>
                  <a:pt x="9612" y="48864"/>
                  <a:pt x="12176" y="50291"/>
                </a:cubicBezTo>
                <a:lnTo>
                  <a:pt x="18599" y="53699"/>
                </a:lnTo>
                <a:lnTo>
                  <a:pt x="15759" y="58942"/>
                </a:lnTo>
                <a:lnTo>
                  <a:pt x="9379" y="55461"/>
                </a:lnTo>
                <a:cubicBezTo>
                  <a:pt x="4602" y="52912"/>
                  <a:pt x="1762" y="50233"/>
                  <a:pt x="903" y="47451"/>
                </a:cubicBezTo>
                <a:cubicBezTo>
                  <a:pt x="0" y="44713"/>
                  <a:pt x="845" y="40897"/>
                  <a:pt x="3408" y="36178"/>
                </a:cubicBezTo>
                <a:lnTo>
                  <a:pt x="14448" y="15642"/>
                </a:lnTo>
                <a:lnTo>
                  <a:pt x="9904" y="13195"/>
                </a:lnTo>
                <a:lnTo>
                  <a:pt x="12453" y="8302"/>
                </a:lnTo>
                <a:lnTo>
                  <a:pt x="17069" y="10807"/>
                </a:lnTo>
                <a:lnTo>
                  <a:pt x="22808" y="0"/>
                </a:lnTo>
                <a:lnTo>
                  <a:pt x="29071" y="3350"/>
                </a:lnTo>
                <a:close/>
                <a:moveTo>
                  <a:pt x="29071" y="33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EEFF4-5E98-4BF2-9953-1B706375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443" y="4836656"/>
            <a:ext cx="55767" cy="53480"/>
          </a:xfrm>
          <a:custGeom xmlns:a="http://schemas.openxmlformats.org/drawingml/2006/main">
            <a:pathLst>
              <a:path w="55767" h="53480">
                <a:moveTo>
                  <a:pt x="32318" y="9394"/>
                </a:moveTo>
                <a:lnTo>
                  <a:pt x="21453" y="27993"/>
                </a:lnTo>
                <a:lnTo>
                  <a:pt x="29930" y="32945"/>
                </a:lnTo>
                <a:cubicBezTo>
                  <a:pt x="33061" y="34765"/>
                  <a:pt x="35901" y="35333"/>
                  <a:pt x="38581" y="34707"/>
                </a:cubicBezTo>
                <a:cubicBezTo>
                  <a:pt x="41203" y="34081"/>
                  <a:pt x="43416" y="32260"/>
                  <a:pt x="45120" y="29304"/>
                </a:cubicBezTo>
                <a:cubicBezTo>
                  <a:pt x="46883" y="26347"/>
                  <a:pt x="47334" y="23551"/>
                  <a:pt x="46548" y="20929"/>
                </a:cubicBezTo>
                <a:cubicBezTo>
                  <a:pt x="45805" y="18322"/>
                  <a:pt x="43868" y="16094"/>
                  <a:pt x="40737" y="14273"/>
                </a:cubicBezTo>
                <a:lnTo>
                  <a:pt x="32318" y="9394"/>
                </a:lnTo>
                <a:close/>
                <a:moveTo>
                  <a:pt x="28794" y="0"/>
                </a:moveTo>
                <a:lnTo>
                  <a:pt x="43926" y="8768"/>
                </a:lnTo>
                <a:cubicBezTo>
                  <a:pt x="49504" y="12001"/>
                  <a:pt x="52971" y="15700"/>
                  <a:pt x="54340" y="19851"/>
                </a:cubicBezTo>
                <a:cubicBezTo>
                  <a:pt x="55767" y="24060"/>
                  <a:pt x="55024" y="28561"/>
                  <a:pt x="52228" y="33396"/>
                </a:cubicBezTo>
                <a:cubicBezTo>
                  <a:pt x="49388" y="38290"/>
                  <a:pt x="45805" y="41130"/>
                  <a:pt x="41479" y="41989"/>
                </a:cubicBezTo>
                <a:cubicBezTo>
                  <a:pt x="37212" y="42834"/>
                  <a:pt x="32260" y="41640"/>
                  <a:pt x="26682" y="38465"/>
                </a:cubicBezTo>
                <a:lnTo>
                  <a:pt x="18264" y="33513"/>
                </a:lnTo>
                <a:lnTo>
                  <a:pt x="6714" y="53480"/>
                </a:lnTo>
                <a:lnTo>
                  <a:pt x="0" y="49548"/>
                </a:lnTo>
                <a:lnTo>
                  <a:pt x="28794" y="0"/>
                </a:lnTo>
                <a:close/>
                <a:moveTo>
                  <a:pt x="287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1DC09D-FA55-4AD3-A1D5-8D167FBB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767" y="4871873"/>
            <a:ext cx="43693" cy="40737"/>
          </a:xfrm>
          <a:custGeom xmlns:a="http://schemas.openxmlformats.org/drawingml/2006/main">
            <a:pathLst>
              <a:path w="43693" h="40737">
                <a:moveTo>
                  <a:pt x="40052" y="18380"/>
                </a:moveTo>
                <a:cubicBezTo>
                  <a:pt x="39586" y="17579"/>
                  <a:pt x="39018" y="16836"/>
                  <a:pt x="38333" y="16210"/>
                </a:cubicBezTo>
                <a:cubicBezTo>
                  <a:pt x="37664" y="15526"/>
                  <a:pt x="36804" y="14899"/>
                  <a:pt x="35843" y="14331"/>
                </a:cubicBezTo>
                <a:cubicBezTo>
                  <a:pt x="32362" y="12351"/>
                  <a:pt x="29071" y="11943"/>
                  <a:pt x="25939" y="13079"/>
                </a:cubicBezTo>
                <a:cubicBezTo>
                  <a:pt x="22750" y="14273"/>
                  <a:pt x="19968" y="16953"/>
                  <a:pt x="17521" y="21162"/>
                </a:cubicBezTo>
                <a:lnTo>
                  <a:pt x="6146" y="40737"/>
                </a:lnTo>
                <a:lnTo>
                  <a:pt x="0" y="37212"/>
                </a:lnTo>
                <a:lnTo>
                  <a:pt x="21614" y="0"/>
                </a:lnTo>
                <a:lnTo>
                  <a:pt x="27760" y="3583"/>
                </a:lnTo>
                <a:lnTo>
                  <a:pt x="24395" y="9336"/>
                </a:lnTo>
                <a:cubicBezTo>
                  <a:pt x="26959" y="7850"/>
                  <a:pt x="29639" y="7107"/>
                  <a:pt x="32304" y="7224"/>
                </a:cubicBezTo>
                <a:cubicBezTo>
                  <a:pt x="35042" y="7340"/>
                  <a:pt x="37824" y="8243"/>
                  <a:pt x="40780" y="9962"/>
                </a:cubicBezTo>
                <a:cubicBezTo>
                  <a:pt x="41188" y="10181"/>
                  <a:pt x="41640" y="10530"/>
                  <a:pt x="42149" y="10865"/>
                </a:cubicBezTo>
                <a:cubicBezTo>
                  <a:pt x="42601" y="11200"/>
                  <a:pt x="43125" y="11608"/>
                  <a:pt x="43693" y="12059"/>
                </a:cubicBezTo>
                <a:lnTo>
                  <a:pt x="40052" y="18380"/>
                </a:lnTo>
                <a:close/>
                <a:moveTo>
                  <a:pt x="40052" y="183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D2125-DB5D-4912-BDA7-59CA5841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920" y="4873752"/>
            <a:ext cx="36193" cy="55243"/>
          </a:xfrm>
          <a:custGeom xmlns:a="http://schemas.openxmlformats.org/drawingml/2006/main">
            <a:pathLst>
              <a:path w="36193" h="55243">
                <a:moveTo>
                  <a:pt x="21628" y="14506"/>
                </a:moveTo>
                <a:lnTo>
                  <a:pt x="27760" y="18031"/>
                </a:lnTo>
                <a:lnTo>
                  <a:pt x="6146" y="55243"/>
                </a:lnTo>
                <a:lnTo>
                  <a:pt x="0" y="51718"/>
                </a:lnTo>
                <a:lnTo>
                  <a:pt x="21628" y="14506"/>
                </a:lnTo>
                <a:close/>
                <a:moveTo>
                  <a:pt x="30046" y="0"/>
                </a:moveTo>
                <a:lnTo>
                  <a:pt x="36193" y="3583"/>
                </a:lnTo>
                <a:lnTo>
                  <a:pt x="31634" y="11317"/>
                </a:lnTo>
                <a:lnTo>
                  <a:pt x="25546" y="7792"/>
                </a:lnTo>
                <a:lnTo>
                  <a:pt x="30046" y="0"/>
                </a:lnTo>
                <a:close/>
                <a:moveTo>
                  <a:pt x="300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E34C9-35EB-45E8-83FF-8309B9F3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174" y="4902939"/>
            <a:ext cx="43737" cy="46591"/>
          </a:xfrm>
          <a:custGeom xmlns:a="http://schemas.openxmlformats.org/drawingml/2006/main">
            <a:pathLst>
              <a:path w="43737" h="46591">
                <a:moveTo>
                  <a:pt x="30207" y="8928"/>
                </a:moveTo>
                <a:cubicBezTo>
                  <a:pt x="26900" y="7049"/>
                  <a:pt x="23609" y="6831"/>
                  <a:pt x="20186" y="8243"/>
                </a:cubicBezTo>
                <a:cubicBezTo>
                  <a:pt x="16778" y="9729"/>
                  <a:pt x="13822" y="12686"/>
                  <a:pt x="11258" y="17128"/>
                </a:cubicBezTo>
                <a:cubicBezTo>
                  <a:pt x="8637" y="21555"/>
                  <a:pt x="7559" y="25604"/>
                  <a:pt x="7952" y="29304"/>
                </a:cubicBezTo>
                <a:cubicBezTo>
                  <a:pt x="8360" y="32945"/>
                  <a:pt x="10239" y="35726"/>
                  <a:pt x="13530" y="37664"/>
                </a:cubicBezTo>
                <a:cubicBezTo>
                  <a:pt x="16778" y="39542"/>
                  <a:pt x="20070" y="39761"/>
                  <a:pt x="23492" y="38290"/>
                </a:cubicBezTo>
                <a:cubicBezTo>
                  <a:pt x="26900" y="36804"/>
                  <a:pt x="29857" y="33848"/>
                  <a:pt x="32420" y="29464"/>
                </a:cubicBezTo>
                <a:cubicBezTo>
                  <a:pt x="34984" y="25036"/>
                  <a:pt x="36061" y="20987"/>
                  <a:pt x="35668" y="17288"/>
                </a:cubicBezTo>
                <a:cubicBezTo>
                  <a:pt x="35260" y="13647"/>
                  <a:pt x="33440" y="10865"/>
                  <a:pt x="30207" y="8928"/>
                </a:cubicBezTo>
                <a:close/>
                <a:moveTo>
                  <a:pt x="33221" y="3758"/>
                </a:moveTo>
                <a:cubicBezTo>
                  <a:pt x="38508" y="6874"/>
                  <a:pt x="41698" y="11040"/>
                  <a:pt x="42717" y="16210"/>
                </a:cubicBezTo>
                <a:cubicBezTo>
                  <a:pt x="43737" y="21439"/>
                  <a:pt x="42499" y="27133"/>
                  <a:pt x="38901" y="33221"/>
                </a:cubicBezTo>
                <a:cubicBezTo>
                  <a:pt x="35377" y="39309"/>
                  <a:pt x="31110" y="43183"/>
                  <a:pt x="26056" y="44887"/>
                </a:cubicBezTo>
                <a:cubicBezTo>
                  <a:pt x="20987" y="46591"/>
                  <a:pt x="15802" y="45907"/>
                  <a:pt x="10515" y="42834"/>
                </a:cubicBezTo>
                <a:cubicBezTo>
                  <a:pt x="5170" y="39703"/>
                  <a:pt x="1981" y="35552"/>
                  <a:pt x="1020" y="30323"/>
                </a:cubicBezTo>
                <a:cubicBezTo>
                  <a:pt x="0" y="25138"/>
                  <a:pt x="1238" y="19458"/>
                  <a:pt x="4777" y="13370"/>
                </a:cubicBezTo>
                <a:cubicBezTo>
                  <a:pt x="8360" y="7282"/>
                  <a:pt x="12627" y="3350"/>
                  <a:pt x="17637" y="1646"/>
                </a:cubicBezTo>
                <a:cubicBezTo>
                  <a:pt x="22691" y="0"/>
                  <a:pt x="27876" y="685"/>
                  <a:pt x="33221" y="3758"/>
                </a:cubicBezTo>
                <a:close/>
                <a:moveTo>
                  <a:pt x="33221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52446-1B74-4B0D-80F9-00176883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31" y="4907206"/>
            <a:ext cx="53145" cy="63719"/>
          </a:xfrm>
          <a:custGeom xmlns:a="http://schemas.openxmlformats.org/drawingml/2006/main">
            <a:pathLst>
              <a:path w="53145" h="63719">
                <a:moveTo>
                  <a:pt x="11215" y="0"/>
                </a:moveTo>
                <a:lnTo>
                  <a:pt x="53145" y="24352"/>
                </a:lnTo>
                <a:lnTo>
                  <a:pt x="49839" y="29974"/>
                </a:lnTo>
                <a:lnTo>
                  <a:pt x="32260" y="19793"/>
                </a:lnTo>
                <a:lnTo>
                  <a:pt x="6714" y="63719"/>
                </a:lnTo>
                <a:lnTo>
                  <a:pt x="0" y="59787"/>
                </a:lnTo>
                <a:lnTo>
                  <a:pt x="25546" y="15875"/>
                </a:lnTo>
                <a:lnTo>
                  <a:pt x="7908" y="5622"/>
                </a:lnTo>
                <a:lnTo>
                  <a:pt x="11215" y="0"/>
                </a:lnTo>
                <a:close/>
                <a:moveTo>
                  <a:pt x="112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35DE1-9063-4CE9-A3CC-5D7D5D8F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962" y="4944972"/>
            <a:ext cx="44261" cy="48820"/>
          </a:xfrm>
          <a:custGeom xmlns:a="http://schemas.openxmlformats.org/drawingml/2006/main">
            <a:pathLst>
              <a:path w="44261" h="48820">
                <a:moveTo>
                  <a:pt x="39936" y="31415"/>
                </a:moveTo>
                <a:lnTo>
                  <a:pt x="38232" y="34372"/>
                </a:lnTo>
                <a:lnTo>
                  <a:pt x="10137" y="18045"/>
                </a:lnTo>
                <a:cubicBezTo>
                  <a:pt x="7967" y="22429"/>
                  <a:pt x="7340" y="26347"/>
                  <a:pt x="8360" y="29872"/>
                </a:cubicBezTo>
                <a:cubicBezTo>
                  <a:pt x="9336" y="33396"/>
                  <a:pt x="11841" y="36367"/>
                  <a:pt x="15933" y="38698"/>
                </a:cubicBezTo>
                <a:cubicBezTo>
                  <a:pt x="18264" y="40052"/>
                  <a:pt x="20711" y="41086"/>
                  <a:pt x="23216" y="41829"/>
                </a:cubicBezTo>
                <a:cubicBezTo>
                  <a:pt x="25779" y="42499"/>
                  <a:pt x="28444" y="42907"/>
                  <a:pt x="31299" y="43023"/>
                </a:cubicBezTo>
                <a:lnTo>
                  <a:pt x="27935" y="48820"/>
                </a:lnTo>
                <a:cubicBezTo>
                  <a:pt x="25211" y="48485"/>
                  <a:pt x="22531" y="47859"/>
                  <a:pt x="19968" y="46999"/>
                </a:cubicBezTo>
                <a:cubicBezTo>
                  <a:pt x="17361" y="46140"/>
                  <a:pt x="14914" y="45062"/>
                  <a:pt x="12525" y="43693"/>
                </a:cubicBezTo>
                <a:cubicBezTo>
                  <a:pt x="6598" y="40227"/>
                  <a:pt x="2898" y="35799"/>
                  <a:pt x="1427" y="30338"/>
                </a:cubicBezTo>
                <a:cubicBezTo>
                  <a:pt x="0" y="24876"/>
                  <a:pt x="976" y="19181"/>
                  <a:pt x="4384" y="13268"/>
                </a:cubicBezTo>
                <a:cubicBezTo>
                  <a:pt x="7908" y="7180"/>
                  <a:pt x="12409" y="3306"/>
                  <a:pt x="17754" y="1660"/>
                </a:cubicBezTo>
                <a:cubicBezTo>
                  <a:pt x="23099" y="0"/>
                  <a:pt x="28561" y="743"/>
                  <a:pt x="34139" y="4049"/>
                </a:cubicBezTo>
                <a:cubicBezTo>
                  <a:pt x="39149" y="6947"/>
                  <a:pt x="42164" y="10821"/>
                  <a:pt x="43242" y="15773"/>
                </a:cubicBezTo>
                <a:cubicBezTo>
                  <a:pt x="44261" y="20652"/>
                  <a:pt x="43183" y="25895"/>
                  <a:pt x="39936" y="31415"/>
                </a:cubicBezTo>
                <a:close/>
                <a:moveTo>
                  <a:pt x="34882" y="26070"/>
                </a:moveTo>
                <a:cubicBezTo>
                  <a:pt x="36819" y="22706"/>
                  <a:pt x="37387" y="19516"/>
                  <a:pt x="36761" y="16443"/>
                </a:cubicBezTo>
                <a:cubicBezTo>
                  <a:pt x="36076" y="13370"/>
                  <a:pt x="34255" y="10982"/>
                  <a:pt x="31241" y="9219"/>
                </a:cubicBezTo>
                <a:cubicBezTo>
                  <a:pt x="27818" y="7239"/>
                  <a:pt x="24526" y="6612"/>
                  <a:pt x="21337" y="7340"/>
                </a:cubicBezTo>
                <a:cubicBezTo>
                  <a:pt x="18205" y="8083"/>
                  <a:pt x="15424" y="10137"/>
                  <a:pt x="13093" y="13428"/>
                </a:cubicBezTo>
                <a:lnTo>
                  <a:pt x="34882" y="26070"/>
                </a:lnTo>
                <a:close/>
                <a:moveTo>
                  <a:pt x="34882" y="260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E2965-4F03-438F-A44D-79B5C463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315" y="4967401"/>
            <a:ext cx="46606" cy="45849"/>
          </a:xfrm>
          <a:custGeom xmlns:a="http://schemas.openxmlformats.org/drawingml/2006/main">
            <a:pathLst>
              <a:path w="46606" h="45849">
                <a:moveTo>
                  <a:pt x="46606" y="12627"/>
                </a:moveTo>
                <a:lnTo>
                  <a:pt x="43242" y="18366"/>
                </a:lnTo>
                <a:cubicBezTo>
                  <a:pt x="42047" y="16487"/>
                  <a:pt x="40620" y="14783"/>
                  <a:pt x="39033" y="13312"/>
                </a:cubicBezTo>
                <a:cubicBezTo>
                  <a:pt x="37445" y="11768"/>
                  <a:pt x="35625" y="10399"/>
                  <a:pt x="33629" y="9263"/>
                </a:cubicBezTo>
                <a:cubicBezTo>
                  <a:pt x="30614" y="7501"/>
                  <a:pt x="28051" y="6656"/>
                  <a:pt x="26012" y="6700"/>
                </a:cubicBezTo>
                <a:cubicBezTo>
                  <a:pt x="23958" y="6700"/>
                  <a:pt x="22371" y="7675"/>
                  <a:pt x="21279" y="9554"/>
                </a:cubicBezTo>
                <a:cubicBezTo>
                  <a:pt x="20492" y="10967"/>
                  <a:pt x="20376" y="12394"/>
                  <a:pt x="21002" y="13822"/>
                </a:cubicBezTo>
                <a:cubicBezTo>
                  <a:pt x="21628" y="15234"/>
                  <a:pt x="23332" y="17288"/>
                  <a:pt x="26172" y="19968"/>
                </a:cubicBezTo>
                <a:lnTo>
                  <a:pt x="27993" y="21614"/>
                </a:lnTo>
                <a:cubicBezTo>
                  <a:pt x="31809" y="25080"/>
                  <a:pt x="34139" y="28153"/>
                  <a:pt x="34998" y="30949"/>
                </a:cubicBezTo>
                <a:cubicBezTo>
                  <a:pt x="35843" y="33673"/>
                  <a:pt x="35391" y="36571"/>
                  <a:pt x="33629" y="39586"/>
                </a:cubicBezTo>
                <a:cubicBezTo>
                  <a:pt x="31576" y="43067"/>
                  <a:pt x="28619" y="44989"/>
                  <a:pt x="24759" y="45455"/>
                </a:cubicBezTo>
                <a:cubicBezTo>
                  <a:pt x="20827" y="45849"/>
                  <a:pt x="16501" y="44654"/>
                  <a:pt x="11724" y="41916"/>
                </a:cubicBezTo>
                <a:cubicBezTo>
                  <a:pt x="9729" y="40722"/>
                  <a:pt x="7748" y="39368"/>
                  <a:pt x="5811" y="37707"/>
                </a:cubicBezTo>
                <a:cubicBezTo>
                  <a:pt x="3874" y="36061"/>
                  <a:pt x="1937" y="34124"/>
                  <a:pt x="0" y="31969"/>
                </a:cubicBezTo>
                <a:lnTo>
                  <a:pt x="3699" y="25648"/>
                </a:lnTo>
                <a:cubicBezTo>
                  <a:pt x="5243" y="28153"/>
                  <a:pt x="6947" y="30323"/>
                  <a:pt x="8826" y="32187"/>
                </a:cubicBezTo>
                <a:cubicBezTo>
                  <a:pt x="10647" y="34066"/>
                  <a:pt x="12686" y="35610"/>
                  <a:pt x="14797" y="36862"/>
                </a:cubicBezTo>
                <a:cubicBezTo>
                  <a:pt x="17696" y="38508"/>
                  <a:pt x="20201" y="39309"/>
                  <a:pt x="22313" y="39251"/>
                </a:cubicBezTo>
                <a:cubicBezTo>
                  <a:pt x="24410" y="39135"/>
                  <a:pt x="26012" y="38232"/>
                  <a:pt x="27032" y="36411"/>
                </a:cubicBezTo>
                <a:cubicBezTo>
                  <a:pt x="27993" y="34751"/>
                  <a:pt x="28168" y="33163"/>
                  <a:pt x="27600" y="31619"/>
                </a:cubicBezTo>
                <a:cubicBezTo>
                  <a:pt x="26973" y="30090"/>
                  <a:pt x="25036" y="27818"/>
                  <a:pt x="21745" y="24803"/>
                </a:cubicBezTo>
                <a:lnTo>
                  <a:pt x="19924" y="23041"/>
                </a:lnTo>
                <a:cubicBezTo>
                  <a:pt x="16560" y="20070"/>
                  <a:pt x="14564" y="17230"/>
                  <a:pt x="13836" y="14608"/>
                </a:cubicBezTo>
                <a:cubicBezTo>
                  <a:pt x="13093" y="12001"/>
                  <a:pt x="13603" y="9263"/>
                  <a:pt x="15249" y="6365"/>
                </a:cubicBezTo>
                <a:cubicBezTo>
                  <a:pt x="17302" y="2898"/>
                  <a:pt x="20084" y="903"/>
                  <a:pt x="23667" y="451"/>
                </a:cubicBezTo>
                <a:cubicBezTo>
                  <a:pt x="27250" y="0"/>
                  <a:pt x="31357" y="1078"/>
                  <a:pt x="35901" y="3743"/>
                </a:cubicBezTo>
                <a:cubicBezTo>
                  <a:pt x="38130" y="5054"/>
                  <a:pt x="40169" y="6423"/>
                  <a:pt x="41989" y="7908"/>
                </a:cubicBezTo>
                <a:cubicBezTo>
                  <a:pt x="43751" y="9379"/>
                  <a:pt x="45354" y="10967"/>
                  <a:pt x="46606" y="12627"/>
                </a:cubicBezTo>
                <a:close/>
                <a:moveTo>
                  <a:pt x="46606" y="126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AAC22-5BB2-4692-94B6-03216C07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051" y="4975135"/>
            <a:ext cx="36862" cy="58593"/>
          </a:xfrm>
          <a:custGeom xmlns:a="http://schemas.openxmlformats.org/drawingml/2006/main">
            <a:pathLst>
              <a:path w="36862" h="58593">
                <a:moveTo>
                  <a:pt x="30440" y="3525"/>
                </a:moveTo>
                <a:lnTo>
                  <a:pt x="24293" y="14113"/>
                </a:lnTo>
                <a:lnTo>
                  <a:pt x="36862" y="21439"/>
                </a:lnTo>
                <a:lnTo>
                  <a:pt x="34081" y="26172"/>
                </a:lnTo>
                <a:lnTo>
                  <a:pt x="21512" y="18890"/>
                </a:lnTo>
                <a:lnTo>
                  <a:pt x="9787" y="39018"/>
                </a:lnTo>
                <a:cubicBezTo>
                  <a:pt x="8025" y="42091"/>
                  <a:pt x="7282" y="44261"/>
                  <a:pt x="7632" y="45630"/>
                </a:cubicBezTo>
                <a:cubicBezTo>
                  <a:pt x="7967" y="46926"/>
                  <a:pt x="9394" y="48354"/>
                  <a:pt x="11957" y="49839"/>
                </a:cubicBezTo>
                <a:lnTo>
                  <a:pt x="18205" y="53480"/>
                </a:lnTo>
                <a:lnTo>
                  <a:pt x="15249" y="58593"/>
                </a:lnTo>
                <a:lnTo>
                  <a:pt x="8986" y="54951"/>
                </a:lnTo>
                <a:cubicBezTo>
                  <a:pt x="4267" y="52228"/>
                  <a:pt x="1544" y="49432"/>
                  <a:pt x="743" y="46650"/>
                </a:cubicBezTo>
                <a:cubicBezTo>
                  <a:pt x="0" y="43868"/>
                  <a:pt x="976" y="40110"/>
                  <a:pt x="3641" y="35493"/>
                </a:cubicBezTo>
                <a:lnTo>
                  <a:pt x="15365" y="15307"/>
                </a:lnTo>
                <a:lnTo>
                  <a:pt x="10923" y="12686"/>
                </a:lnTo>
                <a:lnTo>
                  <a:pt x="13661" y="7967"/>
                </a:lnTo>
                <a:lnTo>
                  <a:pt x="18147" y="10515"/>
                </a:lnTo>
                <a:lnTo>
                  <a:pt x="24293" y="0"/>
                </a:lnTo>
                <a:lnTo>
                  <a:pt x="30440" y="3525"/>
                </a:lnTo>
                <a:close/>
                <a:moveTo>
                  <a:pt x="30440" y="35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8BC99-8D22-4EF7-90FB-6C5D8558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25" y="4752678"/>
            <a:ext cx="37096" cy="52738"/>
          </a:xfrm>
          <a:custGeom xmlns:a="http://schemas.openxmlformats.org/drawingml/2006/main">
            <a:pathLst>
              <a:path w="37096" h="52738">
                <a:moveTo>
                  <a:pt x="30498" y="0"/>
                </a:moveTo>
                <a:lnTo>
                  <a:pt x="37096" y="4165"/>
                </a:lnTo>
                <a:lnTo>
                  <a:pt x="6598" y="52738"/>
                </a:lnTo>
                <a:lnTo>
                  <a:pt x="0" y="48587"/>
                </a:lnTo>
                <a:lnTo>
                  <a:pt x="30498" y="0"/>
                </a:lnTo>
                <a:close/>
                <a:moveTo>
                  <a:pt x="304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0DDDE-410A-4635-9099-CD5B2CD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006" y="4776870"/>
            <a:ext cx="48805" cy="55578"/>
          </a:xfrm>
          <a:custGeom xmlns:a="http://schemas.openxmlformats.org/drawingml/2006/main">
            <a:pathLst>
              <a:path w="48805" h="55578">
                <a:moveTo>
                  <a:pt x="44319" y="33556"/>
                </a:moveTo>
                <a:lnTo>
                  <a:pt x="30542" y="55578"/>
                </a:lnTo>
                <a:lnTo>
                  <a:pt x="24512" y="51820"/>
                </a:lnTo>
                <a:lnTo>
                  <a:pt x="38232" y="30032"/>
                </a:lnTo>
                <a:cubicBezTo>
                  <a:pt x="40387" y="26565"/>
                  <a:pt x="41305" y="23551"/>
                  <a:pt x="41072" y="21046"/>
                </a:cubicBezTo>
                <a:cubicBezTo>
                  <a:pt x="40780" y="18482"/>
                  <a:pt x="39309" y="16327"/>
                  <a:pt x="36629" y="14666"/>
                </a:cubicBezTo>
                <a:cubicBezTo>
                  <a:pt x="33396" y="12627"/>
                  <a:pt x="30207" y="12059"/>
                  <a:pt x="27017" y="12962"/>
                </a:cubicBezTo>
                <a:cubicBezTo>
                  <a:pt x="23886" y="13822"/>
                  <a:pt x="21162" y="16035"/>
                  <a:pt x="18934" y="19618"/>
                </a:cubicBezTo>
                <a:lnTo>
                  <a:pt x="6030" y="40212"/>
                </a:lnTo>
                <a:lnTo>
                  <a:pt x="0" y="36411"/>
                </a:lnTo>
                <a:lnTo>
                  <a:pt x="22866" y="0"/>
                </a:lnTo>
                <a:lnTo>
                  <a:pt x="28896" y="3743"/>
                </a:lnTo>
                <a:lnTo>
                  <a:pt x="25313" y="9438"/>
                </a:lnTo>
                <a:cubicBezTo>
                  <a:pt x="28153" y="8127"/>
                  <a:pt x="30833" y="7559"/>
                  <a:pt x="33454" y="7675"/>
                </a:cubicBezTo>
                <a:cubicBezTo>
                  <a:pt x="36120" y="7850"/>
                  <a:pt x="38683" y="8695"/>
                  <a:pt x="41246" y="10297"/>
                </a:cubicBezTo>
                <a:cubicBezTo>
                  <a:pt x="45397" y="12904"/>
                  <a:pt x="47728" y="16210"/>
                  <a:pt x="48296" y="20128"/>
                </a:cubicBezTo>
                <a:cubicBezTo>
                  <a:pt x="48805" y="24060"/>
                  <a:pt x="47494" y="28546"/>
                  <a:pt x="44319" y="33556"/>
                </a:cubicBezTo>
                <a:close/>
                <a:moveTo>
                  <a:pt x="44319" y="335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17494-1602-4C6B-8A5B-08E58FF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626" y="4805882"/>
            <a:ext cx="47276" cy="45630"/>
          </a:xfrm>
          <a:custGeom xmlns:a="http://schemas.openxmlformats.org/drawingml/2006/main">
            <a:pathLst>
              <a:path w="47276" h="45630">
                <a:moveTo>
                  <a:pt x="47276" y="13254"/>
                </a:moveTo>
                <a:lnTo>
                  <a:pt x="43693" y="18934"/>
                </a:lnTo>
                <a:cubicBezTo>
                  <a:pt x="42557" y="17011"/>
                  <a:pt x="41188" y="15249"/>
                  <a:pt x="39644" y="13647"/>
                </a:cubicBezTo>
                <a:cubicBezTo>
                  <a:pt x="38115" y="12118"/>
                  <a:pt x="36353" y="10690"/>
                  <a:pt x="34416" y="9438"/>
                </a:cubicBezTo>
                <a:cubicBezTo>
                  <a:pt x="31401" y="7617"/>
                  <a:pt x="28896" y="6656"/>
                  <a:pt x="26842" y="6656"/>
                </a:cubicBezTo>
                <a:cubicBezTo>
                  <a:pt x="24803" y="6598"/>
                  <a:pt x="23201" y="7501"/>
                  <a:pt x="22065" y="9321"/>
                </a:cubicBezTo>
                <a:cubicBezTo>
                  <a:pt x="21162" y="10749"/>
                  <a:pt x="21046" y="12176"/>
                  <a:pt x="21614" y="13589"/>
                </a:cubicBezTo>
                <a:cubicBezTo>
                  <a:pt x="22182" y="15074"/>
                  <a:pt x="23827" y="17171"/>
                  <a:pt x="26624" y="19910"/>
                </a:cubicBezTo>
                <a:lnTo>
                  <a:pt x="28386" y="21614"/>
                </a:lnTo>
                <a:cubicBezTo>
                  <a:pt x="32027" y="25196"/>
                  <a:pt x="34241" y="28386"/>
                  <a:pt x="34984" y="31168"/>
                </a:cubicBezTo>
                <a:cubicBezTo>
                  <a:pt x="35726" y="33964"/>
                  <a:pt x="35217" y="36804"/>
                  <a:pt x="33338" y="39819"/>
                </a:cubicBezTo>
                <a:cubicBezTo>
                  <a:pt x="31168" y="43183"/>
                  <a:pt x="28153" y="45004"/>
                  <a:pt x="24235" y="45339"/>
                </a:cubicBezTo>
                <a:cubicBezTo>
                  <a:pt x="20361" y="45630"/>
                  <a:pt x="16035" y="44261"/>
                  <a:pt x="11375" y="41363"/>
                </a:cubicBezTo>
                <a:cubicBezTo>
                  <a:pt x="9379" y="40110"/>
                  <a:pt x="7501" y="38683"/>
                  <a:pt x="5622" y="36921"/>
                </a:cubicBezTo>
                <a:cubicBezTo>
                  <a:pt x="3758" y="35217"/>
                  <a:pt x="1879" y="33280"/>
                  <a:pt x="0" y="31066"/>
                </a:cubicBezTo>
                <a:lnTo>
                  <a:pt x="3860" y="24861"/>
                </a:lnTo>
                <a:cubicBezTo>
                  <a:pt x="5403" y="27425"/>
                  <a:pt x="6991" y="29639"/>
                  <a:pt x="8811" y="31576"/>
                </a:cubicBezTo>
                <a:cubicBezTo>
                  <a:pt x="10574" y="33454"/>
                  <a:pt x="12511" y="35100"/>
                  <a:pt x="14623" y="36411"/>
                </a:cubicBezTo>
                <a:cubicBezTo>
                  <a:pt x="17463" y="38173"/>
                  <a:pt x="19910" y="39076"/>
                  <a:pt x="22065" y="39018"/>
                </a:cubicBezTo>
                <a:cubicBezTo>
                  <a:pt x="24177" y="39018"/>
                  <a:pt x="25764" y="38173"/>
                  <a:pt x="26900" y="36411"/>
                </a:cubicBezTo>
                <a:cubicBezTo>
                  <a:pt x="27935" y="34751"/>
                  <a:pt x="28153" y="33163"/>
                  <a:pt x="27585" y="31634"/>
                </a:cubicBezTo>
                <a:cubicBezTo>
                  <a:pt x="27017" y="30090"/>
                  <a:pt x="25138" y="27760"/>
                  <a:pt x="21963" y="24570"/>
                </a:cubicBezTo>
                <a:lnTo>
                  <a:pt x="20186" y="22808"/>
                </a:lnTo>
                <a:cubicBezTo>
                  <a:pt x="16953" y="19676"/>
                  <a:pt x="15016" y="16836"/>
                  <a:pt x="14390" y="14157"/>
                </a:cubicBezTo>
                <a:cubicBezTo>
                  <a:pt x="13763" y="11550"/>
                  <a:pt x="14331" y="8753"/>
                  <a:pt x="16094" y="5971"/>
                </a:cubicBezTo>
                <a:cubicBezTo>
                  <a:pt x="18264" y="2563"/>
                  <a:pt x="21104" y="685"/>
                  <a:pt x="24745" y="335"/>
                </a:cubicBezTo>
                <a:cubicBezTo>
                  <a:pt x="28328" y="0"/>
                  <a:pt x="32362" y="1194"/>
                  <a:pt x="36804" y="4034"/>
                </a:cubicBezTo>
                <a:cubicBezTo>
                  <a:pt x="39018" y="5403"/>
                  <a:pt x="41013" y="6874"/>
                  <a:pt x="42776" y="8418"/>
                </a:cubicBezTo>
                <a:cubicBezTo>
                  <a:pt x="44538" y="9947"/>
                  <a:pt x="46023" y="11608"/>
                  <a:pt x="47276" y="13254"/>
                </a:cubicBezTo>
                <a:close/>
                <a:moveTo>
                  <a:pt x="47276" y="132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E25D4-1EBB-4A4C-AD9C-4FC0D0D6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154" y="4811111"/>
            <a:ext cx="37765" cy="54340"/>
          </a:xfrm>
          <a:custGeom xmlns:a="http://schemas.openxmlformats.org/drawingml/2006/main">
            <a:pathLst>
              <a:path w="37765" h="54340">
                <a:moveTo>
                  <a:pt x="22866" y="14171"/>
                </a:moveTo>
                <a:lnTo>
                  <a:pt x="28837" y="17929"/>
                </a:lnTo>
                <a:lnTo>
                  <a:pt x="6030" y="54340"/>
                </a:lnTo>
                <a:lnTo>
                  <a:pt x="0" y="50582"/>
                </a:lnTo>
                <a:lnTo>
                  <a:pt x="22866" y="14171"/>
                </a:lnTo>
                <a:close/>
                <a:moveTo>
                  <a:pt x="31794" y="0"/>
                </a:moveTo>
                <a:lnTo>
                  <a:pt x="37765" y="3758"/>
                </a:lnTo>
                <a:lnTo>
                  <a:pt x="32988" y="11317"/>
                </a:lnTo>
                <a:lnTo>
                  <a:pt x="27017" y="7573"/>
                </a:lnTo>
                <a:lnTo>
                  <a:pt x="31794" y="0"/>
                </a:lnTo>
                <a:close/>
                <a:moveTo>
                  <a:pt x="317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52403-897D-4D99-AB0A-F10F1FC6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999" y="4840356"/>
            <a:ext cx="58491" cy="59787"/>
          </a:xfrm>
          <a:custGeom xmlns:a="http://schemas.openxmlformats.org/drawingml/2006/main">
            <a:pathLst>
              <a:path w="58491" h="59787">
                <a:moveTo>
                  <a:pt x="41363" y="29362"/>
                </a:moveTo>
                <a:cubicBezTo>
                  <a:pt x="44101" y="25036"/>
                  <a:pt x="45295" y="21104"/>
                  <a:pt x="45004" y="17637"/>
                </a:cubicBezTo>
                <a:cubicBezTo>
                  <a:pt x="44727" y="14113"/>
                  <a:pt x="42965" y="11317"/>
                  <a:pt x="39717" y="9336"/>
                </a:cubicBezTo>
                <a:cubicBezTo>
                  <a:pt x="36527" y="7282"/>
                  <a:pt x="33236" y="6933"/>
                  <a:pt x="29988" y="8185"/>
                </a:cubicBezTo>
                <a:cubicBezTo>
                  <a:pt x="26682" y="9438"/>
                  <a:pt x="23667" y="12234"/>
                  <a:pt x="20944" y="16560"/>
                </a:cubicBezTo>
                <a:cubicBezTo>
                  <a:pt x="18264" y="20871"/>
                  <a:pt x="17011" y="24803"/>
                  <a:pt x="17361" y="28328"/>
                </a:cubicBezTo>
                <a:cubicBezTo>
                  <a:pt x="17637" y="31794"/>
                  <a:pt x="19342" y="34590"/>
                  <a:pt x="22589" y="36586"/>
                </a:cubicBezTo>
                <a:cubicBezTo>
                  <a:pt x="25837" y="38625"/>
                  <a:pt x="29071" y="39033"/>
                  <a:pt x="32377" y="37722"/>
                </a:cubicBezTo>
                <a:cubicBezTo>
                  <a:pt x="35625" y="36469"/>
                  <a:pt x="38639" y="33673"/>
                  <a:pt x="41363" y="29362"/>
                </a:cubicBezTo>
                <a:close/>
                <a:moveTo>
                  <a:pt x="38465" y="47276"/>
                </a:moveTo>
                <a:cubicBezTo>
                  <a:pt x="34590" y="53422"/>
                  <a:pt x="30323" y="57180"/>
                  <a:pt x="25662" y="58491"/>
                </a:cubicBezTo>
                <a:cubicBezTo>
                  <a:pt x="21002" y="59787"/>
                  <a:pt x="15817" y="58651"/>
                  <a:pt x="10195" y="55068"/>
                </a:cubicBezTo>
                <a:cubicBezTo>
                  <a:pt x="8083" y="53757"/>
                  <a:pt x="6146" y="52403"/>
                  <a:pt x="4500" y="50917"/>
                </a:cubicBezTo>
                <a:cubicBezTo>
                  <a:pt x="2855" y="49388"/>
                  <a:pt x="1311" y="47786"/>
                  <a:pt x="0" y="46023"/>
                </a:cubicBezTo>
                <a:lnTo>
                  <a:pt x="3641" y="40227"/>
                </a:lnTo>
                <a:cubicBezTo>
                  <a:pt x="4777" y="42266"/>
                  <a:pt x="6088" y="44028"/>
                  <a:pt x="7515" y="45572"/>
                </a:cubicBezTo>
                <a:cubicBezTo>
                  <a:pt x="8943" y="47101"/>
                  <a:pt x="10530" y="48412"/>
                  <a:pt x="12292" y="49548"/>
                </a:cubicBezTo>
                <a:cubicBezTo>
                  <a:pt x="16225" y="51995"/>
                  <a:pt x="19808" y="52854"/>
                  <a:pt x="23041" y="51995"/>
                </a:cubicBezTo>
                <a:cubicBezTo>
                  <a:pt x="26289" y="51208"/>
                  <a:pt x="29187" y="48703"/>
                  <a:pt x="31809" y="44552"/>
                </a:cubicBezTo>
                <a:lnTo>
                  <a:pt x="33687" y="41581"/>
                </a:lnTo>
                <a:cubicBezTo>
                  <a:pt x="31066" y="42950"/>
                  <a:pt x="28503" y="43577"/>
                  <a:pt x="25895" y="43460"/>
                </a:cubicBezTo>
                <a:cubicBezTo>
                  <a:pt x="23332" y="43300"/>
                  <a:pt x="20652" y="42382"/>
                  <a:pt x="17987" y="40678"/>
                </a:cubicBezTo>
                <a:cubicBezTo>
                  <a:pt x="13487" y="37882"/>
                  <a:pt x="10982" y="33906"/>
                  <a:pt x="10355" y="28779"/>
                </a:cubicBezTo>
                <a:cubicBezTo>
                  <a:pt x="9787" y="23667"/>
                  <a:pt x="11273" y="18322"/>
                  <a:pt x="14797" y="12686"/>
                </a:cubicBezTo>
                <a:cubicBezTo>
                  <a:pt x="18322" y="7049"/>
                  <a:pt x="22531" y="3408"/>
                  <a:pt x="27366" y="1704"/>
                </a:cubicBezTo>
                <a:cubicBezTo>
                  <a:pt x="32260" y="0"/>
                  <a:pt x="36935" y="568"/>
                  <a:pt x="41363" y="3350"/>
                </a:cubicBezTo>
                <a:cubicBezTo>
                  <a:pt x="44101" y="5068"/>
                  <a:pt x="46023" y="7049"/>
                  <a:pt x="47334" y="9336"/>
                </a:cubicBezTo>
                <a:cubicBezTo>
                  <a:pt x="48587" y="11608"/>
                  <a:pt x="49155" y="14171"/>
                  <a:pt x="49053" y="17128"/>
                </a:cubicBezTo>
                <a:lnTo>
                  <a:pt x="52519" y="11608"/>
                </a:lnTo>
                <a:lnTo>
                  <a:pt x="58491" y="15365"/>
                </a:lnTo>
                <a:lnTo>
                  <a:pt x="38465" y="47276"/>
                </a:lnTo>
                <a:close/>
                <a:moveTo>
                  <a:pt x="38465" y="472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247A4-FB44-4BC0-B17B-009F64F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741" y="4849109"/>
            <a:ext cx="48805" cy="69763"/>
          </a:xfrm>
          <a:custGeom xmlns:a="http://schemas.openxmlformats.org/drawingml/2006/main">
            <a:pathLst>
              <a:path w="48805" h="69763">
                <a:moveTo>
                  <a:pt x="44319" y="47742"/>
                </a:moveTo>
                <a:lnTo>
                  <a:pt x="30483" y="69763"/>
                </a:lnTo>
                <a:lnTo>
                  <a:pt x="24512" y="66006"/>
                </a:lnTo>
                <a:lnTo>
                  <a:pt x="38232" y="44217"/>
                </a:lnTo>
                <a:cubicBezTo>
                  <a:pt x="40387" y="40737"/>
                  <a:pt x="41305" y="37780"/>
                  <a:pt x="41013" y="35217"/>
                </a:cubicBezTo>
                <a:cubicBezTo>
                  <a:pt x="40780" y="32668"/>
                  <a:pt x="39309" y="30498"/>
                  <a:pt x="36629" y="28852"/>
                </a:cubicBezTo>
                <a:cubicBezTo>
                  <a:pt x="33396" y="26798"/>
                  <a:pt x="30148" y="26230"/>
                  <a:pt x="27017" y="27148"/>
                </a:cubicBezTo>
                <a:cubicBezTo>
                  <a:pt x="23827" y="27993"/>
                  <a:pt x="21162" y="30221"/>
                  <a:pt x="18934" y="33804"/>
                </a:cubicBezTo>
                <a:lnTo>
                  <a:pt x="6030" y="54398"/>
                </a:lnTo>
                <a:lnTo>
                  <a:pt x="0" y="50582"/>
                </a:lnTo>
                <a:lnTo>
                  <a:pt x="31736" y="0"/>
                </a:lnTo>
                <a:lnTo>
                  <a:pt x="37765" y="3758"/>
                </a:lnTo>
                <a:lnTo>
                  <a:pt x="25313" y="23623"/>
                </a:lnTo>
                <a:cubicBezTo>
                  <a:pt x="28153" y="22313"/>
                  <a:pt x="30833" y="21745"/>
                  <a:pt x="33454" y="21847"/>
                </a:cubicBezTo>
                <a:cubicBezTo>
                  <a:pt x="36061" y="22021"/>
                  <a:pt x="38683" y="22881"/>
                  <a:pt x="41188" y="24468"/>
                </a:cubicBezTo>
                <a:cubicBezTo>
                  <a:pt x="45397" y="27090"/>
                  <a:pt x="47728" y="30381"/>
                  <a:pt x="48237" y="34314"/>
                </a:cubicBezTo>
                <a:cubicBezTo>
                  <a:pt x="48805" y="38232"/>
                  <a:pt x="47494" y="42732"/>
                  <a:pt x="44319" y="47742"/>
                </a:cubicBezTo>
                <a:close/>
                <a:moveTo>
                  <a:pt x="44319" y="477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000AE-F701-4E62-9516-7D39BEDF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648" y="4879490"/>
            <a:ext cx="37664" cy="58316"/>
          </a:xfrm>
          <a:custGeom xmlns:a="http://schemas.openxmlformats.org/drawingml/2006/main">
            <a:pathLst>
              <a:path w="37664" h="58316">
                <a:moveTo>
                  <a:pt x="31809" y="3816"/>
                </a:moveTo>
                <a:lnTo>
                  <a:pt x="25313" y="14171"/>
                </a:lnTo>
                <a:lnTo>
                  <a:pt x="37664" y="21905"/>
                </a:lnTo>
                <a:lnTo>
                  <a:pt x="34707" y="26522"/>
                </a:lnTo>
                <a:lnTo>
                  <a:pt x="22415" y="18774"/>
                </a:lnTo>
                <a:lnTo>
                  <a:pt x="10020" y="38581"/>
                </a:lnTo>
                <a:cubicBezTo>
                  <a:pt x="8141" y="41538"/>
                  <a:pt x="7340" y="43693"/>
                  <a:pt x="7617" y="45062"/>
                </a:cubicBezTo>
                <a:cubicBezTo>
                  <a:pt x="7908" y="46431"/>
                  <a:pt x="9278" y="47902"/>
                  <a:pt x="11783" y="49446"/>
                </a:cubicBezTo>
                <a:lnTo>
                  <a:pt x="17914" y="53320"/>
                </a:lnTo>
                <a:lnTo>
                  <a:pt x="14797" y="58316"/>
                </a:lnTo>
                <a:lnTo>
                  <a:pt x="8651" y="54456"/>
                </a:lnTo>
                <a:cubicBezTo>
                  <a:pt x="4034" y="51543"/>
                  <a:pt x="1369" y="48703"/>
                  <a:pt x="685" y="45863"/>
                </a:cubicBezTo>
                <a:cubicBezTo>
                  <a:pt x="0" y="43067"/>
                  <a:pt x="1136" y="39382"/>
                  <a:pt x="3976" y="34823"/>
                </a:cubicBezTo>
                <a:lnTo>
                  <a:pt x="16385" y="15030"/>
                </a:lnTo>
                <a:lnTo>
                  <a:pt x="12001" y="12292"/>
                </a:lnTo>
                <a:lnTo>
                  <a:pt x="14899" y="7632"/>
                </a:lnTo>
                <a:lnTo>
                  <a:pt x="19283" y="10355"/>
                </a:lnTo>
                <a:lnTo>
                  <a:pt x="25779" y="0"/>
                </a:lnTo>
                <a:lnTo>
                  <a:pt x="31809" y="3816"/>
                </a:lnTo>
                <a:close/>
                <a:moveTo>
                  <a:pt x="31809" y="38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AA771-9F46-45DF-A917-43BE4CA1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476" y="4908677"/>
            <a:ext cx="47218" cy="45630"/>
          </a:xfrm>
          <a:custGeom xmlns:a="http://schemas.openxmlformats.org/drawingml/2006/main">
            <a:pathLst>
              <a:path w="47218" h="45630">
                <a:moveTo>
                  <a:pt x="47218" y="13254"/>
                </a:moveTo>
                <a:lnTo>
                  <a:pt x="43693" y="18948"/>
                </a:lnTo>
                <a:cubicBezTo>
                  <a:pt x="42557" y="17011"/>
                  <a:pt x="41188" y="15249"/>
                  <a:pt x="39644" y="13720"/>
                </a:cubicBezTo>
                <a:cubicBezTo>
                  <a:pt x="38115" y="12118"/>
                  <a:pt x="36353" y="10705"/>
                  <a:pt x="34416" y="9511"/>
                </a:cubicBezTo>
                <a:cubicBezTo>
                  <a:pt x="31401" y="7632"/>
                  <a:pt x="28896" y="6656"/>
                  <a:pt x="26842" y="6656"/>
                </a:cubicBezTo>
                <a:cubicBezTo>
                  <a:pt x="24803" y="6598"/>
                  <a:pt x="23201" y="7515"/>
                  <a:pt x="22065" y="9336"/>
                </a:cubicBezTo>
                <a:cubicBezTo>
                  <a:pt x="21162" y="10763"/>
                  <a:pt x="21046" y="12176"/>
                  <a:pt x="21614" y="13603"/>
                </a:cubicBezTo>
                <a:cubicBezTo>
                  <a:pt x="22182" y="15074"/>
                  <a:pt x="23827" y="17186"/>
                  <a:pt x="26565" y="19924"/>
                </a:cubicBezTo>
                <a:lnTo>
                  <a:pt x="28328" y="21628"/>
                </a:lnTo>
                <a:cubicBezTo>
                  <a:pt x="32027" y="25211"/>
                  <a:pt x="34241" y="28401"/>
                  <a:pt x="34984" y="31182"/>
                </a:cubicBezTo>
                <a:cubicBezTo>
                  <a:pt x="35726" y="33964"/>
                  <a:pt x="35217" y="36877"/>
                  <a:pt x="33338" y="39834"/>
                </a:cubicBezTo>
                <a:cubicBezTo>
                  <a:pt x="31168" y="43183"/>
                  <a:pt x="28153" y="45062"/>
                  <a:pt x="24235" y="45354"/>
                </a:cubicBezTo>
                <a:cubicBezTo>
                  <a:pt x="20361" y="45630"/>
                  <a:pt x="16035" y="44319"/>
                  <a:pt x="11375" y="41363"/>
                </a:cubicBezTo>
                <a:cubicBezTo>
                  <a:pt x="9379" y="40110"/>
                  <a:pt x="7501" y="38698"/>
                  <a:pt x="5622" y="36979"/>
                </a:cubicBezTo>
                <a:cubicBezTo>
                  <a:pt x="3758" y="35275"/>
                  <a:pt x="1879" y="33280"/>
                  <a:pt x="0" y="31066"/>
                </a:cubicBezTo>
                <a:lnTo>
                  <a:pt x="3860" y="24861"/>
                </a:lnTo>
                <a:cubicBezTo>
                  <a:pt x="5403" y="27425"/>
                  <a:pt x="6991" y="29639"/>
                  <a:pt x="8811" y="31576"/>
                </a:cubicBezTo>
                <a:cubicBezTo>
                  <a:pt x="10574" y="33513"/>
                  <a:pt x="12511" y="35100"/>
                  <a:pt x="14623" y="36411"/>
                </a:cubicBezTo>
                <a:cubicBezTo>
                  <a:pt x="17463" y="38173"/>
                  <a:pt x="19910" y="39091"/>
                  <a:pt x="22065" y="39033"/>
                </a:cubicBezTo>
                <a:cubicBezTo>
                  <a:pt x="24177" y="39033"/>
                  <a:pt x="25764" y="38173"/>
                  <a:pt x="26900" y="36411"/>
                </a:cubicBezTo>
                <a:cubicBezTo>
                  <a:pt x="27876" y="34765"/>
                  <a:pt x="28153" y="33178"/>
                  <a:pt x="27585" y="31634"/>
                </a:cubicBezTo>
                <a:cubicBezTo>
                  <a:pt x="27017" y="30105"/>
                  <a:pt x="25138" y="27774"/>
                  <a:pt x="21963" y="24643"/>
                </a:cubicBezTo>
                <a:lnTo>
                  <a:pt x="20186" y="22822"/>
                </a:lnTo>
                <a:cubicBezTo>
                  <a:pt x="16953" y="19691"/>
                  <a:pt x="15016" y="16851"/>
                  <a:pt x="14390" y="14171"/>
                </a:cubicBezTo>
                <a:cubicBezTo>
                  <a:pt x="13763" y="11550"/>
                  <a:pt x="14331" y="8826"/>
                  <a:pt x="16094" y="5971"/>
                </a:cubicBezTo>
                <a:cubicBezTo>
                  <a:pt x="18264" y="2563"/>
                  <a:pt x="21104" y="685"/>
                  <a:pt x="24745" y="350"/>
                </a:cubicBezTo>
                <a:cubicBezTo>
                  <a:pt x="28328" y="0"/>
                  <a:pt x="32362" y="1194"/>
                  <a:pt x="36804" y="4049"/>
                </a:cubicBezTo>
                <a:cubicBezTo>
                  <a:pt x="39018" y="5403"/>
                  <a:pt x="41013" y="6889"/>
                  <a:pt x="42776" y="8418"/>
                </a:cubicBezTo>
                <a:cubicBezTo>
                  <a:pt x="44480" y="9962"/>
                  <a:pt x="46023" y="11608"/>
                  <a:pt x="47218" y="13254"/>
                </a:cubicBezTo>
                <a:close/>
                <a:moveTo>
                  <a:pt x="47218" y="132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871D6-437E-41DA-AD2E-71E6156B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250" y="4923985"/>
            <a:ext cx="56495" cy="64855"/>
          </a:xfrm>
          <a:custGeom xmlns:a="http://schemas.openxmlformats.org/drawingml/2006/main">
            <a:pathLst>
              <a:path w="56495" h="64855">
                <a:moveTo>
                  <a:pt x="48703" y="8826"/>
                </a:moveTo>
                <a:lnTo>
                  <a:pt x="24570" y="27366"/>
                </a:lnTo>
                <a:lnTo>
                  <a:pt x="42441" y="38581"/>
                </a:lnTo>
                <a:lnTo>
                  <a:pt x="48703" y="8826"/>
                </a:lnTo>
                <a:close/>
                <a:moveTo>
                  <a:pt x="49038" y="0"/>
                </a:moveTo>
                <a:lnTo>
                  <a:pt x="56495" y="4661"/>
                </a:lnTo>
                <a:lnTo>
                  <a:pt x="44494" y="64855"/>
                </a:lnTo>
                <a:lnTo>
                  <a:pt x="37664" y="60588"/>
                </a:lnTo>
                <a:lnTo>
                  <a:pt x="41072" y="45339"/>
                </a:lnTo>
                <a:lnTo>
                  <a:pt x="19167" y="31576"/>
                </a:lnTo>
                <a:lnTo>
                  <a:pt x="6947" y="41305"/>
                </a:lnTo>
                <a:lnTo>
                  <a:pt x="0" y="36921"/>
                </a:lnTo>
                <a:lnTo>
                  <a:pt x="49038" y="0"/>
                </a:lnTo>
                <a:close/>
                <a:moveTo>
                  <a:pt x="4903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2FD62-8870-4396-97E5-06FF1436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691" y="4956521"/>
            <a:ext cx="57806" cy="54107"/>
          </a:xfrm>
          <a:custGeom xmlns:a="http://schemas.openxmlformats.org/drawingml/2006/main">
            <a:pathLst>
              <a:path w="57806" h="54107">
                <a:moveTo>
                  <a:pt x="18089" y="34765"/>
                </a:moveTo>
                <a:lnTo>
                  <a:pt x="5971" y="54107"/>
                </a:lnTo>
                <a:lnTo>
                  <a:pt x="0" y="50305"/>
                </a:lnTo>
                <a:lnTo>
                  <a:pt x="31517" y="0"/>
                </a:lnTo>
                <a:lnTo>
                  <a:pt x="37547" y="3816"/>
                </a:lnTo>
                <a:lnTo>
                  <a:pt x="34081" y="9336"/>
                </a:lnTo>
                <a:cubicBezTo>
                  <a:pt x="36702" y="7967"/>
                  <a:pt x="39309" y="7340"/>
                  <a:pt x="41873" y="7515"/>
                </a:cubicBezTo>
                <a:cubicBezTo>
                  <a:pt x="44436" y="7632"/>
                  <a:pt x="47058" y="8535"/>
                  <a:pt x="49723" y="10253"/>
                </a:cubicBezTo>
                <a:cubicBezTo>
                  <a:pt x="54165" y="13035"/>
                  <a:pt x="56670" y="17011"/>
                  <a:pt x="57238" y="22254"/>
                </a:cubicBezTo>
                <a:cubicBezTo>
                  <a:pt x="57806" y="27541"/>
                  <a:pt x="56262" y="33003"/>
                  <a:pt x="52679" y="38756"/>
                </a:cubicBezTo>
                <a:cubicBezTo>
                  <a:pt x="49097" y="44436"/>
                  <a:pt x="44829" y="48194"/>
                  <a:pt x="39819" y="50014"/>
                </a:cubicBezTo>
                <a:cubicBezTo>
                  <a:pt x="34882" y="51776"/>
                  <a:pt x="30148" y="51267"/>
                  <a:pt x="25721" y="48485"/>
                </a:cubicBezTo>
                <a:cubicBezTo>
                  <a:pt x="23099" y="46825"/>
                  <a:pt x="21104" y="44844"/>
                  <a:pt x="19851" y="42557"/>
                </a:cubicBezTo>
                <a:cubicBezTo>
                  <a:pt x="18599" y="40343"/>
                  <a:pt x="18031" y="37722"/>
                  <a:pt x="18089" y="34765"/>
                </a:cubicBezTo>
                <a:close/>
                <a:moveTo>
                  <a:pt x="46475" y="34823"/>
                </a:moveTo>
                <a:cubicBezTo>
                  <a:pt x="49213" y="30440"/>
                  <a:pt x="50466" y="26405"/>
                  <a:pt x="50233" y="22764"/>
                </a:cubicBezTo>
                <a:cubicBezTo>
                  <a:pt x="50014" y="19123"/>
                  <a:pt x="48296" y="16341"/>
                  <a:pt x="45120" y="14346"/>
                </a:cubicBezTo>
                <a:cubicBezTo>
                  <a:pt x="41989" y="12351"/>
                  <a:pt x="38683" y="12016"/>
                  <a:pt x="35333" y="13370"/>
                </a:cubicBezTo>
                <a:cubicBezTo>
                  <a:pt x="31911" y="14739"/>
                  <a:pt x="28852" y="17637"/>
                  <a:pt x="26114" y="22021"/>
                </a:cubicBezTo>
                <a:cubicBezTo>
                  <a:pt x="23332" y="26463"/>
                  <a:pt x="22080" y="30440"/>
                  <a:pt x="22298" y="34081"/>
                </a:cubicBezTo>
                <a:cubicBezTo>
                  <a:pt x="22531" y="37722"/>
                  <a:pt x="24235" y="40576"/>
                  <a:pt x="27425" y="42557"/>
                </a:cubicBezTo>
                <a:cubicBezTo>
                  <a:pt x="30614" y="44552"/>
                  <a:pt x="33848" y="44844"/>
                  <a:pt x="37270" y="43475"/>
                </a:cubicBezTo>
                <a:cubicBezTo>
                  <a:pt x="40620" y="42106"/>
                  <a:pt x="43693" y="39207"/>
                  <a:pt x="46475" y="34823"/>
                </a:cubicBezTo>
                <a:close/>
                <a:moveTo>
                  <a:pt x="46475" y="348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1D43B-CD2E-4E65-ABA4-4B98EFCF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957" y="4983101"/>
            <a:ext cx="57806" cy="54048"/>
          </a:xfrm>
          <a:custGeom xmlns:a="http://schemas.openxmlformats.org/drawingml/2006/main">
            <a:pathLst>
              <a:path w="57806" h="54048">
                <a:moveTo>
                  <a:pt x="18162" y="34692"/>
                </a:moveTo>
                <a:lnTo>
                  <a:pt x="6030" y="54048"/>
                </a:lnTo>
                <a:lnTo>
                  <a:pt x="0" y="50291"/>
                </a:lnTo>
                <a:lnTo>
                  <a:pt x="31517" y="0"/>
                </a:lnTo>
                <a:lnTo>
                  <a:pt x="37562" y="3758"/>
                </a:lnTo>
                <a:lnTo>
                  <a:pt x="34081" y="9263"/>
                </a:lnTo>
                <a:cubicBezTo>
                  <a:pt x="36702" y="7908"/>
                  <a:pt x="39324" y="7282"/>
                  <a:pt x="41873" y="7442"/>
                </a:cubicBezTo>
                <a:cubicBezTo>
                  <a:pt x="44494" y="7617"/>
                  <a:pt x="47116" y="8535"/>
                  <a:pt x="49781" y="10181"/>
                </a:cubicBezTo>
                <a:cubicBezTo>
                  <a:pt x="54165" y="12962"/>
                  <a:pt x="56670" y="17011"/>
                  <a:pt x="57238" y="22240"/>
                </a:cubicBezTo>
                <a:cubicBezTo>
                  <a:pt x="57806" y="27468"/>
                  <a:pt x="56277" y="32930"/>
                  <a:pt x="52694" y="38683"/>
                </a:cubicBezTo>
                <a:cubicBezTo>
                  <a:pt x="49097" y="44421"/>
                  <a:pt x="44844" y="48179"/>
                  <a:pt x="39834" y="49941"/>
                </a:cubicBezTo>
                <a:cubicBezTo>
                  <a:pt x="34882" y="51704"/>
                  <a:pt x="30163" y="51194"/>
                  <a:pt x="25779" y="48470"/>
                </a:cubicBezTo>
                <a:cubicBezTo>
                  <a:pt x="23099" y="46766"/>
                  <a:pt x="21118" y="44829"/>
                  <a:pt x="19866" y="42557"/>
                </a:cubicBezTo>
                <a:cubicBezTo>
                  <a:pt x="18613" y="40271"/>
                  <a:pt x="18045" y="37664"/>
                  <a:pt x="18162" y="34692"/>
                </a:cubicBezTo>
                <a:close/>
                <a:moveTo>
                  <a:pt x="46490" y="34751"/>
                </a:moveTo>
                <a:cubicBezTo>
                  <a:pt x="49271" y="30381"/>
                  <a:pt x="50524" y="26332"/>
                  <a:pt x="50247" y="22691"/>
                </a:cubicBezTo>
                <a:cubicBezTo>
                  <a:pt x="50014" y="19050"/>
                  <a:pt x="48310" y="16268"/>
                  <a:pt x="45179" y="14273"/>
                </a:cubicBezTo>
                <a:cubicBezTo>
                  <a:pt x="41989" y="12278"/>
                  <a:pt x="38698" y="12001"/>
                  <a:pt x="35333" y="13370"/>
                </a:cubicBezTo>
                <a:cubicBezTo>
                  <a:pt x="31925" y="14725"/>
                  <a:pt x="28852" y="17579"/>
                  <a:pt x="26114" y="22007"/>
                </a:cubicBezTo>
                <a:cubicBezTo>
                  <a:pt x="23332" y="26391"/>
                  <a:pt x="22080" y="30440"/>
                  <a:pt x="22313" y="34081"/>
                </a:cubicBezTo>
                <a:cubicBezTo>
                  <a:pt x="22589" y="37722"/>
                  <a:pt x="24293" y="40504"/>
                  <a:pt x="27425" y="42499"/>
                </a:cubicBezTo>
                <a:cubicBezTo>
                  <a:pt x="30614" y="44480"/>
                  <a:pt x="33920" y="44829"/>
                  <a:pt x="37270" y="43460"/>
                </a:cubicBezTo>
                <a:cubicBezTo>
                  <a:pt x="40620" y="42091"/>
                  <a:pt x="43693" y="39193"/>
                  <a:pt x="46490" y="34751"/>
                </a:cubicBezTo>
                <a:close/>
                <a:moveTo>
                  <a:pt x="46490" y="347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710CD-B0F1-48AF-A000-7BC0DEB5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165" y="4995554"/>
            <a:ext cx="37722" cy="54398"/>
          </a:xfrm>
          <a:custGeom xmlns:a="http://schemas.openxmlformats.org/drawingml/2006/main">
            <a:pathLst>
              <a:path w="37722" h="54398">
                <a:moveTo>
                  <a:pt x="31750" y="0"/>
                </a:moveTo>
                <a:lnTo>
                  <a:pt x="37722" y="3758"/>
                </a:lnTo>
                <a:lnTo>
                  <a:pt x="5971" y="54398"/>
                </a:lnTo>
                <a:lnTo>
                  <a:pt x="0" y="50640"/>
                </a:lnTo>
                <a:lnTo>
                  <a:pt x="31750" y="0"/>
                </a:lnTo>
                <a:close/>
                <a:moveTo>
                  <a:pt x="317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15893-2074-4348-9173-557745C9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463" y="5025659"/>
            <a:ext cx="44378" cy="48980"/>
          </a:xfrm>
          <a:custGeom xmlns:a="http://schemas.openxmlformats.org/drawingml/2006/main">
            <a:pathLst>
              <a:path w="44378" h="48980">
                <a:moveTo>
                  <a:pt x="39775" y="31969"/>
                </a:moveTo>
                <a:lnTo>
                  <a:pt x="37897" y="34925"/>
                </a:lnTo>
                <a:lnTo>
                  <a:pt x="10355" y="17623"/>
                </a:lnTo>
                <a:cubicBezTo>
                  <a:pt x="8083" y="21949"/>
                  <a:pt x="7340" y="25823"/>
                  <a:pt x="8200" y="29406"/>
                </a:cubicBezTo>
                <a:cubicBezTo>
                  <a:pt x="9044" y="32930"/>
                  <a:pt x="11491" y="35945"/>
                  <a:pt x="15482" y="38450"/>
                </a:cubicBezTo>
                <a:cubicBezTo>
                  <a:pt x="17754" y="39936"/>
                  <a:pt x="20143" y="41013"/>
                  <a:pt x="22648" y="41814"/>
                </a:cubicBezTo>
                <a:cubicBezTo>
                  <a:pt x="25153" y="42601"/>
                  <a:pt x="27876" y="43111"/>
                  <a:pt x="30673" y="43285"/>
                </a:cubicBezTo>
                <a:lnTo>
                  <a:pt x="27148" y="48980"/>
                </a:lnTo>
                <a:cubicBezTo>
                  <a:pt x="24410" y="48529"/>
                  <a:pt x="21788" y="47844"/>
                  <a:pt x="19240" y="46926"/>
                </a:cubicBezTo>
                <a:cubicBezTo>
                  <a:pt x="16676" y="45965"/>
                  <a:pt x="14229" y="44771"/>
                  <a:pt x="11899" y="43344"/>
                </a:cubicBezTo>
                <a:cubicBezTo>
                  <a:pt x="6088" y="39644"/>
                  <a:pt x="2563" y="35100"/>
                  <a:pt x="1253" y="29580"/>
                </a:cubicBezTo>
                <a:cubicBezTo>
                  <a:pt x="0" y="24060"/>
                  <a:pt x="1194" y="18424"/>
                  <a:pt x="4835" y="12627"/>
                </a:cubicBezTo>
                <a:cubicBezTo>
                  <a:pt x="8535" y="6700"/>
                  <a:pt x="13152" y="2957"/>
                  <a:pt x="18555" y="1471"/>
                </a:cubicBezTo>
                <a:cubicBezTo>
                  <a:pt x="23958" y="0"/>
                  <a:pt x="29420" y="961"/>
                  <a:pt x="34882" y="4428"/>
                </a:cubicBezTo>
                <a:cubicBezTo>
                  <a:pt x="39775" y="7501"/>
                  <a:pt x="42674" y="11491"/>
                  <a:pt x="43533" y="16429"/>
                </a:cubicBezTo>
                <a:cubicBezTo>
                  <a:pt x="44378" y="21381"/>
                  <a:pt x="43125" y="26565"/>
                  <a:pt x="39775" y="31969"/>
                </a:cubicBezTo>
                <a:close/>
                <a:moveTo>
                  <a:pt x="34882" y="26449"/>
                </a:moveTo>
                <a:cubicBezTo>
                  <a:pt x="36877" y="23201"/>
                  <a:pt x="37605" y="20026"/>
                  <a:pt x="37037" y="16953"/>
                </a:cubicBezTo>
                <a:cubicBezTo>
                  <a:pt x="36469" y="13822"/>
                  <a:pt x="34707" y="11375"/>
                  <a:pt x="31750" y="9554"/>
                </a:cubicBezTo>
                <a:cubicBezTo>
                  <a:pt x="28401" y="7442"/>
                  <a:pt x="25153" y="6700"/>
                  <a:pt x="21963" y="7326"/>
                </a:cubicBezTo>
                <a:cubicBezTo>
                  <a:pt x="18774" y="7952"/>
                  <a:pt x="15933" y="9889"/>
                  <a:pt x="13487" y="13137"/>
                </a:cubicBezTo>
                <a:lnTo>
                  <a:pt x="34882" y="26449"/>
                </a:lnTo>
                <a:close/>
                <a:moveTo>
                  <a:pt x="34882" y="264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51010-2608-420D-8473-4BE7A46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705" y="5041184"/>
            <a:ext cx="58199" cy="61214"/>
          </a:xfrm>
          <a:custGeom xmlns:a="http://schemas.openxmlformats.org/drawingml/2006/main">
            <a:pathLst>
              <a:path w="58199" h="61214">
                <a:moveTo>
                  <a:pt x="41581" y="10749"/>
                </a:moveTo>
                <a:cubicBezTo>
                  <a:pt x="36804" y="7734"/>
                  <a:pt x="31911" y="7166"/>
                  <a:pt x="26857" y="8986"/>
                </a:cubicBezTo>
                <a:cubicBezTo>
                  <a:pt x="21847" y="10749"/>
                  <a:pt x="17404" y="14739"/>
                  <a:pt x="13545" y="20885"/>
                </a:cubicBezTo>
                <a:cubicBezTo>
                  <a:pt x="9729" y="26973"/>
                  <a:pt x="8083" y="32712"/>
                  <a:pt x="8651" y="37998"/>
                </a:cubicBezTo>
                <a:cubicBezTo>
                  <a:pt x="9219" y="43358"/>
                  <a:pt x="11885" y="47509"/>
                  <a:pt x="16676" y="50466"/>
                </a:cubicBezTo>
                <a:cubicBezTo>
                  <a:pt x="21453" y="53480"/>
                  <a:pt x="26347" y="54048"/>
                  <a:pt x="31343" y="52286"/>
                </a:cubicBezTo>
                <a:cubicBezTo>
                  <a:pt x="36411" y="50466"/>
                  <a:pt x="40795" y="46475"/>
                  <a:pt x="44654" y="40387"/>
                </a:cubicBezTo>
                <a:cubicBezTo>
                  <a:pt x="48529" y="34255"/>
                  <a:pt x="50174" y="28503"/>
                  <a:pt x="49606" y="23216"/>
                </a:cubicBezTo>
                <a:cubicBezTo>
                  <a:pt x="49038" y="17914"/>
                  <a:pt x="46373" y="13763"/>
                  <a:pt x="41581" y="10749"/>
                </a:cubicBezTo>
                <a:close/>
                <a:moveTo>
                  <a:pt x="44946" y="5403"/>
                </a:moveTo>
                <a:cubicBezTo>
                  <a:pt x="51776" y="9729"/>
                  <a:pt x="55752" y="15424"/>
                  <a:pt x="56947" y="22531"/>
                </a:cubicBezTo>
                <a:cubicBezTo>
                  <a:pt x="58199" y="29639"/>
                  <a:pt x="56379" y="37037"/>
                  <a:pt x="51602" y="44713"/>
                </a:cubicBezTo>
                <a:cubicBezTo>
                  <a:pt x="46766" y="52403"/>
                  <a:pt x="40911" y="57238"/>
                  <a:pt x="33964" y="59219"/>
                </a:cubicBezTo>
                <a:cubicBezTo>
                  <a:pt x="27017" y="61214"/>
                  <a:pt x="20143" y="60078"/>
                  <a:pt x="13312" y="55811"/>
                </a:cubicBezTo>
                <a:cubicBezTo>
                  <a:pt x="6481" y="51543"/>
                  <a:pt x="2447" y="45849"/>
                  <a:pt x="1253" y="38683"/>
                </a:cubicBezTo>
                <a:cubicBezTo>
                  <a:pt x="0" y="31576"/>
                  <a:pt x="1821" y="24177"/>
                  <a:pt x="6598" y="16501"/>
                </a:cubicBezTo>
                <a:cubicBezTo>
                  <a:pt x="11433" y="8811"/>
                  <a:pt x="17302" y="3976"/>
                  <a:pt x="24293" y="1995"/>
                </a:cubicBezTo>
                <a:cubicBezTo>
                  <a:pt x="31241" y="0"/>
                  <a:pt x="38115" y="1136"/>
                  <a:pt x="44946" y="5403"/>
                </a:cubicBezTo>
                <a:close/>
                <a:moveTo>
                  <a:pt x="44946" y="54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69F2E-88F8-410E-BBFB-C871794C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845" y="5079867"/>
            <a:ext cx="48820" cy="55592"/>
          </a:xfrm>
          <a:custGeom xmlns:a="http://schemas.openxmlformats.org/drawingml/2006/main">
            <a:pathLst>
              <a:path w="48820" h="55592">
                <a:moveTo>
                  <a:pt x="44319" y="33571"/>
                </a:moveTo>
                <a:lnTo>
                  <a:pt x="30556" y="55592"/>
                </a:lnTo>
                <a:lnTo>
                  <a:pt x="24570" y="51835"/>
                </a:lnTo>
                <a:lnTo>
                  <a:pt x="38232" y="30046"/>
                </a:lnTo>
                <a:cubicBezTo>
                  <a:pt x="40387" y="26565"/>
                  <a:pt x="41363" y="23551"/>
                  <a:pt x="41072" y="21002"/>
                </a:cubicBezTo>
                <a:cubicBezTo>
                  <a:pt x="40795" y="18439"/>
                  <a:pt x="39309" y="16327"/>
                  <a:pt x="36644" y="14623"/>
                </a:cubicBezTo>
                <a:cubicBezTo>
                  <a:pt x="33396" y="12627"/>
                  <a:pt x="30207" y="12059"/>
                  <a:pt x="27017" y="12919"/>
                </a:cubicBezTo>
                <a:cubicBezTo>
                  <a:pt x="23900" y="13822"/>
                  <a:pt x="21162" y="16050"/>
                  <a:pt x="18948" y="19575"/>
                </a:cubicBezTo>
                <a:lnTo>
                  <a:pt x="6030" y="40169"/>
                </a:lnTo>
                <a:lnTo>
                  <a:pt x="0" y="36411"/>
                </a:lnTo>
                <a:lnTo>
                  <a:pt x="22866" y="0"/>
                </a:lnTo>
                <a:lnTo>
                  <a:pt x="28896" y="3758"/>
                </a:lnTo>
                <a:lnTo>
                  <a:pt x="25313" y="9452"/>
                </a:lnTo>
                <a:cubicBezTo>
                  <a:pt x="28168" y="8141"/>
                  <a:pt x="30891" y="7573"/>
                  <a:pt x="33513" y="7690"/>
                </a:cubicBezTo>
                <a:cubicBezTo>
                  <a:pt x="36120" y="7792"/>
                  <a:pt x="38683" y="8710"/>
                  <a:pt x="41246" y="10297"/>
                </a:cubicBezTo>
                <a:cubicBezTo>
                  <a:pt x="45397" y="12919"/>
                  <a:pt x="47786" y="16166"/>
                  <a:pt x="48296" y="20143"/>
                </a:cubicBezTo>
                <a:cubicBezTo>
                  <a:pt x="48820" y="24075"/>
                  <a:pt x="47509" y="28561"/>
                  <a:pt x="44319" y="33571"/>
                </a:cubicBezTo>
                <a:close/>
                <a:moveTo>
                  <a:pt x="44319" y="335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54023-9E9B-42FD-AEA8-F8ADA9DC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1101" y="5110758"/>
            <a:ext cx="44436" cy="48995"/>
          </a:xfrm>
          <a:custGeom xmlns:a="http://schemas.openxmlformats.org/drawingml/2006/main">
            <a:pathLst>
              <a:path w="44436" h="48995">
                <a:moveTo>
                  <a:pt x="39761" y="31983"/>
                </a:moveTo>
                <a:lnTo>
                  <a:pt x="37882" y="34940"/>
                </a:lnTo>
                <a:lnTo>
                  <a:pt x="10414" y="17637"/>
                </a:lnTo>
                <a:cubicBezTo>
                  <a:pt x="8069" y="21963"/>
                  <a:pt x="7340" y="25895"/>
                  <a:pt x="8185" y="29420"/>
                </a:cubicBezTo>
                <a:cubicBezTo>
                  <a:pt x="9103" y="32945"/>
                  <a:pt x="11491" y="36018"/>
                  <a:pt x="15467" y="38465"/>
                </a:cubicBezTo>
                <a:cubicBezTo>
                  <a:pt x="17754" y="39950"/>
                  <a:pt x="20143" y="41028"/>
                  <a:pt x="22691" y="41814"/>
                </a:cubicBezTo>
                <a:cubicBezTo>
                  <a:pt x="25196" y="42615"/>
                  <a:pt x="27876" y="43125"/>
                  <a:pt x="30716" y="43300"/>
                </a:cubicBezTo>
                <a:lnTo>
                  <a:pt x="27133" y="48995"/>
                </a:lnTo>
                <a:cubicBezTo>
                  <a:pt x="24410" y="48529"/>
                  <a:pt x="21788" y="47844"/>
                  <a:pt x="19225" y="46941"/>
                </a:cubicBezTo>
                <a:cubicBezTo>
                  <a:pt x="16662" y="45980"/>
                  <a:pt x="14215" y="44786"/>
                  <a:pt x="11943" y="43358"/>
                </a:cubicBezTo>
                <a:cubicBezTo>
                  <a:pt x="6088" y="39717"/>
                  <a:pt x="2563" y="35100"/>
                  <a:pt x="1311" y="29595"/>
                </a:cubicBezTo>
                <a:cubicBezTo>
                  <a:pt x="0" y="24075"/>
                  <a:pt x="1194" y="18439"/>
                  <a:pt x="4835" y="12686"/>
                </a:cubicBezTo>
                <a:cubicBezTo>
                  <a:pt x="8593" y="6714"/>
                  <a:pt x="13137" y="2957"/>
                  <a:pt x="18540" y="1486"/>
                </a:cubicBezTo>
                <a:cubicBezTo>
                  <a:pt x="23944" y="0"/>
                  <a:pt x="29406" y="1034"/>
                  <a:pt x="34867" y="4442"/>
                </a:cubicBezTo>
                <a:cubicBezTo>
                  <a:pt x="39761" y="7515"/>
                  <a:pt x="42659" y="11491"/>
                  <a:pt x="43518" y="16443"/>
                </a:cubicBezTo>
                <a:cubicBezTo>
                  <a:pt x="44436" y="21395"/>
                  <a:pt x="43183" y="26580"/>
                  <a:pt x="39761" y="31983"/>
                </a:cubicBezTo>
                <a:close/>
                <a:moveTo>
                  <a:pt x="34867" y="26522"/>
                </a:moveTo>
                <a:cubicBezTo>
                  <a:pt x="36862" y="23216"/>
                  <a:pt x="37605" y="20026"/>
                  <a:pt x="37037" y="16953"/>
                </a:cubicBezTo>
                <a:cubicBezTo>
                  <a:pt x="36469" y="13836"/>
                  <a:pt x="34707" y="11389"/>
                  <a:pt x="31736" y="9569"/>
                </a:cubicBezTo>
                <a:cubicBezTo>
                  <a:pt x="28444" y="7457"/>
                  <a:pt x="25138" y="6714"/>
                  <a:pt x="21963" y="7340"/>
                </a:cubicBezTo>
                <a:cubicBezTo>
                  <a:pt x="18774" y="7967"/>
                  <a:pt x="15977" y="9904"/>
                  <a:pt x="13487" y="13152"/>
                </a:cubicBezTo>
                <a:lnTo>
                  <a:pt x="34867" y="26522"/>
                </a:lnTo>
                <a:close/>
                <a:moveTo>
                  <a:pt x="34867" y="265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A18C7-3EAA-4CF4-9623-F23CCACB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964" y="5124012"/>
            <a:ext cx="59175" cy="59685"/>
          </a:xfrm>
          <a:custGeom xmlns:a="http://schemas.openxmlformats.org/drawingml/2006/main">
            <a:pathLst>
              <a:path w="59175" h="59685">
                <a:moveTo>
                  <a:pt x="59175" y="16108"/>
                </a:moveTo>
                <a:lnTo>
                  <a:pt x="55184" y="22473"/>
                </a:lnTo>
                <a:cubicBezTo>
                  <a:pt x="53422" y="19749"/>
                  <a:pt x="51602" y="17361"/>
                  <a:pt x="49781" y="15424"/>
                </a:cubicBezTo>
                <a:cubicBezTo>
                  <a:pt x="47961" y="13428"/>
                  <a:pt x="45965" y="11783"/>
                  <a:pt x="43926" y="10472"/>
                </a:cubicBezTo>
                <a:cubicBezTo>
                  <a:pt x="40343" y="8258"/>
                  <a:pt x="37154" y="7239"/>
                  <a:pt x="34357" y="7399"/>
                </a:cubicBezTo>
                <a:cubicBezTo>
                  <a:pt x="31517" y="7573"/>
                  <a:pt x="29304" y="8943"/>
                  <a:pt x="27701" y="11506"/>
                </a:cubicBezTo>
                <a:cubicBezTo>
                  <a:pt x="26347" y="13603"/>
                  <a:pt x="25997" y="15657"/>
                  <a:pt x="26565" y="17579"/>
                </a:cubicBezTo>
                <a:cubicBezTo>
                  <a:pt x="27192" y="19458"/>
                  <a:pt x="29071" y="21847"/>
                  <a:pt x="32260" y="24818"/>
                </a:cubicBezTo>
                <a:lnTo>
                  <a:pt x="35726" y="28109"/>
                </a:lnTo>
                <a:cubicBezTo>
                  <a:pt x="40052" y="32144"/>
                  <a:pt x="42615" y="36018"/>
                  <a:pt x="43460" y="39834"/>
                </a:cubicBezTo>
                <a:cubicBezTo>
                  <a:pt x="44319" y="43649"/>
                  <a:pt x="43518" y="47567"/>
                  <a:pt x="41072" y="51500"/>
                </a:cubicBezTo>
                <a:cubicBezTo>
                  <a:pt x="38115" y="56219"/>
                  <a:pt x="34255" y="58782"/>
                  <a:pt x="29580" y="59233"/>
                </a:cubicBezTo>
                <a:cubicBezTo>
                  <a:pt x="24920" y="59685"/>
                  <a:pt x="19516" y="57981"/>
                  <a:pt x="13428" y="54165"/>
                </a:cubicBezTo>
                <a:cubicBezTo>
                  <a:pt x="11156" y="52752"/>
                  <a:pt x="8870" y="50932"/>
                  <a:pt x="6598" y="48762"/>
                </a:cubicBezTo>
                <a:cubicBezTo>
                  <a:pt x="4326" y="46664"/>
                  <a:pt x="2112" y="44217"/>
                  <a:pt x="0" y="41421"/>
                </a:cubicBezTo>
                <a:lnTo>
                  <a:pt x="4267" y="34649"/>
                </a:lnTo>
                <a:cubicBezTo>
                  <a:pt x="5971" y="37838"/>
                  <a:pt x="7850" y="40576"/>
                  <a:pt x="9962" y="42965"/>
                </a:cubicBezTo>
                <a:cubicBezTo>
                  <a:pt x="12059" y="45354"/>
                  <a:pt x="14331" y="47291"/>
                  <a:pt x="16778" y="48820"/>
                </a:cubicBezTo>
                <a:cubicBezTo>
                  <a:pt x="20536" y="51208"/>
                  <a:pt x="23900" y="52228"/>
                  <a:pt x="26857" y="52068"/>
                </a:cubicBezTo>
                <a:cubicBezTo>
                  <a:pt x="29813" y="51893"/>
                  <a:pt x="32144" y="50407"/>
                  <a:pt x="33906" y="47684"/>
                </a:cubicBezTo>
                <a:cubicBezTo>
                  <a:pt x="35391" y="45295"/>
                  <a:pt x="35785" y="42965"/>
                  <a:pt x="35217" y="40678"/>
                </a:cubicBezTo>
                <a:cubicBezTo>
                  <a:pt x="34590" y="38465"/>
                  <a:pt x="32828" y="35901"/>
                  <a:pt x="29872" y="33178"/>
                </a:cubicBezTo>
                <a:lnTo>
                  <a:pt x="26405" y="29872"/>
                </a:lnTo>
                <a:cubicBezTo>
                  <a:pt x="22080" y="25837"/>
                  <a:pt x="19516" y="22080"/>
                  <a:pt x="18599" y="18613"/>
                </a:cubicBezTo>
                <a:cubicBezTo>
                  <a:pt x="17754" y="15147"/>
                  <a:pt x="18439" y="11550"/>
                  <a:pt x="20769" y="7865"/>
                </a:cubicBezTo>
                <a:cubicBezTo>
                  <a:pt x="23492" y="3539"/>
                  <a:pt x="27133" y="1151"/>
                  <a:pt x="31692" y="583"/>
                </a:cubicBezTo>
                <a:cubicBezTo>
                  <a:pt x="36236" y="0"/>
                  <a:pt x="41188" y="1369"/>
                  <a:pt x="46533" y="4675"/>
                </a:cubicBezTo>
                <a:cubicBezTo>
                  <a:pt x="48820" y="6146"/>
                  <a:pt x="50975" y="7807"/>
                  <a:pt x="53087" y="9685"/>
                </a:cubicBezTo>
                <a:cubicBezTo>
                  <a:pt x="55184" y="11550"/>
                  <a:pt x="57238" y="13720"/>
                  <a:pt x="59175" y="16108"/>
                </a:cubicBezTo>
                <a:close/>
                <a:moveTo>
                  <a:pt x="59175" y="161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A5A3A-5D83-488B-BB1D-04B20B6A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104" y="5148305"/>
            <a:ext cx="37605" cy="58316"/>
          </a:xfrm>
          <a:custGeom xmlns:a="http://schemas.openxmlformats.org/drawingml/2006/main">
            <a:pathLst>
              <a:path w="37605" h="58316">
                <a:moveTo>
                  <a:pt x="31750" y="3816"/>
                </a:moveTo>
                <a:lnTo>
                  <a:pt x="25255" y="14171"/>
                </a:lnTo>
                <a:lnTo>
                  <a:pt x="37605" y="21905"/>
                </a:lnTo>
                <a:lnTo>
                  <a:pt x="34649" y="26522"/>
                </a:lnTo>
                <a:lnTo>
                  <a:pt x="22356" y="18774"/>
                </a:lnTo>
                <a:lnTo>
                  <a:pt x="9962" y="38581"/>
                </a:lnTo>
                <a:cubicBezTo>
                  <a:pt x="8083" y="41538"/>
                  <a:pt x="7282" y="43693"/>
                  <a:pt x="7573" y="45062"/>
                </a:cubicBezTo>
                <a:cubicBezTo>
                  <a:pt x="7850" y="46431"/>
                  <a:pt x="9219" y="47902"/>
                  <a:pt x="11724" y="49446"/>
                </a:cubicBezTo>
                <a:lnTo>
                  <a:pt x="17871" y="53320"/>
                </a:lnTo>
                <a:lnTo>
                  <a:pt x="14739" y="58316"/>
                </a:lnTo>
                <a:lnTo>
                  <a:pt x="8593" y="54456"/>
                </a:lnTo>
                <a:cubicBezTo>
                  <a:pt x="3976" y="51543"/>
                  <a:pt x="1311" y="48703"/>
                  <a:pt x="626" y="45863"/>
                </a:cubicBezTo>
                <a:cubicBezTo>
                  <a:pt x="0" y="43067"/>
                  <a:pt x="1078" y="39382"/>
                  <a:pt x="3932" y="34823"/>
                </a:cubicBezTo>
                <a:lnTo>
                  <a:pt x="16327" y="15030"/>
                </a:lnTo>
                <a:lnTo>
                  <a:pt x="11943" y="12292"/>
                </a:lnTo>
                <a:lnTo>
                  <a:pt x="14856" y="7632"/>
                </a:lnTo>
                <a:lnTo>
                  <a:pt x="19225" y="10355"/>
                </a:lnTo>
                <a:lnTo>
                  <a:pt x="25721" y="0"/>
                </a:lnTo>
                <a:lnTo>
                  <a:pt x="31750" y="3816"/>
                </a:lnTo>
                <a:close/>
                <a:moveTo>
                  <a:pt x="31750" y="38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15613-DAAA-4AFC-B7EE-FA7C7448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222" y="5177041"/>
            <a:ext cx="44829" cy="52403"/>
          </a:xfrm>
          <a:custGeom xmlns:a="http://schemas.openxmlformats.org/drawingml/2006/main">
            <a:pathLst>
              <a:path w="44829" h="52403">
                <a:moveTo>
                  <a:pt x="26522" y="26624"/>
                </a:moveTo>
                <a:cubicBezTo>
                  <a:pt x="21686" y="23551"/>
                  <a:pt x="17987" y="22021"/>
                  <a:pt x="15424" y="21963"/>
                </a:cubicBezTo>
                <a:cubicBezTo>
                  <a:pt x="12860" y="21905"/>
                  <a:pt x="10763" y="23216"/>
                  <a:pt x="9103" y="25837"/>
                </a:cubicBezTo>
                <a:cubicBezTo>
                  <a:pt x="7748" y="27993"/>
                  <a:pt x="7399" y="30090"/>
                  <a:pt x="8025" y="32260"/>
                </a:cubicBezTo>
                <a:cubicBezTo>
                  <a:pt x="8651" y="34357"/>
                  <a:pt x="10137" y="36178"/>
                  <a:pt x="12584" y="37664"/>
                </a:cubicBezTo>
                <a:cubicBezTo>
                  <a:pt x="15875" y="39775"/>
                  <a:pt x="19283" y="40285"/>
                  <a:pt x="22764" y="39149"/>
                </a:cubicBezTo>
                <a:cubicBezTo>
                  <a:pt x="26230" y="38057"/>
                  <a:pt x="29187" y="35566"/>
                  <a:pt x="31634" y="31692"/>
                </a:cubicBezTo>
                <a:lnTo>
                  <a:pt x="32493" y="30323"/>
                </a:lnTo>
                <a:lnTo>
                  <a:pt x="26522" y="26624"/>
                </a:lnTo>
                <a:close/>
                <a:moveTo>
                  <a:pt x="40052" y="31634"/>
                </a:moveTo>
                <a:lnTo>
                  <a:pt x="26973" y="52403"/>
                </a:lnTo>
                <a:lnTo>
                  <a:pt x="21002" y="48645"/>
                </a:lnTo>
                <a:lnTo>
                  <a:pt x="24468" y="43125"/>
                </a:lnTo>
                <a:cubicBezTo>
                  <a:pt x="21730" y="44494"/>
                  <a:pt x="19007" y="45062"/>
                  <a:pt x="16268" y="44829"/>
                </a:cubicBezTo>
                <a:cubicBezTo>
                  <a:pt x="13603" y="44611"/>
                  <a:pt x="10763" y="43518"/>
                  <a:pt x="7792" y="41698"/>
                </a:cubicBezTo>
                <a:cubicBezTo>
                  <a:pt x="4107" y="39368"/>
                  <a:pt x="1762" y="36469"/>
                  <a:pt x="859" y="32945"/>
                </a:cubicBezTo>
                <a:cubicBezTo>
                  <a:pt x="0" y="29478"/>
                  <a:pt x="685" y="25997"/>
                  <a:pt x="2855" y="22473"/>
                </a:cubicBezTo>
                <a:cubicBezTo>
                  <a:pt x="5403" y="18380"/>
                  <a:pt x="8768" y="16152"/>
                  <a:pt x="12802" y="15817"/>
                </a:cubicBezTo>
                <a:cubicBezTo>
                  <a:pt x="16836" y="15424"/>
                  <a:pt x="21570" y="16953"/>
                  <a:pt x="27032" y="20376"/>
                </a:cubicBezTo>
                <a:lnTo>
                  <a:pt x="35450" y="25662"/>
                </a:lnTo>
                <a:lnTo>
                  <a:pt x="35785" y="25094"/>
                </a:lnTo>
                <a:cubicBezTo>
                  <a:pt x="37547" y="22298"/>
                  <a:pt x="37955" y="19633"/>
                  <a:pt x="37096" y="16953"/>
                </a:cubicBezTo>
                <a:cubicBezTo>
                  <a:pt x="36251" y="14331"/>
                  <a:pt x="34139" y="12001"/>
                  <a:pt x="30891" y="9904"/>
                </a:cubicBezTo>
                <a:cubicBezTo>
                  <a:pt x="28794" y="8593"/>
                  <a:pt x="26624" y="7573"/>
                  <a:pt x="24293" y="6831"/>
                </a:cubicBezTo>
                <a:cubicBezTo>
                  <a:pt x="22021" y="6088"/>
                  <a:pt x="19691" y="5695"/>
                  <a:pt x="17244" y="5520"/>
                </a:cubicBezTo>
                <a:lnTo>
                  <a:pt x="20711" y="0"/>
                </a:lnTo>
                <a:cubicBezTo>
                  <a:pt x="23449" y="510"/>
                  <a:pt x="25954" y="1194"/>
                  <a:pt x="28284" y="2112"/>
                </a:cubicBezTo>
                <a:cubicBezTo>
                  <a:pt x="30614" y="2957"/>
                  <a:pt x="32712" y="4034"/>
                  <a:pt x="34649" y="5229"/>
                </a:cubicBezTo>
                <a:cubicBezTo>
                  <a:pt x="39936" y="8535"/>
                  <a:pt x="43009" y="12409"/>
                  <a:pt x="43926" y="16734"/>
                </a:cubicBezTo>
                <a:cubicBezTo>
                  <a:pt x="44829" y="21104"/>
                  <a:pt x="43533" y="26056"/>
                  <a:pt x="40052" y="31634"/>
                </a:cubicBezTo>
                <a:close/>
                <a:moveTo>
                  <a:pt x="40052" y="316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8A545-5791-44A1-9CE2-3329524B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013" y="5190353"/>
            <a:ext cx="37605" cy="58258"/>
          </a:xfrm>
          <a:custGeom xmlns:a="http://schemas.openxmlformats.org/drawingml/2006/main">
            <a:pathLst>
              <a:path w="37605" h="58258">
                <a:moveTo>
                  <a:pt x="31794" y="3758"/>
                </a:moveTo>
                <a:lnTo>
                  <a:pt x="25313" y="14113"/>
                </a:lnTo>
                <a:lnTo>
                  <a:pt x="37605" y="21847"/>
                </a:lnTo>
                <a:lnTo>
                  <a:pt x="34707" y="26507"/>
                </a:lnTo>
                <a:lnTo>
                  <a:pt x="22356" y="18774"/>
                </a:lnTo>
                <a:lnTo>
                  <a:pt x="9947" y="38523"/>
                </a:lnTo>
                <a:cubicBezTo>
                  <a:pt x="8127" y="41538"/>
                  <a:pt x="7340" y="43693"/>
                  <a:pt x="7617" y="45062"/>
                </a:cubicBezTo>
                <a:cubicBezTo>
                  <a:pt x="7908" y="46373"/>
                  <a:pt x="9263" y="47844"/>
                  <a:pt x="11768" y="49446"/>
                </a:cubicBezTo>
                <a:lnTo>
                  <a:pt x="17914" y="53247"/>
                </a:lnTo>
                <a:lnTo>
                  <a:pt x="14783" y="58258"/>
                </a:lnTo>
                <a:lnTo>
                  <a:pt x="8651" y="54442"/>
                </a:lnTo>
                <a:cubicBezTo>
                  <a:pt x="3976" y="51543"/>
                  <a:pt x="1369" y="48645"/>
                  <a:pt x="685" y="45863"/>
                </a:cubicBezTo>
                <a:cubicBezTo>
                  <a:pt x="0" y="43009"/>
                  <a:pt x="1078" y="39309"/>
                  <a:pt x="3976" y="34765"/>
                </a:cubicBezTo>
                <a:lnTo>
                  <a:pt x="16385" y="14972"/>
                </a:lnTo>
                <a:lnTo>
                  <a:pt x="12001" y="12234"/>
                </a:lnTo>
                <a:lnTo>
                  <a:pt x="14899" y="7573"/>
                </a:lnTo>
                <a:lnTo>
                  <a:pt x="19283" y="10355"/>
                </a:lnTo>
                <a:lnTo>
                  <a:pt x="25764" y="0"/>
                </a:lnTo>
                <a:lnTo>
                  <a:pt x="31794" y="3758"/>
                </a:lnTo>
                <a:close/>
                <a:moveTo>
                  <a:pt x="31794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BED97-5DF6-4DF2-821C-8E43EB0F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25" y="5219481"/>
            <a:ext cx="47232" cy="45630"/>
          </a:xfrm>
          <a:custGeom xmlns:a="http://schemas.openxmlformats.org/drawingml/2006/main">
            <a:pathLst>
              <a:path w="47232" h="45630">
                <a:moveTo>
                  <a:pt x="47232" y="13312"/>
                </a:moveTo>
                <a:lnTo>
                  <a:pt x="43693" y="18948"/>
                </a:lnTo>
                <a:cubicBezTo>
                  <a:pt x="42557" y="17011"/>
                  <a:pt x="41203" y="15307"/>
                  <a:pt x="39659" y="13720"/>
                </a:cubicBezTo>
                <a:cubicBezTo>
                  <a:pt x="38071" y="12118"/>
                  <a:pt x="36367" y="10749"/>
                  <a:pt x="34372" y="9496"/>
                </a:cubicBezTo>
                <a:cubicBezTo>
                  <a:pt x="31415" y="7632"/>
                  <a:pt x="28910" y="6714"/>
                  <a:pt x="26857" y="6656"/>
                </a:cubicBezTo>
                <a:cubicBezTo>
                  <a:pt x="24818" y="6656"/>
                  <a:pt x="23216" y="7573"/>
                  <a:pt x="22021" y="9394"/>
                </a:cubicBezTo>
                <a:cubicBezTo>
                  <a:pt x="21177" y="10749"/>
                  <a:pt x="21002" y="12176"/>
                  <a:pt x="21570" y="13661"/>
                </a:cubicBezTo>
                <a:cubicBezTo>
                  <a:pt x="22138" y="15074"/>
                  <a:pt x="23842" y="17186"/>
                  <a:pt x="26580" y="19910"/>
                </a:cubicBezTo>
                <a:lnTo>
                  <a:pt x="28342" y="21672"/>
                </a:lnTo>
                <a:cubicBezTo>
                  <a:pt x="32042" y="25269"/>
                  <a:pt x="34255" y="28444"/>
                  <a:pt x="34998" y="31182"/>
                </a:cubicBezTo>
                <a:cubicBezTo>
                  <a:pt x="35741" y="33964"/>
                  <a:pt x="35173" y="36862"/>
                  <a:pt x="33294" y="39834"/>
                </a:cubicBezTo>
                <a:cubicBezTo>
                  <a:pt x="31182" y="43242"/>
                  <a:pt x="28168" y="45062"/>
                  <a:pt x="24250" y="45339"/>
                </a:cubicBezTo>
                <a:cubicBezTo>
                  <a:pt x="20317" y="45630"/>
                  <a:pt x="16050" y="44319"/>
                  <a:pt x="11331" y="41363"/>
                </a:cubicBezTo>
                <a:cubicBezTo>
                  <a:pt x="9394" y="40169"/>
                  <a:pt x="7457" y="38683"/>
                  <a:pt x="5578" y="36979"/>
                </a:cubicBezTo>
                <a:cubicBezTo>
                  <a:pt x="3699" y="35275"/>
                  <a:pt x="1879" y="33280"/>
                  <a:pt x="0" y="31066"/>
                </a:cubicBezTo>
                <a:lnTo>
                  <a:pt x="3874" y="24920"/>
                </a:lnTo>
                <a:cubicBezTo>
                  <a:pt x="5360" y="27425"/>
                  <a:pt x="7005" y="29697"/>
                  <a:pt x="8768" y="31576"/>
                </a:cubicBezTo>
                <a:cubicBezTo>
                  <a:pt x="10588" y="33513"/>
                  <a:pt x="12525" y="35100"/>
                  <a:pt x="14623" y="36469"/>
                </a:cubicBezTo>
                <a:cubicBezTo>
                  <a:pt x="17477" y="38232"/>
                  <a:pt x="19924" y="39091"/>
                  <a:pt x="22021" y="39091"/>
                </a:cubicBezTo>
                <a:cubicBezTo>
                  <a:pt x="24191" y="39091"/>
                  <a:pt x="25779" y="38173"/>
                  <a:pt x="26857" y="36411"/>
                </a:cubicBezTo>
                <a:cubicBezTo>
                  <a:pt x="27891" y="34823"/>
                  <a:pt x="28109" y="33221"/>
                  <a:pt x="27600" y="31692"/>
                </a:cubicBezTo>
                <a:cubicBezTo>
                  <a:pt x="27032" y="30105"/>
                  <a:pt x="25153" y="27760"/>
                  <a:pt x="21963" y="24643"/>
                </a:cubicBezTo>
                <a:lnTo>
                  <a:pt x="20143" y="22822"/>
                </a:lnTo>
                <a:cubicBezTo>
                  <a:pt x="16968" y="19749"/>
                  <a:pt x="15030" y="16836"/>
                  <a:pt x="14404" y="14229"/>
                </a:cubicBezTo>
                <a:cubicBezTo>
                  <a:pt x="13778" y="11550"/>
                  <a:pt x="14346" y="8826"/>
                  <a:pt x="16108" y="6030"/>
                </a:cubicBezTo>
                <a:cubicBezTo>
                  <a:pt x="18264" y="2563"/>
                  <a:pt x="21118" y="685"/>
                  <a:pt x="24701" y="350"/>
                </a:cubicBezTo>
                <a:cubicBezTo>
                  <a:pt x="28342" y="0"/>
                  <a:pt x="32377" y="1253"/>
                  <a:pt x="36819" y="4049"/>
                </a:cubicBezTo>
                <a:cubicBezTo>
                  <a:pt x="39033" y="5462"/>
                  <a:pt x="41028" y="6889"/>
                  <a:pt x="42732" y="8476"/>
                </a:cubicBezTo>
                <a:cubicBezTo>
                  <a:pt x="44494" y="10020"/>
                  <a:pt x="45980" y="11608"/>
                  <a:pt x="47232" y="13312"/>
                </a:cubicBezTo>
                <a:close/>
                <a:moveTo>
                  <a:pt x="47232" y="13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9A3B5-F732-4C4B-B60C-037A6CA2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831" y="4887807"/>
            <a:ext cx="62117" cy="68205"/>
          </a:xfrm>
          <a:custGeom xmlns:a="http://schemas.openxmlformats.org/drawingml/2006/main">
            <a:pathLst>
              <a:path w="62117" h="68205">
                <a:moveTo>
                  <a:pt x="32144" y="0"/>
                </a:moveTo>
                <a:lnTo>
                  <a:pt x="62117" y="20303"/>
                </a:lnTo>
                <a:lnTo>
                  <a:pt x="58476" y="25706"/>
                </a:lnTo>
                <a:lnTo>
                  <a:pt x="34867" y="9729"/>
                </a:lnTo>
                <a:lnTo>
                  <a:pt x="25371" y="23827"/>
                </a:lnTo>
                <a:lnTo>
                  <a:pt x="48004" y="39076"/>
                </a:lnTo>
                <a:lnTo>
                  <a:pt x="44363" y="44480"/>
                </a:lnTo>
                <a:lnTo>
                  <a:pt x="21730" y="29245"/>
                </a:lnTo>
                <a:lnTo>
                  <a:pt x="10064" y="46417"/>
                </a:lnTo>
                <a:lnTo>
                  <a:pt x="34241" y="62743"/>
                </a:lnTo>
                <a:lnTo>
                  <a:pt x="30600" y="68205"/>
                </a:lnTo>
                <a:lnTo>
                  <a:pt x="0" y="47494"/>
                </a:lnTo>
                <a:lnTo>
                  <a:pt x="32144" y="0"/>
                </a:lnTo>
                <a:close/>
                <a:moveTo>
                  <a:pt x="321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E7BB1-83B6-42AC-8D7C-0EDD4409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019" y="4915625"/>
            <a:ext cx="68045" cy="71802"/>
          </a:xfrm>
          <a:custGeom xmlns:a="http://schemas.openxmlformats.org/drawingml/2006/main">
            <a:pathLst>
              <a:path w="68045" h="71802">
                <a:moveTo>
                  <a:pt x="32085" y="0"/>
                </a:moveTo>
                <a:lnTo>
                  <a:pt x="40722" y="5855"/>
                </a:lnTo>
                <a:lnTo>
                  <a:pt x="34984" y="59845"/>
                </a:lnTo>
                <a:lnTo>
                  <a:pt x="61840" y="20084"/>
                </a:lnTo>
                <a:lnTo>
                  <a:pt x="68045" y="24293"/>
                </a:lnTo>
                <a:lnTo>
                  <a:pt x="35945" y="71802"/>
                </a:lnTo>
                <a:lnTo>
                  <a:pt x="27308" y="65933"/>
                </a:lnTo>
                <a:lnTo>
                  <a:pt x="33105" y="12001"/>
                </a:lnTo>
                <a:lnTo>
                  <a:pt x="6248" y="51718"/>
                </a:lnTo>
                <a:lnTo>
                  <a:pt x="0" y="47509"/>
                </a:lnTo>
                <a:lnTo>
                  <a:pt x="32085" y="0"/>
                </a:lnTo>
                <a:close/>
                <a:moveTo>
                  <a:pt x="3208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8057A-8C20-46B3-B7FB-972C241D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766" y="4948569"/>
            <a:ext cx="59059" cy="64287"/>
          </a:xfrm>
          <a:custGeom xmlns:a="http://schemas.openxmlformats.org/drawingml/2006/main">
            <a:pathLst>
              <a:path w="59059" h="64287">
                <a:moveTo>
                  <a:pt x="21730" y="29172"/>
                </a:moveTo>
                <a:lnTo>
                  <a:pt x="9962" y="46591"/>
                </a:lnTo>
                <a:lnTo>
                  <a:pt x="20317" y="53524"/>
                </a:lnTo>
                <a:cubicBezTo>
                  <a:pt x="23725" y="55869"/>
                  <a:pt x="26798" y="56889"/>
                  <a:pt x="29420" y="56597"/>
                </a:cubicBezTo>
                <a:cubicBezTo>
                  <a:pt x="32027" y="56262"/>
                  <a:pt x="34372" y="54660"/>
                  <a:pt x="36353" y="51704"/>
                </a:cubicBezTo>
                <a:cubicBezTo>
                  <a:pt x="38348" y="48747"/>
                  <a:pt x="39033" y="45965"/>
                  <a:pt x="38290" y="43460"/>
                </a:cubicBezTo>
                <a:cubicBezTo>
                  <a:pt x="37605" y="40897"/>
                  <a:pt x="35508" y="38450"/>
                  <a:pt x="32027" y="36120"/>
                </a:cubicBezTo>
                <a:lnTo>
                  <a:pt x="21730" y="29172"/>
                </a:lnTo>
                <a:close/>
                <a:moveTo>
                  <a:pt x="34940" y="9612"/>
                </a:moveTo>
                <a:lnTo>
                  <a:pt x="25269" y="23944"/>
                </a:lnTo>
                <a:lnTo>
                  <a:pt x="34765" y="30381"/>
                </a:lnTo>
                <a:cubicBezTo>
                  <a:pt x="37955" y="32479"/>
                  <a:pt x="40678" y="33498"/>
                  <a:pt x="42950" y="33338"/>
                </a:cubicBezTo>
                <a:cubicBezTo>
                  <a:pt x="45354" y="33221"/>
                  <a:pt x="47276" y="31911"/>
                  <a:pt x="48936" y="29522"/>
                </a:cubicBezTo>
                <a:cubicBezTo>
                  <a:pt x="50582" y="27133"/>
                  <a:pt x="50975" y="24803"/>
                  <a:pt x="50233" y="22575"/>
                </a:cubicBezTo>
                <a:cubicBezTo>
                  <a:pt x="49563" y="20361"/>
                  <a:pt x="47626" y="18205"/>
                  <a:pt x="44436" y="16035"/>
                </a:cubicBezTo>
                <a:lnTo>
                  <a:pt x="34940" y="9612"/>
                </a:lnTo>
                <a:close/>
                <a:moveTo>
                  <a:pt x="32085" y="0"/>
                </a:moveTo>
                <a:lnTo>
                  <a:pt x="48529" y="11084"/>
                </a:lnTo>
                <a:cubicBezTo>
                  <a:pt x="53422" y="14390"/>
                  <a:pt x="56495" y="17972"/>
                  <a:pt x="57748" y="21788"/>
                </a:cubicBezTo>
                <a:cubicBezTo>
                  <a:pt x="59059" y="25648"/>
                  <a:pt x="58432" y="29406"/>
                  <a:pt x="55869" y="33163"/>
                </a:cubicBezTo>
                <a:cubicBezTo>
                  <a:pt x="53932" y="36120"/>
                  <a:pt x="51660" y="37940"/>
                  <a:pt x="49155" y="38741"/>
                </a:cubicBezTo>
                <a:cubicBezTo>
                  <a:pt x="46650" y="39528"/>
                  <a:pt x="43926" y="39251"/>
                  <a:pt x="41028" y="37882"/>
                </a:cubicBezTo>
                <a:cubicBezTo>
                  <a:pt x="43693" y="40722"/>
                  <a:pt x="45179" y="43795"/>
                  <a:pt x="45514" y="47160"/>
                </a:cubicBezTo>
                <a:cubicBezTo>
                  <a:pt x="45805" y="50451"/>
                  <a:pt x="44829" y="53757"/>
                  <a:pt x="42674" y="57005"/>
                </a:cubicBezTo>
                <a:cubicBezTo>
                  <a:pt x="39834" y="61214"/>
                  <a:pt x="36134" y="63544"/>
                  <a:pt x="31692" y="63879"/>
                </a:cubicBezTo>
                <a:cubicBezTo>
                  <a:pt x="27250" y="64287"/>
                  <a:pt x="22356" y="62627"/>
                  <a:pt x="17011" y="59044"/>
                </a:cubicBezTo>
                <a:lnTo>
                  <a:pt x="0" y="47494"/>
                </a:lnTo>
                <a:lnTo>
                  <a:pt x="32085" y="0"/>
                </a:lnTo>
                <a:close/>
                <a:moveTo>
                  <a:pt x="3208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0C309-9DDD-4052-8CA2-47897C6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294" y="4994928"/>
            <a:ext cx="44436" cy="49038"/>
          </a:xfrm>
          <a:custGeom xmlns:a="http://schemas.openxmlformats.org/drawingml/2006/main">
            <a:pathLst>
              <a:path w="44436" h="49038">
                <a:moveTo>
                  <a:pt x="39426" y="32493"/>
                </a:moveTo>
                <a:lnTo>
                  <a:pt x="37503" y="35391"/>
                </a:lnTo>
                <a:lnTo>
                  <a:pt x="10588" y="17186"/>
                </a:lnTo>
                <a:cubicBezTo>
                  <a:pt x="8083" y="21395"/>
                  <a:pt x="7224" y="25269"/>
                  <a:pt x="7967" y="28852"/>
                </a:cubicBezTo>
                <a:cubicBezTo>
                  <a:pt x="8710" y="32435"/>
                  <a:pt x="11040" y="35566"/>
                  <a:pt x="14914" y="38173"/>
                </a:cubicBezTo>
                <a:cubicBezTo>
                  <a:pt x="17186" y="39659"/>
                  <a:pt x="19516" y="40853"/>
                  <a:pt x="22021" y="41756"/>
                </a:cubicBezTo>
                <a:cubicBezTo>
                  <a:pt x="24526" y="42615"/>
                  <a:pt x="27148" y="43242"/>
                  <a:pt x="29988" y="43518"/>
                </a:cubicBezTo>
                <a:lnTo>
                  <a:pt x="26230" y="49038"/>
                </a:lnTo>
                <a:cubicBezTo>
                  <a:pt x="23551" y="48529"/>
                  <a:pt x="20944" y="47742"/>
                  <a:pt x="18380" y="46708"/>
                </a:cubicBezTo>
                <a:cubicBezTo>
                  <a:pt x="15875" y="45688"/>
                  <a:pt x="13487" y="44436"/>
                  <a:pt x="11215" y="42907"/>
                </a:cubicBezTo>
                <a:cubicBezTo>
                  <a:pt x="5520" y="39033"/>
                  <a:pt x="2170" y="34372"/>
                  <a:pt x="1092" y="28794"/>
                </a:cubicBezTo>
                <a:cubicBezTo>
                  <a:pt x="0" y="23274"/>
                  <a:pt x="1369" y="17637"/>
                  <a:pt x="5185" y="12001"/>
                </a:cubicBezTo>
                <a:cubicBezTo>
                  <a:pt x="9103" y="6146"/>
                  <a:pt x="13836" y="2622"/>
                  <a:pt x="19298" y="1311"/>
                </a:cubicBezTo>
                <a:cubicBezTo>
                  <a:pt x="24759" y="0"/>
                  <a:pt x="30163" y="1194"/>
                  <a:pt x="35508" y="4777"/>
                </a:cubicBezTo>
                <a:cubicBezTo>
                  <a:pt x="40285" y="8025"/>
                  <a:pt x="43009" y="12118"/>
                  <a:pt x="43751" y="17128"/>
                </a:cubicBezTo>
                <a:cubicBezTo>
                  <a:pt x="44436" y="22080"/>
                  <a:pt x="43009" y="27192"/>
                  <a:pt x="39426" y="32493"/>
                </a:cubicBezTo>
                <a:close/>
                <a:moveTo>
                  <a:pt x="34707" y="26857"/>
                </a:moveTo>
                <a:cubicBezTo>
                  <a:pt x="36877" y="23609"/>
                  <a:pt x="37664" y="20434"/>
                  <a:pt x="37212" y="17361"/>
                </a:cubicBezTo>
                <a:cubicBezTo>
                  <a:pt x="36761" y="14288"/>
                  <a:pt x="35100" y="11724"/>
                  <a:pt x="32202" y="9787"/>
                </a:cubicBezTo>
                <a:cubicBezTo>
                  <a:pt x="28910" y="7573"/>
                  <a:pt x="25721" y="6714"/>
                  <a:pt x="22473" y="7282"/>
                </a:cubicBezTo>
                <a:cubicBezTo>
                  <a:pt x="19298" y="7792"/>
                  <a:pt x="16385" y="9612"/>
                  <a:pt x="13836" y="12744"/>
                </a:cubicBezTo>
                <a:lnTo>
                  <a:pt x="34707" y="26857"/>
                </a:lnTo>
                <a:close/>
                <a:moveTo>
                  <a:pt x="34707" y="268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B78D0-60A9-4914-BC72-2C578417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58" y="5019454"/>
            <a:ext cx="45062" cy="52621"/>
          </a:xfrm>
          <a:custGeom xmlns:a="http://schemas.openxmlformats.org/drawingml/2006/main">
            <a:pathLst>
              <a:path w="45062" h="52621">
                <a:moveTo>
                  <a:pt x="26624" y="26798"/>
                </a:moveTo>
                <a:cubicBezTo>
                  <a:pt x="21905" y="23609"/>
                  <a:pt x="18264" y="21905"/>
                  <a:pt x="15700" y="21788"/>
                </a:cubicBezTo>
                <a:cubicBezTo>
                  <a:pt x="13152" y="21614"/>
                  <a:pt x="10982" y="22866"/>
                  <a:pt x="9219" y="25429"/>
                </a:cubicBezTo>
                <a:cubicBezTo>
                  <a:pt x="7792" y="27527"/>
                  <a:pt x="7399" y="29639"/>
                  <a:pt x="7908" y="31794"/>
                </a:cubicBezTo>
                <a:cubicBezTo>
                  <a:pt x="8476" y="33964"/>
                  <a:pt x="9904" y="35785"/>
                  <a:pt x="12292" y="37372"/>
                </a:cubicBezTo>
                <a:cubicBezTo>
                  <a:pt x="15540" y="39601"/>
                  <a:pt x="18890" y="40227"/>
                  <a:pt x="22415" y="39193"/>
                </a:cubicBezTo>
                <a:cubicBezTo>
                  <a:pt x="25939" y="38232"/>
                  <a:pt x="29012" y="35843"/>
                  <a:pt x="31576" y="32027"/>
                </a:cubicBezTo>
                <a:lnTo>
                  <a:pt x="32435" y="30716"/>
                </a:lnTo>
                <a:lnTo>
                  <a:pt x="26624" y="26798"/>
                </a:lnTo>
                <a:close/>
                <a:moveTo>
                  <a:pt x="39936" y="32260"/>
                </a:moveTo>
                <a:lnTo>
                  <a:pt x="26172" y="52621"/>
                </a:lnTo>
                <a:lnTo>
                  <a:pt x="20376" y="48645"/>
                </a:lnTo>
                <a:lnTo>
                  <a:pt x="24017" y="43242"/>
                </a:lnTo>
                <a:cubicBezTo>
                  <a:pt x="21220" y="44480"/>
                  <a:pt x="18439" y="44946"/>
                  <a:pt x="15759" y="44654"/>
                </a:cubicBezTo>
                <a:cubicBezTo>
                  <a:pt x="13093" y="44319"/>
                  <a:pt x="10297" y="43183"/>
                  <a:pt x="7399" y="41246"/>
                </a:cubicBezTo>
                <a:cubicBezTo>
                  <a:pt x="3758" y="38800"/>
                  <a:pt x="1544" y="35785"/>
                  <a:pt x="801" y="32318"/>
                </a:cubicBezTo>
                <a:cubicBezTo>
                  <a:pt x="0" y="28779"/>
                  <a:pt x="801" y="25313"/>
                  <a:pt x="3131" y="21905"/>
                </a:cubicBezTo>
                <a:cubicBezTo>
                  <a:pt x="5811" y="17856"/>
                  <a:pt x="9219" y="15759"/>
                  <a:pt x="13254" y="15526"/>
                </a:cubicBezTo>
                <a:cubicBezTo>
                  <a:pt x="17302" y="15307"/>
                  <a:pt x="22021" y="17011"/>
                  <a:pt x="27308" y="20594"/>
                </a:cubicBezTo>
                <a:lnTo>
                  <a:pt x="35566" y="26172"/>
                </a:lnTo>
                <a:lnTo>
                  <a:pt x="35959" y="25604"/>
                </a:lnTo>
                <a:cubicBezTo>
                  <a:pt x="37780" y="22866"/>
                  <a:pt x="38290" y="20186"/>
                  <a:pt x="37489" y="17521"/>
                </a:cubicBezTo>
                <a:cubicBezTo>
                  <a:pt x="36761" y="14841"/>
                  <a:pt x="34765" y="12453"/>
                  <a:pt x="31517" y="10297"/>
                </a:cubicBezTo>
                <a:cubicBezTo>
                  <a:pt x="29537" y="8870"/>
                  <a:pt x="27366" y="7792"/>
                  <a:pt x="25094" y="6991"/>
                </a:cubicBezTo>
                <a:cubicBezTo>
                  <a:pt x="22822" y="6146"/>
                  <a:pt x="20492" y="5622"/>
                  <a:pt x="18045" y="5403"/>
                </a:cubicBezTo>
                <a:lnTo>
                  <a:pt x="21686" y="0"/>
                </a:lnTo>
                <a:cubicBezTo>
                  <a:pt x="24410" y="626"/>
                  <a:pt x="26915" y="1413"/>
                  <a:pt x="29187" y="2389"/>
                </a:cubicBezTo>
                <a:cubicBezTo>
                  <a:pt x="31459" y="3292"/>
                  <a:pt x="33571" y="4428"/>
                  <a:pt x="35508" y="5738"/>
                </a:cubicBezTo>
                <a:cubicBezTo>
                  <a:pt x="40620" y="9219"/>
                  <a:pt x="43577" y="13137"/>
                  <a:pt x="44319" y="17521"/>
                </a:cubicBezTo>
                <a:cubicBezTo>
                  <a:pt x="45062" y="21905"/>
                  <a:pt x="43635" y="26857"/>
                  <a:pt x="39936" y="32260"/>
                </a:cubicBezTo>
                <a:close/>
                <a:moveTo>
                  <a:pt x="39936" y="322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53436-65A9-4787-8374-C8AFB1A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340" y="5049034"/>
            <a:ext cx="44669" cy="47101"/>
          </a:xfrm>
          <a:custGeom xmlns:a="http://schemas.openxmlformats.org/drawingml/2006/main">
            <a:pathLst>
              <a:path w="44669" h="47101">
                <a:moveTo>
                  <a:pt x="44669" y="14229"/>
                </a:moveTo>
                <a:lnTo>
                  <a:pt x="40970" y="19691"/>
                </a:lnTo>
                <a:cubicBezTo>
                  <a:pt x="39950" y="17696"/>
                  <a:pt x="38756" y="15875"/>
                  <a:pt x="37387" y="14288"/>
                </a:cubicBezTo>
                <a:cubicBezTo>
                  <a:pt x="36018" y="12686"/>
                  <a:pt x="34488" y="11317"/>
                  <a:pt x="32828" y="10181"/>
                </a:cubicBezTo>
                <a:cubicBezTo>
                  <a:pt x="29027" y="7617"/>
                  <a:pt x="25269" y="6831"/>
                  <a:pt x="21512" y="7850"/>
                </a:cubicBezTo>
                <a:cubicBezTo>
                  <a:pt x="17812" y="8811"/>
                  <a:pt x="14462" y="11491"/>
                  <a:pt x="11491" y="15817"/>
                </a:cubicBezTo>
                <a:cubicBezTo>
                  <a:pt x="8593" y="20201"/>
                  <a:pt x="7340" y="24293"/>
                  <a:pt x="7807" y="28109"/>
                </a:cubicBezTo>
                <a:cubicBezTo>
                  <a:pt x="8316" y="31911"/>
                  <a:pt x="10414" y="35100"/>
                  <a:pt x="14229" y="37664"/>
                </a:cubicBezTo>
                <a:cubicBezTo>
                  <a:pt x="15933" y="38858"/>
                  <a:pt x="17754" y="39775"/>
                  <a:pt x="19749" y="40387"/>
                </a:cubicBezTo>
                <a:cubicBezTo>
                  <a:pt x="21686" y="41072"/>
                  <a:pt x="23842" y="41538"/>
                  <a:pt x="26114" y="41698"/>
                </a:cubicBezTo>
                <a:lnTo>
                  <a:pt x="22415" y="47101"/>
                </a:lnTo>
                <a:cubicBezTo>
                  <a:pt x="20317" y="46766"/>
                  <a:pt x="18205" y="46198"/>
                  <a:pt x="16225" y="45397"/>
                </a:cubicBezTo>
                <a:cubicBezTo>
                  <a:pt x="14171" y="44611"/>
                  <a:pt x="12176" y="43577"/>
                  <a:pt x="10253" y="42208"/>
                </a:cubicBezTo>
                <a:cubicBezTo>
                  <a:pt x="4835" y="38567"/>
                  <a:pt x="1719" y="34022"/>
                  <a:pt x="859" y="28503"/>
                </a:cubicBezTo>
                <a:cubicBezTo>
                  <a:pt x="0" y="22983"/>
                  <a:pt x="1486" y="17404"/>
                  <a:pt x="5360" y="11666"/>
                </a:cubicBezTo>
                <a:cubicBezTo>
                  <a:pt x="9278" y="5855"/>
                  <a:pt x="13938" y="2330"/>
                  <a:pt x="19400" y="1194"/>
                </a:cubicBezTo>
                <a:cubicBezTo>
                  <a:pt x="24861" y="0"/>
                  <a:pt x="30323" y="1311"/>
                  <a:pt x="35901" y="5068"/>
                </a:cubicBezTo>
                <a:cubicBezTo>
                  <a:pt x="37722" y="6263"/>
                  <a:pt x="39324" y="7675"/>
                  <a:pt x="40795" y="9219"/>
                </a:cubicBezTo>
                <a:cubicBezTo>
                  <a:pt x="42280" y="10690"/>
                  <a:pt x="43591" y="12409"/>
                  <a:pt x="44669" y="14229"/>
                </a:cubicBezTo>
                <a:close/>
                <a:moveTo>
                  <a:pt x="44669" y="142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D0B48-4F87-4A4B-A77F-D94B9564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906" y="5072760"/>
            <a:ext cx="43912" cy="46373"/>
          </a:xfrm>
          <a:custGeom xmlns:a="http://schemas.openxmlformats.org/drawingml/2006/main">
            <a:pathLst>
              <a:path w="43912" h="46373">
                <a:moveTo>
                  <a:pt x="31226" y="9438"/>
                </a:moveTo>
                <a:cubicBezTo>
                  <a:pt x="28095" y="7340"/>
                  <a:pt x="24803" y="6889"/>
                  <a:pt x="21337" y="8083"/>
                </a:cubicBezTo>
                <a:cubicBezTo>
                  <a:pt x="17856" y="9336"/>
                  <a:pt x="14681" y="12059"/>
                  <a:pt x="11768" y="16327"/>
                </a:cubicBezTo>
                <a:cubicBezTo>
                  <a:pt x="8870" y="20594"/>
                  <a:pt x="7501" y="24526"/>
                  <a:pt x="7675" y="28211"/>
                </a:cubicBezTo>
                <a:cubicBezTo>
                  <a:pt x="7850" y="31911"/>
                  <a:pt x="9496" y="34823"/>
                  <a:pt x="12686" y="36921"/>
                </a:cubicBezTo>
                <a:cubicBezTo>
                  <a:pt x="15817" y="39033"/>
                  <a:pt x="19108" y="39484"/>
                  <a:pt x="22589" y="38290"/>
                </a:cubicBezTo>
                <a:cubicBezTo>
                  <a:pt x="26056" y="37037"/>
                  <a:pt x="29245" y="34299"/>
                  <a:pt x="32085" y="30032"/>
                </a:cubicBezTo>
                <a:cubicBezTo>
                  <a:pt x="34984" y="25823"/>
                  <a:pt x="36294" y="21847"/>
                  <a:pt x="36178" y="18147"/>
                </a:cubicBezTo>
                <a:cubicBezTo>
                  <a:pt x="36003" y="14448"/>
                  <a:pt x="34357" y="11550"/>
                  <a:pt x="31226" y="9438"/>
                </a:cubicBezTo>
                <a:close/>
                <a:moveTo>
                  <a:pt x="34590" y="4500"/>
                </a:moveTo>
                <a:cubicBezTo>
                  <a:pt x="39703" y="7908"/>
                  <a:pt x="42557" y="12292"/>
                  <a:pt x="43242" y="17579"/>
                </a:cubicBezTo>
                <a:cubicBezTo>
                  <a:pt x="43912" y="22866"/>
                  <a:pt x="42266" y="28386"/>
                  <a:pt x="38348" y="34255"/>
                </a:cubicBezTo>
                <a:cubicBezTo>
                  <a:pt x="34357" y="40110"/>
                  <a:pt x="29813" y="43693"/>
                  <a:pt x="24687" y="45062"/>
                </a:cubicBezTo>
                <a:cubicBezTo>
                  <a:pt x="19516" y="46373"/>
                  <a:pt x="14390" y="45339"/>
                  <a:pt x="9321" y="41931"/>
                </a:cubicBezTo>
                <a:cubicBezTo>
                  <a:pt x="4209" y="38465"/>
                  <a:pt x="1311" y="34081"/>
                  <a:pt x="685" y="28779"/>
                </a:cubicBezTo>
                <a:cubicBezTo>
                  <a:pt x="0" y="23551"/>
                  <a:pt x="1646" y="17972"/>
                  <a:pt x="5636" y="12176"/>
                </a:cubicBezTo>
                <a:cubicBezTo>
                  <a:pt x="9554" y="6321"/>
                  <a:pt x="14113" y="2680"/>
                  <a:pt x="19225" y="1369"/>
                </a:cubicBezTo>
                <a:cubicBezTo>
                  <a:pt x="24352" y="0"/>
                  <a:pt x="29464" y="1020"/>
                  <a:pt x="34590" y="4500"/>
                </a:cubicBezTo>
                <a:close/>
                <a:moveTo>
                  <a:pt x="34590" y="45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5EFDA-9B23-45FE-8A09-B9877F5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691" y="5095568"/>
            <a:ext cx="49155" cy="55811"/>
          </a:xfrm>
          <a:custGeom xmlns:a="http://schemas.openxmlformats.org/drawingml/2006/main">
            <a:pathLst>
              <a:path w="49155" h="55811">
                <a:moveTo>
                  <a:pt x="44378" y="34314"/>
                </a:moveTo>
                <a:lnTo>
                  <a:pt x="29872" y="55811"/>
                </a:lnTo>
                <a:lnTo>
                  <a:pt x="24002" y="51835"/>
                </a:lnTo>
                <a:lnTo>
                  <a:pt x="38406" y="30556"/>
                </a:lnTo>
                <a:cubicBezTo>
                  <a:pt x="40678" y="27148"/>
                  <a:pt x="41698" y="24177"/>
                  <a:pt x="41523" y="21628"/>
                </a:cubicBezTo>
                <a:cubicBezTo>
                  <a:pt x="41363" y="19065"/>
                  <a:pt x="39936" y="16895"/>
                  <a:pt x="37314" y="15132"/>
                </a:cubicBezTo>
                <a:cubicBezTo>
                  <a:pt x="34139" y="12977"/>
                  <a:pt x="31008" y="12292"/>
                  <a:pt x="27818" y="13093"/>
                </a:cubicBezTo>
                <a:cubicBezTo>
                  <a:pt x="24628" y="13880"/>
                  <a:pt x="21847" y="15992"/>
                  <a:pt x="19516" y="19458"/>
                </a:cubicBezTo>
                <a:lnTo>
                  <a:pt x="5855" y="39601"/>
                </a:lnTo>
                <a:lnTo>
                  <a:pt x="0" y="35625"/>
                </a:lnTo>
                <a:lnTo>
                  <a:pt x="24060" y="0"/>
                </a:lnTo>
                <a:lnTo>
                  <a:pt x="29974" y="3991"/>
                </a:lnTo>
                <a:lnTo>
                  <a:pt x="26230" y="9511"/>
                </a:lnTo>
                <a:cubicBezTo>
                  <a:pt x="29071" y="8316"/>
                  <a:pt x="31794" y="7850"/>
                  <a:pt x="34416" y="8083"/>
                </a:cubicBezTo>
                <a:cubicBezTo>
                  <a:pt x="37037" y="8316"/>
                  <a:pt x="39601" y="9219"/>
                  <a:pt x="42047" y="10923"/>
                </a:cubicBezTo>
                <a:cubicBezTo>
                  <a:pt x="46140" y="13661"/>
                  <a:pt x="48412" y="17011"/>
                  <a:pt x="48762" y="21002"/>
                </a:cubicBezTo>
                <a:cubicBezTo>
                  <a:pt x="49155" y="24920"/>
                  <a:pt x="47728" y="29362"/>
                  <a:pt x="44378" y="34314"/>
                </a:cubicBezTo>
                <a:close/>
                <a:moveTo>
                  <a:pt x="44378" y="343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CB5BA-08FE-4B67-A910-6D76C91E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593" y="5118448"/>
            <a:ext cx="59059" cy="61389"/>
          </a:xfrm>
          <a:custGeom xmlns:a="http://schemas.openxmlformats.org/drawingml/2006/main">
            <a:pathLst>
              <a:path w="59059" h="61389">
                <a:moveTo>
                  <a:pt x="59059" y="21220"/>
                </a:moveTo>
                <a:lnTo>
                  <a:pt x="54500" y="27993"/>
                </a:lnTo>
                <a:cubicBezTo>
                  <a:pt x="53699" y="24512"/>
                  <a:pt x="52403" y="21439"/>
                  <a:pt x="50626" y="18774"/>
                </a:cubicBezTo>
                <a:cubicBezTo>
                  <a:pt x="48864" y="16152"/>
                  <a:pt x="46591" y="13880"/>
                  <a:pt x="43810" y="12001"/>
                </a:cubicBezTo>
                <a:cubicBezTo>
                  <a:pt x="38406" y="8360"/>
                  <a:pt x="33105" y="7166"/>
                  <a:pt x="27993" y="8535"/>
                </a:cubicBezTo>
                <a:cubicBezTo>
                  <a:pt x="22866" y="9889"/>
                  <a:pt x="18147" y="13763"/>
                  <a:pt x="13938" y="20026"/>
                </a:cubicBezTo>
                <a:cubicBezTo>
                  <a:pt x="9671" y="26274"/>
                  <a:pt x="7908" y="32027"/>
                  <a:pt x="8535" y="37314"/>
                </a:cubicBezTo>
                <a:cubicBezTo>
                  <a:pt x="9161" y="42601"/>
                  <a:pt x="12234" y="47043"/>
                  <a:pt x="17637" y="50742"/>
                </a:cubicBezTo>
                <a:cubicBezTo>
                  <a:pt x="20419" y="52563"/>
                  <a:pt x="23318" y="53874"/>
                  <a:pt x="26449" y="54500"/>
                </a:cubicBezTo>
                <a:cubicBezTo>
                  <a:pt x="29580" y="55184"/>
                  <a:pt x="32945" y="55243"/>
                  <a:pt x="36469" y="54675"/>
                </a:cubicBezTo>
                <a:lnTo>
                  <a:pt x="31911" y="61389"/>
                </a:lnTo>
                <a:cubicBezTo>
                  <a:pt x="28619" y="61389"/>
                  <a:pt x="25488" y="60923"/>
                  <a:pt x="22415" y="60020"/>
                </a:cubicBezTo>
                <a:cubicBezTo>
                  <a:pt x="19400" y="59044"/>
                  <a:pt x="16501" y="57631"/>
                  <a:pt x="13705" y="55752"/>
                </a:cubicBezTo>
                <a:cubicBezTo>
                  <a:pt x="6481" y="50917"/>
                  <a:pt x="2330" y="44887"/>
                  <a:pt x="1136" y="37664"/>
                </a:cubicBezTo>
                <a:cubicBezTo>
                  <a:pt x="0" y="30483"/>
                  <a:pt x="1995" y="23041"/>
                  <a:pt x="7166" y="15409"/>
                </a:cubicBezTo>
                <a:cubicBezTo>
                  <a:pt x="12292" y="7792"/>
                  <a:pt x="18439" y="3175"/>
                  <a:pt x="25546" y="1588"/>
                </a:cubicBezTo>
                <a:cubicBezTo>
                  <a:pt x="32653" y="0"/>
                  <a:pt x="39819" y="1588"/>
                  <a:pt x="46985" y="6481"/>
                </a:cubicBezTo>
                <a:cubicBezTo>
                  <a:pt x="49839" y="8360"/>
                  <a:pt x="52286" y="10574"/>
                  <a:pt x="54267" y="13021"/>
                </a:cubicBezTo>
                <a:cubicBezTo>
                  <a:pt x="56262" y="15467"/>
                  <a:pt x="57864" y="18205"/>
                  <a:pt x="59059" y="21220"/>
                </a:cubicBezTo>
                <a:close/>
                <a:moveTo>
                  <a:pt x="59059" y="21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0FFEA-B992-4BD9-AD35-C636A7E6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602" y="5158384"/>
            <a:ext cx="43868" cy="46358"/>
          </a:xfrm>
          <a:custGeom xmlns:a="http://schemas.openxmlformats.org/drawingml/2006/main">
            <a:pathLst>
              <a:path w="43868" h="46358">
                <a:moveTo>
                  <a:pt x="31241" y="9438"/>
                </a:moveTo>
                <a:cubicBezTo>
                  <a:pt x="28109" y="7340"/>
                  <a:pt x="24745" y="6889"/>
                  <a:pt x="21279" y="8083"/>
                </a:cubicBezTo>
                <a:cubicBezTo>
                  <a:pt x="17812" y="9278"/>
                  <a:pt x="14623" y="12059"/>
                  <a:pt x="11724" y="16327"/>
                </a:cubicBezTo>
                <a:cubicBezTo>
                  <a:pt x="8870" y="20536"/>
                  <a:pt x="7515" y="24512"/>
                  <a:pt x="7675" y="28211"/>
                </a:cubicBezTo>
                <a:cubicBezTo>
                  <a:pt x="7792" y="31911"/>
                  <a:pt x="9496" y="34809"/>
                  <a:pt x="12627" y="36921"/>
                </a:cubicBezTo>
                <a:cubicBezTo>
                  <a:pt x="15759" y="39033"/>
                  <a:pt x="19065" y="39484"/>
                  <a:pt x="22531" y="38232"/>
                </a:cubicBezTo>
                <a:cubicBezTo>
                  <a:pt x="26056" y="37037"/>
                  <a:pt x="29187" y="34299"/>
                  <a:pt x="32085" y="30032"/>
                </a:cubicBezTo>
                <a:cubicBezTo>
                  <a:pt x="34925" y="25823"/>
                  <a:pt x="36294" y="21847"/>
                  <a:pt x="36120" y="18147"/>
                </a:cubicBezTo>
                <a:cubicBezTo>
                  <a:pt x="35959" y="14448"/>
                  <a:pt x="34357" y="11550"/>
                  <a:pt x="31241" y="9438"/>
                </a:cubicBezTo>
                <a:close/>
                <a:moveTo>
                  <a:pt x="34590" y="4486"/>
                </a:moveTo>
                <a:cubicBezTo>
                  <a:pt x="39659" y="7908"/>
                  <a:pt x="42557" y="12292"/>
                  <a:pt x="43183" y="17579"/>
                </a:cubicBezTo>
                <a:cubicBezTo>
                  <a:pt x="43868" y="22808"/>
                  <a:pt x="42208" y="28386"/>
                  <a:pt x="38290" y="34241"/>
                </a:cubicBezTo>
                <a:cubicBezTo>
                  <a:pt x="34357" y="40052"/>
                  <a:pt x="29813" y="43693"/>
                  <a:pt x="24628" y="45004"/>
                </a:cubicBezTo>
                <a:cubicBezTo>
                  <a:pt x="19516" y="46358"/>
                  <a:pt x="14390" y="45339"/>
                  <a:pt x="9278" y="41873"/>
                </a:cubicBezTo>
                <a:cubicBezTo>
                  <a:pt x="4151" y="38450"/>
                  <a:pt x="1311" y="34081"/>
                  <a:pt x="626" y="28779"/>
                </a:cubicBezTo>
                <a:cubicBezTo>
                  <a:pt x="0" y="23492"/>
                  <a:pt x="1646" y="17972"/>
                  <a:pt x="5578" y="12118"/>
                </a:cubicBezTo>
                <a:cubicBezTo>
                  <a:pt x="9496" y="6263"/>
                  <a:pt x="14055" y="2665"/>
                  <a:pt x="19167" y="1311"/>
                </a:cubicBezTo>
                <a:cubicBezTo>
                  <a:pt x="24352" y="0"/>
                  <a:pt x="29464" y="1020"/>
                  <a:pt x="34590" y="4486"/>
                </a:cubicBezTo>
                <a:close/>
                <a:moveTo>
                  <a:pt x="34590" y="44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045BF-348E-4114-8038-4156F4E9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712" y="5180915"/>
            <a:ext cx="49155" cy="55811"/>
          </a:xfrm>
          <a:custGeom xmlns:a="http://schemas.openxmlformats.org/drawingml/2006/main">
            <a:pathLst>
              <a:path w="49155" h="55811">
                <a:moveTo>
                  <a:pt x="4777" y="21555"/>
                </a:moveTo>
                <a:lnTo>
                  <a:pt x="19342" y="0"/>
                </a:lnTo>
                <a:lnTo>
                  <a:pt x="25196" y="3976"/>
                </a:lnTo>
                <a:lnTo>
                  <a:pt x="10749" y="25313"/>
                </a:lnTo>
                <a:cubicBezTo>
                  <a:pt x="8476" y="28663"/>
                  <a:pt x="7457" y="31692"/>
                  <a:pt x="7617" y="34241"/>
                </a:cubicBezTo>
                <a:cubicBezTo>
                  <a:pt x="7792" y="36804"/>
                  <a:pt x="9161" y="38974"/>
                  <a:pt x="11826" y="40780"/>
                </a:cubicBezTo>
                <a:cubicBezTo>
                  <a:pt x="14958" y="42892"/>
                  <a:pt x="18147" y="43577"/>
                  <a:pt x="21337" y="42776"/>
                </a:cubicBezTo>
                <a:cubicBezTo>
                  <a:pt x="24526" y="42033"/>
                  <a:pt x="27308" y="39877"/>
                  <a:pt x="29697" y="36411"/>
                </a:cubicBezTo>
                <a:lnTo>
                  <a:pt x="43344" y="16210"/>
                </a:lnTo>
                <a:lnTo>
                  <a:pt x="49155" y="20186"/>
                </a:lnTo>
                <a:lnTo>
                  <a:pt x="25094" y="55811"/>
                </a:lnTo>
                <a:lnTo>
                  <a:pt x="19225" y="51878"/>
                </a:lnTo>
                <a:lnTo>
                  <a:pt x="22924" y="46358"/>
                </a:lnTo>
                <a:cubicBezTo>
                  <a:pt x="20084" y="47611"/>
                  <a:pt x="17346" y="48062"/>
                  <a:pt x="14739" y="47844"/>
                </a:cubicBezTo>
                <a:cubicBezTo>
                  <a:pt x="12176" y="47669"/>
                  <a:pt x="9612" y="46708"/>
                  <a:pt x="7107" y="45004"/>
                </a:cubicBezTo>
                <a:cubicBezTo>
                  <a:pt x="3015" y="42266"/>
                  <a:pt x="801" y="38916"/>
                  <a:pt x="393" y="34925"/>
                </a:cubicBezTo>
                <a:cubicBezTo>
                  <a:pt x="0" y="30949"/>
                  <a:pt x="1427" y="26507"/>
                  <a:pt x="4777" y="21555"/>
                </a:cubicBezTo>
                <a:close/>
                <a:moveTo>
                  <a:pt x="4777" y="215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1E56C-40D4-485F-9FAD-B048B476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33" y="5209068"/>
            <a:ext cx="49213" cy="55811"/>
          </a:xfrm>
          <a:custGeom xmlns:a="http://schemas.openxmlformats.org/drawingml/2006/main">
            <a:pathLst>
              <a:path w="49213" h="55811">
                <a:moveTo>
                  <a:pt x="44378" y="34314"/>
                </a:moveTo>
                <a:lnTo>
                  <a:pt x="29872" y="55811"/>
                </a:lnTo>
                <a:lnTo>
                  <a:pt x="24017" y="51893"/>
                </a:lnTo>
                <a:lnTo>
                  <a:pt x="38406" y="30556"/>
                </a:lnTo>
                <a:cubicBezTo>
                  <a:pt x="40678" y="27192"/>
                  <a:pt x="41756" y="24235"/>
                  <a:pt x="41538" y="21686"/>
                </a:cubicBezTo>
                <a:cubicBezTo>
                  <a:pt x="41363" y="19123"/>
                  <a:pt x="39936" y="16895"/>
                  <a:pt x="37329" y="15132"/>
                </a:cubicBezTo>
                <a:cubicBezTo>
                  <a:pt x="34197" y="13035"/>
                  <a:pt x="31008" y="12351"/>
                  <a:pt x="27818" y="13093"/>
                </a:cubicBezTo>
                <a:cubicBezTo>
                  <a:pt x="24628" y="13880"/>
                  <a:pt x="21847" y="15992"/>
                  <a:pt x="19516" y="19516"/>
                </a:cubicBezTo>
                <a:lnTo>
                  <a:pt x="5913" y="39659"/>
                </a:lnTo>
                <a:lnTo>
                  <a:pt x="0" y="35683"/>
                </a:lnTo>
                <a:lnTo>
                  <a:pt x="24060" y="0"/>
                </a:lnTo>
                <a:lnTo>
                  <a:pt x="29988" y="3991"/>
                </a:lnTo>
                <a:lnTo>
                  <a:pt x="26230" y="9569"/>
                </a:lnTo>
                <a:cubicBezTo>
                  <a:pt x="29071" y="8375"/>
                  <a:pt x="31809" y="7850"/>
                  <a:pt x="34416" y="8083"/>
                </a:cubicBezTo>
                <a:cubicBezTo>
                  <a:pt x="37037" y="8316"/>
                  <a:pt x="39601" y="9278"/>
                  <a:pt x="42106" y="10923"/>
                </a:cubicBezTo>
                <a:cubicBezTo>
                  <a:pt x="46198" y="13720"/>
                  <a:pt x="48412" y="17069"/>
                  <a:pt x="48820" y="21002"/>
                </a:cubicBezTo>
                <a:cubicBezTo>
                  <a:pt x="49213" y="24978"/>
                  <a:pt x="47728" y="29420"/>
                  <a:pt x="44378" y="34314"/>
                </a:cubicBezTo>
                <a:close/>
                <a:moveTo>
                  <a:pt x="44378" y="343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EC76D-6CDC-4B7E-911E-BB58DD3F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812" y="5226997"/>
            <a:ext cx="38290" cy="57850"/>
          </a:xfrm>
          <a:custGeom xmlns:a="http://schemas.openxmlformats.org/drawingml/2006/main">
            <a:pathLst>
              <a:path w="38290" h="57850">
                <a:moveTo>
                  <a:pt x="33047" y="3976"/>
                </a:moveTo>
                <a:lnTo>
                  <a:pt x="26216" y="14055"/>
                </a:lnTo>
                <a:lnTo>
                  <a:pt x="38290" y="22240"/>
                </a:lnTo>
                <a:lnTo>
                  <a:pt x="35217" y="26798"/>
                </a:lnTo>
                <a:lnTo>
                  <a:pt x="23143" y="18599"/>
                </a:lnTo>
                <a:lnTo>
                  <a:pt x="10064" y="37940"/>
                </a:lnTo>
                <a:cubicBezTo>
                  <a:pt x="8127" y="40897"/>
                  <a:pt x="7282" y="43009"/>
                  <a:pt x="7501" y="44378"/>
                </a:cubicBezTo>
                <a:cubicBezTo>
                  <a:pt x="7734" y="45732"/>
                  <a:pt x="9044" y="47276"/>
                  <a:pt x="11491" y="48922"/>
                </a:cubicBezTo>
                <a:lnTo>
                  <a:pt x="17521" y="52956"/>
                </a:lnTo>
                <a:lnTo>
                  <a:pt x="14215" y="57850"/>
                </a:lnTo>
                <a:lnTo>
                  <a:pt x="8185" y="53815"/>
                </a:lnTo>
                <a:cubicBezTo>
                  <a:pt x="3699" y="50742"/>
                  <a:pt x="1136" y="47786"/>
                  <a:pt x="568" y="44946"/>
                </a:cubicBezTo>
                <a:cubicBezTo>
                  <a:pt x="0" y="42091"/>
                  <a:pt x="1194" y="38450"/>
                  <a:pt x="4209" y="34022"/>
                </a:cubicBezTo>
                <a:lnTo>
                  <a:pt x="17288" y="14681"/>
                </a:lnTo>
                <a:lnTo>
                  <a:pt x="12962" y="11768"/>
                </a:lnTo>
                <a:lnTo>
                  <a:pt x="16035" y="7224"/>
                </a:lnTo>
                <a:lnTo>
                  <a:pt x="20361" y="10122"/>
                </a:lnTo>
                <a:lnTo>
                  <a:pt x="27192" y="0"/>
                </a:lnTo>
                <a:lnTo>
                  <a:pt x="33047" y="3976"/>
                </a:lnTo>
                <a:close/>
                <a:moveTo>
                  <a:pt x="33047" y="3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A81FE-FC6B-46A4-99F7-52550E85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217" y="5006536"/>
            <a:ext cx="63035" cy="68103"/>
          </a:xfrm>
          <a:custGeom xmlns:a="http://schemas.openxmlformats.org/drawingml/2006/main">
            <a:pathLst>
              <a:path w="63035" h="68103">
                <a:moveTo>
                  <a:pt x="33731" y="0"/>
                </a:moveTo>
                <a:lnTo>
                  <a:pt x="63035" y="21337"/>
                </a:lnTo>
                <a:lnTo>
                  <a:pt x="59219" y="26624"/>
                </a:lnTo>
                <a:lnTo>
                  <a:pt x="36120" y="9846"/>
                </a:lnTo>
                <a:lnTo>
                  <a:pt x="26172" y="23609"/>
                </a:lnTo>
                <a:lnTo>
                  <a:pt x="48237" y="39659"/>
                </a:lnTo>
                <a:lnTo>
                  <a:pt x="44436" y="44946"/>
                </a:lnTo>
                <a:lnTo>
                  <a:pt x="22356" y="28896"/>
                </a:lnTo>
                <a:lnTo>
                  <a:pt x="10122" y="45688"/>
                </a:lnTo>
                <a:lnTo>
                  <a:pt x="33731" y="62860"/>
                </a:lnTo>
                <a:lnTo>
                  <a:pt x="29915" y="68103"/>
                </a:lnTo>
                <a:lnTo>
                  <a:pt x="0" y="46431"/>
                </a:lnTo>
                <a:lnTo>
                  <a:pt x="33731" y="0"/>
                </a:lnTo>
                <a:close/>
                <a:moveTo>
                  <a:pt x="3373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F9A7A-4260-42F6-9839-50729E3F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429" y="5035781"/>
            <a:ext cx="68788" cy="71846"/>
          </a:xfrm>
          <a:custGeom xmlns:a="http://schemas.openxmlformats.org/drawingml/2006/main">
            <a:pathLst>
              <a:path w="68788" h="71846">
                <a:moveTo>
                  <a:pt x="33687" y="0"/>
                </a:moveTo>
                <a:lnTo>
                  <a:pt x="42164" y="6146"/>
                </a:lnTo>
                <a:lnTo>
                  <a:pt x="34547" y="59845"/>
                </a:lnTo>
                <a:lnTo>
                  <a:pt x="62700" y="21046"/>
                </a:lnTo>
                <a:lnTo>
                  <a:pt x="68788" y="25488"/>
                </a:lnTo>
                <a:lnTo>
                  <a:pt x="35115" y="71846"/>
                </a:lnTo>
                <a:lnTo>
                  <a:pt x="26638" y="65758"/>
                </a:lnTo>
                <a:lnTo>
                  <a:pt x="34314" y="12001"/>
                </a:lnTo>
                <a:lnTo>
                  <a:pt x="6088" y="50801"/>
                </a:lnTo>
                <a:lnTo>
                  <a:pt x="0" y="46358"/>
                </a:lnTo>
                <a:lnTo>
                  <a:pt x="33687" y="0"/>
                </a:lnTo>
                <a:close/>
                <a:moveTo>
                  <a:pt x="336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B6DE9-1AC5-4C87-BAFD-215C302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749" y="5069803"/>
            <a:ext cx="62802" cy="66166"/>
          </a:xfrm>
          <a:custGeom xmlns:a="http://schemas.openxmlformats.org/drawingml/2006/main">
            <a:pathLst>
              <a:path w="62802" h="66166">
                <a:moveTo>
                  <a:pt x="27250" y="0"/>
                </a:moveTo>
                <a:lnTo>
                  <a:pt x="33556" y="4602"/>
                </a:lnTo>
                <a:lnTo>
                  <a:pt x="13079" y="32828"/>
                </a:lnTo>
                <a:cubicBezTo>
                  <a:pt x="9496" y="37780"/>
                  <a:pt x="7792" y="41989"/>
                  <a:pt x="8010" y="45514"/>
                </a:cubicBezTo>
                <a:cubicBezTo>
                  <a:pt x="8185" y="48980"/>
                  <a:pt x="10355" y="52170"/>
                  <a:pt x="14390" y="55126"/>
                </a:cubicBezTo>
                <a:cubicBezTo>
                  <a:pt x="18424" y="58025"/>
                  <a:pt x="22123" y="59059"/>
                  <a:pt x="25488" y="58199"/>
                </a:cubicBezTo>
                <a:cubicBezTo>
                  <a:pt x="28896" y="57340"/>
                  <a:pt x="32362" y="54383"/>
                  <a:pt x="36003" y="49432"/>
                </a:cubicBezTo>
                <a:lnTo>
                  <a:pt x="56495" y="21220"/>
                </a:lnTo>
                <a:lnTo>
                  <a:pt x="62802" y="25823"/>
                </a:lnTo>
                <a:lnTo>
                  <a:pt x="41756" y="54791"/>
                </a:lnTo>
                <a:cubicBezTo>
                  <a:pt x="37372" y="60821"/>
                  <a:pt x="32537" y="64287"/>
                  <a:pt x="27308" y="65190"/>
                </a:cubicBezTo>
                <a:cubicBezTo>
                  <a:pt x="22065" y="66166"/>
                  <a:pt x="16487" y="64462"/>
                  <a:pt x="10690" y="60253"/>
                </a:cubicBezTo>
                <a:cubicBezTo>
                  <a:pt x="4835" y="55986"/>
                  <a:pt x="1529" y="51194"/>
                  <a:pt x="728" y="45965"/>
                </a:cubicBezTo>
                <a:cubicBezTo>
                  <a:pt x="0" y="40678"/>
                  <a:pt x="1821" y="35042"/>
                  <a:pt x="6248" y="29012"/>
                </a:cubicBezTo>
                <a:lnTo>
                  <a:pt x="27250" y="0"/>
                </a:lnTo>
                <a:close/>
                <a:moveTo>
                  <a:pt x="272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F8CE9-7199-45CB-B2E0-A97780A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709" y="5118215"/>
            <a:ext cx="48368" cy="44946"/>
          </a:xfrm>
          <a:custGeom xmlns:a="http://schemas.openxmlformats.org/drawingml/2006/main">
            <a:pathLst>
              <a:path w="48368" h="44946">
                <a:moveTo>
                  <a:pt x="48368" y="14506"/>
                </a:moveTo>
                <a:lnTo>
                  <a:pt x="44436" y="19910"/>
                </a:lnTo>
                <a:cubicBezTo>
                  <a:pt x="43416" y="17929"/>
                  <a:pt x="42222" y="16094"/>
                  <a:pt x="40737" y="14390"/>
                </a:cubicBezTo>
                <a:cubicBezTo>
                  <a:pt x="39324" y="12744"/>
                  <a:pt x="37664" y="11215"/>
                  <a:pt x="35785" y="9846"/>
                </a:cubicBezTo>
                <a:cubicBezTo>
                  <a:pt x="32945" y="7792"/>
                  <a:pt x="30498" y="6656"/>
                  <a:pt x="28459" y="6539"/>
                </a:cubicBezTo>
                <a:cubicBezTo>
                  <a:pt x="26405" y="6379"/>
                  <a:pt x="24759" y="7166"/>
                  <a:pt x="23507" y="8870"/>
                </a:cubicBezTo>
                <a:cubicBezTo>
                  <a:pt x="22531" y="10239"/>
                  <a:pt x="22313" y="11608"/>
                  <a:pt x="22764" y="13137"/>
                </a:cubicBezTo>
                <a:cubicBezTo>
                  <a:pt x="23216" y="14623"/>
                  <a:pt x="24759" y="16836"/>
                  <a:pt x="27308" y="19735"/>
                </a:cubicBezTo>
                <a:lnTo>
                  <a:pt x="28969" y="21570"/>
                </a:lnTo>
                <a:cubicBezTo>
                  <a:pt x="32377" y="25429"/>
                  <a:pt x="34372" y="28736"/>
                  <a:pt x="34940" y="31576"/>
                </a:cubicBezTo>
                <a:cubicBezTo>
                  <a:pt x="35508" y="34357"/>
                  <a:pt x="34707" y="37212"/>
                  <a:pt x="32668" y="40052"/>
                </a:cubicBezTo>
                <a:cubicBezTo>
                  <a:pt x="30323" y="43300"/>
                  <a:pt x="27206" y="44887"/>
                  <a:pt x="23274" y="44946"/>
                </a:cubicBezTo>
                <a:cubicBezTo>
                  <a:pt x="19342" y="44946"/>
                  <a:pt x="15132" y="43358"/>
                  <a:pt x="10647" y="40110"/>
                </a:cubicBezTo>
                <a:cubicBezTo>
                  <a:pt x="8768" y="38741"/>
                  <a:pt x="7005" y="37154"/>
                  <a:pt x="5243" y="35333"/>
                </a:cubicBezTo>
                <a:cubicBezTo>
                  <a:pt x="3481" y="33513"/>
                  <a:pt x="1719" y="31401"/>
                  <a:pt x="0" y="29071"/>
                </a:cubicBezTo>
                <a:lnTo>
                  <a:pt x="4326" y="23157"/>
                </a:lnTo>
                <a:cubicBezTo>
                  <a:pt x="5636" y="25779"/>
                  <a:pt x="7122" y="28109"/>
                  <a:pt x="8768" y="30148"/>
                </a:cubicBezTo>
                <a:cubicBezTo>
                  <a:pt x="10414" y="32202"/>
                  <a:pt x="12234" y="33964"/>
                  <a:pt x="14288" y="35391"/>
                </a:cubicBezTo>
                <a:cubicBezTo>
                  <a:pt x="16953" y="37372"/>
                  <a:pt x="19342" y="38406"/>
                  <a:pt x="21453" y="38523"/>
                </a:cubicBezTo>
                <a:cubicBezTo>
                  <a:pt x="23565" y="38683"/>
                  <a:pt x="25269" y="37897"/>
                  <a:pt x="26463" y="36236"/>
                </a:cubicBezTo>
                <a:cubicBezTo>
                  <a:pt x="27600" y="34649"/>
                  <a:pt x="27935" y="33105"/>
                  <a:pt x="27483" y="31517"/>
                </a:cubicBezTo>
                <a:cubicBezTo>
                  <a:pt x="27090" y="29930"/>
                  <a:pt x="25327" y="27483"/>
                  <a:pt x="22371" y="24119"/>
                </a:cubicBezTo>
                <a:lnTo>
                  <a:pt x="20711" y="22182"/>
                </a:lnTo>
                <a:cubicBezTo>
                  <a:pt x="17696" y="18890"/>
                  <a:pt x="15992" y="15875"/>
                  <a:pt x="15540" y="13195"/>
                </a:cubicBezTo>
                <a:cubicBezTo>
                  <a:pt x="15089" y="10530"/>
                  <a:pt x="15817" y="7792"/>
                  <a:pt x="17812" y="5127"/>
                </a:cubicBezTo>
                <a:cubicBezTo>
                  <a:pt x="20143" y="1879"/>
                  <a:pt x="23157" y="175"/>
                  <a:pt x="26740" y="58"/>
                </a:cubicBezTo>
                <a:cubicBezTo>
                  <a:pt x="30381" y="0"/>
                  <a:pt x="34314" y="1486"/>
                  <a:pt x="38581" y="4602"/>
                </a:cubicBezTo>
                <a:cubicBezTo>
                  <a:pt x="40678" y="6088"/>
                  <a:pt x="42557" y="7734"/>
                  <a:pt x="44217" y="9394"/>
                </a:cubicBezTo>
                <a:cubicBezTo>
                  <a:pt x="45863" y="11040"/>
                  <a:pt x="47232" y="12744"/>
                  <a:pt x="48368" y="14506"/>
                </a:cubicBezTo>
                <a:close/>
                <a:moveTo>
                  <a:pt x="48368" y="145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11E7D-E379-492D-A7A7-A63F5B5F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58" y="5144271"/>
            <a:ext cx="44494" cy="49097"/>
          </a:xfrm>
          <a:custGeom xmlns:a="http://schemas.openxmlformats.org/drawingml/2006/main">
            <a:pathLst>
              <a:path w="44494" h="49097">
                <a:moveTo>
                  <a:pt x="39076" y="33003"/>
                </a:moveTo>
                <a:lnTo>
                  <a:pt x="37037" y="35785"/>
                </a:lnTo>
                <a:lnTo>
                  <a:pt x="10749" y="16676"/>
                </a:lnTo>
                <a:cubicBezTo>
                  <a:pt x="8185" y="20827"/>
                  <a:pt x="7166" y="24687"/>
                  <a:pt x="7792" y="28284"/>
                </a:cubicBezTo>
                <a:cubicBezTo>
                  <a:pt x="8418" y="31867"/>
                  <a:pt x="10632" y="35042"/>
                  <a:pt x="14390" y="37838"/>
                </a:cubicBezTo>
                <a:cubicBezTo>
                  <a:pt x="16603" y="39426"/>
                  <a:pt x="18948" y="40678"/>
                  <a:pt x="21395" y="41640"/>
                </a:cubicBezTo>
                <a:cubicBezTo>
                  <a:pt x="23842" y="42615"/>
                  <a:pt x="26449" y="43300"/>
                  <a:pt x="29304" y="43693"/>
                </a:cubicBezTo>
                <a:lnTo>
                  <a:pt x="25371" y="49097"/>
                </a:lnTo>
                <a:cubicBezTo>
                  <a:pt x="22691" y="48470"/>
                  <a:pt x="20084" y="47626"/>
                  <a:pt x="17579" y="46490"/>
                </a:cubicBezTo>
                <a:cubicBezTo>
                  <a:pt x="15132" y="45397"/>
                  <a:pt x="12744" y="44043"/>
                  <a:pt x="10574" y="42441"/>
                </a:cubicBezTo>
                <a:cubicBezTo>
                  <a:pt x="5010" y="38406"/>
                  <a:pt x="1762" y="33571"/>
                  <a:pt x="845" y="27993"/>
                </a:cubicBezTo>
                <a:cubicBezTo>
                  <a:pt x="0" y="22415"/>
                  <a:pt x="1529" y="16836"/>
                  <a:pt x="5578" y="11317"/>
                </a:cubicBezTo>
                <a:cubicBezTo>
                  <a:pt x="9671" y="5636"/>
                  <a:pt x="14506" y="2214"/>
                  <a:pt x="20026" y="1136"/>
                </a:cubicBezTo>
                <a:cubicBezTo>
                  <a:pt x="25546" y="0"/>
                  <a:pt x="30891" y="1369"/>
                  <a:pt x="36120" y="5185"/>
                </a:cubicBezTo>
                <a:cubicBezTo>
                  <a:pt x="40795" y="8535"/>
                  <a:pt x="43402" y="12744"/>
                  <a:pt x="43926" y="17754"/>
                </a:cubicBezTo>
                <a:cubicBezTo>
                  <a:pt x="44494" y="22764"/>
                  <a:pt x="42834" y="27818"/>
                  <a:pt x="39076" y="33003"/>
                </a:cubicBezTo>
                <a:close/>
                <a:moveTo>
                  <a:pt x="34590" y="27192"/>
                </a:moveTo>
                <a:cubicBezTo>
                  <a:pt x="36804" y="24017"/>
                  <a:pt x="37780" y="20885"/>
                  <a:pt x="37372" y="17812"/>
                </a:cubicBezTo>
                <a:cubicBezTo>
                  <a:pt x="37037" y="14681"/>
                  <a:pt x="35435" y="12118"/>
                  <a:pt x="32653" y="10079"/>
                </a:cubicBezTo>
                <a:cubicBezTo>
                  <a:pt x="29464" y="7734"/>
                  <a:pt x="26230" y="6772"/>
                  <a:pt x="23041" y="7166"/>
                </a:cubicBezTo>
                <a:cubicBezTo>
                  <a:pt x="19793" y="7632"/>
                  <a:pt x="16836" y="9336"/>
                  <a:pt x="14171" y="12409"/>
                </a:cubicBezTo>
                <a:lnTo>
                  <a:pt x="34590" y="27192"/>
                </a:lnTo>
                <a:close/>
                <a:moveTo>
                  <a:pt x="34590" y="271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49077-F6B6-48A9-A2D9-97CA2678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448" y="5167938"/>
            <a:ext cx="45965" cy="38974"/>
          </a:xfrm>
          <a:custGeom xmlns:a="http://schemas.openxmlformats.org/drawingml/2006/main">
            <a:pathLst>
              <a:path w="45965" h="38974">
                <a:moveTo>
                  <a:pt x="41756" y="20201"/>
                </a:moveTo>
                <a:cubicBezTo>
                  <a:pt x="41421" y="19342"/>
                  <a:pt x="40897" y="18555"/>
                  <a:pt x="40271" y="17812"/>
                </a:cubicBezTo>
                <a:cubicBezTo>
                  <a:pt x="39659" y="17128"/>
                  <a:pt x="38858" y="16385"/>
                  <a:pt x="37940" y="15759"/>
                </a:cubicBezTo>
                <a:cubicBezTo>
                  <a:pt x="34707" y="13370"/>
                  <a:pt x="31459" y="12627"/>
                  <a:pt x="28211" y="13487"/>
                </a:cubicBezTo>
                <a:cubicBezTo>
                  <a:pt x="24978" y="14331"/>
                  <a:pt x="21905" y="16734"/>
                  <a:pt x="19050" y="20652"/>
                </a:cubicBezTo>
                <a:lnTo>
                  <a:pt x="5738" y="38974"/>
                </a:lnTo>
                <a:lnTo>
                  <a:pt x="0" y="34823"/>
                </a:lnTo>
                <a:lnTo>
                  <a:pt x="25255" y="0"/>
                </a:lnTo>
                <a:lnTo>
                  <a:pt x="31008" y="4209"/>
                </a:lnTo>
                <a:lnTo>
                  <a:pt x="27075" y="9612"/>
                </a:lnTo>
                <a:cubicBezTo>
                  <a:pt x="29813" y="8360"/>
                  <a:pt x="32537" y="7967"/>
                  <a:pt x="35158" y="8302"/>
                </a:cubicBezTo>
                <a:cubicBezTo>
                  <a:pt x="37882" y="8710"/>
                  <a:pt x="40562" y="9904"/>
                  <a:pt x="43344" y="11899"/>
                </a:cubicBezTo>
                <a:cubicBezTo>
                  <a:pt x="43751" y="12176"/>
                  <a:pt x="44145" y="12511"/>
                  <a:pt x="44596" y="12919"/>
                </a:cubicBezTo>
                <a:cubicBezTo>
                  <a:pt x="45004" y="13312"/>
                  <a:pt x="45514" y="13763"/>
                  <a:pt x="45965" y="14288"/>
                </a:cubicBezTo>
                <a:lnTo>
                  <a:pt x="41756" y="20201"/>
                </a:lnTo>
                <a:close/>
                <a:moveTo>
                  <a:pt x="41756" y="202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FA80A-9AF5-46A7-ADB1-5338C05C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072" y="5175730"/>
            <a:ext cx="58316" cy="72662"/>
          </a:xfrm>
          <a:custGeom xmlns:a="http://schemas.openxmlformats.org/drawingml/2006/main">
            <a:pathLst>
              <a:path w="58316" h="72662">
                <a:moveTo>
                  <a:pt x="37780" y="40620"/>
                </a:moveTo>
                <a:cubicBezTo>
                  <a:pt x="38800" y="42047"/>
                  <a:pt x="39426" y="43984"/>
                  <a:pt x="39601" y="46373"/>
                </a:cubicBezTo>
                <a:cubicBezTo>
                  <a:pt x="39761" y="48820"/>
                  <a:pt x="39542" y="51776"/>
                  <a:pt x="38974" y="55301"/>
                </a:cubicBezTo>
                <a:lnTo>
                  <a:pt x="36120" y="72662"/>
                </a:lnTo>
                <a:lnTo>
                  <a:pt x="29362" y="67710"/>
                </a:lnTo>
                <a:lnTo>
                  <a:pt x="32085" y="51543"/>
                </a:lnTo>
                <a:cubicBezTo>
                  <a:pt x="32828" y="47276"/>
                  <a:pt x="32828" y="44159"/>
                  <a:pt x="32144" y="42106"/>
                </a:cubicBezTo>
                <a:cubicBezTo>
                  <a:pt x="31401" y="40052"/>
                  <a:pt x="29813" y="38115"/>
                  <a:pt x="27366" y="36294"/>
                </a:cubicBezTo>
                <a:lnTo>
                  <a:pt x="20478" y="31357"/>
                </a:lnTo>
                <a:lnTo>
                  <a:pt x="6263" y="50917"/>
                </a:lnTo>
                <a:lnTo>
                  <a:pt x="0" y="46373"/>
                </a:lnTo>
                <a:lnTo>
                  <a:pt x="33687" y="0"/>
                </a:lnTo>
                <a:lnTo>
                  <a:pt x="47844" y="10297"/>
                </a:lnTo>
                <a:cubicBezTo>
                  <a:pt x="53131" y="14113"/>
                  <a:pt x="56321" y="18089"/>
                  <a:pt x="57296" y="22254"/>
                </a:cubicBezTo>
                <a:cubicBezTo>
                  <a:pt x="58316" y="26347"/>
                  <a:pt x="57180" y="30614"/>
                  <a:pt x="53932" y="35100"/>
                </a:cubicBezTo>
                <a:cubicBezTo>
                  <a:pt x="51835" y="38013"/>
                  <a:pt x="49388" y="39936"/>
                  <a:pt x="46591" y="40911"/>
                </a:cubicBezTo>
                <a:cubicBezTo>
                  <a:pt x="43868" y="41814"/>
                  <a:pt x="40911" y="41756"/>
                  <a:pt x="37780" y="40620"/>
                </a:cubicBezTo>
                <a:close/>
                <a:moveTo>
                  <a:pt x="36178" y="9671"/>
                </a:moveTo>
                <a:lnTo>
                  <a:pt x="24235" y="26172"/>
                </a:lnTo>
                <a:lnTo>
                  <a:pt x="32144" y="31925"/>
                </a:lnTo>
                <a:cubicBezTo>
                  <a:pt x="35158" y="34081"/>
                  <a:pt x="37940" y="35042"/>
                  <a:pt x="40504" y="34765"/>
                </a:cubicBezTo>
                <a:cubicBezTo>
                  <a:pt x="43067" y="34474"/>
                  <a:pt x="45339" y="33003"/>
                  <a:pt x="47334" y="30323"/>
                </a:cubicBezTo>
                <a:cubicBezTo>
                  <a:pt x="49271" y="27600"/>
                  <a:pt x="50014" y="24978"/>
                  <a:pt x="49446" y="22473"/>
                </a:cubicBezTo>
                <a:cubicBezTo>
                  <a:pt x="48922" y="19968"/>
                  <a:pt x="47101" y="17637"/>
                  <a:pt x="44086" y="15424"/>
                </a:cubicBezTo>
                <a:lnTo>
                  <a:pt x="36178" y="9671"/>
                </a:lnTo>
                <a:close/>
                <a:moveTo>
                  <a:pt x="36178" y="96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AED9C-5CCA-4B75-B4D7-1424EDCB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998" y="5205718"/>
            <a:ext cx="40839" cy="52446"/>
          </a:xfrm>
          <a:custGeom xmlns:a="http://schemas.openxmlformats.org/drawingml/2006/main">
            <a:pathLst>
              <a:path w="40839" h="52446">
                <a:moveTo>
                  <a:pt x="25313" y="13545"/>
                </a:moveTo>
                <a:lnTo>
                  <a:pt x="31008" y="17696"/>
                </a:lnTo>
                <a:lnTo>
                  <a:pt x="5738" y="52446"/>
                </a:lnTo>
                <a:lnTo>
                  <a:pt x="0" y="48296"/>
                </a:lnTo>
                <a:lnTo>
                  <a:pt x="25313" y="13545"/>
                </a:lnTo>
                <a:close/>
                <a:moveTo>
                  <a:pt x="35158" y="0"/>
                </a:moveTo>
                <a:lnTo>
                  <a:pt x="40839" y="4151"/>
                </a:lnTo>
                <a:lnTo>
                  <a:pt x="35610" y="11375"/>
                </a:lnTo>
                <a:lnTo>
                  <a:pt x="29857" y="7224"/>
                </a:lnTo>
                <a:lnTo>
                  <a:pt x="35158" y="0"/>
                </a:lnTo>
                <a:close/>
                <a:moveTo>
                  <a:pt x="3515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09F5C4-7174-4AB6-9659-3E2652D3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92" y="5234672"/>
            <a:ext cx="48296" cy="45004"/>
          </a:xfrm>
          <a:custGeom xmlns:a="http://schemas.openxmlformats.org/drawingml/2006/main">
            <a:pathLst>
              <a:path w="48296" h="45004">
                <a:moveTo>
                  <a:pt x="48296" y="14564"/>
                </a:moveTo>
                <a:lnTo>
                  <a:pt x="44378" y="19968"/>
                </a:lnTo>
                <a:cubicBezTo>
                  <a:pt x="43358" y="17987"/>
                  <a:pt x="42164" y="16108"/>
                  <a:pt x="40737" y="14448"/>
                </a:cubicBezTo>
                <a:cubicBezTo>
                  <a:pt x="39251" y="12744"/>
                  <a:pt x="37605" y="11273"/>
                  <a:pt x="35726" y="9904"/>
                </a:cubicBezTo>
                <a:cubicBezTo>
                  <a:pt x="32945" y="7850"/>
                  <a:pt x="30498" y="6714"/>
                  <a:pt x="28444" y="6539"/>
                </a:cubicBezTo>
                <a:cubicBezTo>
                  <a:pt x="26405" y="6379"/>
                  <a:pt x="24687" y="7166"/>
                  <a:pt x="23434" y="8928"/>
                </a:cubicBezTo>
                <a:cubicBezTo>
                  <a:pt x="22473" y="10239"/>
                  <a:pt x="22240" y="11666"/>
                  <a:pt x="22706" y="13137"/>
                </a:cubicBezTo>
                <a:cubicBezTo>
                  <a:pt x="23157" y="14681"/>
                  <a:pt x="24687" y="16836"/>
                  <a:pt x="27250" y="19749"/>
                </a:cubicBezTo>
                <a:lnTo>
                  <a:pt x="28896" y="21628"/>
                </a:lnTo>
                <a:cubicBezTo>
                  <a:pt x="32318" y="25429"/>
                  <a:pt x="34314" y="28794"/>
                  <a:pt x="34882" y="31576"/>
                </a:cubicBezTo>
                <a:cubicBezTo>
                  <a:pt x="35450" y="34416"/>
                  <a:pt x="34707" y="37270"/>
                  <a:pt x="32595" y="40110"/>
                </a:cubicBezTo>
                <a:cubicBezTo>
                  <a:pt x="30265" y="43300"/>
                  <a:pt x="27133" y="44946"/>
                  <a:pt x="23216" y="45004"/>
                </a:cubicBezTo>
                <a:cubicBezTo>
                  <a:pt x="19283" y="45004"/>
                  <a:pt x="15074" y="43416"/>
                  <a:pt x="10588" y="40169"/>
                </a:cubicBezTo>
                <a:cubicBezTo>
                  <a:pt x="8768" y="38800"/>
                  <a:pt x="6947" y="37212"/>
                  <a:pt x="5185" y="35391"/>
                </a:cubicBezTo>
                <a:cubicBezTo>
                  <a:pt x="3408" y="33513"/>
                  <a:pt x="1704" y="31459"/>
                  <a:pt x="0" y="29071"/>
                </a:cubicBezTo>
                <a:lnTo>
                  <a:pt x="4267" y="23216"/>
                </a:lnTo>
                <a:cubicBezTo>
                  <a:pt x="5578" y="25837"/>
                  <a:pt x="7049" y="28168"/>
                  <a:pt x="8710" y="30207"/>
                </a:cubicBezTo>
                <a:cubicBezTo>
                  <a:pt x="10355" y="32202"/>
                  <a:pt x="12176" y="33964"/>
                  <a:pt x="14229" y="35450"/>
                </a:cubicBezTo>
                <a:cubicBezTo>
                  <a:pt x="16895" y="37387"/>
                  <a:pt x="19283" y="38465"/>
                  <a:pt x="21453" y="38581"/>
                </a:cubicBezTo>
                <a:cubicBezTo>
                  <a:pt x="23551" y="38683"/>
                  <a:pt x="25211" y="37955"/>
                  <a:pt x="26449" y="36236"/>
                </a:cubicBezTo>
                <a:cubicBezTo>
                  <a:pt x="27541" y="34707"/>
                  <a:pt x="27876" y="33119"/>
                  <a:pt x="27483" y="31517"/>
                </a:cubicBezTo>
                <a:cubicBezTo>
                  <a:pt x="27032" y="29988"/>
                  <a:pt x="25313" y="27483"/>
                  <a:pt x="22298" y="24119"/>
                </a:cubicBezTo>
                <a:lnTo>
                  <a:pt x="20652" y="22240"/>
                </a:lnTo>
                <a:cubicBezTo>
                  <a:pt x="17696" y="18948"/>
                  <a:pt x="15933" y="15933"/>
                  <a:pt x="15482" y="13254"/>
                </a:cubicBezTo>
                <a:cubicBezTo>
                  <a:pt x="15016" y="10530"/>
                  <a:pt x="15817" y="7850"/>
                  <a:pt x="17754" y="5185"/>
                </a:cubicBezTo>
                <a:cubicBezTo>
                  <a:pt x="20143" y="1879"/>
                  <a:pt x="23099" y="233"/>
                  <a:pt x="26740" y="117"/>
                </a:cubicBezTo>
                <a:cubicBezTo>
                  <a:pt x="30323" y="0"/>
                  <a:pt x="34314" y="1544"/>
                  <a:pt x="38581" y="4617"/>
                </a:cubicBezTo>
                <a:cubicBezTo>
                  <a:pt x="40678" y="6146"/>
                  <a:pt x="42557" y="7734"/>
                  <a:pt x="44145" y="9394"/>
                </a:cubicBezTo>
                <a:cubicBezTo>
                  <a:pt x="45805" y="11098"/>
                  <a:pt x="47218" y="12802"/>
                  <a:pt x="48296" y="14564"/>
                </a:cubicBezTo>
                <a:close/>
                <a:moveTo>
                  <a:pt x="48296" y="145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4BC8B-A2D2-4F8F-A41E-316FB740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624" y="5242464"/>
            <a:ext cx="55359" cy="70783"/>
          </a:xfrm>
          <a:custGeom xmlns:a="http://schemas.openxmlformats.org/drawingml/2006/main">
            <a:pathLst>
              <a:path w="55359" h="70783">
                <a:moveTo>
                  <a:pt x="35100" y="0"/>
                </a:moveTo>
                <a:lnTo>
                  <a:pt x="40853" y="4151"/>
                </a:lnTo>
                <a:lnTo>
                  <a:pt x="20143" y="32712"/>
                </a:lnTo>
                <a:lnTo>
                  <a:pt x="48077" y="30105"/>
                </a:lnTo>
                <a:lnTo>
                  <a:pt x="55359" y="35450"/>
                </a:lnTo>
                <a:lnTo>
                  <a:pt x="25094" y="38290"/>
                </a:lnTo>
                <a:lnTo>
                  <a:pt x="30891" y="70783"/>
                </a:lnTo>
                <a:lnTo>
                  <a:pt x="23449" y="65380"/>
                </a:lnTo>
                <a:lnTo>
                  <a:pt x="18089" y="35508"/>
                </a:lnTo>
                <a:lnTo>
                  <a:pt x="5753" y="52519"/>
                </a:lnTo>
                <a:lnTo>
                  <a:pt x="0" y="48368"/>
                </a:lnTo>
                <a:lnTo>
                  <a:pt x="35100" y="0"/>
                </a:lnTo>
                <a:close/>
                <a:moveTo>
                  <a:pt x="351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B8FE8-DE98-4AAD-99AC-017E84DD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826" y="5007963"/>
            <a:ext cx="63894" cy="67928"/>
          </a:xfrm>
          <a:custGeom xmlns:a="http://schemas.openxmlformats.org/drawingml/2006/main">
            <a:pathLst>
              <a:path w="63894" h="67928">
                <a:moveTo>
                  <a:pt x="35275" y="0"/>
                </a:moveTo>
                <a:lnTo>
                  <a:pt x="63894" y="22298"/>
                </a:lnTo>
                <a:lnTo>
                  <a:pt x="59845" y="27468"/>
                </a:lnTo>
                <a:lnTo>
                  <a:pt x="37372" y="9947"/>
                </a:lnTo>
                <a:lnTo>
                  <a:pt x="26959" y="23318"/>
                </a:lnTo>
                <a:lnTo>
                  <a:pt x="48470" y="40110"/>
                </a:lnTo>
                <a:lnTo>
                  <a:pt x="44494" y="45281"/>
                </a:lnTo>
                <a:lnTo>
                  <a:pt x="22924" y="28444"/>
                </a:lnTo>
                <a:lnTo>
                  <a:pt x="10181" y="44829"/>
                </a:lnTo>
                <a:lnTo>
                  <a:pt x="33163" y="62802"/>
                </a:lnTo>
                <a:lnTo>
                  <a:pt x="29187" y="67928"/>
                </a:lnTo>
                <a:lnTo>
                  <a:pt x="0" y="45222"/>
                </a:lnTo>
                <a:lnTo>
                  <a:pt x="35275" y="0"/>
                </a:lnTo>
                <a:close/>
                <a:moveTo>
                  <a:pt x="3527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7D31A-3751-4B6E-AFEB-318A5CA2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019" y="5038504"/>
            <a:ext cx="69472" cy="71919"/>
          </a:xfrm>
          <a:custGeom xmlns:a="http://schemas.openxmlformats.org/drawingml/2006/main">
            <a:pathLst>
              <a:path w="69472" h="71919">
                <a:moveTo>
                  <a:pt x="35275" y="0"/>
                </a:moveTo>
                <a:lnTo>
                  <a:pt x="43533" y="6437"/>
                </a:lnTo>
                <a:lnTo>
                  <a:pt x="34081" y="59918"/>
                </a:lnTo>
                <a:lnTo>
                  <a:pt x="63559" y="22080"/>
                </a:lnTo>
                <a:lnTo>
                  <a:pt x="69472" y="26682"/>
                </a:lnTo>
                <a:lnTo>
                  <a:pt x="34255" y="71919"/>
                </a:lnTo>
                <a:lnTo>
                  <a:pt x="25997" y="65482"/>
                </a:lnTo>
                <a:lnTo>
                  <a:pt x="35450" y="12059"/>
                </a:lnTo>
                <a:lnTo>
                  <a:pt x="5971" y="49898"/>
                </a:lnTo>
                <a:lnTo>
                  <a:pt x="0" y="45237"/>
                </a:lnTo>
                <a:lnTo>
                  <a:pt x="35275" y="0"/>
                </a:lnTo>
                <a:close/>
                <a:moveTo>
                  <a:pt x="3527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1DCE9-C506-481E-B63E-4EAFB27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450" y="5074697"/>
            <a:ext cx="64112" cy="65030"/>
          </a:xfrm>
          <a:custGeom xmlns:a="http://schemas.openxmlformats.org/drawingml/2006/main">
            <a:pathLst>
              <a:path w="64112" h="65030">
                <a:moveTo>
                  <a:pt x="37430" y="9787"/>
                </a:moveTo>
                <a:lnTo>
                  <a:pt x="10006" y="44946"/>
                </a:lnTo>
                <a:lnTo>
                  <a:pt x="17404" y="50742"/>
                </a:lnTo>
                <a:cubicBezTo>
                  <a:pt x="23667" y="55578"/>
                  <a:pt x="29304" y="57748"/>
                  <a:pt x="34416" y="57180"/>
                </a:cubicBezTo>
                <a:cubicBezTo>
                  <a:pt x="39542" y="56597"/>
                  <a:pt x="44436" y="53247"/>
                  <a:pt x="49213" y="47160"/>
                </a:cubicBezTo>
                <a:cubicBezTo>
                  <a:pt x="53932" y="41130"/>
                  <a:pt x="55927" y="35552"/>
                  <a:pt x="55243" y="30483"/>
                </a:cubicBezTo>
                <a:cubicBezTo>
                  <a:pt x="54558" y="25429"/>
                  <a:pt x="51092" y="20419"/>
                  <a:pt x="44829" y="15584"/>
                </a:cubicBezTo>
                <a:lnTo>
                  <a:pt x="37430" y="9787"/>
                </a:lnTo>
                <a:close/>
                <a:moveTo>
                  <a:pt x="35275" y="0"/>
                </a:moveTo>
                <a:lnTo>
                  <a:pt x="47786" y="9846"/>
                </a:lnTo>
                <a:cubicBezTo>
                  <a:pt x="56554" y="16662"/>
                  <a:pt x="61549" y="23492"/>
                  <a:pt x="62802" y="30323"/>
                </a:cubicBezTo>
                <a:cubicBezTo>
                  <a:pt x="64112" y="37154"/>
                  <a:pt x="61724" y="44436"/>
                  <a:pt x="55636" y="52228"/>
                </a:cubicBezTo>
                <a:cubicBezTo>
                  <a:pt x="49548" y="60020"/>
                  <a:pt x="43067" y="64112"/>
                  <a:pt x="36061" y="64564"/>
                </a:cubicBezTo>
                <a:cubicBezTo>
                  <a:pt x="29129" y="65030"/>
                  <a:pt x="21279" y="61840"/>
                  <a:pt x="12569" y="55010"/>
                </a:cubicBezTo>
                <a:lnTo>
                  <a:pt x="0" y="45222"/>
                </a:lnTo>
                <a:lnTo>
                  <a:pt x="35275" y="0"/>
                </a:lnTo>
                <a:close/>
                <a:moveTo>
                  <a:pt x="3527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3E750-F486-4BF4-A4EC-83FACF66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940" y="5124871"/>
            <a:ext cx="45455" cy="52796"/>
          </a:xfrm>
          <a:custGeom xmlns:a="http://schemas.openxmlformats.org/drawingml/2006/main">
            <a:pathLst>
              <a:path w="45455" h="52796">
                <a:moveTo>
                  <a:pt x="26740" y="27075"/>
                </a:moveTo>
                <a:cubicBezTo>
                  <a:pt x="22196" y="23551"/>
                  <a:pt x="18715" y="21672"/>
                  <a:pt x="16166" y="21337"/>
                </a:cubicBezTo>
                <a:cubicBezTo>
                  <a:pt x="13603" y="20987"/>
                  <a:pt x="11375" y="22080"/>
                  <a:pt x="9452" y="24585"/>
                </a:cubicBezTo>
                <a:cubicBezTo>
                  <a:pt x="7908" y="26507"/>
                  <a:pt x="7340" y="28619"/>
                  <a:pt x="7734" y="30775"/>
                </a:cubicBezTo>
                <a:cubicBezTo>
                  <a:pt x="8141" y="33003"/>
                  <a:pt x="9452" y="34925"/>
                  <a:pt x="11666" y="36702"/>
                </a:cubicBezTo>
                <a:cubicBezTo>
                  <a:pt x="14797" y="39091"/>
                  <a:pt x="18089" y="39936"/>
                  <a:pt x="21672" y="39193"/>
                </a:cubicBezTo>
                <a:cubicBezTo>
                  <a:pt x="25269" y="38465"/>
                  <a:pt x="28444" y="36294"/>
                  <a:pt x="31299" y="32653"/>
                </a:cubicBezTo>
                <a:lnTo>
                  <a:pt x="32260" y="31401"/>
                </a:lnTo>
                <a:lnTo>
                  <a:pt x="26740" y="27075"/>
                </a:lnTo>
                <a:close/>
                <a:moveTo>
                  <a:pt x="39659" y="33454"/>
                </a:moveTo>
                <a:lnTo>
                  <a:pt x="24526" y="52796"/>
                </a:lnTo>
                <a:lnTo>
                  <a:pt x="18948" y="48470"/>
                </a:lnTo>
                <a:lnTo>
                  <a:pt x="22983" y="43300"/>
                </a:lnTo>
                <a:cubicBezTo>
                  <a:pt x="20084" y="44378"/>
                  <a:pt x="17361" y="44654"/>
                  <a:pt x="14681" y="44145"/>
                </a:cubicBezTo>
                <a:cubicBezTo>
                  <a:pt x="12001" y="43635"/>
                  <a:pt x="9278" y="42324"/>
                  <a:pt x="6539" y="40169"/>
                </a:cubicBezTo>
                <a:cubicBezTo>
                  <a:pt x="3073" y="37489"/>
                  <a:pt x="1078" y="34357"/>
                  <a:pt x="568" y="30775"/>
                </a:cubicBezTo>
                <a:cubicBezTo>
                  <a:pt x="0" y="27250"/>
                  <a:pt x="1034" y="23842"/>
                  <a:pt x="3583" y="20594"/>
                </a:cubicBezTo>
                <a:cubicBezTo>
                  <a:pt x="6539" y="16778"/>
                  <a:pt x="10079" y="14914"/>
                  <a:pt x="14113" y="14914"/>
                </a:cubicBezTo>
                <a:cubicBezTo>
                  <a:pt x="18205" y="14958"/>
                  <a:pt x="22764" y="17011"/>
                  <a:pt x="27818" y="20944"/>
                </a:cubicBezTo>
                <a:lnTo>
                  <a:pt x="35668" y="27032"/>
                </a:lnTo>
                <a:lnTo>
                  <a:pt x="36076" y="26507"/>
                </a:lnTo>
                <a:cubicBezTo>
                  <a:pt x="38115" y="23958"/>
                  <a:pt x="38800" y="21279"/>
                  <a:pt x="38173" y="18555"/>
                </a:cubicBezTo>
                <a:cubicBezTo>
                  <a:pt x="37605" y="15875"/>
                  <a:pt x="35785" y="13312"/>
                  <a:pt x="32712" y="10923"/>
                </a:cubicBezTo>
                <a:cubicBezTo>
                  <a:pt x="30789" y="9394"/>
                  <a:pt x="28736" y="8200"/>
                  <a:pt x="26522" y="7224"/>
                </a:cubicBezTo>
                <a:cubicBezTo>
                  <a:pt x="24352" y="6263"/>
                  <a:pt x="22021" y="5578"/>
                  <a:pt x="19633" y="5185"/>
                </a:cubicBezTo>
                <a:lnTo>
                  <a:pt x="23609" y="0"/>
                </a:lnTo>
                <a:cubicBezTo>
                  <a:pt x="26289" y="801"/>
                  <a:pt x="28736" y="1762"/>
                  <a:pt x="30949" y="2898"/>
                </a:cubicBezTo>
                <a:cubicBezTo>
                  <a:pt x="33178" y="3991"/>
                  <a:pt x="35158" y="5229"/>
                  <a:pt x="36979" y="6656"/>
                </a:cubicBezTo>
                <a:cubicBezTo>
                  <a:pt x="41873" y="10472"/>
                  <a:pt x="44552" y="14623"/>
                  <a:pt x="45004" y="19065"/>
                </a:cubicBezTo>
                <a:cubicBezTo>
                  <a:pt x="45455" y="23492"/>
                  <a:pt x="43635" y="28269"/>
                  <a:pt x="39659" y="33454"/>
                </a:cubicBezTo>
                <a:close/>
                <a:moveTo>
                  <a:pt x="39659" y="334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14AAA-B1F1-4460-B701-D2245A0E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817" y="5143018"/>
            <a:ext cx="39542" cy="56830"/>
          </a:xfrm>
          <a:custGeom xmlns:a="http://schemas.openxmlformats.org/drawingml/2006/main">
            <a:pathLst>
              <a:path w="39542" h="56830">
                <a:moveTo>
                  <a:pt x="35625" y="4326"/>
                </a:moveTo>
                <a:lnTo>
                  <a:pt x="28109" y="13996"/>
                </a:lnTo>
                <a:lnTo>
                  <a:pt x="39542" y="22924"/>
                </a:lnTo>
                <a:lnTo>
                  <a:pt x="36193" y="27250"/>
                </a:lnTo>
                <a:lnTo>
                  <a:pt x="24701" y="18322"/>
                </a:lnTo>
                <a:lnTo>
                  <a:pt x="10355" y="36702"/>
                </a:lnTo>
                <a:cubicBezTo>
                  <a:pt x="8200" y="39484"/>
                  <a:pt x="7180" y="41538"/>
                  <a:pt x="7340" y="42950"/>
                </a:cubicBezTo>
                <a:cubicBezTo>
                  <a:pt x="7457" y="44319"/>
                  <a:pt x="8710" y="45907"/>
                  <a:pt x="11040" y="47742"/>
                </a:cubicBezTo>
                <a:lnTo>
                  <a:pt x="16734" y="52170"/>
                </a:lnTo>
                <a:lnTo>
                  <a:pt x="13152" y="56830"/>
                </a:lnTo>
                <a:lnTo>
                  <a:pt x="7399" y="52403"/>
                </a:lnTo>
                <a:cubicBezTo>
                  <a:pt x="3073" y="49038"/>
                  <a:pt x="743" y="45907"/>
                  <a:pt x="350" y="43009"/>
                </a:cubicBezTo>
                <a:cubicBezTo>
                  <a:pt x="0" y="40169"/>
                  <a:pt x="1486" y="36586"/>
                  <a:pt x="4792" y="32377"/>
                </a:cubicBezTo>
                <a:lnTo>
                  <a:pt x="19123" y="13938"/>
                </a:lnTo>
                <a:lnTo>
                  <a:pt x="15030" y="10749"/>
                </a:lnTo>
                <a:lnTo>
                  <a:pt x="18380" y="6437"/>
                </a:lnTo>
                <a:lnTo>
                  <a:pt x="22473" y="9612"/>
                </a:lnTo>
                <a:lnTo>
                  <a:pt x="29988" y="0"/>
                </a:lnTo>
                <a:lnTo>
                  <a:pt x="35625" y="4326"/>
                </a:lnTo>
                <a:close/>
                <a:moveTo>
                  <a:pt x="35625" y="43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10AE1-F821-4930-B0A5-6CB54FE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854" y="5176415"/>
            <a:ext cx="44436" cy="49038"/>
          </a:xfrm>
          <a:custGeom xmlns:a="http://schemas.openxmlformats.org/drawingml/2006/main">
            <a:pathLst>
              <a:path w="44436" h="49038">
                <a:moveTo>
                  <a:pt x="38741" y="33454"/>
                </a:moveTo>
                <a:lnTo>
                  <a:pt x="36644" y="36134"/>
                </a:lnTo>
                <a:lnTo>
                  <a:pt x="10982" y="16152"/>
                </a:lnTo>
                <a:cubicBezTo>
                  <a:pt x="8258" y="20201"/>
                  <a:pt x="7122" y="24017"/>
                  <a:pt x="7632" y="27658"/>
                </a:cubicBezTo>
                <a:cubicBezTo>
                  <a:pt x="8141" y="31299"/>
                  <a:pt x="10239" y="34532"/>
                  <a:pt x="13938" y="37387"/>
                </a:cubicBezTo>
                <a:cubicBezTo>
                  <a:pt x="16050" y="39091"/>
                  <a:pt x="18322" y="40445"/>
                  <a:pt x="20769" y="41479"/>
                </a:cubicBezTo>
                <a:cubicBezTo>
                  <a:pt x="23157" y="42499"/>
                  <a:pt x="25779" y="43300"/>
                  <a:pt x="28561" y="43751"/>
                </a:cubicBezTo>
                <a:lnTo>
                  <a:pt x="24468" y="49038"/>
                </a:lnTo>
                <a:cubicBezTo>
                  <a:pt x="21788" y="48310"/>
                  <a:pt x="19283" y="47393"/>
                  <a:pt x="16793" y="46198"/>
                </a:cubicBezTo>
                <a:cubicBezTo>
                  <a:pt x="14346" y="45004"/>
                  <a:pt x="12059" y="43577"/>
                  <a:pt x="9904" y="41873"/>
                </a:cubicBezTo>
                <a:cubicBezTo>
                  <a:pt x="4500" y="37664"/>
                  <a:pt x="1427" y="32712"/>
                  <a:pt x="743" y="27133"/>
                </a:cubicBezTo>
                <a:cubicBezTo>
                  <a:pt x="0" y="21512"/>
                  <a:pt x="1762" y="15992"/>
                  <a:pt x="5971" y="10647"/>
                </a:cubicBezTo>
                <a:cubicBezTo>
                  <a:pt x="10297" y="5068"/>
                  <a:pt x="15249" y="1879"/>
                  <a:pt x="20769" y="918"/>
                </a:cubicBezTo>
                <a:cubicBezTo>
                  <a:pt x="26289" y="0"/>
                  <a:pt x="31634" y="1544"/>
                  <a:pt x="36702" y="5520"/>
                </a:cubicBezTo>
                <a:cubicBezTo>
                  <a:pt x="41246" y="9044"/>
                  <a:pt x="43751" y="13370"/>
                  <a:pt x="44101" y="18380"/>
                </a:cubicBezTo>
                <a:cubicBezTo>
                  <a:pt x="44436" y="23390"/>
                  <a:pt x="42674" y="28386"/>
                  <a:pt x="38741" y="33454"/>
                </a:cubicBezTo>
                <a:close/>
                <a:moveTo>
                  <a:pt x="34430" y="27425"/>
                </a:moveTo>
                <a:cubicBezTo>
                  <a:pt x="36761" y="24352"/>
                  <a:pt x="37838" y="21279"/>
                  <a:pt x="37547" y="18147"/>
                </a:cubicBezTo>
                <a:cubicBezTo>
                  <a:pt x="37329" y="15016"/>
                  <a:pt x="35843" y="12409"/>
                  <a:pt x="33119" y="10239"/>
                </a:cubicBezTo>
                <a:cubicBezTo>
                  <a:pt x="29988" y="7850"/>
                  <a:pt x="26798" y="6772"/>
                  <a:pt x="23551" y="7107"/>
                </a:cubicBezTo>
                <a:cubicBezTo>
                  <a:pt x="20317" y="7399"/>
                  <a:pt x="17302" y="9044"/>
                  <a:pt x="14564" y="12001"/>
                </a:cubicBezTo>
                <a:lnTo>
                  <a:pt x="34430" y="27425"/>
                </a:lnTo>
                <a:close/>
                <a:moveTo>
                  <a:pt x="34430" y="274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F62BA-1B4D-44CC-8AC2-AFA22DE2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58" y="5190294"/>
            <a:ext cx="63879" cy="67928"/>
          </a:xfrm>
          <a:custGeom xmlns:a="http://schemas.openxmlformats.org/drawingml/2006/main">
            <a:pathLst>
              <a:path w="63879" h="67928">
                <a:moveTo>
                  <a:pt x="35260" y="0"/>
                </a:moveTo>
                <a:lnTo>
                  <a:pt x="63879" y="22313"/>
                </a:lnTo>
                <a:lnTo>
                  <a:pt x="59845" y="27425"/>
                </a:lnTo>
                <a:lnTo>
                  <a:pt x="37372" y="9904"/>
                </a:lnTo>
                <a:lnTo>
                  <a:pt x="26959" y="23332"/>
                </a:lnTo>
                <a:lnTo>
                  <a:pt x="48470" y="40110"/>
                </a:lnTo>
                <a:lnTo>
                  <a:pt x="44421" y="45237"/>
                </a:lnTo>
                <a:lnTo>
                  <a:pt x="22924" y="28444"/>
                </a:lnTo>
                <a:lnTo>
                  <a:pt x="10122" y="44829"/>
                </a:lnTo>
                <a:lnTo>
                  <a:pt x="33163" y="62816"/>
                </a:lnTo>
                <a:lnTo>
                  <a:pt x="29129" y="67928"/>
                </a:lnTo>
                <a:lnTo>
                  <a:pt x="0" y="45237"/>
                </a:lnTo>
                <a:lnTo>
                  <a:pt x="35260" y="0"/>
                </a:lnTo>
                <a:close/>
                <a:moveTo>
                  <a:pt x="35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3662F-B698-4028-9A2C-460D478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83" y="5229662"/>
            <a:ext cx="58651" cy="58724"/>
          </a:xfrm>
          <a:custGeom xmlns:a="http://schemas.openxmlformats.org/drawingml/2006/main">
            <a:pathLst>
              <a:path w="58651" h="58724">
                <a:moveTo>
                  <a:pt x="58651" y="24293"/>
                </a:moveTo>
                <a:lnTo>
                  <a:pt x="33571" y="31241"/>
                </a:lnTo>
                <a:lnTo>
                  <a:pt x="32886" y="58724"/>
                </a:lnTo>
                <a:lnTo>
                  <a:pt x="26289" y="53597"/>
                </a:lnTo>
                <a:lnTo>
                  <a:pt x="26798" y="32551"/>
                </a:lnTo>
                <a:lnTo>
                  <a:pt x="6539" y="38173"/>
                </a:lnTo>
                <a:lnTo>
                  <a:pt x="0" y="33061"/>
                </a:lnTo>
                <a:lnTo>
                  <a:pt x="26973" y="25604"/>
                </a:lnTo>
                <a:lnTo>
                  <a:pt x="27541" y="0"/>
                </a:lnTo>
                <a:lnTo>
                  <a:pt x="34139" y="5127"/>
                </a:lnTo>
                <a:lnTo>
                  <a:pt x="33673" y="24235"/>
                </a:lnTo>
                <a:lnTo>
                  <a:pt x="52111" y="19181"/>
                </a:lnTo>
                <a:lnTo>
                  <a:pt x="58651" y="24293"/>
                </a:lnTo>
                <a:close/>
                <a:moveTo>
                  <a:pt x="58651" y="242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B5D4B-564B-455B-A3B5-18596124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81" y="5260451"/>
            <a:ext cx="59787" cy="51762"/>
          </a:xfrm>
          <a:custGeom xmlns:a="http://schemas.openxmlformats.org/drawingml/2006/main">
            <a:pathLst>
              <a:path w="59787" h="51762">
                <a:moveTo>
                  <a:pt x="19575" y="33163"/>
                </a:moveTo>
                <a:lnTo>
                  <a:pt x="5578" y="51136"/>
                </a:lnTo>
                <a:lnTo>
                  <a:pt x="0" y="46766"/>
                </a:lnTo>
                <a:lnTo>
                  <a:pt x="36469" y="0"/>
                </a:lnTo>
                <a:lnTo>
                  <a:pt x="42091" y="4326"/>
                </a:lnTo>
                <a:lnTo>
                  <a:pt x="38057" y="9496"/>
                </a:lnTo>
                <a:cubicBezTo>
                  <a:pt x="40795" y="8360"/>
                  <a:pt x="43460" y="8010"/>
                  <a:pt x="46023" y="8476"/>
                </a:cubicBezTo>
                <a:cubicBezTo>
                  <a:pt x="48587" y="8870"/>
                  <a:pt x="51092" y="10064"/>
                  <a:pt x="53539" y="12001"/>
                </a:cubicBezTo>
                <a:cubicBezTo>
                  <a:pt x="57690" y="15191"/>
                  <a:pt x="59729" y="19458"/>
                  <a:pt x="59787" y="24687"/>
                </a:cubicBezTo>
                <a:cubicBezTo>
                  <a:pt x="59787" y="29974"/>
                  <a:pt x="57748" y="35275"/>
                  <a:pt x="53582" y="40620"/>
                </a:cubicBezTo>
                <a:cubicBezTo>
                  <a:pt x="49432" y="45965"/>
                  <a:pt x="44771" y="49257"/>
                  <a:pt x="39644" y="50509"/>
                </a:cubicBezTo>
                <a:cubicBezTo>
                  <a:pt x="34532" y="51762"/>
                  <a:pt x="29915" y="50801"/>
                  <a:pt x="25764" y="47611"/>
                </a:cubicBezTo>
                <a:cubicBezTo>
                  <a:pt x="23318" y="45674"/>
                  <a:pt x="21555" y="43518"/>
                  <a:pt x="20536" y="41130"/>
                </a:cubicBezTo>
                <a:cubicBezTo>
                  <a:pt x="19516" y="38741"/>
                  <a:pt x="19225" y="36120"/>
                  <a:pt x="19575" y="33163"/>
                </a:cubicBezTo>
                <a:close/>
                <a:moveTo>
                  <a:pt x="47786" y="36120"/>
                </a:moveTo>
                <a:cubicBezTo>
                  <a:pt x="50975" y="32027"/>
                  <a:pt x="52679" y="28153"/>
                  <a:pt x="52796" y="24512"/>
                </a:cubicBezTo>
                <a:cubicBezTo>
                  <a:pt x="52912" y="20871"/>
                  <a:pt x="51485" y="17856"/>
                  <a:pt x="48587" y="15584"/>
                </a:cubicBezTo>
                <a:cubicBezTo>
                  <a:pt x="45630" y="13312"/>
                  <a:pt x="42382" y="12627"/>
                  <a:pt x="38858" y="13647"/>
                </a:cubicBezTo>
                <a:cubicBezTo>
                  <a:pt x="35377" y="14666"/>
                  <a:pt x="32027" y="17230"/>
                  <a:pt x="28837" y="21337"/>
                </a:cubicBezTo>
                <a:cubicBezTo>
                  <a:pt x="25648" y="25429"/>
                  <a:pt x="23944" y="29289"/>
                  <a:pt x="23827" y="32930"/>
                </a:cubicBezTo>
                <a:cubicBezTo>
                  <a:pt x="23725" y="36571"/>
                  <a:pt x="25138" y="39542"/>
                  <a:pt x="28051" y="41873"/>
                </a:cubicBezTo>
                <a:cubicBezTo>
                  <a:pt x="31008" y="44145"/>
                  <a:pt x="34241" y="44829"/>
                  <a:pt x="37780" y="43795"/>
                </a:cubicBezTo>
                <a:cubicBezTo>
                  <a:pt x="41246" y="42776"/>
                  <a:pt x="44596" y="40212"/>
                  <a:pt x="47786" y="36120"/>
                </a:cubicBezTo>
                <a:close/>
                <a:moveTo>
                  <a:pt x="47786" y="361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1A55B-1D36-4671-829F-962EC12E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129" y="5295551"/>
            <a:ext cx="43795" cy="45965"/>
          </a:xfrm>
          <a:custGeom xmlns:a="http://schemas.openxmlformats.org/drawingml/2006/main">
            <a:pathLst>
              <a:path w="43795" h="45965">
                <a:moveTo>
                  <a:pt x="32085" y="9889"/>
                </a:moveTo>
                <a:cubicBezTo>
                  <a:pt x="29129" y="7559"/>
                  <a:pt x="25823" y="6874"/>
                  <a:pt x="22298" y="7850"/>
                </a:cubicBezTo>
                <a:cubicBezTo>
                  <a:pt x="18715" y="8811"/>
                  <a:pt x="15351" y="11375"/>
                  <a:pt x="12234" y="15409"/>
                </a:cubicBezTo>
                <a:cubicBezTo>
                  <a:pt x="9044" y="19458"/>
                  <a:pt x="7384" y="23318"/>
                  <a:pt x="7340" y="27017"/>
                </a:cubicBezTo>
                <a:cubicBezTo>
                  <a:pt x="7224" y="30716"/>
                  <a:pt x="8695" y="33731"/>
                  <a:pt x="11710" y="36061"/>
                </a:cubicBezTo>
                <a:cubicBezTo>
                  <a:pt x="14666" y="38348"/>
                  <a:pt x="17914" y="39018"/>
                  <a:pt x="21497" y="38057"/>
                </a:cubicBezTo>
                <a:cubicBezTo>
                  <a:pt x="25080" y="37037"/>
                  <a:pt x="28444" y="34532"/>
                  <a:pt x="31576" y="30498"/>
                </a:cubicBezTo>
                <a:cubicBezTo>
                  <a:pt x="34707" y="26507"/>
                  <a:pt x="36294" y="22648"/>
                  <a:pt x="36411" y="18948"/>
                </a:cubicBezTo>
                <a:cubicBezTo>
                  <a:pt x="36513" y="15191"/>
                  <a:pt x="35100" y="12234"/>
                  <a:pt x="32085" y="9889"/>
                </a:cubicBezTo>
                <a:close/>
                <a:moveTo>
                  <a:pt x="35785" y="5170"/>
                </a:moveTo>
                <a:cubicBezTo>
                  <a:pt x="40620" y="8928"/>
                  <a:pt x="43227" y="13487"/>
                  <a:pt x="43518" y="18774"/>
                </a:cubicBezTo>
                <a:cubicBezTo>
                  <a:pt x="43795" y="24119"/>
                  <a:pt x="41814" y="29522"/>
                  <a:pt x="37489" y="35100"/>
                </a:cubicBezTo>
                <a:cubicBezTo>
                  <a:pt x="33163" y="40678"/>
                  <a:pt x="28386" y="43912"/>
                  <a:pt x="23157" y="44946"/>
                </a:cubicBezTo>
                <a:cubicBezTo>
                  <a:pt x="17914" y="45965"/>
                  <a:pt x="12860" y="44538"/>
                  <a:pt x="8010" y="40795"/>
                </a:cubicBezTo>
                <a:cubicBezTo>
                  <a:pt x="3131" y="36979"/>
                  <a:pt x="568" y="32420"/>
                  <a:pt x="277" y="27133"/>
                </a:cubicBezTo>
                <a:cubicBezTo>
                  <a:pt x="0" y="21788"/>
                  <a:pt x="1981" y="16385"/>
                  <a:pt x="6306" y="10807"/>
                </a:cubicBezTo>
                <a:cubicBezTo>
                  <a:pt x="10690" y="5287"/>
                  <a:pt x="15467" y="1995"/>
                  <a:pt x="20652" y="961"/>
                </a:cubicBezTo>
                <a:cubicBezTo>
                  <a:pt x="25881" y="0"/>
                  <a:pt x="30949" y="1369"/>
                  <a:pt x="35785" y="5170"/>
                </a:cubicBezTo>
                <a:close/>
                <a:moveTo>
                  <a:pt x="35785" y="5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55D55-D958-4DDD-9993-E20AFE16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098" y="5323544"/>
            <a:ext cx="48820" cy="44829"/>
          </a:xfrm>
          <a:custGeom xmlns:a="http://schemas.openxmlformats.org/drawingml/2006/main">
            <a:pathLst>
              <a:path w="48820" h="44829">
                <a:moveTo>
                  <a:pt x="48820" y="15191"/>
                </a:moveTo>
                <a:lnTo>
                  <a:pt x="44713" y="20478"/>
                </a:lnTo>
                <a:cubicBezTo>
                  <a:pt x="43751" y="18424"/>
                  <a:pt x="42615" y="16545"/>
                  <a:pt x="41246" y="14841"/>
                </a:cubicBezTo>
                <a:cubicBezTo>
                  <a:pt x="39819" y="13079"/>
                  <a:pt x="38232" y="11550"/>
                  <a:pt x="36411" y="10122"/>
                </a:cubicBezTo>
                <a:cubicBezTo>
                  <a:pt x="33673" y="7967"/>
                  <a:pt x="31241" y="6772"/>
                  <a:pt x="29245" y="6539"/>
                </a:cubicBezTo>
                <a:cubicBezTo>
                  <a:pt x="27192" y="6306"/>
                  <a:pt x="25488" y="6991"/>
                  <a:pt x="24177" y="8695"/>
                </a:cubicBezTo>
                <a:cubicBezTo>
                  <a:pt x="23157" y="10006"/>
                  <a:pt x="22866" y="11433"/>
                  <a:pt x="23274" y="12904"/>
                </a:cubicBezTo>
                <a:cubicBezTo>
                  <a:pt x="23667" y="14448"/>
                  <a:pt x="25153" y="16662"/>
                  <a:pt x="27600" y="19676"/>
                </a:cubicBezTo>
                <a:lnTo>
                  <a:pt x="29187" y="21614"/>
                </a:lnTo>
                <a:cubicBezTo>
                  <a:pt x="32479" y="25546"/>
                  <a:pt x="34357" y="28896"/>
                  <a:pt x="34823" y="31736"/>
                </a:cubicBezTo>
                <a:cubicBezTo>
                  <a:pt x="35275" y="34590"/>
                  <a:pt x="34416" y="37372"/>
                  <a:pt x="32260" y="40154"/>
                </a:cubicBezTo>
                <a:cubicBezTo>
                  <a:pt x="29813" y="43285"/>
                  <a:pt x="26624" y="44829"/>
                  <a:pt x="22706" y="44713"/>
                </a:cubicBezTo>
                <a:cubicBezTo>
                  <a:pt x="18774" y="44654"/>
                  <a:pt x="14623" y="42892"/>
                  <a:pt x="10239" y="39484"/>
                </a:cubicBezTo>
                <a:cubicBezTo>
                  <a:pt x="8476" y="38057"/>
                  <a:pt x="6714" y="36411"/>
                  <a:pt x="5010" y="34532"/>
                </a:cubicBezTo>
                <a:cubicBezTo>
                  <a:pt x="3306" y="32595"/>
                  <a:pt x="1646" y="30483"/>
                  <a:pt x="0" y="28095"/>
                </a:cubicBezTo>
                <a:lnTo>
                  <a:pt x="4500" y="22298"/>
                </a:lnTo>
                <a:cubicBezTo>
                  <a:pt x="5753" y="24978"/>
                  <a:pt x="7107" y="27366"/>
                  <a:pt x="8710" y="29464"/>
                </a:cubicBezTo>
                <a:cubicBezTo>
                  <a:pt x="10297" y="31576"/>
                  <a:pt x="12059" y="33396"/>
                  <a:pt x="14055" y="34925"/>
                </a:cubicBezTo>
                <a:cubicBezTo>
                  <a:pt x="16676" y="36921"/>
                  <a:pt x="19007" y="38057"/>
                  <a:pt x="21104" y="38290"/>
                </a:cubicBezTo>
                <a:cubicBezTo>
                  <a:pt x="23274" y="38450"/>
                  <a:pt x="24920" y="37765"/>
                  <a:pt x="26230" y="36120"/>
                </a:cubicBezTo>
                <a:cubicBezTo>
                  <a:pt x="27425" y="34590"/>
                  <a:pt x="27760" y="33047"/>
                  <a:pt x="27425" y="31459"/>
                </a:cubicBezTo>
                <a:cubicBezTo>
                  <a:pt x="27017" y="29857"/>
                  <a:pt x="25371" y="27366"/>
                  <a:pt x="22531" y="23886"/>
                </a:cubicBezTo>
                <a:lnTo>
                  <a:pt x="20944" y="21905"/>
                </a:lnTo>
                <a:cubicBezTo>
                  <a:pt x="18031" y="18482"/>
                  <a:pt x="16443" y="15467"/>
                  <a:pt x="16050" y="12744"/>
                </a:cubicBezTo>
                <a:cubicBezTo>
                  <a:pt x="15700" y="10064"/>
                  <a:pt x="16560" y="7384"/>
                  <a:pt x="18599" y="4777"/>
                </a:cubicBezTo>
                <a:cubicBezTo>
                  <a:pt x="21104" y="1588"/>
                  <a:pt x="24119" y="0"/>
                  <a:pt x="27760" y="0"/>
                </a:cubicBezTo>
                <a:cubicBezTo>
                  <a:pt x="31343" y="58"/>
                  <a:pt x="35275" y="1704"/>
                  <a:pt x="39426" y="4952"/>
                </a:cubicBezTo>
                <a:cubicBezTo>
                  <a:pt x="41479" y="6539"/>
                  <a:pt x="43300" y="8185"/>
                  <a:pt x="44829" y="9889"/>
                </a:cubicBezTo>
                <a:cubicBezTo>
                  <a:pt x="46431" y="11608"/>
                  <a:pt x="47786" y="13370"/>
                  <a:pt x="48820" y="15191"/>
                </a:cubicBezTo>
                <a:close/>
                <a:moveTo>
                  <a:pt x="48820" y="151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33981-1C1C-4059-9D95-E705128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446" y="5345609"/>
            <a:ext cx="49781" cy="56102"/>
          </a:xfrm>
          <a:custGeom xmlns:a="http://schemas.openxmlformats.org/drawingml/2006/main">
            <a:pathLst>
              <a:path w="49781" h="56102">
                <a:moveTo>
                  <a:pt x="5345" y="20536"/>
                </a:moveTo>
                <a:lnTo>
                  <a:pt x="21395" y="0"/>
                </a:lnTo>
                <a:lnTo>
                  <a:pt x="26959" y="4384"/>
                </a:lnTo>
                <a:lnTo>
                  <a:pt x="11098" y="24701"/>
                </a:lnTo>
                <a:cubicBezTo>
                  <a:pt x="8593" y="27876"/>
                  <a:pt x="7340" y="30789"/>
                  <a:pt x="7340" y="33338"/>
                </a:cubicBezTo>
                <a:cubicBezTo>
                  <a:pt x="7340" y="35959"/>
                  <a:pt x="8593" y="38232"/>
                  <a:pt x="11098" y="40169"/>
                </a:cubicBezTo>
                <a:cubicBezTo>
                  <a:pt x="14113" y="42499"/>
                  <a:pt x="17230" y="43416"/>
                  <a:pt x="20478" y="42848"/>
                </a:cubicBezTo>
                <a:cubicBezTo>
                  <a:pt x="23725" y="42280"/>
                  <a:pt x="26624" y="40343"/>
                  <a:pt x="29245" y="37037"/>
                </a:cubicBezTo>
                <a:lnTo>
                  <a:pt x="44203" y="17812"/>
                </a:lnTo>
                <a:lnTo>
                  <a:pt x="49781" y="22138"/>
                </a:lnTo>
                <a:lnTo>
                  <a:pt x="23318" y="56102"/>
                </a:lnTo>
                <a:lnTo>
                  <a:pt x="17754" y="51718"/>
                </a:lnTo>
                <a:lnTo>
                  <a:pt x="21847" y="46548"/>
                </a:lnTo>
                <a:cubicBezTo>
                  <a:pt x="18890" y="47509"/>
                  <a:pt x="16094" y="47844"/>
                  <a:pt x="13530" y="47451"/>
                </a:cubicBezTo>
                <a:cubicBezTo>
                  <a:pt x="10982" y="47058"/>
                  <a:pt x="8535" y="45922"/>
                  <a:pt x="6146" y="44101"/>
                </a:cubicBezTo>
                <a:cubicBezTo>
                  <a:pt x="2272" y="41086"/>
                  <a:pt x="218" y="37547"/>
                  <a:pt x="117" y="33513"/>
                </a:cubicBezTo>
                <a:cubicBezTo>
                  <a:pt x="0" y="29537"/>
                  <a:pt x="1704" y="25211"/>
                  <a:pt x="5345" y="20536"/>
                </a:cubicBezTo>
                <a:close/>
                <a:moveTo>
                  <a:pt x="5345" y="205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B9620-2534-4F76-A724-307537EB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037" y="5376558"/>
            <a:ext cx="46708" cy="38290"/>
          </a:xfrm>
          <a:custGeom xmlns:a="http://schemas.openxmlformats.org/drawingml/2006/main">
            <a:pathLst>
              <a:path w="46708" h="38290">
                <a:moveTo>
                  <a:pt x="42266" y="20711"/>
                </a:moveTo>
                <a:cubicBezTo>
                  <a:pt x="41931" y="19866"/>
                  <a:pt x="41421" y="19065"/>
                  <a:pt x="40839" y="18322"/>
                </a:cubicBezTo>
                <a:cubicBezTo>
                  <a:pt x="40227" y="17521"/>
                  <a:pt x="39484" y="16851"/>
                  <a:pt x="38625" y="16166"/>
                </a:cubicBezTo>
                <a:cubicBezTo>
                  <a:pt x="35435" y="13661"/>
                  <a:pt x="32260" y="12802"/>
                  <a:pt x="28954" y="13545"/>
                </a:cubicBezTo>
                <a:cubicBezTo>
                  <a:pt x="25662" y="14288"/>
                  <a:pt x="22531" y="16560"/>
                  <a:pt x="19575" y="20434"/>
                </a:cubicBezTo>
                <a:lnTo>
                  <a:pt x="5636" y="38290"/>
                </a:lnTo>
                <a:lnTo>
                  <a:pt x="0" y="33906"/>
                </a:lnTo>
                <a:lnTo>
                  <a:pt x="26449" y="0"/>
                </a:lnTo>
                <a:lnTo>
                  <a:pt x="32027" y="4384"/>
                </a:lnTo>
                <a:lnTo>
                  <a:pt x="27935" y="9612"/>
                </a:lnTo>
                <a:cubicBezTo>
                  <a:pt x="30716" y="8476"/>
                  <a:pt x="33454" y="8141"/>
                  <a:pt x="36061" y="8593"/>
                </a:cubicBezTo>
                <a:cubicBezTo>
                  <a:pt x="38741" y="9103"/>
                  <a:pt x="41421" y="10355"/>
                  <a:pt x="44086" y="12467"/>
                </a:cubicBezTo>
                <a:cubicBezTo>
                  <a:pt x="44480" y="12744"/>
                  <a:pt x="44887" y="13093"/>
                  <a:pt x="45339" y="13545"/>
                </a:cubicBezTo>
                <a:cubicBezTo>
                  <a:pt x="45732" y="13938"/>
                  <a:pt x="46198" y="14404"/>
                  <a:pt x="46708" y="14972"/>
                </a:cubicBezTo>
                <a:lnTo>
                  <a:pt x="42266" y="20711"/>
                </a:lnTo>
                <a:close/>
                <a:moveTo>
                  <a:pt x="42266" y="207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A9E32-73BA-4452-B05F-952829B8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991" y="5400284"/>
            <a:ext cx="44436" cy="49038"/>
          </a:xfrm>
          <a:custGeom xmlns:a="http://schemas.openxmlformats.org/drawingml/2006/main">
            <a:pathLst>
              <a:path w="44436" h="49038">
                <a:moveTo>
                  <a:pt x="38683" y="33396"/>
                </a:moveTo>
                <a:lnTo>
                  <a:pt x="36586" y="36134"/>
                </a:lnTo>
                <a:lnTo>
                  <a:pt x="10923" y="16166"/>
                </a:lnTo>
                <a:cubicBezTo>
                  <a:pt x="8200" y="20201"/>
                  <a:pt x="7049" y="24017"/>
                  <a:pt x="7573" y="27658"/>
                </a:cubicBezTo>
                <a:cubicBezTo>
                  <a:pt x="8083" y="31241"/>
                  <a:pt x="10181" y="34532"/>
                  <a:pt x="13880" y="37387"/>
                </a:cubicBezTo>
                <a:cubicBezTo>
                  <a:pt x="15992" y="39091"/>
                  <a:pt x="18264" y="40402"/>
                  <a:pt x="20711" y="41479"/>
                </a:cubicBezTo>
                <a:cubicBezTo>
                  <a:pt x="23099" y="42499"/>
                  <a:pt x="25721" y="43300"/>
                  <a:pt x="28561" y="43751"/>
                </a:cubicBezTo>
                <a:lnTo>
                  <a:pt x="24410" y="49038"/>
                </a:lnTo>
                <a:cubicBezTo>
                  <a:pt x="21788" y="48310"/>
                  <a:pt x="19225" y="47393"/>
                  <a:pt x="16778" y="46198"/>
                </a:cubicBezTo>
                <a:cubicBezTo>
                  <a:pt x="14331" y="45004"/>
                  <a:pt x="12001" y="43518"/>
                  <a:pt x="9846" y="41873"/>
                </a:cubicBezTo>
                <a:cubicBezTo>
                  <a:pt x="4442" y="37664"/>
                  <a:pt x="1369" y="32712"/>
                  <a:pt x="685" y="27148"/>
                </a:cubicBezTo>
                <a:cubicBezTo>
                  <a:pt x="0" y="21512"/>
                  <a:pt x="1704" y="15992"/>
                  <a:pt x="5913" y="10647"/>
                </a:cubicBezTo>
                <a:cubicBezTo>
                  <a:pt x="10239" y="5068"/>
                  <a:pt x="15191" y="1821"/>
                  <a:pt x="20711" y="918"/>
                </a:cubicBezTo>
                <a:cubicBezTo>
                  <a:pt x="26230" y="0"/>
                  <a:pt x="31576" y="1544"/>
                  <a:pt x="36644" y="5520"/>
                </a:cubicBezTo>
                <a:cubicBezTo>
                  <a:pt x="41188" y="9044"/>
                  <a:pt x="43693" y="13312"/>
                  <a:pt x="44043" y="18322"/>
                </a:cubicBezTo>
                <a:cubicBezTo>
                  <a:pt x="44436" y="23332"/>
                  <a:pt x="42615" y="28386"/>
                  <a:pt x="38683" y="33396"/>
                </a:cubicBezTo>
                <a:close/>
                <a:moveTo>
                  <a:pt x="34416" y="27425"/>
                </a:moveTo>
                <a:cubicBezTo>
                  <a:pt x="36761" y="24352"/>
                  <a:pt x="37780" y="21279"/>
                  <a:pt x="37547" y="18147"/>
                </a:cubicBezTo>
                <a:cubicBezTo>
                  <a:pt x="37270" y="15016"/>
                  <a:pt x="35785" y="12409"/>
                  <a:pt x="33061" y="10239"/>
                </a:cubicBezTo>
                <a:cubicBezTo>
                  <a:pt x="29930" y="7850"/>
                  <a:pt x="26740" y="6772"/>
                  <a:pt x="23492" y="7064"/>
                </a:cubicBezTo>
                <a:cubicBezTo>
                  <a:pt x="20259" y="7399"/>
                  <a:pt x="17302" y="8986"/>
                  <a:pt x="14506" y="12001"/>
                </a:cubicBezTo>
                <a:lnTo>
                  <a:pt x="34416" y="27425"/>
                </a:lnTo>
                <a:close/>
                <a:moveTo>
                  <a:pt x="34416" y="274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0AC89-AAE8-4AFA-B737-7DA2110C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604" y="4935141"/>
            <a:ext cx="64579" cy="67695"/>
          </a:xfrm>
          <a:custGeom xmlns:a="http://schemas.openxmlformats.org/drawingml/2006/main">
            <a:pathLst>
              <a:path w="64579" h="67695">
                <a:moveTo>
                  <a:pt x="36761" y="0"/>
                </a:moveTo>
                <a:lnTo>
                  <a:pt x="64579" y="23259"/>
                </a:lnTo>
                <a:lnTo>
                  <a:pt x="60369" y="28269"/>
                </a:lnTo>
                <a:lnTo>
                  <a:pt x="38523" y="10006"/>
                </a:lnTo>
                <a:lnTo>
                  <a:pt x="27658" y="22983"/>
                </a:lnTo>
                <a:lnTo>
                  <a:pt x="48587" y="40504"/>
                </a:lnTo>
                <a:lnTo>
                  <a:pt x="44378" y="45514"/>
                </a:lnTo>
                <a:lnTo>
                  <a:pt x="23449" y="27993"/>
                </a:lnTo>
                <a:lnTo>
                  <a:pt x="10137" y="43970"/>
                </a:lnTo>
                <a:lnTo>
                  <a:pt x="32493" y="62685"/>
                </a:lnTo>
                <a:lnTo>
                  <a:pt x="28342" y="67695"/>
                </a:lnTo>
                <a:lnTo>
                  <a:pt x="0" y="43970"/>
                </a:lnTo>
                <a:lnTo>
                  <a:pt x="36761" y="0"/>
                </a:lnTo>
                <a:close/>
                <a:moveTo>
                  <a:pt x="3676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32A4F-CC6A-421D-93F7-53F8E96D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719" y="4966993"/>
            <a:ext cx="70040" cy="71861"/>
          </a:xfrm>
          <a:custGeom xmlns:a="http://schemas.openxmlformats.org/drawingml/2006/main">
            <a:pathLst>
              <a:path w="70040" h="71861">
                <a:moveTo>
                  <a:pt x="36761" y="0"/>
                </a:moveTo>
                <a:lnTo>
                  <a:pt x="44786" y="6714"/>
                </a:lnTo>
                <a:lnTo>
                  <a:pt x="33513" y="59801"/>
                </a:lnTo>
                <a:lnTo>
                  <a:pt x="64302" y="23041"/>
                </a:lnTo>
                <a:lnTo>
                  <a:pt x="70040" y="27818"/>
                </a:lnTo>
                <a:lnTo>
                  <a:pt x="33294" y="71861"/>
                </a:lnTo>
                <a:lnTo>
                  <a:pt x="25269" y="65147"/>
                </a:lnTo>
                <a:lnTo>
                  <a:pt x="36527" y="12059"/>
                </a:lnTo>
                <a:lnTo>
                  <a:pt x="5753" y="48820"/>
                </a:lnTo>
                <a:lnTo>
                  <a:pt x="0" y="44043"/>
                </a:lnTo>
                <a:lnTo>
                  <a:pt x="36761" y="0"/>
                </a:lnTo>
                <a:close/>
                <a:moveTo>
                  <a:pt x="3676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5276D-41F5-4300-9BB5-F929455C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839" y="5004715"/>
            <a:ext cx="64345" cy="64797"/>
          </a:xfrm>
          <a:custGeom xmlns:a="http://schemas.openxmlformats.org/drawingml/2006/main">
            <a:pathLst>
              <a:path w="64345" h="64797">
                <a:moveTo>
                  <a:pt x="38625" y="9904"/>
                </a:moveTo>
                <a:lnTo>
                  <a:pt x="10079" y="44086"/>
                </a:lnTo>
                <a:lnTo>
                  <a:pt x="17244" y="50116"/>
                </a:lnTo>
                <a:cubicBezTo>
                  <a:pt x="23332" y="55184"/>
                  <a:pt x="28896" y="57515"/>
                  <a:pt x="34022" y="57122"/>
                </a:cubicBezTo>
                <a:cubicBezTo>
                  <a:pt x="39149" y="56728"/>
                  <a:pt x="44203" y="53597"/>
                  <a:pt x="49155" y="47626"/>
                </a:cubicBezTo>
                <a:cubicBezTo>
                  <a:pt x="54048" y="41756"/>
                  <a:pt x="56262" y="36236"/>
                  <a:pt x="55752" y="31182"/>
                </a:cubicBezTo>
                <a:cubicBezTo>
                  <a:pt x="55184" y="26056"/>
                  <a:pt x="51893" y="20987"/>
                  <a:pt x="45863" y="15933"/>
                </a:cubicBezTo>
                <a:lnTo>
                  <a:pt x="38625" y="9904"/>
                </a:lnTo>
                <a:close/>
                <a:moveTo>
                  <a:pt x="36804" y="0"/>
                </a:moveTo>
                <a:lnTo>
                  <a:pt x="49038" y="10239"/>
                </a:lnTo>
                <a:cubicBezTo>
                  <a:pt x="57515" y="17346"/>
                  <a:pt x="62292" y="24352"/>
                  <a:pt x="63326" y="31241"/>
                </a:cubicBezTo>
                <a:cubicBezTo>
                  <a:pt x="64345" y="38115"/>
                  <a:pt x="61724" y="45339"/>
                  <a:pt x="55418" y="52912"/>
                </a:cubicBezTo>
                <a:cubicBezTo>
                  <a:pt x="49097" y="60471"/>
                  <a:pt x="42382" y="64345"/>
                  <a:pt x="35450" y="64579"/>
                </a:cubicBezTo>
                <a:cubicBezTo>
                  <a:pt x="28444" y="64797"/>
                  <a:pt x="20711" y="61331"/>
                  <a:pt x="12234" y="54223"/>
                </a:cubicBezTo>
                <a:lnTo>
                  <a:pt x="0" y="44043"/>
                </a:lnTo>
                <a:lnTo>
                  <a:pt x="36804" y="0"/>
                </a:lnTo>
                <a:close/>
                <a:moveTo>
                  <a:pt x="3680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204CC-0266-45F6-88B3-55D6B7D8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096" y="5041519"/>
            <a:ext cx="43751" cy="50407"/>
          </a:xfrm>
          <a:custGeom xmlns:a="http://schemas.openxmlformats.org/drawingml/2006/main">
            <a:pathLst>
              <a:path w="43751" h="50407">
                <a:moveTo>
                  <a:pt x="27585" y="12860"/>
                </a:moveTo>
                <a:lnTo>
                  <a:pt x="33003" y="17419"/>
                </a:lnTo>
                <a:lnTo>
                  <a:pt x="5403" y="50407"/>
                </a:lnTo>
                <a:lnTo>
                  <a:pt x="0" y="45863"/>
                </a:lnTo>
                <a:lnTo>
                  <a:pt x="27585" y="12860"/>
                </a:lnTo>
                <a:close/>
                <a:moveTo>
                  <a:pt x="38290" y="0"/>
                </a:moveTo>
                <a:lnTo>
                  <a:pt x="43751" y="4559"/>
                </a:lnTo>
                <a:lnTo>
                  <a:pt x="37998" y="11389"/>
                </a:lnTo>
                <a:lnTo>
                  <a:pt x="32537" y="6889"/>
                </a:lnTo>
                <a:lnTo>
                  <a:pt x="38290" y="0"/>
                </a:lnTo>
                <a:close/>
                <a:moveTo>
                  <a:pt x="3829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1714D-2256-4A92-90FD-11DFA425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4" y="5070196"/>
            <a:ext cx="45514" cy="52796"/>
          </a:xfrm>
          <a:custGeom xmlns:a="http://schemas.openxmlformats.org/drawingml/2006/main">
            <a:pathLst>
              <a:path w="45514" h="52796">
                <a:moveTo>
                  <a:pt x="26682" y="27133"/>
                </a:moveTo>
                <a:cubicBezTo>
                  <a:pt x="22298" y="23492"/>
                  <a:pt x="18832" y="21453"/>
                  <a:pt x="16327" y="21046"/>
                </a:cubicBezTo>
                <a:cubicBezTo>
                  <a:pt x="13763" y="20594"/>
                  <a:pt x="11491" y="21628"/>
                  <a:pt x="9496" y="24060"/>
                </a:cubicBezTo>
                <a:cubicBezTo>
                  <a:pt x="7850" y="25939"/>
                  <a:pt x="7224" y="28051"/>
                  <a:pt x="7559" y="30207"/>
                </a:cubicBezTo>
                <a:cubicBezTo>
                  <a:pt x="7908" y="32435"/>
                  <a:pt x="9161" y="34416"/>
                  <a:pt x="11317" y="36236"/>
                </a:cubicBezTo>
                <a:cubicBezTo>
                  <a:pt x="14331" y="38741"/>
                  <a:pt x="17637" y="39717"/>
                  <a:pt x="21220" y="39091"/>
                </a:cubicBezTo>
                <a:cubicBezTo>
                  <a:pt x="24803" y="38465"/>
                  <a:pt x="28095" y="36411"/>
                  <a:pt x="31066" y="32886"/>
                </a:cubicBezTo>
                <a:lnTo>
                  <a:pt x="32085" y="31634"/>
                </a:lnTo>
                <a:lnTo>
                  <a:pt x="26682" y="27133"/>
                </a:lnTo>
                <a:close/>
                <a:moveTo>
                  <a:pt x="39368" y="33964"/>
                </a:moveTo>
                <a:lnTo>
                  <a:pt x="23609" y="52796"/>
                </a:lnTo>
                <a:lnTo>
                  <a:pt x="18205" y="48252"/>
                </a:lnTo>
                <a:lnTo>
                  <a:pt x="22356" y="43242"/>
                </a:lnTo>
                <a:cubicBezTo>
                  <a:pt x="19458" y="44203"/>
                  <a:pt x="16720" y="44378"/>
                  <a:pt x="14055" y="43810"/>
                </a:cubicBezTo>
                <a:cubicBezTo>
                  <a:pt x="11375" y="43183"/>
                  <a:pt x="8753" y="41814"/>
                  <a:pt x="6088" y="39542"/>
                </a:cubicBezTo>
                <a:cubicBezTo>
                  <a:pt x="2665" y="36761"/>
                  <a:pt x="786" y="33571"/>
                  <a:pt x="393" y="29988"/>
                </a:cubicBezTo>
                <a:cubicBezTo>
                  <a:pt x="0" y="26405"/>
                  <a:pt x="1136" y="23041"/>
                  <a:pt x="3743" y="19851"/>
                </a:cubicBezTo>
                <a:cubicBezTo>
                  <a:pt x="6874" y="16166"/>
                  <a:pt x="10457" y="14390"/>
                  <a:pt x="14506" y="14564"/>
                </a:cubicBezTo>
                <a:cubicBezTo>
                  <a:pt x="18599" y="14797"/>
                  <a:pt x="23099" y="16953"/>
                  <a:pt x="27993" y="21046"/>
                </a:cubicBezTo>
                <a:lnTo>
                  <a:pt x="35610" y="27425"/>
                </a:lnTo>
                <a:lnTo>
                  <a:pt x="36061" y="26857"/>
                </a:lnTo>
                <a:cubicBezTo>
                  <a:pt x="38173" y="24410"/>
                  <a:pt x="38916" y="21788"/>
                  <a:pt x="38450" y="19007"/>
                </a:cubicBezTo>
                <a:cubicBezTo>
                  <a:pt x="37940" y="16268"/>
                  <a:pt x="36178" y="13720"/>
                  <a:pt x="33221" y="11215"/>
                </a:cubicBezTo>
                <a:cubicBezTo>
                  <a:pt x="31343" y="9612"/>
                  <a:pt x="29289" y="8302"/>
                  <a:pt x="27133" y="7282"/>
                </a:cubicBezTo>
                <a:cubicBezTo>
                  <a:pt x="24978" y="6263"/>
                  <a:pt x="22691" y="5462"/>
                  <a:pt x="20303" y="5010"/>
                </a:cubicBezTo>
                <a:lnTo>
                  <a:pt x="24512" y="0"/>
                </a:lnTo>
                <a:cubicBezTo>
                  <a:pt x="27133" y="859"/>
                  <a:pt x="29522" y="1937"/>
                  <a:pt x="31678" y="3073"/>
                </a:cubicBezTo>
                <a:cubicBezTo>
                  <a:pt x="33906" y="4267"/>
                  <a:pt x="35843" y="5578"/>
                  <a:pt x="37605" y="7064"/>
                </a:cubicBezTo>
                <a:cubicBezTo>
                  <a:pt x="42382" y="11098"/>
                  <a:pt x="44946" y="15307"/>
                  <a:pt x="45222" y="19749"/>
                </a:cubicBezTo>
                <a:cubicBezTo>
                  <a:pt x="45514" y="24177"/>
                  <a:pt x="43577" y="28910"/>
                  <a:pt x="39368" y="33964"/>
                </a:cubicBezTo>
                <a:close/>
                <a:moveTo>
                  <a:pt x="39368" y="339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F1B3E-4A77-4887-B60E-6F9AEF6D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11" y="5103258"/>
            <a:ext cx="62117" cy="57690"/>
          </a:xfrm>
          <a:custGeom xmlns:a="http://schemas.openxmlformats.org/drawingml/2006/main">
            <a:pathLst>
              <a:path w="62117" h="57690">
                <a:moveTo>
                  <a:pt x="43227" y="30323"/>
                </a:moveTo>
                <a:cubicBezTo>
                  <a:pt x="46533" y="26391"/>
                  <a:pt x="48237" y="22633"/>
                  <a:pt x="48470" y="19167"/>
                </a:cubicBezTo>
                <a:cubicBezTo>
                  <a:pt x="48631" y="15642"/>
                  <a:pt x="47276" y="12627"/>
                  <a:pt x="44319" y="10181"/>
                </a:cubicBezTo>
                <a:cubicBezTo>
                  <a:pt x="41407" y="7792"/>
                  <a:pt x="38275" y="6991"/>
                  <a:pt x="34809" y="7792"/>
                </a:cubicBezTo>
                <a:cubicBezTo>
                  <a:pt x="31401" y="8593"/>
                  <a:pt x="28036" y="10923"/>
                  <a:pt x="24803" y="14841"/>
                </a:cubicBezTo>
                <a:cubicBezTo>
                  <a:pt x="21497" y="18774"/>
                  <a:pt x="19793" y="22473"/>
                  <a:pt x="19560" y="25997"/>
                </a:cubicBezTo>
                <a:cubicBezTo>
                  <a:pt x="19400" y="29522"/>
                  <a:pt x="20754" y="32479"/>
                  <a:pt x="23667" y="34925"/>
                </a:cubicBezTo>
                <a:cubicBezTo>
                  <a:pt x="26624" y="37372"/>
                  <a:pt x="29755" y="38173"/>
                  <a:pt x="33221" y="37372"/>
                </a:cubicBezTo>
                <a:cubicBezTo>
                  <a:pt x="36629" y="36571"/>
                  <a:pt x="39994" y="34241"/>
                  <a:pt x="43227" y="30323"/>
                </a:cubicBezTo>
                <a:close/>
                <a:moveTo>
                  <a:pt x="37998" y="47611"/>
                </a:moveTo>
                <a:cubicBezTo>
                  <a:pt x="33280" y="53247"/>
                  <a:pt x="28561" y="56379"/>
                  <a:pt x="23769" y="57063"/>
                </a:cubicBezTo>
                <a:cubicBezTo>
                  <a:pt x="18992" y="57690"/>
                  <a:pt x="13996" y="55869"/>
                  <a:pt x="8870" y="51602"/>
                </a:cubicBezTo>
                <a:cubicBezTo>
                  <a:pt x="6933" y="50000"/>
                  <a:pt x="5287" y="48354"/>
                  <a:pt x="3801" y="46650"/>
                </a:cubicBezTo>
                <a:cubicBezTo>
                  <a:pt x="2389" y="44946"/>
                  <a:pt x="1078" y="43125"/>
                  <a:pt x="0" y="41188"/>
                </a:cubicBezTo>
                <a:lnTo>
                  <a:pt x="4369" y="35945"/>
                </a:lnTo>
                <a:cubicBezTo>
                  <a:pt x="5287" y="38115"/>
                  <a:pt x="6306" y="40110"/>
                  <a:pt x="7501" y="41814"/>
                </a:cubicBezTo>
                <a:cubicBezTo>
                  <a:pt x="8753" y="43518"/>
                  <a:pt x="10122" y="45048"/>
                  <a:pt x="11768" y="46358"/>
                </a:cubicBezTo>
                <a:cubicBezTo>
                  <a:pt x="15293" y="49315"/>
                  <a:pt x="18774" y="50626"/>
                  <a:pt x="22065" y="50291"/>
                </a:cubicBezTo>
                <a:cubicBezTo>
                  <a:pt x="25371" y="49883"/>
                  <a:pt x="28604" y="47844"/>
                  <a:pt x="31736" y="44086"/>
                </a:cubicBezTo>
                <a:lnTo>
                  <a:pt x="33964" y="41407"/>
                </a:lnTo>
                <a:cubicBezTo>
                  <a:pt x="31226" y="42382"/>
                  <a:pt x="28604" y="42659"/>
                  <a:pt x="26056" y="42149"/>
                </a:cubicBezTo>
                <a:cubicBezTo>
                  <a:pt x="23492" y="41640"/>
                  <a:pt x="20987" y="40387"/>
                  <a:pt x="18540" y="38333"/>
                </a:cubicBezTo>
                <a:cubicBezTo>
                  <a:pt x="14506" y="34984"/>
                  <a:pt x="12511" y="30716"/>
                  <a:pt x="12627" y="25546"/>
                </a:cubicBezTo>
                <a:cubicBezTo>
                  <a:pt x="12744" y="20419"/>
                  <a:pt x="14899" y="15293"/>
                  <a:pt x="19167" y="10181"/>
                </a:cubicBezTo>
                <a:cubicBezTo>
                  <a:pt x="23434" y="5054"/>
                  <a:pt x="28095" y="2039"/>
                  <a:pt x="33163" y="1020"/>
                </a:cubicBezTo>
                <a:cubicBezTo>
                  <a:pt x="38232" y="0"/>
                  <a:pt x="42776" y="1194"/>
                  <a:pt x="46810" y="4544"/>
                </a:cubicBezTo>
                <a:cubicBezTo>
                  <a:pt x="49257" y="6598"/>
                  <a:pt x="50917" y="8811"/>
                  <a:pt x="51878" y="11258"/>
                </a:cubicBezTo>
                <a:cubicBezTo>
                  <a:pt x="52796" y="13647"/>
                  <a:pt x="53014" y="16327"/>
                  <a:pt x="52505" y="19225"/>
                </a:cubicBezTo>
                <a:lnTo>
                  <a:pt x="56714" y="14215"/>
                </a:lnTo>
                <a:lnTo>
                  <a:pt x="62117" y="18715"/>
                </a:lnTo>
                <a:lnTo>
                  <a:pt x="37998" y="47611"/>
                </a:lnTo>
                <a:close/>
                <a:moveTo>
                  <a:pt x="37998" y="476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C68B4-9E86-46B2-B3E6-C43E814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24" y="5131134"/>
            <a:ext cx="50058" cy="56087"/>
          </a:xfrm>
          <a:custGeom xmlns:a="http://schemas.openxmlformats.org/drawingml/2006/main">
            <a:pathLst>
              <a:path w="50058" h="56087">
                <a:moveTo>
                  <a:pt x="44319" y="36178"/>
                </a:moveTo>
                <a:lnTo>
                  <a:pt x="27643" y="56087"/>
                </a:lnTo>
                <a:lnTo>
                  <a:pt x="22240" y="51602"/>
                </a:lnTo>
                <a:lnTo>
                  <a:pt x="38741" y="31852"/>
                </a:lnTo>
                <a:cubicBezTo>
                  <a:pt x="41348" y="28721"/>
                  <a:pt x="42659" y="25881"/>
                  <a:pt x="42776" y="23318"/>
                </a:cubicBezTo>
                <a:cubicBezTo>
                  <a:pt x="42834" y="20769"/>
                  <a:pt x="41640" y="18424"/>
                  <a:pt x="39193" y="16385"/>
                </a:cubicBezTo>
                <a:cubicBezTo>
                  <a:pt x="36294" y="13938"/>
                  <a:pt x="33221" y="12962"/>
                  <a:pt x="29974" y="13428"/>
                </a:cubicBezTo>
                <a:cubicBezTo>
                  <a:pt x="26682" y="13880"/>
                  <a:pt x="23725" y="15700"/>
                  <a:pt x="21046" y="18948"/>
                </a:cubicBezTo>
                <a:lnTo>
                  <a:pt x="5462" y="37547"/>
                </a:lnTo>
                <a:lnTo>
                  <a:pt x="0" y="32988"/>
                </a:lnTo>
                <a:lnTo>
                  <a:pt x="27585" y="0"/>
                </a:lnTo>
                <a:lnTo>
                  <a:pt x="33047" y="4544"/>
                </a:lnTo>
                <a:lnTo>
                  <a:pt x="28721" y="9671"/>
                </a:lnTo>
                <a:cubicBezTo>
                  <a:pt x="31678" y="8811"/>
                  <a:pt x="34474" y="8593"/>
                  <a:pt x="37037" y="9103"/>
                </a:cubicBezTo>
                <a:cubicBezTo>
                  <a:pt x="39644" y="9554"/>
                  <a:pt x="42033" y="10749"/>
                  <a:pt x="44363" y="12686"/>
                </a:cubicBezTo>
                <a:cubicBezTo>
                  <a:pt x="48179" y="15875"/>
                  <a:pt x="50058" y="19458"/>
                  <a:pt x="50000" y="23376"/>
                </a:cubicBezTo>
                <a:cubicBezTo>
                  <a:pt x="50000" y="27366"/>
                  <a:pt x="48121" y="31634"/>
                  <a:pt x="44319" y="36178"/>
                </a:cubicBezTo>
                <a:close/>
                <a:moveTo>
                  <a:pt x="44319" y="361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3CC61-BF77-48BA-A635-B42BA8D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049" y="5167661"/>
            <a:ext cx="43737" cy="45674"/>
          </a:xfrm>
          <a:custGeom xmlns:a="http://schemas.openxmlformats.org/drawingml/2006/main">
            <a:pathLst>
              <a:path w="43737" h="45674">
                <a:moveTo>
                  <a:pt x="32537" y="10122"/>
                </a:moveTo>
                <a:cubicBezTo>
                  <a:pt x="29639" y="7675"/>
                  <a:pt x="26391" y="6874"/>
                  <a:pt x="22808" y="7734"/>
                </a:cubicBezTo>
                <a:cubicBezTo>
                  <a:pt x="19167" y="8578"/>
                  <a:pt x="15759" y="11025"/>
                  <a:pt x="12453" y="14958"/>
                </a:cubicBezTo>
                <a:cubicBezTo>
                  <a:pt x="9146" y="18875"/>
                  <a:pt x="7384" y="22691"/>
                  <a:pt x="7166" y="26391"/>
                </a:cubicBezTo>
                <a:cubicBezTo>
                  <a:pt x="6933" y="30090"/>
                  <a:pt x="8302" y="33105"/>
                  <a:pt x="11258" y="35552"/>
                </a:cubicBezTo>
                <a:cubicBezTo>
                  <a:pt x="14098" y="37998"/>
                  <a:pt x="17346" y="38741"/>
                  <a:pt x="20929" y="37882"/>
                </a:cubicBezTo>
                <a:cubicBezTo>
                  <a:pt x="24570" y="37037"/>
                  <a:pt x="27978" y="34634"/>
                  <a:pt x="31284" y="30716"/>
                </a:cubicBezTo>
                <a:cubicBezTo>
                  <a:pt x="34532" y="26784"/>
                  <a:pt x="36294" y="22983"/>
                  <a:pt x="36513" y="19283"/>
                </a:cubicBezTo>
                <a:cubicBezTo>
                  <a:pt x="36746" y="15584"/>
                  <a:pt x="35435" y="12511"/>
                  <a:pt x="32537" y="10122"/>
                </a:cubicBezTo>
                <a:close/>
                <a:moveTo>
                  <a:pt x="36353" y="5505"/>
                </a:moveTo>
                <a:cubicBezTo>
                  <a:pt x="41072" y="9438"/>
                  <a:pt x="43518" y="14098"/>
                  <a:pt x="43635" y="19400"/>
                </a:cubicBezTo>
                <a:cubicBezTo>
                  <a:pt x="43737" y="24745"/>
                  <a:pt x="41581" y="30090"/>
                  <a:pt x="37023" y="35493"/>
                </a:cubicBezTo>
                <a:cubicBezTo>
                  <a:pt x="32537" y="40897"/>
                  <a:pt x="27643" y="44028"/>
                  <a:pt x="22356" y="44829"/>
                </a:cubicBezTo>
                <a:cubicBezTo>
                  <a:pt x="17113" y="45674"/>
                  <a:pt x="12118" y="44086"/>
                  <a:pt x="7384" y="40154"/>
                </a:cubicBezTo>
                <a:cubicBezTo>
                  <a:pt x="2665" y="36236"/>
                  <a:pt x="218" y="31576"/>
                  <a:pt x="102" y="26274"/>
                </a:cubicBezTo>
                <a:cubicBezTo>
                  <a:pt x="0" y="20929"/>
                  <a:pt x="2214" y="15584"/>
                  <a:pt x="6758" y="10181"/>
                </a:cubicBezTo>
                <a:cubicBezTo>
                  <a:pt x="11258" y="4777"/>
                  <a:pt x="16152" y="1646"/>
                  <a:pt x="21381" y="845"/>
                </a:cubicBezTo>
                <a:cubicBezTo>
                  <a:pt x="26624" y="0"/>
                  <a:pt x="31619" y="1588"/>
                  <a:pt x="36353" y="5505"/>
                </a:cubicBezTo>
                <a:close/>
                <a:moveTo>
                  <a:pt x="36353" y="55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060E9-2BAA-4111-B7AC-8BF770EB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882" y="5196674"/>
            <a:ext cx="49213" cy="44887"/>
          </a:xfrm>
          <a:custGeom xmlns:a="http://schemas.openxmlformats.org/drawingml/2006/main">
            <a:pathLst>
              <a:path w="49213" h="44887">
                <a:moveTo>
                  <a:pt x="49213" y="16035"/>
                </a:moveTo>
                <a:lnTo>
                  <a:pt x="44946" y="21162"/>
                </a:lnTo>
                <a:cubicBezTo>
                  <a:pt x="44086" y="19108"/>
                  <a:pt x="42950" y="17171"/>
                  <a:pt x="41640" y="15409"/>
                </a:cubicBezTo>
                <a:cubicBezTo>
                  <a:pt x="40329" y="13647"/>
                  <a:pt x="38800" y="12001"/>
                  <a:pt x="36979" y="10515"/>
                </a:cubicBezTo>
                <a:cubicBezTo>
                  <a:pt x="34299" y="8302"/>
                  <a:pt x="31969" y="6991"/>
                  <a:pt x="29915" y="6714"/>
                </a:cubicBezTo>
                <a:cubicBezTo>
                  <a:pt x="27876" y="6423"/>
                  <a:pt x="26172" y="7049"/>
                  <a:pt x="24803" y="8695"/>
                </a:cubicBezTo>
                <a:cubicBezTo>
                  <a:pt x="23725" y="10006"/>
                  <a:pt x="23376" y="11375"/>
                  <a:pt x="23784" y="12904"/>
                </a:cubicBezTo>
                <a:cubicBezTo>
                  <a:pt x="24119" y="14390"/>
                  <a:pt x="25488" y="16720"/>
                  <a:pt x="27876" y="19793"/>
                </a:cubicBezTo>
                <a:lnTo>
                  <a:pt x="29347" y="21788"/>
                </a:lnTo>
                <a:cubicBezTo>
                  <a:pt x="32537" y="25823"/>
                  <a:pt x="34299" y="29245"/>
                  <a:pt x="34649" y="32085"/>
                </a:cubicBezTo>
                <a:cubicBezTo>
                  <a:pt x="35042" y="34984"/>
                  <a:pt x="34081" y="37722"/>
                  <a:pt x="31852" y="40445"/>
                </a:cubicBezTo>
                <a:cubicBezTo>
                  <a:pt x="29245" y="43518"/>
                  <a:pt x="25997" y="44887"/>
                  <a:pt x="22123" y="44654"/>
                </a:cubicBezTo>
                <a:cubicBezTo>
                  <a:pt x="18205" y="44436"/>
                  <a:pt x="14098" y="42557"/>
                  <a:pt x="9831" y="38974"/>
                </a:cubicBezTo>
                <a:cubicBezTo>
                  <a:pt x="8069" y="37489"/>
                  <a:pt x="6365" y="35785"/>
                  <a:pt x="4777" y="33848"/>
                </a:cubicBezTo>
                <a:cubicBezTo>
                  <a:pt x="3131" y="31911"/>
                  <a:pt x="1529" y="29697"/>
                  <a:pt x="0" y="27250"/>
                </a:cubicBezTo>
                <a:lnTo>
                  <a:pt x="4661" y="21672"/>
                </a:lnTo>
                <a:cubicBezTo>
                  <a:pt x="5797" y="24352"/>
                  <a:pt x="7166" y="26798"/>
                  <a:pt x="8637" y="28954"/>
                </a:cubicBezTo>
                <a:cubicBezTo>
                  <a:pt x="10181" y="31066"/>
                  <a:pt x="11885" y="32930"/>
                  <a:pt x="13763" y="34532"/>
                </a:cubicBezTo>
                <a:cubicBezTo>
                  <a:pt x="16327" y="36688"/>
                  <a:pt x="18657" y="37882"/>
                  <a:pt x="20754" y="38173"/>
                </a:cubicBezTo>
                <a:cubicBezTo>
                  <a:pt x="22866" y="38450"/>
                  <a:pt x="24570" y="37780"/>
                  <a:pt x="25939" y="36178"/>
                </a:cubicBezTo>
                <a:cubicBezTo>
                  <a:pt x="27133" y="34707"/>
                  <a:pt x="27585" y="33163"/>
                  <a:pt x="27250" y="31576"/>
                </a:cubicBezTo>
                <a:cubicBezTo>
                  <a:pt x="26900" y="29915"/>
                  <a:pt x="25371" y="27366"/>
                  <a:pt x="22633" y="23827"/>
                </a:cubicBezTo>
                <a:lnTo>
                  <a:pt x="21104" y="21788"/>
                </a:lnTo>
                <a:cubicBezTo>
                  <a:pt x="18322" y="18322"/>
                  <a:pt x="16836" y="15191"/>
                  <a:pt x="16545" y="12453"/>
                </a:cubicBezTo>
                <a:cubicBezTo>
                  <a:pt x="16268" y="9787"/>
                  <a:pt x="17230" y="7107"/>
                  <a:pt x="19342" y="4602"/>
                </a:cubicBezTo>
                <a:cubicBezTo>
                  <a:pt x="21963" y="1471"/>
                  <a:pt x="25022" y="0"/>
                  <a:pt x="28663" y="160"/>
                </a:cubicBezTo>
                <a:cubicBezTo>
                  <a:pt x="32260" y="277"/>
                  <a:pt x="36120" y="2039"/>
                  <a:pt x="40169" y="5462"/>
                </a:cubicBezTo>
                <a:cubicBezTo>
                  <a:pt x="42149" y="7107"/>
                  <a:pt x="43912" y="8870"/>
                  <a:pt x="45455" y="10632"/>
                </a:cubicBezTo>
                <a:cubicBezTo>
                  <a:pt x="46926" y="12394"/>
                  <a:pt x="48237" y="14157"/>
                  <a:pt x="49213" y="16035"/>
                </a:cubicBezTo>
                <a:close/>
                <a:moveTo>
                  <a:pt x="49213" y="160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26C0E-C66D-4AD3-94BA-231D4FCA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604" y="5225336"/>
            <a:ext cx="44319" cy="48936"/>
          </a:xfrm>
          <a:custGeom xmlns:a="http://schemas.openxmlformats.org/drawingml/2006/main">
            <a:pathLst>
              <a:path w="44319" h="48936">
                <a:moveTo>
                  <a:pt x="38275" y="33804"/>
                </a:moveTo>
                <a:lnTo>
                  <a:pt x="36061" y="36469"/>
                </a:lnTo>
                <a:lnTo>
                  <a:pt x="11142" y="15657"/>
                </a:lnTo>
                <a:cubicBezTo>
                  <a:pt x="8243" y="19575"/>
                  <a:pt x="6991" y="23332"/>
                  <a:pt x="7384" y="26973"/>
                </a:cubicBezTo>
                <a:cubicBezTo>
                  <a:pt x="7734" y="30614"/>
                  <a:pt x="9729" y="33979"/>
                  <a:pt x="13370" y="36935"/>
                </a:cubicBezTo>
                <a:cubicBezTo>
                  <a:pt x="15409" y="38698"/>
                  <a:pt x="17637" y="40110"/>
                  <a:pt x="20026" y="41261"/>
                </a:cubicBezTo>
                <a:cubicBezTo>
                  <a:pt x="22415" y="42397"/>
                  <a:pt x="24963" y="43242"/>
                  <a:pt x="27760" y="43810"/>
                </a:cubicBezTo>
                <a:lnTo>
                  <a:pt x="23492" y="48936"/>
                </a:lnTo>
                <a:cubicBezTo>
                  <a:pt x="20871" y="48135"/>
                  <a:pt x="18307" y="47116"/>
                  <a:pt x="15919" y="45805"/>
                </a:cubicBezTo>
                <a:cubicBezTo>
                  <a:pt x="13530" y="44552"/>
                  <a:pt x="11258" y="43023"/>
                  <a:pt x="9146" y="41305"/>
                </a:cubicBezTo>
                <a:cubicBezTo>
                  <a:pt x="3918" y="36877"/>
                  <a:pt x="1020" y="31867"/>
                  <a:pt x="510" y="26230"/>
                </a:cubicBezTo>
                <a:cubicBezTo>
                  <a:pt x="0" y="20609"/>
                  <a:pt x="1922" y="15147"/>
                  <a:pt x="6306" y="9962"/>
                </a:cubicBezTo>
                <a:cubicBezTo>
                  <a:pt x="10807" y="4559"/>
                  <a:pt x="15861" y="1486"/>
                  <a:pt x="21381" y="743"/>
                </a:cubicBezTo>
                <a:cubicBezTo>
                  <a:pt x="26959" y="0"/>
                  <a:pt x="32246" y="1719"/>
                  <a:pt x="37197" y="5869"/>
                </a:cubicBezTo>
                <a:cubicBezTo>
                  <a:pt x="41640" y="9569"/>
                  <a:pt x="43970" y="13953"/>
                  <a:pt x="44145" y="18948"/>
                </a:cubicBezTo>
                <a:cubicBezTo>
                  <a:pt x="44319" y="23958"/>
                  <a:pt x="42382" y="28910"/>
                  <a:pt x="38275" y="33804"/>
                </a:cubicBezTo>
                <a:close/>
                <a:moveTo>
                  <a:pt x="34183" y="27716"/>
                </a:moveTo>
                <a:cubicBezTo>
                  <a:pt x="36629" y="24701"/>
                  <a:pt x="37765" y="21628"/>
                  <a:pt x="37649" y="18555"/>
                </a:cubicBezTo>
                <a:cubicBezTo>
                  <a:pt x="37489" y="15424"/>
                  <a:pt x="36061" y="12758"/>
                  <a:pt x="33396" y="10472"/>
                </a:cubicBezTo>
                <a:cubicBezTo>
                  <a:pt x="30367" y="7967"/>
                  <a:pt x="27250" y="6772"/>
                  <a:pt x="24002" y="7005"/>
                </a:cubicBezTo>
                <a:cubicBezTo>
                  <a:pt x="20754" y="7180"/>
                  <a:pt x="17681" y="8710"/>
                  <a:pt x="14841" y="11550"/>
                </a:cubicBezTo>
                <a:lnTo>
                  <a:pt x="34183" y="27716"/>
                </a:lnTo>
                <a:close/>
                <a:moveTo>
                  <a:pt x="34183" y="277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8DED2-5258-4E6E-8217-4E94D08E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350" y="5255499"/>
            <a:ext cx="60996" cy="51660"/>
          </a:xfrm>
          <a:custGeom xmlns:a="http://schemas.openxmlformats.org/drawingml/2006/main">
            <a:pathLst>
              <a:path w="60996" h="51660">
                <a:moveTo>
                  <a:pt x="40620" y="19108"/>
                </a:moveTo>
                <a:lnTo>
                  <a:pt x="55519" y="1253"/>
                </a:lnTo>
                <a:lnTo>
                  <a:pt x="60996" y="5797"/>
                </a:lnTo>
                <a:lnTo>
                  <a:pt x="22648" y="51660"/>
                </a:lnTo>
                <a:lnTo>
                  <a:pt x="17244" y="47101"/>
                </a:lnTo>
                <a:lnTo>
                  <a:pt x="21337" y="42149"/>
                </a:lnTo>
                <a:cubicBezTo>
                  <a:pt x="18599" y="43183"/>
                  <a:pt x="15933" y="43402"/>
                  <a:pt x="13370" y="42950"/>
                </a:cubicBezTo>
                <a:cubicBezTo>
                  <a:pt x="10865" y="42441"/>
                  <a:pt x="8360" y="41188"/>
                  <a:pt x="5913" y="39135"/>
                </a:cubicBezTo>
                <a:cubicBezTo>
                  <a:pt x="1937" y="35785"/>
                  <a:pt x="0" y="31517"/>
                  <a:pt x="175" y="26230"/>
                </a:cubicBezTo>
                <a:cubicBezTo>
                  <a:pt x="335" y="20929"/>
                  <a:pt x="2563" y="15700"/>
                  <a:pt x="6947" y="10515"/>
                </a:cubicBezTo>
                <a:cubicBezTo>
                  <a:pt x="11258" y="5345"/>
                  <a:pt x="15992" y="2214"/>
                  <a:pt x="21162" y="1078"/>
                </a:cubicBezTo>
                <a:cubicBezTo>
                  <a:pt x="26347" y="0"/>
                  <a:pt x="30891" y="1136"/>
                  <a:pt x="34882" y="4486"/>
                </a:cubicBezTo>
                <a:cubicBezTo>
                  <a:pt x="37314" y="6539"/>
                  <a:pt x="39033" y="8753"/>
                  <a:pt x="39936" y="11142"/>
                </a:cubicBezTo>
                <a:cubicBezTo>
                  <a:pt x="40911" y="13530"/>
                  <a:pt x="41130" y="16210"/>
                  <a:pt x="40620" y="19108"/>
                </a:cubicBezTo>
                <a:close/>
                <a:moveTo>
                  <a:pt x="12511" y="15191"/>
                </a:moveTo>
                <a:cubicBezTo>
                  <a:pt x="9161" y="19167"/>
                  <a:pt x="7399" y="22983"/>
                  <a:pt x="7107" y="26624"/>
                </a:cubicBezTo>
                <a:cubicBezTo>
                  <a:pt x="6889" y="30265"/>
                  <a:pt x="8185" y="33280"/>
                  <a:pt x="11040" y="35668"/>
                </a:cubicBezTo>
                <a:cubicBezTo>
                  <a:pt x="13938" y="38115"/>
                  <a:pt x="17128" y="38858"/>
                  <a:pt x="20652" y="37940"/>
                </a:cubicBezTo>
                <a:cubicBezTo>
                  <a:pt x="24235" y="37037"/>
                  <a:pt x="27643" y="34649"/>
                  <a:pt x="31008" y="30658"/>
                </a:cubicBezTo>
                <a:cubicBezTo>
                  <a:pt x="34299" y="26682"/>
                  <a:pt x="36120" y="22808"/>
                  <a:pt x="36353" y="19167"/>
                </a:cubicBezTo>
                <a:cubicBezTo>
                  <a:pt x="36586" y="15526"/>
                  <a:pt x="35275" y="12511"/>
                  <a:pt x="32435" y="10122"/>
                </a:cubicBezTo>
                <a:cubicBezTo>
                  <a:pt x="29580" y="7734"/>
                  <a:pt x="26347" y="6991"/>
                  <a:pt x="22808" y="7850"/>
                </a:cubicBezTo>
                <a:cubicBezTo>
                  <a:pt x="19283" y="8753"/>
                  <a:pt x="15875" y="11200"/>
                  <a:pt x="12511" y="15191"/>
                </a:cubicBezTo>
                <a:close/>
                <a:moveTo>
                  <a:pt x="12511" y="151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44098-31CA-439F-9F2A-A47CFF78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747" y="5268127"/>
            <a:ext cx="60253" cy="63661"/>
          </a:xfrm>
          <a:custGeom xmlns:a="http://schemas.openxmlformats.org/drawingml/2006/main">
            <a:pathLst>
              <a:path w="60253" h="63661">
                <a:moveTo>
                  <a:pt x="0" y="58025"/>
                </a:moveTo>
                <a:lnTo>
                  <a:pt x="19968" y="0"/>
                </a:lnTo>
                <a:lnTo>
                  <a:pt x="26172" y="5170"/>
                </a:lnTo>
                <a:lnTo>
                  <a:pt x="9161" y="53874"/>
                </a:lnTo>
                <a:lnTo>
                  <a:pt x="54107" y="28503"/>
                </a:lnTo>
                <a:lnTo>
                  <a:pt x="60253" y="33673"/>
                </a:lnTo>
                <a:lnTo>
                  <a:pt x="6714" y="63661"/>
                </a:lnTo>
                <a:lnTo>
                  <a:pt x="0" y="58025"/>
                </a:lnTo>
                <a:close/>
                <a:moveTo>
                  <a:pt x="0" y="580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1B668-0F0D-4031-BE74-412CB267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39" y="5315854"/>
            <a:ext cx="45514" cy="52796"/>
          </a:xfrm>
          <a:custGeom xmlns:a="http://schemas.openxmlformats.org/drawingml/2006/main">
            <a:pathLst>
              <a:path w="45514" h="52796">
                <a:moveTo>
                  <a:pt x="26682" y="27206"/>
                </a:moveTo>
                <a:cubicBezTo>
                  <a:pt x="22313" y="23507"/>
                  <a:pt x="18832" y="21453"/>
                  <a:pt x="16327" y="21060"/>
                </a:cubicBezTo>
                <a:cubicBezTo>
                  <a:pt x="13778" y="20652"/>
                  <a:pt x="11491" y="21628"/>
                  <a:pt x="9511" y="24075"/>
                </a:cubicBezTo>
                <a:cubicBezTo>
                  <a:pt x="7908" y="25997"/>
                  <a:pt x="7224" y="28051"/>
                  <a:pt x="7573" y="30221"/>
                </a:cubicBezTo>
                <a:cubicBezTo>
                  <a:pt x="7908" y="32435"/>
                  <a:pt x="9161" y="34430"/>
                  <a:pt x="11331" y="36251"/>
                </a:cubicBezTo>
                <a:cubicBezTo>
                  <a:pt x="14346" y="38756"/>
                  <a:pt x="17637" y="39717"/>
                  <a:pt x="21220" y="39091"/>
                </a:cubicBezTo>
                <a:cubicBezTo>
                  <a:pt x="24861" y="38465"/>
                  <a:pt x="28109" y="36411"/>
                  <a:pt x="31066" y="32886"/>
                </a:cubicBezTo>
                <a:lnTo>
                  <a:pt x="32100" y="31692"/>
                </a:lnTo>
                <a:lnTo>
                  <a:pt x="26682" y="27206"/>
                </a:lnTo>
                <a:close/>
                <a:moveTo>
                  <a:pt x="39382" y="33964"/>
                </a:moveTo>
                <a:lnTo>
                  <a:pt x="23609" y="52796"/>
                </a:lnTo>
                <a:lnTo>
                  <a:pt x="18205" y="48252"/>
                </a:lnTo>
                <a:lnTo>
                  <a:pt x="22415" y="43242"/>
                </a:lnTo>
                <a:cubicBezTo>
                  <a:pt x="19516" y="44203"/>
                  <a:pt x="16734" y="44378"/>
                  <a:pt x="14055" y="43810"/>
                </a:cubicBezTo>
                <a:cubicBezTo>
                  <a:pt x="11448" y="43242"/>
                  <a:pt x="8768" y="41814"/>
                  <a:pt x="6088" y="39601"/>
                </a:cubicBezTo>
                <a:cubicBezTo>
                  <a:pt x="2738" y="36761"/>
                  <a:pt x="801" y="33571"/>
                  <a:pt x="408" y="29988"/>
                </a:cubicBezTo>
                <a:cubicBezTo>
                  <a:pt x="0" y="26463"/>
                  <a:pt x="1136" y="23041"/>
                  <a:pt x="3816" y="19866"/>
                </a:cubicBezTo>
                <a:cubicBezTo>
                  <a:pt x="6889" y="16166"/>
                  <a:pt x="10472" y="14404"/>
                  <a:pt x="14506" y="14623"/>
                </a:cubicBezTo>
                <a:cubicBezTo>
                  <a:pt x="18613" y="14797"/>
                  <a:pt x="23099" y="16953"/>
                  <a:pt x="27993" y="21060"/>
                </a:cubicBezTo>
                <a:lnTo>
                  <a:pt x="35625" y="27425"/>
                </a:lnTo>
                <a:lnTo>
                  <a:pt x="36076" y="26915"/>
                </a:lnTo>
                <a:cubicBezTo>
                  <a:pt x="38173" y="24410"/>
                  <a:pt x="38974" y="21788"/>
                  <a:pt x="38465" y="19065"/>
                </a:cubicBezTo>
                <a:cubicBezTo>
                  <a:pt x="37955" y="16327"/>
                  <a:pt x="36251" y="13720"/>
                  <a:pt x="33236" y="11215"/>
                </a:cubicBezTo>
                <a:cubicBezTo>
                  <a:pt x="31357" y="9671"/>
                  <a:pt x="29362" y="8375"/>
                  <a:pt x="27148" y="7282"/>
                </a:cubicBezTo>
                <a:cubicBezTo>
                  <a:pt x="24978" y="6263"/>
                  <a:pt x="22706" y="5520"/>
                  <a:pt x="20317" y="5010"/>
                </a:cubicBezTo>
                <a:lnTo>
                  <a:pt x="24526" y="0"/>
                </a:lnTo>
                <a:cubicBezTo>
                  <a:pt x="27148" y="918"/>
                  <a:pt x="29537" y="1937"/>
                  <a:pt x="31692" y="3131"/>
                </a:cubicBezTo>
                <a:cubicBezTo>
                  <a:pt x="33906" y="4267"/>
                  <a:pt x="35901" y="5636"/>
                  <a:pt x="37664" y="7122"/>
                </a:cubicBezTo>
                <a:cubicBezTo>
                  <a:pt x="42441" y="11098"/>
                  <a:pt x="44946" y="15307"/>
                  <a:pt x="45237" y="19749"/>
                </a:cubicBezTo>
                <a:cubicBezTo>
                  <a:pt x="45514" y="24191"/>
                  <a:pt x="43591" y="28969"/>
                  <a:pt x="39382" y="33964"/>
                </a:cubicBezTo>
                <a:close/>
                <a:moveTo>
                  <a:pt x="39382" y="339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3E41B-4E41-4359-AB71-629FB0F8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656" y="5349935"/>
            <a:ext cx="45339" cy="46650"/>
          </a:xfrm>
          <a:custGeom xmlns:a="http://schemas.openxmlformats.org/drawingml/2006/main">
            <a:pathLst>
              <a:path w="45339" h="46650">
                <a:moveTo>
                  <a:pt x="45339" y="16166"/>
                </a:moveTo>
                <a:lnTo>
                  <a:pt x="41130" y="21220"/>
                </a:lnTo>
                <a:cubicBezTo>
                  <a:pt x="40285" y="19123"/>
                  <a:pt x="39309" y="17186"/>
                  <a:pt x="38115" y="15482"/>
                </a:cubicBezTo>
                <a:cubicBezTo>
                  <a:pt x="36921" y="13763"/>
                  <a:pt x="35552" y="12234"/>
                  <a:pt x="33964" y="10923"/>
                </a:cubicBezTo>
                <a:cubicBezTo>
                  <a:pt x="30440" y="8025"/>
                  <a:pt x="26798" y="6831"/>
                  <a:pt x="22983" y="7457"/>
                </a:cubicBezTo>
                <a:cubicBezTo>
                  <a:pt x="19167" y="8025"/>
                  <a:pt x="15584" y="10355"/>
                  <a:pt x="12234" y="14390"/>
                </a:cubicBezTo>
                <a:cubicBezTo>
                  <a:pt x="8811" y="18439"/>
                  <a:pt x="7166" y="22356"/>
                  <a:pt x="7282" y="26230"/>
                </a:cubicBezTo>
                <a:cubicBezTo>
                  <a:pt x="7340" y="30046"/>
                  <a:pt x="9161" y="33454"/>
                  <a:pt x="12686" y="36411"/>
                </a:cubicBezTo>
                <a:cubicBezTo>
                  <a:pt x="14273" y="37722"/>
                  <a:pt x="15992" y="38800"/>
                  <a:pt x="17871" y="39659"/>
                </a:cubicBezTo>
                <a:cubicBezTo>
                  <a:pt x="19793" y="40504"/>
                  <a:pt x="21847" y="41188"/>
                  <a:pt x="24060" y="41596"/>
                </a:cubicBezTo>
                <a:lnTo>
                  <a:pt x="19910" y="46650"/>
                </a:lnTo>
                <a:cubicBezTo>
                  <a:pt x="17812" y="46082"/>
                  <a:pt x="15759" y="45295"/>
                  <a:pt x="13880" y="44261"/>
                </a:cubicBezTo>
                <a:cubicBezTo>
                  <a:pt x="11943" y="43300"/>
                  <a:pt x="10064" y="42047"/>
                  <a:pt x="8243" y="40504"/>
                </a:cubicBezTo>
                <a:cubicBezTo>
                  <a:pt x="3306" y="36353"/>
                  <a:pt x="626" y="31459"/>
                  <a:pt x="277" y="25895"/>
                </a:cubicBezTo>
                <a:cubicBezTo>
                  <a:pt x="0" y="20376"/>
                  <a:pt x="2054" y="14914"/>
                  <a:pt x="6481" y="9612"/>
                </a:cubicBezTo>
                <a:cubicBezTo>
                  <a:pt x="10982" y="4209"/>
                  <a:pt x="15992" y="1253"/>
                  <a:pt x="21555" y="626"/>
                </a:cubicBezTo>
                <a:cubicBezTo>
                  <a:pt x="27075" y="0"/>
                  <a:pt x="32435" y="1821"/>
                  <a:pt x="37547" y="6146"/>
                </a:cubicBezTo>
                <a:cubicBezTo>
                  <a:pt x="39251" y="7573"/>
                  <a:pt x="40737" y="9103"/>
                  <a:pt x="42047" y="10749"/>
                </a:cubicBezTo>
                <a:cubicBezTo>
                  <a:pt x="43358" y="12409"/>
                  <a:pt x="44436" y="14229"/>
                  <a:pt x="45339" y="16166"/>
                </a:cubicBezTo>
                <a:close/>
                <a:moveTo>
                  <a:pt x="45339" y="161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91CA5-4247-421B-8C45-2ED528D2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819" y="5377694"/>
            <a:ext cx="45397" cy="46606"/>
          </a:xfrm>
          <a:custGeom xmlns:a="http://schemas.openxmlformats.org/drawingml/2006/main">
            <a:pathLst>
              <a:path w="45397" h="46606">
                <a:moveTo>
                  <a:pt x="45397" y="16108"/>
                </a:moveTo>
                <a:lnTo>
                  <a:pt x="41130" y="21220"/>
                </a:lnTo>
                <a:cubicBezTo>
                  <a:pt x="40285" y="19065"/>
                  <a:pt x="39324" y="17128"/>
                  <a:pt x="38115" y="15424"/>
                </a:cubicBezTo>
                <a:cubicBezTo>
                  <a:pt x="36921" y="13720"/>
                  <a:pt x="35566" y="12234"/>
                  <a:pt x="33964" y="10923"/>
                </a:cubicBezTo>
                <a:cubicBezTo>
                  <a:pt x="30440" y="7967"/>
                  <a:pt x="26798" y="6772"/>
                  <a:pt x="22983" y="7399"/>
                </a:cubicBezTo>
                <a:cubicBezTo>
                  <a:pt x="19181" y="8025"/>
                  <a:pt x="15598" y="10297"/>
                  <a:pt x="12234" y="14346"/>
                </a:cubicBezTo>
                <a:cubicBezTo>
                  <a:pt x="8884" y="18380"/>
                  <a:pt x="7224" y="22313"/>
                  <a:pt x="7282" y="26172"/>
                </a:cubicBezTo>
                <a:cubicBezTo>
                  <a:pt x="7399" y="30046"/>
                  <a:pt x="9161" y="33454"/>
                  <a:pt x="12686" y="36367"/>
                </a:cubicBezTo>
                <a:cubicBezTo>
                  <a:pt x="14288" y="37664"/>
                  <a:pt x="15992" y="38756"/>
                  <a:pt x="17871" y="39659"/>
                </a:cubicBezTo>
                <a:cubicBezTo>
                  <a:pt x="19808" y="40518"/>
                  <a:pt x="21847" y="41144"/>
                  <a:pt x="24075" y="41596"/>
                </a:cubicBezTo>
                <a:lnTo>
                  <a:pt x="19910" y="46606"/>
                </a:lnTo>
                <a:cubicBezTo>
                  <a:pt x="17812" y="46038"/>
                  <a:pt x="15759" y="45237"/>
                  <a:pt x="13880" y="44261"/>
                </a:cubicBezTo>
                <a:cubicBezTo>
                  <a:pt x="11957" y="43242"/>
                  <a:pt x="10079" y="41989"/>
                  <a:pt x="8258" y="40460"/>
                </a:cubicBezTo>
                <a:cubicBezTo>
                  <a:pt x="3306" y="36309"/>
                  <a:pt x="626" y="31474"/>
                  <a:pt x="350" y="25895"/>
                </a:cubicBezTo>
                <a:cubicBezTo>
                  <a:pt x="0" y="20317"/>
                  <a:pt x="2054" y="14856"/>
                  <a:pt x="6496" y="9569"/>
                </a:cubicBezTo>
                <a:cubicBezTo>
                  <a:pt x="10982" y="4209"/>
                  <a:pt x="16050" y="1194"/>
                  <a:pt x="21570" y="568"/>
                </a:cubicBezTo>
                <a:cubicBezTo>
                  <a:pt x="27090" y="0"/>
                  <a:pt x="32435" y="1821"/>
                  <a:pt x="37547" y="6146"/>
                </a:cubicBezTo>
                <a:cubicBezTo>
                  <a:pt x="39266" y="7515"/>
                  <a:pt x="40737" y="9059"/>
                  <a:pt x="42047" y="10705"/>
                </a:cubicBezTo>
                <a:cubicBezTo>
                  <a:pt x="43358" y="12409"/>
                  <a:pt x="44436" y="14171"/>
                  <a:pt x="45397" y="16108"/>
                </a:cubicBezTo>
                <a:close/>
                <a:moveTo>
                  <a:pt x="45397" y="161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5441C-FBA1-4732-9721-9CCA2CFD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103" y="5387598"/>
            <a:ext cx="43751" cy="50349"/>
          </a:xfrm>
          <a:custGeom xmlns:a="http://schemas.openxmlformats.org/drawingml/2006/main">
            <a:pathLst>
              <a:path w="43751" h="50349">
                <a:moveTo>
                  <a:pt x="27585" y="12860"/>
                </a:moveTo>
                <a:lnTo>
                  <a:pt x="32988" y="17361"/>
                </a:lnTo>
                <a:lnTo>
                  <a:pt x="5403" y="50349"/>
                </a:lnTo>
                <a:lnTo>
                  <a:pt x="0" y="45863"/>
                </a:lnTo>
                <a:lnTo>
                  <a:pt x="27585" y="12860"/>
                </a:lnTo>
                <a:close/>
                <a:moveTo>
                  <a:pt x="38333" y="0"/>
                </a:moveTo>
                <a:lnTo>
                  <a:pt x="43751" y="4559"/>
                </a:lnTo>
                <a:lnTo>
                  <a:pt x="37998" y="11375"/>
                </a:lnTo>
                <a:lnTo>
                  <a:pt x="32595" y="6889"/>
                </a:lnTo>
                <a:lnTo>
                  <a:pt x="38333" y="0"/>
                </a:lnTo>
                <a:close/>
                <a:moveTo>
                  <a:pt x="383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33EF3-4121-4410-8868-F5305CE2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648" y="5414280"/>
            <a:ext cx="50072" cy="56102"/>
          </a:xfrm>
          <a:custGeom xmlns:a="http://schemas.openxmlformats.org/drawingml/2006/main">
            <a:pathLst>
              <a:path w="50072" h="56102">
                <a:moveTo>
                  <a:pt x="44319" y="36193"/>
                </a:moveTo>
                <a:lnTo>
                  <a:pt x="27658" y="56102"/>
                </a:lnTo>
                <a:lnTo>
                  <a:pt x="22254" y="51602"/>
                </a:lnTo>
                <a:lnTo>
                  <a:pt x="38756" y="31867"/>
                </a:lnTo>
                <a:cubicBezTo>
                  <a:pt x="41363" y="28736"/>
                  <a:pt x="42674" y="25881"/>
                  <a:pt x="42732" y="23332"/>
                </a:cubicBezTo>
                <a:cubicBezTo>
                  <a:pt x="42848" y="20711"/>
                  <a:pt x="41654" y="18439"/>
                  <a:pt x="39207" y="16385"/>
                </a:cubicBezTo>
                <a:cubicBezTo>
                  <a:pt x="36309" y="13938"/>
                  <a:pt x="33236" y="12977"/>
                  <a:pt x="29930" y="13428"/>
                </a:cubicBezTo>
                <a:cubicBezTo>
                  <a:pt x="26682" y="13822"/>
                  <a:pt x="23725" y="15700"/>
                  <a:pt x="21060" y="18890"/>
                </a:cubicBezTo>
                <a:lnTo>
                  <a:pt x="5462" y="37547"/>
                </a:lnTo>
                <a:lnTo>
                  <a:pt x="0" y="33003"/>
                </a:lnTo>
                <a:lnTo>
                  <a:pt x="27600" y="0"/>
                </a:lnTo>
                <a:lnTo>
                  <a:pt x="33061" y="4559"/>
                </a:lnTo>
                <a:lnTo>
                  <a:pt x="28736" y="9671"/>
                </a:lnTo>
                <a:cubicBezTo>
                  <a:pt x="31692" y="8768"/>
                  <a:pt x="34488" y="8593"/>
                  <a:pt x="37037" y="9044"/>
                </a:cubicBezTo>
                <a:cubicBezTo>
                  <a:pt x="39659" y="9554"/>
                  <a:pt x="42047" y="10749"/>
                  <a:pt x="44378" y="12686"/>
                </a:cubicBezTo>
                <a:cubicBezTo>
                  <a:pt x="48135" y="15875"/>
                  <a:pt x="50072" y="19400"/>
                  <a:pt x="50014" y="23390"/>
                </a:cubicBezTo>
                <a:cubicBezTo>
                  <a:pt x="50014" y="27366"/>
                  <a:pt x="48135" y="31634"/>
                  <a:pt x="44319" y="36193"/>
                </a:cubicBezTo>
                <a:close/>
                <a:moveTo>
                  <a:pt x="44319" y="36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1E110-E7A9-4D26-BA40-7E58919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948" y="5451317"/>
            <a:ext cx="44378" cy="48980"/>
          </a:xfrm>
          <a:custGeom xmlns:a="http://schemas.openxmlformats.org/drawingml/2006/main">
            <a:pathLst>
              <a:path w="44378" h="48980">
                <a:moveTo>
                  <a:pt x="38290" y="33848"/>
                </a:moveTo>
                <a:lnTo>
                  <a:pt x="36076" y="36469"/>
                </a:lnTo>
                <a:lnTo>
                  <a:pt x="11156" y="15642"/>
                </a:lnTo>
                <a:cubicBezTo>
                  <a:pt x="8302" y="19575"/>
                  <a:pt x="7049" y="23390"/>
                  <a:pt x="7399" y="27032"/>
                </a:cubicBezTo>
                <a:cubicBezTo>
                  <a:pt x="7792" y="30673"/>
                  <a:pt x="9787" y="33964"/>
                  <a:pt x="13370" y="36979"/>
                </a:cubicBezTo>
                <a:cubicBezTo>
                  <a:pt x="15482" y="38683"/>
                  <a:pt x="17696" y="40169"/>
                  <a:pt x="20084" y="41246"/>
                </a:cubicBezTo>
                <a:cubicBezTo>
                  <a:pt x="22415" y="42382"/>
                  <a:pt x="25036" y="43242"/>
                  <a:pt x="27818" y="43868"/>
                </a:cubicBezTo>
                <a:lnTo>
                  <a:pt x="23492" y="48980"/>
                </a:lnTo>
                <a:cubicBezTo>
                  <a:pt x="20885" y="48194"/>
                  <a:pt x="18380" y="47101"/>
                  <a:pt x="15992" y="45863"/>
                </a:cubicBezTo>
                <a:cubicBezTo>
                  <a:pt x="13545" y="44611"/>
                  <a:pt x="11317" y="43067"/>
                  <a:pt x="9219" y="41305"/>
                </a:cubicBezTo>
                <a:cubicBezTo>
                  <a:pt x="3932" y="36921"/>
                  <a:pt x="1020" y="31925"/>
                  <a:pt x="510" y="26289"/>
                </a:cubicBezTo>
                <a:cubicBezTo>
                  <a:pt x="0" y="20594"/>
                  <a:pt x="1937" y="15191"/>
                  <a:pt x="6321" y="9962"/>
                </a:cubicBezTo>
                <a:cubicBezTo>
                  <a:pt x="10807" y="4559"/>
                  <a:pt x="15875" y="1486"/>
                  <a:pt x="21453" y="743"/>
                </a:cubicBezTo>
                <a:cubicBezTo>
                  <a:pt x="27032" y="0"/>
                  <a:pt x="32260" y="1704"/>
                  <a:pt x="37212" y="5855"/>
                </a:cubicBezTo>
                <a:cubicBezTo>
                  <a:pt x="41640" y="9554"/>
                  <a:pt x="43984" y="13938"/>
                  <a:pt x="44145" y="18948"/>
                </a:cubicBezTo>
                <a:cubicBezTo>
                  <a:pt x="44378" y="23958"/>
                  <a:pt x="42441" y="28954"/>
                  <a:pt x="38290" y="33848"/>
                </a:cubicBezTo>
                <a:close/>
                <a:moveTo>
                  <a:pt x="34255" y="27701"/>
                </a:moveTo>
                <a:cubicBezTo>
                  <a:pt x="36644" y="24745"/>
                  <a:pt x="37780" y="21672"/>
                  <a:pt x="37664" y="18555"/>
                </a:cubicBezTo>
                <a:cubicBezTo>
                  <a:pt x="37489" y="15424"/>
                  <a:pt x="36134" y="12744"/>
                  <a:pt x="33454" y="10530"/>
                </a:cubicBezTo>
                <a:cubicBezTo>
                  <a:pt x="30440" y="7967"/>
                  <a:pt x="27308" y="6831"/>
                  <a:pt x="24060" y="7005"/>
                </a:cubicBezTo>
                <a:cubicBezTo>
                  <a:pt x="20769" y="7166"/>
                  <a:pt x="17754" y="8710"/>
                  <a:pt x="14856" y="11608"/>
                </a:cubicBezTo>
                <a:lnTo>
                  <a:pt x="34255" y="27701"/>
                </a:lnTo>
                <a:close/>
                <a:moveTo>
                  <a:pt x="34255" y="277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785CD-BC07-4F80-95D1-95DBA99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325" y="5471009"/>
            <a:ext cx="62059" cy="58083"/>
          </a:xfrm>
          <a:custGeom xmlns:a="http://schemas.openxmlformats.org/drawingml/2006/main">
            <a:pathLst>
              <a:path w="62059" h="58083">
                <a:moveTo>
                  <a:pt x="62059" y="19167"/>
                </a:moveTo>
                <a:lnTo>
                  <a:pt x="57223" y="24978"/>
                </a:lnTo>
                <a:cubicBezTo>
                  <a:pt x="55869" y="21963"/>
                  <a:pt x="54383" y="19400"/>
                  <a:pt x="52854" y="17171"/>
                </a:cubicBezTo>
                <a:cubicBezTo>
                  <a:pt x="51310" y="14958"/>
                  <a:pt x="49606" y="13079"/>
                  <a:pt x="47728" y="11550"/>
                </a:cubicBezTo>
                <a:cubicBezTo>
                  <a:pt x="44480" y="8811"/>
                  <a:pt x="41465" y="7399"/>
                  <a:pt x="38625" y="7166"/>
                </a:cubicBezTo>
                <a:cubicBezTo>
                  <a:pt x="35843" y="6933"/>
                  <a:pt x="33454" y="8010"/>
                  <a:pt x="31517" y="10297"/>
                </a:cubicBezTo>
                <a:cubicBezTo>
                  <a:pt x="29857" y="12278"/>
                  <a:pt x="29245" y="14215"/>
                  <a:pt x="29580" y="16210"/>
                </a:cubicBezTo>
                <a:cubicBezTo>
                  <a:pt x="29915" y="18147"/>
                  <a:pt x="31459" y="20813"/>
                  <a:pt x="34241" y="24119"/>
                </a:cubicBezTo>
                <a:lnTo>
                  <a:pt x="37197" y="27876"/>
                </a:lnTo>
                <a:cubicBezTo>
                  <a:pt x="40955" y="32420"/>
                  <a:pt x="42950" y="36688"/>
                  <a:pt x="43285" y="40562"/>
                </a:cubicBezTo>
                <a:cubicBezTo>
                  <a:pt x="43635" y="44480"/>
                  <a:pt x="42324" y="48179"/>
                  <a:pt x="39309" y="51762"/>
                </a:cubicBezTo>
                <a:cubicBezTo>
                  <a:pt x="35726" y="56029"/>
                  <a:pt x="31634" y="58083"/>
                  <a:pt x="26900" y="57850"/>
                </a:cubicBezTo>
                <a:cubicBezTo>
                  <a:pt x="22240" y="57690"/>
                  <a:pt x="17128" y="55301"/>
                  <a:pt x="11608" y="50684"/>
                </a:cubicBezTo>
                <a:cubicBezTo>
                  <a:pt x="9496" y="48922"/>
                  <a:pt x="7501" y="46868"/>
                  <a:pt x="5520" y="44421"/>
                </a:cubicBezTo>
                <a:cubicBezTo>
                  <a:pt x="3583" y="41975"/>
                  <a:pt x="1762" y="39251"/>
                  <a:pt x="0" y="36236"/>
                </a:cubicBezTo>
                <a:lnTo>
                  <a:pt x="5112" y="30090"/>
                </a:lnTo>
                <a:cubicBezTo>
                  <a:pt x="6423" y="33454"/>
                  <a:pt x="7908" y="36469"/>
                  <a:pt x="9671" y="39076"/>
                </a:cubicBezTo>
                <a:cubicBezTo>
                  <a:pt x="11433" y="41756"/>
                  <a:pt x="13428" y="43970"/>
                  <a:pt x="15642" y="45849"/>
                </a:cubicBezTo>
                <a:cubicBezTo>
                  <a:pt x="19050" y="48689"/>
                  <a:pt x="22182" y="50233"/>
                  <a:pt x="25196" y="50407"/>
                </a:cubicBezTo>
                <a:cubicBezTo>
                  <a:pt x="28153" y="50626"/>
                  <a:pt x="30658" y="49490"/>
                  <a:pt x="32712" y="46985"/>
                </a:cubicBezTo>
                <a:cubicBezTo>
                  <a:pt x="34532" y="44887"/>
                  <a:pt x="35275" y="42601"/>
                  <a:pt x="34984" y="40271"/>
                </a:cubicBezTo>
                <a:cubicBezTo>
                  <a:pt x="34649" y="37940"/>
                  <a:pt x="33280" y="35217"/>
                  <a:pt x="30716" y="32085"/>
                </a:cubicBezTo>
                <a:lnTo>
                  <a:pt x="27701" y="28328"/>
                </a:lnTo>
                <a:cubicBezTo>
                  <a:pt x="24002" y="23769"/>
                  <a:pt x="21963" y="19676"/>
                  <a:pt x="21555" y="16152"/>
                </a:cubicBezTo>
                <a:cubicBezTo>
                  <a:pt x="21104" y="12627"/>
                  <a:pt x="22356" y="9161"/>
                  <a:pt x="25138" y="5797"/>
                </a:cubicBezTo>
                <a:cubicBezTo>
                  <a:pt x="28386" y="1879"/>
                  <a:pt x="32304" y="0"/>
                  <a:pt x="36921" y="58"/>
                </a:cubicBezTo>
                <a:cubicBezTo>
                  <a:pt x="41523" y="117"/>
                  <a:pt x="46257" y="2097"/>
                  <a:pt x="51092" y="6146"/>
                </a:cubicBezTo>
                <a:cubicBezTo>
                  <a:pt x="53131" y="7850"/>
                  <a:pt x="55068" y="9831"/>
                  <a:pt x="56889" y="12001"/>
                </a:cubicBezTo>
                <a:cubicBezTo>
                  <a:pt x="58709" y="14157"/>
                  <a:pt x="60471" y="16545"/>
                  <a:pt x="62059" y="19167"/>
                </a:cubicBezTo>
                <a:close/>
                <a:moveTo>
                  <a:pt x="62059" y="191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C4432-C090-41C3-9682-A5C2FF7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474" y="5500021"/>
            <a:ext cx="40169" cy="56262"/>
          </a:xfrm>
          <a:custGeom xmlns:a="http://schemas.openxmlformats.org/drawingml/2006/main">
            <a:pathLst>
              <a:path w="40169" h="56262">
                <a:moveTo>
                  <a:pt x="36819" y="4544"/>
                </a:moveTo>
                <a:lnTo>
                  <a:pt x="29012" y="13938"/>
                </a:lnTo>
                <a:lnTo>
                  <a:pt x="40169" y="23274"/>
                </a:lnTo>
                <a:lnTo>
                  <a:pt x="36644" y="27483"/>
                </a:lnTo>
                <a:lnTo>
                  <a:pt x="25488" y="18147"/>
                </a:lnTo>
                <a:lnTo>
                  <a:pt x="10530" y="36061"/>
                </a:lnTo>
                <a:cubicBezTo>
                  <a:pt x="8258" y="38741"/>
                  <a:pt x="7166" y="40795"/>
                  <a:pt x="7282" y="42149"/>
                </a:cubicBezTo>
                <a:cubicBezTo>
                  <a:pt x="7399" y="43577"/>
                  <a:pt x="8535" y="45164"/>
                  <a:pt x="10807" y="47101"/>
                </a:cubicBezTo>
                <a:lnTo>
                  <a:pt x="16385" y="51718"/>
                </a:lnTo>
                <a:lnTo>
                  <a:pt x="12584" y="56262"/>
                </a:lnTo>
                <a:lnTo>
                  <a:pt x="7005" y="51602"/>
                </a:lnTo>
                <a:cubicBezTo>
                  <a:pt x="2855" y="48135"/>
                  <a:pt x="568" y="44946"/>
                  <a:pt x="291" y="42047"/>
                </a:cubicBezTo>
                <a:cubicBezTo>
                  <a:pt x="0" y="39135"/>
                  <a:pt x="1602" y="35610"/>
                  <a:pt x="5068" y="31517"/>
                </a:cubicBezTo>
                <a:lnTo>
                  <a:pt x="20026" y="13589"/>
                </a:lnTo>
                <a:lnTo>
                  <a:pt x="16050" y="10297"/>
                </a:lnTo>
                <a:lnTo>
                  <a:pt x="19575" y="6088"/>
                </a:lnTo>
                <a:lnTo>
                  <a:pt x="23551" y="9379"/>
                </a:lnTo>
                <a:lnTo>
                  <a:pt x="31401" y="0"/>
                </a:lnTo>
                <a:lnTo>
                  <a:pt x="36819" y="4544"/>
                </a:lnTo>
                <a:close/>
                <a:moveTo>
                  <a:pt x="36819" y="4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06E3A-CC88-4653-87F6-4DDCA96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379" y="5531028"/>
            <a:ext cx="45514" cy="52796"/>
          </a:xfrm>
          <a:custGeom xmlns:a="http://schemas.openxmlformats.org/drawingml/2006/main">
            <a:pathLst>
              <a:path w="45514" h="52796">
                <a:moveTo>
                  <a:pt x="26682" y="27192"/>
                </a:moveTo>
                <a:cubicBezTo>
                  <a:pt x="22298" y="23492"/>
                  <a:pt x="18832" y="21497"/>
                  <a:pt x="16327" y="21046"/>
                </a:cubicBezTo>
                <a:cubicBezTo>
                  <a:pt x="13763" y="20652"/>
                  <a:pt x="11491" y="21672"/>
                  <a:pt x="9496" y="24060"/>
                </a:cubicBezTo>
                <a:cubicBezTo>
                  <a:pt x="7908" y="25997"/>
                  <a:pt x="7224" y="28051"/>
                  <a:pt x="7573" y="30265"/>
                </a:cubicBezTo>
                <a:cubicBezTo>
                  <a:pt x="7908" y="32420"/>
                  <a:pt x="9161" y="34416"/>
                  <a:pt x="11331" y="36236"/>
                </a:cubicBezTo>
                <a:cubicBezTo>
                  <a:pt x="14346" y="38800"/>
                  <a:pt x="17637" y="39703"/>
                  <a:pt x="21220" y="39135"/>
                </a:cubicBezTo>
                <a:cubicBezTo>
                  <a:pt x="24803" y="38508"/>
                  <a:pt x="28109" y="36411"/>
                  <a:pt x="31066" y="32886"/>
                </a:cubicBezTo>
                <a:lnTo>
                  <a:pt x="32085" y="31692"/>
                </a:lnTo>
                <a:lnTo>
                  <a:pt x="26682" y="27192"/>
                </a:lnTo>
                <a:close/>
                <a:moveTo>
                  <a:pt x="39368" y="33964"/>
                </a:moveTo>
                <a:lnTo>
                  <a:pt x="23609" y="52796"/>
                </a:lnTo>
                <a:lnTo>
                  <a:pt x="18205" y="48296"/>
                </a:lnTo>
                <a:lnTo>
                  <a:pt x="22415" y="43285"/>
                </a:lnTo>
                <a:cubicBezTo>
                  <a:pt x="19458" y="44203"/>
                  <a:pt x="16734" y="44436"/>
                  <a:pt x="14055" y="43810"/>
                </a:cubicBezTo>
                <a:cubicBezTo>
                  <a:pt x="11433" y="43242"/>
                  <a:pt x="8768" y="41814"/>
                  <a:pt x="6088" y="39601"/>
                </a:cubicBezTo>
                <a:cubicBezTo>
                  <a:pt x="2738" y="36746"/>
                  <a:pt x="801" y="33556"/>
                  <a:pt x="408" y="30032"/>
                </a:cubicBezTo>
                <a:cubicBezTo>
                  <a:pt x="0" y="26449"/>
                  <a:pt x="1136" y="23099"/>
                  <a:pt x="3758" y="19910"/>
                </a:cubicBezTo>
                <a:cubicBezTo>
                  <a:pt x="6889" y="16210"/>
                  <a:pt x="10472" y="14448"/>
                  <a:pt x="14506" y="14623"/>
                </a:cubicBezTo>
                <a:cubicBezTo>
                  <a:pt x="18613" y="14783"/>
                  <a:pt x="23099" y="16953"/>
                  <a:pt x="27993" y="21104"/>
                </a:cubicBezTo>
                <a:lnTo>
                  <a:pt x="35610" y="27425"/>
                </a:lnTo>
                <a:lnTo>
                  <a:pt x="36076" y="26900"/>
                </a:lnTo>
                <a:cubicBezTo>
                  <a:pt x="38173" y="24410"/>
                  <a:pt x="38916" y="21788"/>
                  <a:pt x="38465" y="19050"/>
                </a:cubicBezTo>
                <a:cubicBezTo>
                  <a:pt x="37955" y="16327"/>
                  <a:pt x="36193" y="13705"/>
                  <a:pt x="33221" y="11258"/>
                </a:cubicBezTo>
                <a:cubicBezTo>
                  <a:pt x="31343" y="9671"/>
                  <a:pt x="29304" y="8360"/>
                  <a:pt x="27133" y="7282"/>
                </a:cubicBezTo>
                <a:cubicBezTo>
                  <a:pt x="24978" y="6248"/>
                  <a:pt x="22706" y="5520"/>
                  <a:pt x="20317" y="5054"/>
                </a:cubicBezTo>
                <a:lnTo>
                  <a:pt x="24526" y="0"/>
                </a:lnTo>
                <a:cubicBezTo>
                  <a:pt x="27133" y="903"/>
                  <a:pt x="29537" y="1937"/>
                  <a:pt x="31692" y="3131"/>
                </a:cubicBezTo>
                <a:cubicBezTo>
                  <a:pt x="33906" y="4326"/>
                  <a:pt x="35843" y="5636"/>
                  <a:pt x="37664" y="7107"/>
                </a:cubicBezTo>
                <a:cubicBezTo>
                  <a:pt x="42382" y="11084"/>
                  <a:pt x="44946" y="15307"/>
                  <a:pt x="45237" y="19793"/>
                </a:cubicBezTo>
                <a:cubicBezTo>
                  <a:pt x="45514" y="24235"/>
                  <a:pt x="43577" y="28954"/>
                  <a:pt x="39368" y="33964"/>
                </a:cubicBezTo>
                <a:close/>
                <a:moveTo>
                  <a:pt x="39368" y="339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6377A-3F3B-4664-B79A-7EDF353A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120" y="5550705"/>
            <a:ext cx="40169" cy="56277"/>
          </a:xfrm>
          <a:custGeom xmlns:a="http://schemas.openxmlformats.org/drawingml/2006/main">
            <a:pathLst>
              <a:path w="40169" h="56277">
                <a:moveTo>
                  <a:pt x="36819" y="4559"/>
                </a:moveTo>
                <a:lnTo>
                  <a:pt x="29012" y="13938"/>
                </a:lnTo>
                <a:lnTo>
                  <a:pt x="40169" y="23274"/>
                </a:lnTo>
                <a:lnTo>
                  <a:pt x="36644" y="27483"/>
                </a:lnTo>
                <a:lnTo>
                  <a:pt x="25488" y="18147"/>
                </a:lnTo>
                <a:lnTo>
                  <a:pt x="10472" y="36076"/>
                </a:lnTo>
                <a:cubicBezTo>
                  <a:pt x="8258" y="38741"/>
                  <a:pt x="7166" y="40795"/>
                  <a:pt x="7282" y="42164"/>
                </a:cubicBezTo>
                <a:cubicBezTo>
                  <a:pt x="7340" y="43591"/>
                  <a:pt x="8535" y="45179"/>
                  <a:pt x="10807" y="47116"/>
                </a:cubicBezTo>
                <a:lnTo>
                  <a:pt x="16385" y="51718"/>
                </a:lnTo>
                <a:lnTo>
                  <a:pt x="12584" y="56277"/>
                </a:lnTo>
                <a:lnTo>
                  <a:pt x="7005" y="51602"/>
                </a:lnTo>
                <a:cubicBezTo>
                  <a:pt x="2855" y="48135"/>
                  <a:pt x="568" y="44946"/>
                  <a:pt x="291" y="42047"/>
                </a:cubicBezTo>
                <a:cubicBezTo>
                  <a:pt x="0" y="39149"/>
                  <a:pt x="1602" y="35625"/>
                  <a:pt x="5068" y="31517"/>
                </a:cubicBezTo>
                <a:lnTo>
                  <a:pt x="20026" y="13603"/>
                </a:lnTo>
                <a:lnTo>
                  <a:pt x="16050" y="10297"/>
                </a:lnTo>
                <a:lnTo>
                  <a:pt x="19575" y="6030"/>
                </a:lnTo>
                <a:lnTo>
                  <a:pt x="23565" y="9394"/>
                </a:lnTo>
                <a:lnTo>
                  <a:pt x="31415" y="0"/>
                </a:lnTo>
                <a:lnTo>
                  <a:pt x="36819" y="4559"/>
                </a:lnTo>
                <a:close/>
                <a:moveTo>
                  <a:pt x="36819" y="45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23F74-A96A-4724-AA1D-A3C0BFD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472" y="5579499"/>
            <a:ext cx="50014" cy="56087"/>
          </a:xfrm>
          <a:custGeom xmlns:a="http://schemas.openxmlformats.org/drawingml/2006/main">
            <a:pathLst>
              <a:path w="50014" h="56087">
                <a:moveTo>
                  <a:pt x="5695" y="19968"/>
                </a:moveTo>
                <a:lnTo>
                  <a:pt x="22356" y="0"/>
                </a:lnTo>
                <a:lnTo>
                  <a:pt x="27818" y="4500"/>
                </a:lnTo>
                <a:lnTo>
                  <a:pt x="11273" y="24293"/>
                </a:lnTo>
                <a:cubicBezTo>
                  <a:pt x="8651" y="27425"/>
                  <a:pt x="7340" y="30265"/>
                  <a:pt x="7224" y="32828"/>
                </a:cubicBezTo>
                <a:cubicBezTo>
                  <a:pt x="7107" y="35391"/>
                  <a:pt x="8302" y="37722"/>
                  <a:pt x="10749" y="39761"/>
                </a:cubicBezTo>
                <a:cubicBezTo>
                  <a:pt x="13661" y="42208"/>
                  <a:pt x="16793" y="43183"/>
                  <a:pt x="20026" y="42717"/>
                </a:cubicBezTo>
                <a:cubicBezTo>
                  <a:pt x="23274" y="42324"/>
                  <a:pt x="26289" y="40445"/>
                  <a:pt x="28954" y="37270"/>
                </a:cubicBezTo>
                <a:lnTo>
                  <a:pt x="44611" y="18540"/>
                </a:lnTo>
                <a:lnTo>
                  <a:pt x="50014" y="23099"/>
                </a:lnTo>
                <a:lnTo>
                  <a:pt x="22415" y="56087"/>
                </a:lnTo>
                <a:lnTo>
                  <a:pt x="17011" y="51543"/>
                </a:lnTo>
                <a:lnTo>
                  <a:pt x="21279" y="46475"/>
                </a:lnTo>
                <a:cubicBezTo>
                  <a:pt x="18264" y="47393"/>
                  <a:pt x="15482" y="47611"/>
                  <a:pt x="12919" y="47101"/>
                </a:cubicBezTo>
                <a:cubicBezTo>
                  <a:pt x="10414" y="46650"/>
                  <a:pt x="7967" y="45455"/>
                  <a:pt x="5636" y="43518"/>
                </a:cubicBezTo>
                <a:cubicBezTo>
                  <a:pt x="1879" y="40329"/>
                  <a:pt x="0" y="36746"/>
                  <a:pt x="0" y="32770"/>
                </a:cubicBezTo>
                <a:cubicBezTo>
                  <a:pt x="0" y="28779"/>
                  <a:pt x="1879" y="24512"/>
                  <a:pt x="5695" y="19968"/>
                </a:cubicBezTo>
                <a:close/>
                <a:moveTo>
                  <a:pt x="5695" y="199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544A7-1EC8-49E8-ADE7-47848C7A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674" y="5614424"/>
            <a:ext cx="49213" cy="44946"/>
          </a:xfrm>
          <a:custGeom xmlns:a="http://schemas.openxmlformats.org/drawingml/2006/main">
            <a:pathLst>
              <a:path w="49213" h="44946">
                <a:moveTo>
                  <a:pt x="49213" y="16050"/>
                </a:moveTo>
                <a:lnTo>
                  <a:pt x="44946" y="21162"/>
                </a:lnTo>
                <a:cubicBezTo>
                  <a:pt x="44043" y="19123"/>
                  <a:pt x="42950" y="17186"/>
                  <a:pt x="41640" y="15424"/>
                </a:cubicBezTo>
                <a:cubicBezTo>
                  <a:pt x="40285" y="13661"/>
                  <a:pt x="38741" y="12016"/>
                  <a:pt x="36979" y="10530"/>
                </a:cubicBezTo>
                <a:cubicBezTo>
                  <a:pt x="34314" y="8316"/>
                  <a:pt x="31925" y="7005"/>
                  <a:pt x="29930" y="6714"/>
                </a:cubicBezTo>
                <a:cubicBezTo>
                  <a:pt x="27876" y="6437"/>
                  <a:pt x="26172" y="7064"/>
                  <a:pt x="24803" y="8768"/>
                </a:cubicBezTo>
                <a:cubicBezTo>
                  <a:pt x="23725" y="10020"/>
                  <a:pt x="23390" y="11389"/>
                  <a:pt x="23725" y="12919"/>
                </a:cubicBezTo>
                <a:cubicBezTo>
                  <a:pt x="24119" y="14404"/>
                  <a:pt x="25488" y="16734"/>
                  <a:pt x="27818" y="19808"/>
                </a:cubicBezTo>
                <a:lnTo>
                  <a:pt x="29362" y="21788"/>
                </a:lnTo>
                <a:cubicBezTo>
                  <a:pt x="32551" y="25837"/>
                  <a:pt x="34314" y="29245"/>
                  <a:pt x="34649" y="32085"/>
                </a:cubicBezTo>
                <a:cubicBezTo>
                  <a:pt x="34984" y="34998"/>
                  <a:pt x="34081" y="37722"/>
                  <a:pt x="31809" y="40460"/>
                </a:cubicBezTo>
                <a:cubicBezTo>
                  <a:pt x="29245" y="43533"/>
                  <a:pt x="25997" y="44946"/>
                  <a:pt x="22080" y="44669"/>
                </a:cubicBezTo>
                <a:cubicBezTo>
                  <a:pt x="18147" y="44436"/>
                  <a:pt x="14113" y="42557"/>
                  <a:pt x="9846" y="38974"/>
                </a:cubicBezTo>
                <a:cubicBezTo>
                  <a:pt x="8083" y="37547"/>
                  <a:pt x="6379" y="35785"/>
                  <a:pt x="4777" y="33862"/>
                </a:cubicBezTo>
                <a:cubicBezTo>
                  <a:pt x="3131" y="31925"/>
                  <a:pt x="1544" y="29697"/>
                  <a:pt x="0" y="27250"/>
                </a:cubicBezTo>
                <a:lnTo>
                  <a:pt x="4661" y="21686"/>
                </a:lnTo>
                <a:cubicBezTo>
                  <a:pt x="5811" y="24352"/>
                  <a:pt x="7107" y="26798"/>
                  <a:pt x="8651" y="28969"/>
                </a:cubicBezTo>
                <a:cubicBezTo>
                  <a:pt x="10122" y="31066"/>
                  <a:pt x="11841" y="32945"/>
                  <a:pt x="13763" y="34532"/>
                </a:cubicBezTo>
                <a:cubicBezTo>
                  <a:pt x="16327" y="36702"/>
                  <a:pt x="18657" y="37897"/>
                  <a:pt x="20769" y="38173"/>
                </a:cubicBezTo>
                <a:cubicBezTo>
                  <a:pt x="22866" y="38465"/>
                  <a:pt x="24585" y="37780"/>
                  <a:pt x="25881" y="36193"/>
                </a:cubicBezTo>
                <a:cubicBezTo>
                  <a:pt x="27133" y="34707"/>
                  <a:pt x="27600" y="33178"/>
                  <a:pt x="27250" y="31576"/>
                </a:cubicBezTo>
                <a:cubicBezTo>
                  <a:pt x="26915" y="29930"/>
                  <a:pt x="25371" y="27366"/>
                  <a:pt x="22648" y="23842"/>
                </a:cubicBezTo>
                <a:lnTo>
                  <a:pt x="21104" y="21788"/>
                </a:lnTo>
                <a:cubicBezTo>
                  <a:pt x="18322" y="18322"/>
                  <a:pt x="16778" y="15191"/>
                  <a:pt x="16560" y="12467"/>
                </a:cubicBezTo>
                <a:cubicBezTo>
                  <a:pt x="16268" y="9787"/>
                  <a:pt x="17186" y="7122"/>
                  <a:pt x="19342" y="4617"/>
                </a:cubicBezTo>
                <a:cubicBezTo>
                  <a:pt x="21963" y="1486"/>
                  <a:pt x="25036" y="0"/>
                  <a:pt x="28677" y="175"/>
                </a:cubicBezTo>
                <a:cubicBezTo>
                  <a:pt x="32260" y="291"/>
                  <a:pt x="36076" y="2054"/>
                  <a:pt x="40169" y="5462"/>
                </a:cubicBezTo>
                <a:cubicBezTo>
                  <a:pt x="42164" y="7122"/>
                  <a:pt x="43926" y="8884"/>
                  <a:pt x="45397" y="10647"/>
                </a:cubicBezTo>
                <a:cubicBezTo>
                  <a:pt x="46941" y="12409"/>
                  <a:pt x="48194" y="14229"/>
                  <a:pt x="49213" y="16050"/>
                </a:cubicBezTo>
                <a:close/>
                <a:moveTo>
                  <a:pt x="49213" y="160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56473-6757-4C49-8A48-D8BA50AE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420" y="5035038"/>
            <a:ext cx="44028" cy="47902"/>
          </a:xfrm>
          <a:custGeom xmlns:a="http://schemas.openxmlformats.org/drawingml/2006/main">
            <a:pathLst>
              <a:path w="44028" h="47902">
                <a:moveTo>
                  <a:pt x="38290" y="0"/>
                </a:moveTo>
                <a:lnTo>
                  <a:pt x="44028" y="5185"/>
                </a:lnTo>
                <a:lnTo>
                  <a:pt x="5797" y="47902"/>
                </a:lnTo>
                <a:lnTo>
                  <a:pt x="0" y="42732"/>
                </a:lnTo>
                <a:lnTo>
                  <a:pt x="38290" y="0"/>
                </a:lnTo>
                <a:close/>
                <a:moveTo>
                  <a:pt x="3829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A0C07-A802-4438-B16B-5BEF3377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314" y="5060817"/>
            <a:ext cx="50466" cy="56087"/>
          </a:xfrm>
          <a:custGeom xmlns:a="http://schemas.openxmlformats.org/drawingml/2006/main">
            <a:pathLst>
              <a:path w="50466" h="56087">
                <a:moveTo>
                  <a:pt x="44145" y="36746"/>
                </a:moveTo>
                <a:lnTo>
                  <a:pt x="26798" y="56087"/>
                </a:lnTo>
                <a:lnTo>
                  <a:pt x="21570" y="51369"/>
                </a:lnTo>
                <a:lnTo>
                  <a:pt x="38741" y="32202"/>
                </a:lnTo>
                <a:cubicBezTo>
                  <a:pt x="41421" y="29187"/>
                  <a:pt x="42892" y="26332"/>
                  <a:pt x="43009" y="23769"/>
                </a:cubicBezTo>
                <a:cubicBezTo>
                  <a:pt x="43183" y="21220"/>
                  <a:pt x="42106" y="18875"/>
                  <a:pt x="39717" y="16778"/>
                </a:cubicBezTo>
                <a:cubicBezTo>
                  <a:pt x="36862" y="14215"/>
                  <a:pt x="33848" y="13137"/>
                  <a:pt x="30556" y="13472"/>
                </a:cubicBezTo>
                <a:cubicBezTo>
                  <a:pt x="27308" y="13822"/>
                  <a:pt x="24293" y="15526"/>
                  <a:pt x="21512" y="18657"/>
                </a:cubicBezTo>
                <a:lnTo>
                  <a:pt x="5287" y="36804"/>
                </a:lnTo>
                <a:lnTo>
                  <a:pt x="0" y="32027"/>
                </a:lnTo>
                <a:lnTo>
                  <a:pt x="28677" y="0"/>
                </a:lnTo>
                <a:lnTo>
                  <a:pt x="33964" y="4719"/>
                </a:lnTo>
                <a:lnTo>
                  <a:pt x="29478" y="9729"/>
                </a:lnTo>
                <a:cubicBezTo>
                  <a:pt x="32493" y="8928"/>
                  <a:pt x="35275" y="8811"/>
                  <a:pt x="37838" y="9379"/>
                </a:cubicBezTo>
                <a:cubicBezTo>
                  <a:pt x="40402" y="9947"/>
                  <a:pt x="42790" y="11258"/>
                  <a:pt x="45004" y="13254"/>
                </a:cubicBezTo>
                <a:cubicBezTo>
                  <a:pt x="48703" y="16545"/>
                  <a:pt x="50466" y="20186"/>
                  <a:pt x="50291" y="24119"/>
                </a:cubicBezTo>
                <a:cubicBezTo>
                  <a:pt x="50174" y="28095"/>
                  <a:pt x="48077" y="32304"/>
                  <a:pt x="44145" y="36746"/>
                </a:cubicBezTo>
                <a:close/>
                <a:moveTo>
                  <a:pt x="44145" y="36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3DFF1-C82F-4E87-9018-D8DCD39D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332" y="5096660"/>
            <a:ext cx="49548" cy="44887"/>
          </a:xfrm>
          <a:custGeom xmlns:a="http://schemas.openxmlformats.org/drawingml/2006/main">
            <a:pathLst>
              <a:path w="49548" h="44887">
                <a:moveTo>
                  <a:pt x="49548" y="16836"/>
                </a:moveTo>
                <a:lnTo>
                  <a:pt x="45106" y="21788"/>
                </a:lnTo>
                <a:cubicBezTo>
                  <a:pt x="44319" y="19676"/>
                  <a:pt x="43285" y="17739"/>
                  <a:pt x="41989" y="15919"/>
                </a:cubicBezTo>
                <a:cubicBezTo>
                  <a:pt x="40737" y="14098"/>
                  <a:pt x="39251" y="12453"/>
                  <a:pt x="37547" y="10923"/>
                </a:cubicBezTo>
                <a:cubicBezTo>
                  <a:pt x="34925" y="8578"/>
                  <a:pt x="32595" y="7224"/>
                  <a:pt x="30600" y="6816"/>
                </a:cubicBezTo>
                <a:cubicBezTo>
                  <a:pt x="28561" y="6481"/>
                  <a:pt x="26857" y="7107"/>
                  <a:pt x="25429" y="8695"/>
                </a:cubicBezTo>
                <a:cubicBezTo>
                  <a:pt x="24293" y="9889"/>
                  <a:pt x="23886" y="11258"/>
                  <a:pt x="24235" y="12788"/>
                </a:cubicBezTo>
                <a:cubicBezTo>
                  <a:pt x="24512" y="14331"/>
                  <a:pt x="25823" y="16720"/>
                  <a:pt x="28109" y="19851"/>
                </a:cubicBezTo>
                <a:lnTo>
                  <a:pt x="29522" y="21890"/>
                </a:lnTo>
                <a:cubicBezTo>
                  <a:pt x="32537" y="25997"/>
                  <a:pt x="34183" y="29522"/>
                  <a:pt x="34474" y="32362"/>
                </a:cubicBezTo>
                <a:cubicBezTo>
                  <a:pt x="34765" y="35260"/>
                  <a:pt x="33673" y="37998"/>
                  <a:pt x="31343" y="40620"/>
                </a:cubicBezTo>
                <a:cubicBezTo>
                  <a:pt x="28677" y="43577"/>
                  <a:pt x="25429" y="44887"/>
                  <a:pt x="21497" y="44538"/>
                </a:cubicBezTo>
                <a:cubicBezTo>
                  <a:pt x="17579" y="44145"/>
                  <a:pt x="13589" y="42091"/>
                  <a:pt x="9438" y="38450"/>
                </a:cubicBezTo>
                <a:cubicBezTo>
                  <a:pt x="7734" y="36921"/>
                  <a:pt x="6088" y="35100"/>
                  <a:pt x="4544" y="33105"/>
                </a:cubicBezTo>
                <a:cubicBezTo>
                  <a:pt x="2957" y="31110"/>
                  <a:pt x="1471" y="28837"/>
                  <a:pt x="0" y="26332"/>
                </a:cubicBezTo>
                <a:lnTo>
                  <a:pt x="4894" y="20929"/>
                </a:lnTo>
                <a:cubicBezTo>
                  <a:pt x="5913" y="23667"/>
                  <a:pt x="7166" y="26158"/>
                  <a:pt x="8593" y="28328"/>
                </a:cubicBezTo>
                <a:cubicBezTo>
                  <a:pt x="10006" y="30542"/>
                  <a:pt x="11666" y="32479"/>
                  <a:pt x="13545" y="34124"/>
                </a:cubicBezTo>
                <a:cubicBezTo>
                  <a:pt x="15977" y="36353"/>
                  <a:pt x="18264" y="37605"/>
                  <a:pt x="20361" y="37940"/>
                </a:cubicBezTo>
                <a:cubicBezTo>
                  <a:pt x="22473" y="38333"/>
                  <a:pt x="24235" y="37707"/>
                  <a:pt x="25604" y="36178"/>
                </a:cubicBezTo>
                <a:cubicBezTo>
                  <a:pt x="26857" y="34751"/>
                  <a:pt x="27366" y="33221"/>
                  <a:pt x="27075" y="31576"/>
                </a:cubicBezTo>
                <a:cubicBezTo>
                  <a:pt x="26798" y="29974"/>
                  <a:pt x="25371" y="27352"/>
                  <a:pt x="22691" y="23711"/>
                </a:cubicBezTo>
                <a:lnTo>
                  <a:pt x="21279" y="21614"/>
                </a:lnTo>
                <a:cubicBezTo>
                  <a:pt x="18657" y="18031"/>
                  <a:pt x="17230" y="14899"/>
                  <a:pt x="17069" y="12161"/>
                </a:cubicBezTo>
                <a:cubicBezTo>
                  <a:pt x="16836" y="9438"/>
                  <a:pt x="17856" y="6816"/>
                  <a:pt x="20084" y="4369"/>
                </a:cubicBezTo>
                <a:cubicBezTo>
                  <a:pt x="22808" y="1354"/>
                  <a:pt x="25939" y="0"/>
                  <a:pt x="29580" y="277"/>
                </a:cubicBezTo>
                <a:cubicBezTo>
                  <a:pt x="33163" y="510"/>
                  <a:pt x="36921" y="2447"/>
                  <a:pt x="40839" y="5913"/>
                </a:cubicBezTo>
                <a:cubicBezTo>
                  <a:pt x="42776" y="7675"/>
                  <a:pt x="44480" y="9438"/>
                  <a:pt x="45965" y="11258"/>
                </a:cubicBezTo>
                <a:cubicBezTo>
                  <a:pt x="47451" y="13079"/>
                  <a:pt x="48645" y="14958"/>
                  <a:pt x="49548" y="16836"/>
                </a:cubicBezTo>
                <a:close/>
                <a:moveTo>
                  <a:pt x="49548" y="168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12BA6-F29B-4F02-87E8-CDE7A7D0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26" y="5109113"/>
            <a:ext cx="45179" cy="49213"/>
          </a:xfrm>
          <a:custGeom xmlns:a="http://schemas.openxmlformats.org/drawingml/2006/main">
            <a:pathLst>
              <a:path w="45179" h="49213">
                <a:moveTo>
                  <a:pt x="28736" y="12467"/>
                </a:moveTo>
                <a:lnTo>
                  <a:pt x="33964" y="17186"/>
                </a:lnTo>
                <a:lnTo>
                  <a:pt x="5301" y="49213"/>
                </a:lnTo>
                <a:lnTo>
                  <a:pt x="0" y="44494"/>
                </a:lnTo>
                <a:lnTo>
                  <a:pt x="28736" y="12467"/>
                </a:lnTo>
                <a:close/>
                <a:moveTo>
                  <a:pt x="39892" y="0"/>
                </a:moveTo>
                <a:lnTo>
                  <a:pt x="45179" y="4719"/>
                </a:lnTo>
                <a:lnTo>
                  <a:pt x="39207" y="11375"/>
                </a:lnTo>
                <a:lnTo>
                  <a:pt x="33920" y="6656"/>
                </a:lnTo>
                <a:lnTo>
                  <a:pt x="39892" y="0"/>
                </a:lnTo>
                <a:close/>
                <a:moveTo>
                  <a:pt x="3989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06843-7B44-463E-8DB7-BD0E62D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603" y="5140237"/>
            <a:ext cx="62874" cy="57005"/>
          </a:xfrm>
          <a:custGeom xmlns:a="http://schemas.openxmlformats.org/drawingml/2006/main">
            <a:pathLst>
              <a:path w="62874" h="57005">
                <a:moveTo>
                  <a:pt x="43591" y="30440"/>
                </a:moveTo>
                <a:cubicBezTo>
                  <a:pt x="46999" y="26624"/>
                  <a:pt x="48878" y="22983"/>
                  <a:pt x="49155" y="19458"/>
                </a:cubicBezTo>
                <a:cubicBezTo>
                  <a:pt x="49504" y="15977"/>
                  <a:pt x="48194" y="12904"/>
                  <a:pt x="45354" y="10414"/>
                </a:cubicBezTo>
                <a:cubicBezTo>
                  <a:pt x="42557" y="7850"/>
                  <a:pt x="39426" y="6933"/>
                  <a:pt x="35959" y="7617"/>
                </a:cubicBezTo>
                <a:cubicBezTo>
                  <a:pt x="32493" y="8302"/>
                  <a:pt x="29085" y="10574"/>
                  <a:pt x="25662" y="14390"/>
                </a:cubicBezTo>
                <a:cubicBezTo>
                  <a:pt x="22254" y="18205"/>
                  <a:pt x="20434" y="21847"/>
                  <a:pt x="20084" y="25313"/>
                </a:cubicBezTo>
                <a:cubicBezTo>
                  <a:pt x="19808" y="28837"/>
                  <a:pt x="21060" y="31852"/>
                  <a:pt x="23900" y="34416"/>
                </a:cubicBezTo>
                <a:cubicBezTo>
                  <a:pt x="26740" y="36921"/>
                  <a:pt x="29872" y="37882"/>
                  <a:pt x="33338" y="37154"/>
                </a:cubicBezTo>
                <a:cubicBezTo>
                  <a:pt x="36761" y="36469"/>
                  <a:pt x="40169" y="34241"/>
                  <a:pt x="43591" y="30440"/>
                </a:cubicBezTo>
                <a:close/>
                <a:moveTo>
                  <a:pt x="37722" y="47553"/>
                </a:moveTo>
                <a:cubicBezTo>
                  <a:pt x="32828" y="53014"/>
                  <a:pt x="27993" y="55971"/>
                  <a:pt x="23216" y="56495"/>
                </a:cubicBezTo>
                <a:cubicBezTo>
                  <a:pt x="18380" y="57005"/>
                  <a:pt x="13487" y="55010"/>
                  <a:pt x="8535" y="50524"/>
                </a:cubicBezTo>
                <a:cubicBezTo>
                  <a:pt x="6656" y="48864"/>
                  <a:pt x="5010" y="47160"/>
                  <a:pt x="3641" y="45397"/>
                </a:cubicBezTo>
                <a:cubicBezTo>
                  <a:pt x="2228" y="43693"/>
                  <a:pt x="1034" y="41814"/>
                  <a:pt x="0" y="39877"/>
                </a:cubicBezTo>
                <a:lnTo>
                  <a:pt x="4617" y="34751"/>
                </a:lnTo>
                <a:cubicBezTo>
                  <a:pt x="5360" y="36979"/>
                  <a:pt x="6379" y="38974"/>
                  <a:pt x="7515" y="40678"/>
                </a:cubicBezTo>
                <a:cubicBezTo>
                  <a:pt x="8651" y="42441"/>
                  <a:pt x="10020" y="44028"/>
                  <a:pt x="11550" y="45455"/>
                </a:cubicBezTo>
                <a:cubicBezTo>
                  <a:pt x="15030" y="48529"/>
                  <a:pt x="18439" y="49941"/>
                  <a:pt x="21745" y="49665"/>
                </a:cubicBezTo>
                <a:cubicBezTo>
                  <a:pt x="25094" y="49373"/>
                  <a:pt x="28401" y="47451"/>
                  <a:pt x="31634" y="43810"/>
                </a:cubicBezTo>
                <a:lnTo>
                  <a:pt x="33964" y="41188"/>
                </a:lnTo>
                <a:cubicBezTo>
                  <a:pt x="31182" y="42091"/>
                  <a:pt x="28503" y="42266"/>
                  <a:pt x="26012" y="41698"/>
                </a:cubicBezTo>
                <a:cubicBezTo>
                  <a:pt x="23449" y="41130"/>
                  <a:pt x="21002" y="39761"/>
                  <a:pt x="18672" y="37664"/>
                </a:cubicBezTo>
                <a:cubicBezTo>
                  <a:pt x="14739" y="34124"/>
                  <a:pt x="12919" y="29813"/>
                  <a:pt x="13152" y="24628"/>
                </a:cubicBezTo>
                <a:cubicBezTo>
                  <a:pt x="13428" y="19516"/>
                  <a:pt x="15817" y="14448"/>
                  <a:pt x="20201" y="9496"/>
                </a:cubicBezTo>
                <a:cubicBezTo>
                  <a:pt x="24643" y="4544"/>
                  <a:pt x="29420" y="1646"/>
                  <a:pt x="34488" y="786"/>
                </a:cubicBezTo>
                <a:cubicBezTo>
                  <a:pt x="39601" y="0"/>
                  <a:pt x="44101" y="1311"/>
                  <a:pt x="48019" y="4835"/>
                </a:cubicBezTo>
                <a:cubicBezTo>
                  <a:pt x="50407" y="6933"/>
                  <a:pt x="52009" y="9219"/>
                  <a:pt x="52854" y="11666"/>
                </a:cubicBezTo>
                <a:cubicBezTo>
                  <a:pt x="53713" y="14157"/>
                  <a:pt x="53888" y="16778"/>
                  <a:pt x="53262" y="19618"/>
                </a:cubicBezTo>
                <a:lnTo>
                  <a:pt x="57588" y="14783"/>
                </a:lnTo>
                <a:lnTo>
                  <a:pt x="62874" y="19516"/>
                </a:lnTo>
                <a:lnTo>
                  <a:pt x="37722" y="47553"/>
                </a:lnTo>
                <a:close/>
                <a:moveTo>
                  <a:pt x="37722" y="475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E183CA-7CEC-45DB-824C-503C0F0F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446" y="5156782"/>
            <a:ext cx="50451" cy="68555"/>
          </a:xfrm>
          <a:custGeom xmlns:a="http://schemas.openxmlformats.org/drawingml/2006/main">
            <a:pathLst>
              <a:path w="50451" h="68555">
                <a:moveTo>
                  <a:pt x="44145" y="49213"/>
                </a:moveTo>
                <a:lnTo>
                  <a:pt x="26842" y="68555"/>
                </a:lnTo>
                <a:lnTo>
                  <a:pt x="21555" y="63836"/>
                </a:lnTo>
                <a:lnTo>
                  <a:pt x="38741" y="44669"/>
                </a:lnTo>
                <a:cubicBezTo>
                  <a:pt x="41465" y="41654"/>
                  <a:pt x="42892" y="38858"/>
                  <a:pt x="43067" y="36309"/>
                </a:cubicBezTo>
                <a:cubicBezTo>
                  <a:pt x="43227" y="33746"/>
                  <a:pt x="42091" y="31357"/>
                  <a:pt x="39761" y="29245"/>
                </a:cubicBezTo>
                <a:cubicBezTo>
                  <a:pt x="36921" y="26697"/>
                  <a:pt x="33848" y="25604"/>
                  <a:pt x="30600" y="25954"/>
                </a:cubicBezTo>
                <a:cubicBezTo>
                  <a:pt x="27308" y="26289"/>
                  <a:pt x="24293" y="28051"/>
                  <a:pt x="21497" y="31182"/>
                </a:cubicBezTo>
                <a:lnTo>
                  <a:pt x="5287" y="49271"/>
                </a:lnTo>
                <a:lnTo>
                  <a:pt x="0" y="44552"/>
                </a:lnTo>
                <a:lnTo>
                  <a:pt x="39819" y="0"/>
                </a:lnTo>
                <a:lnTo>
                  <a:pt x="45106" y="4733"/>
                </a:lnTo>
                <a:lnTo>
                  <a:pt x="29522" y="22196"/>
                </a:lnTo>
                <a:cubicBezTo>
                  <a:pt x="32479" y="21395"/>
                  <a:pt x="35260" y="21279"/>
                  <a:pt x="37824" y="21847"/>
                </a:cubicBezTo>
                <a:cubicBezTo>
                  <a:pt x="40387" y="22429"/>
                  <a:pt x="42776" y="23725"/>
                  <a:pt x="44989" y="25721"/>
                </a:cubicBezTo>
                <a:cubicBezTo>
                  <a:pt x="48689" y="29027"/>
                  <a:pt x="50451" y="32668"/>
                  <a:pt x="50291" y="36644"/>
                </a:cubicBezTo>
                <a:cubicBezTo>
                  <a:pt x="50174" y="40576"/>
                  <a:pt x="48121" y="44786"/>
                  <a:pt x="44145" y="49213"/>
                </a:cubicBezTo>
                <a:close/>
                <a:moveTo>
                  <a:pt x="44145" y="492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AF536-1719-471A-AB27-636DD65E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853" y="5193542"/>
            <a:ext cx="40620" cy="55578"/>
          </a:xfrm>
          <a:custGeom xmlns:a="http://schemas.openxmlformats.org/drawingml/2006/main">
            <a:pathLst>
              <a:path w="40620" h="55578">
                <a:moveTo>
                  <a:pt x="37955" y="4719"/>
                </a:moveTo>
                <a:lnTo>
                  <a:pt x="29813" y="13822"/>
                </a:lnTo>
                <a:lnTo>
                  <a:pt x="40620" y="23551"/>
                </a:lnTo>
                <a:lnTo>
                  <a:pt x="36979" y="27585"/>
                </a:lnTo>
                <a:lnTo>
                  <a:pt x="26172" y="17914"/>
                </a:lnTo>
                <a:lnTo>
                  <a:pt x="10588" y="35333"/>
                </a:lnTo>
                <a:cubicBezTo>
                  <a:pt x="8258" y="37940"/>
                  <a:pt x="7122" y="39936"/>
                  <a:pt x="7122" y="41305"/>
                </a:cubicBezTo>
                <a:cubicBezTo>
                  <a:pt x="7180" y="42674"/>
                  <a:pt x="8316" y="44378"/>
                  <a:pt x="10530" y="46315"/>
                </a:cubicBezTo>
                <a:lnTo>
                  <a:pt x="15875" y="51150"/>
                </a:lnTo>
                <a:lnTo>
                  <a:pt x="11957" y="55578"/>
                </a:lnTo>
                <a:lnTo>
                  <a:pt x="6554" y="50742"/>
                </a:lnTo>
                <a:cubicBezTo>
                  <a:pt x="2505" y="47101"/>
                  <a:pt x="350" y="43810"/>
                  <a:pt x="175" y="40911"/>
                </a:cubicBezTo>
                <a:cubicBezTo>
                  <a:pt x="0" y="37998"/>
                  <a:pt x="1704" y="34590"/>
                  <a:pt x="5301" y="30556"/>
                </a:cubicBezTo>
                <a:lnTo>
                  <a:pt x="20885" y="13195"/>
                </a:lnTo>
                <a:lnTo>
                  <a:pt x="17011" y="9729"/>
                </a:lnTo>
                <a:lnTo>
                  <a:pt x="20652" y="5636"/>
                </a:lnTo>
                <a:lnTo>
                  <a:pt x="24526" y="9103"/>
                </a:lnTo>
                <a:lnTo>
                  <a:pt x="32668" y="0"/>
                </a:lnTo>
                <a:lnTo>
                  <a:pt x="37955" y="4719"/>
                </a:lnTo>
                <a:close/>
                <a:moveTo>
                  <a:pt x="37955" y="47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BF3E0-CAE8-4D4B-86D6-126C53CA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432" y="5225686"/>
            <a:ext cx="49563" cy="44887"/>
          </a:xfrm>
          <a:custGeom xmlns:a="http://schemas.openxmlformats.org/drawingml/2006/main">
            <a:pathLst>
              <a:path w="49563" h="44887">
                <a:moveTo>
                  <a:pt x="49563" y="16778"/>
                </a:moveTo>
                <a:lnTo>
                  <a:pt x="45120" y="21788"/>
                </a:lnTo>
                <a:cubicBezTo>
                  <a:pt x="44319" y="19691"/>
                  <a:pt x="43300" y="17754"/>
                  <a:pt x="42047" y="15933"/>
                </a:cubicBezTo>
                <a:cubicBezTo>
                  <a:pt x="40737" y="14113"/>
                  <a:pt x="39266" y="12453"/>
                  <a:pt x="37547" y="10923"/>
                </a:cubicBezTo>
                <a:cubicBezTo>
                  <a:pt x="34940" y="8535"/>
                  <a:pt x="32610" y="7224"/>
                  <a:pt x="30614" y="6831"/>
                </a:cubicBezTo>
                <a:cubicBezTo>
                  <a:pt x="28561" y="6481"/>
                  <a:pt x="26857" y="7049"/>
                  <a:pt x="25429" y="8710"/>
                </a:cubicBezTo>
                <a:cubicBezTo>
                  <a:pt x="24293" y="9904"/>
                  <a:pt x="23958" y="11258"/>
                  <a:pt x="24235" y="12802"/>
                </a:cubicBezTo>
                <a:cubicBezTo>
                  <a:pt x="24526" y="14331"/>
                  <a:pt x="25837" y="16662"/>
                  <a:pt x="28109" y="19851"/>
                </a:cubicBezTo>
                <a:lnTo>
                  <a:pt x="29537" y="21847"/>
                </a:lnTo>
                <a:cubicBezTo>
                  <a:pt x="32551" y="25997"/>
                  <a:pt x="34197" y="29522"/>
                  <a:pt x="34488" y="32377"/>
                </a:cubicBezTo>
                <a:cubicBezTo>
                  <a:pt x="34765" y="35275"/>
                  <a:pt x="33687" y="37998"/>
                  <a:pt x="31357" y="40620"/>
                </a:cubicBezTo>
                <a:cubicBezTo>
                  <a:pt x="28677" y="43577"/>
                  <a:pt x="25429" y="44887"/>
                  <a:pt x="21512" y="44552"/>
                </a:cubicBezTo>
                <a:cubicBezTo>
                  <a:pt x="17579" y="44145"/>
                  <a:pt x="13603" y="42106"/>
                  <a:pt x="9452" y="38406"/>
                </a:cubicBezTo>
                <a:cubicBezTo>
                  <a:pt x="7748" y="36862"/>
                  <a:pt x="6088" y="35100"/>
                  <a:pt x="4559" y="33105"/>
                </a:cubicBezTo>
                <a:cubicBezTo>
                  <a:pt x="2957" y="31124"/>
                  <a:pt x="1486" y="28837"/>
                  <a:pt x="0" y="26347"/>
                </a:cubicBezTo>
                <a:lnTo>
                  <a:pt x="4894" y="20929"/>
                </a:lnTo>
                <a:cubicBezTo>
                  <a:pt x="5928" y="23667"/>
                  <a:pt x="7180" y="26172"/>
                  <a:pt x="8593" y="28328"/>
                </a:cubicBezTo>
                <a:cubicBezTo>
                  <a:pt x="10020" y="30556"/>
                  <a:pt x="11666" y="32479"/>
                  <a:pt x="13545" y="34139"/>
                </a:cubicBezTo>
                <a:cubicBezTo>
                  <a:pt x="15992" y="36353"/>
                  <a:pt x="18264" y="37605"/>
                  <a:pt x="20376" y="37940"/>
                </a:cubicBezTo>
                <a:cubicBezTo>
                  <a:pt x="22473" y="38290"/>
                  <a:pt x="24235" y="37722"/>
                  <a:pt x="25604" y="36178"/>
                </a:cubicBezTo>
                <a:cubicBezTo>
                  <a:pt x="26857" y="34765"/>
                  <a:pt x="27366" y="33221"/>
                  <a:pt x="27090" y="31576"/>
                </a:cubicBezTo>
                <a:cubicBezTo>
                  <a:pt x="26798" y="29988"/>
                  <a:pt x="25386" y="27366"/>
                  <a:pt x="22764" y="23725"/>
                </a:cubicBezTo>
                <a:lnTo>
                  <a:pt x="21279" y="21614"/>
                </a:lnTo>
                <a:cubicBezTo>
                  <a:pt x="18672" y="18031"/>
                  <a:pt x="17244" y="14841"/>
                  <a:pt x="17069" y="12176"/>
                </a:cubicBezTo>
                <a:cubicBezTo>
                  <a:pt x="16895" y="9438"/>
                  <a:pt x="17929" y="6831"/>
                  <a:pt x="20143" y="4384"/>
                </a:cubicBezTo>
                <a:cubicBezTo>
                  <a:pt x="22822" y="1369"/>
                  <a:pt x="25954" y="0"/>
                  <a:pt x="29595" y="233"/>
                </a:cubicBezTo>
                <a:cubicBezTo>
                  <a:pt x="33178" y="510"/>
                  <a:pt x="36935" y="2389"/>
                  <a:pt x="40853" y="5913"/>
                </a:cubicBezTo>
                <a:cubicBezTo>
                  <a:pt x="42848" y="7675"/>
                  <a:pt x="44494" y="9438"/>
                  <a:pt x="45980" y="11258"/>
                </a:cubicBezTo>
                <a:cubicBezTo>
                  <a:pt x="47451" y="13079"/>
                  <a:pt x="48645" y="14958"/>
                  <a:pt x="49563" y="16778"/>
                </a:cubicBezTo>
                <a:close/>
                <a:moveTo>
                  <a:pt x="49563" y="167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D9949-D9F6-48CC-95EC-BA74F04B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518" y="5240134"/>
            <a:ext cx="65263" cy="67360"/>
          </a:xfrm>
          <a:custGeom xmlns:a="http://schemas.openxmlformats.org/drawingml/2006/main">
            <a:pathLst>
              <a:path w="65263" h="67360">
                <a:moveTo>
                  <a:pt x="38232" y="0"/>
                </a:moveTo>
                <a:lnTo>
                  <a:pt x="65263" y="24177"/>
                </a:lnTo>
                <a:lnTo>
                  <a:pt x="60879" y="29012"/>
                </a:lnTo>
                <a:lnTo>
                  <a:pt x="39659" y="10020"/>
                </a:lnTo>
                <a:lnTo>
                  <a:pt x="28342" y="22706"/>
                </a:lnTo>
                <a:lnTo>
                  <a:pt x="48645" y="40911"/>
                </a:lnTo>
                <a:lnTo>
                  <a:pt x="44319" y="45747"/>
                </a:lnTo>
                <a:lnTo>
                  <a:pt x="23958" y="27541"/>
                </a:lnTo>
                <a:lnTo>
                  <a:pt x="10137" y="43009"/>
                </a:lnTo>
                <a:lnTo>
                  <a:pt x="31867" y="62467"/>
                </a:lnTo>
                <a:lnTo>
                  <a:pt x="27483" y="67360"/>
                </a:lnTo>
                <a:lnTo>
                  <a:pt x="0" y="42732"/>
                </a:lnTo>
                <a:lnTo>
                  <a:pt x="38232" y="0"/>
                </a:lnTo>
                <a:close/>
                <a:moveTo>
                  <a:pt x="3823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51F71-099A-4AE8-9EB7-74F7301D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103" y="5283550"/>
            <a:ext cx="50466" cy="56087"/>
          </a:xfrm>
          <a:custGeom xmlns:a="http://schemas.openxmlformats.org/drawingml/2006/main">
            <a:pathLst>
              <a:path w="50466" h="56087">
                <a:moveTo>
                  <a:pt x="44145" y="36746"/>
                </a:moveTo>
                <a:lnTo>
                  <a:pt x="26857" y="56087"/>
                </a:lnTo>
                <a:lnTo>
                  <a:pt x="21570" y="51369"/>
                </a:lnTo>
                <a:lnTo>
                  <a:pt x="38741" y="32202"/>
                </a:lnTo>
                <a:cubicBezTo>
                  <a:pt x="41421" y="29172"/>
                  <a:pt x="42892" y="26391"/>
                  <a:pt x="43067" y="23827"/>
                </a:cubicBezTo>
                <a:cubicBezTo>
                  <a:pt x="43183" y="21279"/>
                  <a:pt x="42106" y="18875"/>
                  <a:pt x="39775" y="16778"/>
                </a:cubicBezTo>
                <a:cubicBezTo>
                  <a:pt x="36921" y="14215"/>
                  <a:pt x="33848" y="13137"/>
                  <a:pt x="30614" y="13472"/>
                </a:cubicBezTo>
                <a:cubicBezTo>
                  <a:pt x="27308" y="13822"/>
                  <a:pt x="24293" y="15584"/>
                  <a:pt x="21512" y="18715"/>
                </a:cubicBezTo>
                <a:lnTo>
                  <a:pt x="5287" y="36804"/>
                </a:lnTo>
                <a:lnTo>
                  <a:pt x="0" y="32085"/>
                </a:lnTo>
                <a:lnTo>
                  <a:pt x="28677" y="0"/>
                </a:lnTo>
                <a:lnTo>
                  <a:pt x="33964" y="4777"/>
                </a:lnTo>
                <a:lnTo>
                  <a:pt x="29537" y="9729"/>
                </a:lnTo>
                <a:cubicBezTo>
                  <a:pt x="32493" y="8928"/>
                  <a:pt x="35275" y="8811"/>
                  <a:pt x="37838" y="9379"/>
                </a:cubicBezTo>
                <a:cubicBezTo>
                  <a:pt x="40402" y="9947"/>
                  <a:pt x="42790" y="11258"/>
                  <a:pt x="45004" y="13254"/>
                </a:cubicBezTo>
                <a:cubicBezTo>
                  <a:pt x="48703" y="16545"/>
                  <a:pt x="50466" y="20186"/>
                  <a:pt x="50291" y="24177"/>
                </a:cubicBezTo>
                <a:cubicBezTo>
                  <a:pt x="50174" y="28095"/>
                  <a:pt x="48135" y="32304"/>
                  <a:pt x="44145" y="36746"/>
                </a:cubicBezTo>
                <a:close/>
                <a:moveTo>
                  <a:pt x="44145" y="36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C3DC6-C10F-48B6-A108-F9FF1DE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524" y="5307844"/>
            <a:ext cx="40620" cy="55578"/>
          </a:xfrm>
          <a:custGeom xmlns:a="http://schemas.openxmlformats.org/drawingml/2006/main">
            <a:pathLst>
              <a:path w="40620" h="55578">
                <a:moveTo>
                  <a:pt x="37940" y="4719"/>
                </a:moveTo>
                <a:lnTo>
                  <a:pt x="29813" y="13822"/>
                </a:lnTo>
                <a:lnTo>
                  <a:pt x="40620" y="23492"/>
                </a:lnTo>
                <a:lnTo>
                  <a:pt x="36979" y="27585"/>
                </a:lnTo>
                <a:lnTo>
                  <a:pt x="26114" y="17914"/>
                </a:lnTo>
                <a:lnTo>
                  <a:pt x="10588" y="35319"/>
                </a:lnTo>
                <a:cubicBezTo>
                  <a:pt x="8243" y="37940"/>
                  <a:pt x="7049" y="39936"/>
                  <a:pt x="7107" y="41290"/>
                </a:cubicBezTo>
                <a:cubicBezTo>
                  <a:pt x="7166" y="42659"/>
                  <a:pt x="8302" y="44363"/>
                  <a:pt x="10472" y="46300"/>
                </a:cubicBezTo>
                <a:lnTo>
                  <a:pt x="15875" y="51136"/>
                </a:lnTo>
                <a:lnTo>
                  <a:pt x="11943" y="55578"/>
                </a:lnTo>
                <a:lnTo>
                  <a:pt x="6539" y="50742"/>
                </a:lnTo>
                <a:cubicBezTo>
                  <a:pt x="2505" y="47101"/>
                  <a:pt x="335" y="43795"/>
                  <a:pt x="175" y="40897"/>
                </a:cubicBezTo>
                <a:cubicBezTo>
                  <a:pt x="0" y="37998"/>
                  <a:pt x="1704" y="34590"/>
                  <a:pt x="5287" y="30542"/>
                </a:cubicBezTo>
                <a:lnTo>
                  <a:pt x="20827" y="13195"/>
                </a:lnTo>
                <a:lnTo>
                  <a:pt x="17011" y="9729"/>
                </a:lnTo>
                <a:lnTo>
                  <a:pt x="20652" y="5622"/>
                </a:lnTo>
                <a:lnTo>
                  <a:pt x="24526" y="9103"/>
                </a:lnTo>
                <a:lnTo>
                  <a:pt x="32653" y="0"/>
                </a:lnTo>
                <a:lnTo>
                  <a:pt x="37940" y="4719"/>
                </a:lnTo>
                <a:close/>
                <a:moveTo>
                  <a:pt x="37940" y="47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6562A-D907-45D4-9353-85F3EDA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414" y="5325073"/>
            <a:ext cx="45106" cy="49271"/>
          </a:xfrm>
          <a:custGeom xmlns:a="http://schemas.openxmlformats.org/drawingml/2006/main">
            <a:pathLst>
              <a:path w="45106" h="49271">
                <a:moveTo>
                  <a:pt x="28677" y="12467"/>
                </a:moveTo>
                <a:lnTo>
                  <a:pt x="33964" y="17186"/>
                </a:lnTo>
                <a:lnTo>
                  <a:pt x="5229" y="49271"/>
                </a:lnTo>
                <a:lnTo>
                  <a:pt x="0" y="44552"/>
                </a:lnTo>
                <a:lnTo>
                  <a:pt x="28677" y="12467"/>
                </a:lnTo>
                <a:close/>
                <a:moveTo>
                  <a:pt x="39819" y="0"/>
                </a:moveTo>
                <a:lnTo>
                  <a:pt x="45106" y="4719"/>
                </a:lnTo>
                <a:lnTo>
                  <a:pt x="39135" y="11375"/>
                </a:lnTo>
                <a:lnTo>
                  <a:pt x="33848" y="6656"/>
                </a:lnTo>
                <a:lnTo>
                  <a:pt x="39819" y="0"/>
                </a:lnTo>
                <a:close/>
                <a:moveTo>
                  <a:pt x="398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2A57D-025D-46AF-AF90-E3B996E5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775" y="5342944"/>
            <a:ext cx="40620" cy="55578"/>
          </a:xfrm>
          <a:custGeom xmlns:a="http://schemas.openxmlformats.org/drawingml/2006/main">
            <a:pathLst>
              <a:path w="40620" h="55578">
                <a:moveTo>
                  <a:pt x="37955" y="4777"/>
                </a:moveTo>
                <a:lnTo>
                  <a:pt x="29813" y="13880"/>
                </a:lnTo>
                <a:lnTo>
                  <a:pt x="40620" y="23551"/>
                </a:lnTo>
                <a:lnTo>
                  <a:pt x="36979" y="27643"/>
                </a:lnTo>
                <a:lnTo>
                  <a:pt x="26114" y="17972"/>
                </a:lnTo>
                <a:lnTo>
                  <a:pt x="10588" y="35319"/>
                </a:lnTo>
                <a:cubicBezTo>
                  <a:pt x="8258" y="37940"/>
                  <a:pt x="7064" y="39936"/>
                  <a:pt x="7122" y="41363"/>
                </a:cubicBezTo>
                <a:cubicBezTo>
                  <a:pt x="7166" y="42717"/>
                  <a:pt x="8316" y="44378"/>
                  <a:pt x="10472" y="46358"/>
                </a:cubicBezTo>
                <a:lnTo>
                  <a:pt x="15875" y="51194"/>
                </a:lnTo>
                <a:lnTo>
                  <a:pt x="11957" y="55578"/>
                </a:lnTo>
                <a:lnTo>
                  <a:pt x="6539" y="50742"/>
                </a:lnTo>
                <a:cubicBezTo>
                  <a:pt x="2505" y="47101"/>
                  <a:pt x="350" y="43853"/>
                  <a:pt x="175" y="40955"/>
                </a:cubicBezTo>
                <a:cubicBezTo>
                  <a:pt x="0" y="38057"/>
                  <a:pt x="1704" y="34590"/>
                  <a:pt x="5301" y="30600"/>
                </a:cubicBezTo>
                <a:lnTo>
                  <a:pt x="20827" y="13195"/>
                </a:lnTo>
                <a:lnTo>
                  <a:pt x="17011" y="9729"/>
                </a:lnTo>
                <a:lnTo>
                  <a:pt x="20652" y="5680"/>
                </a:lnTo>
                <a:lnTo>
                  <a:pt x="24526" y="9103"/>
                </a:lnTo>
                <a:lnTo>
                  <a:pt x="32653" y="0"/>
                </a:lnTo>
                <a:lnTo>
                  <a:pt x="37955" y="4777"/>
                </a:lnTo>
                <a:close/>
                <a:moveTo>
                  <a:pt x="37955" y="47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241F2-AA40-4572-A2A1-C804D75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839" y="5369335"/>
            <a:ext cx="67928" cy="53990"/>
          </a:xfrm>
          <a:custGeom xmlns:a="http://schemas.openxmlformats.org/drawingml/2006/main">
            <a:pathLst>
              <a:path w="67928" h="53990">
                <a:moveTo>
                  <a:pt x="22473" y="50349"/>
                </a:moveTo>
                <a:cubicBezTo>
                  <a:pt x="17579" y="52796"/>
                  <a:pt x="13938" y="53990"/>
                  <a:pt x="11433" y="53874"/>
                </a:cubicBezTo>
                <a:cubicBezTo>
                  <a:pt x="8986" y="53830"/>
                  <a:pt x="6598" y="52679"/>
                  <a:pt x="4209" y="50582"/>
                </a:cubicBezTo>
                <a:lnTo>
                  <a:pt x="0" y="46825"/>
                </a:lnTo>
                <a:lnTo>
                  <a:pt x="3976" y="42382"/>
                </a:lnTo>
                <a:lnTo>
                  <a:pt x="7049" y="45179"/>
                </a:lnTo>
                <a:cubicBezTo>
                  <a:pt x="8535" y="46490"/>
                  <a:pt x="9947" y="47116"/>
                  <a:pt x="11375" y="47174"/>
                </a:cubicBezTo>
                <a:cubicBezTo>
                  <a:pt x="12802" y="47174"/>
                  <a:pt x="15132" y="46373"/>
                  <a:pt x="18366" y="44669"/>
                </a:cubicBezTo>
                <a:lnTo>
                  <a:pt x="21439" y="43125"/>
                </a:lnTo>
                <a:lnTo>
                  <a:pt x="36746" y="0"/>
                </a:lnTo>
                <a:lnTo>
                  <a:pt x="42324" y="5010"/>
                </a:lnTo>
                <a:lnTo>
                  <a:pt x="29915" y="39033"/>
                </a:lnTo>
                <a:lnTo>
                  <a:pt x="62350" y="22924"/>
                </a:lnTo>
                <a:lnTo>
                  <a:pt x="67928" y="27935"/>
                </a:lnTo>
                <a:lnTo>
                  <a:pt x="22473" y="50349"/>
                </a:lnTo>
                <a:close/>
                <a:moveTo>
                  <a:pt x="22473" y="503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69143-7AEA-4C82-8E79-952CC312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547" y="5393293"/>
            <a:ext cx="60078" cy="72472"/>
          </a:xfrm>
          <a:custGeom xmlns:a="http://schemas.openxmlformats.org/drawingml/2006/main">
            <a:pathLst>
              <a:path w="60078" h="72472">
                <a:moveTo>
                  <a:pt x="38232" y="40795"/>
                </a:moveTo>
                <a:cubicBezTo>
                  <a:pt x="39076" y="42324"/>
                  <a:pt x="39484" y="44319"/>
                  <a:pt x="39426" y="46766"/>
                </a:cubicBezTo>
                <a:cubicBezTo>
                  <a:pt x="39368" y="49155"/>
                  <a:pt x="38858" y="52111"/>
                  <a:pt x="37882" y="55578"/>
                </a:cubicBezTo>
                <a:lnTo>
                  <a:pt x="33280" y="72472"/>
                </a:lnTo>
                <a:lnTo>
                  <a:pt x="27075" y="66953"/>
                </a:lnTo>
                <a:lnTo>
                  <a:pt x="31459" y="51092"/>
                </a:lnTo>
                <a:cubicBezTo>
                  <a:pt x="32595" y="46985"/>
                  <a:pt x="32930" y="43853"/>
                  <a:pt x="32420" y="41698"/>
                </a:cubicBezTo>
                <a:cubicBezTo>
                  <a:pt x="31911" y="39586"/>
                  <a:pt x="30542" y="37489"/>
                  <a:pt x="28269" y="35435"/>
                </a:cubicBezTo>
                <a:lnTo>
                  <a:pt x="21949" y="29813"/>
                </a:lnTo>
                <a:lnTo>
                  <a:pt x="5797" y="47902"/>
                </a:lnTo>
                <a:lnTo>
                  <a:pt x="0" y="42717"/>
                </a:lnTo>
                <a:lnTo>
                  <a:pt x="38290" y="0"/>
                </a:lnTo>
                <a:lnTo>
                  <a:pt x="51310" y="11666"/>
                </a:lnTo>
                <a:cubicBezTo>
                  <a:pt x="56204" y="16035"/>
                  <a:pt x="58942" y="20303"/>
                  <a:pt x="59510" y="24512"/>
                </a:cubicBezTo>
                <a:cubicBezTo>
                  <a:pt x="60078" y="28721"/>
                  <a:pt x="58534" y="32886"/>
                  <a:pt x="54835" y="36979"/>
                </a:cubicBezTo>
                <a:cubicBezTo>
                  <a:pt x="52446" y="39703"/>
                  <a:pt x="49781" y="41363"/>
                  <a:pt x="46926" y="42033"/>
                </a:cubicBezTo>
                <a:cubicBezTo>
                  <a:pt x="44145" y="42659"/>
                  <a:pt x="41188" y="42266"/>
                  <a:pt x="38232" y="40795"/>
                </a:cubicBezTo>
                <a:close/>
                <a:moveTo>
                  <a:pt x="39761" y="9889"/>
                </a:moveTo>
                <a:lnTo>
                  <a:pt x="26216" y="25080"/>
                </a:lnTo>
                <a:lnTo>
                  <a:pt x="33498" y="31576"/>
                </a:lnTo>
                <a:cubicBezTo>
                  <a:pt x="36236" y="34081"/>
                  <a:pt x="38960" y="35333"/>
                  <a:pt x="41523" y="35275"/>
                </a:cubicBezTo>
                <a:cubicBezTo>
                  <a:pt x="44086" y="35275"/>
                  <a:pt x="46475" y="34022"/>
                  <a:pt x="48747" y="31517"/>
                </a:cubicBezTo>
                <a:cubicBezTo>
                  <a:pt x="50975" y="29012"/>
                  <a:pt x="51937" y="26507"/>
                  <a:pt x="51660" y="23944"/>
                </a:cubicBezTo>
                <a:cubicBezTo>
                  <a:pt x="51369" y="21439"/>
                  <a:pt x="49839" y="18890"/>
                  <a:pt x="47043" y="16443"/>
                </a:cubicBezTo>
                <a:lnTo>
                  <a:pt x="39761" y="9889"/>
                </a:lnTo>
                <a:close/>
                <a:moveTo>
                  <a:pt x="39761" y="98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E00DA-BA51-46E7-B999-DE3D3085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556" y="5442899"/>
            <a:ext cx="44203" cy="48820"/>
          </a:xfrm>
          <a:custGeom xmlns:a="http://schemas.openxmlformats.org/drawingml/2006/main">
            <a:pathLst>
              <a:path w="44203" h="48820">
                <a:moveTo>
                  <a:pt x="37780" y="34197"/>
                </a:moveTo>
                <a:lnTo>
                  <a:pt x="35493" y="36746"/>
                </a:lnTo>
                <a:lnTo>
                  <a:pt x="11258" y="15074"/>
                </a:lnTo>
                <a:cubicBezTo>
                  <a:pt x="8243" y="18948"/>
                  <a:pt x="6874" y="22648"/>
                  <a:pt x="7166" y="26289"/>
                </a:cubicBezTo>
                <a:cubicBezTo>
                  <a:pt x="7399" y="29988"/>
                  <a:pt x="9278" y="33338"/>
                  <a:pt x="12744" y="36469"/>
                </a:cubicBezTo>
                <a:cubicBezTo>
                  <a:pt x="14783" y="38290"/>
                  <a:pt x="16953" y="39761"/>
                  <a:pt x="19283" y="40955"/>
                </a:cubicBezTo>
                <a:cubicBezTo>
                  <a:pt x="21614" y="42208"/>
                  <a:pt x="24177" y="43125"/>
                  <a:pt x="26959" y="43810"/>
                </a:cubicBezTo>
                <a:lnTo>
                  <a:pt x="22531" y="48820"/>
                </a:lnTo>
                <a:cubicBezTo>
                  <a:pt x="19910" y="47902"/>
                  <a:pt x="17404" y="46766"/>
                  <a:pt x="15074" y="45397"/>
                </a:cubicBezTo>
                <a:cubicBezTo>
                  <a:pt x="12686" y="44086"/>
                  <a:pt x="10472" y="42499"/>
                  <a:pt x="8476" y="40678"/>
                </a:cubicBezTo>
                <a:cubicBezTo>
                  <a:pt x="3350" y="36076"/>
                  <a:pt x="626" y="30949"/>
                  <a:pt x="277" y="25313"/>
                </a:cubicBezTo>
                <a:cubicBezTo>
                  <a:pt x="0" y="19691"/>
                  <a:pt x="2097" y="14273"/>
                  <a:pt x="6656" y="9219"/>
                </a:cubicBezTo>
                <a:cubicBezTo>
                  <a:pt x="11317" y="3976"/>
                  <a:pt x="16443" y="1078"/>
                  <a:pt x="22065" y="568"/>
                </a:cubicBezTo>
                <a:cubicBezTo>
                  <a:pt x="27643" y="0"/>
                  <a:pt x="32828" y="1879"/>
                  <a:pt x="37664" y="6204"/>
                </a:cubicBezTo>
                <a:cubicBezTo>
                  <a:pt x="41989" y="10064"/>
                  <a:pt x="44145" y="14506"/>
                  <a:pt x="44145" y="19516"/>
                </a:cubicBezTo>
                <a:cubicBezTo>
                  <a:pt x="44203" y="24526"/>
                  <a:pt x="42047" y="29420"/>
                  <a:pt x="37780" y="34197"/>
                </a:cubicBezTo>
                <a:close/>
                <a:moveTo>
                  <a:pt x="33906" y="27935"/>
                </a:moveTo>
                <a:cubicBezTo>
                  <a:pt x="36469" y="25036"/>
                  <a:pt x="37722" y="22021"/>
                  <a:pt x="37664" y="18890"/>
                </a:cubicBezTo>
                <a:cubicBezTo>
                  <a:pt x="37605" y="15759"/>
                  <a:pt x="36294" y="13035"/>
                  <a:pt x="33731" y="10690"/>
                </a:cubicBezTo>
                <a:cubicBezTo>
                  <a:pt x="30775" y="8083"/>
                  <a:pt x="27701" y="6772"/>
                  <a:pt x="24454" y="6889"/>
                </a:cubicBezTo>
                <a:cubicBezTo>
                  <a:pt x="21162" y="6947"/>
                  <a:pt x="18089" y="8360"/>
                  <a:pt x="15132" y="11156"/>
                </a:cubicBezTo>
                <a:lnTo>
                  <a:pt x="33906" y="27935"/>
                </a:lnTo>
                <a:close/>
                <a:moveTo>
                  <a:pt x="33906" y="279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B8970-C0C1-470A-B065-7A1B5B74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47" y="5457638"/>
            <a:ext cx="45120" cy="49213"/>
          </a:xfrm>
          <a:custGeom xmlns:a="http://schemas.openxmlformats.org/drawingml/2006/main">
            <a:pathLst>
              <a:path w="45120" h="49213">
                <a:moveTo>
                  <a:pt x="39877" y="0"/>
                </a:moveTo>
                <a:lnTo>
                  <a:pt x="45120" y="4719"/>
                </a:lnTo>
                <a:lnTo>
                  <a:pt x="5287" y="49213"/>
                </a:lnTo>
                <a:lnTo>
                  <a:pt x="0" y="44538"/>
                </a:lnTo>
                <a:lnTo>
                  <a:pt x="39877" y="0"/>
                </a:lnTo>
                <a:close/>
                <a:moveTo>
                  <a:pt x="398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8C2CB-CD9B-47ED-AC0A-58EDE055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842" y="5489782"/>
            <a:ext cx="44203" cy="48747"/>
          </a:xfrm>
          <a:custGeom xmlns:a="http://schemas.openxmlformats.org/drawingml/2006/main">
            <a:pathLst>
              <a:path w="44203" h="48747">
                <a:moveTo>
                  <a:pt x="37824" y="34124"/>
                </a:moveTo>
                <a:lnTo>
                  <a:pt x="35552" y="36746"/>
                </a:lnTo>
                <a:lnTo>
                  <a:pt x="11317" y="15074"/>
                </a:lnTo>
                <a:cubicBezTo>
                  <a:pt x="8302" y="18890"/>
                  <a:pt x="6933" y="22633"/>
                  <a:pt x="7166" y="26274"/>
                </a:cubicBezTo>
                <a:cubicBezTo>
                  <a:pt x="7442" y="29915"/>
                  <a:pt x="9321" y="33338"/>
                  <a:pt x="12802" y="36411"/>
                </a:cubicBezTo>
                <a:cubicBezTo>
                  <a:pt x="14841" y="38232"/>
                  <a:pt x="17011" y="39761"/>
                  <a:pt x="19342" y="40955"/>
                </a:cubicBezTo>
                <a:cubicBezTo>
                  <a:pt x="21672" y="42149"/>
                  <a:pt x="24235" y="43125"/>
                  <a:pt x="27017" y="43810"/>
                </a:cubicBezTo>
                <a:lnTo>
                  <a:pt x="22531" y="48747"/>
                </a:lnTo>
                <a:cubicBezTo>
                  <a:pt x="19910" y="47902"/>
                  <a:pt x="17463" y="46766"/>
                  <a:pt x="15074" y="45397"/>
                </a:cubicBezTo>
                <a:cubicBezTo>
                  <a:pt x="12744" y="44028"/>
                  <a:pt x="10515" y="42441"/>
                  <a:pt x="8476" y="40620"/>
                </a:cubicBezTo>
                <a:cubicBezTo>
                  <a:pt x="3350" y="36061"/>
                  <a:pt x="685" y="30949"/>
                  <a:pt x="335" y="25313"/>
                </a:cubicBezTo>
                <a:cubicBezTo>
                  <a:pt x="0" y="19618"/>
                  <a:pt x="2156" y="14273"/>
                  <a:pt x="6656" y="9219"/>
                </a:cubicBezTo>
                <a:cubicBezTo>
                  <a:pt x="11375" y="3918"/>
                  <a:pt x="16487" y="1078"/>
                  <a:pt x="22065" y="510"/>
                </a:cubicBezTo>
                <a:cubicBezTo>
                  <a:pt x="27701" y="0"/>
                  <a:pt x="32872" y="1879"/>
                  <a:pt x="37707" y="6146"/>
                </a:cubicBezTo>
                <a:cubicBezTo>
                  <a:pt x="41975" y="10006"/>
                  <a:pt x="44203" y="14448"/>
                  <a:pt x="44203" y="19458"/>
                </a:cubicBezTo>
                <a:cubicBezTo>
                  <a:pt x="44203" y="24512"/>
                  <a:pt x="42091" y="29406"/>
                  <a:pt x="37824" y="34124"/>
                </a:cubicBezTo>
                <a:close/>
                <a:moveTo>
                  <a:pt x="33964" y="27876"/>
                </a:moveTo>
                <a:cubicBezTo>
                  <a:pt x="36513" y="24978"/>
                  <a:pt x="37707" y="21963"/>
                  <a:pt x="37707" y="18832"/>
                </a:cubicBezTo>
                <a:cubicBezTo>
                  <a:pt x="37664" y="15700"/>
                  <a:pt x="36353" y="12962"/>
                  <a:pt x="33789" y="10690"/>
                </a:cubicBezTo>
                <a:cubicBezTo>
                  <a:pt x="30833" y="8025"/>
                  <a:pt x="27760" y="6772"/>
                  <a:pt x="24454" y="6831"/>
                </a:cubicBezTo>
                <a:cubicBezTo>
                  <a:pt x="21220" y="6933"/>
                  <a:pt x="18147" y="8360"/>
                  <a:pt x="15132" y="11142"/>
                </a:cubicBezTo>
                <a:lnTo>
                  <a:pt x="33964" y="27876"/>
                </a:lnTo>
                <a:close/>
                <a:moveTo>
                  <a:pt x="33964" y="278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0DA05-96CE-4908-B828-5D598F79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035" y="5513609"/>
            <a:ext cx="47844" cy="49155"/>
          </a:xfrm>
          <a:custGeom xmlns:a="http://schemas.openxmlformats.org/drawingml/2006/main">
            <a:pathLst>
              <a:path w="47844" h="49155">
                <a:moveTo>
                  <a:pt x="16676" y="0"/>
                </a:moveTo>
                <a:lnTo>
                  <a:pt x="22240" y="4952"/>
                </a:lnTo>
                <a:lnTo>
                  <a:pt x="8200" y="40853"/>
                </a:lnTo>
                <a:lnTo>
                  <a:pt x="42266" y="22939"/>
                </a:lnTo>
                <a:lnTo>
                  <a:pt x="47844" y="27891"/>
                </a:lnTo>
                <a:lnTo>
                  <a:pt x="7166" y="49155"/>
                </a:lnTo>
                <a:lnTo>
                  <a:pt x="0" y="42790"/>
                </a:lnTo>
                <a:lnTo>
                  <a:pt x="16676" y="0"/>
                </a:lnTo>
                <a:close/>
                <a:moveTo>
                  <a:pt x="166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B6F86-E39C-4113-8279-9432F433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829" y="5549802"/>
            <a:ext cx="45572" cy="52679"/>
          </a:xfrm>
          <a:custGeom xmlns:a="http://schemas.openxmlformats.org/drawingml/2006/main">
            <a:pathLst>
              <a:path w="45572" h="52679">
                <a:moveTo>
                  <a:pt x="26624" y="27192"/>
                </a:moveTo>
                <a:cubicBezTo>
                  <a:pt x="22356" y="23376"/>
                  <a:pt x="18992" y="21220"/>
                  <a:pt x="16487" y="20711"/>
                </a:cubicBezTo>
                <a:cubicBezTo>
                  <a:pt x="13996" y="20245"/>
                  <a:pt x="11652" y="21162"/>
                  <a:pt x="9554" y="23492"/>
                </a:cubicBezTo>
                <a:cubicBezTo>
                  <a:pt x="7908" y="25371"/>
                  <a:pt x="7166" y="27425"/>
                  <a:pt x="7442" y="29580"/>
                </a:cubicBezTo>
                <a:cubicBezTo>
                  <a:pt x="7675" y="31794"/>
                  <a:pt x="8870" y="33848"/>
                  <a:pt x="10967" y="35726"/>
                </a:cubicBezTo>
                <a:cubicBezTo>
                  <a:pt x="13880" y="38348"/>
                  <a:pt x="17171" y="39426"/>
                  <a:pt x="20754" y="38916"/>
                </a:cubicBezTo>
                <a:cubicBezTo>
                  <a:pt x="24395" y="38450"/>
                  <a:pt x="27760" y="36469"/>
                  <a:pt x="30833" y="33047"/>
                </a:cubicBezTo>
                <a:lnTo>
                  <a:pt x="31852" y="31852"/>
                </a:lnTo>
                <a:lnTo>
                  <a:pt x="26624" y="27192"/>
                </a:lnTo>
                <a:close/>
                <a:moveTo>
                  <a:pt x="39076" y="34416"/>
                </a:moveTo>
                <a:lnTo>
                  <a:pt x="22691" y="52679"/>
                </a:lnTo>
                <a:lnTo>
                  <a:pt x="17463" y="47961"/>
                </a:lnTo>
                <a:lnTo>
                  <a:pt x="21788" y="43125"/>
                </a:lnTo>
                <a:cubicBezTo>
                  <a:pt x="18832" y="43970"/>
                  <a:pt x="16094" y="44086"/>
                  <a:pt x="13414" y="43402"/>
                </a:cubicBezTo>
                <a:cubicBezTo>
                  <a:pt x="10807" y="42717"/>
                  <a:pt x="8185" y="41246"/>
                  <a:pt x="5622" y="38916"/>
                </a:cubicBezTo>
                <a:cubicBezTo>
                  <a:pt x="2330" y="35959"/>
                  <a:pt x="568" y="32712"/>
                  <a:pt x="277" y="29129"/>
                </a:cubicBezTo>
                <a:cubicBezTo>
                  <a:pt x="0" y="25546"/>
                  <a:pt x="1253" y="22240"/>
                  <a:pt x="3976" y="19108"/>
                </a:cubicBezTo>
                <a:cubicBezTo>
                  <a:pt x="7224" y="15526"/>
                  <a:pt x="10865" y="13880"/>
                  <a:pt x="14899" y="14215"/>
                </a:cubicBezTo>
                <a:cubicBezTo>
                  <a:pt x="18934" y="14564"/>
                  <a:pt x="23376" y="16836"/>
                  <a:pt x="28153" y="21162"/>
                </a:cubicBezTo>
                <a:lnTo>
                  <a:pt x="35552" y="27760"/>
                </a:lnTo>
                <a:lnTo>
                  <a:pt x="36003" y="27250"/>
                </a:lnTo>
                <a:cubicBezTo>
                  <a:pt x="38173" y="24803"/>
                  <a:pt x="39076" y="22240"/>
                  <a:pt x="38683" y="19458"/>
                </a:cubicBezTo>
                <a:cubicBezTo>
                  <a:pt x="38232" y="16720"/>
                  <a:pt x="36629" y="14055"/>
                  <a:pt x="33731" y="11491"/>
                </a:cubicBezTo>
                <a:cubicBezTo>
                  <a:pt x="31911" y="9846"/>
                  <a:pt x="29915" y="8476"/>
                  <a:pt x="27760" y="7340"/>
                </a:cubicBezTo>
                <a:cubicBezTo>
                  <a:pt x="25648" y="6263"/>
                  <a:pt x="23376" y="5403"/>
                  <a:pt x="20987" y="4835"/>
                </a:cubicBezTo>
                <a:lnTo>
                  <a:pt x="25371" y="0"/>
                </a:lnTo>
                <a:cubicBezTo>
                  <a:pt x="27978" y="961"/>
                  <a:pt x="30323" y="2039"/>
                  <a:pt x="32479" y="3350"/>
                </a:cubicBezTo>
                <a:cubicBezTo>
                  <a:pt x="34590" y="4602"/>
                  <a:pt x="36513" y="5971"/>
                  <a:pt x="38290" y="7501"/>
                </a:cubicBezTo>
                <a:cubicBezTo>
                  <a:pt x="42892" y="11666"/>
                  <a:pt x="45281" y="15992"/>
                  <a:pt x="45397" y="20419"/>
                </a:cubicBezTo>
                <a:cubicBezTo>
                  <a:pt x="45572" y="24861"/>
                  <a:pt x="43460" y="29522"/>
                  <a:pt x="39076" y="34416"/>
                </a:cubicBezTo>
                <a:close/>
                <a:moveTo>
                  <a:pt x="39076" y="344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A014D-0257-478C-863E-571223C9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66" y="5579950"/>
            <a:ext cx="50451" cy="56102"/>
          </a:xfrm>
          <a:custGeom xmlns:a="http://schemas.openxmlformats.org/drawingml/2006/main">
            <a:pathLst>
              <a:path w="50451" h="56102">
                <a:moveTo>
                  <a:pt x="44145" y="36761"/>
                </a:moveTo>
                <a:lnTo>
                  <a:pt x="26842" y="56102"/>
                </a:lnTo>
                <a:lnTo>
                  <a:pt x="21555" y="51383"/>
                </a:lnTo>
                <a:lnTo>
                  <a:pt x="38741" y="32202"/>
                </a:lnTo>
                <a:cubicBezTo>
                  <a:pt x="41465" y="29187"/>
                  <a:pt x="42892" y="26405"/>
                  <a:pt x="43067" y="23842"/>
                </a:cubicBezTo>
                <a:cubicBezTo>
                  <a:pt x="43227" y="21279"/>
                  <a:pt x="42149" y="18948"/>
                  <a:pt x="39761" y="16778"/>
                </a:cubicBezTo>
                <a:cubicBezTo>
                  <a:pt x="36921" y="14288"/>
                  <a:pt x="33848" y="13137"/>
                  <a:pt x="30600" y="13487"/>
                </a:cubicBezTo>
                <a:cubicBezTo>
                  <a:pt x="27366" y="13822"/>
                  <a:pt x="24293" y="15584"/>
                  <a:pt x="21497" y="18715"/>
                </a:cubicBezTo>
                <a:lnTo>
                  <a:pt x="5287" y="36819"/>
                </a:lnTo>
                <a:lnTo>
                  <a:pt x="0" y="32085"/>
                </a:lnTo>
                <a:lnTo>
                  <a:pt x="28663" y="0"/>
                </a:lnTo>
                <a:lnTo>
                  <a:pt x="33964" y="4777"/>
                </a:lnTo>
                <a:lnTo>
                  <a:pt x="29522" y="9729"/>
                </a:lnTo>
                <a:cubicBezTo>
                  <a:pt x="32537" y="8928"/>
                  <a:pt x="35275" y="8826"/>
                  <a:pt x="37824" y="9394"/>
                </a:cubicBezTo>
                <a:cubicBezTo>
                  <a:pt x="40387" y="10020"/>
                  <a:pt x="42776" y="11273"/>
                  <a:pt x="45048" y="13254"/>
                </a:cubicBezTo>
                <a:cubicBezTo>
                  <a:pt x="48689" y="16560"/>
                  <a:pt x="50451" y="20201"/>
                  <a:pt x="50349" y="24177"/>
                </a:cubicBezTo>
                <a:cubicBezTo>
                  <a:pt x="50174" y="28168"/>
                  <a:pt x="48121" y="32318"/>
                  <a:pt x="44145" y="36761"/>
                </a:cubicBezTo>
                <a:close/>
                <a:moveTo>
                  <a:pt x="44145" y="367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16F53-0562-4F2D-9926-BDC4F85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665" y="5618531"/>
            <a:ext cx="45514" cy="46358"/>
          </a:xfrm>
          <a:custGeom xmlns:a="http://schemas.openxmlformats.org/drawingml/2006/main">
            <a:pathLst>
              <a:path w="45514" h="46358">
                <a:moveTo>
                  <a:pt x="45514" y="16778"/>
                </a:moveTo>
                <a:lnTo>
                  <a:pt x="41072" y="21672"/>
                </a:lnTo>
                <a:cubicBezTo>
                  <a:pt x="40329" y="19502"/>
                  <a:pt x="39426" y="17579"/>
                  <a:pt x="38290" y="15817"/>
                </a:cubicBezTo>
                <a:cubicBezTo>
                  <a:pt x="37139" y="14040"/>
                  <a:pt x="35843" y="12511"/>
                  <a:pt x="34299" y="11142"/>
                </a:cubicBezTo>
                <a:cubicBezTo>
                  <a:pt x="30891" y="8069"/>
                  <a:pt x="27250" y="6816"/>
                  <a:pt x="23434" y="7282"/>
                </a:cubicBezTo>
                <a:cubicBezTo>
                  <a:pt x="19560" y="7734"/>
                  <a:pt x="15919" y="9947"/>
                  <a:pt x="12394" y="13822"/>
                </a:cubicBezTo>
                <a:cubicBezTo>
                  <a:pt x="8928" y="17739"/>
                  <a:pt x="7166" y="21614"/>
                  <a:pt x="7107" y="25488"/>
                </a:cubicBezTo>
                <a:cubicBezTo>
                  <a:pt x="7049" y="29347"/>
                  <a:pt x="8753" y="32814"/>
                  <a:pt x="12176" y="35887"/>
                </a:cubicBezTo>
                <a:cubicBezTo>
                  <a:pt x="13705" y="37256"/>
                  <a:pt x="15351" y="38392"/>
                  <a:pt x="17230" y="39309"/>
                </a:cubicBezTo>
                <a:cubicBezTo>
                  <a:pt x="19108" y="40212"/>
                  <a:pt x="21162" y="40955"/>
                  <a:pt x="23376" y="41465"/>
                </a:cubicBezTo>
                <a:lnTo>
                  <a:pt x="18992" y="46358"/>
                </a:lnTo>
                <a:cubicBezTo>
                  <a:pt x="16953" y="45732"/>
                  <a:pt x="14958" y="44887"/>
                  <a:pt x="13079" y="43795"/>
                </a:cubicBezTo>
                <a:cubicBezTo>
                  <a:pt x="11200" y="42717"/>
                  <a:pt x="9321" y="41407"/>
                  <a:pt x="7559" y="39819"/>
                </a:cubicBezTo>
                <a:cubicBezTo>
                  <a:pt x="2724" y="35493"/>
                  <a:pt x="277" y="30542"/>
                  <a:pt x="160" y="24963"/>
                </a:cubicBezTo>
                <a:cubicBezTo>
                  <a:pt x="0" y="19400"/>
                  <a:pt x="2272" y="14040"/>
                  <a:pt x="6874" y="8870"/>
                </a:cubicBezTo>
                <a:cubicBezTo>
                  <a:pt x="11550" y="3641"/>
                  <a:pt x="16662" y="845"/>
                  <a:pt x="22240" y="393"/>
                </a:cubicBezTo>
                <a:cubicBezTo>
                  <a:pt x="27760" y="0"/>
                  <a:pt x="33047" y="1981"/>
                  <a:pt x="38057" y="6481"/>
                </a:cubicBezTo>
                <a:cubicBezTo>
                  <a:pt x="39644" y="7952"/>
                  <a:pt x="41072" y="9496"/>
                  <a:pt x="42324" y="11258"/>
                </a:cubicBezTo>
                <a:cubicBezTo>
                  <a:pt x="43577" y="12962"/>
                  <a:pt x="44654" y="14783"/>
                  <a:pt x="45514" y="16778"/>
                </a:cubicBezTo>
                <a:close/>
                <a:moveTo>
                  <a:pt x="45514" y="167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E0F45-5B22-4DCE-A089-0C10E1A6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867" y="5647310"/>
            <a:ext cx="44203" cy="48820"/>
          </a:xfrm>
          <a:custGeom xmlns:a="http://schemas.openxmlformats.org/drawingml/2006/main">
            <a:pathLst>
              <a:path w="44203" h="48820">
                <a:moveTo>
                  <a:pt x="37765" y="34197"/>
                </a:moveTo>
                <a:lnTo>
                  <a:pt x="35493" y="36761"/>
                </a:lnTo>
                <a:lnTo>
                  <a:pt x="11258" y="15074"/>
                </a:lnTo>
                <a:cubicBezTo>
                  <a:pt x="8243" y="18890"/>
                  <a:pt x="6874" y="22648"/>
                  <a:pt x="7166" y="26289"/>
                </a:cubicBezTo>
                <a:cubicBezTo>
                  <a:pt x="7384" y="29930"/>
                  <a:pt x="9263" y="33338"/>
                  <a:pt x="12744" y="36469"/>
                </a:cubicBezTo>
                <a:cubicBezTo>
                  <a:pt x="14783" y="38290"/>
                  <a:pt x="16953" y="39775"/>
                  <a:pt x="19283" y="40970"/>
                </a:cubicBezTo>
                <a:cubicBezTo>
                  <a:pt x="21672" y="42222"/>
                  <a:pt x="24177" y="43125"/>
                  <a:pt x="26959" y="43810"/>
                </a:cubicBezTo>
                <a:lnTo>
                  <a:pt x="22517" y="48820"/>
                </a:lnTo>
                <a:cubicBezTo>
                  <a:pt x="19910" y="47902"/>
                  <a:pt x="17404" y="46766"/>
                  <a:pt x="15074" y="45397"/>
                </a:cubicBezTo>
                <a:cubicBezTo>
                  <a:pt x="12686" y="44086"/>
                  <a:pt x="10457" y="42499"/>
                  <a:pt x="8476" y="40678"/>
                </a:cubicBezTo>
                <a:cubicBezTo>
                  <a:pt x="3350" y="36076"/>
                  <a:pt x="626" y="30949"/>
                  <a:pt x="277" y="25313"/>
                </a:cubicBezTo>
                <a:cubicBezTo>
                  <a:pt x="0" y="19691"/>
                  <a:pt x="2097" y="14288"/>
                  <a:pt x="6656" y="9219"/>
                </a:cubicBezTo>
                <a:cubicBezTo>
                  <a:pt x="11317" y="3991"/>
                  <a:pt x="16487" y="1078"/>
                  <a:pt x="22065" y="568"/>
                </a:cubicBezTo>
                <a:cubicBezTo>
                  <a:pt x="27643" y="0"/>
                  <a:pt x="32872" y="1879"/>
                  <a:pt x="37649" y="6204"/>
                </a:cubicBezTo>
                <a:cubicBezTo>
                  <a:pt x="41975" y="10079"/>
                  <a:pt x="44145" y="14506"/>
                  <a:pt x="44145" y="19516"/>
                </a:cubicBezTo>
                <a:cubicBezTo>
                  <a:pt x="44203" y="24526"/>
                  <a:pt x="42033" y="29420"/>
                  <a:pt x="37765" y="34197"/>
                </a:cubicBezTo>
                <a:close/>
                <a:moveTo>
                  <a:pt x="33906" y="27935"/>
                </a:moveTo>
                <a:cubicBezTo>
                  <a:pt x="36455" y="25036"/>
                  <a:pt x="37707" y="22021"/>
                  <a:pt x="37649" y="18890"/>
                </a:cubicBezTo>
                <a:cubicBezTo>
                  <a:pt x="37649" y="15759"/>
                  <a:pt x="36294" y="13035"/>
                  <a:pt x="33731" y="10705"/>
                </a:cubicBezTo>
                <a:cubicBezTo>
                  <a:pt x="30775" y="8083"/>
                  <a:pt x="27701" y="6772"/>
                  <a:pt x="24454" y="6889"/>
                </a:cubicBezTo>
                <a:cubicBezTo>
                  <a:pt x="21220" y="6947"/>
                  <a:pt x="18089" y="8360"/>
                  <a:pt x="15132" y="11156"/>
                </a:cubicBezTo>
                <a:lnTo>
                  <a:pt x="33906" y="27935"/>
                </a:lnTo>
                <a:close/>
                <a:moveTo>
                  <a:pt x="33906" y="279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53227-EAAB-4DBD-AB13-11CAED4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305" y="5157816"/>
            <a:ext cx="45281" cy="46766"/>
          </a:xfrm>
          <a:custGeom xmlns:a="http://schemas.openxmlformats.org/drawingml/2006/main">
            <a:pathLst>
              <a:path w="45281" h="46766">
                <a:moveTo>
                  <a:pt x="39644" y="0"/>
                </a:moveTo>
                <a:lnTo>
                  <a:pt x="45281" y="5345"/>
                </a:lnTo>
                <a:lnTo>
                  <a:pt x="5564" y="46766"/>
                </a:lnTo>
                <a:lnTo>
                  <a:pt x="0" y="41363"/>
                </a:lnTo>
                <a:lnTo>
                  <a:pt x="39644" y="0"/>
                </a:lnTo>
                <a:close/>
                <a:moveTo>
                  <a:pt x="396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61DBC-7E9A-4CAC-AE5D-AF1DCD62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632" y="5183813"/>
            <a:ext cx="50859" cy="55986"/>
          </a:xfrm>
          <a:custGeom xmlns:a="http://schemas.openxmlformats.org/drawingml/2006/main">
            <a:pathLst>
              <a:path w="50859" h="55986">
                <a:moveTo>
                  <a:pt x="43970" y="37212"/>
                </a:moveTo>
                <a:lnTo>
                  <a:pt x="25997" y="55986"/>
                </a:lnTo>
                <a:lnTo>
                  <a:pt x="20871" y="51092"/>
                </a:lnTo>
                <a:lnTo>
                  <a:pt x="38683" y="32479"/>
                </a:lnTo>
                <a:cubicBezTo>
                  <a:pt x="41523" y="29580"/>
                  <a:pt x="43067" y="26798"/>
                  <a:pt x="43285" y="24235"/>
                </a:cubicBezTo>
                <a:cubicBezTo>
                  <a:pt x="43577" y="21672"/>
                  <a:pt x="42557" y="19342"/>
                  <a:pt x="40212" y="17128"/>
                </a:cubicBezTo>
                <a:cubicBezTo>
                  <a:pt x="37489" y="14506"/>
                  <a:pt x="34474" y="13254"/>
                  <a:pt x="31168" y="13487"/>
                </a:cubicBezTo>
                <a:cubicBezTo>
                  <a:pt x="27935" y="13705"/>
                  <a:pt x="24861" y="15365"/>
                  <a:pt x="21963" y="18380"/>
                </a:cubicBezTo>
                <a:lnTo>
                  <a:pt x="5112" y="35959"/>
                </a:lnTo>
                <a:lnTo>
                  <a:pt x="0" y="31008"/>
                </a:lnTo>
                <a:lnTo>
                  <a:pt x="29755" y="0"/>
                </a:lnTo>
                <a:lnTo>
                  <a:pt x="34867" y="4894"/>
                </a:lnTo>
                <a:lnTo>
                  <a:pt x="30265" y="9729"/>
                </a:lnTo>
                <a:cubicBezTo>
                  <a:pt x="33280" y="9044"/>
                  <a:pt x="36003" y="8986"/>
                  <a:pt x="38567" y="9671"/>
                </a:cubicBezTo>
                <a:cubicBezTo>
                  <a:pt x="41130" y="10355"/>
                  <a:pt x="43460" y="11724"/>
                  <a:pt x="45616" y="13763"/>
                </a:cubicBezTo>
                <a:cubicBezTo>
                  <a:pt x="49213" y="17186"/>
                  <a:pt x="50859" y="20885"/>
                  <a:pt x="50568" y="24861"/>
                </a:cubicBezTo>
                <a:cubicBezTo>
                  <a:pt x="50291" y="28794"/>
                  <a:pt x="48062" y="32945"/>
                  <a:pt x="43970" y="37212"/>
                </a:cubicBezTo>
                <a:close/>
                <a:moveTo>
                  <a:pt x="43970" y="372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7EFD1-F475-4D13-A212-D02B5860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15" y="5220734"/>
            <a:ext cx="49839" cy="44887"/>
          </a:xfrm>
          <a:custGeom xmlns:a="http://schemas.openxmlformats.org/drawingml/2006/main">
            <a:pathLst>
              <a:path w="49839" h="44887">
                <a:moveTo>
                  <a:pt x="49839" y="17637"/>
                </a:moveTo>
                <a:lnTo>
                  <a:pt x="45237" y="22473"/>
                </a:lnTo>
                <a:cubicBezTo>
                  <a:pt x="44494" y="20317"/>
                  <a:pt x="43518" y="18322"/>
                  <a:pt x="42324" y="16501"/>
                </a:cubicBezTo>
                <a:cubicBezTo>
                  <a:pt x="41130" y="14623"/>
                  <a:pt x="39717" y="12919"/>
                  <a:pt x="38057" y="11317"/>
                </a:cubicBezTo>
                <a:cubicBezTo>
                  <a:pt x="35508" y="8870"/>
                  <a:pt x="33221" y="7457"/>
                  <a:pt x="31241" y="7005"/>
                </a:cubicBezTo>
                <a:cubicBezTo>
                  <a:pt x="29245" y="6539"/>
                  <a:pt x="27483" y="7107"/>
                  <a:pt x="25997" y="8710"/>
                </a:cubicBezTo>
                <a:cubicBezTo>
                  <a:pt x="24861" y="9846"/>
                  <a:pt x="24410" y="11215"/>
                  <a:pt x="24687" y="12744"/>
                </a:cubicBezTo>
                <a:cubicBezTo>
                  <a:pt x="24920" y="14288"/>
                  <a:pt x="26114" y="16676"/>
                  <a:pt x="28269" y="19910"/>
                </a:cubicBezTo>
                <a:lnTo>
                  <a:pt x="29639" y="22021"/>
                </a:lnTo>
                <a:cubicBezTo>
                  <a:pt x="32537" y="26230"/>
                  <a:pt x="34081" y="29813"/>
                  <a:pt x="34255" y="32653"/>
                </a:cubicBezTo>
                <a:cubicBezTo>
                  <a:pt x="34416" y="35566"/>
                  <a:pt x="33280" y="38232"/>
                  <a:pt x="30833" y="40795"/>
                </a:cubicBezTo>
                <a:cubicBezTo>
                  <a:pt x="28109" y="43693"/>
                  <a:pt x="24745" y="44887"/>
                  <a:pt x="20885" y="44378"/>
                </a:cubicBezTo>
                <a:cubicBezTo>
                  <a:pt x="16953" y="43868"/>
                  <a:pt x="13035" y="41698"/>
                  <a:pt x="9044" y="37838"/>
                </a:cubicBezTo>
                <a:cubicBezTo>
                  <a:pt x="7399" y="36236"/>
                  <a:pt x="5797" y="34416"/>
                  <a:pt x="4326" y="32377"/>
                </a:cubicBezTo>
                <a:cubicBezTo>
                  <a:pt x="2782" y="30323"/>
                  <a:pt x="1369" y="28051"/>
                  <a:pt x="0" y="25488"/>
                </a:cubicBezTo>
                <a:lnTo>
                  <a:pt x="5068" y="20201"/>
                </a:lnTo>
                <a:cubicBezTo>
                  <a:pt x="5971" y="22983"/>
                  <a:pt x="7166" y="25488"/>
                  <a:pt x="8476" y="27760"/>
                </a:cubicBezTo>
                <a:cubicBezTo>
                  <a:pt x="9846" y="29988"/>
                  <a:pt x="11433" y="31969"/>
                  <a:pt x="13254" y="33687"/>
                </a:cubicBezTo>
                <a:cubicBezTo>
                  <a:pt x="15642" y="36018"/>
                  <a:pt x="17871" y="37372"/>
                  <a:pt x="19968" y="37780"/>
                </a:cubicBezTo>
                <a:cubicBezTo>
                  <a:pt x="22021" y="38173"/>
                  <a:pt x="23784" y="37664"/>
                  <a:pt x="25255" y="36134"/>
                </a:cubicBezTo>
                <a:cubicBezTo>
                  <a:pt x="26565" y="34765"/>
                  <a:pt x="27133" y="33280"/>
                  <a:pt x="26915" y="31634"/>
                </a:cubicBezTo>
                <a:cubicBezTo>
                  <a:pt x="26682" y="29988"/>
                  <a:pt x="25313" y="27308"/>
                  <a:pt x="22808" y="23609"/>
                </a:cubicBezTo>
                <a:lnTo>
                  <a:pt x="21453" y="21512"/>
                </a:lnTo>
                <a:cubicBezTo>
                  <a:pt x="18890" y="17812"/>
                  <a:pt x="17579" y="14564"/>
                  <a:pt x="17521" y="11841"/>
                </a:cubicBezTo>
                <a:cubicBezTo>
                  <a:pt x="17404" y="9161"/>
                  <a:pt x="18540" y="6598"/>
                  <a:pt x="20827" y="4151"/>
                </a:cubicBezTo>
                <a:cubicBezTo>
                  <a:pt x="23667" y="1253"/>
                  <a:pt x="26857" y="0"/>
                  <a:pt x="30440" y="393"/>
                </a:cubicBezTo>
                <a:cubicBezTo>
                  <a:pt x="34022" y="801"/>
                  <a:pt x="37722" y="2796"/>
                  <a:pt x="41538" y="6437"/>
                </a:cubicBezTo>
                <a:cubicBezTo>
                  <a:pt x="43402" y="8243"/>
                  <a:pt x="45062" y="10079"/>
                  <a:pt x="46431" y="11943"/>
                </a:cubicBezTo>
                <a:cubicBezTo>
                  <a:pt x="47844" y="13822"/>
                  <a:pt x="48980" y="15700"/>
                  <a:pt x="49839" y="17637"/>
                </a:cubicBezTo>
                <a:close/>
                <a:moveTo>
                  <a:pt x="49839" y="176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046A7-09A5-4FC5-850A-92F9FB8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390" y="5234730"/>
            <a:ext cx="46431" cy="48019"/>
          </a:xfrm>
          <a:custGeom xmlns:a="http://schemas.openxmlformats.org/drawingml/2006/main">
            <a:pathLst>
              <a:path w="46431" h="48019">
                <a:moveTo>
                  <a:pt x="29755" y="12118"/>
                </a:moveTo>
                <a:lnTo>
                  <a:pt x="34823" y="16953"/>
                </a:lnTo>
                <a:lnTo>
                  <a:pt x="5068" y="48019"/>
                </a:lnTo>
                <a:lnTo>
                  <a:pt x="0" y="43125"/>
                </a:lnTo>
                <a:lnTo>
                  <a:pt x="29755" y="12118"/>
                </a:lnTo>
                <a:close/>
                <a:moveTo>
                  <a:pt x="41363" y="0"/>
                </a:moveTo>
                <a:lnTo>
                  <a:pt x="46431" y="4894"/>
                </a:lnTo>
                <a:lnTo>
                  <a:pt x="40227" y="11375"/>
                </a:lnTo>
                <a:lnTo>
                  <a:pt x="35158" y="6481"/>
                </a:lnTo>
                <a:lnTo>
                  <a:pt x="41363" y="0"/>
                </a:lnTo>
                <a:close/>
                <a:moveTo>
                  <a:pt x="413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09AA2-182B-4DB2-A7EC-AC042A75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905" y="5266073"/>
            <a:ext cx="63544" cy="56277"/>
          </a:xfrm>
          <a:custGeom xmlns:a="http://schemas.openxmlformats.org/drawingml/2006/main">
            <a:pathLst>
              <a:path w="63544" h="56277">
                <a:moveTo>
                  <a:pt x="43926" y="30614"/>
                </a:moveTo>
                <a:cubicBezTo>
                  <a:pt x="47451" y="26915"/>
                  <a:pt x="49432" y="23332"/>
                  <a:pt x="49839" y="19808"/>
                </a:cubicBezTo>
                <a:cubicBezTo>
                  <a:pt x="50291" y="16327"/>
                  <a:pt x="49097" y="13268"/>
                  <a:pt x="46373" y="10647"/>
                </a:cubicBezTo>
                <a:cubicBezTo>
                  <a:pt x="43635" y="8025"/>
                  <a:pt x="40504" y="7005"/>
                  <a:pt x="37037" y="7573"/>
                </a:cubicBezTo>
                <a:cubicBezTo>
                  <a:pt x="33571" y="8141"/>
                  <a:pt x="30090" y="10239"/>
                  <a:pt x="26507" y="13938"/>
                </a:cubicBezTo>
                <a:cubicBezTo>
                  <a:pt x="22983" y="17637"/>
                  <a:pt x="21046" y="21220"/>
                  <a:pt x="20594" y="24701"/>
                </a:cubicBezTo>
                <a:cubicBezTo>
                  <a:pt x="20201" y="28226"/>
                  <a:pt x="21337" y="31299"/>
                  <a:pt x="24060" y="33920"/>
                </a:cubicBezTo>
                <a:cubicBezTo>
                  <a:pt x="26798" y="36527"/>
                  <a:pt x="29930" y="37562"/>
                  <a:pt x="33396" y="36979"/>
                </a:cubicBezTo>
                <a:cubicBezTo>
                  <a:pt x="36862" y="36411"/>
                  <a:pt x="40387" y="34314"/>
                  <a:pt x="43926" y="30614"/>
                </a:cubicBezTo>
                <a:close/>
                <a:moveTo>
                  <a:pt x="37489" y="47567"/>
                </a:moveTo>
                <a:cubicBezTo>
                  <a:pt x="32435" y="52796"/>
                  <a:pt x="27483" y="55651"/>
                  <a:pt x="22648" y="55927"/>
                </a:cubicBezTo>
                <a:cubicBezTo>
                  <a:pt x="17871" y="56277"/>
                  <a:pt x="13021" y="54107"/>
                  <a:pt x="8141" y="49504"/>
                </a:cubicBezTo>
                <a:cubicBezTo>
                  <a:pt x="6365" y="47800"/>
                  <a:pt x="4835" y="46038"/>
                  <a:pt x="3466" y="44217"/>
                </a:cubicBezTo>
                <a:cubicBezTo>
                  <a:pt x="2156" y="42441"/>
                  <a:pt x="961" y="40576"/>
                  <a:pt x="0" y="38581"/>
                </a:cubicBezTo>
                <a:lnTo>
                  <a:pt x="4777" y="33571"/>
                </a:lnTo>
                <a:cubicBezTo>
                  <a:pt x="5520" y="35843"/>
                  <a:pt x="6423" y="37838"/>
                  <a:pt x="7515" y="39659"/>
                </a:cubicBezTo>
                <a:cubicBezTo>
                  <a:pt x="8593" y="41421"/>
                  <a:pt x="9904" y="43067"/>
                  <a:pt x="11375" y="44494"/>
                </a:cubicBezTo>
                <a:cubicBezTo>
                  <a:pt x="14739" y="47742"/>
                  <a:pt x="18089" y="49213"/>
                  <a:pt x="21395" y="49097"/>
                </a:cubicBezTo>
                <a:cubicBezTo>
                  <a:pt x="24745" y="48936"/>
                  <a:pt x="28109" y="47116"/>
                  <a:pt x="31517" y="43591"/>
                </a:cubicBezTo>
                <a:lnTo>
                  <a:pt x="33906" y="41028"/>
                </a:lnTo>
                <a:cubicBezTo>
                  <a:pt x="31124" y="41873"/>
                  <a:pt x="28444" y="41931"/>
                  <a:pt x="25939" y="41246"/>
                </a:cubicBezTo>
                <a:cubicBezTo>
                  <a:pt x="23434" y="40576"/>
                  <a:pt x="21046" y="39149"/>
                  <a:pt x="18715" y="36979"/>
                </a:cubicBezTo>
                <a:cubicBezTo>
                  <a:pt x="14899" y="33338"/>
                  <a:pt x="13254" y="28910"/>
                  <a:pt x="13705" y="23784"/>
                </a:cubicBezTo>
                <a:cubicBezTo>
                  <a:pt x="14171" y="18672"/>
                  <a:pt x="16662" y="13720"/>
                  <a:pt x="21279" y="8884"/>
                </a:cubicBezTo>
                <a:cubicBezTo>
                  <a:pt x="25881" y="4107"/>
                  <a:pt x="30716" y="1369"/>
                  <a:pt x="35843" y="685"/>
                </a:cubicBezTo>
                <a:cubicBezTo>
                  <a:pt x="40955" y="0"/>
                  <a:pt x="45397" y="1544"/>
                  <a:pt x="49213" y="5185"/>
                </a:cubicBezTo>
                <a:cubicBezTo>
                  <a:pt x="51485" y="7340"/>
                  <a:pt x="53029" y="9671"/>
                  <a:pt x="53815" y="12176"/>
                </a:cubicBezTo>
                <a:cubicBezTo>
                  <a:pt x="54558" y="14681"/>
                  <a:pt x="54616" y="17302"/>
                  <a:pt x="53932" y="20143"/>
                </a:cubicBezTo>
                <a:lnTo>
                  <a:pt x="58432" y="15424"/>
                </a:lnTo>
                <a:lnTo>
                  <a:pt x="63544" y="20317"/>
                </a:lnTo>
                <a:lnTo>
                  <a:pt x="37489" y="47567"/>
                </a:lnTo>
                <a:close/>
                <a:moveTo>
                  <a:pt x="37489" y="475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81643-128E-4139-B6A2-CB7F29E5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992" y="5284220"/>
            <a:ext cx="50859" cy="68045"/>
          </a:xfrm>
          <a:custGeom xmlns:a="http://schemas.openxmlformats.org/drawingml/2006/main">
            <a:pathLst>
              <a:path w="50859" h="68045">
                <a:moveTo>
                  <a:pt x="43984" y="49330"/>
                </a:moveTo>
                <a:lnTo>
                  <a:pt x="25997" y="68045"/>
                </a:lnTo>
                <a:lnTo>
                  <a:pt x="20944" y="63151"/>
                </a:lnTo>
                <a:lnTo>
                  <a:pt x="38741" y="44611"/>
                </a:lnTo>
                <a:cubicBezTo>
                  <a:pt x="41538" y="41654"/>
                  <a:pt x="43067" y="38916"/>
                  <a:pt x="43300" y="36367"/>
                </a:cubicBezTo>
                <a:cubicBezTo>
                  <a:pt x="43577" y="33804"/>
                  <a:pt x="42557" y="31415"/>
                  <a:pt x="40285" y="29187"/>
                </a:cubicBezTo>
                <a:cubicBezTo>
                  <a:pt x="37489" y="26580"/>
                  <a:pt x="34474" y="25386"/>
                  <a:pt x="31241" y="25604"/>
                </a:cubicBezTo>
                <a:cubicBezTo>
                  <a:pt x="27935" y="25837"/>
                  <a:pt x="24861" y="27483"/>
                  <a:pt x="21963" y="30498"/>
                </a:cubicBezTo>
                <a:lnTo>
                  <a:pt x="5127" y="48019"/>
                </a:lnTo>
                <a:lnTo>
                  <a:pt x="0" y="43125"/>
                </a:lnTo>
                <a:lnTo>
                  <a:pt x="41363" y="0"/>
                </a:lnTo>
                <a:lnTo>
                  <a:pt x="46490" y="4894"/>
                </a:lnTo>
                <a:lnTo>
                  <a:pt x="30265" y="21803"/>
                </a:lnTo>
                <a:cubicBezTo>
                  <a:pt x="33280" y="21118"/>
                  <a:pt x="36076" y="21118"/>
                  <a:pt x="38581" y="21745"/>
                </a:cubicBezTo>
                <a:cubicBezTo>
                  <a:pt x="41130" y="22429"/>
                  <a:pt x="43475" y="23784"/>
                  <a:pt x="45630" y="25895"/>
                </a:cubicBezTo>
                <a:cubicBezTo>
                  <a:pt x="49213" y="29304"/>
                  <a:pt x="50859" y="33003"/>
                  <a:pt x="50582" y="36935"/>
                </a:cubicBezTo>
                <a:cubicBezTo>
                  <a:pt x="50291" y="40911"/>
                  <a:pt x="48077" y="45004"/>
                  <a:pt x="43984" y="49330"/>
                </a:cubicBezTo>
                <a:close/>
                <a:moveTo>
                  <a:pt x="43984" y="493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82D33-F130-4B42-BCEB-2D1F3AC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93" y="5322058"/>
            <a:ext cx="41130" cy="54849"/>
          </a:xfrm>
          <a:custGeom xmlns:a="http://schemas.openxmlformats.org/drawingml/2006/main">
            <a:pathLst>
              <a:path w="41130" h="54849">
                <a:moveTo>
                  <a:pt x="39018" y="4952"/>
                </a:moveTo>
                <a:lnTo>
                  <a:pt x="30600" y="13763"/>
                </a:lnTo>
                <a:lnTo>
                  <a:pt x="41130" y="23842"/>
                </a:lnTo>
                <a:lnTo>
                  <a:pt x="37314" y="27760"/>
                </a:lnTo>
                <a:lnTo>
                  <a:pt x="26798" y="17696"/>
                </a:lnTo>
                <a:lnTo>
                  <a:pt x="10632" y="34590"/>
                </a:lnTo>
                <a:cubicBezTo>
                  <a:pt x="8185" y="37096"/>
                  <a:pt x="6991" y="39091"/>
                  <a:pt x="6991" y="40445"/>
                </a:cubicBezTo>
                <a:cubicBezTo>
                  <a:pt x="6991" y="41814"/>
                  <a:pt x="8069" y="43518"/>
                  <a:pt x="10181" y="45572"/>
                </a:cubicBezTo>
                <a:lnTo>
                  <a:pt x="15409" y="50582"/>
                </a:lnTo>
                <a:lnTo>
                  <a:pt x="11317" y="54849"/>
                </a:lnTo>
                <a:lnTo>
                  <a:pt x="6088" y="49839"/>
                </a:lnTo>
                <a:cubicBezTo>
                  <a:pt x="2156" y="46082"/>
                  <a:pt x="160" y="42732"/>
                  <a:pt x="58" y="39834"/>
                </a:cubicBezTo>
                <a:cubicBezTo>
                  <a:pt x="0" y="36921"/>
                  <a:pt x="1821" y="33571"/>
                  <a:pt x="5520" y="29639"/>
                </a:cubicBezTo>
                <a:lnTo>
                  <a:pt x="21672" y="12802"/>
                </a:lnTo>
                <a:lnTo>
                  <a:pt x="17914" y="9219"/>
                </a:lnTo>
                <a:lnTo>
                  <a:pt x="21730" y="5229"/>
                </a:lnTo>
                <a:lnTo>
                  <a:pt x="25488" y="8826"/>
                </a:lnTo>
                <a:lnTo>
                  <a:pt x="33906" y="0"/>
                </a:lnTo>
                <a:lnTo>
                  <a:pt x="39018" y="4952"/>
                </a:lnTo>
                <a:close/>
                <a:moveTo>
                  <a:pt x="39018" y="49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D2520-2964-4CA6-B7C8-65EC91D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88" y="5354552"/>
            <a:ext cx="49839" cy="44887"/>
          </a:xfrm>
          <a:custGeom xmlns:a="http://schemas.openxmlformats.org/drawingml/2006/main">
            <a:pathLst>
              <a:path w="49839" h="44887">
                <a:moveTo>
                  <a:pt x="49839" y="17637"/>
                </a:moveTo>
                <a:lnTo>
                  <a:pt x="45222" y="22473"/>
                </a:lnTo>
                <a:cubicBezTo>
                  <a:pt x="44494" y="20361"/>
                  <a:pt x="43518" y="18366"/>
                  <a:pt x="42324" y="16487"/>
                </a:cubicBezTo>
                <a:cubicBezTo>
                  <a:pt x="41130" y="14666"/>
                  <a:pt x="39703" y="12904"/>
                  <a:pt x="37998" y="11317"/>
                </a:cubicBezTo>
                <a:cubicBezTo>
                  <a:pt x="35493" y="8928"/>
                  <a:pt x="33221" y="7442"/>
                  <a:pt x="31226" y="7049"/>
                </a:cubicBezTo>
                <a:cubicBezTo>
                  <a:pt x="29187" y="6598"/>
                  <a:pt x="27483" y="7166"/>
                  <a:pt x="25939" y="8695"/>
                </a:cubicBezTo>
                <a:cubicBezTo>
                  <a:pt x="24803" y="9889"/>
                  <a:pt x="24410" y="11258"/>
                  <a:pt x="24628" y="12788"/>
                </a:cubicBezTo>
                <a:cubicBezTo>
                  <a:pt x="24920" y="14331"/>
                  <a:pt x="26114" y="16720"/>
                  <a:pt x="28269" y="19968"/>
                </a:cubicBezTo>
                <a:lnTo>
                  <a:pt x="29639" y="22007"/>
                </a:lnTo>
                <a:cubicBezTo>
                  <a:pt x="32537" y="26274"/>
                  <a:pt x="34022" y="29799"/>
                  <a:pt x="34197" y="32712"/>
                </a:cubicBezTo>
                <a:cubicBezTo>
                  <a:pt x="34357" y="35552"/>
                  <a:pt x="33280" y="38275"/>
                  <a:pt x="30833" y="40780"/>
                </a:cubicBezTo>
                <a:cubicBezTo>
                  <a:pt x="28051" y="43693"/>
                  <a:pt x="24745" y="44887"/>
                  <a:pt x="20827" y="44363"/>
                </a:cubicBezTo>
                <a:cubicBezTo>
                  <a:pt x="16953" y="43853"/>
                  <a:pt x="13021" y="41698"/>
                  <a:pt x="8986" y="37882"/>
                </a:cubicBezTo>
                <a:cubicBezTo>
                  <a:pt x="7340" y="36294"/>
                  <a:pt x="5738" y="34474"/>
                  <a:pt x="4267" y="32420"/>
                </a:cubicBezTo>
                <a:cubicBezTo>
                  <a:pt x="2782" y="30381"/>
                  <a:pt x="1369" y="28036"/>
                  <a:pt x="0" y="25488"/>
                </a:cubicBezTo>
                <a:lnTo>
                  <a:pt x="5010" y="20245"/>
                </a:lnTo>
                <a:cubicBezTo>
                  <a:pt x="5971" y="23041"/>
                  <a:pt x="7107" y="25546"/>
                  <a:pt x="8476" y="27760"/>
                </a:cubicBezTo>
                <a:cubicBezTo>
                  <a:pt x="9846" y="30032"/>
                  <a:pt x="11433" y="31969"/>
                  <a:pt x="13195" y="33731"/>
                </a:cubicBezTo>
                <a:cubicBezTo>
                  <a:pt x="15642" y="36003"/>
                  <a:pt x="17856" y="37372"/>
                  <a:pt x="19968" y="37765"/>
                </a:cubicBezTo>
                <a:cubicBezTo>
                  <a:pt x="22021" y="38232"/>
                  <a:pt x="23784" y="37664"/>
                  <a:pt x="25196" y="36178"/>
                </a:cubicBezTo>
                <a:cubicBezTo>
                  <a:pt x="26565" y="34809"/>
                  <a:pt x="27075" y="33280"/>
                  <a:pt x="26857" y="31619"/>
                </a:cubicBezTo>
                <a:cubicBezTo>
                  <a:pt x="26624" y="30032"/>
                  <a:pt x="25255" y="27352"/>
                  <a:pt x="22750" y="23609"/>
                </a:cubicBezTo>
                <a:lnTo>
                  <a:pt x="21395" y="21497"/>
                </a:lnTo>
                <a:cubicBezTo>
                  <a:pt x="18890" y="17798"/>
                  <a:pt x="17579" y="14623"/>
                  <a:pt x="17463" y="11885"/>
                </a:cubicBezTo>
                <a:cubicBezTo>
                  <a:pt x="17404" y="9146"/>
                  <a:pt x="18482" y="6598"/>
                  <a:pt x="20827" y="4209"/>
                </a:cubicBezTo>
                <a:cubicBezTo>
                  <a:pt x="23609" y="1296"/>
                  <a:pt x="26798" y="0"/>
                  <a:pt x="30381" y="393"/>
                </a:cubicBezTo>
                <a:cubicBezTo>
                  <a:pt x="34022" y="786"/>
                  <a:pt x="37722" y="2840"/>
                  <a:pt x="41523" y="6481"/>
                </a:cubicBezTo>
                <a:cubicBezTo>
                  <a:pt x="43402" y="8302"/>
                  <a:pt x="45004" y="10122"/>
                  <a:pt x="46417" y="12001"/>
                </a:cubicBezTo>
                <a:cubicBezTo>
                  <a:pt x="47844" y="13880"/>
                  <a:pt x="48980" y="15759"/>
                  <a:pt x="49839" y="17637"/>
                </a:cubicBezTo>
                <a:close/>
                <a:moveTo>
                  <a:pt x="49839" y="176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59CB2-FEA8-4792-AB57-303E07C8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111" y="5380768"/>
            <a:ext cx="61840" cy="62583"/>
          </a:xfrm>
          <a:custGeom xmlns:a="http://schemas.openxmlformats.org/drawingml/2006/main">
            <a:pathLst>
              <a:path w="61840" h="62583">
                <a:moveTo>
                  <a:pt x="53364" y="8535"/>
                </a:moveTo>
                <a:lnTo>
                  <a:pt x="25997" y="21847"/>
                </a:lnTo>
                <a:lnTo>
                  <a:pt x="41246" y="36469"/>
                </a:lnTo>
                <a:lnTo>
                  <a:pt x="53364" y="8535"/>
                </a:lnTo>
                <a:close/>
                <a:moveTo>
                  <a:pt x="55476" y="0"/>
                </a:moveTo>
                <a:lnTo>
                  <a:pt x="61840" y="6088"/>
                </a:lnTo>
                <a:lnTo>
                  <a:pt x="37955" y="62583"/>
                </a:lnTo>
                <a:lnTo>
                  <a:pt x="32085" y="57005"/>
                </a:lnTo>
                <a:lnTo>
                  <a:pt x="38523" y="42790"/>
                </a:lnTo>
                <a:lnTo>
                  <a:pt x="19866" y="24920"/>
                </a:lnTo>
                <a:lnTo>
                  <a:pt x="5928" y="31925"/>
                </a:lnTo>
                <a:lnTo>
                  <a:pt x="0" y="26230"/>
                </a:lnTo>
                <a:lnTo>
                  <a:pt x="55476" y="0"/>
                </a:lnTo>
                <a:close/>
                <a:moveTo>
                  <a:pt x="554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B6C09-0E4C-4218-93E9-7FC6101B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371" y="5417703"/>
            <a:ext cx="62248" cy="51369"/>
          </a:xfrm>
          <a:custGeom xmlns:a="http://schemas.openxmlformats.org/drawingml/2006/main">
            <a:pathLst>
              <a:path w="62248" h="51369">
                <a:moveTo>
                  <a:pt x="20885" y="31284"/>
                </a:moveTo>
                <a:lnTo>
                  <a:pt x="5127" y="47786"/>
                </a:lnTo>
                <a:lnTo>
                  <a:pt x="0" y="42892"/>
                </a:lnTo>
                <a:lnTo>
                  <a:pt x="41072" y="0"/>
                </a:lnTo>
                <a:lnTo>
                  <a:pt x="46198" y="4937"/>
                </a:lnTo>
                <a:lnTo>
                  <a:pt x="41698" y="9612"/>
                </a:lnTo>
                <a:cubicBezTo>
                  <a:pt x="44552" y="8811"/>
                  <a:pt x="47160" y="8753"/>
                  <a:pt x="49665" y="9438"/>
                </a:cubicBezTo>
                <a:cubicBezTo>
                  <a:pt x="52170" y="10064"/>
                  <a:pt x="54558" y="11491"/>
                  <a:pt x="56830" y="13705"/>
                </a:cubicBezTo>
                <a:cubicBezTo>
                  <a:pt x="60588" y="17288"/>
                  <a:pt x="62248" y="21730"/>
                  <a:pt x="61724" y="26959"/>
                </a:cubicBezTo>
                <a:cubicBezTo>
                  <a:pt x="61214" y="32246"/>
                  <a:pt x="58607" y="37314"/>
                  <a:pt x="53932" y="42208"/>
                </a:cubicBezTo>
                <a:cubicBezTo>
                  <a:pt x="49271" y="47043"/>
                  <a:pt x="44319" y="49883"/>
                  <a:pt x="39091" y="50626"/>
                </a:cubicBezTo>
                <a:cubicBezTo>
                  <a:pt x="33848" y="51369"/>
                  <a:pt x="29362" y="49883"/>
                  <a:pt x="25604" y="46300"/>
                </a:cubicBezTo>
                <a:cubicBezTo>
                  <a:pt x="23332" y="44145"/>
                  <a:pt x="21788" y="41814"/>
                  <a:pt x="21002" y="39309"/>
                </a:cubicBezTo>
                <a:cubicBezTo>
                  <a:pt x="20259" y="36862"/>
                  <a:pt x="20201" y="34183"/>
                  <a:pt x="20885" y="31284"/>
                </a:cubicBezTo>
                <a:close/>
                <a:moveTo>
                  <a:pt x="48645" y="37081"/>
                </a:moveTo>
                <a:cubicBezTo>
                  <a:pt x="52228" y="33338"/>
                  <a:pt x="54281" y="29697"/>
                  <a:pt x="54791" y="26056"/>
                </a:cubicBezTo>
                <a:cubicBezTo>
                  <a:pt x="55301" y="22458"/>
                  <a:pt x="54223" y="19342"/>
                  <a:pt x="51485" y="16778"/>
                </a:cubicBezTo>
                <a:cubicBezTo>
                  <a:pt x="48820" y="14157"/>
                  <a:pt x="45630" y="13195"/>
                  <a:pt x="42047" y="13880"/>
                </a:cubicBezTo>
                <a:cubicBezTo>
                  <a:pt x="38465" y="14506"/>
                  <a:pt x="34882" y="16720"/>
                  <a:pt x="31299" y="20478"/>
                </a:cubicBezTo>
                <a:cubicBezTo>
                  <a:pt x="27701" y="24235"/>
                  <a:pt x="25662" y="27935"/>
                  <a:pt x="25153" y="31517"/>
                </a:cubicBezTo>
                <a:cubicBezTo>
                  <a:pt x="24643" y="35158"/>
                  <a:pt x="25721" y="38232"/>
                  <a:pt x="28444" y="40839"/>
                </a:cubicBezTo>
                <a:cubicBezTo>
                  <a:pt x="31124" y="43402"/>
                  <a:pt x="34314" y="44363"/>
                  <a:pt x="37897" y="43737"/>
                </a:cubicBezTo>
                <a:cubicBezTo>
                  <a:pt x="41479" y="43067"/>
                  <a:pt x="45062" y="40839"/>
                  <a:pt x="48645" y="37081"/>
                </a:cubicBezTo>
                <a:close/>
                <a:moveTo>
                  <a:pt x="48645" y="370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589A6-C69A-43D9-8EE8-B22DD39E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388" y="5452235"/>
            <a:ext cx="62234" cy="51369"/>
          </a:xfrm>
          <a:custGeom xmlns:a="http://schemas.openxmlformats.org/drawingml/2006/main">
            <a:pathLst>
              <a:path w="62234" h="51369">
                <a:moveTo>
                  <a:pt x="20929" y="31343"/>
                </a:moveTo>
                <a:lnTo>
                  <a:pt x="5112" y="47786"/>
                </a:lnTo>
                <a:lnTo>
                  <a:pt x="0" y="42892"/>
                </a:lnTo>
                <a:lnTo>
                  <a:pt x="41072" y="0"/>
                </a:lnTo>
                <a:lnTo>
                  <a:pt x="46198" y="4937"/>
                </a:lnTo>
                <a:lnTo>
                  <a:pt x="41698" y="9671"/>
                </a:lnTo>
                <a:cubicBezTo>
                  <a:pt x="44538" y="8811"/>
                  <a:pt x="47218" y="8753"/>
                  <a:pt x="49723" y="9438"/>
                </a:cubicBezTo>
                <a:cubicBezTo>
                  <a:pt x="52228" y="10122"/>
                  <a:pt x="54616" y="11550"/>
                  <a:pt x="56830" y="13705"/>
                </a:cubicBezTo>
                <a:cubicBezTo>
                  <a:pt x="60646" y="17288"/>
                  <a:pt x="62234" y="21730"/>
                  <a:pt x="61724" y="27017"/>
                </a:cubicBezTo>
                <a:cubicBezTo>
                  <a:pt x="61214" y="32246"/>
                  <a:pt x="58651" y="37314"/>
                  <a:pt x="53990" y="42208"/>
                </a:cubicBezTo>
                <a:cubicBezTo>
                  <a:pt x="49271" y="47101"/>
                  <a:pt x="44319" y="49883"/>
                  <a:pt x="39076" y="50626"/>
                </a:cubicBezTo>
                <a:cubicBezTo>
                  <a:pt x="33906" y="51369"/>
                  <a:pt x="29406" y="49941"/>
                  <a:pt x="25604" y="46300"/>
                </a:cubicBezTo>
                <a:cubicBezTo>
                  <a:pt x="23318" y="44145"/>
                  <a:pt x="21847" y="41814"/>
                  <a:pt x="21046" y="39309"/>
                </a:cubicBezTo>
                <a:cubicBezTo>
                  <a:pt x="20245" y="36862"/>
                  <a:pt x="20245" y="34183"/>
                  <a:pt x="20929" y="31343"/>
                </a:cubicBezTo>
                <a:close/>
                <a:moveTo>
                  <a:pt x="48703" y="37139"/>
                </a:moveTo>
                <a:cubicBezTo>
                  <a:pt x="52286" y="33396"/>
                  <a:pt x="54325" y="29697"/>
                  <a:pt x="54835" y="26056"/>
                </a:cubicBezTo>
                <a:cubicBezTo>
                  <a:pt x="55301" y="22473"/>
                  <a:pt x="54209" y="19342"/>
                  <a:pt x="51543" y="16778"/>
                </a:cubicBezTo>
                <a:cubicBezTo>
                  <a:pt x="48805" y="14157"/>
                  <a:pt x="45688" y="13195"/>
                  <a:pt x="42091" y="13880"/>
                </a:cubicBezTo>
                <a:cubicBezTo>
                  <a:pt x="38508" y="14506"/>
                  <a:pt x="34925" y="16720"/>
                  <a:pt x="31284" y="20478"/>
                </a:cubicBezTo>
                <a:cubicBezTo>
                  <a:pt x="27701" y="24235"/>
                  <a:pt x="25662" y="27935"/>
                  <a:pt x="25138" y="31517"/>
                </a:cubicBezTo>
                <a:cubicBezTo>
                  <a:pt x="24687" y="35158"/>
                  <a:pt x="25764" y="38232"/>
                  <a:pt x="28444" y="40839"/>
                </a:cubicBezTo>
                <a:cubicBezTo>
                  <a:pt x="31168" y="43402"/>
                  <a:pt x="34299" y="44378"/>
                  <a:pt x="37882" y="43751"/>
                </a:cubicBezTo>
                <a:cubicBezTo>
                  <a:pt x="41465" y="43067"/>
                  <a:pt x="45062" y="40839"/>
                  <a:pt x="48703" y="37139"/>
                </a:cubicBezTo>
                <a:close/>
                <a:moveTo>
                  <a:pt x="48703" y="371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C4F28-3EB2-427A-A91F-6091E703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174" y="5476863"/>
            <a:ext cx="45281" cy="66050"/>
          </a:xfrm>
          <a:custGeom xmlns:a="http://schemas.openxmlformats.org/drawingml/2006/main">
            <a:pathLst>
              <a:path w="45281" h="66050">
                <a:moveTo>
                  <a:pt x="39659" y="0"/>
                </a:moveTo>
                <a:lnTo>
                  <a:pt x="45281" y="5345"/>
                </a:lnTo>
                <a:lnTo>
                  <a:pt x="10122" y="42047"/>
                </a:lnTo>
                <a:lnTo>
                  <a:pt x="30265" y="61331"/>
                </a:lnTo>
                <a:lnTo>
                  <a:pt x="25779" y="66050"/>
                </a:lnTo>
                <a:lnTo>
                  <a:pt x="0" y="41363"/>
                </a:lnTo>
                <a:lnTo>
                  <a:pt x="39659" y="0"/>
                </a:lnTo>
                <a:close/>
                <a:moveTo>
                  <a:pt x="396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4064A-02DF-4FF2-BAED-B3B64B6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080" y="5519027"/>
            <a:ext cx="45630" cy="52621"/>
          </a:xfrm>
          <a:custGeom xmlns:a="http://schemas.openxmlformats.org/drawingml/2006/main">
            <a:pathLst>
              <a:path w="45630" h="52621">
                <a:moveTo>
                  <a:pt x="26565" y="27250"/>
                </a:moveTo>
                <a:cubicBezTo>
                  <a:pt x="22473" y="23318"/>
                  <a:pt x="19181" y="21046"/>
                  <a:pt x="16676" y="20419"/>
                </a:cubicBezTo>
                <a:cubicBezTo>
                  <a:pt x="14171" y="19851"/>
                  <a:pt x="11841" y="20696"/>
                  <a:pt x="9612" y="22983"/>
                </a:cubicBezTo>
                <a:cubicBezTo>
                  <a:pt x="7908" y="24803"/>
                  <a:pt x="7107" y="26784"/>
                  <a:pt x="7282" y="29012"/>
                </a:cubicBezTo>
                <a:cubicBezTo>
                  <a:pt x="7515" y="31226"/>
                  <a:pt x="8593" y="33280"/>
                  <a:pt x="10647" y="35260"/>
                </a:cubicBezTo>
                <a:cubicBezTo>
                  <a:pt x="13487" y="37998"/>
                  <a:pt x="16734" y="39135"/>
                  <a:pt x="20317" y="38800"/>
                </a:cubicBezTo>
                <a:cubicBezTo>
                  <a:pt x="23958" y="38392"/>
                  <a:pt x="27366" y="36571"/>
                  <a:pt x="30556" y="33221"/>
                </a:cubicBezTo>
                <a:lnTo>
                  <a:pt x="31634" y="32085"/>
                </a:lnTo>
                <a:lnTo>
                  <a:pt x="26565" y="27250"/>
                </a:lnTo>
                <a:close/>
                <a:moveTo>
                  <a:pt x="38800" y="34867"/>
                </a:moveTo>
                <a:lnTo>
                  <a:pt x="21788" y="52621"/>
                </a:lnTo>
                <a:lnTo>
                  <a:pt x="16676" y="47728"/>
                </a:lnTo>
                <a:lnTo>
                  <a:pt x="21220" y="43009"/>
                </a:lnTo>
                <a:cubicBezTo>
                  <a:pt x="18264" y="43737"/>
                  <a:pt x="15482" y="43737"/>
                  <a:pt x="12860" y="43009"/>
                </a:cubicBezTo>
                <a:cubicBezTo>
                  <a:pt x="10239" y="42208"/>
                  <a:pt x="7690" y="40620"/>
                  <a:pt x="5185" y="38232"/>
                </a:cubicBezTo>
                <a:cubicBezTo>
                  <a:pt x="1995" y="35217"/>
                  <a:pt x="350" y="31852"/>
                  <a:pt x="175" y="28269"/>
                </a:cubicBezTo>
                <a:cubicBezTo>
                  <a:pt x="0" y="24687"/>
                  <a:pt x="1369" y="21381"/>
                  <a:pt x="4209" y="18424"/>
                </a:cubicBezTo>
                <a:cubicBezTo>
                  <a:pt x="7573" y="14958"/>
                  <a:pt x="11273" y="13414"/>
                  <a:pt x="15307" y="13880"/>
                </a:cubicBezTo>
                <a:cubicBezTo>
                  <a:pt x="19342" y="14331"/>
                  <a:pt x="23667" y="16836"/>
                  <a:pt x="28342" y="21279"/>
                </a:cubicBezTo>
                <a:lnTo>
                  <a:pt x="35508" y="28095"/>
                </a:lnTo>
                <a:lnTo>
                  <a:pt x="35959" y="27585"/>
                </a:lnTo>
                <a:cubicBezTo>
                  <a:pt x="38232" y="25255"/>
                  <a:pt x="39207" y="22691"/>
                  <a:pt x="38858" y="19968"/>
                </a:cubicBezTo>
                <a:cubicBezTo>
                  <a:pt x="38581" y="17171"/>
                  <a:pt x="36979" y="14448"/>
                  <a:pt x="34197" y="11768"/>
                </a:cubicBezTo>
                <a:cubicBezTo>
                  <a:pt x="32435" y="10064"/>
                  <a:pt x="30498" y="8637"/>
                  <a:pt x="28386" y="7442"/>
                </a:cubicBezTo>
                <a:cubicBezTo>
                  <a:pt x="26347" y="6248"/>
                  <a:pt x="24075" y="5345"/>
                  <a:pt x="21730" y="4719"/>
                </a:cubicBezTo>
                <a:lnTo>
                  <a:pt x="26230" y="0"/>
                </a:lnTo>
                <a:cubicBezTo>
                  <a:pt x="28794" y="1078"/>
                  <a:pt x="31124" y="2272"/>
                  <a:pt x="33221" y="3583"/>
                </a:cubicBezTo>
                <a:cubicBezTo>
                  <a:pt x="35333" y="4937"/>
                  <a:pt x="37212" y="6365"/>
                  <a:pt x="38858" y="7952"/>
                </a:cubicBezTo>
                <a:cubicBezTo>
                  <a:pt x="43358" y="12278"/>
                  <a:pt x="45630" y="16662"/>
                  <a:pt x="45572" y="21104"/>
                </a:cubicBezTo>
                <a:cubicBezTo>
                  <a:pt x="45572" y="25531"/>
                  <a:pt x="43300" y="30148"/>
                  <a:pt x="38800" y="34867"/>
                </a:cubicBezTo>
                <a:close/>
                <a:moveTo>
                  <a:pt x="38800" y="348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0267B-096B-447A-ABB3-4828D3C2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782" y="5550137"/>
            <a:ext cx="50859" cy="55986"/>
          </a:xfrm>
          <a:custGeom xmlns:a="http://schemas.openxmlformats.org/drawingml/2006/main">
            <a:pathLst>
              <a:path w="50859" h="55986">
                <a:moveTo>
                  <a:pt x="6816" y="18774"/>
                </a:moveTo>
                <a:lnTo>
                  <a:pt x="24861" y="0"/>
                </a:lnTo>
                <a:lnTo>
                  <a:pt x="29915" y="4894"/>
                </a:lnTo>
                <a:lnTo>
                  <a:pt x="12118" y="23507"/>
                </a:lnTo>
                <a:cubicBezTo>
                  <a:pt x="9263" y="26463"/>
                  <a:pt x="7734" y="29187"/>
                  <a:pt x="7442" y="31750"/>
                </a:cubicBezTo>
                <a:cubicBezTo>
                  <a:pt x="7224" y="34314"/>
                  <a:pt x="8243" y="36702"/>
                  <a:pt x="10515" y="38916"/>
                </a:cubicBezTo>
                <a:cubicBezTo>
                  <a:pt x="13312" y="41538"/>
                  <a:pt x="16327" y="42732"/>
                  <a:pt x="19560" y="42499"/>
                </a:cubicBezTo>
                <a:cubicBezTo>
                  <a:pt x="22866" y="42339"/>
                  <a:pt x="25939" y="40678"/>
                  <a:pt x="28896" y="37664"/>
                </a:cubicBezTo>
                <a:lnTo>
                  <a:pt x="45732" y="20026"/>
                </a:lnTo>
                <a:lnTo>
                  <a:pt x="50859" y="24920"/>
                </a:lnTo>
                <a:lnTo>
                  <a:pt x="21104" y="55986"/>
                </a:lnTo>
                <a:lnTo>
                  <a:pt x="15977" y="51092"/>
                </a:lnTo>
                <a:lnTo>
                  <a:pt x="20536" y="46315"/>
                </a:lnTo>
                <a:cubicBezTo>
                  <a:pt x="17521" y="46999"/>
                  <a:pt x="14725" y="47058"/>
                  <a:pt x="12234" y="46373"/>
                </a:cubicBezTo>
                <a:cubicBezTo>
                  <a:pt x="9729" y="45747"/>
                  <a:pt x="7340" y="44378"/>
                  <a:pt x="5170" y="42339"/>
                </a:cubicBezTo>
                <a:cubicBezTo>
                  <a:pt x="1646" y="38858"/>
                  <a:pt x="0" y="35158"/>
                  <a:pt x="277" y="31182"/>
                </a:cubicBezTo>
                <a:cubicBezTo>
                  <a:pt x="568" y="27192"/>
                  <a:pt x="2724" y="23099"/>
                  <a:pt x="6816" y="18774"/>
                </a:cubicBezTo>
                <a:close/>
                <a:moveTo>
                  <a:pt x="6816" y="187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39AB7-7B66-4CD3-9879-BCDB0193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183" y="5584960"/>
            <a:ext cx="50859" cy="55986"/>
          </a:xfrm>
          <a:custGeom xmlns:a="http://schemas.openxmlformats.org/drawingml/2006/main">
            <a:pathLst>
              <a:path w="50859" h="55986">
                <a:moveTo>
                  <a:pt x="43984" y="37212"/>
                </a:moveTo>
                <a:lnTo>
                  <a:pt x="25997" y="55986"/>
                </a:lnTo>
                <a:lnTo>
                  <a:pt x="20885" y="51092"/>
                </a:lnTo>
                <a:lnTo>
                  <a:pt x="38683" y="32479"/>
                </a:lnTo>
                <a:cubicBezTo>
                  <a:pt x="41538" y="29580"/>
                  <a:pt x="43067" y="26798"/>
                  <a:pt x="43300" y="24235"/>
                </a:cubicBezTo>
                <a:cubicBezTo>
                  <a:pt x="43577" y="21672"/>
                  <a:pt x="42557" y="19342"/>
                  <a:pt x="40227" y="17128"/>
                </a:cubicBezTo>
                <a:cubicBezTo>
                  <a:pt x="37489" y="14506"/>
                  <a:pt x="34474" y="13312"/>
                  <a:pt x="31182" y="13545"/>
                </a:cubicBezTo>
                <a:cubicBezTo>
                  <a:pt x="27935" y="13763"/>
                  <a:pt x="24861" y="15365"/>
                  <a:pt x="21963" y="18439"/>
                </a:cubicBezTo>
                <a:lnTo>
                  <a:pt x="5127" y="35959"/>
                </a:lnTo>
                <a:lnTo>
                  <a:pt x="0" y="31066"/>
                </a:lnTo>
                <a:lnTo>
                  <a:pt x="29755" y="0"/>
                </a:lnTo>
                <a:lnTo>
                  <a:pt x="34867" y="4894"/>
                </a:lnTo>
                <a:lnTo>
                  <a:pt x="30265" y="9729"/>
                </a:lnTo>
                <a:cubicBezTo>
                  <a:pt x="33280" y="9044"/>
                  <a:pt x="36076" y="8986"/>
                  <a:pt x="38567" y="9671"/>
                </a:cubicBezTo>
                <a:cubicBezTo>
                  <a:pt x="41130" y="10355"/>
                  <a:pt x="43460" y="11724"/>
                  <a:pt x="45630" y="13763"/>
                </a:cubicBezTo>
                <a:cubicBezTo>
                  <a:pt x="49213" y="17186"/>
                  <a:pt x="50859" y="20885"/>
                  <a:pt x="50582" y="24861"/>
                </a:cubicBezTo>
                <a:cubicBezTo>
                  <a:pt x="50291" y="28779"/>
                  <a:pt x="48077" y="32945"/>
                  <a:pt x="43984" y="37212"/>
                </a:cubicBezTo>
                <a:close/>
                <a:moveTo>
                  <a:pt x="43984" y="372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EEF8D5-BA06-4009-96ED-761071DE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663" y="5624896"/>
            <a:ext cx="45674" cy="46023"/>
          </a:xfrm>
          <a:custGeom xmlns:a="http://schemas.openxmlformats.org/drawingml/2006/main">
            <a:pathLst>
              <a:path w="45674" h="46023">
                <a:moveTo>
                  <a:pt x="45674" y="17361"/>
                </a:moveTo>
                <a:lnTo>
                  <a:pt x="41072" y="22138"/>
                </a:lnTo>
                <a:cubicBezTo>
                  <a:pt x="40387" y="19910"/>
                  <a:pt x="39528" y="17929"/>
                  <a:pt x="38450" y="16152"/>
                </a:cubicBezTo>
                <a:cubicBezTo>
                  <a:pt x="37372" y="14390"/>
                  <a:pt x="36120" y="12802"/>
                  <a:pt x="34649" y="11375"/>
                </a:cubicBezTo>
                <a:cubicBezTo>
                  <a:pt x="31343" y="8200"/>
                  <a:pt x="27760" y="6772"/>
                  <a:pt x="23886" y="7107"/>
                </a:cubicBezTo>
                <a:cubicBezTo>
                  <a:pt x="20084" y="7457"/>
                  <a:pt x="16327" y="9496"/>
                  <a:pt x="12686" y="13312"/>
                </a:cubicBezTo>
                <a:cubicBezTo>
                  <a:pt x="9103" y="17128"/>
                  <a:pt x="7166" y="20944"/>
                  <a:pt x="6991" y="24745"/>
                </a:cubicBezTo>
                <a:cubicBezTo>
                  <a:pt x="6816" y="28619"/>
                  <a:pt x="8360" y="32144"/>
                  <a:pt x="11710" y="35333"/>
                </a:cubicBezTo>
                <a:cubicBezTo>
                  <a:pt x="13195" y="36761"/>
                  <a:pt x="14841" y="37955"/>
                  <a:pt x="16662" y="38916"/>
                </a:cubicBezTo>
                <a:cubicBezTo>
                  <a:pt x="18482" y="39936"/>
                  <a:pt x="20478" y="40737"/>
                  <a:pt x="22691" y="41305"/>
                </a:cubicBezTo>
                <a:lnTo>
                  <a:pt x="18205" y="46023"/>
                </a:lnTo>
                <a:cubicBezTo>
                  <a:pt x="16094" y="45281"/>
                  <a:pt x="14157" y="44378"/>
                  <a:pt x="12336" y="43242"/>
                </a:cubicBezTo>
                <a:cubicBezTo>
                  <a:pt x="10457" y="42164"/>
                  <a:pt x="8695" y="40737"/>
                  <a:pt x="6991" y="39091"/>
                </a:cubicBezTo>
                <a:cubicBezTo>
                  <a:pt x="2330" y="34649"/>
                  <a:pt x="0" y="29580"/>
                  <a:pt x="58" y="24017"/>
                </a:cubicBezTo>
                <a:cubicBezTo>
                  <a:pt x="102" y="18439"/>
                  <a:pt x="2549" y="13137"/>
                  <a:pt x="7340" y="8141"/>
                </a:cubicBezTo>
                <a:cubicBezTo>
                  <a:pt x="12176" y="3073"/>
                  <a:pt x="17404" y="451"/>
                  <a:pt x="22924" y="233"/>
                </a:cubicBezTo>
                <a:cubicBezTo>
                  <a:pt x="28503" y="0"/>
                  <a:pt x="33731" y="2170"/>
                  <a:pt x="38567" y="6831"/>
                </a:cubicBezTo>
                <a:cubicBezTo>
                  <a:pt x="40154" y="8302"/>
                  <a:pt x="41523" y="9962"/>
                  <a:pt x="42717" y="11724"/>
                </a:cubicBezTo>
                <a:cubicBezTo>
                  <a:pt x="43853" y="13487"/>
                  <a:pt x="44887" y="15365"/>
                  <a:pt x="45674" y="17361"/>
                </a:cubicBezTo>
                <a:close/>
                <a:moveTo>
                  <a:pt x="45674" y="173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11A3F-22FF-4A3B-8F4F-B6C3BBD1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369" y="5637246"/>
            <a:ext cx="50859" cy="68103"/>
          </a:xfrm>
          <a:custGeom xmlns:a="http://schemas.openxmlformats.org/drawingml/2006/main">
            <a:pathLst>
              <a:path w="50859" h="68103">
                <a:moveTo>
                  <a:pt x="43984" y="49315"/>
                </a:moveTo>
                <a:lnTo>
                  <a:pt x="25997" y="68103"/>
                </a:lnTo>
                <a:lnTo>
                  <a:pt x="20944" y="63209"/>
                </a:lnTo>
                <a:lnTo>
                  <a:pt x="38741" y="44654"/>
                </a:lnTo>
                <a:cubicBezTo>
                  <a:pt x="41538" y="41698"/>
                  <a:pt x="43067" y="38974"/>
                  <a:pt x="43300" y="36411"/>
                </a:cubicBezTo>
                <a:cubicBezTo>
                  <a:pt x="43577" y="33848"/>
                  <a:pt x="42557" y="31459"/>
                  <a:pt x="40285" y="29245"/>
                </a:cubicBezTo>
                <a:cubicBezTo>
                  <a:pt x="37489" y="26624"/>
                  <a:pt x="34474" y="25429"/>
                  <a:pt x="31241" y="25648"/>
                </a:cubicBezTo>
                <a:cubicBezTo>
                  <a:pt x="27935" y="25881"/>
                  <a:pt x="24861" y="27468"/>
                  <a:pt x="21963" y="30542"/>
                </a:cubicBezTo>
                <a:lnTo>
                  <a:pt x="5127" y="48077"/>
                </a:lnTo>
                <a:lnTo>
                  <a:pt x="0" y="43183"/>
                </a:lnTo>
                <a:lnTo>
                  <a:pt x="41363" y="0"/>
                </a:lnTo>
                <a:lnTo>
                  <a:pt x="46490" y="4952"/>
                </a:lnTo>
                <a:lnTo>
                  <a:pt x="30265" y="21847"/>
                </a:lnTo>
                <a:cubicBezTo>
                  <a:pt x="33280" y="21162"/>
                  <a:pt x="36076" y="21162"/>
                  <a:pt x="38581" y="21788"/>
                </a:cubicBezTo>
                <a:cubicBezTo>
                  <a:pt x="41130" y="22473"/>
                  <a:pt x="43475" y="23827"/>
                  <a:pt x="45630" y="25881"/>
                </a:cubicBezTo>
                <a:cubicBezTo>
                  <a:pt x="49213" y="29347"/>
                  <a:pt x="50859" y="32988"/>
                  <a:pt x="50582" y="36979"/>
                </a:cubicBezTo>
                <a:cubicBezTo>
                  <a:pt x="50291" y="40955"/>
                  <a:pt x="48077" y="45062"/>
                  <a:pt x="43984" y="49315"/>
                </a:cubicBezTo>
                <a:close/>
                <a:moveTo>
                  <a:pt x="43984" y="493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0D749-C206-4BBA-AD6D-7806929D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751" y="5089829"/>
            <a:ext cx="46490" cy="45572"/>
          </a:xfrm>
          <a:custGeom xmlns:a="http://schemas.openxmlformats.org/drawingml/2006/main">
            <a:pathLst>
              <a:path w="46490" h="45572">
                <a:moveTo>
                  <a:pt x="41086" y="0"/>
                </a:moveTo>
                <a:lnTo>
                  <a:pt x="46490" y="5578"/>
                </a:lnTo>
                <a:lnTo>
                  <a:pt x="5403" y="45572"/>
                </a:lnTo>
                <a:lnTo>
                  <a:pt x="0" y="40052"/>
                </a:lnTo>
                <a:lnTo>
                  <a:pt x="41086" y="0"/>
                </a:lnTo>
                <a:close/>
                <a:moveTo>
                  <a:pt x="410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38563-C77F-4B0B-BA2C-255CF802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0568" y="5116060"/>
            <a:ext cx="51150" cy="55811"/>
          </a:xfrm>
          <a:custGeom xmlns:a="http://schemas.openxmlformats.org/drawingml/2006/main">
            <a:pathLst>
              <a:path w="51150" h="55811">
                <a:moveTo>
                  <a:pt x="43693" y="37664"/>
                </a:moveTo>
                <a:lnTo>
                  <a:pt x="25153" y="55811"/>
                </a:lnTo>
                <a:lnTo>
                  <a:pt x="20201" y="50742"/>
                </a:lnTo>
                <a:lnTo>
                  <a:pt x="38625" y="32770"/>
                </a:lnTo>
                <a:cubicBezTo>
                  <a:pt x="41538" y="29915"/>
                  <a:pt x="43183" y="27250"/>
                  <a:pt x="43475" y="24687"/>
                </a:cubicBezTo>
                <a:cubicBezTo>
                  <a:pt x="43810" y="22182"/>
                  <a:pt x="42892" y="19735"/>
                  <a:pt x="40678" y="17463"/>
                </a:cubicBezTo>
                <a:cubicBezTo>
                  <a:pt x="38013" y="14725"/>
                  <a:pt x="35042" y="13414"/>
                  <a:pt x="31750" y="13530"/>
                </a:cubicBezTo>
                <a:cubicBezTo>
                  <a:pt x="28503" y="13647"/>
                  <a:pt x="25371" y="15191"/>
                  <a:pt x="22356" y="18147"/>
                </a:cubicBezTo>
                <a:lnTo>
                  <a:pt x="4952" y="35100"/>
                </a:lnTo>
                <a:lnTo>
                  <a:pt x="0" y="30032"/>
                </a:lnTo>
                <a:lnTo>
                  <a:pt x="30775" y="0"/>
                </a:lnTo>
                <a:lnTo>
                  <a:pt x="35726" y="5054"/>
                </a:lnTo>
                <a:lnTo>
                  <a:pt x="30949" y="9729"/>
                </a:lnTo>
                <a:cubicBezTo>
                  <a:pt x="33964" y="9161"/>
                  <a:pt x="36761" y="9205"/>
                  <a:pt x="39251" y="9947"/>
                </a:cubicBezTo>
                <a:cubicBezTo>
                  <a:pt x="41756" y="10690"/>
                  <a:pt x="44101" y="12176"/>
                  <a:pt x="46198" y="14331"/>
                </a:cubicBezTo>
                <a:cubicBezTo>
                  <a:pt x="49606" y="17856"/>
                  <a:pt x="51150" y="21614"/>
                  <a:pt x="50757" y="25531"/>
                </a:cubicBezTo>
                <a:cubicBezTo>
                  <a:pt x="50291" y="29464"/>
                  <a:pt x="47961" y="33556"/>
                  <a:pt x="43693" y="37664"/>
                </a:cubicBezTo>
                <a:close/>
                <a:moveTo>
                  <a:pt x="43693" y="376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FFA7A-D2D1-4CE2-9882-0127FD95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74" y="5154058"/>
            <a:ext cx="50072" cy="44771"/>
          </a:xfrm>
          <a:custGeom xmlns:a="http://schemas.openxmlformats.org/drawingml/2006/main">
            <a:pathLst>
              <a:path w="50072" h="44771">
                <a:moveTo>
                  <a:pt x="50072" y="18380"/>
                </a:moveTo>
                <a:lnTo>
                  <a:pt x="45295" y="23041"/>
                </a:lnTo>
                <a:cubicBezTo>
                  <a:pt x="44669" y="20929"/>
                  <a:pt x="43751" y="18890"/>
                  <a:pt x="42615" y="17011"/>
                </a:cubicBezTo>
                <a:cubicBezTo>
                  <a:pt x="41479" y="15074"/>
                  <a:pt x="40110" y="13312"/>
                  <a:pt x="38465" y="11666"/>
                </a:cubicBezTo>
                <a:cubicBezTo>
                  <a:pt x="36018" y="9161"/>
                  <a:pt x="33804" y="7617"/>
                  <a:pt x="31809" y="7166"/>
                </a:cubicBezTo>
                <a:cubicBezTo>
                  <a:pt x="29813" y="6656"/>
                  <a:pt x="28051" y="7107"/>
                  <a:pt x="26522" y="8651"/>
                </a:cubicBezTo>
                <a:cubicBezTo>
                  <a:pt x="25371" y="9787"/>
                  <a:pt x="24861" y="11156"/>
                  <a:pt x="25094" y="12686"/>
                </a:cubicBezTo>
                <a:cubicBezTo>
                  <a:pt x="25269" y="14229"/>
                  <a:pt x="26405" y="16662"/>
                  <a:pt x="28444" y="19968"/>
                </a:cubicBezTo>
                <a:lnTo>
                  <a:pt x="29755" y="22080"/>
                </a:lnTo>
                <a:cubicBezTo>
                  <a:pt x="32493" y="26391"/>
                  <a:pt x="33906" y="30032"/>
                  <a:pt x="33964" y="32886"/>
                </a:cubicBezTo>
                <a:cubicBezTo>
                  <a:pt x="34022" y="35785"/>
                  <a:pt x="32828" y="38465"/>
                  <a:pt x="30323" y="40911"/>
                </a:cubicBezTo>
                <a:cubicBezTo>
                  <a:pt x="27425" y="43693"/>
                  <a:pt x="24075" y="44771"/>
                  <a:pt x="20201" y="44145"/>
                </a:cubicBezTo>
                <a:cubicBezTo>
                  <a:pt x="16327" y="43460"/>
                  <a:pt x="12467" y="41188"/>
                  <a:pt x="8593" y="37212"/>
                </a:cubicBezTo>
                <a:cubicBezTo>
                  <a:pt x="7005" y="35552"/>
                  <a:pt x="5462" y="33673"/>
                  <a:pt x="4049" y="31576"/>
                </a:cubicBezTo>
                <a:cubicBezTo>
                  <a:pt x="2622" y="29464"/>
                  <a:pt x="1253" y="27133"/>
                  <a:pt x="0" y="24526"/>
                </a:cubicBezTo>
                <a:lnTo>
                  <a:pt x="5243" y="19458"/>
                </a:lnTo>
                <a:cubicBezTo>
                  <a:pt x="6030" y="22240"/>
                  <a:pt x="7122" y="24803"/>
                  <a:pt x="8418" y="27133"/>
                </a:cubicBezTo>
                <a:cubicBezTo>
                  <a:pt x="9671" y="29420"/>
                  <a:pt x="11215" y="31401"/>
                  <a:pt x="12919" y="33221"/>
                </a:cubicBezTo>
                <a:cubicBezTo>
                  <a:pt x="15249" y="35610"/>
                  <a:pt x="17477" y="37037"/>
                  <a:pt x="19516" y="37489"/>
                </a:cubicBezTo>
                <a:cubicBezTo>
                  <a:pt x="21570" y="37998"/>
                  <a:pt x="23390" y="37489"/>
                  <a:pt x="24861" y="36076"/>
                </a:cubicBezTo>
                <a:cubicBezTo>
                  <a:pt x="26230" y="34765"/>
                  <a:pt x="26798" y="33221"/>
                  <a:pt x="26624" y="31576"/>
                </a:cubicBezTo>
                <a:cubicBezTo>
                  <a:pt x="26522" y="29988"/>
                  <a:pt x="25211" y="27250"/>
                  <a:pt x="22822" y="23434"/>
                </a:cubicBezTo>
                <a:lnTo>
                  <a:pt x="21512" y="21279"/>
                </a:lnTo>
                <a:cubicBezTo>
                  <a:pt x="19123" y="17521"/>
                  <a:pt x="17929" y="14273"/>
                  <a:pt x="17929" y="11550"/>
                </a:cubicBezTo>
                <a:cubicBezTo>
                  <a:pt x="17987" y="8811"/>
                  <a:pt x="19181" y="6263"/>
                  <a:pt x="21570" y="3976"/>
                </a:cubicBezTo>
                <a:cubicBezTo>
                  <a:pt x="24410" y="1136"/>
                  <a:pt x="27658" y="0"/>
                  <a:pt x="31241" y="510"/>
                </a:cubicBezTo>
                <a:cubicBezTo>
                  <a:pt x="34823" y="1020"/>
                  <a:pt x="38465" y="3190"/>
                  <a:pt x="42164" y="6947"/>
                </a:cubicBezTo>
                <a:cubicBezTo>
                  <a:pt x="43984" y="8811"/>
                  <a:pt x="45514" y="10690"/>
                  <a:pt x="46883" y="12627"/>
                </a:cubicBezTo>
                <a:cubicBezTo>
                  <a:pt x="48194" y="14564"/>
                  <a:pt x="49271" y="16443"/>
                  <a:pt x="50072" y="18380"/>
                </a:cubicBezTo>
                <a:close/>
                <a:moveTo>
                  <a:pt x="50072" y="183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38C44-8AC4-4A6C-90FA-C334EB31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112" y="5169584"/>
            <a:ext cx="47742" cy="46766"/>
          </a:xfrm>
          <a:custGeom xmlns:a="http://schemas.openxmlformats.org/drawingml/2006/main">
            <a:pathLst>
              <a:path w="47742" h="46766">
                <a:moveTo>
                  <a:pt x="30847" y="11666"/>
                </a:moveTo>
                <a:lnTo>
                  <a:pt x="35741" y="16734"/>
                </a:lnTo>
                <a:lnTo>
                  <a:pt x="4952" y="46766"/>
                </a:lnTo>
                <a:lnTo>
                  <a:pt x="0" y="41712"/>
                </a:lnTo>
                <a:lnTo>
                  <a:pt x="30847" y="11666"/>
                </a:lnTo>
                <a:close/>
                <a:moveTo>
                  <a:pt x="42790" y="0"/>
                </a:moveTo>
                <a:lnTo>
                  <a:pt x="47742" y="5068"/>
                </a:lnTo>
                <a:lnTo>
                  <a:pt x="41305" y="11331"/>
                </a:lnTo>
                <a:lnTo>
                  <a:pt x="36411" y="6263"/>
                </a:lnTo>
                <a:lnTo>
                  <a:pt x="42790" y="0"/>
                </a:lnTo>
                <a:close/>
                <a:moveTo>
                  <a:pt x="4279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49C84-18E2-40FE-B006-ED5D112D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68" y="5201159"/>
            <a:ext cx="64127" cy="55476"/>
          </a:xfrm>
          <a:custGeom xmlns:a="http://schemas.openxmlformats.org/drawingml/2006/main">
            <a:pathLst>
              <a:path w="64127" h="55476">
                <a:moveTo>
                  <a:pt x="44159" y="30673"/>
                </a:moveTo>
                <a:cubicBezTo>
                  <a:pt x="47800" y="27090"/>
                  <a:pt x="49898" y="23565"/>
                  <a:pt x="50407" y="20084"/>
                </a:cubicBezTo>
                <a:cubicBezTo>
                  <a:pt x="50975" y="16618"/>
                  <a:pt x="49898" y="13545"/>
                  <a:pt x="47291" y="10821"/>
                </a:cubicBezTo>
                <a:cubicBezTo>
                  <a:pt x="44611" y="8083"/>
                  <a:pt x="41538" y="6947"/>
                  <a:pt x="38071" y="7399"/>
                </a:cubicBezTo>
                <a:cubicBezTo>
                  <a:pt x="34590" y="7850"/>
                  <a:pt x="31008" y="9846"/>
                  <a:pt x="27308" y="13428"/>
                </a:cubicBezTo>
                <a:cubicBezTo>
                  <a:pt x="23667" y="17011"/>
                  <a:pt x="21570" y="20536"/>
                  <a:pt x="21060" y="24017"/>
                </a:cubicBezTo>
                <a:cubicBezTo>
                  <a:pt x="20492" y="27483"/>
                  <a:pt x="21570" y="30556"/>
                  <a:pt x="24191" y="33294"/>
                </a:cubicBezTo>
                <a:cubicBezTo>
                  <a:pt x="26857" y="36018"/>
                  <a:pt x="29930" y="37154"/>
                  <a:pt x="33396" y="36702"/>
                </a:cubicBezTo>
                <a:cubicBezTo>
                  <a:pt x="36935" y="36251"/>
                  <a:pt x="40460" y="34255"/>
                  <a:pt x="44159" y="30673"/>
                </a:cubicBezTo>
                <a:close/>
                <a:moveTo>
                  <a:pt x="37096" y="47393"/>
                </a:moveTo>
                <a:cubicBezTo>
                  <a:pt x="31867" y="52519"/>
                  <a:pt x="26857" y="55141"/>
                  <a:pt x="22021" y="55301"/>
                </a:cubicBezTo>
                <a:cubicBezTo>
                  <a:pt x="17186" y="55476"/>
                  <a:pt x="12467" y="53145"/>
                  <a:pt x="7748" y="48368"/>
                </a:cubicBezTo>
                <a:cubicBezTo>
                  <a:pt x="6044" y="46548"/>
                  <a:pt x="4500" y="44786"/>
                  <a:pt x="3248" y="42907"/>
                </a:cubicBezTo>
                <a:cubicBezTo>
                  <a:pt x="1995" y="41086"/>
                  <a:pt x="918" y="39149"/>
                  <a:pt x="0" y="37154"/>
                </a:cubicBezTo>
                <a:lnTo>
                  <a:pt x="4894" y="32318"/>
                </a:lnTo>
                <a:cubicBezTo>
                  <a:pt x="5578" y="34590"/>
                  <a:pt x="6379" y="36644"/>
                  <a:pt x="7399" y="38465"/>
                </a:cubicBezTo>
                <a:cubicBezTo>
                  <a:pt x="8433" y="40285"/>
                  <a:pt x="9685" y="41931"/>
                  <a:pt x="11156" y="43475"/>
                </a:cubicBezTo>
                <a:cubicBezTo>
                  <a:pt x="14404" y="46766"/>
                  <a:pt x="17696" y="48427"/>
                  <a:pt x="21002" y="48368"/>
                </a:cubicBezTo>
                <a:cubicBezTo>
                  <a:pt x="24352" y="48368"/>
                  <a:pt x="27774" y="46606"/>
                  <a:pt x="31299" y="43183"/>
                </a:cubicBezTo>
                <a:lnTo>
                  <a:pt x="33804" y="40737"/>
                </a:lnTo>
                <a:cubicBezTo>
                  <a:pt x="30949" y="41479"/>
                  <a:pt x="28284" y="41479"/>
                  <a:pt x="25779" y="40737"/>
                </a:cubicBezTo>
                <a:cubicBezTo>
                  <a:pt x="23332" y="39950"/>
                  <a:pt x="20944" y="38465"/>
                  <a:pt x="18730" y="36193"/>
                </a:cubicBezTo>
                <a:cubicBezTo>
                  <a:pt x="15089" y="32377"/>
                  <a:pt x="13545" y="27935"/>
                  <a:pt x="14171" y="22822"/>
                </a:cubicBezTo>
                <a:cubicBezTo>
                  <a:pt x="14797" y="17696"/>
                  <a:pt x="17477" y="12860"/>
                  <a:pt x="22254" y="8200"/>
                </a:cubicBezTo>
                <a:cubicBezTo>
                  <a:pt x="26973" y="3583"/>
                  <a:pt x="31925" y="1034"/>
                  <a:pt x="37037" y="524"/>
                </a:cubicBezTo>
                <a:cubicBezTo>
                  <a:pt x="42222" y="0"/>
                  <a:pt x="46606" y="1660"/>
                  <a:pt x="50305" y="5403"/>
                </a:cubicBezTo>
                <a:cubicBezTo>
                  <a:pt x="52519" y="7690"/>
                  <a:pt x="53947" y="10079"/>
                  <a:pt x="54616" y="12584"/>
                </a:cubicBezTo>
                <a:cubicBezTo>
                  <a:pt x="55359" y="15089"/>
                  <a:pt x="55301" y="17754"/>
                  <a:pt x="54515" y="20594"/>
                </a:cubicBezTo>
                <a:lnTo>
                  <a:pt x="59175" y="16050"/>
                </a:lnTo>
                <a:lnTo>
                  <a:pt x="64127" y="21060"/>
                </a:lnTo>
                <a:lnTo>
                  <a:pt x="37096" y="47393"/>
                </a:lnTo>
                <a:close/>
                <a:moveTo>
                  <a:pt x="37096" y="47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0BE00-CC7D-4C4A-9531-62834DB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068" y="5220792"/>
            <a:ext cx="51150" cy="67477"/>
          </a:xfrm>
          <a:custGeom xmlns:a="http://schemas.openxmlformats.org/drawingml/2006/main">
            <a:pathLst>
              <a:path w="51150" h="67477">
                <a:moveTo>
                  <a:pt x="43693" y="49388"/>
                </a:moveTo>
                <a:lnTo>
                  <a:pt x="25153" y="67477"/>
                </a:lnTo>
                <a:lnTo>
                  <a:pt x="20201" y="62467"/>
                </a:lnTo>
                <a:lnTo>
                  <a:pt x="38625" y="44494"/>
                </a:lnTo>
                <a:cubicBezTo>
                  <a:pt x="41538" y="41640"/>
                  <a:pt x="43183" y="38974"/>
                  <a:pt x="43475" y="36411"/>
                </a:cubicBezTo>
                <a:cubicBezTo>
                  <a:pt x="43810" y="33848"/>
                  <a:pt x="42892" y="31459"/>
                  <a:pt x="40678" y="29187"/>
                </a:cubicBezTo>
                <a:cubicBezTo>
                  <a:pt x="37998" y="26449"/>
                  <a:pt x="35042" y="25153"/>
                  <a:pt x="31750" y="25255"/>
                </a:cubicBezTo>
                <a:cubicBezTo>
                  <a:pt x="28503" y="25371"/>
                  <a:pt x="25371" y="26915"/>
                  <a:pt x="22356" y="29813"/>
                </a:cubicBezTo>
                <a:lnTo>
                  <a:pt x="4952" y="46766"/>
                </a:lnTo>
                <a:lnTo>
                  <a:pt x="0" y="41698"/>
                </a:lnTo>
                <a:lnTo>
                  <a:pt x="42790" y="0"/>
                </a:lnTo>
                <a:lnTo>
                  <a:pt x="47728" y="5068"/>
                </a:lnTo>
                <a:lnTo>
                  <a:pt x="30949" y="21453"/>
                </a:lnTo>
                <a:cubicBezTo>
                  <a:pt x="33964" y="20827"/>
                  <a:pt x="36761" y="20944"/>
                  <a:pt x="39251" y="21672"/>
                </a:cubicBezTo>
                <a:cubicBezTo>
                  <a:pt x="41756" y="22415"/>
                  <a:pt x="44086" y="23842"/>
                  <a:pt x="46198" y="25997"/>
                </a:cubicBezTo>
                <a:cubicBezTo>
                  <a:pt x="49606" y="29522"/>
                  <a:pt x="51150" y="33280"/>
                  <a:pt x="50757" y="37212"/>
                </a:cubicBezTo>
                <a:cubicBezTo>
                  <a:pt x="50291" y="41188"/>
                  <a:pt x="47961" y="45222"/>
                  <a:pt x="43693" y="49388"/>
                </a:cubicBezTo>
                <a:close/>
                <a:moveTo>
                  <a:pt x="43693" y="493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2FEC1-EC0F-4893-A01E-B9519E80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275" y="5259767"/>
            <a:ext cx="41581" cy="54048"/>
          </a:xfrm>
          <a:custGeom xmlns:a="http://schemas.openxmlformats.org/drawingml/2006/main">
            <a:pathLst>
              <a:path w="41581" h="54048">
                <a:moveTo>
                  <a:pt x="40154" y="5054"/>
                </a:moveTo>
                <a:lnTo>
                  <a:pt x="31459" y="13589"/>
                </a:lnTo>
                <a:lnTo>
                  <a:pt x="41581" y="24002"/>
                </a:lnTo>
                <a:lnTo>
                  <a:pt x="37649" y="27876"/>
                </a:lnTo>
                <a:lnTo>
                  <a:pt x="27468" y="17404"/>
                </a:lnTo>
                <a:lnTo>
                  <a:pt x="10807" y="33731"/>
                </a:lnTo>
                <a:cubicBezTo>
                  <a:pt x="8243" y="36178"/>
                  <a:pt x="6991" y="38115"/>
                  <a:pt x="6933" y="39484"/>
                </a:cubicBezTo>
                <a:cubicBezTo>
                  <a:pt x="6874" y="40839"/>
                  <a:pt x="7908" y="42615"/>
                  <a:pt x="9947" y="44713"/>
                </a:cubicBezTo>
                <a:lnTo>
                  <a:pt x="15016" y="49898"/>
                </a:lnTo>
                <a:lnTo>
                  <a:pt x="10807" y="54048"/>
                </a:lnTo>
                <a:lnTo>
                  <a:pt x="5738" y="48864"/>
                </a:lnTo>
                <a:cubicBezTo>
                  <a:pt x="1922" y="44946"/>
                  <a:pt x="0" y="41523"/>
                  <a:pt x="44" y="38625"/>
                </a:cubicBezTo>
                <a:cubicBezTo>
                  <a:pt x="44" y="35726"/>
                  <a:pt x="1981" y="32362"/>
                  <a:pt x="5797" y="28677"/>
                </a:cubicBezTo>
                <a:lnTo>
                  <a:pt x="22517" y="12336"/>
                </a:lnTo>
                <a:lnTo>
                  <a:pt x="18934" y="8651"/>
                </a:lnTo>
                <a:lnTo>
                  <a:pt x="22866" y="4777"/>
                </a:lnTo>
                <a:lnTo>
                  <a:pt x="26449" y="8535"/>
                </a:lnTo>
                <a:lnTo>
                  <a:pt x="35202" y="0"/>
                </a:lnTo>
                <a:lnTo>
                  <a:pt x="40154" y="5054"/>
                </a:lnTo>
                <a:close/>
                <a:moveTo>
                  <a:pt x="40154" y="5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F3527-5417-4879-B8E2-C96D47CB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486" y="5292536"/>
            <a:ext cx="50116" cy="44771"/>
          </a:xfrm>
          <a:custGeom xmlns:a="http://schemas.openxmlformats.org/drawingml/2006/main">
            <a:pathLst>
              <a:path w="50116" h="44771">
                <a:moveTo>
                  <a:pt x="50116" y="18424"/>
                </a:moveTo>
                <a:lnTo>
                  <a:pt x="45281" y="23099"/>
                </a:lnTo>
                <a:cubicBezTo>
                  <a:pt x="44654" y="20929"/>
                  <a:pt x="43751" y="18948"/>
                  <a:pt x="42615" y="17011"/>
                </a:cubicBezTo>
                <a:cubicBezTo>
                  <a:pt x="41465" y="15132"/>
                  <a:pt x="40110" y="13370"/>
                  <a:pt x="38508" y="11710"/>
                </a:cubicBezTo>
                <a:cubicBezTo>
                  <a:pt x="36061" y="9219"/>
                  <a:pt x="33848" y="7675"/>
                  <a:pt x="31852" y="7166"/>
                </a:cubicBezTo>
                <a:cubicBezTo>
                  <a:pt x="29872" y="6656"/>
                  <a:pt x="28109" y="7166"/>
                  <a:pt x="26565" y="8651"/>
                </a:cubicBezTo>
                <a:cubicBezTo>
                  <a:pt x="25371" y="9846"/>
                  <a:pt x="24861" y="11142"/>
                  <a:pt x="25080" y="12686"/>
                </a:cubicBezTo>
                <a:cubicBezTo>
                  <a:pt x="25313" y="14273"/>
                  <a:pt x="26391" y="16662"/>
                  <a:pt x="28444" y="19968"/>
                </a:cubicBezTo>
                <a:lnTo>
                  <a:pt x="29755" y="22123"/>
                </a:lnTo>
                <a:cubicBezTo>
                  <a:pt x="32479" y="26449"/>
                  <a:pt x="33906" y="30032"/>
                  <a:pt x="33964" y="32945"/>
                </a:cubicBezTo>
                <a:cubicBezTo>
                  <a:pt x="34022" y="35843"/>
                  <a:pt x="32828" y="38450"/>
                  <a:pt x="30323" y="40897"/>
                </a:cubicBezTo>
                <a:cubicBezTo>
                  <a:pt x="27483" y="43693"/>
                  <a:pt x="24060" y="44771"/>
                  <a:pt x="20201" y="44145"/>
                </a:cubicBezTo>
                <a:cubicBezTo>
                  <a:pt x="16327" y="43518"/>
                  <a:pt x="12453" y="41246"/>
                  <a:pt x="8593" y="37256"/>
                </a:cubicBezTo>
                <a:cubicBezTo>
                  <a:pt x="6991" y="35610"/>
                  <a:pt x="5462" y="33731"/>
                  <a:pt x="4034" y="31634"/>
                </a:cubicBezTo>
                <a:cubicBezTo>
                  <a:pt x="2622" y="29522"/>
                  <a:pt x="1311" y="27192"/>
                  <a:pt x="0" y="24570"/>
                </a:cubicBezTo>
                <a:lnTo>
                  <a:pt x="5229" y="19458"/>
                </a:lnTo>
                <a:cubicBezTo>
                  <a:pt x="6088" y="22298"/>
                  <a:pt x="7166" y="24861"/>
                  <a:pt x="8418" y="27133"/>
                </a:cubicBezTo>
                <a:cubicBezTo>
                  <a:pt x="9729" y="29406"/>
                  <a:pt x="11200" y="31459"/>
                  <a:pt x="12962" y="33221"/>
                </a:cubicBezTo>
                <a:cubicBezTo>
                  <a:pt x="15307" y="35610"/>
                  <a:pt x="17463" y="37037"/>
                  <a:pt x="19516" y="37547"/>
                </a:cubicBezTo>
                <a:cubicBezTo>
                  <a:pt x="21614" y="37998"/>
                  <a:pt x="23376" y="37547"/>
                  <a:pt x="24861" y="36120"/>
                </a:cubicBezTo>
                <a:cubicBezTo>
                  <a:pt x="26230" y="34751"/>
                  <a:pt x="26857" y="33280"/>
                  <a:pt x="26682" y="31634"/>
                </a:cubicBezTo>
                <a:cubicBezTo>
                  <a:pt x="26507" y="29974"/>
                  <a:pt x="25196" y="27308"/>
                  <a:pt x="22866" y="23492"/>
                </a:cubicBezTo>
                <a:lnTo>
                  <a:pt x="21555" y="21337"/>
                </a:lnTo>
                <a:cubicBezTo>
                  <a:pt x="19167" y="17521"/>
                  <a:pt x="17972" y="14273"/>
                  <a:pt x="17972" y="11550"/>
                </a:cubicBezTo>
                <a:cubicBezTo>
                  <a:pt x="17972" y="8811"/>
                  <a:pt x="19167" y="6306"/>
                  <a:pt x="21555" y="3976"/>
                </a:cubicBezTo>
                <a:cubicBezTo>
                  <a:pt x="24468" y="1194"/>
                  <a:pt x="27701" y="0"/>
                  <a:pt x="31226" y="510"/>
                </a:cubicBezTo>
                <a:cubicBezTo>
                  <a:pt x="34809" y="1078"/>
                  <a:pt x="38450" y="3190"/>
                  <a:pt x="42149" y="6991"/>
                </a:cubicBezTo>
                <a:cubicBezTo>
                  <a:pt x="43970" y="8811"/>
                  <a:pt x="45572" y="10749"/>
                  <a:pt x="46883" y="12627"/>
                </a:cubicBezTo>
                <a:cubicBezTo>
                  <a:pt x="48237" y="14564"/>
                  <a:pt x="49271" y="16501"/>
                  <a:pt x="50116" y="18424"/>
                </a:cubicBezTo>
                <a:close/>
                <a:moveTo>
                  <a:pt x="50116" y="184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513FC-72AA-4F81-A38E-3494DCC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576" y="5313815"/>
            <a:ext cx="63501" cy="57748"/>
          </a:xfrm>
          <a:custGeom xmlns:a="http://schemas.openxmlformats.org/drawingml/2006/main">
            <a:pathLst>
              <a:path w="63501" h="57748">
                <a:moveTo>
                  <a:pt x="63501" y="22123"/>
                </a:moveTo>
                <a:lnTo>
                  <a:pt x="58083" y="27425"/>
                </a:lnTo>
                <a:cubicBezTo>
                  <a:pt x="57005" y="24293"/>
                  <a:pt x="55869" y="21555"/>
                  <a:pt x="54500" y="19225"/>
                </a:cubicBezTo>
                <a:cubicBezTo>
                  <a:pt x="53204" y="16895"/>
                  <a:pt x="51660" y="14841"/>
                  <a:pt x="49956" y="13079"/>
                </a:cubicBezTo>
                <a:cubicBezTo>
                  <a:pt x="47058" y="10064"/>
                  <a:pt x="44145" y="8302"/>
                  <a:pt x="41421" y="7792"/>
                </a:cubicBezTo>
                <a:cubicBezTo>
                  <a:pt x="38639" y="7282"/>
                  <a:pt x="36134" y="8127"/>
                  <a:pt x="33964" y="10239"/>
                </a:cubicBezTo>
                <a:cubicBezTo>
                  <a:pt x="32144" y="12001"/>
                  <a:pt x="31357" y="13880"/>
                  <a:pt x="31459" y="15875"/>
                </a:cubicBezTo>
                <a:cubicBezTo>
                  <a:pt x="31634" y="17856"/>
                  <a:pt x="32886" y="20652"/>
                  <a:pt x="35275" y="24235"/>
                </a:cubicBezTo>
                <a:lnTo>
                  <a:pt x="37838" y="28269"/>
                </a:lnTo>
                <a:cubicBezTo>
                  <a:pt x="41130" y="33163"/>
                  <a:pt x="42674" y="37605"/>
                  <a:pt x="42615" y="41523"/>
                </a:cubicBezTo>
                <a:cubicBezTo>
                  <a:pt x="42557" y="45397"/>
                  <a:pt x="40853" y="48980"/>
                  <a:pt x="37547" y="52228"/>
                </a:cubicBezTo>
                <a:cubicBezTo>
                  <a:pt x="33571" y="56146"/>
                  <a:pt x="29245" y="57748"/>
                  <a:pt x="24585" y="57063"/>
                </a:cubicBezTo>
                <a:cubicBezTo>
                  <a:pt x="19910" y="56437"/>
                  <a:pt x="15074" y="53480"/>
                  <a:pt x="10079" y="48354"/>
                </a:cubicBezTo>
                <a:cubicBezTo>
                  <a:pt x="8200" y="46417"/>
                  <a:pt x="6379" y="44145"/>
                  <a:pt x="4675" y="41523"/>
                </a:cubicBezTo>
                <a:cubicBezTo>
                  <a:pt x="2957" y="38916"/>
                  <a:pt x="1427" y="36003"/>
                  <a:pt x="0" y="32828"/>
                </a:cubicBezTo>
                <a:lnTo>
                  <a:pt x="5753" y="27250"/>
                </a:lnTo>
                <a:cubicBezTo>
                  <a:pt x="6656" y="30716"/>
                  <a:pt x="7850" y="33848"/>
                  <a:pt x="9336" y="36629"/>
                </a:cubicBezTo>
                <a:cubicBezTo>
                  <a:pt x="10807" y="39426"/>
                  <a:pt x="12525" y="41873"/>
                  <a:pt x="14564" y="43970"/>
                </a:cubicBezTo>
                <a:cubicBezTo>
                  <a:pt x="17696" y="47101"/>
                  <a:pt x="20652" y="48980"/>
                  <a:pt x="23609" y="49490"/>
                </a:cubicBezTo>
                <a:cubicBezTo>
                  <a:pt x="26522" y="49941"/>
                  <a:pt x="29129" y="49097"/>
                  <a:pt x="31459" y="46868"/>
                </a:cubicBezTo>
                <a:cubicBezTo>
                  <a:pt x="33454" y="44887"/>
                  <a:pt x="34430" y="42717"/>
                  <a:pt x="34372" y="40387"/>
                </a:cubicBezTo>
                <a:cubicBezTo>
                  <a:pt x="34314" y="38057"/>
                  <a:pt x="33178" y="35158"/>
                  <a:pt x="31008" y="31794"/>
                </a:cubicBezTo>
                <a:lnTo>
                  <a:pt x="28342" y="27760"/>
                </a:lnTo>
                <a:cubicBezTo>
                  <a:pt x="25153" y="22808"/>
                  <a:pt x="23507" y="18540"/>
                  <a:pt x="23449" y="15016"/>
                </a:cubicBezTo>
                <a:cubicBezTo>
                  <a:pt x="23449" y="11433"/>
                  <a:pt x="24978" y="8127"/>
                  <a:pt x="28109" y="5054"/>
                </a:cubicBezTo>
                <a:cubicBezTo>
                  <a:pt x="31750" y="1529"/>
                  <a:pt x="35843" y="0"/>
                  <a:pt x="40460" y="568"/>
                </a:cubicBezTo>
                <a:cubicBezTo>
                  <a:pt x="45004" y="1078"/>
                  <a:pt x="49504" y="3583"/>
                  <a:pt x="53874" y="8069"/>
                </a:cubicBezTo>
                <a:cubicBezTo>
                  <a:pt x="55752" y="10006"/>
                  <a:pt x="57471" y="12118"/>
                  <a:pt x="59059" y="14448"/>
                </a:cubicBezTo>
                <a:cubicBezTo>
                  <a:pt x="60704" y="16778"/>
                  <a:pt x="62132" y="19342"/>
                  <a:pt x="63501" y="22123"/>
                </a:cubicBezTo>
                <a:close/>
                <a:moveTo>
                  <a:pt x="63501" y="221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323EC-2916-4AEA-862B-2F31F89A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006" y="5343847"/>
            <a:ext cx="47728" cy="46766"/>
          </a:xfrm>
          <a:custGeom xmlns:a="http://schemas.openxmlformats.org/drawingml/2006/main">
            <a:pathLst>
              <a:path w="47728" h="46766">
                <a:moveTo>
                  <a:pt x="30775" y="11666"/>
                </a:moveTo>
                <a:lnTo>
                  <a:pt x="35726" y="16734"/>
                </a:lnTo>
                <a:lnTo>
                  <a:pt x="4937" y="46766"/>
                </a:lnTo>
                <a:lnTo>
                  <a:pt x="0" y="41698"/>
                </a:lnTo>
                <a:lnTo>
                  <a:pt x="30775" y="11666"/>
                </a:lnTo>
                <a:close/>
                <a:moveTo>
                  <a:pt x="42776" y="0"/>
                </a:moveTo>
                <a:lnTo>
                  <a:pt x="47728" y="5068"/>
                </a:lnTo>
                <a:lnTo>
                  <a:pt x="41290" y="11331"/>
                </a:lnTo>
                <a:lnTo>
                  <a:pt x="36353" y="6263"/>
                </a:lnTo>
                <a:lnTo>
                  <a:pt x="42776" y="0"/>
                </a:lnTo>
                <a:close/>
                <a:moveTo>
                  <a:pt x="427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58342-DE53-4952-96A2-9DADFDC9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080" y="5370980"/>
            <a:ext cx="48805" cy="35115"/>
          </a:xfrm>
          <a:custGeom xmlns:a="http://schemas.openxmlformats.org/drawingml/2006/main">
            <a:pathLst>
              <a:path w="48805" h="35115">
                <a:moveTo>
                  <a:pt x="43635" y="22648"/>
                </a:moveTo>
                <a:cubicBezTo>
                  <a:pt x="43402" y="21745"/>
                  <a:pt x="43067" y="20885"/>
                  <a:pt x="42557" y="20084"/>
                </a:cubicBezTo>
                <a:cubicBezTo>
                  <a:pt x="42033" y="19240"/>
                  <a:pt x="41407" y="18439"/>
                  <a:pt x="40620" y="17637"/>
                </a:cubicBezTo>
                <a:cubicBezTo>
                  <a:pt x="37824" y="14797"/>
                  <a:pt x="34751" y="13487"/>
                  <a:pt x="31401" y="13778"/>
                </a:cubicBezTo>
                <a:cubicBezTo>
                  <a:pt x="28095" y="14055"/>
                  <a:pt x="24628" y="15875"/>
                  <a:pt x="21162" y="19298"/>
                </a:cubicBezTo>
                <a:lnTo>
                  <a:pt x="4937" y="35115"/>
                </a:lnTo>
                <a:lnTo>
                  <a:pt x="0" y="30046"/>
                </a:lnTo>
                <a:lnTo>
                  <a:pt x="30775" y="0"/>
                </a:lnTo>
                <a:lnTo>
                  <a:pt x="35726" y="5068"/>
                </a:lnTo>
                <a:lnTo>
                  <a:pt x="30949" y="9729"/>
                </a:lnTo>
                <a:cubicBezTo>
                  <a:pt x="33848" y="9001"/>
                  <a:pt x="36629" y="9059"/>
                  <a:pt x="39193" y="9846"/>
                </a:cubicBezTo>
                <a:cubicBezTo>
                  <a:pt x="41756" y="10647"/>
                  <a:pt x="44203" y="12292"/>
                  <a:pt x="46591" y="14739"/>
                </a:cubicBezTo>
                <a:cubicBezTo>
                  <a:pt x="46926" y="15089"/>
                  <a:pt x="47276" y="15482"/>
                  <a:pt x="47669" y="15933"/>
                </a:cubicBezTo>
                <a:cubicBezTo>
                  <a:pt x="48019" y="16443"/>
                  <a:pt x="48412" y="16968"/>
                  <a:pt x="48805" y="17536"/>
                </a:cubicBezTo>
                <a:lnTo>
                  <a:pt x="43635" y="22648"/>
                </a:lnTo>
                <a:close/>
                <a:moveTo>
                  <a:pt x="43635" y="226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04499-1043-49BF-AD49-C79B13B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829" y="5382646"/>
            <a:ext cx="47728" cy="46766"/>
          </a:xfrm>
          <a:custGeom xmlns:a="http://schemas.openxmlformats.org/drawingml/2006/main">
            <a:pathLst>
              <a:path w="47728" h="46766">
                <a:moveTo>
                  <a:pt x="30775" y="11666"/>
                </a:moveTo>
                <a:lnTo>
                  <a:pt x="35726" y="16734"/>
                </a:lnTo>
                <a:lnTo>
                  <a:pt x="4952" y="46766"/>
                </a:lnTo>
                <a:lnTo>
                  <a:pt x="0" y="41712"/>
                </a:lnTo>
                <a:lnTo>
                  <a:pt x="30775" y="11666"/>
                </a:lnTo>
                <a:close/>
                <a:moveTo>
                  <a:pt x="42790" y="0"/>
                </a:moveTo>
                <a:lnTo>
                  <a:pt x="47728" y="5068"/>
                </a:lnTo>
                <a:lnTo>
                  <a:pt x="41305" y="11331"/>
                </a:lnTo>
                <a:lnTo>
                  <a:pt x="36353" y="6263"/>
                </a:lnTo>
                <a:lnTo>
                  <a:pt x="42790" y="0"/>
                </a:lnTo>
                <a:close/>
                <a:moveTo>
                  <a:pt x="4279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39A43-09DB-4AF2-A271-999F8A10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311" y="5400167"/>
            <a:ext cx="60530" cy="45572"/>
          </a:xfrm>
          <a:custGeom xmlns:a="http://schemas.openxmlformats.org/drawingml/2006/main">
            <a:pathLst>
              <a:path w="60530" h="45572">
                <a:moveTo>
                  <a:pt x="41873" y="10020"/>
                </a:moveTo>
                <a:lnTo>
                  <a:pt x="26449" y="25036"/>
                </a:lnTo>
                <a:lnTo>
                  <a:pt x="33280" y="32042"/>
                </a:lnTo>
                <a:cubicBezTo>
                  <a:pt x="35785" y="34649"/>
                  <a:pt x="38392" y="35959"/>
                  <a:pt x="41130" y="36076"/>
                </a:cubicBezTo>
                <a:cubicBezTo>
                  <a:pt x="43853" y="36193"/>
                  <a:pt x="46417" y="35056"/>
                  <a:pt x="48922" y="32668"/>
                </a:cubicBezTo>
                <a:cubicBezTo>
                  <a:pt x="51369" y="30221"/>
                  <a:pt x="52563" y="27658"/>
                  <a:pt x="52505" y="24978"/>
                </a:cubicBezTo>
                <a:cubicBezTo>
                  <a:pt x="52505" y="22254"/>
                  <a:pt x="51194" y="19575"/>
                  <a:pt x="48689" y="17011"/>
                </a:cubicBezTo>
                <a:lnTo>
                  <a:pt x="41873" y="10020"/>
                </a:lnTo>
                <a:close/>
                <a:moveTo>
                  <a:pt x="41013" y="0"/>
                </a:moveTo>
                <a:lnTo>
                  <a:pt x="53247" y="12584"/>
                </a:lnTo>
                <a:cubicBezTo>
                  <a:pt x="57733" y="17186"/>
                  <a:pt x="60136" y="21686"/>
                  <a:pt x="60297" y="26056"/>
                </a:cubicBezTo>
                <a:cubicBezTo>
                  <a:pt x="60530" y="30440"/>
                  <a:pt x="58651" y="34590"/>
                  <a:pt x="54616" y="38523"/>
                </a:cubicBezTo>
                <a:cubicBezTo>
                  <a:pt x="50568" y="42441"/>
                  <a:pt x="46358" y="44261"/>
                  <a:pt x="41975" y="43926"/>
                </a:cubicBezTo>
                <a:cubicBezTo>
                  <a:pt x="37605" y="43591"/>
                  <a:pt x="33221" y="41086"/>
                  <a:pt x="28721" y="36527"/>
                </a:cubicBezTo>
                <a:lnTo>
                  <a:pt x="21905" y="29537"/>
                </a:lnTo>
                <a:lnTo>
                  <a:pt x="5403" y="45572"/>
                </a:lnTo>
                <a:lnTo>
                  <a:pt x="0" y="40052"/>
                </a:lnTo>
                <a:lnTo>
                  <a:pt x="41013" y="0"/>
                </a:lnTo>
                <a:close/>
                <a:moveTo>
                  <a:pt x="410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B12D5-BF6B-41F9-8EB1-A47400F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416" y="5434131"/>
            <a:ext cx="60530" cy="45572"/>
          </a:xfrm>
          <a:custGeom xmlns:a="http://schemas.openxmlformats.org/drawingml/2006/main">
            <a:pathLst>
              <a:path w="60530" h="45572">
                <a:moveTo>
                  <a:pt x="41873" y="10020"/>
                </a:moveTo>
                <a:lnTo>
                  <a:pt x="26463" y="25036"/>
                </a:lnTo>
                <a:lnTo>
                  <a:pt x="33280" y="32042"/>
                </a:lnTo>
                <a:cubicBezTo>
                  <a:pt x="35785" y="34649"/>
                  <a:pt x="38406" y="35959"/>
                  <a:pt x="41130" y="36076"/>
                </a:cubicBezTo>
                <a:cubicBezTo>
                  <a:pt x="43868" y="36193"/>
                  <a:pt x="46431" y="35056"/>
                  <a:pt x="48922" y="32610"/>
                </a:cubicBezTo>
                <a:cubicBezTo>
                  <a:pt x="51369" y="30221"/>
                  <a:pt x="52563" y="27658"/>
                  <a:pt x="52519" y="24978"/>
                </a:cubicBezTo>
                <a:cubicBezTo>
                  <a:pt x="52519" y="22254"/>
                  <a:pt x="51208" y="19575"/>
                  <a:pt x="48703" y="17011"/>
                </a:cubicBezTo>
                <a:lnTo>
                  <a:pt x="41873" y="10020"/>
                </a:lnTo>
                <a:close/>
                <a:moveTo>
                  <a:pt x="41028" y="0"/>
                </a:moveTo>
                <a:lnTo>
                  <a:pt x="53247" y="12584"/>
                </a:lnTo>
                <a:cubicBezTo>
                  <a:pt x="57748" y="17186"/>
                  <a:pt x="60078" y="21686"/>
                  <a:pt x="60311" y="26070"/>
                </a:cubicBezTo>
                <a:cubicBezTo>
                  <a:pt x="60530" y="30440"/>
                  <a:pt x="58651" y="34590"/>
                  <a:pt x="54616" y="38465"/>
                </a:cubicBezTo>
                <a:cubicBezTo>
                  <a:pt x="50582" y="42441"/>
                  <a:pt x="46373" y="44276"/>
                  <a:pt x="41989" y="43926"/>
                </a:cubicBezTo>
                <a:cubicBezTo>
                  <a:pt x="37605" y="43591"/>
                  <a:pt x="33163" y="41086"/>
                  <a:pt x="28736" y="36469"/>
                </a:cubicBezTo>
                <a:lnTo>
                  <a:pt x="21905" y="29537"/>
                </a:lnTo>
                <a:lnTo>
                  <a:pt x="5403" y="45572"/>
                </a:lnTo>
                <a:lnTo>
                  <a:pt x="0" y="40052"/>
                </a:lnTo>
                <a:lnTo>
                  <a:pt x="41028" y="0"/>
                </a:lnTo>
                <a:close/>
                <a:moveTo>
                  <a:pt x="410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6776D-FA6E-4339-A9D0-B4E1120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36" y="5468096"/>
            <a:ext cx="46417" cy="65598"/>
          </a:xfrm>
          <a:custGeom xmlns:a="http://schemas.openxmlformats.org/drawingml/2006/main">
            <a:pathLst>
              <a:path w="46417" h="65598">
                <a:moveTo>
                  <a:pt x="41013" y="0"/>
                </a:moveTo>
                <a:lnTo>
                  <a:pt x="46417" y="5578"/>
                </a:lnTo>
                <a:lnTo>
                  <a:pt x="10064" y="41028"/>
                </a:lnTo>
                <a:lnTo>
                  <a:pt x="29522" y="61054"/>
                </a:lnTo>
                <a:lnTo>
                  <a:pt x="24861" y="65598"/>
                </a:lnTo>
                <a:lnTo>
                  <a:pt x="0" y="40052"/>
                </a:lnTo>
                <a:lnTo>
                  <a:pt x="41013" y="0"/>
                </a:lnTo>
                <a:close/>
                <a:moveTo>
                  <a:pt x="410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47787-8E8D-440E-8AAF-4127D4B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378" y="5511337"/>
            <a:ext cx="62467" cy="61957"/>
          </a:xfrm>
          <a:custGeom xmlns:a="http://schemas.openxmlformats.org/drawingml/2006/main">
            <a:pathLst>
              <a:path w="62467" h="61957">
                <a:moveTo>
                  <a:pt x="53932" y="8476"/>
                </a:moveTo>
                <a:lnTo>
                  <a:pt x="26114" y="20885"/>
                </a:lnTo>
                <a:lnTo>
                  <a:pt x="40853" y="35959"/>
                </a:lnTo>
                <a:lnTo>
                  <a:pt x="53932" y="8476"/>
                </a:lnTo>
                <a:close/>
                <a:moveTo>
                  <a:pt x="56321" y="0"/>
                </a:moveTo>
                <a:lnTo>
                  <a:pt x="62467" y="6321"/>
                </a:lnTo>
                <a:lnTo>
                  <a:pt x="36644" y="61957"/>
                </a:lnTo>
                <a:lnTo>
                  <a:pt x="31008" y="56219"/>
                </a:lnTo>
                <a:lnTo>
                  <a:pt x="37955" y="42222"/>
                </a:lnTo>
                <a:lnTo>
                  <a:pt x="19866" y="23667"/>
                </a:lnTo>
                <a:lnTo>
                  <a:pt x="5695" y="30207"/>
                </a:lnTo>
                <a:lnTo>
                  <a:pt x="0" y="24352"/>
                </a:lnTo>
                <a:lnTo>
                  <a:pt x="56321" y="0"/>
                </a:lnTo>
                <a:close/>
                <a:moveTo>
                  <a:pt x="563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875AD-19B3-4074-8B1E-9E86E4A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759" y="5548884"/>
            <a:ext cx="62933" cy="51034"/>
          </a:xfrm>
          <a:custGeom xmlns:a="http://schemas.openxmlformats.org/drawingml/2006/main">
            <a:pathLst>
              <a:path w="62933" h="51034">
                <a:moveTo>
                  <a:pt x="21279" y="30614"/>
                </a:moveTo>
                <a:lnTo>
                  <a:pt x="4952" y="46490"/>
                </a:lnTo>
                <a:lnTo>
                  <a:pt x="0" y="41421"/>
                </a:lnTo>
                <a:lnTo>
                  <a:pt x="42499" y="0"/>
                </a:lnTo>
                <a:lnTo>
                  <a:pt x="47451" y="5068"/>
                </a:lnTo>
                <a:lnTo>
                  <a:pt x="42790" y="9627"/>
                </a:lnTo>
                <a:cubicBezTo>
                  <a:pt x="45688" y="8884"/>
                  <a:pt x="48368" y="8943"/>
                  <a:pt x="50801" y="9671"/>
                </a:cubicBezTo>
                <a:cubicBezTo>
                  <a:pt x="53306" y="10414"/>
                  <a:pt x="55651" y="11957"/>
                  <a:pt x="57806" y="14171"/>
                </a:cubicBezTo>
                <a:cubicBezTo>
                  <a:pt x="61447" y="17929"/>
                  <a:pt x="62933" y="22415"/>
                  <a:pt x="62248" y="27658"/>
                </a:cubicBezTo>
                <a:cubicBezTo>
                  <a:pt x="61564" y="32886"/>
                  <a:pt x="58767" y="37838"/>
                  <a:pt x="53932" y="42557"/>
                </a:cubicBezTo>
                <a:cubicBezTo>
                  <a:pt x="49097" y="47276"/>
                  <a:pt x="44101" y="49956"/>
                  <a:pt x="38800" y="50466"/>
                </a:cubicBezTo>
                <a:cubicBezTo>
                  <a:pt x="33571" y="51034"/>
                  <a:pt x="29129" y="49446"/>
                  <a:pt x="25488" y="45747"/>
                </a:cubicBezTo>
                <a:cubicBezTo>
                  <a:pt x="23274" y="43475"/>
                  <a:pt x="21847" y="41086"/>
                  <a:pt x="21162" y="38581"/>
                </a:cubicBezTo>
                <a:cubicBezTo>
                  <a:pt x="20478" y="36134"/>
                  <a:pt x="20478" y="33454"/>
                  <a:pt x="21279" y="30614"/>
                </a:cubicBezTo>
                <a:close/>
                <a:moveTo>
                  <a:pt x="48820" y="37329"/>
                </a:moveTo>
                <a:cubicBezTo>
                  <a:pt x="52577" y="33687"/>
                  <a:pt x="54733" y="30105"/>
                  <a:pt x="55359" y="26522"/>
                </a:cubicBezTo>
                <a:cubicBezTo>
                  <a:pt x="55986" y="22881"/>
                  <a:pt x="55024" y="19749"/>
                  <a:pt x="52403" y="17069"/>
                </a:cubicBezTo>
                <a:cubicBezTo>
                  <a:pt x="49781" y="14404"/>
                  <a:pt x="46650" y="13312"/>
                  <a:pt x="43067" y="13880"/>
                </a:cubicBezTo>
                <a:cubicBezTo>
                  <a:pt x="39426" y="14404"/>
                  <a:pt x="35785" y="16501"/>
                  <a:pt x="32027" y="20084"/>
                </a:cubicBezTo>
                <a:cubicBezTo>
                  <a:pt x="28342" y="23725"/>
                  <a:pt x="26172" y="27366"/>
                  <a:pt x="25546" y="30949"/>
                </a:cubicBezTo>
                <a:cubicBezTo>
                  <a:pt x="24920" y="34532"/>
                  <a:pt x="25895" y="37664"/>
                  <a:pt x="28503" y="40343"/>
                </a:cubicBezTo>
                <a:cubicBezTo>
                  <a:pt x="31124" y="43009"/>
                  <a:pt x="34255" y="44101"/>
                  <a:pt x="37838" y="43591"/>
                </a:cubicBezTo>
                <a:cubicBezTo>
                  <a:pt x="41479" y="43009"/>
                  <a:pt x="45120" y="40970"/>
                  <a:pt x="48820" y="37329"/>
                </a:cubicBezTo>
                <a:close/>
                <a:moveTo>
                  <a:pt x="48820" y="373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5829C-31FD-4925-8C9A-EE4EB138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41" y="5584611"/>
            <a:ext cx="62918" cy="51092"/>
          </a:xfrm>
          <a:custGeom xmlns:a="http://schemas.openxmlformats.org/drawingml/2006/main">
            <a:pathLst>
              <a:path w="62918" h="51092">
                <a:moveTo>
                  <a:pt x="21279" y="30614"/>
                </a:moveTo>
                <a:lnTo>
                  <a:pt x="4952" y="46548"/>
                </a:lnTo>
                <a:lnTo>
                  <a:pt x="0" y="41421"/>
                </a:lnTo>
                <a:lnTo>
                  <a:pt x="42499" y="0"/>
                </a:lnTo>
                <a:lnTo>
                  <a:pt x="47451" y="5068"/>
                </a:lnTo>
                <a:lnTo>
                  <a:pt x="42776" y="9627"/>
                </a:lnTo>
                <a:cubicBezTo>
                  <a:pt x="45630" y="8943"/>
                  <a:pt x="48296" y="8943"/>
                  <a:pt x="50801" y="9685"/>
                </a:cubicBezTo>
                <a:cubicBezTo>
                  <a:pt x="53247" y="10472"/>
                  <a:pt x="55578" y="11957"/>
                  <a:pt x="57806" y="14229"/>
                </a:cubicBezTo>
                <a:cubicBezTo>
                  <a:pt x="61447" y="17987"/>
                  <a:pt x="62918" y="22429"/>
                  <a:pt x="62234" y="27658"/>
                </a:cubicBezTo>
                <a:cubicBezTo>
                  <a:pt x="61549" y="32886"/>
                  <a:pt x="58767" y="37897"/>
                  <a:pt x="53932" y="42615"/>
                </a:cubicBezTo>
                <a:cubicBezTo>
                  <a:pt x="49097" y="47334"/>
                  <a:pt x="44028" y="49956"/>
                  <a:pt x="38800" y="50524"/>
                </a:cubicBezTo>
                <a:cubicBezTo>
                  <a:pt x="33556" y="51092"/>
                  <a:pt x="29071" y="49504"/>
                  <a:pt x="25429" y="45747"/>
                </a:cubicBezTo>
                <a:cubicBezTo>
                  <a:pt x="23259" y="43475"/>
                  <a:pt x="21788" y="41144"/>
                  <a:pt x="21104" y="38639"/>
                </a:cubicBezTo>
                <a:cubicBezTo>
                  <a:pt x="20419" y="36134"/>
                  <a:pt x="20478" y="33454"/>
                  <a:pt x="21279" y="30614"/>
                </a:cubicBezTo>
                <a:close/>
                <a:moveTo>
                  <a:pt x="48805" y="37329"/>
                </a:moveTo>
                <a:cubicBezTo>
                  <a:pt x="52505" y="33746"/>
                  <a:pt x="54675" y="30105"/>
                  <a:pt x="55301" y="26522"/>
                </a:cubicBezTo>
                <a:cubicBezTo>
                  <a:pt x="55927" y="22939"/>
                  <a:pt x="54951" y="19808"/>
                  <a:pt x="52330" y="17128"/>
                </a:cubicBezTo>
                <a:cubicBezTo>
                  <a:pt x="49723" y="14404"/>
                  <a:pt x="46650" y="13370"/>
                  <a:pt x="43009" y="13894"/>
                </a:cubicBezTo>
                <a:cubicBezTo>
                  <a:pt x="39426" y="14404"/>
                  <a:pt x="35726" y="16501"/>
                  <a:pt x="32027" y="20143"/>
                </a:cubicBezTo>
                <a:cubicBezTo>
                  <a:pt x="28269" y="23725"/>
                  <a:pt x="26114" y="27366"/>
                  <a:pt x="25488" y="30949"/>
                </a:cubicBezTo>
                <a:cubicBezTo>
                  <a:pt x="24861" y="34547"/>
                  <a:pt x="25881" y="37664"/>
                  <a:pt x="28503" y="40402"/>
                </a:cubicBezTo>
                <a:cubicBezTo>
                  <a:pt x="31110" y="43081"/>
                  <a:pt x="34183" y="44101"/>
                  <a:pt x="37824" y="43591"/>
                </a:cubicBezTo>
                <a:cubicBezTo>
                  <a:pt x="41407" y="43081"/>
                  <a:pt x="45106" y="40970"/>
                  <a:pt x="48805" y="37329"/>
                </a:cubicBezTo>
                <a:close/>
                <a:moveTo>
                  <a:pt x="48805" y="373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49103-8FA7-47D6-BB0B-37158398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800" y="5614599"/>
            <a:ext cx="63486" cy="57748"/>
          </a:xfrm>
          <a:custGeom xmlns:a="http://schemas.openxmlformats.org/drawingml/2006/main">
            <a:pathLst>
              <a:path w="63486" h="57748">
                <a:moveTo>
                  <a:pt x="63486" y="22080"/>
                </a:moveTo>
                <a:lnTo>
                  <a:pt x="58083" y="27366"/>
                </a:lnTo>
                <a:cubicBezTo>
                  <a:pt x="57005" y="24293"/>
                  <a:pt x="55811" y="21570"/>
                  <a:pt x="54500" y="19225"/>
                </a:cubicBezTo>
                <a:cubicBezTo>
                  <a:pt x="53189" y="16836"/>
                  <a:pt x="51660" y="14797"/>
                  <a:pt x="49956" y="13093"/>
                </a:cubicBezTo>
                <a:cubicBezTo>
                  <a:pt x="46999" y="10064"/>
                  <a:pt x="44145" y="8302"/>
                  <a:pt x="41363" y="7792"/>
                </a:cubicBezTo>
                <a:cubicBezTo>
                  <a:pt x="38625" y="7282"/>
                  <a:pt x="36134" y="8083"/>
                  <a:pt x="33964" y="10181"/>
                </a:cubicBezTo>
                <a:cubicBezTo>
                  <a:pt x="32144" y="12001"/>
                  <a:pt x="31284" y="13880"/>
                  <a:pt x="31459" y="15875"/>
                </a:cubicBezTo>
                <a:cubicBezTo>
                  <a:pt x="31576" y="17871"/>
                  <a:pt x="32886" y="20652"/>
                  <a:pt x="35275" y="24235"/>
                </a:cubicBezTo>
                <a:lnTo>
                  <a:pt x="37838" y="28269"/>
                </a:lnTo>
                <a:cubicBezTo>
                  <a:pt x="41072" y="33163"/>
                  <a:pt x="42674" y="37605"/>
                  <a:pt x="42615" y="41479"/>
                </a:cubicBezTo>
                <a:cubicBezTo>
                  <a:pt x="42557" y="45397"/>
                  <a:pt x="40853" y="48980"/>
                  <a:pt x="37489" y="52228"/>
                </a:cubicBezTo>
                <a:cubicBezTo>
                  <a:pt x="33513" y="56102"/>
                  <a:pt x="29187" y="57748"/>
                  <a:pt x="24585" y="57063"/>
                </a:cubicBezTo>
                <a:cubicBezTo>
                  <a:pt x="19910" y="56379"/>
                  <a:pt x="15074" y="53480"/>
                  <a:pt x="10064" y="48354"/>
                </a:cubicBezTo>
                <a:cubicBezTo>
                  <a:pt x="8141" y="46431"/>
                  <a:pt x="6379" y="44086"/>
                  <a:pt x="4661" y="41479"/>
                </a:cubicBezTo>
                <a:cubicBezTo>
                  <a:pt x="2957" y="38858"/>
                  <a:pt x="1427" y="35959"/>
                  <a:pt x="0" y="32770"/>
                </a:cubicBezTo>
                <a:lnTo>
                  <a:pt x="5695" y="27192"/>
                </a:lnTo>
                <a:cubicBezTo>
                  <a:pt x="6656" y="30673"/>
                  <a:pt x="7850" y="33848"/>
                  <a:pt x="9336" y="36644"/>
                </a:cubicBezTo>
                <a:cubicBezTo>
                  <a:pt x="10749" y="39426"/>
                  <a:pt x="12511" y="41873"/>
                  <a:pt x="14564" y="43926"/>
                </a:cubicBezTo>
                <a:cubicBezTo>
                  <a:pt x="17637" y="47101"/>
                  <a:pt x="20652" y="48922"/>
                  <a:pt x="23609" y="49446"/>
                </a:cubicBezTo>
                <a:cubicBezTo>
                  <a:pt x="26507" y="49956"/>
                  <a:pt x="29129" y="49097"/>
                  <a:pt x="31459" y="46825"/>
                </a:cubicBezTo>
                <a:cubicBezTo>
                  <a:pt x="33454" y="44887"/>
                  <a:pt x="34416" y="42732"/>
                  <a:pt x="34357" y="40387"/>
                </a:cubicBezTo>
                <a:cubicBezTo>
                  <a:pt x="34299" y="37998"/>
                  <a:pt x="33163" y="35158"/>
                  <a:pt x="31008" y="31809"/>
                </a:cubicBezTo>
                <a:lnTo>
                  <a:pt x="28328" y="27760"/>
                </a:lnTo>
                <a:cubicBezTo>
                  <a:pt x="25153" y="22808"/>
                  <a:pt x="23492" y="18540"/>
                  <a:pt x="23434" y="15016"/>
                </a:cubicBezTo>
                <a:cubicBezTo>
                  <a:pt x="23376" y="11433"/>
                  <a:pt x="24978" y="8141"/>
                  <a:pt x="28109" y="5068"/>
                </a:cubicBezTo>
                <a:cubicBezTo>
                  <a:pt x="31750" y="1544"/>
                  <a:pt x="35843" y="0"/>
                  <a:pt x="40387" y="510"/>
                </a:cubicBezTo>
                <a:cubicBezTo>
                  <a:pt x="45004" y="1078"/>
                  <a:pt x="49490" y="3583"/>
                  <a:pt x="53874" y="8025"/>
                </a:cubicBezTo>
                <a:cubicBezTo>
                  <a:pt x="55752" y="9962"/>
                  <a:pt x="57457" y="12118"/>
                  <a:pt x="59059" y="14448"/>
                </a:cubicBezTo>
                <a:cubicBezTo>
                  <a:pt x="60646" y="16778"/>
                  <a:pt x="62132" y="19342"/>
                  <a:pt x="63486" y="22080"/>
                </a:cubicBezTo>
                <a:close/>
                <a:moveTo>
                  <a:pt x="63486" y="22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18583-141F-409D-8F88-2F082428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678" y="5661656"/>
            <a:ext cx="44552" cy="48296"/>
          </a:xfrm>
          <a:custGeom xmlns:a="http://schemas.openxmlformats.org/drawingml/2006/main">
            <a:pathLst>
              <a:path w="44552" h="48296">
                <a:moveTo>
                  <a:pt x="36877" y="34751"/>
                </a:moveTo>
                <a:lnTo>
                  <a:pt x="34430" y="37197"/>
                </a:lnTo>
                <a:lnTo>
                  <a:pt x="11724" y="13938"/>
                </a:lnTo>
                <a:cubicBezTo>
                  <a:pt x="8476" y="17521"/>
                  <a:pt x="6831" y="21162"/>
                  <a:pt x="6831" y="24861"/>
                </a:cubicBezTo>
                <a:cubicBezTo>
                  <a:pt x="6831" y="28503"/>
                  <a:pt x="8476" y="31969"/>
                  <a:pt x="11783" y="35319"/>
                </a:cubicBezTo>
                <a:cubicBezTo>
                  <a:pt x="13661" y="37256"/>
                  <a:pt x="15700" y="38960"/>
                  <a:pt x="17987" y="40271"/>
                </a:cubicBezTo>
                <a:cubicBezTo>
                  <a:pt x="20201" y="41640"/>
                  <a:pt x="22706" y="42776"/>
                  <a:pt x="25429" y="43635"/>
                </a:cubicBezTo>
                <a:lnTo>
                  <a:pt x="20652" y="48296"/>
                </a:lnTo>
                <a:cubicBezTo>
                  <a:pt x="18104" y="47218"/>
                  <a:pt x="15700" y="45965"/>
                  <a:pt x="13428" y="44421"/>
                </a:cubicBezTo>
                <a:cubicBezTo>
                  <a:pt x="11156" y="42950"/>
                  <a:pt x="9103" y="41188"/>
                  <a:pt x="7180" y="39251"/>
                </a:cubicBezTo>
                <a:cubicBezTo>
                  <a:pt x="2389" y="34299"/>
                  <a:pt x="0" y="29012"/>
                  <a:pt x="58" y="23376"/>
                </a:cubicBezTo>
                <a:cubicBezTo>
                  <a:pt x="117" y="17739"/>
                  <a:pt x="2622" y="12511"/>
                  <a:pt x="7515" y="7734"/>
                </a:cubicBezTo>
                <a:cubicBezTo>
                  <a:pt x="12525" y="2840"/>
                  <a:pt x="17871" y="277"/>
                  <a:pt x="23449" y="160"/>
                </a:cubicBezTo>
                <a:cubicBezTo>
                  <a:pt x="29071" y="0"/>
                  <a:pt x="34139" y="2214"/>
                  <a:pt x="38639" y="6816"/>
                </a:cubicBezTo>
                <a:cubicBezTo>
                  <a:pt x="42674" y="10967"/>
                  <a:pt x="44552" y="15526"/>
                  <a:pt x="44203" y="20536"/>
                </a:cubicBezTo>
                <a:cubicBezTo>
                  <a:pt x="43926" y="25531"/>
                  <a:pt x="41479" y="30323"/>
                  <a:pt x="36877" y="34751"/>
                </a:cubicBezTo>
                <a:close/>
                <a:moveTo>
                  <a:pt x="33454" y="28269"/>
                </a:moveTo>
                <a:cubicBezTo>
                  <a:pt x="36193" y="25531"/>
                  <a:pt x="37605" y="22575"/>
                  <a:pt x="37780" y="19502"/>
                </a:cubicBezTo>
                <a:cubicBezTo>
                  <a:pt x="37955" y="16385"/>
                  <a:pt x="36877" y="13530"/>
                  <a:pt x="34430" y="11025"/>
                </a:cubicBezTo>
                <a:cubicBezTo>
                  <a:pt x="31634" y="8243"/>
                  <a:pt x="28677" y="6758"/>
                  <a:pt x="25429" y="6598"/>
                </a:cubicBezTo>
                <a:cubicBezTo>
                  <a:pt x="22196" y="6481"/>
                  <a:pt x="18948" y="7675"/>
                  <a:pt x="15817" y="10239"/>
                </a:cubicBezTo>
                <a:lnTo>
                  <a:pt x="33454" y="28269"/>
                </a:lnTo>
                <a:close/>
                <a:moveTo>
                  <a:pt x="33454" y="282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802F5-B05A-497C-ABD1-F9CFBF84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020" y="5679279"/>
            <a:ext cx="47669" cy="46766"/>
          </a:xfrm>
          <a:custGeom xmlns:a="http://schemas.openxmlformats.org/drawingml/2006/main">
            <a:pathLst>
              <a:path w="47669" h="46766">
                <a:moveTo>
                  <a:pt x="42776" y="0"/>
                </a:moveTo>
                <a:lnTo>
                  <a:pt x="47669" y="5010"/>
                </a:lnTo>
                <a:lnTo>
                  <a:pt x="4894" y="46766"/>
                </a:lnTo>
                <a:lnTo>
                  <a:pt x="0" y="41712"/>
                </a:lnTo>
                <a:lnTo>
                  <a:pt x="42776" y="0"/>
                </a:lnTo>
                <a:close/>
                <a:moveTo>
                  <a:pt x="427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32DEB-185E-493C-9FAF-C320AADF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716" y="5711947"/>
            <a:ext cx="44552" cy="48296"/>
          </a:xfrm>
          <a:custGeom xmlns:a="http://schemas.openxmlformats.org/drawingml/2006/main">
            <a:pathLst>
              <a:path w="44552" h="48296">
                <a:moveTo>
                  <a:pt x="36877" y="34751"/>
                </a:moveTo>
                <a:lnTo>
                  <a:pt x="34430" y="37197"/>
                </a:lnTo>
                <a:lnTo>
                  <a:pt x="11724" y="13938"/>
                </a:lnTo>
                <a:cubicBezTo>
                  <a:pt x="8433" y="17521"/>
                  <a:pt x="6831" y="21162"/>
                  <a:pt x="6831" y="24861"/>
                </a:cubicBezTo>
                <a:cubicBezTo>
                  <a:pt x="6831" y="28503"/>
                  <a:pt x="8491" y="31969"/>
                  <a:pt x="11724" y="35319"/>
                </a:cubicBezTo>
                <a:cubicBezTo>
                  <a:pt x="13661" y="37314"/>
                  <a:pt x="15715" y="38960"/>
                  <a:pt x="17987" y="40271"/>
                </a:cubicBezTo>
                <a:cubicBezTo>
                  <a:pt x="20201" y="41640"/>
                  <a:pt x="22706" y="42776"/>
                  <a:pt x="25444" y="43635"/>
                </a:cubicBezTo>
                <a:lnTo>
                  <a:pt x="20609" y="48296"/>
                </a:lnTo>
                <a:cubicBezTo>
                  <a:pt x="18104" y="47218"/>
                  <a:pt x="15715" y="45965"/>
                  <a:pt x="13428" y="44421"/>
                </a:cubicBezTo>
                <a:cubicBezTo>
                  <a:pt x="11156" y="42950"/>
                  <a:pt x="9059" y="41188"/>
                  <a:pt x="7180" y="39251"/>
                </a:cubicBezTo>
                <a:cubicBezTo>
                  <a:pt x="2345" y="34299"/>
                  <a:pt x="0" y="29012"/>
                  <a:pt x="58" y="23376"/>
                </a:cubicBezTo>
                <a:cubicBezTo>
                  <a:pt x="117" y="17739"/>
                  <a:pt x="2622" y="12511"/>
                  <a:pt x="7457" y="7734"/>
                </a:cubicBezTo>
                <a:cubicBezTo>
                  <a:pt x="12525" y="2840"/>
                  <a:pt x="17871" y="277"/>
                  <a:pt x="23449" y="160"/>
                </a:cubicBezTo>
                <a:cubicBezTo>
                  <a:pt x="29085" y="0"/>
                  <a:pt x="34139" y="2214"/>
                  <a:pt x="38639" y="6816"/>
                </a:cubicBezTo>
                <a:cubicBezTo>
                  <a:pt x="42674" y="10982"/>
                  <a:pt x="44552" y="15526"/>
                  <a:pt x="44217" y="20536"/>
                </a:cubicBezTo>
                <a:cubicBezTo>
                  <a:pt x="43926" y="25590"/>
                  <a:pt x="41479" y="30323"/>
                  <a:pt x="36877" y="34751"/>
                </a:cubicBezTo>
                <a:close/>
                <a:moveTo>
                  <a:pt x="33396" y="28269"/>
                </a:moveTo>
                <a:cubicBezTo>
                  <a:pt x="36134" y="25546"/>
                  <a:pt x="37620" y="22575"/>
                  <a:pt x="37780" y="19502"/>
                </a:cubicBezTo>
                <a:cubicBezTo>
                  <a:pt x="37955" y="16385"/>
                  <a:pt x="36819" y="13530"/>
                  <a:pt x="34430" y="11025"/>
                </a:cubicBezTo>
                <a:cubicBezTo>
                  <a:pt x="31634" y="8243"/>
                  <a:pt x="28677" y="6772"/>
                  <a:pt x="25386" y="6598"/>
                </a:cubicBezTo>
                <a:cubicBezTo>
                  <a:pt x="22138" y="6481"/>
                  <a:pt x="18948" y="7675"/>
                  <a:pt x="15817" y="10239"/>
                </a:cubicBezTo>
                <a:lnTo>
                  <a:pt x="33396" y="28269"/>
                </a:lnTo>
                <a:close/>
                <a:moveTo>
                  <a:pt x="33396" y="282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4B819-5065-4D2C-81CC-594417EA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170" y="5746640"/>
            <a:ext cx="46082" cy="45630"/>
          </a:xfrm>
          <a:custGeom xmlns:a="http://schemas.openxmlformats.org/drawingml/2006/main">
            <a:pathLst>
              <a:path w="46082" h="45630">
                <a:moveTo>
                  <a:pt x="46082" y="17929"/>
                </a:moveTo>
                <a:lnTo>
                  <a:pt x="41363" y="22531"/>
                </a:lnTo>
                <a:cubicBezTo>
                  <a:pt x="40737" y="20317"/>
                  <a:pt x="39950" y="18322"/>
                  <a:pt x="38916" y="16501"/>
                </a:cubicBezTo>
                <a:cubicBezTo>
                  <a:pt x="37897" y="14681"/>
                  <a:pt x="36702" y="13035"/>
                  <a:pt x="35275" y="11550"/>
                </a:cubicBezTo>
                <a:cubicBezTo>
                  <a:pt x="32085" y="8258"/>
                  <a:pt x="28503" y="6714"/>
                  <a:pt x="24701" y="6947"/>
                </a:cubicBezTo>
                <a:cubicBezTo>
                  <a:pt x="20827" y="7180"/>
                  <a:pt x="17011" y="9103"/>
                  <a:pt x="13268" y="12744"/>
                </a:cubicBezTo>
                <a:cubicBezTo>
                  <a:pt x="9511" y="16443"/>
                  <a:pt x="7457" y="20201"/>
                  <a:pt x="7180" y="24017"/>
                </a:cubicBezTo>
                <a:cubicBezTo>
                  <a:pt x="6831" y="27891"/>
                  <a:pt x="8316" y="31474"/>
                  <a:pt x="11491" y="34707"/>
                </a:cubicBezTo>
                <a:cubicBezTo>
                  <a:pt x="12919" y="36193"/>
                  <a:pt x="14564" y="37445"/>
                  <a:pt x="16327" y="38523"/>
                </a:cubicBezTo>
                <a:cubicBezTo>
                  <a:pt x="18147" y="39542"/>
                  <a:pt x="20143" y="40402"/>
                  <a:pt x="22313" y="41086"/>
                </a:cubicBezTo>
                <a:lnTo>
                  <a:pt x="17637" y="45630"/>
                </a:lnTo>
                <a:cubicBezTo>
                  <a:pt x="15598" y="44902"/>
                  <a:pt x="13661" y="43868"/>
                  <a:pt x="11899" y="42674"/>
                </a:cubicBezTo>
                <a:cubicBezTo>
                  <a:pt x="10079" y="41538"/>
                  <a:pt x="8316" y="40052"/>
                  <a:pt x="6656" y="38348"/>
                </a:cubicBezTo>
                <a:cubicBezTo>
                  <a:pt x="2170" y="33746"/>
                  <a:pt x="0" y="28619"/>
                  <a:pt x="291" y="23055"/>
                </a:cubicBezTo>
                <a:cubicBezTo>
                  <a:pt x="524" y="17477"/>
                  <a:pt x="3131" y="12292"/>
                  <a:pt x="8083" y="7457"/>
                </a:cubicBezTo>
                <a:cubicBezTo>
                  <a:pt x="13093" y="2563"/>
                  <a:pt x="18380" y="58"/>
                  <a:pt x="23958" y="0"/>
                </a:cubicBezTo>
                <a:cubicBezTo>
                  <a:pt x="29537" y="0"/>
                  <a:pt x="34649" y="2345"/>
                  <a:pt x="39324" y="7180"/>
                </a:cubicBezTo>
                <a:cubicBezTo>
                  <a:pt x="40853" y="8710"/>
                  <a:pt x="42164" y="10414"/>
                  <a:pt x="43300" y="12176"/>
                </a:cubicBezTo>
                <a:cubicBezTo>
                  <a:pt x="44436" y="13996"/>
                  <a:pt x="45354" y="15875"/>
                  <a:pt x="46082" y="17929"/>
                </a:cubicBezTo>
                <a:close/>
                <a:moveTo>
                  <a:pt x="46082" y="179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BFCFC-51C9-40A0-9728-2774F336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474" y="5763607"/>
            <a:ext cx="41596" cy="54034"/>
          </a:xfrm>
          <a:custGeom xmlns:a="http://schemas.openxmlformats.org/drawingml/2006/main">
            <a:pathLst>
              <a:path w="41596" h="54034">
                <a:moveTo>
                  <a:pt x="40169" y="5054"/>
                </a:moveTo>
                <a:lnTo>
                  <a:pt x="31401" y="13589"/>
                </a:lnTo>
                <a:lnTo>
                  <a:pt x="41596" y="24002"/>
                </a:lnTo>
                <a:lnTo>
                  <a:pt x="37605" y="27876"/>
                </a:lnTo>
                <a:lnTo>
                  <a:pt x="27483" y="17463"/>
                </a:lnTo>
                <a:lnTo>
                  <a:pt x="10749" y="33731"/>
                </a:lnTo>
                <a:cubicBezTo>
                  <a:pt x="8258" y="36178"/>
                  <a:pt x="6947" y="38115"/>
                  <a:pt x="6947" y="39470"/>
                </a:cubicBezTo>
                <a:cubicBezTo>
                  <a:pt x="6889" y="40897"/>
                  <a:pt x="7850" y="42601"/>
                  <a:pt x="9962" y="44713"/>
                </a:cubicBezTo>
                <a:lnTo>
                  <a:pt x="15016" y="49941"/>
                </a:lnTo>
                <a:lnTo>
                  <a:pt x="10749" y="54034"/>
                </a:lnTo>
                <a:lnTo>
                  <a:pt x="5695" y="48864"/>
                </a:lnTo>
                <a:cubicBezTo>
                  <a:pt x="1879" y="44931"/>
                  <a:pt x="0" y="41523"/>
                  <a:pt x="0" y="38625"/>
                </a:cubicBezTo>
                <a:cubicBezTo>
                  <a:pt x="0" y="35726"/>
                  <a:pt x="1937" y="32420"/>
                  <a:pt x="5811" y="28663"/>
                </a:cubicBezTo>
                <a:lnTo>
                  <a:pt x="22531" y="12336"/>
                </a:lnTo>
                <a:lnTo>
                  <a:pt x="18890" y="8637"/>
                </a:lnTo>
                <a:lnTo>
                  <a:pt x="22822" y="4835"/>
                </a:lnTo>
                <a:lnTo>
                  <a:pt x="26463" y="8520"/>
                </a:lnTo>
                <a:lnTo>
                  <a:pt x="35217" y="0"/>
                </a:lnTo>
                <a:lnTo>
                  <a:pt x="40169" y="5054"/>
                </a:lnTo>
                <a:close/>
                <a:moveTo>
                  <a:pt x="40169" y="5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B9438-146A-4D81-8B4C-F190FEFC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718" y="5782599"/>
            <a:ext cx="47728" cy="46766"/>
          </a:xfrm>
          <a:custGeom xmlns:a="http://schemas.openxmlformats.org/drawingml/2006/main">
            <a:pathLst>
              <a:path w="47728" h="46766">
                <a:moveTo>
                  <a:pt x="30833" y="11666"/>
                </a:moveTo>
                <a:lnTo>
                  <a:pt x="35726" y="16734"/>
                </a:lnTo>
                <a:lnTo>
                  <a:pt x="4952" y="46766"/>
                </a:lnTo>
                <a:lnTo>
                  <a:pt x="0" y="41712"/>
                </a:lnTo>
                <a:lnTo>
                  <a:pt x="30833" y="11666"/>
                </a:lnTo>
                <a:close/>
                <a:moveTo>
                  <a:pt x="42776" y="0"/>
                </a:moveTo>
                <a:lnTo>
                  <a:pt x="47728" y="5068"/>
                </a:lnTo>
                <a:lnTo>
                  <a:pt x="41305" y="11331"/>
                </a:lnTo>
                <a:lnTo>
                  <a:pt x="36411" y="6263"/>
                </a:lnTo>
                <a:lnTo>
                  <a:pt x="42776" y="0"/>
                </a:lnTo>
                <a:close/>
                <a:moveTo>
                  <a:pt x="427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3EC32-27AD-48EA-A860-B7660B7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570" y="5814684"/>
            <a:ext cx="44829" cy="44436"/>
          </a:xfrm>
          <a:custGeom xmlns:a="http://schemas.openxmlformats.org/drawingml/2006/main">
            <a:pathLst>
              <a:path w="44829" h="44436">
                <a:moveTo>
                  <a:pt x="34299" y="10647"/>
                </a:moveTo>
                <a:cubicBezTo>
                  <a:pt x="31634" y="7908"/>
                  <a:pt x="28503" y="6831"/>
                  <a:pt x="24861" y="7282"/>
                </a:cubicBezTo>
                <a:cubicBezTo>
                  <a:pt x="21220" y="7792"/>
                  <a:pt x="17521" y="9846"/>
                  <a:pt x="13822" y="13428"/>
                </a:cubicBezTo>
                <a:cubicBezTo>
                  <a:pt x="10122" y="17011"/>
                  <a:pt x="8025" y="20594"/>
                  <a:pt x="7457" y="24235"/>
                </a:cubicBezTo>
                <a:cubicBezTo>
                  <a:pt x="6831" y="27876"/>
                  <a:pt x="7850" y="31066"/>
                  <a:pt x="10530" y="33804"/>
                </a:cubicBezTo>
                <a:cubicBezTo>
                  <a:pt x="13137" y="36469"/>
                  <a:pt x="16327" y="37605"/>
                  <a:pt x="19968" y="37096"/>
                </a:cubicBezTo>
                <a:cubicBezTo>
                  <a:pt x="23609" y="36586"/>
                  <a:pt x="27308" y="34532"/>
                  <a:pt x="30949" y="31008"/>
                </a:cubicBezTo>
                <a:cubicBezTo>
                  <a:pt x="34590" y="27425"/>
                  <a:pt x="36746" y="23842"/>
                  <a:pt x="37314" y="20143"/>
                </a:cubicBezTo>
                <a:cubicBezTo>
                  <a:pt x="37940" y="16501"/>
                  <a:pt x="36921" y="13312"/>
                  <a:pt x="34299" y="10647"/>
                </a:cubicBezTo>
                <a:close/>
                <a:moveTo>
                  <a:pt x="38567" y="6437"/>
                </a:moveTo>
                <a:cubicBezTo>
                  <a:pt x="42892" y="10865"/>
                  <a:pt x="44829" y="15700"/>
                  <a:pt x="44378" y="21002"/>
                </a:cubicBezTo>
                <a:cubicBezTo>
                  <a:pt x="43984" y="26289"/>
                  <a:pt x="41246" y="31415"/>
                  <a:pt x="36178" y="36353"/>
                </a:cubicBezTo>
                <a:cubicBezTo>
                  <a:pt x="31182" y="41246"/>
                  <a:pt x="25997" y="43868"/>
                  <a:pt x="20652" y="44159"/>
                </a:cubicBezTo>
                <a:cubicBezTo>
                  <a:pt x="15365" y="44436"/>
                  <a:pt x="10530" y="42397"/>
                  <a:pt x="6263" y="38013"/>
                </a:cubicBezTo>
                <a:cubicBezTo>
                  <a:pt x="1937" y="33571"/>
                  <a:pt x="0" y="28736"/>
                  <a:pt x="393" y="23390"/>
                </a:cubicBezTo>
                <a:cubicBezTo>
                  <a:pt x="859" y="18104"/>
                  <a:pt x="3583" y="12977"/>
                  <a:pt x="8651" y="8083"/>
                </a:cubicBezTo>
                <a:cubicBezTo>
                  <a:pt x="13705" y="3131"/>
                  <a:pt x="18890" y="568"/>
                  <a:pt x="24177" y="291"/>
                </a:cubicBezTo>
                <a:cubicBezTo>
                  <a:pt x="29464" y="0"/>
                  <a:pt x="34255" y="2054"/>
                  <a:pt x="38567" y="6437"/>
                </a:cubicBezTo>
                <a:close/>
                <a:moveTo>
                  <a:pt x="38567" y="64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45B1B-8759-45A1-B577-09B0C2C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363" y="5844221"/>
            <a:ext cx="51194" cy="55811"/>
          </a:xfrm>
          <a:custGeom xmlns:a="http://schemas.openxmlformats.org/drawingml/2006/main">
            <a:pathLst>
              <a:path w="51194" h="55811">
                <a:moveTo>
                  <a:pt x="43737" y="37664"/>
                </a:moveTo>
                <a:lnTo>
                  <a:pt x="25196" y="55811"/>
                </a:lnTo>
                <a:lnTo>
                  <a:pt x="20245" y="50742"/>
                </a:lnTo>
                <a:lnTo>
                  <a:pt x="38683" y="32770"/>
                </a:lnTo>
                <a:cubicBezTo>
                  <a:pt x="41581" y="29915"/>
                  <a:pt x="43169" y="27250"/>
                  <a:pt x="43518" y="24687"/>
                </a:cubicBezTo>
                <a:cubicBezTo>
                  <a:pt x="43853" y="22123"/>
                  <a:pt x="42950" y="19735"/>
                  <a:pt x="40722" y="17463"/>
                </a:cubicBezTo>
                <a:cubicBezTo>
                  <a:pt x="38057" y="14725"/>
                  <a:pt x="35100" y="13428"/>
                  <a:pt x="31794" y="13530"/>
                </a:cubicBezTo>
                <a:cubicBezTo>
                  <a:pt x="28546" y="13647"/>
                  <a:pt x="25371" y="15191"/>
                  <a:pt x="22415" y="18147"/>
                </a:cubicBezTo>
                <a:lnTo>
                  <a:pt x="4996" y="35100"/>
                </a:lnTo>
                <a:lnTo>
                  <a:pt x="0" y="29974"/>
                </a:lnTo>
                <a:lnTo>
                  <a:pt x="30833" y="0"/>
                </a:lnTo>
                <a:lnTo>
                  <a:pt x="35785" y="5054"/>
                </a:lnTo>
                <a:lnTo>
                  <a:pt x="30993" y="9729"/>
                </a:lnTo>
                <a:cubicBezTo>
                  <a:pt x="34008" y="9161"/>
                  <a:pt x="36804" y="9219"/>
                  <a:pt x="39309" y="9947"/>
                </a:cubicBezTo>
                <a:cubicBezTo>
                  <a:pt x="41814" y="10690"/>
                  <a:pt x="44145" y="12176"/>
                  <a:pt x="46242" y="14273"/>
                </a:cubicBezTo>
                <a:cubicBezTo>
                  <a:pt x="49665" y="17856"/>
                  <a:pt x="51194" y="21555"/>
                  <a:pt x="50742" y="25546"/>
                </a:cubicBezTo>
                <a:cubicBezTo>
                  <a:pt x="50349" y="29464"/>
                  <a:pt x="48004" y="33498"/>
                  <a:pt x="43737" y="37664"/>
                </a:cubicBezTo>
                <a:close/>
                <a:moveTo>
                  <a:pt x="43737" y="376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107D3-DDEE-4EF0-9578-C58A1D92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858" y="5320529"/>
            <a:ext cx="60821" cy="44378"/>
          </a:xfrm>
          <a:custGeom xmlns:a="http://schemas.openxmlformats.org/drawingml/2006/main">
            <a:pathLst>
              <a:path w="60821" h="44378">
                <a:moveTo>
                  <a:pt x="42892" y="10006"/>
                </a:moveTo>
                <a:lnTo>
                  <a:pt x="26959" y="24512"/>
                </a:lnTo>
                <a:lnTo>
                  <a:pt x="33571" y="31736"/>
                </a:lnTo>
                <a:cubicBezTo>
                  <a:pt x="35959" y="34416"/>
                  <a:pt x="38567" y="35843"/>
                  <a:pt x="41246" y="36061"/>
                </a:cubicBezTo>
                <a:cubicBezTo>
                  <a:pt x="43970" y="36236"/>
                  <a:pt x="46591" y="35158"/>
                  <a:pt x="49155" y="32828"/>
                </a:cubicBezTo>
                <a:cubicBezTo>
                  <a:pt x="51718" y="30542"/>
                  <a:pt x="52971" y="28036"/>
                  <a:pt x="53014" y="25313"/>
                </a:cubicBezTo>
                <a:cubicBezTo>
                  <a:pt x="53073" y="22575"/>
                  <a:pt x="51878" y="19910"/>
                  <a:pt x="49490" y="17230"/>
                </a:cubicBezTo>
                <a:lnTo>
                  <a:pt x="42892" y="10006"/>
                </a:lnTo>
                <a:close/>
                <a:moveTo>
                  <a:pt x="42382" y="0"/>
                </a:moveTo>
                <a:lnTo>
                  <a:pt x="54165" y="12962"/>
                </a:lnTo>
                <a:cubicBezTo>
                  <a:pt x="58534" y="17681"/>
                  <a:pt x="60704" y="22240"/>
                  <a:pt x="60763" y="26682"/>
                </a:cubicBezTo>
                <a:cubicBezTo>
                  <a:pt x="60821" y="31051"/>
                  <a:pt x="58826" y="35158"/>
                  <a:pt x="54675" y="38916"/>
                </a:cubicBezTo>
                <a:cubicBezTo>
                  <a:pt x="50466" y="42717"/>
                  <a:pt x="46198" y="44378"/>
                  <a:pt x="41873" y="43853"/>
                </a:cubicBezTo>
                <a:cubicBezTo>
                  <a:pt x="37489" y="43402"/>
                  <a:pt x="33163" y="40780"/>
                  <a:pt x="28837" y="36003"/>
                </a:cubicBezTo>
                <a:lnTo>
                  <a:pt x="22240" y="28837"/>
                </a:lnTo>
                <a:lnTo>
                  <a:pt x="5229" y="44319"/>
                </a:lnTo>
                <a:lnTo>
                  <a:pt x="0" y="38625"/>
                </a:lnTo>
                <a:lnTo>
                  <a:pt x="42382" y="0"/>
                </a:lnTo>
                <a:close/>
                <a:moveTo>
                  <a:pt x="42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579D2-038E-4208-A5FF-43B933DB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458" y="5363756"/>
            <a:ext cx="49213" cy="34255"/>
          </a:xfrm>
          <a:custGeom xmlns:a="http://schemas.openxmlformats.org/drawingml/2006/main">
            <a:pathLst>
              <a:path w="49213" h="34255">
                <a:moveTo>
                  <a:pt x="43926" y="23099"/>
                </a:moveTo>
                <a:cubicBezTo>
                  <a:pt x="43693" y="22196"/>
                  <a:pt x="43358" y="21337"/>
                  <a:pt x="42907" y="20492"/>
                </a:cubicBezTo>
                <a:cubicBezTo>
                  <a:pt x="42441" y="19691"/>
                  <a:pt x="41814" y="18832"/>
                  <a:pt x="41086" y="17987"/>
                </a:cubicBezTo>
                <a:cubicBezTo>
                  <a:pt x="38406" y="15030"/>
                  <a:pt x="35333" y="13661"/>
                  <a:pt x="31983" y="13836"/>
                </a:cubicBezTo>
                <a:cubicBezTo>
                  <a:pt x="28619" y="13996"/>
                  <a:pt x="25153" y="15715"/>
                  <a:pt x="21570" y="19007"/>
                </a:cubicBezTo>
                <a:lnTo>
                  <a:pt x="4792" y="34255"/>
                </a:lnTo>
                <a:lnTo>
                  <a:pt x="0" y="28969"/>
                </a:lnTo>
                <a:lnTo>
                  <a:pt x="31809" y="0"/>
                </a:lnTo>
                <a:lnTo>
                  <a:pt x="36586" y="5301"/>
                </a:lnTo>
                <a:lnTo>
                  <a:pt x="31634" y="9787"/>
                </a:lnTo>
                <a:cubicBezTo>
                  <a:pt x="34590" y="9103"/>
                  <a:pt x="37329" y="9278"/>
                  <a:pt x="39892" y="10137"/>
                </a:cubicBezTo>
                <a:cubicBezTo>
                  <a:pt x="42397" y="11040"/>
                  <a:pt x="44844" y="12802"/>
                  <a:pt x="47116" y="15307"/>
                </a:cubicBezTo>
                <a:cubicBezTo>
                  <a:pt x="47451" y="15657"/>
                  <a:pt x="47800" y="16050"/>
                  <a:pt x="48135" y="16560"/>
                </a:cubicBezTo>
                <a:cubicBezTo>
                  <a:pt x="48485" y="17011"/>
                  <a:pt x="48878" y="17579"/>
                  <a:pt x="49213" y="18205"/>
                </a:cubicBezTo>
                <a:lnTo>
                  <a:pt x="43926" y="23099"/>
                </a:lnTo>
                <a:close/>
                <a:moveTo>
                  <a:pt x="43926" y="230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C3BE7-6217-411A-ACE0-FD6CB61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421" y="5376617"/>
            <a:ext cx="48936" cy="45455"/>
          </a:xfrm>
          <a:custGeom xmlns:a="http://schemas.openxmlformats.org/drawingml/2006/main">
            <a:pathLst>
              <a:path w="48936" h="45455">
                <a:moveTo>
                  <a:pt x="31809" y="11273"/>
                </a:moveTo>
                <a:lnTo>
                  <a:pt x="36586" y="16501"/>
                </a:lnTo>
                <a:lnTo>
                  <a:pt x="4777" y="45455"/>
                </a:lnTo>
                <a:lnTo>
                  <a:pt x="0" y="40227"/>
                </a:lnTo>
                <a:lnTo>
                  <a:pt x="31809" y="11273"/>
                </a:lnTo>
                <a:close/>
                <a:moveTo>
                  <a:pt x="44203" y="0"/>
                </a:moveTo>
                <a:lnTo>
                  <a:pt x="48936" y="5243"/>
                </a:lnTo>
                <a:lnTo>
                  <a:pt x="42324" y="11273"/>
                </a:lnTo>
                <a:lnTo>
                  <a:pt x="37547" y="6030"/>
                </a:lnTo>
                <a:lnTo>
                  <a:pt x="44203" y="0"/>
                </a:lnTo>
                <a:close/>
                <a:moveTo>
                  <a:pt x="442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9BAFE-07BC-419C-BE4A-C7019BEA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602" y="5408877"/>
            <a:ext cx="45222" cy="43984"/>
          </a:xfrm>
          <a:custGeom xmlns:a="http://schemas.openxmlformats.org/drawingml/2006/main">
            <a:pathLst>
              <a:path w="45222" h="43984">
                <a:moveTo>
                  <a:pt x="34925" y="10807"/>
                </a:moveTo>
                <a:cubicBezTo>
                  <a:pt x="32362" y="8025"/>
                  <a:pt x="29231" y="6831"/>
                  <a:pt x="25590" y="7166"/>
                </a:cubicBezTo>
                <a:cubicBezTo>
                  <a:pt x="21905" y="7515"/>
                  <a:pt x="18147" y="9438"/>
                  <a:pt x="14390" y="12919"/>
                </a:cubicBezTo>
                <a:cubicBezTo>
                  <a:pt x="10574" y="16385"/>
                  <a:pt x="8302" y="19910"/>
                  <a:pt x="7559" y="23492"/>
                </a:cubicBezTo>
                <a:cubicBezTo>
                  <a:pt x="6874" y="27133"/>
                  <a:pt x="7792" y="30323"/>
                  <a:pt x="10355" y="33163"/>
                </a:cubicBezTo>
                <a:cubicBezTo>
                  <a:pt x="12904" y="35959"/>
                  <a:pt x="16035" y="37154"/>
                  <a:pt x="19676" y="36804"/>
                </a:cubicBezTo>
                <a:cubicBezTo>
                  <a:pt x="23376" y="36411"/>
                  <a:pt x="27075" y="34474"/>
                  <a:pt x="30891" y="31066"/>
                </a:cubicBezTo>
                <a:cubicBezTo>
                  <a:pt x="34649" y="27643"/>
                  <a:pt x="36921" y="24060"/>
                  <a:pt x="37605" y="20478"/>
                </a:cubicBezTo>
                <a:cubicBezTo>
                  <a:pt x="38333" y="16836"/>
                  <a:pt x="37430" y="13603"/>
                  <a:pt x="34925" y="10807"/>
                </a:cubicBezTo>
                <a:close/>
                <a:moveTo>
                  <a:pt x="39309" y="6772"/>
                </a:moveTo>
                <a:cubicBezTo>
                  <a:pt x="43460" y="11317"/>
                  <a:pt x="45222" y="16268"/>
                  <a:pt x="44654" y="21570"/>
                </a:cubicBezTo>
                <a:cubicBezTo>
                  <a:pt x="44028" y="26798"/>
                  <a:pt x="41130" y="31867"/>
                  <a:pt x="35945" y="36586"/>
                </a:cubicBezTo>
                <a:cubicBezTo>
                  <a:pt x="30716" y="41363"/>
                  <a:pt x="25488" y="43751"/>
                  <a:pt x="20128" y="43868"/>
                </a:cubicBezTo>
                <a:cubicBezTo>
                  <a:pt x="14783" y="43984"/>
                  <a:pt x="10064" y="41756"/>
                  <a:pt x="5913" y="37212"/>
                </a:cubicBezTo>
                <a:cubicBezTo>
                  <a:pt x="1762" y="32653"/>
                  <a:pt x="0" y="27701"/>
                  <a:pt x="626" y="22415"/>
                </a:cubicBezTo>
                <a:cubicBezTo>
                  <a:pt x="1253" y="17186"/>
                  <a:pt x="4151" y="12118"/>
                  <a:pt x="9321" y="7399"/>
                </a:cubicBezTo>
                <a:cubicBezTo>
                  <a:pt x="14564" y="2680"/>
                  <a:pt x="19851" y="233"/>
                  <a:pt x="25138" y="117"/>
                </a:cubicBezTo>
                <a:cubicBezTo>
                  <a:pt x="30425" y="0"/>
                  <a:pt x="35158" y="2214"/>
                  <a:pt x="39309" y="6772"/>
                </a:cubicBezTo>
                <a:close/>
                <a:moveTo>
                  <a:pt x="39309" y="67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28517-E7AC-45AC-ACC6-91B28544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124" y="5432777"/>
            <a:ext cx="56102" cy="61957"/>
          </a:xfrm>
          <a:custGeom xmlns:a="http://schemas.openxmlformats.org/drawingml/2006/main">
            <a:pathLst>
              <a:path w="56102" h="61957">
                <a:moveTo>
                  <a:pt x="4835" y="33163"/>
                </a:moveTo>
                <a:lnTo>
                  <a:pt x="13370" y="42499"/>
                </a:lnTo>
                <a:lnTo>
                  <a:pt x="45688" y="13079"/>
                </a:lnTo>
                <a:lnTo>
                  <a:pt x="34357" y="4719"/>
                </a:lnTo>
                <a:lnTo>
                  <a:pt x="39601" y="0"/>
                </a:lnTo>
                <a:lnTo>
                  <a:pt x="50859" y="8243"/>
                </a:lnTo>
                <a:lnTo>
                  <a:pt x="56102" y="13996"/>
                </a:lnTo>
                <a:lnTo>
                  <a:pt x="18540" y="48179"/>
                </a:lnTo>
                <a:lnTo>
                  <a:pt x="27075" y="57573"/>
                </a:lnTo>
                <a:lnTo>
                  <a:pt x="22240" y="61957"/>
                </a:lnTo>
                <a:lnTo>
                  <a:pt x="0" y="37547"/>
                </a:lnTo>
                <a:lnTo>
                  <a:pt x="4835" y="33163"/>
                </a:lnTo>
                <a:close/>
                <a:moveTo>
                  <a:pt x="4835" y="331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825FC-463A-4DEA-B2AA-51BE00FC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841" y="5481990"/>
            <a:ext cx="55010" cy="45790"/>
          </a:xfrm>
          <a:custGeom xmlns:a="http://schemas.openxmlformats.org/drawingml/2006/main">
            <a:pathLst>
              <a:path w="55010" h="45790">
                <a:moveTo>
                  <a:pt x="44829" y="6030"/>
                </a:moveTo>
                <a:lnTo>
                  <a:pt x="8986" y="12176"/>
                </a:lnTo>
                <a:lnTo>
                  <a:pt x="22182" y="26624"/>
                </a:lnTo>
                <a:lnTo>
                  <a:pt x="44829" y="6030"/>
                </a:lnTo>
                <a:close/>
                <a:moveTo>
                  <a:pt x="48470" y="0"/>
                </a:moveTo>
                <a:lnTo>
                  <a:pt x="55010" y="7166"/>
                </a:lnTo>
                <a:lnTo>
                  <a:pt x="27352" y="32362"/>
                </a:lnTo>
                <a:lnTo>
                  <a:pt x="32872" y="38392"/>
                </a:lnTo>
                <a:lnTo>
                  <a:pt x="28095" y="42717"/>
                </a:lnTo>
                <a:lnTo>
                  <a:pt x="22633" y="36688"/>
                </a:lnTo>
                <a:lnTo>
                  <a:pt x="12627" y="45790"/>
                </a:lnTo>
                <a:lnTo>
                  <a:pt x="7442" y="40110"/>
                </a:lnTo>
                <a:lnTo>
                  <a:pt x="17404" y="30993"/>
                </a:lnTo>
                <a:lnTo>
                  <a:pt x="0" y="11826"/>
                </a:lnTo>
                <a:lnTo>
                  <a:pt x="5505" y="6816"/>
                </a:lnTo>
                <a:lnTo>
                  <a:pt x="48470" y="0"/>
                </a:lnTo>
                <a:close/>
                <a:moveTo>
                  <a:pt x="4847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E48A7-D8A6-49AE-82BB-4AA53829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115" y="5504172"/>
            <a:ext cx="64579" cy="64520"/>
          </a:xfrm>
          <a:custGeom xmlns:a="http://schemas.openxmlformats.org/drawingml/2006/main">
            <a:pathLst>
              <a:path w="64579" h="64520">
                <a:moveTo>
                  <a:pt x="42907" y="10064"/>
                </a:moveTo>
                <a:lnTo>
                  <a:pt x="9962" y="40052"/>
                </a:lnTo>
                <a:lnTo>
                  <a:pt x="16268" y="46999"/>
                </a:lnTo>
                <a:cubicBezTo>
                  <a:pt x="21628" y="52854"/>
                  <a:pt x="26798" y="55927"/>
                  <a:pt x="31925" y="56204"/>
                </a:cubicBezTo>
                <a:cubicBezTo>
                  <a:pt x="37037" y="56554"/>
                  <a:pt x="42499" y="54107"/>
                  <a:pt x="48194" y="48864"/>
                </a:cubicBezTo>
                <a:cubicBezTo>
                  <a:pt x="53874" y="43693"/>
                  <a:pt x="56787" y="38567"/>
                  <a:pt x="56947" y="33454"/>
                </a:cubicBezTo>
                <a:cubicBezTo>
                  <a:pt x="57122" y="28328"/>
                  <a:pt x="54558" y="22808"/>
                  <a:pt x="49213" y="17011"/>
                </a:cubicBezTo>
                <a:lnTo>
                  <a:pt x="42907" y="10064"/>
                </a:lnTo>
                <a:close/>
                <a:moveTo>
                  <a:pt x="42382" y="0"/>
                </a:moveTo>
                <a:lnTo>
                  <a:pt x="53145" y="11841"/>
                </a:lnTo>
                <a:cubicBezTo>
                  <a:pt x="60646" y="20026"/>
                  <a:pt x="64404" y="27600"/>
                  <a:pt x="64462" y="34532"/>
                </a:cubicBezTo>
                <a:cubicBezTo>
                  <a:pt x="64579" y="41538"/>
                  <a:pt x="60996" y="48296"/>
                  <a:pt x="53713" y="54908"/>
                </a:cubicBezTo>
                <a:cubicBezTo>
                  <a:pt x="46431" y="61564"/>
                  <a:pt x="39266" y="64520"/>
                  <a:pt x="32318" y="63777"/>
                </a:cubicBezTo>
                <a:cubicBezTo>
                  <a:pt x="25371" y="63035"/>
                  <a:pt x="18205" y="58593"/>
                  <a:pt x="10749" y="50407"/>
                </a:cubicBezTo>
                <a:lnTo>
                  <a:pt x="0" y="38625"/>
                </a:lnTo>
                <a:lnTo>
                  <a:pt x="42382" y="0"/>
                </a:lnTo>
                <a:close/>
                <a:moveTo>
                  <a:pt x="423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DDD9E-4FDF-4840-A698-83B799F7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357" y="5560041"/>
            <a:ext cx="46198" cy="52170"/>
          </a:xfrm>
          <a:custGeom xmlns:a="http://schemas.openxmlformats.org/drawingml/2006/main">
            <a:pathLst>
              <a:path w="46198" h="52170">
                <a:moveTo>
                  <a:pt x="26507" y="27192"/>
                </a:moveTo>
                <a:cubicBezTo>
                  <a:pt x="22648" y="22983"/>
                  <a:pt x="19516" y="20478"/>
                  <a:pt x="17069" y="19735"/>
                </a:cubicBezTo>
                <a:cubicBezTo>
                  <a:pt x="14623" y="19007"/>
                  <a:pt x="12234" y="19691"/>
                  <a:pt x="9904" y="21788"/>
                </a:cubicBezTo>
                <a:cubicBezTo>
                  <a:pt x="8025" y="23492"/>
                  <a:pt x="7107" y="25429"/>
                  <a:pt x="7166" y="27643"/>
                </a:cubicBezTo>
                <a:cubicBezTo>
                  <a:pt x="7166" y="29872"/>
                  <a:pt x="8141" y="32027"/>
                  <a:pt x="10064" y="34139"/>
                </a:cubicBezTo>
                <a:cubicBezTo>
                  <a:pt x="12686" y="37037"/>
                  <a:pt x="15817" y="38406"/>
                  <a:pt x="19516" y="38290"/>
                </a:cubicBezTo>
                <a:cubicBezTo>
                  <a:pt x="23157" y="38173"/>
                  <a:pt x="26682" y="36586"/>
                  <a:pt x="30032" y="33454"/>
                </a:cubicBezTo>
                <a:lnTo>
                  <a:pt x="31241" y="32435"/>
                </a:lnTo>
                <a:lnTo>
                  <a:pt x="26507" y="27192"/>
                </a:lnTo>
                <a:close/>
                <a:moveTo>
                  <a:pt x="38173" y="35668"/>
                </a:moveTo>
                <a:lnTo>
                  <a:pt x="20026" y="52170"/>
                </a:lnTo>
                <a:lnTo>
                  <a:pt x="15249" y="46941"/>
                </a:lnTo>
                <a:lnTo>
                  <a:pt x="20084" y="42557"/>
                </a:lnTo>
                <a:cubicBezTo>
                  <a:pt x="17069" y="43125"/>
                  <a:pt x="14273" y="42950"/>
                  <a:pt x="11724" y="41989"/>
                </a:cubicBezTo>
                <a:cubicBezTo>
                  <a:pt x="9219" y="41072"/>
                  <a:pt x="6772" y="39309"/>
                  <a:pt x="4384" y="36688"/>
                </a:cubicBezTo>
                <a:cubicBezTo>
                  <a:pt x="1427" y="33454"/>
                  <a:pt x="0" y="30032"/>
                  <a:pt x="58" y="26449"/>
                </a:cubicBezTo>
                <a:cubicBezTo>
                  <a:pt x="175" y="22866"/>
                  <a:pt x="1704" y="19691"/>
                  <a:pt x="4777" y="16895"/>
                </a:cubicBezTo>
                <a:cubicBezTo>
                  <a:pt x="8360" y="13647"/>
                  <a:pt x="12176" y="12409"/>
                  <a:pt x="16152" y="13137"/>
                </a:cubicBezTo>
                <a:cubicBezTo>
                  <a:pt x="20143" y="13880"/>
                  <a:pt x="24293" y="16618"/>
                  <a:pt x="28619" y="21337"/>
                </a:cubicBezTo>
                <a:lnTo>
                  <a:pt x="35333" y="28677"/>
                </a:lnTo>
                <a:lnTo>
                  <a:pt x="35843" y="28211"/>
                </a:lnTo>
                <a:cubicBezTo>
                  <a:pt x="38232" y="25997"/>
                  <a:pt x="39368" y="23551"/>
                  <a:pt x="39251" y="20769"/>
                </a:cubicBezTo>
                <a:cubicBezTo>
                  <a:pt x="39135" y="17972"/>
                  <a:pt x="37780" y="15191"/>
                  <a:pt x="35158" y="12292"/>
                </a:cubicBezTo>
                <a:cubicBezTo>
                  <a:pt x="33513" y="10472"/>
                  <a:pt x="31692" y="8928"/>
                  <a:pt x="29639" y="7559"/>
                </a:cubicBezTo>
                <a:cubicBezTo>
                  <a:pt x="27643" y="6263"/>
                  <a:pt x="25488" y="5229"/>
                  <a:pt x="23216" y="4442"/>
                </a:cubicBezTo>
                <a:lnTo>
                  <a:pt x="27993" y="0"/>
                </a:lnTo>
                <a:cubicBezTo>
                  <a:pt x="30498" y="1253"/>
                  <a:pt x="32712" y="2622"/>
                  <a:pt x="34765" y="4034"/>
                </a:cubicBezTo>
                <a:cubicBezTo>
                  <a:pt x="36746" y="5520"/>
                  <a:pt x="38523" y="7107"/>
                  <a:pt x="40052" y="8811"/>
                </a:cubicBezTo>
                <a:cubicBezTo>
                  <a:pt x="44261" y="13428"/>
                  <a:pt x="46198" y="17914"/>
                  <a:pt x="45907" y="22356"/>
                </a:cubicBezTo>
                <a:cubicBezTo>
                  <a:pt x="45572" y="26857"/>
                  <a:pt x="43009" y="31241"/>
                  <a:pt x="38173" y="35668"/>
                </a:cubicBezTo>
                <a:close/>
                <a:moveTo>
                  <a:pt x="38173" y="356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7E149-8C12-4235-B04D-7CBB4933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252" y="5590305"/>
            <a:ext cx="69472" cy="51369"/>
          </a:xfrm>
          <a:custGeom xmlns:a="http://schemas.openxmlformats.org/drawingml/2006/main">
            <a:pathLst>
              <a:path w="69472" h="51369">
                <a:moveTo>
                  <a:pt x="22021" y="48587"/>
                </a:moveTo>
                <a:cubicBezTo>
                  <a:pt x="16895" y="50582"/>
                  <a:pt x="13093" y="51369"/>
                  <a:pt x="10647" y="51034"/>
                </a:cubicBezTo>
                <a:cubicBezTo>
                  <a:pt x="8258" y="50699"/>
                  <a:pt x="5971" y="49330"/>
                  <a:pt x="3816" y="46999"/>
                </a:cubicBezTo>
                <a:lnTo>
                  <a:pt x="0" y="42790"/>
                </a:lnTo>
                <a:lnTo>
                  <a:pt x="4384" y="38858"/>
                </a:lnTo>
                <a:lnTo>
                  <a:pt x="7166" y="41873"/>
                </a:lnTo>
                <a:cubicBezTo>
                  <a:pt x="8476" y="43358"/>
                  <a:pt x="9846" y="44145"/>
                  <a:pt x="11273" y="44319"/>
                </a:cubicBezTo>
                <a:cubicBezTo>
                  <a:pt x="12627" y="44494"/>
                  <a:pt x="15074" y="43926"/>
                  <a:pt x="18497" y="42557"/>
                </a:cubicBezTo>
                <a:lnTo>
                  <a:pt x="21730" y="41305"/>
                </a:lnTo>
                <a:lnTo>
                  <a:pt x="41305" y="0"/>
                </a:lnTo>
                <a:lnTo>
                  <a:pt x="46315" y="5520"/>
                </a:lnTo>
                <a:lnTo>
                  <a:pt x="30498" y="38115"/>
                </a:lnTo>
                <a:lnTo>
                  <a:pt x="64462" y="25371"/>
                </a:lnTo>
                <a:lnTo>
                  <a:pt x="69472" y="30891"/>
                </a:lnTo>
                <a:lnTo>
                  <a:pt x="22021" y="48587"/>
                </a:lnTo>
                <a:close/>
                <a:moveTo>
                  <a:pt x="22021" y="485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B7B59-90E7-4D95-A2EB-201ED6AF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552" y="5630416"/>
            <a:ext cx="50291" cy="44611"/>
          </a:xfrm>
          <a:custGeom xmlns:a="http://schemas.openxmlformats.org/drawingml/2006/main">
            <a:pathLst>
              <a:path w="50291" h="44611">
                <a:moveTo>
                  <a:pt x="50291" y="19123"/>
                </a:moveTo>
                <a:lnTo>
                  <a:pt x="45339" y="23667"/>
                </a:lnTo>
                <a:cubicBezTo>
                  <a:pt x="44713" y="21512"/>
                  <a:pt x="43912" y="19458"/>
                  <a:pt x="42834" y="17521"/>
                </a:cubicBezTo>
                <a:cubicBezTo>
                  <a:pt x="41756" y="15584"/>
                  <a:pt x="40445" y="13763"/>
                  <a:pt x="38916" y="12059"/>
                </a:cubicBezTo>
                <a:cubicBezTo>
                  <a:pt x="36527" y="9438"/>
                  <a:pt x="34357" y="7850"/>
                  <a:pt x="32420" y="7282"/>
                </a:cubicBezTo>
                <a:cubicBezTo>
                  <a:pt x="30440" y="6714"/>
                  <a:pt x="28677" y="7166"/>
                  <a:pt x="27075" y="8593"/>
                </a:cubicBezTo>
                <a:cubicBezTo>
                  <a:pt x="25823" y="9729"/>
                  <a:pt x="25313" y="11040"/>
                  <a:pt x="25488" y="12569"/>
                </a:cubicBezTo>
                <a:cubicBezTo>
                  <a:pt x="25604" y="14171"/>
                  <a:pt x="26682" y="16618"/>
                  <a:pt x="28619" y="19968"/>
                </a:cubicBezTo>
                <a:lnTo>
                  <a:pt x="29813" y="22138"/>
                </a:lnTo>
                <a:cubicBezTo>
                  <a:pt x="32420" y="26565"/>
                  <a:pt x="33673" y="30207"/>
                  <a:pt x="33673" y="33105"/>
                </a:cubicBezTo>
                <a:cubicBezTo>
                  <a:pt x="33615" y="35959"/>
                  <a:pt x="32318" y="38625"/>
                  <a:pt x="29755" y="40970"/>
                </a:cubicBezTo>
                <a:cubicBezTo>
                  <a:pt x="26798" y="43635"/>
                  <a:pt x="23376" y="44611"/>
                  <a:pt x="19516" y="43868"/>
                </a:cubicBezTo>
                <a:cubicBezTo>
                  <a:pt x="15642" y="43067"/>
                  <a:pt x="11885" y="40678"/>
                  <a:pt x="8127" y="36586"/>
                </a:cubicBezTo>
                <a:cubicBezTo>
                  <a:pt x="6598" y="34882"/>
                  <a:pt x="5170" y="32945"/>
                  <a:pt x="3816" y="30775"/>
                </a:cubicBezTo>
                <a:cubicBezTo>
                  <a:pt x="2447" y="28619"/>
                  <a:pt x="1194" y="26230"/>
                  <a:pt x="0" y="23609"/>
                </a:cubicBezTo>
                <a:lnTo>
                  <a:pt x="5403" y="18657"/>
                </a:lnTo>
                <a:cubicBezTo>
                  <a:pt x="6146" y="21512"/>
                  <a:pt x="7107" y="24119"/>
                  <a:pt x="8302" y="26449"/>
                </a:cubicBezTo>
                <a:cubicBezTo>
                  <a:pt x="9554" y="28794"/>
                  <a:pt x="10982" y="30833"/>
                  <a:pt x="12627" y="32712"/>
                </a:cubicBezTo>
                <a:cubicBezTo>
                  <a:pt x="14899" y="35158"/>
                  <a:pt x="17011" y="36644"/>
                  <a:pt x="19050" y="37212"/>
                </a:cubicBezTo>
                <a:cubicBezTo>
                  <a:pt x="21104" y="37780"/>
                  <a:pt x="22924" y="37372"/>
                  <a:pt x="24454" y="35959"/>
                </a:cubicBezTo>
                <a:cubicBezTo>
                  <a:pt x="25881" y="34649"/>
                  <a:pt x="26507" y="33221"/>
                  <a:pt x="26391" y="31576"/>
                </a:cubicBezTo>
                <a:cubicBezTo>
                  <a:pt x="26274" y="29930"/>
                  <a:pt x="25080" y="27133"/>
                  <a:pt x="22866" y="23274"/>
                </a:cubicBezTo>
                <a:lnTo>
                  <a:pt x="21614" y="21046"/>
                </a:lnTo>
                <a:cubicBezTo>
                  <a:pt x="19400" y="17244"/>
                  <a:pt x="18264" y="13938"/>
                  <a:pt x="18380" y="11215"/>
                </a:cubicBezTo>
                <a:cubicBezTo>
                  <a:pt x="18482" y="8476"/>
                  <a:pt x="19793" y="5971"/>
                  <a:pt x="22240" y="3758"/>
                </a:cubicBezTo>
                <a:cubicBezTo>
                  <a:pt x="25196" y="1020"/>
                  <a:pt x="28503" y="0"/>
                  <a:pt x="32027" y="626"/>
                </a:cubicBezTo>
                <a:cubicBezTo>
                  <a:pt x="35610" y="1253"/>
                  <a:pt x="39135" y="3525"/>
                  <a:pt x="42717" y="7457"/>
                </a:cubicBezTo>
                <a:cubicBezTo>
                  <a:pt x="44480" y="9394"/>
                  <a:pt x="45965" y="11317"/>
                  <a:pt x="47218" y="13254"/>
                </a:cubicBezTo>
                <a:cubicBezTo>
                  <a:pt x="48529" y="15249"/>
                  <a:pt x="49548" y="17186"/>
                  <a:pt x="50291" y="19123"/>
                </a:cubicBezTo>
                <a:close/>
                <a:moveTo>
                  <a:pt x="50291" y="191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54370-114B-483A-B486-8010FC00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647" y="5643451"/>
            <a:ext cx="61331" cy="59394"/>
          </a:xfrm>
          <a:custGeom xmlns:a="http://schemas.openxmlformats.org/drawingml/2006/main">
            <a:pathLst>
              <a:path w="61331" h="59394">
                <a:moveTo>
                  <a:pt x="28663" y="0"/>
                </a:moveTo>
                <a:lnTo>
                  <a:pt x="61331" y="35828"/>
                </a:lnTo>
                <a:lnTo>
                  <a:pt x="56495" y="40212"/>
                </a:lnTo>
                <a:lnTo>
                  <a:pt x="42834" y="25196"/>
                </a:lnTo>
                <a:lnTo>
                  <a:pt x="5229" y="59394"/>
                </a:lnTo>
                <a:lnTo>
                  <a:pt x="0" y="53641"/>
                </a:lnTo>
                <a:lnTo>
                  <a:pt x="37547" y="19443"/>
                </a:lnTo>
                <a:lnTo>
                  <a:pt x="23827" y="4369"/>
                </a:lnTo>
                <a:lnTo>
                  <a:pt x="28663" y="0"/>
                </a:lnTo>
                <a:close/>
                <a:moveTo>
                  <a:pt x="286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7DFE7-480F-40E4-9794-89D2023D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731" y="5689751"/>
            <a:ext cx="44989" cy="48077"/>
          </a:xfrm>
          <a:custGeom xmlns:a="http://schemas.openxmlformats.org/drawingml/2006/main">
            <a:pathLst>
              <a:path w="44989" h="48077">
                <a:moveTo>
                  <a:pt x="36688" y="35100"/>
                </a:moveTo>
                <a:lnTo>
                  <a:pt x="34124" y="37445"/>
                </a:lnTo>
                <a:lnTo>
                  <a:pt x="12220" y="13428"/>
                </a:lnTo>
                <a:cubicBezTo>
                  <a:pt x="8870" y="16895"/>
                  <a:pt x="7107" y="20478"/>
                  <a:pt x="6991" y="24119"/>
                </a:cubicBezTo>
                <a:cubicBezTo>
                  <a:pt x="6874" y="27818"/>
                  <a:pt x="8418" y="31357"/>
                  <a:pt x="11550" y="34823"/>
                </a:cubicBezTo>
                <a:cubicBezTo>
                  <a:pt x="13370" y="36819"/>
                  <a:pt x="15409" y="38581"/>
                  <a:pt x="17579" y="39994"/>
                </a:cubicBezTo>
                <a:cubicBezTo>
                  <a:pt x="19793" y="41421"/>
                  <a:pt x="22240" y="42615"/>
                  <a:pt x="24905" y="43577"/>
                </a:cubicBezTo>
                <a:lnTo>
                  <a:pt x="19968" y="48077"/>
                </a:lnTo>
                <a:cubicBezTo>
                  <a:pt x="17463" y="46941"/>
                  <a:pt x="15132" y="45572"/>
                  <a:pt x="12904" y="43984"/>
                </a:cubicBezTo>
                <a:cubicBezTo>
                  <a:pt x="10690" y="42382"/>
                  <a:pt x="8695" y="40562"/>
                  <a:pt x="6816" y="38581"/>
                </a:cubicBezTo>
                <a:cubicBezTo>
                  <a:pt x="2214" y="33454"/>
                  <a:pt x="0" y="28109"/>
                  <a:pt x="277" y="22473"/>
                </a:cubicBezTo>
                <a:cubicBezTo>
                  <a:pt x="510" y="16793"/>
                  <a:pt x="3175" y="11666"/>
                  <a:pt x="8243" y="7122"/>
                </a:cubicBezTo>
                <a:cubicBezTo>
                  <a:pt x="13414" y="2389"/>
                  <a:pt x="18832" y="0"/>
                  <a:pt x="24454" y="58"/>
                </a:cubicBezTo>
                <a:cubicBezTo>
                  <a:pt x="30090" y="58"/>
                  <a:pt x="35042" y="2447"/>
                  <a:pt x="39368" y="7224"/>
                </a:cubicBezTo>
                <a:cubicBezTo>
                  <a:pt x="43285" y="11491"/>
                  <a:pt x="44989" y="16166"/>
                  <a:pt x="44480" y="21162"/>
                </a:cubicBezTo>
                <a:cubicBezTo>
                  <a:pt x="44028" y="26114"/>
                  <a:pt x="41407" y="30775"/>
                  <a:pt x="36688" y="35100"/>
                </a:cubicBezTo>
                <a:close/>
                <a:moveTo>
                  <a:pt x="33440" y="28503"/>
                </a:moveTo>
                <a:cubicBezTo>
                  <a:pt x="36294" y="25837"/>
                  <a:pt x="37824" y="22983"/>
                  <a:pt x="38115" y="19851"/>
                </a:cubicBezTo>
                <a:cubicBezTo>
                  <a:pt x="38392" y="16734"/>
                  <a:pt x="37372" y="13880"/>
                  <a:pt x="35042" y="11331"/>
                </a:cubicBezTo>
                <a:cubicBezTo>
                  <a:pt x="32362" y="8418"/>
                  <a:pt x="29406" y="6831"/>
                  <a:pt x="26158" y="6598"/>
                </a:cubicBezTo>
                <a:cubicBezTo>
                  <a:pt x="22924" y="6321"/>
                  <a:pt x="19676" y="7457"/>
                  <a:pt x="16429" y="9904"/>
                </a:cubicBezTo>
                <a:lnTo>
                  <a:pt x="33440" y="28503"/>
                </a:lnTo>
                <a:close/>
                <a:moveTo>
                  <a:pt x="33440" y="285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956EC-8CE2-4B32-AE24-C4D0A62F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064" y="5722128"/>
            <a:ext cx="50291" cy="44596"/>
          </a:xfrm>
          <a:custGeom xmlns:a="http://schemas.openxmlformats.org/drawingml/2006/main">
            <a:pathLst>
              <a:path w="50291" h="44596">
                <a:moveTo>
                  <a:pt x="50291" y="19108"/>
                </a:moveTo>
                <a:lnTo>
                  <a:pt x="45339" y="23609"/>
                </a:lnTo>
                <a:cubicBezTo>
                  <a:pt x="44713" y="21453"/>
                  <a:pt x="43926" y="19400"/>
                  <a:pt x="42848" y="17463"/>
                </a:cubicBezTo>
                <a:cubicBezTo>
                  <a:pt x="41756" y="15526"/>
                  <a:pt x="40460" y="13705"/>
                  <a:pt x="38916" y="12001"/>
                </a:cubicBezTo>
                <a:cubicBezTo>
                  <a:pt x="36527" y="9438"/>
                  <a:pt x="34372" y="7850"/>
                  <a:pt x="32435" y="7282"/>
                </a:cubicBezTo>
                <a:cubicBezTo>
                  <a:pt x="30440" y="6714"/>
                  <a:pt x="28677" y="7166"/>
                  <a:pt x="27090" y="8593"/>
                </a:cubicBezTo>
                <a:cubicBezTo>
                  <a:pt x="25837" y="9671"/>
                  <a:pt x="25313" y="11040"/>
                  <a:pt x="25488" y="12569"/>
                </a:cubicBezTo>
                <a:cubicBezTo>
                  <a:pt x="25604" y="14171"/>
                  <a:pt x="26682" y="16603"/>
                  <a:pt x="28619" y="19968"/>
                </a:cubicBezTo>
                <a:lnTo>
                  <a:pt x="29813" y="22123"/>
                </a:lnTo>
                <a:cubicBezTo>
                  <a:pt x="32435" y="26565"/>
                  <a:pt x="33687" y="30207"/>
                  <a:pt x="33687" y="33105"/>
                </a:cubicBezTo>
                <a:cubicBezTo>
                  <a:pt x="33629" y="35959"/>
                  <a:pt x="32318" y="38567"/>
                  <a:pt x="29755" y="40955"/>
                </a:cubicBezTo>
                <a:cubicBezTo>
                  <a:pt x="26798" y="43635"/>
                  <a:pt x="23390" y="44596"/>
                  <a:pt x="19516" y="43868"/>
                </a:cubicBezTo>
                <a:cubicBezTo>
                  <a:pt x="15642" y="43067"/>
                  <a:pt x="11899" y="40620"/>
                  <a:pt x="8141" y="36586"/>
                </a:cubicBezTo>
                <a:cubicBezTo>
                  <a:pt x="6598" y="34867"/>
                  <a:pt x="5185" y="32945"/>
                  <a:pt x="3816" y="30775"/>
                </a:cubicBezTo>
                <a:cubicBezTo>
                  <a:pt x="2447" y="28619"/>
                  <a:pt x="1194" y="26230"/>
                  <a:pt x="0" y="23609"/>
                </a:cubicBezTo>
                <a:lnTo>
                  <a:pt x="5403" y="18657"/>
                </a:lnTo>
                <a:cubicBezTo>
                  <a:pt x="6146" y="21497"/>
                  <a:pt x="7107" y="24119"/>
                  <a:pt x="8302" y="26449"/>
                </a:cubicBezTo>
                <a:cubicBezTo>
                  <a:pt x="9496" y="28779"/>
                  <a:pt x="10982" y="30833"/>
                  <a:pt x="12627" y="32712"/>
                </a:cubicBezTo>
                <a:cubicBezTo>
                  <a:pt x="14914" y="35158"/>
                  <a:pt x="17011" y="36644"/>
                  <a:pt x="19065" y="37212"/>
                </a:cubicBezTo>
                <a:cubicBezTo>
                  <a:pt x="21104" y="37780"/>
                  <a:pt x="22924" y="37314"/>
                  <a:pt x="24468" y="35959"/>
                </a:cubicBezTo>
                <a:cubicBezTo>
                  <a:pt x="25895" y="34649"/>
                  <a:pt x="26507" y="33163"/>
                  <a:pt x="26405" y="31576"/>
                </a:cubicBezTo>
                <a:cubicBezTo>
                  <a:pt x="26289" y="29930"/>
                  <a:pt x="25094" y="27133"/>
                  <a:pt x="22866" y="23274"/>
                </a:cubicBezTo>
                <a:lnTo>
                  <a:pt x="21628" y="21046"/>
                </a:lnTo>
                <a:cubicBezTo>
                  <a:pt x="19342" y="17186"/>
                  <a:pt x="18264" y="13938"/>
                  <a:pt x="18380" y="11200"/>
                </a:cubicBezTo>
                <a:cubicBezTo>
                  <a:pt x="18497" y="8476"/>
                  <a:pt x="19749" y="5971"/>
                  <a:pt x="22254" y="3758"/>
                </a:cubicBezTo>
                <a:cubicBezTo>
                  <a:pt x="25211" y="1020"/>
                  <a:pt x="28503" y="0"/>
                  <a:pt x="32027" y="626"/>
                </a:cubicBezTo>
                <a:cubicBezTo>
                  <a:pt x="35610" y="1253"/>
                  <a:pt x="39149" y="3525"/>
                  <a:pt x="42732" y="7457"/>
                </a:cubicBezTo>
                <a:cubicBezTo>
                  <a:pt x="44494" y="9321"/>
                  <a:pt x="45965" y="11317"/>
                  <a:pt x="47218" y="13254"/>
                </a:cubicBezTo>
                <a:cubicBezTo>
                  <a:pt x="48529" y="15249"/>
                  <a:pt x="49548" y="17186"/>
                  <a:pt x="50291" y="19108"/>
                </a:cubicBezTo>
                <a:close/>
                <a:moveTo>
                  <a:pt x="50291" y="191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285B9-568A-4346-915F-E7A1BA96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775" y="5742154"/>
            <a:ext cx="42106" cy="53189"/>
          </a:xfrm>
          <a:custGeom xmlns:a="http://schemas.openxmlformats.org/drawingml/2006/main">
            <a:pathLst>
              <a:path w="42106" h="53189">
                <a:moveTo>
                  <a:pt x="41363" y="5229"/>
                </a:moveTo>
                <a:lnTo>
                  <a:pt x="32318" y="13428"/>
                </a:lnTo>
                <a:lnTo>
                  <a:pt x="42106" y="24235"/>
                </a:lnTo>
                <a:lnTo>
                  <a:pt x="38071" y="27935"/>
                </a:lnTo>
                <a:lnTo>
                  <a:pt x="28284" y="17128"/>
                </a:lnTo>
                <a:lnTo>
                  <a:pt x="10982" y="32886"/>
                </a:lnTo>
                <a:cubicBezTo>
                  <a:pt x="8418" y="35217"/>
                  <a:pt x="7064" y="37096"/>
                  <a:pt x="7005" y="38465"/>
                </a:cubicBezTo>
                <a:cubicBezTo>
                  <a:pt x="6889" y="39877"/>
                  <a:pt x="7850" y="41640"/>
                  <a:pt x="9787" y="43810"/>
                </a:cubicBezTo>
                <a:lnTo>
                  <a:pt x="14681" y="49213"/>
                </a:lnTo>
                <a:lnTo>
                  <a:pt x="10297" y="53189"/>
                </a:lnTo>
                <a:lnTo>
                  <a:pt x="5462" y="47786"/>
                </a:lnTo>
                <a:cubicBezTo>
                  <a:pt x="1762" y="43751"/>
                  <a:pt x="0" y="40271"/>
                  <a:pt x="117" y="37430"/>
                </a:cubicBezTo>
                <a:cubicBezTo>
                  <a:pt x="233" y="34474"/>
                  <a:pt x="2272" y="31226"/>
                  <a:pt x="6204" y="27585"/>
                </a:cubicBezTo>
                <a:lnTo>
                  <a:pt x="23507" y="11885"/>
                </a:lnTo>
                <a:lnTo>
                  <a:pt x="19968" y="8083"/>
                </a:lnTo>
                <a:lnTo>
                  <a:pt x="24075" y="4384"/>
                </a:lnTo>
                <a:lnTo>
                  <a:pt x="27541" y="8185"/>
                </a:lnTo>
                <a:lnTo>
                  <a:pt x="36586" y="0"/>
                </a:lnTo>
                <a:lnTo>
                  <a:pt x="41363" y="5229"/>
                </a:lnTo>
                <a:close/>
                <a:moveTo>
                  <a:pt x="41363" y="52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7A9E2-078C-4CA1-B19B-EBF8C9E8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672" y="5423791"/>
            <a:ext cx="64695" cy="64389"/>
          </a:xfrm>
          <a:custGeom xmlns:a="http://schemas.openxmlformats.org/drawingml/2006/main">
            <a:pathLst>
              <a:path w="64695" h="64389">
                <a:moveTo>
                  <a:pt x="43810" y="10064"/>
                </a:moveTo>
                <a:lnTo>
                  <a:pt x="9846" y="38960"/>
                </a:lnTo>
                <a:lnTo>
                  <a:pt x="15933" y="46082"/>
                </a:lnTo>
                <a:cubicBezTo>
                  <a:pt x="21046" y="52111"/>
                  <a:pt x="26172" y="55345"/>
                  <a:pt x="31299" y="55854"/>
                </a:cubicBezTo>
                <a:cubicBezTo>
                  <a:pt x="36411" y="56321"/>
                  <a:pt x="41931" y="54034"/>
                  <a:pt x="47786" y="49038"/>
                </a:cubicBezTo>
                <a:cubicBezTo>
                  <a:pt x="53655" y="44028"/>
                  <a:pt x="56728" y="39018"/>
                  <a:pt x="57063" y="33906"/>
                </a:cubicBezTo>
                <a:cubicBezTo>
                  <a:pt x="57413" y="28779"/>
                  <a:pt x="55024" y="23201"/>
                  <a:pt x="49898" y="17171"/>
                </a:cubicBezTo>
                <a:lnTo>
                  <a:pt x="43810" y="10064"/>
                </a:lnTo>
                <a:close/>
                <a:moveTo>
                  <a:pt x="43693" y="0"/>
                </a:moveTo>
                <a:lnTo>
                  <a:pt x="53990" y="12161"/>
                </a:lnTo>
                <a:cubicBezTo>
                  <a:pt x="61214" y="20638"/>
                  <a:pt x="64695" y="28328"/>
                  <a:pt x="64579" y="35260"/>
                </a:cubicBezTo>
                <a:cubicBezTo>
                  <a:pt x="64404" y="42208"/>
                  <a:pt x="60588" y="48922"/>
                  <a:pt x="53087" y="55228"/>
                </a:cubicBezTo>
                <a:cubicBezTo>
                  <a:pt x="45572" y="61666"/>
                  <a:pt x="38348" y="64389"/>
                  <a:pt x="31401" y="63428"/>
                </a:cubicBezTo>
                <a:cubicBezTo>
                  <a:pt x="24526" y="62408"/>
                  <a:pt x="17463" y="57733"/>
                  <a:pt x="10297" y="49315"/>
                </a:cubicBezTo>
                <a:lnTo>
                  <a:pt x="0" y="37139"/>
                </a:lnTo>
                <a:lnTo>
                  <a:pt x="43693" y="0"/>
                </a:lnTo>
                <a:close/>
                <a:moveTo>
                  <a:pt x="436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505B5-7C02-4E9B-8B8D-C1D74BDB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875" y="5484146"/>
            <a:ext cx="45354" cy="48077"/>
          </a:xfrm>
          <a:custGeom xmlns:a="http://schemas.openxmlformats.org/drawingml/2006/main">
            <a:pathLst>
              <a:path w="45354" h="48077">
                <a:moveTo>
                  <a:pt x="36353" y="35668"/>
                </a:moveTo>
                <a:lnTo>
                  <a:pt x="33746" y="37897"/>
                </a:lnTo>
                <a:lnTo>
                  <a:pt x="12686" y="13137"/>
                </a:lnTo>
                <a:cubicBezTo>
                  <a:pt x="9219" y="16560"/>
                  <a:pt x="7340" y="20026"/>
                  <a:pt x="7064" y="23725"/>
                </a:cubicBezTo>
                <a:cubicBezTo>
                  <a:pt x="6831" y="27366"/>
                  <a:pt x="8258" y="30949"/>
                  <a:pt x="11273" y="34532"/>
                </a:cubicBezTo>
                <a:cubicBezTo>
                  <a:pt x="13035" y="36586"/>
                  <a:pt x="14972" y="38406"/>
                  <a:pt x="17128" y="39877"/>
                </a:cubicBezTo>
                <a:cubicBezTo>
                  <a:pt x="19298" y="41421"/>
                  <a:pt x="21686" y="42674"/>
                  <a:pt x="24352" y="43751"/>
                </a:cubicBezTo>
                <a:lnTo>
                  <a:pt x="19240" y="48077"/>
                </a:lnTo>
                <a:cubicBezTo>
                  <a:pt x="16793" y="46825"/>
                  <a:pt x="14462" y="45339"/>
                  <a:pt x="12351" y="43693"/>
                </a:cubicBezTo>
                <a:cubicBezTo>
                  <a:pt x="10195" y="42047"/>
                  <a:pt x="8200" y="40169"/>
                  <a:pt x="6437" y="38057"/>
                </a:cubicBezTo>
                <a:cubicBezTo>
                  <a:pt x="1995" y="32886"/>
                  <a:pt x="0" y="27425"/>
                  <a:pt x="408" y="21788"/>
                </a:cubicBezTo>
                <a:cubicBezTo>
                  <a:pt x="859" y="16152"/>
                  <a:pt x="3699" y="11098"/>
                  <a:pt x="8884" y="6714"/>
                </a:cubicBezTo>
                <a:cubicBezTo>
                  <a:pt x="14229" y="2156"/>
                  <a:pt x="19749" y="0"/>
                  <a:pt x="25327" y="175"/>
                </a:cubicBezTo>
                <a:cubicBezTo>
                  <a:pt x="30949" y="393"/>
                  <a:pt x="35843" y="2957"/>
                  <a:pt x="40052" y="7908"/>
                </a:cubicBezTo>
                <a:cubicBezTo>
                  <a:pt x="43810" y="12292"/>
                  <a:pt x="45354" y="17011"/>
                  <a:pt x="44669" y="21963"/>
                </a:cubicBezTo>
                <a:cubicBezTo>
                  <a:pt x="44043" y="26973"/>
                  <a:pt x="41246" y="31517"/>
                  <a:pt x="36353" y="35668"/>
                </a:cubicBezTo>
                <a:close/>
                <a:moveTo>
                  <a:pt x="33396" y="28896"/>
                </a:moveTo>
                <a:cubicBezTo>
                  <a:pt x="36309" y="26405"/>
                  <a:pt x="37955" y="23551"/>
                  <a:pt x="38348" y="20478"/>
                </a:cubicBezTo>
                <a:cubicBezTo>
                  <a:pt x="38698" y="17346"/>
                  <a:pt x="37780" y="14506"/>
                  <a:pt x="35508" y="11841"/>
                </a:cubicBezTo>
                <a:cubicBezTo>
                  <a:pt x="33003" y="8826"/>
                  <a:pt x="30105" y="7166"/>
                  <a:pt x="26857" y="6772"/>
                </a:cubicBezTo>
                <a:cubicBezTo>
                  <a:pt x="23609" y="6423"/>
                  <a:pt x="20376" y="7399"/>
                  <a:pt x="17011" y="9787"/>
                </a:cubicBezTo>
                <a:lnTo>
                  <a:pt x="33396" y="28896"/>
                </a:lnTo>
                <a:close/>
                <a:moveTo>
                  <a:pt x="33396" y="288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927CA1-0357-4D5B-BF34-9A79CFCC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096" y="5520382"/>
            <a:ext cx="64389" cy="50291"/>
          </a:xfrm>
          <a:custGeom xmlns:a="http://schemas.openxmlformats.org/drawingml/2006/main">
            <a:pathLst>
              <a:path w="64389" h="50291">
                <a:moveTo>
                  <a:pt x="42091" y="21220"/>
                </a:moveTo>
                <a:lnTo>
                  <a:pt x="59787" y="6146"/>
                </a:lnTo>
                <a:lnTo>
                  <a:pt x="64389" y="11550"/>
                </a:lnTo>
                <a:lnTo>
                  <a:pt x="18875" y="50291"/>
                </a:lnTo>
                <a:lnTo>
                  <a:pt x="14273" y="44887"/>
                </a:lnTo>
                <a:lnTo>
                  <a:pt x="19167" y="40678"/>
                </a:lnTo>
                <a:cubicBezTo>
                  <a:pt x="16268" y="41246"/>
                  <a:pt x="13647" y="41028"/>
                  <a:pt x="11200" y="40110"/>
                </a:cubicBezTo>
                <a:cubicBezTo>
                  <a:pt x="8811" y="39207"/>
                  <a:pt x="6539" y="37547"/>
                  <a:pt x="4486" y="35100"/>
                </a:cubicBezTo>
                <a:cubicBezTo>
                  <a:pt x="1136" y="31124"/>
                  <a:pt x="0" y="26580"/>
                  <a:pt x="1020" y="21395"/>
                </a:cubicBezTo>
                <a:cubicBezTo>
                  <a:pt x="2039" y="16225"/>
                  <a:pt x="5170" y="11433"/>
                  <a:pt x="10297" y="7064"/>
                </a:cubicBezTo>
                <a:cubicBezTo>
                  <a:pt x="15467" y="2680"/>
                  <a:pt x="20652" y="408"/>
                  <a:pt x="25939" y="233"/>
                </a:cubicBezTo>
                <a:cubicBezTo>
                  <a:pt x="31226" y="0"/>
                  <a:pt x="35552" y="1879"/>
                  <a:pt x="38901" y="5869"/>
                </a:cubicBezTo>
                <a:cubicBezTo>
                  <a:pt x="40955" y="8258"/>
                  <a:pt x="42266" y="10763"/>
                  <a:pt x="42776" y="13254"/>
                </a:cubicBezTo>
                <a:cubicBezTo>
                  <a:pt x="43285" y="15817"/>
                  <a:pt x="43067" y="18497"/>
                  <a:pt x="42091" y="21220"/>
                </a:cubicBezTo>
                <a:close/>
                <a:moveTo>
                  <a:pt x="15016" y="12642"/>
                </a:moveTo>
                <a:cubicBezTo>
                  <a:pt x="11084" y="15992"/>
                  <a:pt x="8637" y="19458"/>
                  <a:pt x="7792" y="22983"/>
                </a:cubicBezTo>
                <a:cubicBezTo>
                  <a:pt x="6933" y="26580"/>
                  <a:pt x="7734" y="29755"/>
                  <a:pt x="10122" y="32610"/>
                </a:cubicBezTo>
                <a:cubicBezTo>
                  <a:pt x="12569" y="35450"/>
                  <a:pt x="15584" y="36702"/>
                  <a:pt x="19225" y="36411"/>
                </a:cubicBezTo>
                <a:cubicBezTo>
                  <a:pt x="22866" y="36193"/>
                  <a:pt x="26682" y="34372"/>
                  <a:pt x="30658" y="30949"/>
                </a:cubicBezTo>
                <a:cubicBezTo>
                  <a:pt x="34590" y="27600"/>
                  <a:pt x="36979" y="24133"/>
                  <a:pt x="37824" y="20594"/>
                </a:cubicBezTo>
                <a:cubicBezTo>
                  <a:pt x="38741" y="17069"/>
                  <a:pt x="37940" y="13836"/>
                  <a:pt x="35493" y="10982"/>
                </a:cubicBezTo>
                <a:cubicBezTo>
                  <a:pt x="33105" y="8141"/>
                  <a:pt x="30090" y="6889"/>
                  <a:pt x="26449" y="7166"/>
                </a:cubicBezTo>
                <a:cubicBezTo>
                  <a:pt x="22808" y="7457"/>
                  <a:pt x="18992" y="9278"/>
                  <a:pt x="15016" y="12642"/>
                </a:cubicBezTo>
                <a:close/>
                <a:moveTo>
                  <a:pt x="15016" y="126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2457C-CD0E-4A98-AC36-D9BF35CE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365" y="5543029"/>
            <a:ext cx="50116" cy="44086"/>
          </a:xfrm>
          <a:custGeom xmlns:a="http://schemas.openxmlformats.org/drawingml/2006/main">
            <a:pathLst>
              <a:path w="50116" h="44086">
                <a:moveTo>
                  <a:pt x="32770" y="10865"/>
                </a:moveTo>
                <a:lnTo>
                  <a:pt x="37372" y="16210"/>
                </a:lnTo>
                <a:lnTo>
                  <a:pt x="4602" y="44086"/>
                </a:lnTo>
                <a:lnTo>
                  <a:pt x="0" y="38683"/>
                </a:lnTo>
                <a:lnTo>
                  <a:pt x="32770" y="10865"/>
                </a:lnTo>
                <a:close/>
                <a:moveTo>
                  <a:pt x="45572" y="0"/>
                </a:moveTo>
                <a:lnTo>
                  <a:pt x="50116" y="5403"/>
                </a:lnTo>
                <a:lnTo>
                  <a:pt x="43300" y="11215"/>
                </a:lnTo>
                <a:lnTo>
                  <a:pt x="38741" y="5797"/>
                </a:lnTo>
                <a:lnTo>
                  <a:pt x="45572" y="0"/>
                </a:lnTo>
                <a:close/>
                <a:moveTo>
                  <a:pt x="455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5271A-1C06-45A7-ACA1-58E3F7DD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77" y="5572333"/>
            <a:ext cx="50407" cy="44436"/>
          </a:xfrm>
          <a:custGeom xmlns:a="http://schemas.openxmlformats.org/drawingml/2006/main">
            <a:pathLst>
              <a:path w="50407" h="44436">
                <a:moveTo>
                  <a:pt x="50407" y="19910"/>
                </a:moveTo>
                <a:lnTo>
                  <a:pt x="45339" y="24235"/>
                </a:lnTo>
                <a:cubicBezTo>
                  <a:pt x="44829" y="22065"/>
                  <a:pt x="44028" y="19968"/>
                  <a:pt x="43067" y="17972"/>
                </a:cubicBezTo>
                <a:cubicBezTo>
                  <a:pt x="42047" y="16035"/>
                  <a:pt x="40795" y="14157"/>
                  <a:pt x="39309" y="12394"/>
                </a:cubicBezTo>
                <a:cubicBezTo>
                  <a:pt x="37037" y="9729"/>
                  <a:pt x="34925" y="8069"/>
                  <a:pt x="33003" y="7442"/>
                </a:cubicBezTo>
                <a:cubicBezTo>
                  <a:pt x="31008" y="6816"/>
                  <a:pt x="29245" y="7166"/>
                  <a:pt x="27600" y="8593"/>
                </a:cubicBezTo>
                <a:cubicBezTo>
                  <a:pt x="26347" y="9612"/>
                  <a:pt x="25779" y="10923"/>
                  <a:pt x="25881" y="12511"/>
                </a:cubicBezTo>
                <a:cubicBezTo>
                  <a:pt x="25939" y="14055"/>
                  <a:pt x="26915" y="16545"/>
                  <a:pt x="28736" y="20026"/>
                </a:cubicBezTo>
                <a:lnTo>
                  <a:pt x="29872" y="22182"/>
                </a:lnTo>
                <a:cubicBezTo>
                  <a:pt x="32318" y="26740"/>
                  <a:pt x="33454" y="30440"/>
                  <a:pt x="33338" y="33280"/>
                </a:cubicBezTo>
                <a:cubicBezTo>
                  <a:pt x="33221" y="36178"/>
                  <a:pt x="31852" y="38741"/>
                  <a:pt x="29187" y="41013"/>
                </a:cubicBezTo>
                <a:cubicBezTo>
                  <a:pt x="26114" y="43577"/>
                  <a:pt x="22706" y="44436"/>
                  <a:pt x="18832" y="43577"/>
                </a:cubicBezTo>
                <a:cubicBezTo>
                  <a:pt x="15016" y="42659"/>
                  <a:pt x="11317" y="40110"/>
                  <a:pt x="7734" y="35901"/>
                </a:cubicBezTo>
                <a:cubicBezTo>
                  <a:pt x="6263" y="34124"/>
                  <a:pt x="4894" y="32144"/>
                  <a:pt x="3583" y="29974"/>
                </a:cubicBezTo>
                <a:cubicBezTo>
                  <a:pt x="2330" y="27760"/>
                  <a:pt x="1136" y="25313"/>
                  <a:pt x="0" y="22633"/>
                </a:cubicBezTo>
                <a:lnTo>
                  <a:pt x="5578" y="17914"/>
                </a:lnTo>
                <a:cubicBezTo>
                  <a:pt x="6263" y="20754"/>
                  <a:pt x="7107" y="23376"/>
                  <a:pt x="8243" y="25764"/>
                </a:cubicBezTo>
                <a:cubicBezTo>
                  <a:pt x="9394" y="28153"/>
                  <a:pt x="10749" y="30265"/>
                  <a:pt x="12351" y="32144"/>
                </a:cubicBezTo>
                <a:cubicBezTo>
                  <a:pt x="14506" y="34707"/>
                  <a:pt x="16618" y="36294"/>
                  <a:pt x="18599" y="36921"/>
                </a:cubicBezTo>
                <a:cubicBezTo>
                  <a:pt x="20652" y="37547"/>
                  <a:pt x="22473" y="37154"/>
                  <a:pt x="24060" y="35843"/>
                </a:cubicBezTo>
                <a:cubicBezTo>
                  <a:pt x="25488" y="34590"/>
                  <a:pt x="26230" y="33163"/>
                  <a:pt x="26172" y="31517"/>
                </a:cubicBezTo>
                <a:cubicBezTo>
                  <a:pt x="26114" y="29872"/>
                  <a:pt x="25036" y="27017"/>
                  <a:pt x="22866" y="23099"/>
                </a:cubicBezTo>
                <a:lnTo>
                  <a:pt x="21730" y="20813"/>
                </a:lnTo>
                <a:cubicBezTo>
                  <a:pt x="19633" y="16895"/>
                  <a:pt x="18657" y="13589"/>
                  <a:pt x="18832" y="10865"/>
                </a:cubicBezTo>
                <a:cubicBezTo>
                  <a:pt x="19007" y="8127"/>
                  <a:pt x="20361" y="5738"/>
                  <a:pt x="22924" y="3583"/>
                </a:cubicBezTo>
                <a:cubicBezTo>
                  <a:pt x="25997" y="961"/>
                  <a:pt x="29304" y="0"/>
                  <a:pt x="32828" y="786"/>
                </a:cubicBezTo>
                <a:cubicBezTo>
                  <a:pt x="36353" y="1529"/>
                  <a:pt x="39877" y="3918"/>
                  <a:pt x="43300" y="7967"/>
                </a:cubicBezTo>
                <a:cubicBezTo>
                  <a:pt x="44946" y="9947"/>
                  <a:pt x="46417" y="11943"/>
                  <a:pt x="47626" y="13938"/>
                </a:cubicBezTo>
                <a:cubicBezTo>
                  <a:pt x="48820" y="15919"/>
                  <a:pt x="49723" y="17914"/>
                  <a:pt x="50407" y="19910"/>
                </a:cubicBezTo>
                <a:close/>
                <a:moveTo>
                  <a:pt x="50407" y="199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5B4D4-F016-4564-9FBB-C0596291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996" y="5606690"/>
            <a:ext cx="46650" cy="45397"/>
          </a:xfrm>
          <a:custGeom xmlns:a="http://schemas.openxmlformats.org/drawingml/2006/main">
            <a:pathLst>
              <a:path w="46650" h="45397">
                <a:moveTo>
                  <a:pt x="46650" y="19691"/>
                </a:moveTo>
                <a:lnTo>
                  <a:pt x="41640" y="23958"/>
                </a:lnTo>
                <a:cubicBezTo>
                  <a:pt x="41188" y="21730"/>
                  <a:pt x="40504" y="19691"/>
                  <a:pt x="39586" y="17812"/>
                </a:cubicBezTo>
                <a:cubicBezTo>
                  <a:pt x="38741" y="15933"/>
                  <a:pt x="37605" y="14171"/>
                  <a:pt x="36294" y="12627"/>
                </a:cubicBezTo>
                <a:cubicBezTo>
                  <a:pt x="33338" y="9103"/>
                  <a:pt x="29915" y="7340"/>
                  <a:pt x="26056" y="7282"/>
                </a:cubicBezTo>
                <a:cubicBezTo>
                  <a:pt x="22182" y="7282"/>
                  <a:pt x="18264" y="8928"/>
                  <a:pt x="14273" y="12351"/>
                </a:cubicBezTo>
                <a:cubicBezTo>
                  <a:pt x="10297" y="15759"/>
                  <a:pt x="7967" y="19342"/>
                  <a:pt x="7399" y="23157"/>
                </a:cubicBezTo>
                <a:cubicBezTo>
                  <a:pt x="6816" y="26973"/>
                  <a:pt x="8069" y="30614"/>
                  <a:pt x="11040" y="34139"/>
                </a:cubicBezTo>
                <a:cubicBezTo>
                  <a:pt x="12336" y="35668"/>
                  <a:pt x="13880" y="37037"/>
                  <a:pt x="15584" y="38232"/>
                </a:cubicBezTo>
                <a:cubicBezTo>
                  <a:pt x="17288" y="39368"/>
                  <a:pt x="19225" y="40402"/>
                  <a:pt x="21381" y="41188"/>
                </a:cubicBezTo>
                <a:lnTo>
                  <a:pt x="16385" y="45397"/>
                </a:lnTo>
                <a:cubicBezTo>
                  <a:pt x="14390" y="44494"/>
                  <a:pt x="12569" y="43416"/>
                  <a:pt x="10865" y="42106"/>
                </a:cubicBezTo>
                <a:cubicBezTo>
                  <a:pt x="9161" y="40795"/>
                  <a:pt x="7501" y="39251"/>
                  <a:pt x="5971" y="37430"/>
                </a:cubicBezTo>
                <a:cubicBezTo>
                  <a:pt x="1762" y="32493"/>
                  <a:pt x="0" y="27250"/>
                  <a:pt x="626" y="21672"/>
                </a:cubicBezTo>
                <a:cubicBezTo>
                  <a:pt x="1253" y="16152"/>
                  <a:pt x="4209" y="11156"/>
                  <a:pt x="9438" y="6656"/>
                </a:cubicBezTo>
                <a:cubicBezTo>
                  <a:pt x="14783" y="2112"/>
                  <a:pt x="20245" y="0"/>
                  <a:pt x="25764" y="350"/>
                </a:cubicBezTo>
                <a:cubicBezTo>
                  <a:pt x="31343" y="685"/>
                  <a:pt x="36294" y="3408"/>
                  <a:pt x="40678" y="8535"/>
                </a:cubicBezTo>
                <a:cubicBezTo>
                  <a:pt x="42033" y="10181"/>
                  <a:pt x="43285" y="11943"/>
                  <a:pt x="44261" y="13822"/>
                </a:cubicBezTo>
                <a:cubicBezTo>
                  <a:pt x="45281" y="15642"/>
                  <a:pt x="46082" y="17637"/>
                  <a:pt x="46650" y="19691"/>
                </a:cubicBezTo>
                <a:close/>
                <a:moveTo>
                  <a:pt x="46650" y="196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A1EB6-C86F-4CE5-A868-6F94C2EF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420" y="5639460"/>
            <a:ext cx="45616" cy="43693"/>
          </a:xfrm>
          <a:custGeom xmlns:a="http://schemas.openxmlformats.org/drawingml/2006/main">
            <a:pathLst>
              <a:path w="45616" h="43693">
                <a:moveTo>
                  <a:pt x="35435" y="11098"/>
                </a:moveTo>
                <a:cubicBezTo>
                  <a:pt x="32988" y="8243"/>
                  <a:pt x="29915" y="6889"/>
                  <a:pt x="26274" y="7166"/>
                </a:cubicBezTo>
                <a:cubicBezTo>
                  <a:pt x="22575" y="7399"/>
                  <a:pt x="18774" y="9161"/>
                  <a:pt x="14841" y="12511"/>
                </a:cubicBezTo>
                <a:cubicBezTo>
                  <a:pt x="10923" y="15817"/>
                  <a:pt x="8578" y="19283"/>
                  <a:pt x="7734" y="22866"/>
                </a:cubicBezTo>
                <a:cubicBezTo>
                  <a:pt x="6874" y="26449"/>
                  <a:pt x="7734" y="29697"/>
                  <a:pt x="10181" y="32595"/>
                </a:cubicBezTo>
                <a:cubicBezTo>
                  <a:pt x="12627" y="35508"/>
                  <a:pt x="15700" y="36804"/>
                  <a:pt x="19400" y="36527"/>
                </a:cubicBezTo>
                <a:cubicBezTo>
                  <a:pt x="23085" y="36294"/>
                  <a:pt x="26842" y="34532"/>
                  <a:pt x="30775" y="31182"/>
                </a:cubicBezTo>
                <a:cubicBezTo>
                  <a:pt x="34634" y="27876"/>
                  <a:pt x="37037" y="24468"/>
                  <a:pt x="37824" y="20827"/>
                </a:cubicBezTo>
                <a:cubicBezTo>
                  <a:pt x="38683" y="17244"/>
                  <a:pt x="37882" y="13996"/>
                  <a:pt x="35435" y="11098"/>
                </a:cubicBezTo>
                <a:close/>
                <a:moveTo>
                  <a:pt x="40052" y="7224"/>
                </a:moveTo>
                <a:cubicBezTo>
                  <a:pt x="44028" y="11943"/>
                  <a:pt x="45616" y="16895"/>
                  <a:pt x="44829" y="22138"/>
                </a:cubicBezTo>
                <a:cubicBezTo>
                  <a:pt x="44086" y="27425"/>
                  <a:pt x="41013" y="32318"/>
                  <a:pt x="35610" y="36921"/>
                </a:cubicBezTo>
                <a:cubicBezTo>
                  <a:pt x="30265" y="41479"/>
                  <a:pt x="24920" y="43693"/>
                  <a:pt x="19560" y="43635"/>
                </a:cubicBezTo>
                <a:cubicBezTo>
                  <a:pt x="14273" y="43577"/>
                  <a:pt x="9612" y="41188"/>
                  <a:pt x="5622" y="36527"/>
                </a:cubicBezTo>
                <a:cubicBezTo>
                  <a:pt x="1646" y="31809"/>
                  <a:pt x="0" y="26798"/>
                  <a:pt x="786" y="21570"/>
                </a:cubicBezTo>
                <a:cubicBezTo>
                  <a:pt x="1588" y="16327"/>
                  <a:pt x="4661" y="11375"/>
                  <a:pt x="10064" y="6831"/>
                </a:cubicBezTo>
                <a:cubicBezTo>
                  <a:pt x="15409" y="2272"/>
                  <a:pt x="20754" y="0"/>
                  <a:pt x="26056" y="58"/>
                </a:cubicBezTo>
                <a:cubicBezTo>
                  <a:pt x="31401" y="175"/>
                  <a:pt x="36003" y="2563"/>
                  <a:pt x="40052" y="7224"/>
                </a:cubicBezTo>
                <a:close/>
                <a:moveTo>
                  <a:pt x="40052" y="72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2C5CB-06A1-4DDB-80F7-FC623FE2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521" y="5656238"/>
            <a:ext cx="61899" cy="58607"/>
          </a:xfrm>
          <a:custGeom xmlns:a="http://schemas.openxmlformats.org/drawingml/2006/main">
            <a:pathLst>
              <a:path w="61899" h="58607">
                <a:moveTo>
                  <a:pt x="30483" y="0"/>
                </a:moveTo>
                <a:lnTo>
                  <a:pt x="61899" y="36935"/>
                </a:lnTo>
                <a:lnTo>
                  <a:pt x="56947" y="41203"/>
                </a:lnTo>
                <a:lnTo>
                  <a:pt x="43751" y="25662"/>
                </a:lnTo>
                <a:lnTo>
                  <a:pt x="5054" y="58607"/>
                </a:lnTo>
                <a:lnTo>
                  <a:pt x="0" y="52636"/>
                </a:lnTo>
                <a:lnTo>
                  <a:pt x="38683" y="19749"/>
                </a:lnTo>
                <a:lnTo>
                  <a:pt x="25488" y="4224"/>
                </a:lnTo>
                <a:lnTo>
                  <a:pt x="30483" y="0"/>
                </a:lnTo>
                <a:close/>
                <a:moveTo>
                  <a:pt x="304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693C2-0071-493C-BA84-EB8E367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920" y="5702903"/>
            <a:ext cx="45339" cy="48062"/>
          </a:xfrm>
          <a:custGeom xmlns:a="http://schemas.openxmlformats.org/drawingml/2006/main">
            <a:pathLst>
              <a:path w="45339" h="48062">
                <a:moveTo>
                  <a:pt x="36353" y="35668"/>
                </a:moveTo>
                <a:lnTo>
                  <a:pt x="33731" y="37882"/>
                </a:lnTo>
                <a:lnTo>
                  <a:pt x="12686" y="13137"/>
                </a:lnTo>
                <a:cubicBezTo>
                  <a:pt x="9219" y="16545"/>
                  <a:pt x="7340" y="20070"/>
                  <a:pt x="7049" y="23711"/>
                </a:cubicBezTo>
                <a:cubicBezTo>
                  <a:pt x="6831" y="27352"/>
                  <a:pt x="8243" y="30949"/>
                  <a:pt x="11258" y="34532"/>
                </a:cubicBezTo>
                <a:cubicBezTo>
                  <a:pt x="13021" y="36571"/>
                  <a:pt x="14958" y="38392"/>
                  <a:pt x="17128" y="39877"/>
                </a:cubicBezTo>
                <a:cubicBezTo>
                  <a:pt x="19283" y="41407"/>
                  <a:pt x="21672" y="42659"/>
                  <a:pt x="24352" y="43737"/>
                </a:cubicBezTo>
                <a:lnTo>
                  <a:pt x="19225" y="48062"/>
                </a:lnTo>
                <a:cubicBezTo>
                  <a:pt x="16778" y="46810"/>
                  <a:pt x="14448" y="45397"/>
                  <a:pt x="12336" y="43693"/>
                </a:cubicBezTo>
                <a:cubicBezTo>
                  <a:pt x="10181" y="42033"/>
                  <a:pt x="8185" y="40154"/>
                  <a:pt x="6423" y="38115"/>
                </a:cubicBezTo>
                <a:cubicBezTo>
                  <a:pt x="1981" y="32872"/>
                  <a:pt x="0" y="27410"/>
                  <a:pt x="393" y="21788"/>
                </a:cubicBezTo>
                <a:cubicBezTo>
                  <a:pt x="845" y="16152"/>
                  <a:pt x="3699" y="11142"/>
                  <a:pt x="8870" y="6700"/>
                </a:cubicBezTo>
                <a:cubicBezTo>
                  <a:pt x="14215" y="2156"/>
                  <a:pt x="19735" y="0"/>
                  <a:pt x="25313" y="218"/>
                </a:cubicBezTo>
                <a:cubicBezTo>
                  <a:pt x="30949" y="393"/>
                  <a:pt x="35843" y="2957"/>
                  <a:pt x="40052" y="7908"/>
                </a:cubicBezTo>
                <a:cubicBezTo>
                  <a:pt x="43810" y="12278"/>
                  <a:pt x="45339" y="17011"/>
                  <a:pt x="44654" y="21949"/>
                </a:cubicBezTo>
                <a:cubicBezTo>
                  <a:pt x="44028" y="26959"/>
                  <a:pt x="41246" y="31517"/>
                  <a:pt x="36353" y="35668"/>
                </a:cubicBezTo>
                <a:close/>
                <a:moveTo>
                  <a:pt x="33396" y="28954"/>
                </a:moveTo>
                <a:cubicBezTo>
                  <a:pt x="36294" y="26391"/>
                  <a:pt x="37940" y="23551"/>
                  <a:pt x="38348" y="20478"/>
                </a:cubicBezTo>
                <a:cubicBezTo>
                  <a:pt x="38683" y="17346"/>
                  <a:pt x="37765" y="14506"/>
                  <a:pt x="35493" y="11826"/>
                </a:cubicBezTo>
                <a:cubicBezTo>
                  <a:pt x="32988" y="8811"/>
                  <a:pt x="30090" y="7166"/>
                  <a:pt x="26842" y="6758"/>
                </a:cubicBezTo>
                <a:cubicBezTo>
                  <a:pt x="23609" y="6423"/>
                  <a:pt x="20361" y="7442"/>
                  <a:pt x="17011" y="9773"/>
                </a:cubicBezTo>
                <a:lnTo>
                  <a:pt x="33396" y="28954"/>
                </a:lnTo>
                <a:close/>
                <a:moveTo>
                  <a:pt x="33396" y="289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6E57B-7482-409F-ACCE-E6FE7000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233" y="5736401"/>
            <a:ext cx="50407" cy="44436"/>
          </a:xfrm>
          <a:custGeom xmlns:a="http://schemas.openxmlformats.org/drawingml/2006/main">
            <a:pathLst>
              <a:path w="50407" h="44436">
                <a:moveTo>
                  <a:pt x="50407" y="19924"/>
                </a:moveTo>
                <a:lnTo>
                  <a:pt x="45281" y="24235"/>
                </a:lnTo>
                <a:cubicBezTo>
                  <a:pt x="44771" y="22080"/>
                  <a:pt x="44028" y="19968"/>
                  <a:pt x="43009" y="18045"/>
                </a:cubicBezTo>
                <a:cubicBezTo>
                  <a:pt x="42047" y="16050"/>
                  <a:pt x="40795" y="14171"/>
                  <a:pt x="39309" y="12409"/>
                </a:cubicBezTo>
                <a:cubicBezTo>
                  <a:pt x="37037" y="9729"/>
                  <a:pt x="34925" y="8083"/>
                  <a:pt x="32945" y="7457"/>
                </a:cubicBezTo>
                <a:cubicBezTo>
                  <a:pt x="31008" y="6831"/>
                  <a:pt x="29187" y="7180"/>
                  <a:pt x="27541" y="8593"/>
                </a:cubicBezTo>
                <a:cubicBezTo>
                  <a:pt x="26347" y="9671"/>
                  <a:pt x="25721" y="10982"/>
                  <a:pt x="25823" y="12525"/>
                </a:cubicBezTo>
                <a:cubicBezTo>
                  <a:pt x="25939" y="14055"/>
                  <a:pt x="26915" y="16560"/>
                  <a:pt x="28736" y="20026"/>
                </a:cubicBezTo>
                <a:lnTo>
                  <a:pt x="29872" y="22196"/>
                </a:lnTo>
                <a:cubicBezTo>
                  <a:pt x="32318" y="26740"/>
                  <a:pt x="33454" y="30440"/>
                  <a:pt x="33338" y="33294"/>
                </a:cubicBezTo>
                <a:cubicBezTo>
                  <a:pt x="33221" y="36193"/>
                  <a:pt x="31809" y="38741"/>
                  <a:pt x="29129" y="41028"/>
                </a:cubicBezTo>
                <a:cubicBezTo>
                  <a:pt x="26114" y="43591"/>
                  <a:pt x="22648" y="44436"/>
                  <a:pt x="18832" y="43591"/>
                </a:cubicBezTo>
                <a:cubicBezTo>
                  <a:pt x="15016" y="42674"/>
                  <a:pt x="11317" y="40110"/>
                  <a:pt x="7734" y="35901"/>
                </a:cubicBezTo>
                <a:cubicBezTo>
                  <a:pt x="6263" y="34139"/>
                  <a:pt x="4835" y="32144"/>
                  <a:pt x="3583" y="29988"/>
                </a:cubicBezTo>
                <a:cubicBezTo>
                  <a:pt x="2272" y="27774"/>
                  <a:pt x="1136" y="25327"/>
                  <a:pt x="0" y="22648"/>
                </a:cubicBezTo>
                <a:lnTo>
                  <a:pt x="5578" y="17929"/>
                </a:lnTo>
                <a:cubicBezTo>
                  <a:pt x="6204" y="20769"/>
                  <a:pt x="7107" y="23390"/>
                  <a:pt x="8243" y="25779"/>
                </a:cubicBezTo>
                <a:cubicBezTo>
                  <a:pt x="9394" y="28168"/>
                  <a:pt x="10749" y="30265"/>
                  <a:pt x="12351" y="32144"/>
                </a:cubicBezTo>
                <a:cubicBezTo>
                  <a:pt x="14506" y="34707"/>
                  <a:pt x="16618" y="36309"/>
                  <a:pt x="18599" y="36935"/>
                </a:cubicBezTo>
                <a:cubicBezTo>
                  <a:pt x="20652" y="37547"/>
                  <a:pt x="22473" y="37154"/>
                  <a:pt x="24002" y="35843"/>
                </a:cubicBezTo>
                <a:cubicBezTo>
                  <a:pt x="25488" y="34590"/>
                  <a:pt x="26172" y="33178"/>
                  <a:pt x="26114" y="31517"/>
                </a:cubicBezTo>
                <a:cubicBezTo>
                  <a:pt x="26056" y="29872"/>
                  <a:pt x="24978" y="27090"/>
                  <a:pt x="22866" y="23099"/>
                </a:cubicBezTo>
                <a:lnTo>
                  <a:pt x="21730" y="20885"/>
                </a:lnTo>
                <a:cubicBezTo>
                  <a:pt x="19575" y="16953"/>
                  <a:pt x="18599" y="13603"/>
                  <a:pt x="18832" y="10865"/>
                </a:cubicBezTo>
                <a:cubicBezTo>
                  <a:pt x="19007" y="8200"/>
                  <a:pt x="20361" y="5753"/>
                  <a:pt x="22924" y="3583"/>
                </a:cubicBezTo>
                <a:cubicBezTo>
                  <a:pt x="25997" y="976"/>
                  <a:pt x="29304" y="0"/>
                  <a:pt x="32828" y="801"/>
                </a:cubicBezTo>
                <a:cubicBezTo>
                  <a:pt x="36353" y="1544"/>
                  <a:pt x="39819" y="3932"/>
                  <a:pt x="43242" y="7967"/>
                </a:cubicBezTo>
                <a:cubicBezTo>
                  <a:pt x="44946" y="9962"/>
                  <a:pt x="46373" y="11957"/>
                  <a:pt x="47567" y="13938"/>
                </a:cubicBezTo>
                <a:cubicBezTo>
                  <a:pt x="48820" y="15933"/>
                  <a:pt x="49723" y="17929"/>
                  <a:pt x="50407" y="19924"/>
                </a:cubicBezTo>
                <a:close/>
                <a:moveTo>
                  <a:pt x="50407" y="199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87966-8963-462D-AB21-5037A57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692" y="5757796"/>
            <a:ext cx="42674" cy="52286"/>
          </a:xfrm>
          <a:custGeom xmlns:a="http://schemas.openxmlformats.org/drawingml/2006/main">
            <a:pathLst>
              <a:path w="42674" h="52286">
                <a:moveTo>
                  <a:pt x="42499" y="5462"/>
                </a:moveTo>
                <a:lnTo>
                  <a:pt x="33221" y="13370"/>
                </a:lnTo>
                <a:lnTo>
                  <a:pt x="42674" y="24410"/>
                </a:lnTo>
                <a:lnTo>
                  <a:pt x="38465" y="27993"/>
                </a:lnTo>
                <a:lnTo>
                  <a:pt x="29012" y="16895"/>
                </a:lnTo>
                <a:lnTo>
                  <a:pt x="11273" y="32027"/>
                </a:lnTo>
                <a:cubicBezTo>
                  <a:pt x="8593" y="34314"/>
                  <a:pt x="7166" y="36134"/>
                  <a:pt x="7064" y="37489"/>
                </a:cubicBezTo>
                <a:cubicBezTo>
                  <a:pt x="6889" y="38858"/>
                  <a:pt x="7792" y="40678"/>
                  <a:pt x="9671" y="42950"/>
                </a:cubicBezTo>
                <a:lnTo>
                  <a:pt x="14390" y="48470"/>
                </a:lnTo>
                <a:lnTo>
                  <a:pt x="9904" y="52286"/>
                </a:lnTo>
                <a:lnTo>
                  <a:pt x="5185" y="46766"/>
                </a:lnTo>
                <a:cubicBezTo>
                  <a:pt x="1646" y="42615"/>
                  <a:pt x="0" y="39091"/>
                  <a:pt x="175" y="36178"/>
                </a:cubicBezTo>
                <a:cubicBezTo>
                  <a:pt x="408" y="33280"/>
                  <a:pt x="2563" y="30105"/>
                  <a:pt x="6656" y="26624"/>
                </a:cubicBezTo>
                <a:lnTo>
                  <a:pt x="24410" y="11491"/>
                </a:lnTo>
                <a:lnTo>
                  <a:pt x="21046" y="7573"/>
                </a:lnTo>
                <a:lnTo>
                  <a:pt x="25269" y="3991"/>
                </a:lnTo>
                <a:lnTo>
                  <a:pt x="28619" y="7967"/>
                </a:lnTo>
                <a:lnTo>
                  <a:pt x="37955" y="0"/>
                </a:lnTo>
                <a:lnTo>
                  <a:pt x="42499" y="5462"/>
                </a:lnTo>
                <a:close/>
                <a:moveTo>
                  <a:pt x="42499" y="54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3596C-2026-4EE9-8574-F642B29C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391" y="5287293"/>
            <a:ext cx="71904" cy="71293"/>
          </a:xfrm>
          <a:custGeom xmlns:a="http://schemas.openxmlformats.org/drawingml/2006/main">
            <a:pathLst>
              <a:path w="71904" h="71293">
                <a:moveTo>
                  <a:pt x="44887" y="0"/>
                </a:moveTo>
                <a:lnTo>
                  <a:pt x="49723" y="6088"/>
                </a:lnTo>
                <a:lnTo>
                  <a:pt x="30716" y="21177"/>
                </a:lnTo>
                <a:lnTo>
                  <a:pt x="65700" y="26230"/>
                </a:lnTo>
                <a:lnTo>
                  <a:pt x="71904" y="34081"/>
                </a:lnTo>
                <a:lnTo>
                  <a:pt x="33280" y="28401"/>
                </a:lnTo>
                <a:lnTo>
                  <a:pt x="28269" y="71293"/>
                </a:lnTo>
                <a:lnTo>
                  <a:pt x="21905" y="63326"/>
                </a:lnTo>
                <a:lnTo>
                  <a:pt x="26449" y="24585"/>
                </a:lnTo>
                <a:lnTo>
                  <a:pt x="4835" y="41771"/>
                </a:lnTo>
                <a:lnTo>
                  <a:pt x="0" y="35683"/>
                </a:lnTo>
                <a:lnTo>
                  <a:pt x="44887" y="0"/>
                </a:lnTo>
                <a:close/>
                <a:moveTo>
                  <a:pt x="448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7B416-9FF3-4745-A484-6FDCB6B0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807" y="5338167"/>
            <a:ext cx="45688" cy="48062"/>
          </a:xfrm>
          <a:custGeom xmlns:a="http://schemas.openxmlformats.org/drawingml/2006/main">
            <a:pathLst>
              <a:path w="45688" h="48062">
                <a:moveTo>
                  <a:pt x="36061" y="36236"/>
                </a:moveTo>
                <a:lnTo>
                  <a:pt x="33396" y="38392"/>
                </a:lnTo>
                <a:lnTo>
                  <a:pt x="13195" y="12904"/>
                </a:lnTo>
                <a:cubicBezTo>
                  <a:pt x="9554" y="16210"/>
                  <a:pt x="7559" y="19618"/>
                  <a:pt x="7224" y="23259"/>
                </a:cubicBezTo>
                <a:cubicBezTo>
                  <a:pt x="6831" y="26900"/>
                  <a:pt x="8141" y="30542"/>
                  <a:pt x="11040" y="34241"/>
                </a:cubicBezTo>
                <a:cubicBezTo>
                  <a:pt x="12744" y="36353"/>
                  <a:pt x="14623" y="38232"/>
                  <a:pt x="16720" y="39819"/>
                </a:cubicBezTo>
                <a:cubicBezTo>
                  <a:pt x="18832" y="41407"/>
                  <a:pt x="21162" y="42776"/>
                  <a:pt x="23784" y="43912"/>
                </a:cubicBezTo>
                <a:lnTo>
                  <a:pt x="18540" y="48062"/>
                </a:lnTo>
                <a:cubicBezTo>
                  <a:pt x="16152" y="46708"/>
                  <a:pt x="13880" y="45164"/>
                  <a:pt x="11783" y="43460"/>
                </a:cubicBezTo>
                <a:cubicBezTo>
                  <a:pt x="9671" y="41756"/>
                  <a:pt x="7792" y="39761"/>
                  <a:pt x="6088" y="37664"/>
                </a:cubicBezTo>
                <a:cubicBezTo>
                  <a:pt x="1821" y="32246"/>
                  <a:pt x="0" y="26784"/>
                  <a:pt x="626" y="21162"/>
                </a:cubicBezTo>
                <a:cubicBezTo>
                  <a:pt x="1253" y="15526"/>
                  <a:pt x="4267" y="10574"/>
                  <a:pt x="9612" y="6365"/>
                </a:cubicBezTo>
                <a:cubicBezTo>
                  <a:pt x="15132" y="1981"/>
                  <a:pt x="20652" y="0"/>
                  <a:pt x="26289" y="393"/>
                </a:cubicBezTo>
                <a:cubicBezTo>
                  <a:pt x="31852" y="845"/>
                  <a:pt x="36688" y="3583"/>
                  <a:pt x="40678" y="8578"/>
                </a:cubicBezTo>
                <a:cubicBezTo>
                  <a:pt x="44261" y="13137"/>
                  <a:pt x="45688" y="17856"/>
                  <a:pt x="44829" y="22866"/>
                </a:cubicBezTo>
                <a:cubicBezTo>
                  <a:pt x="44028" y="27818"/>
                  <a:pt x="41130" y="32246"/>
                  <a:pt x="36061" y="36236"/>
                </a:cubicBezTo>
                <a:close/>
                <a:moveTo>
                  <a:pt x="33338" y="29406"/>
                </a:moveTo>
                <a:cubicBezTo>
                  <a:pt x="36294" y="26959"/>
                  <a:pt x="38057" y="24235"/>
                  <a:pt x="38567" y="21104"/>
                </a:cubicBezTo>
                <a:cubicBezTo>
                  <a:pt x="39033" y="18031"/>
                  <a:pt x="38232" y="15132"/>
                  <a:pt x="36061" y="12394"/>
                </a:cubicBezTo>
                <a:cubicBezTo>
                  <a:pt x="33629" y="9321"/>
                  <a:pt x="30775" y="7501"/>
                  <a:pt x="27541" y="7049"/>
                </a:cubicBezTo>
                <a:cubicBezTo>
                  <a:pt x="24352" y="6598"/>
                  <a:pt x="21046" y="7442"/>
                  <a:pt x="17637" y="9729"/>
                </a:cubicBezTo>
                <a:lnTo>
                  <a:pt x="33338" y="29406"/>
                </a:lnTo>
                <a:close/>
                <a:moveTo>
                  <a:pt x="33338" y="294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CD298-9867-44E7-BDB7-B83DAE2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298" y="5367237"/>
            <a:ext cx="70142" cy="49373"/>
          </a:xfrm>
          <a:custGeom xmlns:a="http://schemas.openxmlformats.org/drawingml/2006/main">
            <a:pathLst>
              <a:path w="70142" h="49373">
                <a:moveTo>
                  <a:pt x="21555" y="47218"/>
                </a:moveTo>
                <a:cubicBezTo>
                  <a:pt x="16327" y="48805"/>
                  <a:pt x="12511" y="49373"/>
                  <a:pt x="10064" y="48864"/>
                </a:cubicBezTo>
                <a:cubicBezTo>
                  <a:pt x="7675" y="48354"/>
                  <a:pt x="5520" y="46868"/>
                  <a:pt x="3525" y="44378"/>
                </a:cubicBezTo>
                <a:lnTo>
                  <a:pt x="0" y="39936"/>
                </a:lnTo>
                <a:lnTo>
                  <a:pt x="4661" y="36294"/>
                </a:lnTo>
                <a:lnTo>
                  <a:pt x="7224" y="39542"/>
                </a:lnTo>
                <a:cubicBezTo>
                  <a:pt x="8418" y="41013"/>
                  <a:pt x="9729" y="41931"/>
                  <a:pt x="11156" y="42208"/>
                </a:cubicBezTo>
                <a:cubicBezTo>
                  <a:pt x="12511" y="42499"/>
                  <a:pt x="14958" y="42033"/>
                  <a:pt x="18497" y="40955"/>
                </a:cubicBezTo>
                <a:lnTo>
                  <a:pt x="21788" y="39936"/>
                </a:lnTo>
                <a:lnTo>
                  <a:pt x="44145" y="0"/>
                </a:lnTo>
                <a:lnTo>
                  <a:pt x="48762" y="5855"/>
                </a:lnTo>
                <a:lnTo>
                  <a:pt x="30775" y="37314"/>
                </a:lnTo>
                <a:lnTo>
                  <a:pt x="65482" y="26900"/>
                </a:lnTo>
                <a:lnTo>
                  <a:pt x="70142" y="32770"/>
                </a:lnTo>
                <a:lnTo>
                  <a:pt x="21555" y="47218"/>
                </a:lnTo>
                <a:close/>
                <a:moveTo>
                  <a:pt x="21555" y="472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EC7D3-14B4-488E-B9E6-64BAA3FB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622" y="5397051"/>
            <a:ext cx="51718" cy="60297"/>
          </a:xfrm>
          <a:custGeom xmlns:a="http://schemas.openxmlformats.org/drawingml/2006/main">
            <a:pathLst>
              <a:path w="51718" h="60297">
                <a:moveTo>
                  <a:pt x="36193" y="48179"/>
                </a:moveTo>
                <a:cubicBezTo>
                  <a:pt x="40285" y="44989"/>
                  <a:pt x="42790" y="41581"/>
                  <a:pt x="43751" y="38115"/>
                </a:cubicBezTo>
                <a:cubicBezTo>
                  <a:pt x="44771" y="34590"/>
                  <a:pt x="44101" y="31343"/>
                  <a:pt x="41756" y="28444"/>
                </a:cubicBezTo>
                <a:cubicBezTo>
                  <a:pt x="39426" y="25488"/>
                  <a:pt x="36469" y="24119"/>
                  <a:pt x="32828" y="24293"/>
                </a:cubicBezTo>
                <a:cubicBezTo>
                  <a:pt x="29187" y="24454"/>
                  <a:pt x="25313" y="26114"/>
                  <a:pt x="21220" y="29347"/>
                </a:cubicBezTo>
                <a:cubicBezTo>
                  <a:pt x="17186" y="32595"/>
                  <a:pt x="14623" y="35945"/>
                  <a:pt x="13661" y="39470"/>
                </a:cubicBezTo>
                <a:cubicBezTo>
                  <a:pt x="12686" y="43009"/>
                  <a:pt x="13370" y="46184"/>
                  <a:pt x="15642" y="49155"/>
                </a:cubicBezTo>
                <a:cubicBezTo>
                  <a:pt x="17987" y="52053"/>
                  <a:pt x="21002" y="53466"/>
                  <a:pt x="24643" y="53306"/>
                </a:cubicBezTo>
                <a:cubicBezTo>
                  <a:pt x="28284" y="53131"/>
                  <a:pt x="32144" y="51427"/>
                  <a:pt x="36193" y="48179"/>
                </a:cubicBezTo>
                <a:close/>
                <a:moveTo>
                  <a:pt x="33003" y="20026"/>
                </a:moveTo>
                <a:cubicBezTo>
                  <a:pt x="35959" y="19618"/>
                  <a:pt x="38581" y="19910"/>
                  <a:pt x="40970" y="20871"/>
                </a:cubicBezTo>
                <a:cubicBezTo>
                  <a:pt x="43358" y="21890"/>
                  <a:pt x="45514" y="23667"/>
                  <a:pt x="47451" y="26114"/>
                </a:cubicBezTo>
                <a:cubicBezTo>
                  <a:pt x="50757" y="30207"/>
                  <a:pt x="51718" y="34809"/>
                  <a:pt x="50524" y="39936"/>
                </a:cubicBezTo>
                <a:cubicBezTo>
                  <a:pt x="49330" y="45048"/>
                  <a:pt x="46023" y="49723"/>
                  <a:pt x="40737" y="53932"/>
                </a:cubicBezTo>
                <a:cubicBezTo>
                  <a:pt x="35450" y="58141"/>
                  <a:pt x="30163" y="60238"/>
                  <a:pt x="24861" y="60297"/>
                </a:cubicBezTo>
                <a:cubicBezTo>
                  <a:pt x="19633" y="60297"/>
                  <a:pt x="15365" y="58258"/>
                  <a:pt x="12118" y="54150"/>
                </a:cubicBezTo>
                <a:cubicBezTo>
                  <a:pt x="10137" y="51704"/>
                  <a:pt x="8943" y="49199"/>
                  <a:pt x="8535" y="46650"/>
                </a:cubicBezTo>
                <a:cubicBezTo>
                  <a:pt x="8083" y="44086"/>
                  <a:pt x="8418" y="41465"/>
                  <a:pt x="9511" y="38683"/>
                </a:cubicBezTo>
                <a:lnTo>
                  <a:pt x="4442" y="42717"/>
                </a:lnTo>
                <a:lnTo>
                  <a:pt x="0" y="37139"/>
                </a:lnTo>
                <a:lnTo>
                  <a:pt x="46825" y="0"/>
                </a:lnTo>
                <a:lnTo>
                  <a:pt x="51267" y="5564"/>
                </a:lnTo>
                <a:lnTo>
                  <a:pt x="33003" y="20026"/>
                </a:lnTo>
                <a:close/>
                <a:moveTo>
                  <a:pt x="33003" y="200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F7EEC-5CB7-48CE-BEA7-4721BF2E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072" y="5451317"/>
            <a:ext cx="45849" cy="43810"/>
          </a:xfrm>
          <a:custGeom xmlns:a="http://schemas.openxmlformats.org/drawingml/2006/main">
            <a:pathLst>
              <a:path w="45849" h="43810">
                <a:moveTo>
                  <a:pt x="35959" y="11608"/>
                </a:moveTo>
                <a:cubicBezTo>
                  <a:pt x="33556" y="8651"/>
                  <a:pt x="30542" y="7166"/>
                  <a:pt x="26857" y="7282"/>
                </a:cubicBezTo>
                <a:cubicBezTo>
                  <a:pt x="23216" y="7399"/>
                  <a:pt x="19342" y="9103"/>
                  <a:pt x="15307" y="12292"/>
                </a:cubicBezTo>
                <a:cubicBezTo>
                  <a:pt x="11258" y="15482"/>
                  <a:pt x="8753" y="18832"/>
                  <a:pt x="7850" y="22415"/>
                </a:cubicBezTo>
                <a:cubicBezTo>
                  <a:pt x="6874" y="25939"/>
                  <a:pt x="7559" y="29245"/>
                  <a:pt x="9947" y="32202"/>
                </a:cubicBezTo>
                <a:cubicBezTo>
                  <a:pt x="12292" y="35158"/>
                  <a:pt x="15307" y="36586"/>
                  <a:pt x="18992" y="36469"/>
                </a:cubicBezTo>
                <a:cubicBezTo>
                  <a:pt x="22691" y="36353"/>
                  <a:pt x="26565" y="34707"/>
                  <a:pt x="30542" y="31517"/>
                </a:cubicBezTo>
                <a:cubicBezTo>
                  <a:pt x="34532" y="28328"/>
                  <a:pt x="37037" y="24978"/>
                  <a:pt x="37998" y="21395"/>
                </a:cubicBezTo>
                <a:cubicBezTo>
                  <a:pt x="38974" y="17812"/>
                  <a:pt x="38290" y="14564"/>
                  <a:pt x="35959" y="11608"/>
                </a:cubicBezTo>
                <a:close/>
                <a:moveTo>
                  <a:pt x="40620" y="7850"/>
                </a:moveTo>
                <a:cubicBezTo>
                  <a:pt x="44436" y="12686"/>
                  <a:pt x="45849" y="17696"/>
                  <a:pt x="44946" y="22924"/>
                </a:cubicBezTo>
                <a:cubicBezTo>
                  <a:pt x="43970" y="28168"/>
                  <a:pt x="40737" y="33003"/>
                  <a:pt x="35217" y="37387"/>
                </a:cubicBezTo>
                <a:cubicBezTo>
                  <a:pt x="29697" y="41756"/>
                  <a:pt x="24293" y="43810"/>
                  <a:pt x="18948" y="43518"/>
                </a:cubicBezTo>
                <a:cubicBezTo>
                  <a:pt x="13647" y="43300"/>
                  <a:pt x="9044" y="40737"/>
                  <a:pt x="5229" y="35959"/>
                </a:cubicBezTo>
                <a:cubicBezTo>
                  <a:pt x="1413" y="31124"/>
                  <a:pt x="0" y="26056"/>
                  <a:pt x="961" y="20827"/>
                </a:cubicBezTo>
                <a:cubicBezTo>
                  <a:pt x="1937" y="15584"/>
                  <a:pt x="5170" y="10807"/>
                  <a:pt x="10690" y="6437"/>
                </a:cubicBezTo>
                <a:cubicBezTo>
                  <a:pt x="16210" y="2054"/>
                  <a:pt x="21614" y="0"/>
                  <a:pt x="26900" y="233"/>
                </a:cubicBezTo>
                <a:cubicBezTo>
                  <a:pt x="32202" y="510"/>
                  <a:pt x="36804" y="3015"/>
                  <a:pt x="40620" y="7850"/>
                </a:cubicBezTo>
                <a:close/>
                <a:moveTo>
                  <a:pt x="40620" y="78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8AB68-65B1-4412-A51B-A70E783C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225" y="5486024"/>
            <a:ext cx="46883" cy="51543"/>
          </a:xfrm>
          <a:custGeom xmlns:a="http://schemas.openxmlformats.org/drawingml/2006/main">
            <a:pathLst>
              <a:path w="46883" h="51543">
                <a:moveTo>
                  <a:pt x="26638" y="27075"/>
                </a:moveTo>
                <a:cubicBezTo>
                  <a:pt x="23041" y="22589"/>
                  <a:pt x="20084" y="19910"/>
                  <a:pt x="17696" y="19007"/>
                </a:cubicBezTo>
                <a:cubicBezTo>
                  <a:pt x="15307" y="18031"/>
                  <a:pt x="12860" y="18599"/>
                  <a:pt x="10414" y="20536"/>
                </a:cubicBezTo>
                <a:cubicBezTo>
                  <a:pt x="8433" y="22080"/>
                  <a:pt x="7399" y="24002"/>
                  <a:pt x="7282" y="26172"/>
                </a:cubicBezTo>
                <a:cubicBezTo>
                  <a:pt x="7180" y="28386"/>
                  <a:pt x="7967" y="30600"/>
                  <a:pt x="9729" y="32828"/>
                </a:cubicBezTo>
                <a:cubicBezTo>
                  <a:pt x="12176" y="35901"/>
                  <a:pt x="15191" y="37489"/>
                  <a:pt x="18832" y="37664"/>
                </a:cubicBezTo>
                <a:cubicBezTo>
                  <a:pt x="22531" y="37780"/>
                  <a:pt x="26114" y="36411"/>
                  <a:pt x="29755" y="33571"/>
                </a:cubicBezTo>
                <a:lnTo>
                  <a:pt x="30949" y="32537"/>
                </a:lnTo>
                <a:lnTo>
                  <a:pt x="26638" y="27075"/>
                </a:lnTo>
                <a:close/>
                <a:moveTo>
                  <a:pt x="37664" y="36294"/>
                </a:moveTo>
                <a:lnTo>
                  <a:pt x="18439" y="51543"/>
                </a:lnTo>
                <a:lnTo>
                  <a:pt x="14055" y="46023"/>
                </a:lnTo>
                <a:lnTo>
                  <a:pt x="19181" y="41931"/>
                </a:lnTo>
                <a:cubicBezTo>
                  <a:pt x="16108" y="42324"/>
                  <a:pt x="13370" y="41931"/>
                  <a:pt x="10880" y="40795"/>
                </a:cubicBezTo>
                <a:cubicBezTo>
                  <a:pt x="8433" y="39717"/>
                  <a:pt x="6088" y="37780"/>
                  <a:pt x="3932" y="35042"/>
                </a:cubicBezTo>
                <a:cubicBezTo>
                  <a:pt x="1194" y="31576"/>
                  <a:pt x="0" y="28109"/>
                  <a:pt x="291" y="24526"/>
                </a:cubicBezTo>
                <a:cubicBezTo>
                  <a:pt x="626" y="20929"/>
                  <a:pt x="2389" y="17871"/>
                  <a:pt x="5636" y="15307"/>
                </a:cubicBezTo>
                <a:cubicBezTo>
                  <a:pt x="9452" y="12292"/>
                  <a:pt x="13312" y="11258"/>
                  <a:pt x="17244" y="12292"/>
                </a:cubicBezTo>
                <a:cubicBezTo>
                  <a:pt x="21177" y="13312"/>
                  <a:pt x="25153" y="16327"/>
                  <a:pt x="29129" y="21337"/>
                </a:cubicBezTo>
                <a:lnTo>
                  <a:pt x="35333" y="29129"/>
                </a:lnTo>
                <a:lnTo>
                  <a:pt x="35843" y="28677"/>
                </a:lnTo>
                <a:cubicBezTo>
                  <a:pt x="38406" y="26682"/>
                  <a:pt x="39717" y="24293"/>
                  <a:pt x="39775" y="21512"/>
                </a:cubicBezTo>
                <a:cubicBezTo>
                  <a:pt x="39834" y="18715"/>
                  <a:pt x="38698" y="15817"/>
                  <a:pt x="36251" y="12802"/>
                </a:cubicBezTo>
                <a:cubicBezTo>
                  <a:pt x="34707" y="10865"/>
                  <a:pt x="33003" y="9161"/>
                  <a:pt x="31124" y="7675"/>
                </a:cubicBezTo>
                <a:cubicBezTo>
                  <a:pt x="29187" y="6263"/>
                  <a:pt x="27090" y="5068"/>
                  <a:pt x="24861" y="4093"/>
                </a:cubicBezTo>
                <a:lnTo>
                  <a:pt x="29988" y="0"/>
                </a:lnTo>
                <a:cubicBezTo>
                  <a:pt x="32377" y="1427"/>
                  <a:pt x="34488" y="2898"/>
                  <a:pt x="36411" y="4544"/>
                </a:cubicBezTo>
                <a:cubicBezTo>
                  <a:pt x="38290" y="6146"/>
                  <a:pt x="39950" y="7792"/>
                  <a:pt x="41421" y="9612"/>
                </a:cubicBezTo>
                <a:cubicBezTo>
                  <a:pt x="45295" y="14506"/>
                  <a:pt x="46883" y="19167"/>
                  <a:pt x="46257" y="23551"/>
                </a:cubicBezTo>
                <a:cubicBezTo>
                  <a:pt x="45688" y="27993"/>
                  <a:pt x="42790" y="32202"/>
                  <a:pt x="37664" y="36294"/>
                </a:cubicBezTo>
                <a:close/>
                <a:moveTo>
                  <a:pt x="37664" y="362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A9019-55E6-4F86-A4BE-D251A3D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33" y="5522042"/>
            <a:ext cx="49839" cy="32246"/>
          </a:xfrm>
          <a:custGeom xmlns:a="http://schemas.openxmlformats.org/drawingml/2006/main">
            <a:pathLst>
              <a:path w="49839" h="32246">
                <a:moveTo>
                  <a:pt x="44217" y="23769"/>
                </a:moveTo>
                <a:cubicBezTo>
                  <a:pt x="44043" y="22924"/>
                  <a:pt x="43751" y="22007"/>
                  <a:pt x="43358" y="21162"/>
                </a:cubicBezTo>
                <a:cubicBezTo>
                  <a:pt x="42965" y="20245"/>
                  <a:pt x="42397" y="19400"/>
                  <a:pt x="41712" y="18540"/>
                </a:cubicBezTo>
                <a:cubicBezTo>
                  <a:pt x="39207" y="15409"/>
                  <a:pt x="36309" y="13822"/>
                  <a:pt x="32945" y="13763"/>
                </a:cubicBezTo>
                <a:cubicBezTo>
                  <a:pt x="29595" y="13647"/>
                  <a:pt x="26012" y="15132"/>
                  <a:pt x="22196" y="18205"/>
                </a:cubicBezTo>
                <a:lnTo>
                  <a:pt x="4442" y="32246"/>
                </a:lnTo>
                <a:lnTo>
                  <a:pt x="0" y="26682"/>
                </a:lnTo>
                <a:lnTo>
                  <a:pt x="33687" y="0"/>
                </a:lnTo>
                <a:lnTo>
                  <a:pt x="38130" y="5505"/>
                </a:lnTo>
                <a:lnTo>
                  <a:pt x="32886" y="9671"/>
                </a:lnTo>
                <a:cubicBezTo>
                  <a:pt x="35843" y="9205"/>
                  <a:pt x="38581" y="9554"/>
                  <a:pt x="41028" y="10632"/>
                </a:cubicBezTo>
                <a:cubicBezTo>
                  <a:pt x="43533" y="11710"/>
                  <a:pt x="45805" y="13589"/>
                  <a:pt x="47902" y="16268"/>
                </a:cubicBezTo>
                <a:cubicBezTo>
                  <a:pt x="48252" y="16603"/>
                  <a:pt x="48529" y="17055"/>
                  <a:pt x="48878" y="17579"/>
                </a:cubicBezTo>
                <a:cubicBezTo>
                  <a:pt x="49155" y="18089"/>
                  <a:pt x="49504" y="18657"/>
                  <a:pt x="49839" y="19283"/>
                </a:cubicBezTo>
                <a:lnTo>
                  <a:pt x="44217" y="23769"/>
                </a:lnTo>
                <a:close/>
                <a:moveTo>
                  <a:pt x="44217" y="237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5DD95-ECE0-45C4-ABD1-AB4588DD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865" y="5551113"/>
            <a:ext cx="64855" cy="49781"/>
          </a:xfrm>
          <a:custGeom xmlns:a="http://schemas.openxmlformats.org/drawingml/2006/main">
            <a:pathLst>
              <a:path w="64855" h="49781">
                <a:moveTo>
                  <a:pt x="42266" y="21555"/>
                </a:moveTo>
                <a:lnTo>
                  <a:pt x="60471" y="7107"/>
                </a:lnTo>
                <a:lnTo>
                  <a:pt x="64855" y="12627"/>
                </a:lnTo>
                <a:lnTo>
                  <a:pt x="18089" y="49781"/>
                </a:lnTo>
                <a:lnTo>
                  <a:pt x="13647" y="44261"/>
                </a:lnTo>
                <a:lnTo>
                  <a:pt x="18715" y="40271"/>
                </a:lnTo>
                <a:cubicBezTo>
                  <a:pt x="15817" y="40678"/>
                  <a:pt x="13137" y="40387"/>
                  <a:pt x="10749" y="39368"/>
                </a:cubicBezTo>
                <a:cubicBezTo>
                  <a:pt x="8360" y="38392"/>
                  <a:pt x="6204" y="36629"/>
                  <a:pt x="4209" y="34124"/>
                </a:cubicBezTo>
                <a:cubicBezTo>
                  <a:pt x="1020" y="30090"/>
                  <a:pt x="0" y="25488"/>
                  <a:pt x="1194" y="20361"/>
                </a:cubicBezTo>
                <a:cubicBezTo>
                  <a:pt x="2447" y="15191"/>
                  <a:pt x="5695" y="10515"/>
                  <a:pt x="10982" y="6365"/>
                </a:cubicBezTo>
                <a:cubicBezTo>
                  <a:pt x="16268" y="2156"/>
                  <a:pt x="21555" y="58"/>
                  <a:pt x="26857" y="0"/>
                </a:cubicBezTo>
                <a:cubicBezTo>
                  <a:pt x="32144" y="0"/>
                  <a:pt x="36353" y="2039"/>
                  <a:pt x="39601" y="6088"/>
                </a:cubicBezTo>
                <a:cubicBezTo>
                  <a:pt x="41581" y="8593"/>
                  <a:pt x="42776" y="11084"/>
                  <a:pt x="43242" y="13647"/>
                </a:cubicBezTo>
                <a:cubicBezTo>
                  <a:pt x="43635" y="16210"/>
                  <a:pt x="43358" y="18832"/>
                  <a:pt x="42266" y="21555"/>
                </a:cubicBezTo>
                <a:close/>
                <a:moveTo>
                  <a:pt x="15526" y="12059"/>
                </a:moveTo>
                <a:cubicBezTo>
                  <a:pt x="11433" y="15293"/>
                  <a:pt x="8928" y="18657"/>
                  <a:pt x="7967" y="22182"/>
                </a:cubicBezTo>
                <a:cubicBezTo>
                  <a:pt x="6947" y="25706"/>
                  <a:pt x="7617" y="28896"/>
                  <a:pt x="9962" y="31852"/>
                </a:cubicBezTo>
                <a:cubicBezTo>
                  <a:pt x="12292" y="34751"/>
                  <a:pt x="15249" y="36120"/>
                  <a:pt x="18890" y="36003"/>
                </a:cubicBezTo>
                <a:cubicBezTo>
                  <a:pt x="22589" y="35843"/>
                  <a:pt x="26391" y="34124"/>
                  <a:pt x="30498" y="30949"/>
                </a:cubicBezTo>
                <a:cubicBezTo>
                  <a:pt x="34532" y="27701"/>
                  <a:pt x="37096" y="24293"/>
                  <a:pt x="38057" y="20754"/>
                </a:cubicBezTo>
                <a:cubicBezTo>
                  <a:pt x="39033" y="17288"/>
                  <a:pt x="38406" y="14055"/>
                  <a:pt x="36076" y="11084"/>
                </a:cubicBezTo>
                <a:cubicBezTo>
                  <a:pt x="33731" y="8185"/>
                  <a:pt x="30716" y="6816"/>
                  <a:pt x="27075" y="6991"/>
                </a:cubicBezTo>
                <a:cubicBezTo>
                  <a:pt x="23434" y="7166"/>
                  <a:pt x="19575" y="8811"/>
                  <a:pt x="15526" y="12059"/>
                </a:cubicBezTo>
                <a:close/>
                <a:moveTo>
                  <a:pt x="15526" y="120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048A1-D315-4AAE-A0C1-C300B35A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907" y="5570673"/>
            <a:ext cx="62408" cy="57690"/>
          </a:xfrm>
          <a:custGeom xmlns:a="http://schemas.openxmlformats.org/drawingml/2006/main">
            <a:pathLst>
              <a:path w="62408" h="57690">
                <a:moveTo>
                  <a:pt x="32260" y="0"/>
                </a:moveTo>
                <a:lnTo>
                  <a:pt x="62408" y="38013"/>
                </a:lnTo>
                <a:lnTo>
                  <a:pt x="57296" y="42047"/>
                </a:lnTo>
                <a:lnTo>
                  <a:pt x="44611" y="26114"/>
                </a:lnTo>
                <a:lnTo>
                  <a:pt x="4835" y="57690"/>
                </a:lnTo>
                <a:lnTo>
                  <a:pt x="0" y="51602"/>
                </a:lnTo>
                <a:lnTo>
                  <a:pt x="39775" y="20026"/>
                </a:lnTo>
                <a:lnTo>
                  <a:pt x="27148" y="4107"/>
                </a:lnTo>
                <a:lnTo>
                  <a:pt x="32260" y="0"/>
                </a:lnTo>
                <a:close/>
                <a:moveTo>
                  <a:pt x="322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763D4-171C-42D9-8893-7A75D005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520" y="5617614"/>
            <a:ext cx="45674" cy="48019"/>
          </a:xfrm>
          <a:custGeom xmlns:a="http://schemas.openxmlformats.org/drawingml/2006/main">
            <a:pathLst>
              <a:path w="45674" h="48019">
                <a:moveTo>
                  <a:pt x="36120" y="36178"/>
                </a:moveTo>
                <a:lnTo>
                  <a:pt x="33396" y="38348"/>
                </a:lnTo>
                <a:lnTo>
                  <a:pt x="13195" y="12919"/>
                </a:lnTo>
                <a:cubicBezTo>
                  <a:pt x="9612" y="16152"/>
                  <a:pt x="7617" y="19633"/>
                  <a:pt x="7224" y="23274"/>
                </a:cubicBezTo>
                <a:cubicBezTo>
                  <a:pt x="6874" y="26915"/>
                  <a:pt x="8127" y="30556"/>
                  <a:pt x="11025" y="34255"/>
                </a:cubicBezTo>
                <a:cubicBezTo>
                  <a:pt x="12744" y="36353"/>
                  <a:pt x="14608" y="38232"/>
                  <a:pt x="16720" y="39775"/>
                </a:cubicBezTo>
                <a:cubicBezTo>
                  <a:pt x="18832" y="41363"/>
                  <a:pt x="21220" y="42732"/>
                  <a:pt x="23827" y="43868"/>
                </a:cubicBezTo>
                <a:lnTo>
                  <a:pt x="18599" y="48019"/>
                </a:lnTo>
                <a:cubicBezTo>
                  <a:pt x="16152" y="46708"/>
                  <a:pt x="13880" y="45179"/>
                  <a:pt x="11768" y="43460"/>
                </a:cubicBezTo>
                <a:cubicBezTo>
                  <a:pt x="9729" y="41698"/>
                  <a:pt x="7792" y="39775"/>
                  <a:pt x="6088" y="37605"/>
                </a:cubicBezTo>
                <a:cubicBezTo>
                  <a:pt x="1821" y="32260"/>
                  <a:pt x="0" y="26740"/>
                  <a:pt x="670" y="21104"/>
                </a:cubicBezTo>
                <a:cubicBezTo>
                  <a:pt x="1296" y="15526"/>
                  <a:pt x="4267" y="10588"/>
                  <a:pt x="9612" y="6321"/>
                </a:cubicBezTo>
                <a:cubicBezTo>
                  <a:pt x="15132" y="1995"/>
                  <a:pt x="20696" y="0"/>
                  <a:pt x="26274" y="393"/>
                </a:cubicBezTo>
                <a:cubicBezTo>
                  <a:pt x="31911" y="801"/>
                  <a:pt x="36688" y="3525"/>
                  <a:pt x="40722" y="8593"/>
                </a:cubicBezTo>
                <a:cubicBezTo>
                  <a:pt x="44319" y="13137"/>
                  <a:pt x="45674" y="17871"/>
                  <a:pt x="44887" y="22808"/>
                </a:cubicBezTo>
                <a:cubicBezTo>
                  <a:pt x="44028" y="27760"/>
                  <a:pt x="41130" y="32260"/>
                  <a:pt x="36120" y="36178"/>
                </a:cubicBezTo>
                <a:close/>
                <a:moveTo>
                  <a:pt x="33338" y="29420"/>
                </a:moveTo>
                <a:cubicBezTo>
                  <a:pt x="36353" y="26973"/>
                  <a:pt x="38057" y="24177"/>
                  <a:pt x="38567" y="21104"/>
                </a:cubicBezTo>
                <a:cubicBezTo>
                  <a:pt x="39076" y="18031"/>
                  <a:pt x="38232" y="15074"/>
                  <a:pt x="36061" y="12351"/>
                </a:cubicBezTo>
                <a:cubicBezTo>
                  <a:pt x="33615" y="9278"/>
                  <a:pt x="30775" y="7515"/>
                  <a:pt x="27585" y="7049"/>
                </a:cubicBezTo>
                <a:cubicBezTo>
                  <a:pt x="24337" y="6539"/>
                  <a:pt x="21046" y="7457"/>
                  <a:pt x="17623" y="9671"/>
                </a:cubicBezTo>
                <a:lnTo>
                  <a:pt x="33338" y="29420"/>
                </a:lnTo>
                <a:close/>
                <a:moveTo>
                  <a:pt x="33338" y="294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82C37-297D-4EBA-B91B-42AD35BE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566" y="5646626"/>
            <a:ext cx="59102" cy="58316"/>
          </a:xfrm>
          <a:custGeom xmlns:a="http://schemas.openxmlformats.org/drawingml/2006/main">
            <a:pathLst>
              <a:path w="59102" h="58316">
                <a:moveTo>
                  <a:pt x="59102" y="30949"/>
                </a:moveTo>
                <a:lnTo>
                  <a:pt x="33047" y="31750"/>
                </a:lnTo>
                <a:lnTo>
                  <a:pt x="25881" y="58316"/>
                </a:lnTo>
                <a:lnTo>
                  <a:pt x="20711" y="51776"/>
                </a:lnTo>
                <a:lnTo>
                  <a:pt x="26172" y="31459"/>
                </a:lnTo>
                <a:lnTo>
                  <a:pt x="5170" y="32144"/>
                </a:lnTo>
                <a:lnTo>
                  <a:pt x="0" y="25662"/>
                </a:lnTo>
                <a:lnTo>
                  <a:pt x="27993" y="24759"/>
                </a:lnTo>
                <a:lnTo>
                  <a:pt x="34590" y="0"/>
                </a:lnTo>
                <a:lnTo>
                  <a:pt x="39761" y="6554"/>
                </a:lnTo>
                <a:lnTo>
                  <a:pt x="34823" y="24978"/>
                </a:lnTo>
                <a:lnTo>
                  <a:pt x="53932" y="24410"/>
                </a:lnTo>
                <a:lnTo>
                  <a:pt x="59102" y="30949"/>
                </a:lnTo>
                <a:close/>
                <a:moveTo>
                  <a:pt x="59102" y="309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C427B-0743-40D4-A1F0-5DFFE362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627" y="5678318"/>
            <a:ext cx="43649" cy="51325"/>
          </a:xfrm>
          <a:custGeom xmlns:a="http://schemas.openxmlformats.org/drawingml/2006/main">
            <a:pathLst>
              <a:path w="43649" h="51325">
                <a:moveTo>
                  <a:pt x="43649" y="5578"/>
                </a:moveTo>
                <a:lnTo>
                  <a:pt x="34081" y="13195"/>
                </a:lnTo>
                <a:lnTo>
                  <a:pt x="43125" y="24585"/>
                </a:lnTo>
                <a:lnTo>
                  <a:pt x="38814" y="27993"/>
                </a:lnTo>
                <a:lnTo>
                  <a:pt x="29813" y="16618"/>
                </a:lnTo>
                <a:lnTo>
                  <a:pt x="11491" y="31124"/>
                </a:lnTo>
                <a:cubicBezTo>
                  <a:pt x="8768" y="33280"/>
                  <a:pt x="7282" y="35042"/>
                  <a:pt x="7122" y="36411"/>
                </a:cubicBezTo>
                <a:cubicBezTo>
                  <a:pt x="6889" y="37838"/>
                  <a:pt x="7748" y="39659"/>
                  <a:pt x="9569" y="41989"/>
                </a:cubicBezTo>
                <a:lnTo>
                  <a:pt x="14055" y="47626"/>
                </a:lnTo>
                <a:lnTo>
                  <a:pt x="9452" y="51325"/>
                </a:lnTo>
                <a:lnTo>
                  <a:pt x="4952" y="45630"/>
                </a:lnTo>
                <a:cubicBezTo>
                  <a:pt x="1544" y="41363"/>
                  <a:pt x="0" y="37780"/>
                  <a:pt x="291" y="34882"/>
                </a:cubicBezTo>
                <a:cubicBezTo>
                  <a:pt x="626" y="31969"/>
                  <a:pt x="2855" y="28896"/>
                  <a:pt x="7064" y="25546"/>
                </a:cubicBezTo>
                <a:lnTo>
                  <a:pt x="25386" y="11040"/>
                </a:lnTo>
                <a:lnTo>
                  <a:pt x="22138" y="6947"/>
                </a:lnTo>
                <a:lnTo>
                  <a:pt x="26463" y="3525"/>
                </a:lnTo>
                <a:lnTo>
                  <a:pt x="29697" y="7632"/>
                </a:lnTo>
                <a:lnTo>
                  <a:pt x="39266" y="0"/>
                </a:lnTo>
                <a:lnTo>
                  <a:pt x="43649" y="5578"/>
                </a:lnTo>
                <a:close/>
                <a:moveTo>
                  <a:pt x="43649" y="55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5662C-7B78-449B-B2A1-FE974D38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051" y="5701534"/>
            <a:ext cx="49723" cy="41698"/>
          </a:xfrm>
          <a:custGeom xmlns:a="http://schemas.openxmlformats.org/drawingml/2006/main">
            <a:pathLst>
              <a:path w="49723" h="41698">
                <a:moveTo>
                  <a:pt x="44887" y="0"/>
                </a:moveTo>
                <a:lnTo>
                  <a:pt x="49723" y="6030"/>
                </a:lnTo>
                <a:lnTo>
                  <a:pt x="4835" y="41698"/>
                </a:lnTo>
                <a:lnTo>
                  <a:pt x="0" y="35610"/>
                </a:lnTo>
                <a:lnTo>
                  <a:pt x="44887" y="0"/>
                </a:lnTo>
                <a:close/>
                <a:moveTo>
                  <a:pt x="448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108EB-72FF-45FF-9DEE-57A6F386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06" y="5728157"/>
            <a:ext cx="51776" cy="54951"/>
          </a:xfrm>
          <a:custGeom xmlns:a="http://schemas.openxmlformats.org/drawingml/2006/main">
            <a:pathLst>
              <a:path w="51776" h="54951">
                <a:moveTo>
                  <a:pt x="42717" y="38800"/>
                </a:moveTo>
                <a:lnTo>
                  <a:pt x="22415" y="54951"/>
                </a:lnTo>
                <a:lnTo>
                  <a:pt x="17972" y="49388"/>
                </a:lnTo>
                <a:lnTo>
                  <a:pt x="38173" y="33396"/>
                </a:lnTo>
                <a:cubicBezTo>
                  <a:pt x="41363" y="30891"/>
                  <a:pt x="43242" y="28386"/>
                  <a:pt x="43810" y="25881"/>
                </a:cubicBezTo>
                <a:cubicBezTo>
                  <a:pt x="44436" y="23376"/>
                  <a:pt x="43751" y="20885"/>
                  <a:pt x="41756" y="18380"/>
                </a:cubicBezTo>
                <a:cubicBezTo>
                  <a:pt x="39368" y="15424"/>
                  <a:pt x="36586" y="13763"/>
                  <a:pt x="33280" y="13603"/>
                </a:cubicBezTo>
                <a:cubicBezTo>
                  <a:pt x="30032" y="13370"/>
                  <a:pt x="26740" y="14564"/>
                  <a:pt x="23434" y="17186"/>
                </a:cubicBezTo>
                <a:lnTo>
                  <a:pt x="4442" y="32260"/>
                </a:lnTo>
                <a:lnTo>
                  <a:pt x="0" y="26740"/>
                </a:lnTo>
                <a:lnTo>
                  <a:pt x="33673" y="0"/>
                </a:lnTo>
                <a:lnTo>
                  <a:pt x="38115" y="5520"/>
                </a:lnTo>
                <a:lnTo>
                  <a:pt x="32886" y="9671"/>
                </a:lnTo>
                <a:cubicBezTo>
                  <a:pt x="35959" y="9438"/>
                  <a:pt x="38683" y="9787"/>
                  <a:pt x="41130" y="10749"/>
                </a:cubicBezTo>
                <a:cubicBezTo>
                  <a:pt x="43518" y="11783"/>
                  <a:pt x="45688" y="13428"/>
                  <a:pt x="47553" y="15817"/>
                </a:cubicBezTo>
                <a:cubicBezTo>
                  <a:pt x="50626" y="19691"/>
                  <a:pt x="51776" y="23551"/>
                  <a:pt x="50917" y="27425"/>
                </a:cubicBezTo>
                <a:cubicBezTo>
                  <a:pt x="50116" y="31284"/>
                  <a:pt x="47393" y="35100"/>
                  <a:pt x="42717" y="38800"/>
                </a:cubicBezTo>
                <a:close/>
                <a:moveTo>
                  <a:pt x="42717" y="388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FD5FB-2004-4404-A646-F1DFBEE3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253" y="5767190"/>
            <a:ext cx="64579" cy="49883"/>
          </a:xfrm>
          <a:custGeom xmlns:a="http://schemas.openxmlformats.org/drawingml/2006/main">
            <a:pathLst>
              <a:path w="64579" h="49883">
                <a:moveTo>
                  <a:pt x="22298" y="28269"/>
                </a:moveTo>
                <a:lnTo>
                  <a:pt x="4442" y="42441"/>
                </a:lnTo>
                <a:lnTo>
                  <a:pt x="0" y="36921"/>
                </a:lnTo>
                <a:lnTo>
                  <a:pt x="46533" y="0"/>
                </a:lnTo>
                <a:lnTo>
                  <a:pt x="50917" y="5564"/>
                </a:lnTo>
                <a:lnTo>
                  <a:pt x="45849" y="9612"/>
                </a:lnTo>
                <a:cubicBezTo>
                  <a:pt x="48762" y="9205"/>
                  <a:pt x="51427" y="9496"/>
                  <a:pt x="53757" y="10457"/>
                </a:cubicBezTo>
                <a:cubicBezTo>
                  <a:pt x="56146" y="11491"/>
                  <a:pt x="58316" y="13254"/>
                  <a:pt x="60311" y="15700"/>
                </a:cubicBezTo>
                <a:cubicBezTo>
                  <a:pt x="63544" y="19793"/>
                  <a:pt x="64579" y="24395"/>
                  <a:pt x="63326" y="29522"/>
                </a:cubicBezTo>
                <a:cubicBezTo>
                  <a:pt x="62132" y="34649"/>
                  <a:pt x="58884" y="39309"/>
                  <a:pt x="53597" y="43518"/>
                </a:cubicBezTo>
                <a:cubicBezTo>
                  <a:pt x="48296" y="47728"/>
                  <a:pt x="43009" y="49839"/>
                  <a:pt x="37722" y="49883"/>
                </a:cubicBezTo>
                <a:cubicBezTo>
                  <a:pt x="32435" y="49883"/>
                  <a:pt x="28168" y="47844"/>
                  <a:pt x="24920" y="43751"/>
                </a:cubicBezTo>
                <a:cubicBezTo>
                  <a:pt x="22983" y="41305"/>
                  <a:pt x="21788" y="38800"/>
                  <a:pt x="21337" y="36236"/>
                </a:cubicBezTo>
                <a:cubicBezTo>
                  <a:pt x="20885" y="33673"/>
                  <a:pt x="21220" y="31051"/>
                  <a:pt x="22298" y="28269"/>
                </a:cubicBezTo>
                <a:close/>
                <a:moveTo>
                  <a:pt x="49038" y="37765"/>
                </a:moveTo>
                <a:cubicBezTo>
                  <a:pt x="53087" y="34590"/>
                  <a:pt x="55578" y="31168"/>
                  <a:pt x="56612" y="27643"/>
                </a:cubicBezTo>
                <a:cubicBezTo>
                  <a:pt x="57573" y="24177"/>
                  <a:pt x="56889" y="20929"/>
                  <a:pt x="54616" y="18031"/>
                </a:cubicBezTo>
                <a:cubicBezTo>
                  <a:pt x="52286" y="15074"/>
                  <a:pt x="49271" y="13705"/>
                  <a:pt x="45630" y="13880"/>
                </a:cubicBezTo>
                <a:cubicBezTo>
                  <a:pt x="41989" y="14040"/>
                  <a:pt x="38115" y="15700"/>
                  <a:pt x="34081" y="18934"/>
                </a:cubicBezTo>
                <a:cubicBezTo>
                  <a:pt x="29988" y="22182"/>
                  <a:pt x="27483" y="25546"/>
                  <a:pt x="26449" y="29071"/>
                </a:cubicBezTo>
                <a:cubicBezTo>
                  <a:pt x="25488" y="32595"/>
                  <a:pt x="26172" y="35785"/>
                  <a:pt x="28503" y="38741"/>
                </a:cubicBezTo>
                <a:cubicBezTo>
                  <a:pt x="30833" y="41640"/>
                  <a:pt x="33789" y="43067"/>
                  <a:pt x="37430" y="42892"/>
                </a:cubicBezTo>
                <a:cubicBezTo>
                  <a:pt x="41072" y="42717"/>
                  <a:pt x="44946" y="41013"/>
                  <a:pt x="49038" y="37765"/>
                </a:cubicBezTo>
                <a:close/>
                <a:moveTo>
                  <a:pt x="49038" y="377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44A29-2F87-4BEC-A08A-094A184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155" y="5805931"/>
            <a:ext cx="51776" cy="54951"/>
          </a:xfrm>
          <a:custGeom xmlns:a="http://schemas.openxmlformats.org/drawingml/2006/main">
            <a:pathLst>
              <a:path w="51776" h="54951">
                <a:moveTo>
                  <a:pt x="8986" y="16210"/>
                </a:moveTo>
                <a:lnTo>
                  <a:pt x="29362" y="0"/>
                </a:lnTo>
                <a:lnTo>
                  <a:pt x="33731" y="5520"/>
                </a:lnTo>
                <a:lnTo>
                  <a:pt x="13603" y="21555"/>
                </a:lnTo>
                <a:cubicBezTo>
                  <a:pt x="10414" y="24060"/>
                  <a:pt x="8476" y="26624"/>
                  <a:pt x="7850" y="29129"/>
                </a:cubicBezTo>
                <a:cubicBezTo>
                  <a:pt x="7282" y="31634"/>
                  <a:pt x="7967" y="34139"/>
                  <a:pt x="9904" y="36629"/>
                </a:cubicBezTo>
                <a:cubicBezTo>
                  <a:pt x="12292" y="39601"/>
                  <a:pt x="15132" y="41188"/>
                  <a:pt x="18380" y="41421"/>
                </a:cubicBezTo>
                <a:cubicBezTo>
                  <a:pt x="21672" y="41640"/>
                  <a:pt x="24978" y="40445"/>
                  <a:pt x="28269" y="37824"/>
                </a:cubicBezTo>
                <a:lnTo>
                  <a:pt x="47393" y="22691"/>
                </a:lnTo>
                <a:lnTo>
                  <a:pt x="51776" y="28211"/>
                </a:lnTo>
                <a:lnTo>
                  <a:pt x="18089" y="54951"/>
                </a:lnTo>
                <a:lnTo>
                  <a:pt x="13661" y="49432"/>
                </a:lnTo>
                <a:lnTo>
                  <a:pt x="18832" y="45281"/>
                </a:lnTo>
                <a:cubicBezTo>
                  <a:pt x="15759" y="45572"/>
                  <a:pt x="12977" y="45222"/>
                  <a:pt x="10588" y="44261"/>
                </a:cubicBezTo>
                <a:cubicBezTo>
                  <a:pt x="8200" y="43285"/>
                  <a:pt x="6030" y="41581"/>
                  <a:pt x="4209" y="39251"/>
                </a:cubicBezTo>
                <a:cubicBezTo>
                  <a:pt x="1136" y="35377"/>
                  <a:pt x="0" y="31517"/>
                  <a:pt x="801" y="27585"/>
                </a:cubicBezTo>
                <a:cubicBezTo>
                  <a:pt x="1588" y="23667"/>
                  <a:pt x="4326" y="19851"/>
                  <a:pt x="8986" y="16210"/>
                </a:cubicBezTo>
                <a:close/>
                <a:moveTo>
                  <a:pt x="8986" y="162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0E7A0-64D2-4774-B73A-2C7118C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221" y="5837842"/>
            <a:ext cx="43635" cy="51325"/>
          </a:xfrm>
          <a:custGeom xmlns:a="http://schemas.openxmlformats.org/drawingml/2006/main">
            <a:pathLst>
              <a:path w="43635" h="51325">
                <a:moveTo>
                  <a:pt x="43635" y="5578"/>
                </a:moveTo>
                <a:lnTo>
                  <a:pt x="34081" y="13195"/>
                </a:lnTo>
                <a:lnTo>
                  <a:pt x="43125" y="24585"/>
                </a:lnTo>
                <a:lnTo>
                  <a:pt x="38800" y="27993"/>
                </a:lnTo>
                <a:lnTo>
                  <a:pt x="29813" y="16618"/>
                </a:lnTo>
                <a:lnTo>
                  <a:pt x="11491" y="31124"/>
                </a:lnTo>
                <a:cubicBezTo>
                  <a:pt x="8753" y="33280"/>
                  <a:pt x="7282" y="35042"/>
                  <a:pt x="7107" y="36411"/>
                </a:cubicBezTo>
                <a:cubicBezTo>
                  <a:pt x="6889" y="37838"/>
                  <a:pt x="7734" y="39659"/>
                  <a:pt x="9554" y="41989"/>
                </a:cubicBezTo>
                <a:lnTo>
                  <a:pt x="14055" y="47626"/>
                </a:lnTo>
                <a:lnTo>
                  <a:pt x="9438" y="51325"/>
                </a:lnTo>
                <a:lnTo>
                  <a:pt x="4952" y="45630"/>
                </a:lnTo>
                <a:cubicBezTo>
                  <a:pt x="1529" y="41363"/>
                  <a:pt x="0" y="37780"/>
                  <a:pt x="277" y="34882"/>
                </a:cubicBezTo>
                <a:cubicBezTo>
                  <a:pt x="626" y="31969"/>
                  <a:pt x="2840" y="28910"/>
                  <a:pt x="7049" y="25546"/>
                </a:cubicBezTo>
                <a:lnTo>
                  <a:pt x="25371" y="11040"/>
                </a:lnTo>
                <a:lnTo>
                  <a:pt x="22123" y="6947"/>
                </a:lnTo>
                <a:lnTo>
                  <a:pt x="26449" y="3525"/>
                </a:lnTo>
                <a:lnTo>
                  <a:pt x="29697" y="7632"/>
                </a:lnTo>
                <a:lnTo>
                  <a:pt x="39251" y="0"/>
                </a:lnTo>
                <a:lnTo>
                  <a:pt x="43635" y="5578"/>
                </a:lnTo>
                <a:close/>
                <a:moveTo>
                  <a:pt x="43635" y="55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5FEBC-23CA-4E78-B0DD-C5CC4A22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30" y="5861058"/>
            <a:ext cx="67419" cy="64579"/>
          </a:xfrm>
          <a:custGeom xmlns:a="http://schemas.openxmlformats.org/drawingml/2006/main">
            <a:pathLst>
              <a:path w="67419" h="64579">
                <a:moveTo>
                  <a:pt x="44887" y="0"/>
                </a:moveTo>
                <a:lnTo>
                  <a:pt x="67419" y="28386"/>
                </a:lnTo>
                <a:lnTo>
                  <a:pt x="62306" y="32435"/>
                </a:lnTo>
                <a:lnTo>
                  <a:pt x="44611" y="10122"/>
                </a:lnTo>
                <a:lnTo>
                  <a:pt x="31299" y="20652"/>
                </a:lnTo>
                <a:lnTo>
                  <a:pt x="48310" y="42047"/>
                </a:lnTo>
                <a:lnTo>
                  <a:pt x="43183" y="46140"/>
                </a:lnTo>
                <a:lnTo>
                  <a:pt x="26230" y="24745"/>
                </a:lnTo>
                <a:lnTo>
                  <a:pt x="9904" y="37664"/>
                </a:lnTo>
                <a:lnTo>
                  <a:pt x="28051" y="60471"/>
                </a:lnTo>
                <a:lnTo>
                  <a:pt x="22939" y="64579"/>
                </a:lnTo>
                <a:lnTo>
                  <a:pt x="0" y="35610"/>
                </a:lnTo>
                <a:lnTo>
                  <a:pt x="44887" y="0"/>
                </a:lnTo>
                <a:close/>
                <a:moveTo>
                  <a:pt x="448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D3335-AC50-4D9E-A897-F5FD7FB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128" y="5908392"/>
            <a:ext cx="68555" cy="75953"/>
          </a:xfrm>
          <a:custGeom xmlns:a="http://schemas.openxmlformats.org/drawingml/2006/main">
            <a:pathLst>
              <a:path w="68555" h="75953">
                <a:moveTo>
                  <a:pt x="48252" y="31576"/>
                </a:moveTo>
                <a:cubicBezTo>
                  <a:pt x="51835" y="31008"/>
                  <a:pt x="54966" y="31226"/>
                  <a:pt x="57690" y="32202"/>
                </a:cubicBezTo>
                <a:cubicBezTo>
                  <a:pt x="60369" y="33163"/>
                  <a:pt x="62758" y="34984"/>
                  <a:pt x="64855" y="37605"/>
                </a:cubicBezTo>
                <a:cubicBezTo>
                  <a:pt x="67652" y="41072"/>
                  <a:pt x="68555" y="44771"/>
                  <a:pt x="67593" y="48645"/>
                </a:cubicBezTo>
                <a:cubicBezTo>
                  <a:pt x="66676" y="52505"/>
                  <a:pt x="63952" y="56204"/>
                  <a:pt x="59394" y="59787"/>
                </a:cubicBezTo>
                <a:lnTo>
                  <a:pt x="39091" y="75953"/>
                </a:lnTo>
                <a:lnTo>
                  <a:pt x="34649" y="70375"/>
                </a:lnTo>
                <a:lnTo>
                  <a:pt x="54791" y="54383"/>
                </a:lnTo>
                <a:cubicBezTo>
                  <a:pt x="58039" y="51835"/>
                  <a:pt x="59962" y="49388"/>
                  <a:pt x="60588" y="46999"/>
                </a:cubicBezTo>
                <a:cubicBezTo>
                  <a:pt x="61272" y="44596"/>
                  <a:pt x="60646" y="42208"/>
                  <a:pt x="58826" y="39877"/>
                </a:cubicBezTo>
                <a:cubicBezTo>
                  <a:pt x="56554" y="37037"/>
                  <a:pt x="53772" y="35493"/>
                  <a:pt x="50582" y="35333"/>
                </a:cubicBezTo>
                <a:cubicBezTo>
                  <a:pt x="47334" y="35217"/>
                  <a:pt x="44101" y="36411"/>
                  <a:pt x="40795" y="39033"/>
                </a:cubicBezTo>
                <a:lnTo>
                  <a:pt x="21730" y="54165"/>
                </a:lnTo>
                <a:lnTo>
                  <a:pt x="17361" y="48587"/>
                </a:lnTo>
                <a:lnTo>
                  <a:pt x="37489" y="32595"/>
                </a:lnTo>
                <a:cubicBezTo>
                  <a:pt x="40737" y="29988"/>
                  <a:pt x="42674" y="27541"/>
                  <a:pt x="43358" y="25153"/>
                </a:cubicBezTo>
                <a:cubicBezTo>
                  <a:pt x="43984" y="22750"/>
                  <a:pt x="43358" y="20419"/>
                  <a:pt x="41479" y="18031"/>
                </a:cubicBezTo>
                <a:cubicBezTo>
                  <a:pt x="39207" y="15191"/>
                  <a:pt x="36469" y="13705"/>
                  <a:pt x="33221" y="13545"/>
                </a:cubicBezTo>
                <a:cubicBezTo>
                  <a:pt x="29988" y="13370"/>
                  <a:pt x="26740" y="14623"/>
                  <a:pt x="23492" y="17244"/>
                </a:cubicBezTo>
                <a:lnTo>
                  <a:pt x="4442" y="32318"/>
                </a:lnTo>
                <a:lnTo>
                  <a:pt x="0" y="26740"/>
                </a:lnTo>
                <a:lnTo>
                  <a:pt x="33746" y="0"/>
                </a:lnTo>
                <a:lnTo>
                  <a:pt x="38115" y="5578"/>
                </a:lnTo>
                <a:lnTo>
                  <a:pt x="32886" y="9729"/>
                </a:lnTo>
                <a:cubicBezTo>
                  <a:pt x="35959" y="9379"/>
                  <a:pt x="38683" y="9671"/>
                  <a:pt x="41086" y="10632"/>
                </a:cubicBezTo>
                <a:cubicBezTo>
                  <a:pt x="43475" y="11666"/>
                  <a:pt x="45630" y="13370"/>
                  <a:pt x="47567" y="15759"/>
                </a:cubicBezTo>
                <a:cubicBezTo>
                  <a:pt x="49504" y="18205"/>
                  <a:pt x="50524" y="20827"/>
                  <a:pt x="50640" y="23492"/>
                </a:cubicBezTo>
                <a:cubicBezTo>
                  <a:pt x="50757" y="26230"/>
                  <a:pt x="49956" y="28896"/>
                  <a:pt x="48252" y="31576"/>
                </a:cubicBezTo>
                <a:close/>
                <a:moveTo>
                  <a:pt x="48252" y="315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0DD88-CE25-4A2C-86B8-E86EBAB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137" y="5973189"/>
            <a:ext cx="45907" cy="43810"/>
          </a:xfrm>
          <a:custGeom xmlns:a="http://schemas.openxmlformats.org/drawingml/2006/main">
            <a:pathLst>
              <a:path w="45907" h="43810">
                <a:moveTo>
                  <a:pt x="36003" y="11608"/>
                </a:moveTo>
                <a:cubicBezTo>
                  <a:pt x="33615" y="8593"/>
                  <a:pt x="30600" y="7166"/>
                  <a:pt x="26900" y="7282"/>
                </a:cubicBezTo>
                <a:cubicBezTo>
                  <a:pt x="23259" y="7399"/>
                  <a:pt x="19400" y="9044"/>
                  <a:pt x="15351" y="12292"/>
                </a:cubicBezTo>
                <a:cubicBezTo>
                  <a:pt x="11317" y="15482"/>
                  <a:pt x="8811" y="18832"/>
                  <a:pt x="7850" y="22415"/>
                </a:cubicBezTo>
                <a:cubicBezTo>
                  <a:pt x="6933" y="25939"/>
                  <a:pt x="7617" y="29245"/>
                  <a:pt x="10006" y="32202"/>
                </a:cubicBezTo>
                <a:cubicBezTo>
                  <a:pt x="12336" y="35158"/>
                  <a:pt x="15351" y="36586"/>
                  <a:pt x="19050" y="36469"/>
                </a:cubicBezTo>
                <a:cubicBezTo>
                  <a:pt x="22750" y="36353"/>
                  <a:pt x="26565" y="34707"/>
                  <a:pt x="30600" y="31517"/>
                </a:cubicBezTo>
                <a:cubicBezTo>
                  <a:pt x="34576" y="28328"/>
                  <a:pt x="37081" y="24978"/>
                  <a:pt x="38057" y="21395"/>
                </a:cubicBezTo>
                <a:cubicBezTo>
                  <a:pt x="39018" y="17812"/>
                  <a:pt x="38333" y="14506"/>
                  <a:pt x="36003" y="11608"/>
                </a:cubicBezTo>
                <a:close/>
                <a:moveTo>
                  <a:pt x="40664" y="7850"/>
                </a:moveTo>
                <a:cubicBezTo>
                  <a:pt x="44480" y="12686"/>
                  <a:pt x="45907" y="17696"/>
                  <a:pt x="44989" y="22924"/>
                </a:cubicBezTo>
                <a:cubicBezTo>
                  <a:pt x="44028" y="28168"/>
                  <a:pt x="40780" y="33003"/>
                  <a:pt x="35260" y="37387"/>
                </a:cubicBezTo>
                <a:cubicBezTo>
                  <a:pt x="29740" y="41756"/>
                  <a:pt x="24337" y="43810"/>
                  <a:pt x="18992" y="43518"/>
                </a:cubicBezTo>
                <a:cubicBezTo>
                  <a:pt x="13705" y="43300"/>
                  <a:pt x="9088" y="40737"/>
                  <a:pt x="5287" y="35959"/>
                </a:cubicBezTo>
                <a:cubicBezTo>
                  <a:pt x="1471" y="31124"/>
                  <a:pt x="0" y="26056"/>
                  <a:pt x="961" y="20827"/>
                </a:cubicBezTo>
                <a:cubicBezTo>
                  <a:pt x="1981" y="15584"/>
                  <a:pt x="5229" y="10807"/>
                  <a:pt x="10690" y="6437"/>
                </a:cubicBezTo>
                <a:cubicBezTo>
                  <a:pt x="16268" y="2054"/>
                  <a:pt x="21672" y="0"/>
                  <a:pt x="26959" y="233"/>
                </a:cubicBezTo>
                <a:cubicBezTo>
                  <a:pt x="32246" y="510"/>
                  <a:pt x="36862" y="3015"/>
                  <a:pt x="40664" y="7850"/>
                </a:cubicBezTo>
                <a:close/>
                <a:moveTo>
                  <a:pt x="40664" y="78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9066F-388E-4EB8-A028-63CE6BF3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522" y="5995953"/>
            <a:ext cx="69530" cy="48179"/>
          </a:xfrm>
          <a:custGeom xmlns:a="http://schemas.openxmlformats.org/drawingml/2006/main">
            <a:pathLst>
              <a:path w="69530" h="48179">
                <a:moveTo>
                  <a:pt x="52009" y="10414"/>
                </a:moveTo>
                <a:lnTo>
                  <a:pt x="56437" y="15919"/>
                </a:lnTo>
                <a:lnTo>
                  <a:pt x="22138" y="43125"/>
                </a:lnTo>
                <a:cubicBezTo>
                  <a:pt x="17812" y="46533"/>
                  <a:pt x="14055" y="48179"/>
                  <a:pt x="10865" y="48062"/>
                </a:cubicBezTo>
                <a:cubicBezTo>
                  <a:pt x="7632" y="47961"/>
                  <a:pt x="4617" y="46082"/>
                  <a:pt x="1704" y="42499"/>
                </a:cubicBezTo>
                <a:lnTo>
                  <a:pt x="0" y="40387"/>
                </a:lnTo>
                <a:lnTo>
                  <a:pt x="4733" y="36629"/>
                </a:lnTo>
                <a:lnTo>
                  <a:pt x="5928" y="38115"/>
                </a:lnTo>
                <a:cubicBezTo>
                  <a:pt x="7573" y="40212"/>
                  <a:pt x="9161" y="41305"/>
                  <a:pt x="10763" y="41246"/>
                </a:cubicBezTo>
                <a:cubicBezTo>
                  <a:pt x="12351" y="41246"/>
                  <a:pt x="14681" y="40052"/>
                  <a:pt x="17754" y="37605"/>
                </a:cubicBezTo>
                <a:lnTo>
                  <a:pt x="52009" y="10414"/>
                </a:lnTo>
                <a:close/>
                <a:moveTo>
                  <a:pt x="65147" y="0"/>
                </a:moveTo>
                <a:lnTo>
                  <a:pt x="69530" y="5520"/>
                </a:lnTo>
                <a:lnTo>
                  <a:pt x="62525" y="11084"/>
                </a:lnTo>
                <a:lnTo>
                  <a:pt x="58156" y="5520"/>
                </a:lnTo>
                <a:lnTo>
                  <a:pt x="65147" y="0"/>
                </a:lnTo>
                <a:close/>
                <a:moveTo>
                  <a:pt x="651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6998F-92CF-4045-BAF0-C55738C7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447" y="6013022"/>
            <a:ext cx="51194" cy="42717"/>
          </a:xfrm>
          <a:custGeom xmlns:a="http://schemas.openxmlformats.org/drawingml/2006/main">
            <a:pathLst>
              <a:path w="51194" h="42717">
                <a:moveTo>
                  <a:pt x="33673" y="10399"/>
                </a:moveTo>
                <a:lnTo>
                  <a:pt x="38057" y="15977"/>
                </a:lnTo>
                <a:lnTo>
                  <a:pt x="4384" y="42717"/>
                </a:lnTo>
                <a:lnTo>
                  <a:pt x="0" y="37139"/>
                </a:lnTo>
                <a:lnTo>
                  <a:pt x="33673" y="10399"/>
                </a:lnTo>
                <a:close/>
                <a:moveTo>
                  <a:pt x="46825" y="0"/>
                </a:moveTo>
                <a:lnTo>
                  <a:pt x="51194" y="5564"/>
                </a:lnTo>
                <a:lnTo>
                  <a:pt x="44203" y="11142"/>
                </a:lnTo>
                <a:lnTo>
                  <a:pt x="39761" y="5564"/>
                </a:lnTo>
                <a:lnTo>
                  <a:pt x="46825" y="0"/>
                </a:lnTo>
                <a:close/>
                <a:moveTo>
                  <a:pt x="4682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FE0AA-D28B-4B5E-B6EC-AEA715EA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954" y="5112419"/>
            <a:ext cx="67652" cy="63777"/>
          </a:xfrm>
          <a:custGeom xmlns:a="http://schemas.openxmlformats.org/drawingml/2006/main">
            <a:pathLst>
              <a:path w="67652" h="63777">
                <a:moveTo>
                  <a:pt x="46096" y="0"/>
                </a:moveTo>
                <a:lnTo>
                  <a:pt x="67652" y="29129"/>
                </a:lnTo>
                <a:lnTo>
                  <a:pt x="62423" y="33047"/>
                </a:lnTo>
                <a:lnTo>
                  <a:pt x="45470" y="10122"/>
                </a:lnTo>
                <a:lnTo>
                  <a:pt x="31809" y="20186"/>
                </a:lnTo>
                <a:lnTo>
                  <a:pt x="48019" y="42149"/>
                </a:lnTo>
                <a:lnTo>
                  <a:pt x="42790" y="46023"/>
                </a:lnTo>
                <a:lnTo>
                  <a:pt x="26580" y="24119"/>
                </a:lnTo>
                <a:lnTo>
                  <a:pt x="9846" y="36455"/>
                </a:lnTo>
                <a:lnTo>
                  <a:pt x="27206" y="59903"/>
                </a:lnTo>
                <a:lnTo>
                  <a:pt x="21963" y="63777"/>
                </a:lnTo>
                <a:lnTo>
                  <a:pt x="0" y="34066"/>
                </a:lnTo>
                <a:lnTo>
                  <a:pt x="46096" y="0"/>
                </a:lnTo>
                <a:close/>
                <a:moveTo>
                  <a:pt x="460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A2E18-954E-44F7-868B-63A6BA5B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490" y="5152354"/>
            <a:ext cx="71904" cy="69006"/>
          </a:xfrm>
          <a:custGeom xmlns:a="http://schemas.openxmlformats.org/drawingml/2006/main">
            <a:pathLst>
              <a:path w="71904" h="69006">
                <a:moveTo>
                  <a:pt x="46082" y="0"/>
                </a:moveTo>
                <a:lnTo>
                  <a:pt x="52344" y="8418"/>
                </a:lnTo>
                <a:lnTo>
                  <a:pt x="28896" y="57398"/>
                </a:lnTo>
                <a:lnTo>
                  <a:pt x="67419" y="28837"/>
                </a:lnTo>
                <a:lnTo>
                  <a:pt x="71904" y="34925"/>
                </a:lnTo>
                <a:lnTo>
                  <a:pt x="25823" y="69006"/>
                </a:lnTo>
                <a:lnTo>
                  <a:pt x="19575" y="60588"/>
                </a:lnTo>
                <a:lnTo>
                  <a:pt x="43067" y="11666"/>
                </a:lnTo>
                <a:lnTo>
                  <a:pt x="4486" y="40169"/>
                </a:lnTo>
                <a:lnTo>
                  <a:pt x="0" y="34139"/>
                </a:lnTo>
                <a:lnTo>
                  <a:pt x="46082" y="0"/>
                </a:lnTo>
                <a:close/>
                <a:moveTo>
                  <a:pt x="460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F0A36-ACFB-4A56-8175-CA937435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474" y="5199688"/>
            <a:ext cx="62073" cy="44538"/>
          </a:xfrm>
          <a:custGeom xmlns:a="http://schemas.openxmlformats.org/drawingml/2006/main">
            <a:pathLst>
              <a:path w="62073" h="44538">
                <a:moveTo>
                  <a:pt x="45572" y="10006"/>
                </a:moveTo>
                <a:lnTo>
                  <a:pt x="28284" y="22808"/>
                </a:lnTo>
                <a:lnTo>
                  <a:pt x="34081" y="30658"/>
                </a:lnTo>
                <a:cubicBezTo>
                  <a:pt x="36236" y="33556"/>
                  <a:pt x="38639" y="35275"/>
                  <a:pt x="41305" y="35726"/>
                </a:cubicBezTo>
                <a:cubicBezTo>
                  <a:pt x="43984" y="36178"/>
                  <a:pt x="46708" y="35435"/>
                  <a:pt x="49504" y="33338"/>
                </a:cubicBezTo>
                <a:cubicBezTo>
                  <a:pt x="52228" y="31343"/>
                  <a:pt x="53772" y="28954"/>
                  <a:pt x="54107" y="26230"/>
                </a:cubicBezTo>
                <a:cubicBezTo>
                  <a:pt x="54442" y="23551"/>
                  <a:pt x="53539" y="20769"/>
                  <a:pt x="51383" y="17856"/>
                </a:cubicBezTo>
                <a:lnTo>
                  <a:pt x="45572" y="10006"/>
                </a:lnTo>
                <a:close/>
                <a:moveTo>
                  <a:pt x="46082" y="0"/>
                </a:moveTo>
                <a:lnTo>
                  <a:pt x="56495" y="14055"/>
                </a:lnTo>
                <a:cubicBezTo>
                  <a:pt x="60369" y="19225"/>
                  <a:pt x="62073" y="24002"/>
                  <a:pt x="61680" y="28386"/>
                </a:cubicBezTo>
                <a:cubicBezTo>
                  <a:pt x="61272" y="32770"/>
                  <a:pt x="58826" y="36571"/>
                  <a:pt x="54340" y="39936"/>
                </a:cubicBezTo>
                <a:cubicBezTo>
                  <a:pt x="49781" y="43285"/>
                  <a:pt x="45397" y="44538"/>
                  <a:pt x="41072" y="43577"/>
                </a:cubicBezTo>
                <a:cubicBezTo>
                  <a:pt x="36819" y="42659"/>
                  <a:pt x="32770" y="39644"/>
                  <a:pt x="28954" y="34474"/>
                </a:cubicBezTo>
                <a:lnTo>
                  <a:pt x="23157" y="26624"/>
                </a:lnTo>
                <a:lnTo>
                  <a:pt x="4617" y="40329"/>
                </a:lnTo>
                <a:lnTo>
                  <a:pt x="0" y="34081"/>
                </a:lnTo>
                <a:lnTo>
                  <a:pt x="46082" y="0"/>
                </a:lnTo>
                <a:close/>
                <a:moveTo>
                  <a:pt x="460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114CA-6C17-4463-A857-0B584CD4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1656" y="5248392"/>
            <a:ext cx="45907" cy="47902"/>
          </a:xfrm>
          <a:custGeom xmlns:a="http://schemas.openxmlformats.org/drawingml/2006/main">
            <a:pathLst>
              <a:path w="45907" h="47902">
                <a:moveTo>
                  <a:pt x="35726" y="36688"/>
                </a:moveTo>
                <a:lnTo>
                  <a:pt x="32945" y="38741"/>
                </a:lnTo>
                <a:lnTo>
                  <a:pt x="13647" y="12627"/>
                </a:lnTo>
                <a:cubicBezTo>
                  <a:pt x="9889" y="15802"/>
                  <a:pt x="7792" y="19167"/>
                  <a:pt x="7340" y="22808"/>
                </a:cubicBezTo>
                <a:cubicBezTo>
                  <a:pt x="6831" y="26391"/>
                  <a:pt x="7967" y="30090"/>
                  <a:pt x="10749" y="33906"/>
                </a:cubicBezTo>
                <a:cubicBezTo>
                  <a:pt x="12336" y="36061"/>
                  <a:pt x="14215" y="37998"/>
                  <a:pt x="16268" y="39644"/>
                </a:cubicBezTo>
                <a:cubicBezTo>
                  <a:pt x="18322" y="41290"/>
                  <a:pt x="20594" y="42717"/>
                  <a:pt x="23157" y="43970"/>
                </a:cubicBezTo>
                <a:lnTo>
                  <a:pt x="17798" y="47902"/>
                </a:lnTo>
                <a:cubicBezTo>
                  <a:pt x="15409" y="46533"/>
                  <a:pt x="13195" y="44931"/>
                  <a:pt x="11200" y="43111"/>
                </a:cubicBezTo>
                <a:cubicBezTo>
                  <a:pt x="9161" y="41290"/>
                  <a:pt x="7340" y="39309"/>
                  <a:pt x="5680" y="37081"/>
                </a:cubicBezTo>
                <a:cubicBezTo>
                  <a:pt x="1588" y="31561"/>
                  <a:pt x="0" y="26056"/>
                  <a:pt x="801" y="20419"/>
                </a:cubicBezTo>
                <a:cubicBezTo>
                  <a:pt x="1646" y="14841"/>
                  <a:pt x="4777" y="10006"/>
                  <a:pt x="10297" y="5971"/>
                </a:cubicBezTo>
                <a:cubicBezTo>
                  <a:pt x="15933" y="1762"/>
                  <a:pt x="21555" y="0"/>
                  <a:pt x="27133" y="568"/>
                </a:cubicBezTo>
                <a:cubicBezTo>
                  <a:pt x="32712" y="1194"/>
                  <a:pt x="37430" y="4093"/>
                  <a:pt x="41246" y="9263"/>
                </a:cubicBezTo>
                <a:cubicBezTo>
                  <a:pt x="44713" y="13938"/>
                  <a:pt x="45907" y="18715"/>
                  <a:pt x="44946" y="23609"/>
                </a:cubicBezTo>
                <a:cubicBezTo>
                  <a:pt x="43912" y="28546"/>
                  <a:pt x="40897" y="32872"/>
                  <a:pt x="35726" y="36688"/>
                </a:cubicBezTo>
                <a:close/>
                <a:moveTo>
                  <a:pt x="33221" y="29799"/>
                </a:moveTo>
                <a:cubicBezTo>
                  <a:pt x="36294" y="27468"/>
                  <a:pt x="38115" y="24745"/>
                  <a:pt x="38683" y="21672"/>
                </a:cubicBezTo>
                <a:cubicBezTo>
                  <a:pt x="39309" y="18599"/>
                  <a:pt x="38567" y="15700"/>
                  <a:pt x="36527" y="12904"/>
                </a:cubicBezTo>
                <a:cubicBezTo>
                  <a:pt x="34139" y="9714"/>
                  <a:pt x="31401" y="7850"/>
                  <a:pt x="28153" y="7282"/>
                </a:cubicBezTo>
                <a:cubicBezTo>
                  <a:pt x="24978" y="6700"/>
                  <a:pt x="21672" y="7442"/>
                  <a:pt x="18205" y="9554"/>
                </a:cubicBezTo>
                <a:lnTo>
                  <a:pt x="33221" y="29799"/>
                </a:lnTo>
                <a:close/>
                <a:moveTo>
                  <a:pt x="33221" y="297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BB58C-363D-4BE5-B553-9E9F1DA6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440" y="5282458"/>
            <a:ext cx="50058" cy="31299"/>
          </a:xfrm>
          <a:custGeom xmlns:a="http://schemas.openxmlformats.org/drawingml/2006/main">
            <a:pathLst>
              <a:path w="50058" h="31299">
                <a:moveTo>
                  <a:pt x="44203" y="24191"/>
                </a:moveTo>
                <a:cubicBezTo>
                  <a:pt x="44145" y="23274"/>
                  <a:pt x="43853" y="22371"/>
                  <a:pt x="43518" y="21512"/>
                </a:cubicBezTo>
                <a:cubicBezTo>
                  <a:pt x="43125" y="20594"/>
                  <a:pt x="42601" y="19749"/>
                  <a:pt x="41931" y="18832"/>
                </a:cubicBezTo>
                <a:cubicBezTo>
                  <a:pt x="39528" y="15598"/>
                  <a:pt x="36688" y="13938"/>
                  <a:pt x="33338" y="13720"/>
                </a:cubicBezTo>
                <a:cubicBezTo>
                  <a:pt x="29974" y="13545"/>
                  <a:pt x="26332" y="14914"/>
                  <a:pt x="22415" y="17812"/>
                </a:cubicBezTo>
                <a:lnTo>
                  <a:pt x="4209" y="31299"/>
                </a:lnTo>
                <a:lnTo>
                  <a:pt x="0" y="25604"/>
                </a:lnTo>
                <a:lnTo>
                  <a:pt x="34532" y="0"/>
                </a:lnTo>
                <a:lnTo>
                  <a:pt x="38800" y="5695"/>
                </a:lnTo>
                <a:lnTo>
                  <a:pt x="33396" y="9671"/>
                </a:lnTo>
                <a:cubicBezTo>
                  <a:pt x="36411" y="9336"/>
                  <a:pt x="39076" y="9729"/>
                  <a:pt x="41523" y="10923"/>
                </a:cubicBezTo>
                <a:cubicBezTo>
                  <a:pt x="43970" y="12059"/>
                  <a:pt x="46198" y="13996"/>
                  <a:pt x="48237" y="16734"/>
                </a:cubicBezTo>
                <a:cubicBezTo>
                  <a:pt x="48529" y="17128"/>
                  <a:pt x="48805" y="17579"/>
                  <a:pt x="49097" y="18104"/>
                </a:cubicBezTo>
                <a:cubicBezTo>
                  <a:pt x="49373" y="18613"/>
                  <a:pt x="49723" y="19181"/>
                  <a:pt x="50058" y="19866"/>
                </a:cubicBezTo>
                <a:lnTo>
                  <a:pt x="44203" y="24191"/>
                </a:lnTo>
                <a:close/>
                <a:moveTo>
                  <a:pt x="44203" y="241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15443-BA7E-4565-85E0-972093DF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782" y="5298741"/>
            <a:ext cx="52286" cy="41188"/>
          </a:xfrm>
          <a:custGeom xmlns:a="http://schemas.openxmlformats.org/drawingml/2006/main">
            <a:pathLst>
              <a:path w="52286" h="41188">
                <a:moveTo>
                  <a:pt x="34590" y="9947"/>
                </a:moveTo>
                <a:lnTo>
                  <a:pt x="38800" y="15642"/>
                </a:lnTo>
                <a:lnTo>
                  <a:pt x="4209" y="41188"/>
                </a:lnTo>
                <a:lnTo>
                  <a:pt x="0" y="35493"/>
                </a:lnTo>
                <a:lnTo>
                  <a:pt x="34590" y="9947"/>
                </a:lnTo>
                <a:close/>
                <a:moveTo>
                  <a:pt x="48077" y="0"/>
                </a:moveTo>
                <a:lnTo>
                  <a:pt x="52286" y="5680"/>
                </a:lnTo>
                <a:lnTo>
                  <a:pt x="45062" y="10967"/>
                </a:lnTo>
                <a:lnTo>
                  <a:pt x="40839" y="5287"/>
                </a:lnTo>
                <a:lnTo>
                  <a:pt x="48077" y="0"/>
                </a:lnTo>
                <a:close/>
                <a:moveTo>
                  <a:pt x="480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4B048-E178-4BF6-BA44-F7AD7777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851" y="5330477"/>
            <a:ext cx="46198" cy="43926"/>
          </a:xfrm>
          <a:custGeom xmlns:a="http://schemas.openxmlformats.org/drawingml/2006/main">
            <a:pathLst>
              <a:path w="46198" h="43926">
                <a:moveTo>
                  <a:pt x="36469" y="12118"/>
                </a:moveTo>
                <a:cubicBezTo>
                  <a:pt x="34183" y="9044"/>
                  <a:pt x="31226" y="7573"/>
                  <a:pt x="27527" y="7515"/>
                </a:cubicBezTo>
                <a:cubicBezTo>
                  <a:pt x="23827" y="7515"/>
                  <a:pt x="19968" y="9044"/>
                  <a:pt x="15817" y="12118"/>
                </a:cubicBezTo>
                <a:cubicBezTo>
                  <a:pt x="11652" y="15132"/>
                  <a:pt x="9044" y="18439"/>
                  <a:pt x="7952" y="21963"/>
                </a:cubicBezTo>
                <a:cubicBezTo>
                  <a:pt x="6933" y="25488"/>
                  <a:pt x="7501" y="28794"/>
                  <a:pt x="9787" y="31867"/>
                </a:cubicBezTo>
                <a:cubicBezTo>
                  <a:pt x="12001" y="34882"/>
                  <a:pt x="14958" y="36411"/>
                  <a:pt x="18657" y="36411"/>
                </a:cubicBezTo>
                <a:cubicBezTo>
                  <a:pt x="22356" y="36411"/>
                  <a:pt x="26274" y="34882"/>
                  <a:pt x="30381" y="31809"/>
                </a:cubicBezTo>
                <a:cubicBezTo>
                  <a:pt x="34474" y="28794"/>
                  <a:pt x="37081" y="25488"/>
                  <a:pt x="38173" y="21963"/>
                </a:cubicBezTo>
                <a:cubicBezTo>
                  <a:pt x="39251" y="18439"/>
                  <a:pt x="38683" y="15132"/>
                  <a:pt x="36469" y="12118"/>
                </a:cubicBezTo>
                <a:close/>
                <a:moveTo>
                  <a:pt x="41246" y="8535"/>
                </a:moveTo>
                <a:cubicBezTo>
                  <a:pt x="44946" y="13487"/>
                  <a:pt x="46198" y="18555"/>
                  <a:pt x="45048" y="23784"/>
                </a:cubicBezTo>
                <a:cubicBezTo>
                  <a:pt x="43912" y="28969"/>
                  <a:pt x="40562" y="33687"/>
                  <a:pt x="34867" y="37838"/>
                </a:cubicBezTo>
                <a:cubicBezTo>
                  <a:pt x="29187" y="42047"/>
                  <a:pt x="23725" y="43926"/>
                  <a:pt x="18366" y="43475"/>
                </a:cubicBezTo>
                <a:cubicBezTo>
                  <a:pt x="13079" y="43009"/>
                  <a:pt x="8578" y="40343"/>
                  <a:pt x="4937" y="35391"/>
                </a:cubicBezTo>
                <a:cubicBezTo>
                  <a:pt x="1296" y="30440"/>
                  <a:pt x="0" y="25371"/>
                  <a:pt x="1136" y="20201"/>
                </a:cubicBezTo>
                <a:cubicBezTo>
                  <a:pt x="2330" y="14972"/>
                  <a:pt x="5738" y="10297"/>
                  <a:pt x="11375" y="6088"/>
                </a:cubicBezTo>
                <a:cubicBezTo>
                  <a:pt x="17069" y="1937"/>
                  <a:pt x="22517" y="0"/>
                  <a:pt x="27818" y="451"/>
                </a:cubicBezTo>
                <a:cubicBezTo>
                  <a:pt x="33105" y="918"/>
                  <a:pt x="37605" y="3583"/>
                  <a:pt x="41246" y="8535"/>
                </a:cubicBezTo>
                <a:close/>
                <a:moveTo>
                  <a:pt x="41246" y="85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924A7-CA60-4570-B7A2-BBBD622B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179" y="5369335"/>
            <a:ext cx="65307" cy="49606"/>
          </a:xfrm>
          <a:custGeom xmlns:a="http://schemas.openxmlformats.org/drawingml/2006/main">
            <a:pathLst>
              <a:path w="65307" h="49606">
                <a:moveTo>
                  <a:pt x="42382" y="22254"/>
                </a:moveTo>
                <a:lnTo>
                  <a:pt x="61098" y="8418"/>
                </a:lnTo>
                <a:lnTo>
                  <a:pt x="65307" y="14055"/>
                </a:lnTo>
                <a:lnTo>
                  <a:pt x="17244" y="49606"/>
                </a:lnTo>
                <a:lnTo>
                  <a:pt x="13021" y="43926"/>
                </a:lnTo>
                <a:lnTo>
                  <a:pt x="18264" y="40110"/>
                </a:lnTo>
                <a:cubicBezTo>
                  <a:pt x="15307" y="40402"/>
                  <a:pt x="12686" y="40052"/>
                  <a:pt x="10297" y="38974"/>
                </a:cubicBezTo>
                <a:cubicBezTo>
                  <a:pt x="7967" y="37897"/>
                  <a:pt x="5855" y="36076"/>
                  <a:pt x="3976" y="33513"/>
                </a:cubicBezTo>
                <a:cubicBezTo>
                  <a:pt x="859" y="29362"/>
                  <a:pt x="0" y="24701"/>
                  <a:pt x="1427" y="19633"/>
                </a:cubicBezTo>
                <a:cubicBezTo>
                  <a:pt x="2782" y="14506"/>
                  <a:pt x="6204" y="9962"/>
                  <a:pt x="11666" y="5913"/>
                </a:cubicBezTo>
                <a:cubicBezTo>
                  <a:pt x="17069" y="1937"/>
                  <a:pt x="22473" y="0"/>
                  <a:pt x="27701" y="175"/>
                </a:cubicBezTo>
                <a:cubicBezTo>
                  <a:pt x="33003" y="291"/>
                  <a:pt x="37212" y="2505"/>
                  <a:pt x="40285" y="6656"/>
                </a:cubicBezTo>
                <a:cubicBezTo>
                  <a:pt x="42149" y="9219"/>
                  <a:pt x="43300" y="11783"/>
                  <a:pt x="43635" y="14346"/>
                </a:cubicBezTo>
                <a:cubicBezTo>
                  <a:pt x="43970" y="16895"/>
                  <a:pt x="43577" y="19516"/>
                  <a:pt x="42382" y="22254"/>
                </a:cubicBezTo>
                <a:close/>
                <a:moveTo>
                  <a:pt x="15992" y="11841"/>
                </a:moveTo>
                <a:cubicBezTo>
                  <a:pt x="11826" y="14914"/>
                  <a:pt x="9161" y="18205"/>
                  <a:pt x="8083" y="21686"/>
                </a:cubicBezTo>
                <a:cubicBezTo>
                  <a:pt x="6991" y="25153"/>
                  <a:pt x="7515" y="28386"/>
                  <a:pt x="9729" y="31401"/>
                </a:cubicBezTo>
                <a:cubicBezTo>
                  <a:pt x="11943" y="34372"/>
                  <a:pt x="14899" y="35843"/>
                  <a:pt x="18540" y="35843"/>
                </a:cubicBezTo>
                <a:cubicBezTo>
                  <a:pt x="22240" y="35785"/>
                  <a:pt x="26114" y="34255"/>
                  <a:pt x="30323" y="31182"/>
                </a:cubicBezTo>
                <a:cubicBezTo>
                  <a:pt x="34474" y="28051"/>
                  <a:pt x="37154" y="24803"/>
                  <a:pt x="38232" y="21279"/>
                </a:cubicBezTo>
                <a:cubicBezTo>
                  <a:pt x="39309" y="17812"/>
                  <a:pt x="38741" y="14564"/>
                  <a:pt x="36527" y="11550"/>
                </a:cubicBezTo>
                <a:cubicBezTo>
                  <a:pt x="34299" y="8535"/>
                  <a:pt x="31401" y="7064"/>
                  <a:pt x="27760" y="7122"/>
                </a:cubicBezTo>
                <a:cubicBezTo>
                  <a:pt x="24060" y="7166"/>
                  <a:pt x="20201" y="8710"/>
                  <a:pt x="15992" y="11841"/>
                </a:cubicBezTo>
                <a:close/>
                <a:moveTo>
                  <a:pt x="15992" y="11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31DD5-47F4-474E-8286-569FA572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060" y="5395113"/>
            <a:ext cx="52286" cy="41246"/>
          </a:xfrm>
          <a:custGeom xmlns:a="http://schemas.openxmlformats.org/drawingml/2006/main">
            <a:pathLst>
              <a:path w="52286" h="41246">
                <a:moveTo>
                  <a:pt x="34590" y="9947"/>
                </a:moveTo>
                <a:lnTo>
                  <a:pt x="38800" y="15642"/>
                </a:lnTo>
                <a:lnTo>
                  <a:pt x="4209" y="41246"/>
                </a:lnTo>
                <a:lnTo>
                  <a:pt x="0" y="35552"/>
                </a:lnTo>
                <a:lnTo>
                  <a:pt x="34590" y="9947"/>
                </a:lnTo>
                <a:close/>
                <a:moveTo>
                  <a:pt x="48077" y="0"/>
                </a:moveTo>
                <a:lnTo>
                  <a:pt x="52286" y="5680"/>
                </a:lnTo>
                <a:lnTo>
                  <a:pt x="45062" y="11040"/>
                </a:lnTo>
                <a:lnTo>
                  <a:pt x="40853" y="5345"/>
                </a:lnTo>
                <a:lnTo>
                  <a:pt x="48077" y="0"/>
                </a:lnTo>
                <a:close/>
                <a:moveTo>
                  <a:pt x="480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7D7FA-06CD-4F53-ABBF-A031F28C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639" y="5427082"/>
            <a:ext cx="47116" cy="45062"/>
          </a:xfrm>
          <a:custGeom xmlns:a="http://schemas.openxmlformats.org/drawingml/2006/main">
            <a:pathLst>
              <a:path w="47116" h="45062">
                <a:moveTo>
                  <a:pt x="47116" y="21453"/>
                </a:moveTo>
                <a:lnTo>
                  <a:pt x="41814" y="25371"/>
                </a:lnTo>
                <a:cubicBezTo>
                  <a:pt x="41479" y="23099"/>
                  <a:pt x="40970" y="20987"/>
                  <a:pt x="40227" y="19065"/>
                </a:cubicBezTo>
                <a:cubicBezTo>
                  <a:pt x="39484" y="17128"/>
                  <a:pt x="38465" y="15307"/>
                  <a:pt x="37270" y="13661"/>
                </a:cubicBezTo>
                <a:cubicBezTo>
                  <a:pt x="34532" y="9962"/>
                  <a:pt x="31241" y="7967"/>
                  <a:pt x="27366" y="7675"/>
                </a:cubicBezTo>
                <a:cubicBezTo>
                  <a:pt x="23551" y="7340"/>
                  <a:pt x="19516" y="8768"/>
                  <a:pt x="15307" y="11885"/>
                </a:cubicBezTo>
                <a:cubicBezTo>
                  <a:pt x="11098" y="15016"/>
                  <a:pt x="8535" y="18439"/>
                  <a:pt x="7748" y="22240"/>
                </a:cubicBezTo>
                <a:cubicBezTo>
                  <a:pt x="6889" y="25997"/>
                  <a:pt x="7850" y="29697"/>
                  <a:pt x="10588" y="33396"/>
                </a:cubicBezTo>
                <a:cubicBezTo>
                  <a:pt x="11783" y="35042"/>
                  <a:pt x="13210" y="36527"/>
                  <a:pt x="14856" y="37780"/>
                </a:cubicBezTo>
                <a:cubicBezTo>
                  <a:pt x="16501" y="39091"/>
                  <a:pt x="18380" y="40227"/>
                  <a:pt x="20434" y="41130"/>
                </a:cubicBezTo>
                <a:lnTo>
                  <a:pt x="15191" y="45062"/>
                </a:lnTo>
                <a:cubicBezTo>
                  <a:pt x="13254" y="43984"/>
                  <a:pt x="11491" y="42790"/>
                  <a:pt x="9846" y="41363"/>
                </a:cubicBezTo>
                <a:cubicBezTo>
                  <a:pt x="8258" y="39936"/>
                  <a:pt x="6714" y="38290"/>
                  <a:pt x="5301" y="36353"/>
                </a:cubicBezTo>
                <a:cubicBezTo>
                  <a:pt x="1427" y="31124"/>
                  <a:pt x="0" y="25779"/>
                  <a:pt x="1034" y="20317"/>
                </a:cubicBezTo>
                <a:cubicBezTo>
                  <a:pt x="2054" y="14797"/>
                  <a:pt x="5301" y="10020"/>
                  <a:pt x="10865" y="5913"/>
                </a:cubicBezTo>
                <a:cubicBezTo>
                  <a:pt x="16501" y="1704"/>
                  <a:pt x="22080" y="0"/>
                  <a:pt x="27600" y="685"/>
                </a:cubicBezTo>
                <a:cubicBezTo>
                  <a:pt x="33119" y="1427"/>
                  <a:pt x="37897" y="4500"/>
                  <a:pt x="41873" y="9846"/>
                </a:cubicBezTo>
                <a:cubicBezTo>
                  <a:pt x="43183" y="11608"/>
                  <a:pt x="44261" y="13428"/>
                  <a:pt x="45120" y="15365"/>
                </a:cubicBezTo>
                <a:cubicBezTo>
                  <a:pt x="46023" y="17302"/>
                  <a:pt x="46650" y="19342"/>
                  <a:pt x="47116" y="21453"/>
                </a:cubicBezTo>
                <a:close/>
                <a:moveTo>
                  <a:pt x="47116" y="21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65C34-983F-436D-97CD-857C0907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976" y="5449162"/>
            <a:ext cx="67652" cy="63777"/>
          </a:xfrm>
          <a:custGeom xmlns:a="http://schemas.openxmlformats.org/drawingml/2006/main">
            <a:pathLst>
              <a:path w="67652" h="63777">
                <a:moveTo>
                  <a:pt x="46082" y="0"/>
                </a:moveTo>
                <a:lnTo>
                  <a:pt x="67652" y="29129"/>
                </a:lnTo>
                <a:lnTo>
                  <a:pt x="62408" y="32988"/>
                </a:lnTo>
                <a:lnTo>
                  <a:pt x="45455" y="10122"/>
                </a:lnTo>
                <a:lnTo>
                  <a:pt x="31809" y="20186"/>
                </a:lnTo>
                <a:lnTo>
                  <a:pt x="48077" y="42149"/>
                </a:lnTo>
                <a:lnTo>
                  <a:pt x="42790" y="46023"/>
                </a:lnTo>
                <a:lnTo>
                  <a:pt x="26565" y="24060"/>
                </a:lnTo>
                <a:lnTo>
                  <a:pt x="9846" y="36411"/>
                </a:lnTo>
                <a:lnTo>
                  <a:pt x="27192" y="59903"/>
                </a:lnTo>
                <a:lnTo>
                  <a:pt x="21963" y="63777"/>
                </a:lnTo>
                <a:lnTo>
                  <a:pt x="0" y="34081"/>
                </a:lnTo>
                <a:lnTo>
                  <a:pt x="46082" y="0"/>
                </a:lnTo>
                <a:close/>
                <a:moveTo>
                  <a:pt x="460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BC658-83A3-4AB3-97CD-599A7748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265" y="5494384"/>
            <a:ext cx="58942" cy="57923"/>
          </a:xfrm>
          <a:custGeom xmlns:a="http://schemas.openxmlformats.org/drawingml/2006/main">
            <a:pathLst>
              <a:path w="58942" h="57923">
                <a:moveTo>
                  <a:pt x="58942" y="31750"/>
                </a:moveTo>
                <a:lnTo>
                  <a:pt x="32828" y="31692"/>
                </a:lnTo>
                <a:lnTo>
                  <a:pt x="24803" y="57923"/>
                </a:lnTo>
                <a:lnTo>
                  <a:pt x="19851" y="51267"/>
                </a:lnTo>
                <a:lnTo>
                  <a:pt x="25997" y="31124"/>
                </a:lnTo>
                <a:lnTo>
                  <a:pt x="5010" y="31124"/>
                </a:lnTo>
                <a:lnTo>
                  <a:pt x="0" y="24410"/>
                </a:lnTo>
                <a:lnTo>
                  <a:pt x="28051" y="24468"/>
                </a:lnTo>
                <a:lnTo>
                  <a:pt x="35435" y="0"/>
                </a:lnTo>
                <a:lnTo>
                  <a:pt x="40387" y="6656"/>
                </a:lnTo>
                <a:lnTo>
                  <a:pt x="34867" y="24978"/>
                </a:lnTo>
                <a:lnTo>
                  <a:pt x="53990" y="25036"/>
                </a:lnTo>
                <a:lnTo>
                  <a:pt x="58942" y="31750"/>
                </a:lnTo>
                <a:close/>
                <a:moveTo>
                  <a:pt x="58942" y="317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879381-0939-450C-A06A-0A02916B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727" y="5534553"/>
            <a:ext cx="64913" cy="49723"/>
          </a:xfrm>
          <a:custGeom xmlns:a="http://schemas.openxmlformats.org/drawingml/2006/main">
            <a:pathLst>
              <a:path w="64913" h="49723">
                <a:moveTo>
                  <a:pt x="22531" y="27483"/>
                </a:moveTo>
                <a:lnTo>
                  <a:pt x="4209" y="41013"/>
                </a:lnTo>
                <a:lnTo>
                  <a:pt x="0" y="35333"/>
                </a:lnTo>
                <a:lnTo>
                  <a:pt x="47728" y="0"/>
                </a:lnTo>
                <a:lnTo>
                  <a:pt x="51937" y="5753"/>
                </a:lnTo>
                <a:lnTo>
                  <a:pt x="46708" y="9612"/>
                </a:lnTo>
                <a:cubicBezTo>
                  <a:pt x="49606" y="9278"/>
                  <a:pt x="52286" y="9671"/>
                  <a:pt x="54616" y="10749"/>
                </a:cubicBezTo>
                <a:cubicBezTo>
                  <a:pt x="56947" y="11826"/>
                  <a:pt x="59059" y="13647"/>
                  <a:pt x="60937" y="16152"/>
                </a:cubicBezTo>
                <a:cubicBezTo>
                  <a:pt x="64054" y="20361"/>
                  <a:pt x="64913" y="25036"/>
                  <a:pt x="63486" y="30090"/>
                </a:cubicBezTo>
                <a:cubicBezTo>
                  <a:pt x="62132" y="35217"/>
                  <a:pt x="58709" y="39761"/>
                  <a:pt x="53306" y="43751"/>
                </a:cubicBezTo>
                <a:cubicBezTo>
                  <a:pt x="47844" y="47786"/>
                  <a:pt x="42499" y="49723"/>
                  <a:pt x="37212" y="49548"/>
                </a:cubicBezTo>
                <a:cubicBezTo>
                  <a:pt x="31911" y="49388"/>
                  <a:pt x="27760" y="47218"/>
                  <a:pt x="24628" y="43009"/>
                </a:cubicBezTo>
                <a:cubicBezTo>
                  <a:pt x="22764" y="40504"/>
                  <a:pt x="21672" y="37940"/>
                  <a:pt x="21337" y="35391"/>
                </a:cubicBezTo>
                <a:cubicBezTo>
                  <a:pt x="20944" y="32828"/>
                  <a:pt x="21395" y="30148"/>
                  <a:pt x="22531" y="27483"/>
                </a:cubicBezTo>
                <a:close/>
                <a:moveTo>
                  <a:pt x="48922" y="37897"/>
                </a:moveTo>
                <a:cubicBezTo>
                  <a:pt x="53087" y="34765"/>
                  <a:pt x="55752" y="31517"/>
                  <a:pt x="56830" y="27993"/>
                </a:cubicBezTo>
                <a:cubicBezTo>
                  <a:pt x="57981" y="24526"/>
                  <a:pt x="57398" y="21279"/>
                  <a:pt x="55184" y="18322"/>
                </a:cubicBezTo>
                <a:cubicBezTo>
                  <a:pt x="52971" y="15307"/>
                  <a:pt x="50014" y="13822"/>
                  <a:pt x="46373" y="13822"/>
                </a:cubicBezTo>
                <a:cubicBezTo>
                  <a:pt x="42732" y="13880"/>
                  <a:pt x="38800" y="15424"/>
                  <a:pt x="34590" y="18540"/>
                </a:cubicBezTo>
                <a:cubicBezTo>
                  <a:pt x="30440" y="21614"/>
                  <a:pt x="27818" y="24920"/>
                  <a:pt x="26682" y="28386"/>
                </a:cubicBezTo>
                <a:cubicBezTo>
                  <a:pt x="25604" y="31852"/>
                  <a:pt x="26172" y="35100"/>
                  <a:pt x="28386" y="38115"/>
                </a:cubicBezTo>
                <a:cubicBezTo>
                  <a:pt x="30614" y="41130"/>
                  <a:pt x="33513" y="42615"/>
                  <a:pt x="37212" y="42557"/>
                </a:cubicBezTo>
                <a:cubicBezTo>
                  <a:pt x="40853" y="42499"/>
                  <a:pt x="44713" y="40955"/>
                  <a:pt x="48922" y="37897"/>
                </a:cubicBezTo>
                <a:close/>
                <a:moveTo>
                  <a:pt x="48922" y="378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D8CB4-8825-41F2-9519-B31E2438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785" y="5579149"/>
            <a:ext cx="46125" cy="43926"/>
          </a:xfrm>
          <a:custGeom xmlns:a="http://schemas.openxmlformats.org/drawingml/2006/main">
            <a:pathLst>
              <a:path w="46125" h="43926">
                <a:moveTo>
                  <a:pt x="36411" y="12132"/>
                </a:moveTo>
                <a:cubicBezTo>
                  <a:pt x="34183" y="9059"/>
                  <a:pt x="31226" y="7515"/>
                  <a:pt x="27527" y="7515"/>
                </a:cubicBezTo>
                <a:cubicBezTo>
                  <a:pt x="23827" y="7515"/>
                  <a:pt x="19910" y="9059"/>
                  <a:pt x="15802" y="12132"/>
                </a:cubicBezTo>
                <a:cubicBezTo>
                  <a:pt x="11652" y="15147"/>
                  <a:pt x="9044" y="18439"/>
                  <a:pt x="7952" y="21963"/>
                </a:cubicBezTo>
                <a:cubicBezTo>
                  <a:pt x="6874" y="25488"/>
                  <a:pt x="7501" y="28794"/>
                  <a:pt x="9773" y="31867"/>
                </a:cubicBezTo>
                <a:cubicBezTo>
                  <a:pt x="12001" y="34882"/>
                  <a:pt x="14958" y="36367"/>
                  <a:pt x="18657" y="36411"/>
                </a:cubicBezTo>
                <a:cubicBezTo>
                  <a:pt x="22356" y="36411"/>
                  <a:pt x="26274" y="34882"/>
                  <a:pt x="30367" y="31809"/>
                </a:cubicBezTo>
                <a:cubicBezTo>
                  <a:pt x="34474" y="28794"/>
                  <a:pt x="37081" y="25488"/>
                  <a:pt x="38173" y="21963"/>
                </a:cubicBezTo>
                <a:cubicBezTo>
                  <a:pt x="39251" y="18439"/>
                  <a:pt x="38683" y="15147"/>
                  <a:pt x="36411" y="12132"/>
                </a:cubicBezTo>
                <a:close/>
                <a:moveTo>
                  <a:pt x="41246" y="8535"/>
                </a:moveTo>
                <a:cubicBezTo>
                  <a:pt x="44887" y="13487"/>
                  <a:pt x="46125" y="18555"/>
                  <a:pt x="45048" y="23784"/>
                </a:cubicBezTo>
                <a:cubicBezTo>
                  <a:pt x="43912" y="28969"/>
                  <a:pt x="40504" y="33629"/>
                  <a:pt x="34809" y="37838"/>
                </a:cubicBezTo>
                <a:cubicBezTo>
                  <a:pt x="29172" y="42047"/>
                  <a:pt x="23711" y="43926"/>
                  <a:pt x="18366" y="43475"/>
                </a:cubicBezTo>
                <a:cubicBezTo>
                  <a:pt x="13079" y="43023"/>
                  <a:pt x="8578" y="40343"/>
                  <a:pt x="4937" y="35391"/>
                </a:cubicBezTo>
                <a:cubicBezTo>
                  <a:pt x="1238" y="30440"/>
                  <a:pt x="0" y="25386"/>
                  <a:pt x="1136" y="20201"/>
                </a:cubicBezTo>
                <a:cubicBezTo>
                  <a:pt x="2272" y="14972"/>
                  <a:pt x="5680" y="10297"/>
                  <a:pt x="11375" y="6088"/>
                </a:cubicBezTo>
                <a:cubicBezTo>
                  <a:pt x="17055" y="1879"/>
                  <a:pt x="22517" y="0"/>
                  <a:pt x="27818" y="466"/>
                </a:cubicBezTo>
                <a:cubicBezTo>
                  <a:pt x="33105" y="918"/>
                  <a:pt x="37605" y="3597"/>
                  <a:pt x="41246" y="8535"/>
                </a:cubicBezTo>
                <a:close/>
                <a:moveTo>
                  <a:pt x="41246" y="85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84268-D967-475C-9FE8-FEDDD779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729" y="5615109"/>
            <a:ext cx="50466" cy="43926"/>
          </a:xfrm>
          <a:custGeom xmlns:a="http://schemas.openxmlformats.org/drawingml/2006/main">
            <a:pathLst>
              <a:path w="50466" h="43926">
                <a:moveTo>
                  <a:pt x="50466" y="21279"/>
                </a:moveTo>
                <a:lnTo>
                  <a:pt x="45062" y="25269"/>
                </a:lnTo>
                <a:cubicBezTo>
                  <a:pt x="44713" y="23041"/>
                  <a:pt x="44086" y="20944"/>
                  <a:pt x="43242" y="18890"/>
                </a:cubicBezTo>
                <a:cubicBezTo>
                  <a:pt x="42382" y="16836"/>
                  <a:pt x="41246" y="14914"/>
                  <a:pt x="39877" y="13093"/>
                </a:cubicBezTo>
                <a:cubicBezTo>
                  <a:pt x="37780" y="10239"/>
                  <a:pt x="35785" y="8476"/>
                  <a:pt x="33906" y="7690"/>
                </a:cubicBezTo>
                <a:cubicBezTo>
                  <a:pt x="31969" y="6889"/>
                  <a:pt x="30148" y="7166"/>
                  <a:pt x="28444" y="8418"/>
                </a:cubicBezTo>
                <a:cubicBezTo>
                  <a:pt x="27133" y="9452"/>
                  <a:pt x="26449" y="10705"/>
                  <a:pt x="26449" y="12234"/>
                </a:cubicBezTo>
                <a:cubicBezTo>
                  <a:pt x="26449" y="13822"/>
                  <a:pt x="27250" y="16385"/>
                  <a:pt x="28794" y="19910"/>
                </a:cubicBezTo>
                <a:lnTo>
                  <a:pt x="29813" y="22196"/>
                </a:lnTo>
                <a:cubicBezTo>
                  <a:pt x="31911" y="26857"/>
                  <a:pt x="32828" y="30614"/>
                  <a:pt x="32537" y="33513"/>
                </a:cubicBezTo>
                <a:cubicBezTo>
                  <a:pt x="32202" y="36353"/>
                  <a:pt x="30614" y="38800"/>
                  <a:pt x="27818" y="40911"/>
                </a:cubicBezTo>
                <a:cubicBezTo>
                  <a:pt x="24585" y="43300"/>
                  <a:pt x="21104" y="43926"/>
                  <a:pt x="17346" y="42732"/>
                </a:cubicBezTo>
                <a:cubicBezTo>
                  <a:pt x="13603" y="41596"/>
                  <a:pt x="10064" y="38800"/>
                  <a:pt x="6772" y="34372"/>
                </a:cubicBezTo>
                <a:cubicBezTo>
                  <a:pt x="5403" y="32493"/>
                  <a:pt x="4151" y="30440"/>
                  <a:pt x="3073" y="28168"/>
                </a:cubicBezTo>
                <a:cubicBezTo>
                  <a:pt x="1937" y="25895"/>
                  <a:pt x="918" y="23390"/>
                  <a:pt x="0" y="20594"/>
                </a:cubicBezTo>
                <a:lnTo>
                  <a:pt x="5855" y="16268"/>
                </a:lnTo>
                <a:cubicBezTo>
                  <a:pt x="6321" y="19181"/>
                  <a:pt x="7005" y="21847"/>
                  <a:pt x="7967" y="24293"/>
                </a:cubicBezTo>
                <a:cubicBezTo>
                  <a:pt x="8928" y="26740"/>
                  <a:pt x="10181" y="28954"/>
                  <a:pt x="11666" y="30949"/>
                </a:cubicBezTo>
                <a:cubicBezTo>
                  <a:pt x="13661" y="33629"/>
                  <a:pt x="15584" y="35333"/>
                  <a:pt x="17579" y="36076"/>
                </a:cubicBezTo>
                <a:cubicBezTo>
                  <a:pt x="19575" y="36862"/>
                  <a:pt x="21395" y="36644"/>
                  <a:pt x="23041" y="35391"/>
                </a:cubicBezTo>
                <a:cubicBezTo>
                  <a:pt x="24585" y="34255"/>
                  <a:pt x="25371" y="32886"/>
                  <a:pt x="25429" y="31241"/>
                </a:cubicBezTo>
                <a:cubicBezTo>
                  <a:pt x="25488" y="29580"/>
                  <a:pt x="24628" y="26682"/>
                  <a:pt x="22764" y="22589"/>
                </a:cubicBezTo>
                <a:lnTo>
                  <a:pt x="21788" y="20317"/>
                </a:lnTo>
                <a:cubicBezTo>
                  <a:pt x="19910" y="16225"/>
                  <a:pt x="19167" y="12860"/>
                  <a:pt x="19575" y="10137"/>
                </a:cubicBezTo>
                <a:cubicBezTo>
                  <a:pt x="19910" y="7457"/>
                  <a:pt x="21453" y="5127"/>
                  <a:pt x="24119" y="3131"/>
                </a:cubicBezTo>
                <a:cubicBezTo>
                  <a:pt x="27366" y="743"/>
                  <a:pt x="30716" y="0"/>
                  <a:pt x="34197" y="1034"/>
                </a:cubicBezTo>
                <a:cubicBezTo>
                  <a:pt x="37664" y="1995"/>
                  <a:pt x="41013" y="4617"/>
                  <a:pt x="44145" y="8884"/>
                </a:cubicBezTo>
                <a:cubicBezTo>
                  <a:pt x="45688" y="10982"/>
                  <a:pt x="46999" y="13093"/>
                  <a:pt x="48077" y="15132"/>
                </a:cubicBezTo>
                <a:cubicBezTo>
                  <a:pt x="49097" y="17244"/>
                  <a:pt x="49898" y="19283"/>
                  <a:pt x="50466" y="21279"/>
                </a:cubicBezTo>
                <a:close/>
                <a:moveTo>
                  <a:pt x="50466" y="21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100E5-E4D6-4492-B988-A2A5D8C0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406" y="5645941"/>
            <a:ext cx="51820" cy="54573"/>
          </a:xfrm>
          <a:custGeom xmlns:a="http://schemas.openxmlformats.org/drawingml/2006/main">
            <a:pathLst>
              <a:path w="51820" h="54573">
                <a:moveTo>
                  <a:pt x="9496" y="15540"/>
                </a:moveTo>
                <a:lnTo>
                  <a:pt x="30440" y="0"/>
                </a:lnTo>
                <a:lnTo>
                  <a:pt x="34649" y="5695"/>
                </a:lnTo>
                <a:lnTo>
                  <a:pt x="13938" y="21060"/>
                </a:lnTo>
                <a:cubicBezTo>
                  <a:pt x="10632" y="23449"/>
                  <a:pt x="8651" y="25895"/>
                  <a:pt x="7967" y="28401"/>
                </a:cubicBezTo>
                <a:cubicBezTo>
                  <a:pt x="7282" y="30891"/>
                  <a:pt x="7850" y="33396"/>
                  <a:pt x="9787" y="35959"/>
                </a:cubicBezTo>
                <a:cubicBezTo>
                  <a:pt x="12001" y="39033"/>
                  <a:pt x="14783" y="40678"/>
                  <a:pt x="18031" y="41028"/>
                </a:cubicBezTo>
                <a:cubicBezTo>
                  <a:pt x="21337" y="41363"/>
                  <a:pt x="24687" y="40285"/>
                  <a:pt x="28051" y="37780"/>
                </a:cubicBezTo>
                <a:lnTo>
                  <a:pt x="47669" y="23332"/>
                </a:lnTo>
                <a:lnTo>
                  <a:pt x="51820" y="28969"/>
                </a:lnTo>
                <a:lnTo>
                  <a:pt x="17288" y="54573"/>
                </a:lnTo>
                <a:lnTo>
                  <a:pt x="13079" y="48878"/>
                </a:lnTo>
                <a:lnTo>
                  <a:pt x="18380" y="44946"/>
                </a:lnTo>
                <a:cubicBezTo>
                  <a:pt x="15249" y="45120"/>
                  <a:pt x="12511" y="44669"/>
                  <a:pt x="10122" y="43591"/>
                </a:cubicBezTo>
                <a:cubicBezTo>
                  <a:pt x="7792" y="42557"/>
                  <a:pt x="5680" y="40795"/>
                  <a:pt x="3918" y="38406"/>
                </a:cubicBezTo>
                <a:cubicBezTo>
                  <a:pt x="961" y="34430"/>
                  <a:pt x="0" y="30498"/>
                  <a:pt x="903" y="26638"/>
                </a:cubicBezTo>
                <a:cubicBezTo>
                  <a:pt x="1879" y="22706"/>
                  <a:pt x="4719" y="19007"/>
                  <a:pt x="9496" y="15540"/>
                </a:cubicBezTo>
                <a:close/>
                <a:moveTo>
                  <a:pt x="9496" y="155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54674-3FB4-4599-94BD-228FEAE5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170" y="5686401"/>
            <a:ext cx="50072" cy="31284"/>
          </a:xfrm>
          <a:custGeom xmlns:a="http://schemas.openxmlformats.org/drawingml/2006/main">
            <a:pathLst>
              <a:path w="50072" h="31284">
                <a:moveTo>
                  <a:pt x="44261" y="24177"/>
                </a:moveTo>
                <a:cubicBezTo>
                  <a:pt x="44159" y="23259"/>
                  <a:pt x="43926" y="22356"/>
                  <a:pt x="43533" y="21497"/>
                </a:cubicBezTo>
                <a:cubicBezTo>
                  <a:pt x="43125" y="20652"/>
                  <a:pt x="42615" y="19735"/>
                  <a:pt x="41931" y="18832"/>
                </a:cubicBezTo>
                <a:cubicBezTo>
                  <a:pt x="39542" y="15584"/>
                  <a:pt x="36702" y="13938"/>
                  <a:pt x="33338" y="13763"/>
                </a:cubicBezTo>
                <a:cubicBezTo>
                  <a:pt x="29988" y="13589"/>
                  <a:pt x="26347" y="14899"/>
                  <a:pt x="22415" y="17798"/>
                </a:cubicBezTo>
                <a:lnTo>
                  <a:pt x="4209" y="31284"/>
                </a:lnTo>
                <a:lnTo>
                  <a:pt x="0" y="25604"/>
                </a:lnTo>
                <a:lnTo>
                  <a:pt x="34590" y="0"/>
                </a:lnTo>
                <a:lnTo>
                  <a:pt x="38800" y="5738"/>
                </a:lnTo>
                <a:lnTo>
                  <a:pt x="33396" y="9671"/>
                </a:lnTo>
                <a:cubicBezTo>
                  <a:pt x="36411" y="9321"/>
                  <a:pt x="39149" y="9729"/>
                  <a:pt x="41538" y="10923"/>
                </a:cubicBezTo>
                <a:cubicBezTo>
                  <a:pt x="43984" y="12059"/>
                  <a:pt x="46198" y="13996"/>
                  <a:pt x="48252" y="16778"/>
                </a:cubicBezTo>
                <a:cubicBezTo>
                  <a:pt x="48529" y="17128"/>
                  <a:pt x="48820" y="17579"/>
                  <a:pt x="49097" y="18089"/>
                </a:cubicBezTo>
                <a:cubicBezTo>
                  <a:pt x="49446" y="18599"/>
                  <a:pt x="49723" y="19167"/>
                  <a:pt x="50072" y="19851"/>
                </a:cubicBezTo>
                <a:lnTo>
                  <a:pt x="44261" y="24177"/>
                </a:lnTo>
                <a:close/>
                <a:moveTo>
                  <a:pt x="44261" y="241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00F10-9AC8-4BF6-B478-76DBA63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328" y="5715807"/>
            <a:ext cx="45965" cy="47902"/>
          </a:xfrm>
          <a:custGeom xmlns:a="http://schemas.openxmlformats.org/drawingml/2006/main">
            <a:pathLst>
              <a:path w="45965" h="47902">
                <a:moveTo>
                  <a:pt x="35785" y="36702"/>
                </a:moveTo>
                <a:lnTo>
                  <a:pt x="33003" y="38741"/>
                </a:lnTo>
                <a:lnTo>
                  <a:pt x="13661" y="12627"/>
                </a:lnTo>
                <a:cubicBezTo>
                  <a:pt x="9962" y="15759"/>
                  <a:pt x="7850" y="19181"/>
                  <a:pt x="7340" y="22822"/>
                </a:cubicBezTo>
                <a:cubicBezTo>
                  <a:pt x="6831" y="26405"/>
                  <a:pt x="8025" y="30105"/>
                  <a:pt x="10807" y="33848"/>
                </a:cubicBezTo>
                <a:cubicBezTo>
                  <a:pt x="12409" y="36076"/>
                  <a:pt x="14229" y="37955"/>
                  <a:pt x="16268" y="39601"/>
                </a:cubicBezTo>
                <a:cubicBezTo>
                  <a:pt x="18322" y="41305"/>
                  <a:pt x="20652" y="42732"/>
                  <a:pt x="23216" y="43926"/>
                </a:cubicBezTo>
                <a:lnTo>
                  <a:pt x="17812" y="47902"/>
                </a:lnTo>
                <a:cubicBezTo>
                  <a:pt x="15482" y="46548"/>
                  <a:pt x="13254" y="44887"/>
                  <a:pt x="11215" y="43125"/>
                </a:cubicBezTo>
                <a:cubicBezTo>
                  <a:pt x="9161" y="41305"/>
                  <a:pt x="7340" y="39324"/>
                  <a:pt x="5695" y="37096"/>
                </a:cubicBezTo>
                <a:cubicBezTo>
                  <a:pt x="1646" y="31576"/>
                  <a:pt x="0" y="25997"/>
                  <a:pt x="859" y="20434"/>
                </a:cubicBezTo>
                <a:cubicBezTo>
                  <a:pt x="1646" y="14856"/>
                  <a:pt x="4835" y="10020"/>
                  <a:pt x="10297" y="5971"/>
                </a:cubicBezTo>
                <a:cubicBezTo>
                  <a:pt x="15933" y="1762"/>
                  <a:pt x="21570" y="0"/>
                  <a:pt x="27133" y="568"/>
                </a:cubicBezTo>
                <a:cubicBezTo>
                  <a:pt x="32770" y="1194"/>
                  <a:pt x="37445" y="4107"/>
                  <a:pt x="41305" y="9278"/>
                </a:cubicBezTo>
                <a:cubicBezTo>
                  <a:pt x="44727" y="13938"/>
                  <a:pt x="45965" y="18715"/>
                  <a:pt x="44946" y="23609"/>
                </a:cubicBezTo>
                <a:cubicBezTo>
                  <a:pt x="43984" y="28561"/>
                  <a:pt x="40911" y="32886"/>
                  <a:pt x="35785" y="36702"/>
                </a:cubicBezTo>
                <a:close/>
                <a:moveTo>
                  <a:pt x="33221" y="29813"/>
                </a:moveTo>
                <a:cubicBezTo>
                  <a:pt x="36294" y="27483"/>
                  <a:pt x="38115" y="24759"/>
                  <a:pt x="38741" y="21686"/>
                </a:cubicBezTo>
                <a:cubicBezTo>
                  <a:pt x="39309" y="18613"/>
                  <a:pt x="38581" y="15700"/>
                  <a:pt x="36527" y="12860"/>
                </a:cubicBezTo>
                <a:cubicBezTo>
                  <a:pt x="34197" y="9729"/>
                  <a:pt x="31401" y="7850"/>
                  <a:pt x="28226" y="7282"/>
                </a:cubicBezTo>
                <a:cubicBezTo>
                  <a:pt x="25036" y="6656"/>
                  <a:pt x="21672" y="7457"/>
                  <a:pt x="18205" y="9569"/>
                </a:cubicBezTo>
                <a:lnTo>
                  <a:pt x="33221" y="29813"/>
                </a:lnTo>
                <a:close/>
                <a:moveTo>
                  <a:pt x="33221" y="298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FC4E6-BBE1-4A1A-9E0F-FE73A2A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446" y="5741804"/>
            <a:ext cx="71919" cy="69021"/>
          </a:xfrm>
          <a:custGeom xmlns:a="http://schemas.openxmlformats.org/drawingml/2006/main">
            <a:pathLst>
              <a:path w="71919" h="69021">
                <a:moveTo>
                  <a:pt x="46096" y="0"/>
                </a:moveTo>
                <a:lnTo>
                  <a:pt x="52344" y="8433"/>
                </a:lnTo>
                <a:lnTo>
                  <a:pt x="28852" y="57413"/>
                </a:lnTo>
                <a:lnTo>
                  <a:pt x="67419" y="28852"/>
                </a:lnTo>
                <a:lnTo>
                  <a:pt x="71919" y="34940"/>
                </a:lnTo>
                <a:lnTo>
                  <a:pt x="25837" y="69021"/>
                </a:lnTo>
                <a:lnTo>
                  <a:pt x="19575" y="60602"/>
                </a:lnTo>
                <a:lnTo>
                  <a:pt x="43067" y="11666"/>
                </a:lnTo>
                <a:lnTo>
                  <a:pt x="4500" y="40169"/>
                </a:lnTo>
                <a:lnTo>
                  <a:pt x="0" y="34139"/>
                </a:lnTo>
                <a:lnTo>
                  <a:pt x="46096" y="0"/>
                </a:lnTo>
                <a:close/>
                <a:moveTo>
                  <a:pt x="460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1729A-7EFB-4369-9E90-7547782A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304" y="5801664"/>
            <a:ext cx="46198" cy="43868"/>
          </a:xfrm>
          <a:custGeom xmlns:a="http://schemas.openxmlformats.org/drawingml/2006/main">
            <a:pathLst>
              <a:path w="46198" h="43868">
                <a:moveTo>
                  <a:pt x="36469" y="12059"/>
                </a:moveTo>
                <a:cubicBezTo>
                  <a:pt x="34197" y="9044"/>
                  <a:pt x="31241" y="7501"/>
                  <a:pt x="27541" y="7501"/>
                </a:cubicBezTo>
                <a:cubicBezTo>
                  <a:pt x="23842" y="7501"/>
                  <a:pt x="19968" y="8986"/>
                  <a:pt x="15817" y="12059"/>
                </a:cubicBezTo>
                <a:cubicBezTo>
                  <a:pt x="11666" y="15132"/>
                  <a:pt x="9044" y="18424"/>
                  <a:pt x="7967" y="21963"/>
                </a:cubicBezTo>
                <a:cubicBezTo>
                  <a:pt x="6947" y="25488"/>
                  <a:pt x="7515" y="28721"/>
                  <a:pt x="9787" y="31794"/>
                </a:cubicBezTo>
                <a:cubicBezTo>
                  <a:pt x="12016" y="34809"/>
                  <a:pt x="14972" y="36353"/>
                  <a:pt x="18672" y="36353"/>
                </a:cubicBezTo>
                <a:cubicBezTo>
                  <a:pt x="22371" y="36353"/>
                  <a:pt x="26289" y="34809"/>
                  <a:pt x="30381" y="31794"/>
                </a:cubicBezTo>
                <a:cubicBezTo>
                  <a:pt x="34488" y="28779"/>
                  <a:pt x="37096" y="25488"/>
                  <a:pt x="38173" y="21963"/>
                </a:cubicBezTo>
                <a:cubicBezTo>
                  <a:pt x="39266" y="18380"/>
                  <a:pt x="38698" y="15132"/>
                  <a:pt x="36469" y="12059"/>
                </a:cubicBezTo>
                <a:close/>
                <a:moveTo>
                  <a:pt x="41246" y="8535"/>
                </a:moveTo>
                <a:cubicBezTo>
                  <a:pt x="44946" y="13487"/>
                  <a:pt x="46198" y="18540"/>
                  <a:pt x="45062" y="23725"/>
                </a:cubicBezTo>
                <a:cubicBezTo>
                  <a:pt x="43926" y="28954"/>
                  <a:pt x="40576" y="33615"/>
                  <a:pt x="34882" y="37824"/>
                </a:cubicBezTo>
                <a:cubicBezTo>
                  <a:pt x="29187" y="41989"/>
                  <a:pt x="23725" y="43868"/>
                  <a:pt x="18380" y="43460"/>
                </a:cubicBezTo>
                <a:cubicBezTo>
                  <a:pt x="13093" y="43009"/>
                  <a:pt x="8593" y="40329"/>
                  <a:pt x="4952" y="35377"/>
                </a:cubicBezTo>
                <a:cubicBezTo>
                  <a:pt x="1311" y="30440"/>
                  <a:pt x="0" y="25313"/>
                  <a:pt x="1151" y="20143"/>
                </a:cubicBezTo>
                <a:cubicBezTo>
                  <a:pt x="2345" y="14958"/>
                  <a:pt x="5753" y="10239"/>
                  <a:pt x="11389" y="6088"/>
                </a:cubicBezTo>
                <a:cubicBezTo>
                  <a:pt x="17069" y="1879"/>
                  <a:pt x="22531" y="0"/>
                  <a:pt x="27833" y="451"/>
                </a:cubicBezTo>
                <a:cubicBezTo>
                  <a:pt x="33119" y="845"/>
                  <a:pt x="37605" y="3583"/>
                  <a:pt x="41246" y="8535"/>
                </a:cubicBezTo>
                <a:close/>
                <a:moveTo>
                  <a:pt x="41246" y="85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ED482-0149-4436-8BD4-1D431B5B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705" y="5828739"/>
            <a:ext cx="44713" cy="50233"/>
          </a:xfrm>
          <a:custGeom xmlns:a="http://schemas.openxmlformats.org/drawingml/2006/main">
            <a:pathLst>
              <a:path w="44713" h="50233">
                <a:moveTo>
                  <a:pt x="44713" y="5695"/>
                </a:moveTo>
                <a:lnTo>
                  <a:pt x="34925" y="12977"/>
                </a:lnTo>
                <a:lnTo>
                  <a:pt x="43577" y="24701"/>
                </a:lnTo>
                <a:lnTo>
                  <a:pt x="39135" y="27935"/>
                </a:lnTo>
                <a:lnTo>
                  <a:pt x="30483" y="16210"/>
                </a:lnTo>
                <a:lnTo>
                  <a:pt x="11710" y="30105"/>
                </a:lnTo>
                <a:cubicBezTo>
                  <a:pt x="8870" y="32202"/>
                  <a:pt x="7384" y="33906"/>
                  <a:pt x="7166" y="35275"/>
                </a:cubicBezTo>
                <a:cubicBezTo>
                  <a:pt x="6874" y="36644"/>
                  <a:pt x="7675" y="38523"/>
                  <a:pt x="9438" y="40911"/>
                </a:cubicBezTo>
                <a:lnTo>
                  <a:pt x="13705" y="46708"/>
                </a:lnTo>
                <a:lnTo>
                  <a:pt x="8986" y="50233"/>
                </a:lnTo>
                <a:lnTo>
                  <a:pt x="4661" y="44436"/>
                </a:lnTo>
                <a:cubicBezTo>
                  <a:pt x="1413" y="40052"/>
                  <a:pt x="0" y="36411"/>
                  <a:pt x="393" y="33513"/>
                </a:cubicBezTo>
                <a:cubicBezTo>
                  <a:pt x="786" y="30673"/>
                  <a:pt x="3175" y="27600"/>
                  <a:pt x="7501" y="24410"/>
                </a:cubicBezTo>
                <a:lnTo>
                  <a:pt x="26274" y="10530"/>
                </a:lnTo>
                <a:lnTo>
                  <a:pt x="23201" y="6379"/>
                </a:lnTo>
                <a:lnTo>
                  <a:pt x="27585" y="3073"/>
                </a:lnTo>
                <a:lnTo>
                  <a:pt x="30658" y="7282"/>
                </a:lnTo>
                <a:lnTo>
                  <a:pt x="40504" y="0"/>
                </a:lnTo>
                <a:lnTo>
                  <a:pt x="44713" y="5695"/>
                </a:lnTo>
                <a:close/>
                <a:moveTo>
                  <a:pt x="44713" y="56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0E101-644A-4108-9D88-64649784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211" y="5850935"/>
            <a:ext cx="52228" cy="41188"/>
          </a:xfrm>
          <a:custGeom xmlns:a="http://schemas.openxmlformats.org/drawingml/2006/main">
            <a:pathLst>
              <a:path w="52228" h="41188">
                <a:moveTo>
                  <a:pt x="34590" y="9947"/>
                </a:moveTo>
                <a:lnTo>
                  <a:pt x="38800" y="15642"/>
                </a:lnTo>
                <a:lnTo>
                  <a:pt x="4209" y="41188"/>
                </a:lnTo>
                <a:lnTo>
                  <a:pt x="0" y="35552"/>
                </a:lnTo>
                <a:lnTo>
                  <a:pt x="34590" y="9947"/>
                </a:lnTo>
                <a:close/>
                <a:moveTo>
                  <a:pt x="48077" y="0"/>
                </a:moveTo>
                <a:lnTo>
                  <a:pt x="52228" y="5680"/>
                </a:lnTo>
                <a:lnTo>
                  <a:pt x="45048" y="10982"/>
                </a:lnTo>
                <a:lnTo>
                  <a:pt x="40839" y="5345"/>
                </a:lnTo>
                <a:lnTo>
                  <a:pt x="48077" y="0"/>
                </a:lnTo>
                <a:close/>
                <a:moveTo>
                  <a:pt x="480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4712C-2ACB-4849-9D5A-B191688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58" y="5873568"/>
            <a:ext cx="60311" cy="37096"/>
          </a:xfrm>
          <a:custGeom xmlns:a="http://schemas.openxmlformats.org/drawingml/2006/main">
            <a:pathLst>
              <a:path w="60311" h="37096">
                <a:moveTo>
                  <a:pt x="60311" y="12409"/>
                </a:moveTo>
                <a:lnTo>
                  <a:pt x="55592" y="15933"/>
                </a:lnTo>
                <a:lnTo>
                  <a:pt x="51602" y="10472"/>
                </a:lnTo>
                <a:cubicBezTo>
                  <a:pt x="50072" y="8476"/>
                  <a:pt x="48645" y="7340"/>
                  <a:pt x="47218" y="7166"/>
                </a:cubicBezTo>
                <a:cubicBezTo>
                  <a:pt x="45805" y="7005"/>
                  <a:pt x="44043" y="7690"/>
                  <a:pt x="41873" y="9278"/>
                </a:cubicBezTo>
                <a:lnTo>
                  <a:pt x="38858" y="11491"/>
                </a:lnTo>
                <a:lnTo>
                  <a:pt x="45747" y="20885"/>
                </a:lnTo>
                <a:lnTo>
                  <a:pt x="41363" y="24133"/>
                </a:lnTo>
                <a:lnTo>
                  <a:pt x="34430" y="14797"/>
                </a:lnTo>
                <a:lnTo>
                  <a:pt x="4267" y="37096"/>
                </a:lnTo>
                <a:lnTo>
                  <a:pt x="0" y="31415"/>
                </a:lnTo>
                <a:lnTo>
                  <a:pt x="30207" y="9103"/>
                </a:lnTo>
                <a:lnTo>
                  <a:pt x="26172" y="3641"/>
                </a:lnTo>
                <a:lnTo>
                  <a:pt x="30614" y="408"/>
                </a:lnTo>
                <a:lnTo>
                  <a:pt x="34590" y="5811"/>
                </a:lnTo>
                <a:lnTo>
                  <a:pt x="37037" y="4049"/>
                </a:lnTo>
                <a:cubicBezTo>
                  <a:pt x="40853" y="1194"/>
                  <a:pt x="44319" y="0"/>
                  <a:pt x="47393" y="510"/>
                </a:cubicBezTo>
                <a:cubicBezTo>
                  <a:pt x="50524" y="976"/>
                  <a:pt x="53480" y="3190"/>
                  <a:pt x="56379" y="7064"/>
                </a:cubicBezTo>
                <a:lnTo>
                  <a:pt x="60311" y="12409"/>
                </a:lnTo>
                <a:close/>
                <a:moveTo>
                  <a:pt x="60311" y="124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45BE9-6DF2-45AC-AC61-B7B5258C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675" y="5890754"/>
            <a:ext cx="52228" cy="41188"/>
          </a:xfrm>
          <a:custGeom xmlns:a="http://schemas.openxmlformats.org/drawingml/2006/main">
            <a:pathLst>
              <a:path w="52228" h="41188">
                <a:moveTo>
                  <a:pt x="34590" y="9962"/>
                </a:moveTo>
                <a:lnTo>
                  <a:pt x="38741" y="15642"/>
                </a:lnTo>
                <a:lnTo>
                  <a:pt x="4209" y="41188"/>
                </a:lnTo>
                <a:lnTo>
                  <a:pt x="0" y="35552"/>
                </a:lnTo>
                <a:lnTo>
                  <a:pt x="34590" y="9962"/>
                </a:lnTo>
                <a:close/>
                <a:moveTo>
                  <a:pt x="48019" y="0"/>
                </a:moveTo>
                <a:lnTo>
                  <a:pt x="52228" y="5695"/>
                </a:lnTo>
                <a:lnTo>
                  <a:pt x="45062" y="10982"/>
                </a:lnTo>
                <a:lnTo>
                  <a:pt x="40853" y="5345"/>
                </a:lnTo>
                <a:lnTo>
                  <a:pt x="48019" y="0"/>
                </a:lnTo>
                <a:close/>
                <a:moveTo>
                  <a:pt x="480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76192-1C91-4148-911D-D11FE48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254" y="5922723"/>
            <a:ext cx="47058" cy="45062"/>
          </a:xfrm>
          <a:custGeom xmlns:a="http://schemas.openxmlformats.org/drawingml/2006/main">
            <a:pathLst>
              <a:path w="47058" h="45062">
                <a:moveTo>
                  <a:pt x="47058" y="21453"/>
                </a:moveTo>
                <a:lnTo>
                  <a:pt x="41756" y="25386"/>
                </a:lnTo>
                <a:cubicBezTo>
                  <a:pt x="41479" y="23099"/>
                  <a:pt x="40911" y="21002"/>
                  <a:pt x="40169" y="19065"/>
                </a:cubicBezTo>
                <a:cubicBezTo>
                  <a:pt x="39426" y="17128"/>
                  <a:pt x="38465" y="15307"/>
                  <a:pt x="37212" y="13661"/>
                </a:cubicBezTo>
                <a:cubicBezTo>
                  <a:pt x="34474" y="9962"/>
                  <a:pt x="31182" y="7967"/>
                  <a:pt x="27366" y="7690"/>
                </a:cubicBezTo>
                <a:cubicBezTo>
                  <a:pt x="23492" y="7340"/>
                  <a:pt x="19458" y="8768"/>
                  <a:pt x="15249" y="11899"/>
                </a:cubicBezTo>
                <a:cubicBezTo>
                  <a:pt x="11040" y="15030"/>
                  <a:pt x="8535" y="18439"/>
                  <a:pt x="7690" y="22196"/>
                </a:cubicBezTo>
                <a:cubicBezTo>
                  <a:pt x="6889" y="25997"/>
                  <a:pt x="7792" y="29697"/>
                  <a:pt x="10530" y="33396"/>
                </a:cubicBezTo>
                <a:cubicBezTo>
                  <a:pt x="11783" y="35056"/>
                  <a:pt x="13195" y="36527"/>
                  <a:pt x="14797" y="37780"/>
                </a:cubicBezTo>
                <a:cubicBezTo>
                  <a:pt x="16443" y="39091"/>
                  <a:pt x="18322" y="40227"/>
                  <a:pt x="20376" y="41144"/>
                </a:cubicBezTo>
                <a:lnTo>
                  <a:pt x="15132" y="45062"/>
                </a:lnTo>
                <a:cubicBezTo>
                  <a:pt x="13195" y="43984"/>
                  <a:pt x="11433" y="42790"/>
                  <a:pt x="9846" y="41363"/>
                </a:cubicBezTo>
                <a:cubicBezTo>
                  <a:pt x="8200" y="39950"/>
                  <a:pt x="6656" y="38232"/>
                  <a:pt x="5243" y="36353"/>
                </a:cubicBezTo>
                <a:cubicBezTo>
                  <a:pt x="1427" y="31124"/>
                  <a:pt x="0" y="25779"/>
                  <a:pt x="976" y="20317"/>
                </a:cubicBezTo>
                <a:cubicBezTo>
                  <a:pt x="1995" y="14797"/>
                  <a:pt x="5287" y="10020"/>
                  <a:pt x="10807" y="5928"/>
                </a:cubicBezTo>
                <a:cubicBezTo>
                  <a:pt x="16501" y="1704"/>
                  <a:pt x="22080" y="0"/>
                  <a:pt x="27600" y="685"/>
                </a:cubicBezTo>
                <a:cubicBezTo>
                  <a:pt x="33119" y="1427"/>
                  <a:pt x="37838" y="4442"/>
                  <a:pt x="41873" y="9846"/>
                </a:cubicBezTo>
                <a:cubicBezTo>
                  <a:pt x="43125" y="11608"/>
                  <a:pt x="44203" y="13428"/>
                  <a:pt x="45062" y="15365"/>
                </a:cubicBezTo>
                <a:cubicBezTo>
                  <a:pt x="45965" y="17302"/>
                  <a:pt x="46591" y="19342"/>
                  <a:pt x="47058" y="21453"/>
                </a:cubicBezTo>
                <a:close/>
                <a:moveTo>
                  <a:pt x="47058" y="21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BF79D-BE9A-41A6-B26F-4414E850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746" y="5954590"/>
            <a:ext cx="47174" cy="51092"/>
          </a:xfrm>
          <a:custGeom xmlns:a="http://schemas.openxmlformats.org/drawingml/2006/main">
            <a:pathLst>
              <a:path w="47174" h="51092">
                <a:moveTo>
                  <a:pt x="26638" y="26900"/>
                </a:moveTo>
                <a:cubicBezTo>
                  <a:pt x="23216" y="22298"/>
                  <a:pt x="20376" y="19516"/>
                  <a:pt x="17987" y="18540"/>
                </a:cubicBezTo>
                <a:cubicBezTo>
                  <a:pt x="15657" y="17521"/>
                  <a:pt x="13210" y="17972"/>
                  <a:pt x="10647" y="19851"/>
                </a:cubicBezTo>
                <a:cubicBezTo>
                  <a:pt x="8651" y="21337"/>
                  <a:pt x="7515" y="23157"/>
                  <a:pt x="7340" y="25371"/>
                </a:cubicBezTo>
                <a:cubicBezTo>
                  <a:pt x="7122" y="27585"/>
                  <a:pt x="7865" y="29813"/>
                  <a:pt x="9569" y="32085"/>
                </a:cubicBezTo>
                <a:cubicBezTo>
                  <a:pt x="11899" y="35275"/>
                  <a:pt x="14914" y="36979"/>
                  <a:pt x="18555" y="37212"/>
                </a:cubicBezTo>
                <a:cubicBezTo>
                  <a:pt x="22196" y="37489"/>
                  <a:pt x="25837" y="36236"/>
                  <a:pt x="29537" y="33513"/>
                </a:cubicBezTo>
                <a:lnTo>
                  <a:pt x="30789" y="32537"/>
                </a:lnTo>
                <a:lnTo>
                  <a:pt x="26638" y="26900"/>
                </a:lnTo>
                <a:close/>
                <a:moveTo>
                  <a:pt x="37387" y="36469"/>
                </a:moveTo>
                <a:lnTo>
                  <a:pt x="17637" y="51092"/>
                </a:lnTo>
                <a:lnTo>
                  <a:pt x="13428" y="45397"/>
                </a:lnTo>
                <a:lnTo>
                  <a:pt x="18672" y="41523"/>
                </a:lnTo>
                <a:cubicBezTo>
                  <a:pt x="15598" y="41756"/>
                  <a:pt x="12860" y="41305"/>
                  <a:pt x="10414" y="40110"/>
                </a:cubicBezTo>
                <a:cubicBezTo>
                  <a:pt x="8025" y="38916"/>
                  <a:pt x="5753" y="36921"/>
                  <a:pt x="3699" y="34139"/>
                </a:cubicBezTo>
                <a:cubicBezTo>
                  <a:pt x="1092" y="30542"/>
                  <a:pt x="0" y="27017"/>
                  <a:pt x="408" y="23434"/>
                </a:cubicBezTo>
                <a:cubicBezTo>
                  <a:pt x="859" y="19910"/>
                  <a:pt x="2738" y="16895"/>
                  <a:pt x="6088" y="14448"/>
                </a:cubicBezTo>
                <a:cubicBezTo>
                  <a:pt x="9962" y="11550"/>
                  <a:pt x="13894" y="10690"/>
                  <a:pt x="17754" y="11826"/>
                </a:cubicBezTo>
                <a:cubicBezTo>
                  <a:pt x="21686" y="12962"/>
                  <a:pt x="25546" y="16094"/>
                  <a:pt x="29362" y="21279"/>
                </a:cubicBezTo>
                <a:lnTo>
                  <a:pt x="35275" y="29245"/>
                </a:lnTo>
                <a:lnTo>
                  <a:pt x="35799" y="28837"/>
                </a:lnTo>
                <a:cubicBezTo>
                  <a:pt x="38406" y="26900"/>
                  <a:pt x="39834" y="24570"/>
                  <a:pt x="40008" y="21788"/>
                </a:cubicBezTo>
                <a:cubicBezTo>
                  <a:pt x="40110" y="19007"/>
                  <a:pt x="39033" y="16035"/>
                  <a:pt x="36761" y="12962"/>
                </a:cubicBezTo>
                <a:cubicBezTo>
                  <a:pt x="35275" y="10982"/>
                  <a:pt x="33629" y="9219"/>
                  <a:pt x="31750" y="7675"/>
                </a:cubicBezTo>
                <a:cubicBezTo>
                  <a:pt x="29930" y="6204"/>
                  <a:pt x="27891" y="4894"/>
                  <a:pt x="25662" y="3860"/>
                </a:cubicBezTo>
                <a:lnTo>
                  <a:pt x="30906" y="0"/>
                </a:lnTo>
                <a:cubicBezTo>
                  <a:pt x="33236" y="1471"/>
                  <a:pt x="35333" y="3073"/>
                  <a:pt x="37154" y="4719"/>
                </a:cubicBezTo>
                <a:cubicBezTo>
                  <a:pt x="39033" y="6365"/>
                  <a:pt x="40635" y="8127"/>
                  <a:pt x="41989" y="9947"/>
                </a:cubicBezTo>
                <a:cubicBezTo>
                  <a:pt x="45688" y="14958"/>
                  <a:pt x="47174" y="19676"/>
                  <a:pt x="46431" y="24060"/>
                </a:cubicBezTo>
                <a:cubicBezTo>
                  <a:pt x="45630" y="28444"/>
                  <a:pt x="42615" y="32595"/>
                  <a:pt x="37387" y="36469"/>
                </a:cubicBezTo>
                <a:close/>
                <a:moveTo>
                  <a:pt x="37387" y="364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3C019-D01B-4411-A1CE-2482B6AD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851" y="5984462"/>
            <a:ext cx="44713" cy="50233"/>
          </a:xfrm>
          <a:custGeom xmlns:a="http://schemas.openxmlformats.org/drawingml/2006/main">
            <a:pathLst>
              <a:path w="44713" h="50233">
                <a:moveTo>
                  <a:pt x="44713" y="5680"/>
                </a:moveTo>
                <a:lnTo>
                  <a:pt x="34925" y="12962"/>
                </a:lnTo>
                <a:lnTo>
                  <a:pt x="43577" y="24628"/>
                </a:lnTo>
                <a:lnTo>
                  <a:pt x="39135" y="27935"/>
                </a:lnTo>
                <a:lnTo>
                  <a:pt x="30498" y="16210"/>
                </a:lnTo>
                <a:lnTo>
                  <a:pt x="11724" y="30090"/>
                </a:lnTo>
                <a:cubicBezTo>
                  <a:pt x="8928" y="32202"/>
                  <a:pt x="7399" y="33906"/>
                  <a:pt x="7166" y="35260"/>
                </a:cubicBezTo>
                <a:cubicBezTo>
                  <a:pt x="6933" y="36629"/>
                  <a:pt x="7675" y="38508"/>
                  <a:pt x="9438" y="40897"/>
                </a:cubicBezTo>
                <a:lnTo>
                  <a:pt x="13763" y="46708"/>
                </a:lnTo>
                <a:lnTo>
                  <a:pt x="8986" y="50233"/>
                </a:lnTo>
                <a:lnTo>
                  <a:pt x="4661" y="44421"/>
                </a:lnTo>
                <a:cubicBezTo>
                  <a:pt x="1427" y="39994"/>
                  <a:pt x="0" y="36411"/>
                  <a:pt x="393" y="33498"/>
                </a:cubicBezTo>
                <a:cubicBezTo>
                  <a:pt x="801" y="30600"/>
                  <a:pt x="3190" y="27585"/>
                  <a:pt x="7501" y="24395"/>
                </a:cubicBezTo>
                <a:lnTo>
                  <a:pt x="26289" y="10515"/>
                </a:lnTo>
                <a:lnTo>
                  <a:pt x="23216" y="6365"/>
                </a:lnTo>
                <a:lnTo>
                  <a:pt x="27585" y="3073"/>
                </a:lnTo>
                <a:lnTo>
                  <a:pt x="30658" y="7224"/>
                </a:lnTo>
                <a:lnTo>
                  <a:pt x="40504" y="0"/>
                </a:lnTo>
                <a:lnTo>
                  <a:pt x="44713" y="5680"/>
                </a:lnTo>
                <a:close/>
                <a:moveTo>
                  <a:pt x="44713" y="56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E07B7-7D5F-4241-A7B6-C6EE5462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357" y="6006643"/>
            <a:ext cx="52286" cy="41188"/>
          </a:xfrm>
          <a:custGeom xmlns:a="http://schemas.openxmlformats.org/drawingml/2006/main">
            <a:pathLst>
              <a:path w="52286" h="41188">
                <a:moveTo>
                  <a:pt x="34590" y="9962"/>
                </a:moveTo>
                <a:lnTo>
                  <a:pt x="38800" y="15642"/>
                </a:lnTo>
                <a:lnTo>
                  <a:pt x="4209" y="41188"/>
                </a:lnTo>
                <a:lnTo>
                  <a:pt x="0" y="35508"/>
                </a:lnTo>
                <a:lnTo>
                  <a:pt x="34590" y="9962"/>
                </a:lnTo>
                <a:close/>
                <a:moveTo>
                  <a:pt x="48077" y="0"/>
                </a:moveTo>
                <a:lnTo>
                  <a:pt x="52286" y="5695"/>
                </a:lnTo>
                <a:lnTo>
                  <a:pt x="45062" y="10982"/>
                </a:lnTo>
                <a:lnTo>
                  <a:pt x="40853" y="5287"/>
                </a:lnTo>
                <a:lnTo>
                  <a:pt x="48077" y="0"/>
                </a:lnTo>
                <a:close/>
                <a:moveTo>
                  <a:pt x="480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96E30-4C18-44A8-8A2E-E5098116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426" y="6038394"/>
            <a:ext cx="46140" cy="43912"/>
          </a:xfrm>
          <a:custGeom xmlns:a="http://schemas.openxmlformats.org/drawingml/2006/main">
            <a:pathLst>
              <a:path w="46140" h="43912">
                <a:moveTo>
                  <a:pt x="36469" y="12118"/>
                </a:moveTo>
                <a:cubicBezTo>
                  <a:pt x="34183" y="9044"/>
                  <a:pt x="31226" y="7501"/>
                  <a:pt x="27527" y="7501"/>
                </a:cubicBezTo>
                <a:cubicBezTo>
                  <a:pt x="23842" y="7501"/>
                  <a:pt x="19910" y="9044"/>
                  <a:pt x="15817" y="12118"/>
                </a:cubicBezTo>
                <a:cubicBezTo>
                  <a:pt x="11666" y="15132"/>
                  <a:pt x="9044" y="18424"/>
                  <a:pt x="7967" y="21963"/>
                </a:cubicBezTo>
                <a:cubicBezTo>
                  <a:pt x="6889" y="25488"/>
                  <a:pt x="7501" y="28779"/>
                  <a:pt x="9787" y="31852"/>
                </a:cubicBezTo>
                <a:cubicBezTo>
                  <a:pt x="12001" y="34867"/>
                  <a:pt x="14958" y="36411"/>
                  <a:pt x="18657" y="36411"/>
                </a:cubicBezTo>
                <a:cubicBezTo>
                  <a:pt x="22356" y="36411"/>
                  <a:pt x="26289" y="34867"/>
                  <a:pt x="30381" y="31794"/>
                </a:cubicBezTo>
                <a:cubicBezTo>
                  <a:pt x="34474" y="28779"/>
                  <a:pt x="37096" y="25488"/>
                  <a:pt x="38173" y="21963"/>
                </a:cubicBezTo>
                <a:cubicBezTo>
                  <a:pt x="39251" y="18424"/>
                  <a:pt x="38683" y="15132"/>
                  <a:pt x="36469" y="12118"/>
                </a:cubicBezTo>
                <a:close/>
                <a:moveTo>
                  <a:pt x="41246" y="8535"/>
                </a:moveTo>
                <a:cubicBezTo>
                  <a:pt x="44887" y="13472"/>
                  <a:pt x="46140" y="18540"/>
                  <a:pt x="45062" y="23784"/>
                </a:cubicBezTo>
                <a:cubicBezTo>
                  <a:pt x="43912" y="28954"/>
                  <a:pt x="40504" y="33673"/>
                  <a:pt x="34809" y="37824"/>
                </a:cubicBezTo>
                <a:cubicBezTo>
                  <a:pt x="29187" y="42033"/>
                  <a:pt x="23725" y="43912"/>
                  <a:pt x="18380" y="43460"/>
                </a:cubicBezTo>
                <a:cubicBezTo>
                  <a:pt x="13079" y="43009"/>
                  <a:pt x="8593" y="40329"/>
                  <a:pt x="4952" y="35377"/>
                </a:cubicBezTo>
                <a:cubicBezTo>
                  <a:pt x="1253" y="30440"/>
                  <a:pt x="0" y="25371"/>
                  <a:pt x="1136" y="20186"/>
                </a:cubicBezTo>
                <a:cubicBezTo>
                  <a:pt x="2272" y="14958"/>
                  <a:pt x="5680" y="10297"/>
                  <a:pt x="11375" y="6088"/>
                </a:cubicBezTo>
                <a:cubicBezTo>
                  <a:pt x="17069" y="1937"/>
                  <a:pt x="22531" y="0"/>
                  <a:pt x="27818" y="451"/>
                </a:cubicBezTo>
                <a:cubicBezTo>
                  <a:pt x="33105" y="903"/>
                  <a:pt x="37605" y="3583"/>
                  <a:pt x="41246" y="8535"/>
                </a:cubicBezTo>
                <a:close/>
                <a:moveTo>
                  <a:pt x="41246" y="85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6635A-7706-4FBA-84EE-4479B276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836" y="6072634"/>
            <a:ext cx="51820" cy="54558"/>
          </a:xfrm>
          <a:custGeom xmlns:a="http://schemas.openxmlformats.org/drawingml/2006/main">
            <a:pathLst>
              <a:path w="51820" h="54558">
                <a:moveTo>
                  <a:pt x="42266" y="39091"/>
                </a:moveTo>
                <a:lnTo>
                  <a:pt x="21381" y="54558"/>
                </a:lnTo>
                <a:lnTo>
                  <a:pt x="17171" y="48878"/>
                </a:lnTo>
                <a:lnTo>
                  <a:pt x="37882" y="33571"/>
                </a:lnTo>
                <a:cubicBezTo>
                  <a:pt x="41188" y="31124"/>
                  <a:pt x="43125" y="28677"/>
                  <a:pt x="43795" y="26230"/>
                </a:cubicBezTo>
                <a:cubicBezTo>
                  <a:pt x="44480" y="23725"/>
                  <a:pt x="43912" y="21220"/>
                  <a:pt x="41975" y="18672"/>
                </a:cubicBezTo>
                <a:cubicBezTo>
                  <a:pt x="39703" y="15598"/>
                  <a:pt x="36979" y="13880"/>
                  <a:pt x="33673" y="13545"/>
                </a:cubicBezTo>
                <a:cubicBezTo>
                  <a:pt x="30425" y="13254"/>
                  <a:pt x="27133" y="14346"/>
                  <a:pt x="23725" y="16851"/>
                </a:cubicBezTo>
                <a:lnTo>
                  <a:pt x="4209" y="31299"/>
                </a:lnTo>
                <a:lnTo>
                  <a:pt x="0" y="25546"/>
                </a:lnTo>
                <a:lnTo>
                  <a:pt x="34532" y="0"/>
                </a:lnTo>
                <a:lnTo>
                  <a:pt x="38800" y="5695"/>
                </a:lnTo>
                <a:lnTo>
                  <a:pt x="33396" y="9671"/>
                </a:lnTo>
                <a:cubicBezTo>
                  <a:pt x="36513" y="9511"/>
                  <a:pt x="39251" y="9962"/>
                  <a:pt x="41640" y="11040"/>
                </a:cubicBezTo>
                <a:cubicBezTo>
                  <a:pt x="44028" y="12118"/>
                  <a:pt x="46082" y="13880"/>
                  <a:pt x="47902" y="16268"/>
                </a:cubicBezTo>
                <a:cubicBezTo>
                  <a:pt x="50801" y="20259"/>
                  <a:pt x="51820" y="24177"/>
                  <a:pt x="50859" y="27993"/>
                </a:cubicBezTo>
                <a:cubicBezTo>
                  <a:pt x="49883" y="31867"/>
                  <a:pt x="47043" y="35566"/>
                  <a:pt x="42266" y="39091"/>
                </a:cubicBezTo>
                <a:close/>
                <a:moveTo>
                  <a:pt x="42266" y="390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BB9EA-FC06-4ACB-AF0F-70CEF384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578" y="6098923"/>
            <a:ext cx="64345" cy="58767"/>
          </a:xfrm>
          <a:custGeom xmlns:a="http://schemas.openxmlformats.org/drawingml/2006/main">
            <a:pathLst>
              <a:path w="64345" h="58767">
                <a:moveTo>
                  <a:pt x="0" y="51718"/>
                </a:moveTo>
                <a:lnTo>
                  <a:pt x="33105" y="0"/>
                </a:lnTo>
                <a:lnTo>
                  <a:pt x="37882" y="6539"/>
                </a:lnTo>
                <a:lnTo>
                  <a:pt x="9889" y="49839"/>
                </a:lnTo>
                <a:lnTo>
                  <a:pt x="59568" y="35785"/>
                </a:lnTo>
                <a:lnTo>
                  <a:pt x="64345" y="42266"/>
                </a:lnTo>
                <a:lnTo>
                  <a:pt x="5229" y="58767"/>
                </a:lnTo>
                <a:lnTo>
                  <a:pt x="0" y="51718"/>
                </a:lnTo>
                <a:close/>
                <a:moveTo>
                  <a:pt x="0" y="517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A8FD3-B265-4085-AD0F-762E1B6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43" y="6148311"/>
            <a:ext cx="61899" cy="61374"/>
          </a:xfrm>
          <a:custGeom xmlns:a="http://schemas.openxmlformats.org/drawingml/2006/main">
            <a:pathLst>
              <a:path w="61899" h="61374">
                <a:moveTo>
                  <a:pt x="10763" y="35726"/>
                </a:moveTo>
                <a:lnTo>
                  <a:pt x="26857" y="57515"/>
                </a:lnTo>
                <a:lnTo>
                  <a:pt x="21628" y="61374"/>
                </a:lnTo>
                <a:lnTo>
                  <a:pt x="0" y="32144"/>
                </a:lnTo>
                <a:lnTo>
                  <a:pt x="5243" y="28211"/>
                </a:lnTo>
                <a:cubicBezTo>
                  <a:pt x="9452" y="28779"/>
                  <a:pt x="15089" y="29580"/>
                  <a:pt x="22254" y="30600"/>
                </a:cubicBezTo>
                <a:cubicBezTo>
                  <a:pt x="29420" y="31619"/>
                  <a:pt x="33964" y="32246"/>
                  <a:pt x="35959" y="32420"/>
                </a:cubicBezTo>
                <a:cubicBezTo>
                  <a:pt x="39659" y="32770"/>
                  <a:pt x="42557" y="32770"/>
                  <a:pt x="44727" y="32362"/>
                </a:cubicBezTo>
                <a:cubicBezTo>
                  <a:pt x="46883" y="32027"/>
                  <a:pt x="48703" y="31284"/>
                  <a:pt x="50189" y="30207"/>
                </a:cubicBezTo>
                <a:cubicBezTo>
                  <a:pt x="52636" y="28386"/>
                  <a:pt x="53990" y="26056"/>
                  <a:pt x="54281" y="23201"/>
                </a:cubicBezTo>
                <a:cubicBezTo>
                  <a:pt x="54558" y="20303"/>
                  <a:pt x="53655" y="17521"/>
                  <a:pt x="51602" y="14725"/>
                </a:cubicBezTo>
                <a:cubicBezTo>
                  <a:pt x="50189" y="12788"/>
                  <a:pt x="48310" y="10982"/>
                  <a:pt x="46038" y="9321"/>
                </a:cubicBezTo>
                <a:cubicBezTo>
                  <a:pt x="43751" y="7617"/>
                  <a:pt x="40970" y="6088"/>
                  <a:pt x="37780" y="4661"/>
                </a:cubicBezTo>
                <a:lnTo>
                  <a:pt x="44101" y="0"/>
                </a:lnTo>
                <a:cubicBezTo>
                  <a:pt x="46941" y="1762"/>
                  <a:pt x="49446" y="3525"/>
                  <a:pt x="51543" y="5345"/>
                </a:cubicBezTo>
                <a:cubicBezTo>
                  <a:pt x="53713" y="7107"/>
                  <a:pt x="55418" y="8928"/>
                  <a:pt x="56787" y="10749"/>
                </a:cubicBezTo>
                <a:cubicBezTo>
                  <a:pt x="60311" y="15526"/>
                  <a:pt x="61899" y="20186"/>
                  <a:pt x="61622" y="24803"/>
                </a:cubicBezTo>
                <a:cubicBezTo>
                  <a:pt x="61331" y="29406"/>
                  <a:pt x="59233" y="33221"/>
                  <a:pt x="55243" y="36178"/>
                </a:cubicBezTo>
                <a:cubicBezTo>
                  <a:pt x="53320" y="37547"/>
                  <a:pt x="51267" y="38508"/>
                  <a:pt x="49053" y="39076"/>
                </a:cubicBezTo>
                <a:cubicBezTo>
                  <a:pt x="46825" y="39644"/>
                  <a:pt x="43868" y="39819"/>
                  <a:pt x="40169" y="39644"/>
                </a:cubicBezTo>
                <a:cubicBezTo>
                  <a:pt x="39207" y="39586"/>
                  <a:pt x="36251" y="39193"/>
                  <a:pt x="31357" y="38567"/>
                </a:cubicBezTo>
                <a:cubicBezTo>
                  <a:pt x="26463" y="37882"/>
                  <a:pt x="19633" y="36979"/>
                  <a:pt x="10763" y="35726"/>
                </a:cubicBezTo>
                <a:close/>
                <a:moveTo>
                  <a:pt x="10763" y="357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63DCC-5C0F-467B-AB0F-67502E64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48" y="6188130"/>
            <a:ext cx="65190" cy="63894"/>
          </a:xfrm>
          <a:custGeom xmlns:a="http://schemas.openxmlformats.org/drawingml/2006/main">
            <a:pathLst>
              <a:path w="65190" h="63894">
                <a:moveTo>
                  <a:pt x="45557" y="10006"/>
                </a:moveTo>
                <a:lnTo>
                  <a:pt x="9714" y="36527"/>
                </a:lnTo>
                <a:lnTo>
                  <a:pt x="15293" y="44086"/>
                </a:lnTo>
                <a:cubicBezTo>
                  <a:pt x="20011" y="50466"/>
                  <a:pt x="24905" y="54048"/>
                  <a:pt x="29974" y="54849"/>
                </a:cubicBezTo>
                <a:cubicBezTo>
                  <a:pt x="35042" y="55694"/>
                  <a:pt x="40664" y="53757"/>
                  <a:pt x="46868" y="49213"/>
                </a:cubicBezTo>
                <a:cubicBezTo>
                  <a:pt x="53073" y="44596"/>
                  <a:pt x="56481" y="39819"/>
                  <a:pt x="57165" y="34707"/>
                </a:cubicBezTo>
                <a:cubicBezTo>
                  <a:pt x="57850" y="29639"/>
                  <a:pt x="55854" y="23944"/>
                  <a:pt x="51136" y="17579"/>
                </a:cubicBezTo>
                <a:lnTo>
                  <a:pt x="45557" y="10006"/>
                </a:lnTo>
                <a:close/>
                <a:moveTo>
                  <a:pt x="46082" y="0"/>
                </a:moveTo>
                <a:lnTo>
                  <a:pt x="55578" y="12802"/>
                </a:lnTo>
                <a:cubicBezTo>
                  <a:pt x="62175" y="21730"/>
                  <a:pt x="65190" y="29697"/>
                  <a:pt x="64564" y="36586"/>
                </a:cubicBezTo>
                <a:cubicBezTo>
                  <a:pt x="63938" y="43518"/>
                  <a:pt x="59670" y="49898"/>
                  <a:pt x="51762" y="55752"/>
                </a:cubicBezTo>
                <a:cubicBezTo>
                  <a:pt x="43795" y="61666"/>
                  <a:pt x="36411" y="63894"/>
                  <a:pt x="29580" y="62408"/>
                </a:cubicBezTo>
                <a:cubicBezTo>
                  <a:pt x="22750" y="60981"/>
                  <a:pt x="16035" y="55811"/>
                  <a:pt x="9496" y="46941"/>
                </a:cubicBezTo>
                <a:lnTo>
                  <a:pt x="0" y="34081"/>
                </a:lnTo>
                <a:lnTo>
                  <a:pt x="46082" y="0"/>
                </a:lnTo>
                <a:close/>
                <a:moveTo>
                  <a:pt x="460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21961-5866-4BDD-A5F6-895EE741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746" y="6239222"/>
            <a:ext cx="58199" cy="59903"/>
          </a:xfrm>
          <a:custGeom xmlns:a="http://schemas.openxmlformats.org/drawingml/2006/main">
            <a:pathLst>
              <a:path w="58199" h="59903">
                <a:moveTo>
                  <a:pt x="5243" y="29464"/>
                </a:moveTo>
                <a:lnTo>
                  <a:pt x="12802" y="39644"/>
                </a:lnTo>
                <a:lnTo>
                  <a:pt x="47961" y="13647"/>
                </a:lnTo>
                <a:lnTo>
                  <a:pt x="37547" y="4209"/>
                </a:lnTo>
                <a:lnTo>
                  <a:pt x="43242" y="0"/>
                </a:lnTo>
                <a:lnTo>
                  <a:pt x="53597" y="9379"/>
                </a:lnTo>
                <a:lnTo>
                  <a:pt x="58199" y="15584"/>
                </a:lnTo>
                <a:lnTo>
                  <a:pt x="17361" y="45790"/>
                </a:lnTo>
                <a:lnTo>
                  <a:pt x="24920" y="55986"/>
                </a:lnTo>
                <a:lnTo>
                  <a:pt x="19633" y="59903"/>
                </a:lnTo>
                <a:lnTo>
                  <a:pt x="0" y="33338"/>
                </a:lnTo>
                <a:lnTo>
                  <a:pt x="5243" y="29464"/>
                </a:lnTo>
                <a:close/>
                <a:moveTo>
                  <a:pt x="5243" y="294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E15BA-F759-4974-88C9-DB0DB8AE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900" y="6293096"/>
            <a:ext cx="55184" cy="41931"/>
          </a:xfrm>
          <a:custGeom xmlns:a="http://schemas.openxmlformats.org/drawingml/2006/main">
            <a:pathLst>
              <a:path w="55184" h="41931">
                <a:moveTo>
                  <a:pt x="45179" y="5695"/>
                </a:moveTo>
                <a:lnTo>
                  <a:pt x="8870" y="8141"/>
                </a:lnTo>
                <a:lnTo>
                  <a:pt x="20536" y="23900"/>
                </a:lnTo>
                <a:lnTo>
                  <a:pt x="45179" y="5695"/>
                </a:lnTo>
                <a:close/>
                <a:moveTo>
                  <a:pt x="49388" y="0"/>
                </a:moveTo>
                <a:lnTo>
                  <a:pt x="55184" y="7850"/>
                </a:lnTo>
                <a:lnTo>
                  <a:pt x="25153" y="30090"/>
                </a:lnTo>
                <a:lnTo>
                  <a:pt x="29988" y="36644"/>
                </a:lnTo>
                <a:lnTo>
                  <a:pt x="24803" y="40504"/>
                </a:lnTo>
                <a:lnTo>
                  <a:pt x="19968" y="33906"/>
                </a:lnTo>
                <a:lnTo>
                  <a:pt x="9103" y="41931"/>
                </a:lnTo>
                <a:lnTo>
                  <a:pt x="4500" y="35726"/>
                </a:lnTo>
                <a:lnTo>
                  <a:pt x="15365" y="27701"/>
                </a:lnTo>
                <a:lnTo>
                  <a:pt x="0" y="6889"/>
                </a:lnTo>
                <a:lnTo>
                  <a:pt x="5971" y="2447"/>
                </a:lnTo>
                <a:lnTo>
                  <a:pt x="49388" y="0"/>
                </a:lnTo>
                <a:close/>
                <a:moveTo>
                  <a:pt x="493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491CE-DD75-4202-AED0-0F2C860C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407" y="5325991"/>
            <a:ext cx="51602" cy="38916"/>
          </a:xfrm>
          <a:custGeom xmlns:a="http://schemas.openxmlformats.org/drawingml/2006/main">
            <a:pathLst>
              <a:path w="51602" h="38916">
                <a:moveTo>
                  <a:pt x="47218" y="0"/>
                </a:moveTo>
                <a:lnTo>
                  <a:pt x="51602" y="6365"/>
                </a:lnTo>
                <a:lnTo>
                  <a:pt x="4369" y="38916"/>
                </a:lnTo>
                <a:lnTo>
                  <a:pt x="0" y="32479"/>
                </a:lnTo>
                <a:lnTo>
                  <a:pt x="47218" y="0"/>
                </a:lnTo>
                <a:close/>
                <a:moveTo>
                  <a:pt x="4721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E9E53-6452-4692-971B-10A09B4D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209" y="5352731"/>
            <a:ext cx="51878" cy="54092"/>
          </a:xfrm>
          <a:custGeom xmlns:a="http://schemas.openxmlformats.org/drawingml/2006/main">
            <a:pathLst>
              <a:path w="51878" h="54092">
                <a:moveTo>
                  <a:pt x="41814" y="39368"/>
                </a:moveTo>
                <a:lnTo>
                  <a:pt x="20419" y="54092"/>
                </a:lnTo>
                <a:lnTo>
                  <a:pt x="16443" y="48237"/>
                </a:lnTo>
                <a:lnTo>
                  <a:pt x="37664" y="33673"/>
                </a:lnTo>
                <a:cubicBezTo>
                  <a:pt x="41013" y="31343"/>
                  <a:pt x="43067" y="28954"/>
                  <a:pt x="43795" y="26507"/>
                </a:cubicBezTo>
                <a:cubicBezTo>
                  <a:pt x="44538" y="24060"/>
                  <a:pt x="44028" y="21555"/>
                  <a:pt x="42266" y="18934"/>
                </a:cubicBezTo>
                <a:cubicBezTo>
                  <a:pt x="40110" y="15759"/>
                  <a:pt x="37372" y="13996"/>
                  <a:pt x="34124" y="13530"/>
                </a:cubicBezTo>
                <a:cubicBezTo>
                  <a:pt x="30891" y="13079"/>
                  <a:pt x="27527" y="14098"/>
                  <a:pt x="24060" y="16443"/>
                </a:cubicBezTo>
                <a:lnTo>
                  <a:pt x="4034" y="30265"/>
                </a:lnTo>
                <a:lnTo>
                  <a:pt x="0" y="24395"/>
                </a:lnTo>
                <a:lnTo>
                  <a:pt x="35435" y="0"/>
                </a:lnTo>
                <a:lnTo>
                  <a:pt x="39484" y="5855"/>
                </a:lnTo>
                <a:lnTo>
                  <a:pt x="33964" y="9671"/>
                </a:lnTo>
                <a:cubicBezTo>
                  <a:pt x="37037" y="9554"/>
                  <a:pt x="39761" y="10122"/>
                  <a:pt x="42149" y="11258"/>
                </a:cubicBezTo>
                <a:cubicBezTo>
                  <a:pt x="44480" y="12453"/>
                  <a:pt x="46533" y="14273"/>
                  <a:pt x="48179" y="16720"/>
                </a:cubicBezTo>
                <a:cubicBezTo>
                  <a:pt x="51034" y="20813"/>
                  <a:pt x="51878" y="24745"/>
                  <a:pt x="50801" y="28561"/>
                </a:cubicBezTo>
                <a:cubicBezTo>
                  <a:pt x="49723" y="32362"/>
                  <a:pt x="46708" y="36003"/>
                  <a:pt x="41814" y="39368"/>
                </a:cubicBezTo>
                <a:close/>
                <a:moveTo>
                  <a:pt x="41814" y="393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4332D-B406-46C6-921F-DD455EBB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43" y="5395390"/>
            <a:ext cx="50407" cy="43533"/>
          </a:xfrm>
          <a:custGeom xmlns:a="http://schemas.openxmlformats.org/drawingml/2006/main">
            <a:pathLst>
              <a:path w="50407" h="43533">
                <a:moveTo>
                  <a:pt x="50407" y="21905"/>
                </a:moveTo>
                <a:lnTo>
                  <a:pt x="44946" y="25721"/>
                </a:lnTo>
                <a:cubicBezTo>
                  <a:pt x="44654" y="23507"/>
                  <a:pt x="44086" y="21337"/>
                  <a:pt x="43285" y="19283"/>
                </a:cubicBezTo>
                <a:cubicBezTo>
                  <a:pt x="42499" y="17244"/>
                  <a:pt x="41465" y="15249"/>
                  <a:pt x="40154" y="13370"/>
                </a:cubicBezTo>
                <a:cubicBezTo>
                  <a:pt x="38173" y="10472"/>
                  <a:pt x="36236" y="8593"/>
                  <a:pt x="34357" y="7748"/>
                </a:cubicBezTo>
                <a:cubicBezTo>
                  <a:pt x="32479" y="6947"/>
                  <a:pt x="30658" y="7122"/>
                  <a:pt x="28837" y="8360"/>
                </a:cubicBezTo>
                <a:cubicBezTo>
                  <a:pt x="27527" y="9278"/>
                  <a:pt x="26784" y="10530"/>
                  <a:pt x="26740" y="12059"/>
                </a:cubicBezTo>
                <a:cubicBezTo>
                  <a:pt x="26682" y="13661"/>
                  <a:pt x="27366" y="16225"/>
                  <a:pt x="28837" y="19808"/>
                </a:cubicBezTo>
                <a:lnTo>
                  <a:pt x="29755" y="22138"/>
                </a:lnTo>
                <a:cubicBezTo>
                  <a:pt x="31736" y="26857"/>
                  <a:pt x="32479" y="30673"/>
                  <a:pt x="32085" y="33513"/>
                </a:cubicBezTo>
                <a:cubicBezTo>
                  <a:pt x="31678" y="36353"/>
                  <a:pt x="30032" y="38800"/>
                  <a:pt x="27133" y="40795"/>
                </a:cubicBezTo>
                <a:cubicBezTo>
                  <a:pt x="23827" y="43009"/>
                  <a:pt x="20303" y="43533"/>
                  <a:pt x="16603" y="42280"/>
                </a:cubicBezTo>
                <a:cubicBezTo>
                  <a:pt x="12904" y="40970"/>
                  <a:pt x="9496" y="38071"/>
                  <a:pt x="6365" y="33513"/>
                </a:cubicBezTo>
                <a:cubicBezTo>
                  <a:pt x="5054" y="31576"/>
                  <a:pt x="3860" y="29478"/>
                  <a:pt x="2840" y="27192"/>
                </a:cubicBezTo>
                <a:cubicBezTo>
                  <a:pt x="1762" y="24861"/>
                  <a:pt x="845" y="22313"/>
                  <a:pt x="0" y="19516"/>
                </a:cubicBezTo>
                <a:lnTo>
                  <a:pt x="6030" y="15424"/>
                </a:lnTo>
                <a:cubicBezTo>
                  <a:pt x="6365" y="18322"/>
                  <a:pt x="6991" y="21002"/>
                  <a:pt x="7908" y="23507"/>
                </a:cubicBezTo>
                <a:cubicBezTo>
                  <a:pt x="8753" y="25954"/>
                  <a:pt x="9889" y="28226"/>
                  <a:pt x="11317" y="30265"/>
                </a:cubicBezTo>
                <a:cubicBezTo>
                  <a:pt x="13195" y="33003"/>
                  <a:pt x="15132" y="34765"/>
                  <a:pt x="17055" y="35625"/>
                </a:cubicBezTo>
                <a:cubicBezTo>
                  <a:pt x="19050" y="36411"/>
                  <a:pt x="20871" y="36251"/>
                  <a:pt x="22575" y="35100"/>
                </a:cubicBezTo>
                <a:cubicBezTo>
                  <a:pt x="24119" y="34022"/>
                  <a:pt x="24963" y="32653"/>
                  <a:pt x="25080" y="31008"/>
                </a:cubicBezTo>
                <a:cubicBezTo>
                  <a:pt x="25196" y="29362"/>
                  <a:pt x="24395" y="26463"/>
                  <a:pt x="22691" y="22313"/>
                </a:cubicBezTo>
                <a:lnTo>
                  <a:pt x="21788" y="19968"/>
                </a:lnTo>
                <a:cubicBezTo>
                  <a:pt x="20084" y="15817"/>
                  <a:pt x="19458" y="12409"/>
                  <a:pt x="19910" y="9729"/>
                </a:cubicBezTo>
                <a:cubicBezTo>
                  <a:pt x="20361" y="7064"/>
                  <a:pt x="22007" y="4777"/>
                  <a:pt x="24745" y="2913"/>
                </a:cubicBezTo>
                <a:cubicBezTo>
                  <a:pt x="28036" y="568"/>
                  <a:pt x="31459" y="0"/>
                  <a:pt x="34867" y="1136"/>
                </a:cubicBezTo>
                <a:cubicBezTo>
                  <a:pt x="38333" y="2228"/>
                  <a:pt x="41523" y="4952"/>
                  <a:pt x="44538" y="9336"/>
                </a:cubicBezTo>
                <a:cubicBezTo>
                  <a:pt x="46023" y="11433"/>
                  <a:pt x="47218" y="13603"/>
                  <a:pt x="48237" y="15700"/>
                </a:cubicBezTo>
                <a:cubicBezTo>
                  <a:pt x="49213" y="17812"/>
                  <a:pt x="49941" y="19910"/>
                  <a:pt x="50407" y="21905"/>
                </a:cubicBezTo>
                <a:close/>
                <a:moveTo>
                  <a:pt x="50407" y="21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FB019-6378-4522-A1E6-78C2AD3F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869" y="5418271"/>
            <a:ext cx="53247" cy="39703"/>
          </a:xfrm>
          <a:custGeom xmlns:a="http://schemas.openxmlformats.org/drawingml/2006/main">
            <a:pathLst>
              <a:path w="53247" h="39703">
                <a:moveTo>
                  <a:pt x="35435" y="9496"/>
                </a:moveTo>
                <a:lnTo>
                  <a:pt x="39426" y="15293"/>
                </a:lnTo>
                <a:lnTo>
                  <a:pt x="4034" y="39703"/>
                </a:lnTo>
                <a:lnTo>
                  <a:pt x="0" y="33906"/>
                </a:lnTo>
                <a:lnTo>
                  <a:pt x="35435" y="9496"/>
                </a:lnTo>
                <a:close/>
                <a:moveTo>
                  <a:pt x="49199" y="0"/>
                </a:moveTo>
                <a:lnTo>
                  <a:pt x="53247" y="5797"/>
                </a:lnTo>
                <a:lnTo>
                  <a:pt x="45849" y="10923"/>
                </a:lnTo>
                <a:lnTo>
                  <a:pt x="41858" y="5054"/>
                </a:lnTo>
                <a:lnTo>
                  <a:pt x="49199" y="0"/>
                </a:lnTo>
                <a:close/>
                <a:moveTo>
                  <a:pt x="491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6B62E-BED4-47A8-B1F0-B378C8C9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849" y="5449672"/>
            <a:ext cx="65889" cy="52505"/>
          </a:xfrm>
          <a:custGeom xmlns:a="http://schemas.openxmlformats.org/drawingml/2006/main">
            <a:pathLst>
              <a:path w="65889" h="52505">
                <a:moveTo>
                  <a:pt x="44611" y="31343"/>
                </a:moveTo>
                <a:cubicBezTo>
                  <a:pt x="48820" y="28444"/>
                  <a:pt x="51485" y="25313"/>
                  <a:pt x="52577" y="21963"/>
                </a:cubicBezTo>
                <a:cubicBezTo>
                  <a:pt x="53713" y="18657"/>
                  <a:pt x="53204" y="15409"/>
                  <a:pt x="51034" y="12234"/>
                </a:cubicBezTo>
                <a:cubicBezTo>
                  <a:pt x="48878" y="9161"/>
                  <a:pt x="46023" y="7501"/>
                  <a:pt x="42557" y="7340"/>
                </a:cubicBezTo>
                <a:cubicBezTo>
                  <a:pt x="39033" y="7224"/>
                  <a:pt x="35158" y="8593"/>
                  <a:pt x="30949" y="11491"/>
                </a:cubicBezTo>
                <a:cubicBezTo>
                  <a:pt x="26740" y="14390"/>
                  <a:pt x="24075" y="17521"/>
                  <a:pt x="22924" y="20827"/>
                </a:cubicBezTo>
                <a:cubicBezTo>
                  <a:pt x="21847" y="24177"/>
                  <a:pt x="22356" y="27425"/>
                  <a:pt x="24468" y="30498"/>
                </a:cubicBezTo>
                <a:cubicBezTo>
                  <a:pt x="26624" y="33673"/>
                  <a:pt x="29478" y="35333"/>
                  <a:pt x="33003" y="35435"/>
                </a:cubicBezTo>
                <a:cubicBezTo>
                  <a:pt x="36527" y="35552"/>
                  <a:pt x="40402" y="34183"/>
                  <a:pt x="44611" y="31343"/>
                </a:cubicBezTo>
                <a:close/>
                <a:moveTo>
                  <a:pt x="34882" y="46591"/>
                </a:moveTo>
                <a:cubicBezTo>
                  <a:pt x="28852" y="50742"/>
                  <a:pt x="23449" y="52505"/>
                  <a:pt x="18657" y="51820"/>
                </a:cubicBezTo>
                <a:cubicBezTo>
                  <a:pt x="13822" y="51194"/>
                  <a:pt x="9554" y="48135"/>
                  <a:pt x="5753" y="42557"/>
                </a:cubicBezTo>
                <a:cubicBezTo>
                  <a:pt x="4326" y="40504"/>
                  <a:pt x="3190" y="38508"/>
                  <a:pt x="2228" y="36469"/>
                </a:cubicBezTo>
                <a:cubicBezTo>
                  <a:pt x="1253" y="34474"/>
                  <a:pt x="510" y="32377"/>
                  <a:pt x="0" y="30207"/>
                </a:cubicBezTo>
                <a:lnTo>
                  <a:pt x="5636" y="26332"/>
                </a:lnTo>
                <a:cubicBezTo>
                  <a:pt x="5913" y="28677"/>
                  <a:pt x="6379" y="30833"/>
                  <a:pt x="7107" y="32770"/>
                </a:cubicBezTo>
                <a:cubicBezTo>
                  <a:pt x="7792" y="34765"/>
                  <a:pt x="8768" y="36629"/>
                  <a:pt x="9962" y="38348"/>
                </a:cubicBezTo>
                <a:cubicBezTo>
                  <a:pt x="12584" y="42149"/>
                  <a:pt x="15540" y="44319"/>
                  <a:pt x="18832" y="44887"/>
                </a:cubicBezTo>
                <a:cubicBezTo>
                  <a:pt x="22138" y="45397"/>
                  <a:pt x="25779" y="44261"/>
                  <a:pt x="29813" y="41465"/>
                </a:cubicBezTo>
                <a:lnTo>
                  <a:pt x="32712" y="39484"/>
                </a:lnTo>
                <a:cubicBezTo>
                  <a:pt x="29755" y="39761"/>
                  <a:pt x="27148" y="39251"/>
                  <a:pt x="24803" y="38115"/>
                </a:cubicBezTo>
                <a:cubicBezTo>
                  <a:pt x="22531" y="36979"/>
                  <a:pt x="20434" y="35042"/>
                  <a:pt x="18657" y="32420"/>
                </a:cubicBezTo>
                <a:cubicBezTo>
                  <a:pt x="15642" y="28109"/>
                  <a:pt x="14914" y="23434"/>
                  <a:pt x="16385" y="18540"/>
                </a:cubicBezTo>
                <a:cubicBezTo>
                  <a:pt x="17871" y="13589"/>
                  <a:pt x="21337" y="9219"/>
                  <a:pt x="26798" y="5462"/>
                </a:cubicBezTo>
                <a:cubicBezTo>
                  <a:pt x="32260" y="1704"/>
                  <a:pt x="37605" y="0"/>
                  <a:pt x="42732" y="393"/>
                </a:cubicBezTo>
                <a:cubicBezTo>
                  <a:pt x="47844" y="801"/>
                  <a:pt x="51951" y="3131"/>
                  <a:pt x="54908" y="7457"/>
                </a:cubicBezTo>
                <a:cubicBezTo>
                  <a:pt x="56728" y="10064"/>
                  <a:pt x="57748" y="12686"/>
                  <a:pt x="58039" y="15307"/>
                </a:cubicBezTo>
                <a:cubicBezTo>
                  <a:pt x="58258" y="17856"/>
                  <a:pt x="57748" y="20478"/>
                  <a:pt x="56495" y="23099"/>
                </a:cubicBezTo>
                <a:lnTo>
                  <a:pt x="61899" y="19400"/>
                </a:lnTo>
                <a:lnTo>
                  <a:pt x="65889" y="25255"/>
                </a:lnTo>
                <a:lnTo>
                  <a:pt x="34882" y="46591"/>
                </a:lnTo>
                <a:close/>
                <a:moveTo>
                  <a:pt x="34882" y="465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F4DA2-CAAF-483A-B7F1-23267339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430" y="5477155"/>
            <a:ext cx="53247" cy="63603"/>
          </a:xfrm>
          <a:custGeom xmlns:a="http://schemas.openxmlformats.org/drawingml/2006/main">
            <a:pathLst>
              <a:path w="53247" h="63603">
                <a:moveTo>
                  <a:pt x="41814" y="48864"/>
                </a:moveTo>
                <a:lnTo>
                  <a:pt x="20419" y="63603"/>
                </a:lnTo>
                <a:lnTo>
                  <a:pt x="16385" y="57733"/>
                </a:lnTo>
                <a:lnTo>
                  <a:pt x="37605" y="43169"/>
                </a:lnTo>
                <a:cubicBezTo>
                  <a:pt x="40955" y="40839"/>
                  <a:pt x="43009" y="38508"/>
                  <a:pt x="43751" y="36003"/>
                </a:cubicBezTo>
                <a:cubicBezTo>
                  <a:pt x="44538" y="33556"/>
                  <a:pt x="44028" y="31051"/>
                  <a:pt x="42208" y="28444"/>
                </a:cubicBezTo>
                <a:cubicBezTo>
                  <a:pt x="40052" y="25313"/>
                  <a:pt x="37372" y="23492"/>
                  <a:pt x="34066" y="23041"/>
                </a:cubicBezTo>
                <a:cubicBezTo>
                  <a:pt x="30833" y="22633"/>
                  <a:pt x="27468" y="23609"/>
                  <a:pt x="24060" y="25997"/>
                </a:cubicBezTo>
                <a:lnTo>
                  <a:pt x="4034" y="39761"/>
                </a:lnTo>
                <a:lnTo>
                  <a:pt x="0" y="33906"/>
                </a:lnTo>
                <a:lnTo>
                  <a:pt x="49213" y="0"/>
                </a:lnTo>
                <a:lnTo>
                  <a:pt x="53247" y="5855"/>
                </a:lnTo>
                <a:lnTo>
                  <a:pt x="33964" y="19167"/>
                </a:lnTo>
                <a:cubicBezTo>
                  <a:pt x="37037" y="19108"/>
                  <a:pt x="39761" y="19618"/>
                  <a:pt x="42091" y="20813"/>
                </a:cubicBezTo>
                <a:cubicBezTo>
                  <a:pt x="44421" y="21949"/>
                  <a:pt x="46475" y="23769"/>
                  <a:pt x="48179" y="26216"/>
                </a:cubicBezTo>
                <a:cubicBezTo>
                  <a:pt x="50975" y="30323"/>
                  <a:pt x="51820" y="34241"/>
                  <a:pt x="50742" y="38057"/>
                </a:cubicBezTo>
                <a:cubicBezTo>
                  <a:pt x="49665" y="41916"/>
                  <a:pt x="46708" y="45514"/>
                  <a:pt x="41814" y="48864"/>
                </a:cubicBezTo>
                <a:close/>
                <a:moveTo>
                  <a:pt x="41814" y="488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20F65-2D60-495D-990A-0A542AA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516" y="5520950"/>
            <a:ext cx="45790" cy="49155"/>
          </a:xfrm>
          <a:custGeom xmlns:a="http://schemas.openxmlformats.org/drawingml/2006/main">
            <a:pathLst>
              <a:path w="45790" h="49155">
                <a:moveTo>
                  <a:pt x="45790" y="5869"/>
                </a:moveTo>
                <a:lnTo>
                  <a:pt x="35726" y="12744"/>
                </a:lnTo>
                <a:lnTo>
                  <a:pt x="43970" y="24759"/>
                </a:lnTo>
                <a:lnTo>
                  <a:pt x="39426" y="27876"/>
                </a:lnTo>
                <a:lnTo>
                  <a:pt x="31168" y="15875"/>
                </a:lnTo>
                <a:lnTo>
                  <a:pt x="11943" y="29129"/>
                </a:lnTo>
                <a:cubicBezTo>
                  <a:pt x="9044" y="31124"/>
                  <a:pt x="7457" y="32770"/>
                  <a:pt x="7224" y="34139"/>
                </a:cubicBezTo>
                <a:cubicBezTo>
                  <a:pt x="6933" y="35508"/>
                  <a:pt x="7617" y="37387"/>
                  <a:pt x="9263" y="39834"/>
                </a:cubicBezTo>
                <a:lnTo>
                  <a:pt x="13428" y="45805"/>
                </a:lnTo>
                <a:lnTo>
                  <a:pt x="8535" y="49155"/>
                </a:lnTo>
                <a:lnTo>
                  <a:pt x="4428" y="43183"/>
                </a:lnTo>
                <a:cubicBezTo>
                  <a:pt x="1311" y="38698"/>
                  <a:pt x="0" y="34998"/>
                  <a:pt x="510" y="32144"/>
                </a:cubicBezTo>
                <a:cubicBezTo>
                  <a:pt x="1020" y="29245"/>
                  <a:pt x="3466" y="26289"/>
                  <a:pt x="7908" y="23274"/>
                </a:cubicBezTo>
                <a:lnTo>
                  <a:pt x="27133" y="10020"/>
                </a:lnTo>
                <a:lnTo>
                  <a:pt x="24235" y="5753"/>
                </a:lnTo>
                <a:lnTo>
                  <a:pt x="28721" y="2622"/>
                </a:lnTo>
                <a:lnTo>
                  <a:pt x="31692" y="6889"/>
                </a:lnTo>
                <a:lnTo>
                  <a:pt x="41756" y="0"/>
                </a:lnTo>
                <a:lnTo>
                  <a:pt x="45790" y="5869"/>
                </a:lnTo>
                <a:close/>
                <a:moveTo>
                  <a:pt x="45790" y="58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6B8E7-8B00-4E10-AE61-82421FA1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828" y="5554754"/>
            <a:ext cx="50407" cy="43518"/>
          </a:xfrm>
          <a:custGeom xmlns:a="http://schemas.openxmlformats.org/drawingml/2006/main">
            <a:pathLst>
              <a:path w="50407" h="43518">
                <a:moveTo>
                  <a:pt x="50407" y="21905"/>
                </a:moveTo>
                <a:lnTo>
                  <a:pt x="44887" y="25706"/>
                </a:lnTo>
                <a:cubicBezTo>
                  <a:pt x="44596" y="23492"/>
                  <a:pt x="44086" y="21337"/>
                  <a:pt x="43285" y="19283"/>
                </a:cubicBezTo>
                <a:cubicBezTo>
                  <a:pt x="42499" y="17230"/>
                  <a:pt x="41421" y="15249"/>
                  <a:pt x="40110" y="13312"/>
                </a:cubicBezTo>
                <a:cubicBezTo>
                  <a:pt x="38115" y="10414"/>
                  <a:pt x="36178" y="8593"/>
                  <a:pt x="34299" y="7734"/>
                </a:cubicBezTo>
                <a:cubicBezTo>
                  <a:pt x="32420" y="6874"/>
                  <a:pt x="30600" y="7107"/>
                  <a:pt x="28837" y="8302"/>
                </a:cubicBezTo>
                <a:cubicBezTo>
                  <a:pt x="27483" y="9263"/>
                  <a:pt x="26798" y="10457"/>
                  <a:pt x="26740" y="12059"/>
                </a:cubicBezTo>
                <a:cubicBezTo>
                  <a:pt x="26682" y="13589"/>
                  <a:pt x="27366" y="16210"/>
                  <a:pt x="28837" y="19793"/>
                </a:cubicBezTo>
                <a:lnTo>
                  <a:pt x="29755" y="22123"/>
                </a:lnTo>
                <a:cubicBezTo>
                  <a:pt x="31692" y="26842"/>
                  <a:pt x="32479" y="30658"/>
                  <a:pt x="32085" y="33498"/>
                </a:cubicBezTo>
                <a:cubicBezTo>
                  <a:pt x="31634" y="36353"/>
                  <a:pt x="29974" y="38741"/>
                  <a:pt x="27133" y="40737"/>
                </a:cubicBezTo>
                <a:cubicBezTo>
                  <a:pt x="23842" y="43009"/>
                  <a:pt x="20303" y="43518"/>
                  <a:pt x="16603" y="42208"/>
                </a:cubicBezTo>
                <a:cubicBezTo>
                  <a:pt x="12919" y="40955"/>
                  <a:pt x="9496" y="37998"/>
                  <a:pt x="6306" y="33454"/>
                </a:cubicBezTo>
                <a:cubicBezTo>
                  <a:pt x="5010" y="31576"/>
                  <a:pt x="3860" y="29464"/>
                  <a:pt x="2782" y="27133"/>
                </a:cubicBezTo>
                <a:cubicBezTo>
                  <a:pt x="1762" y="24861"/>
                  <a:pt x="845" y="22298"/>
                  <a:pt x="0" y="19516"/>
                </a:cubicBezTo>
                <a:lnTo>
                  <a:pt x="6030" y="15351"/>
                </a:lnTo>
                <a:cubicBezTo>
                  <a:pt x="6365" y="18322"/>
                  <a:pt x="6991" y="20987"/>
                  <a:pt x="7850" y="23434"/>
                </a:cubicBezTo>
                <a:cubicBezTo>
                  <a:pt x="8753" y="25939"/>
                  <a:pt x="9904" y="28153"/>
                  <a:pt x="11317" y="30207"/>
                </a:cubicBezTo>
                <a:cubicBezTo>
                  <a:pt x="13195" y="32988"/>
                  <a:pt x="15132" y="34751"/>
                  <a:pt x="17069" y="35552"/>
                </a:cubicBezTo>
                <a:cubicBezTo>
                  <a:pt x="19007" y="36411"/>
                  <a:pt x="20827" y="36236"/>
                  <a:pt x="22531" y="35042"/>
                </a:cubicBezTo>
                <a:cubicBezTo>
                  <a:pt x="24119" y="33964"/>
                  <a:pt x="24978" y="32595"/>
                  <a:pt x="25080" y="30949"/>
                </a:cubicBezTo>
                <a:cubicBezTo>
                  <a:pt x="25196" y="29347"/>
                  <a:pt x="24410" y="26449"/>
                  <a:pt x="22691" y="22298"/>
                </a:cubicBezTo>
                <a:lnTo>
                  <a:pt x="21788" y="19910"/>
                </a:lnTo>
                <a:cubicBezTo>
                  <a:pt x="20084" y="15817"/>
                  <a:pt x="19458" y="12394"/>
                  <a:pt x="19910" y="9729"/>
                </a:cubicBezTo>
                <a:cubicBezTo>
                  <a:pt x="20361" y="7049"/>
                  <a:pt x="21963" y="4777"/>
                  <a:pt x="24745" y="2840"/>
                </a:cubicBezTo>
                <a:cubicBezTo>
                  <a:pt x="28051" y="568"/>
                  <a:pt x="31459" y="0"/>
                  <a:pt x="34867" y="1078"/>
                </a:cubicBezTo>
                <a:cubicBezTo>
                  <a:pt x="38290" y="2214"/>
                  <a:pt x="41523" y="4952"/>
                  <a:pt x="44538" y="9263"/>
                </a:cubicBezTo>
                <a:cubicBezTo>
                  <a:pt x="46023" y="11433"/>
                  <a:pt x="47218" y="13530"/>
                  <a:pt x="48237" y="15700"/>
                </a:cubicBezTo>
                <a:cubicBezTo>
                  <a:pt x="49213" y="17798"/>
                  <a:pt x="49956" y="19851"/>
                  <a:pt x="50407" y="21905"/>
                </a:cubicBezTo>
                <a:close/>
                <a:moveTo>
                  <a:pt x="50407" y="21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66136-6641-4E38-9F15-21BFE0B8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679" y="5591383"/>
            <a:ext cx="64637" cy="57806"/>
          </a:xfrm>
          <a:custGeom xmlns:a="http://schemas.openxmlformats.org/drawingml/2006/main">
            <a:pathLst>
              <a:path w="64637" h="57806">
                <a:moveTo>
                  <a:pt x="55869" y="7967"/>
                </a:moveTo>
                <a:lnTo>
                  <a:pt x="26347" y="15482"/>
                </a:lnTo>
                <a:lnTo>
                  <a:pt x="38348" y="32828"/>
                </a:lnTo>
                <a:lnTo>
                  <a:pt x="55869" y="7967"/>
                </a:lnTo>
                <a:close/>
                <a:moveTo>
                  <a:pt x="59685" y="0"/>
                </a:moveTo>
                <a:lnTo>
                  <a:pt x="64637" y="7282"/>
                </a:lnTo>
                <a:lnTo>
                  <a:pt x="29813" y="57806"/>
                </a:lnTo>
                <a:lnTo>
                  <a:pt x="25211" y="51150"/>
                </a:lnTo>
                <a:lnTo>
                  <a:pt x="34357" y="38523"/>
                </a:lnTo>
                <a:lnTo>
                  <a:pt x="19749" y="17244"/>
                </a:lnTo>
                <a:lnTo>
                  <a:pt x="4661" y="21220"/>
                </a:lnTo>
                <a:lnTo>
                  <a:pt x="0" y="14506"/>
                </a:lnTo>
                <a:lnTo>
                  <a:pt x="59685" y="0"/>
                </a:lnTo>
                <a:close/>
                <a:moveTo>
                  <a:pt x="5968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C0B22-01B6-4BE0-8D68-C10BB606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448" y="5631217"/>
            <a:ext cx="65190" cy="49490"/>
          </a:xfrm>
          <a:custGeom xmlns:a="http://schemas.openxmlformats.org/drawingml/2006/main">
            <a:pathLst>
              <a:path w="65190" h="49490">
                <a:moveTo>
                  <a:pt x="22808" y="26565"/>
                </a:moveTo>
                <a:lnTo>
                  <a:pt x="3976" y="39484"/>
                </a:lnTo>
                <a:lnTo>
                  <a:pt x="0" y="33615"/>
                </a:lnTo>
                <a:lnTo>
                  <a:pt x="48864" y="0"/>
                </a:lnTo>
                <a:lnTo>
                  <a:pt x="52912" y="5855"/>
                </a:lnTo>
                <a:lnTo>
                  <a:pt x="47509" y="9554"/>
                </a:lnTo>
                <a:cubicBezTo>
                  <a:pt x="50466" y="9321"/>
                  <a:pt x="53073" y="9787"/>
                  <a:pt x="55418" y="10923"/>
                </a:cubicBezTo>
                <a:cubicBezTo>
                  <a:pt x="57748" y="12118"/>
                  <a:pt x="59787" y="13996"/>
                  <a:pt x="61549" y="16545"/>
                </a:cubicBezTo>
                <a:cubicBezTo>
                  <a:pt x="64520" y="20871"/>
                  <a:pt x="65190" y="25546"/>
                  <a:pt x="63661" y="30600"/>
                </a:cubicBezTo>
                <a:cubicBezTo>
                  <a:pt x="62073" y="35610"/>
                  <a:pt x="58534" y="40052"/>
                  <a:pt x="52971" y="43912"/>
                </a:cubicBezTo>
                <a:cubicBezTo>
                  <a:pt x="47393" y="47728"/>
                  <a:pt x="41989" y="49490"/>
                  <a:pt x="36688" y="49155"/>
                </a:cubicBezTo>
                <a:cubicBezTo>
                  <a:pt x="31401" y="48805"/>
                  <a:pt x="27308" y="46475"/>
                  <a:pt x="24352" y="42208"/>
                </a:cubicBezTo>
                <a:cubicBezTo>
                  <a:pt x="22589" y="39586"/>
                  <a:pt x="21555" y="37037"/>
                  <a:pt x="21279" y="34416"/>
                </a:cubicBezTo>
                <a:cubicBezTo>
                  <a:pt x="21046" y="31852"/>
                  <a:pt x="21497" y="29245"/>
                  <a:pt x="22808" y="26565"/>
                </a:cubicBezTo>
                <a:close/>
                <a:moveTo>
                  <a:pt x="48805" y="37882"/>
                </a:moveTo>
                <a:cubicBezTo>
                  <a:pt x="53073" y="34925"/>
                  <a:pt x="55811" y="31736"/>
                  <a:pt x="57063" y="28269"/>
                </a:cubicBezTo>
                <a:cubicBezTo>
                  <a:pt x="58258" y="24861"/>
                  <a:pt x="57806" y="21614"/>
                  <a:pt x="55694" y="18482"/>
                </a:cubicBezTo>
                <a:cubicBezTo>
                  <a:pt x="53597" y="15409"/>
                  <a:pt x="50684" y="13822"/>
                  <a:pt x="47043" y="13763"/>
                </a:cubicBezTo>
                <a:cubicBezTo>
                  <a:pt x="43402" y="13647"/>
                  <a:pt x="39426" y="15132"/>
                  <a:pt x="35158" y="18031"/>
                </a:cubicBezTo>
                <a:cubicBezTo>
                  <a:pt x="30891" y="20987"/>
                  <a:pt x="28109" y="24177"/>
                  <a:pt x="26915" y="27643"/>
                </a:cubicBezTo>
                <a:cubicBezTo>
                  <a:pt x="25662" y="31051"/>
                  <a:pt x="26114" y="34299"/>
                  <a:pt x="28269" y="37430"/>
                </a:cubicBezTo>
                <a:cubicBezTo>
                  <a:pt x="30381" y="40504"/>
                  <a:pt x="33280" y="42033"/>
                  <a:pt x="36921" y="42149"/>
                </a:cubicBezTo>
                <a:cubicBezTo>
                  <a:pt x="40562" y="42208"/>
                  <a:pt x="44552" y="40780"/>
                  <a:pt x="48805" y="37882"/>
                </a:cubicBezTo>
                <a:close/>
                <a:moveTo>
                  <a:pt x="48805" y="378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D78F6-DED2-40CC-A8DF-76E391F4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717" y="5672347"/>
            <a:ext cx="65263" cy="49490"/>
          </a:xfrm>
          <a:custGeom xmlns:a="http://schemas.openxmlformats.org/drawingml/2006/main">
            <a:pathLst>
              <a:path w="65263" h="49490">
                <a:moveTo>
                  <a:pt x="22822" y="26565"/>
                </a:moveTo>
                <a:lnTo>
                  <a:pt x="4049" y="39484"/>
                </a:lnTo>
                <a:lnTo>
                  <a:pt x="0" y="33615"/>
                </a:lnTo>
                <a:lnTo>
                  <a:pt x="48936" y="0"/>
                </a:lnTo>
                <a:lnTo>
                  <a:pt x="52912" y="5797"/>
                </a:lnTo>
                <a:lnTo>
                  <a:pt x="47567" y="9554"/>
                </a:lnTo>
                <a:cubicBezTo>
                  <a:pt x="50524" y="9336"/>
                  <a:pt x="53145" y="9787"/>
                  <a:pt x="55418" y="10923"/>
                </a:cubicBezTo>
                <a:cubicBezTo>
                  <a:pt x="57748" y="12118"/>
                  <a:pt x="59801" y="13996"/>
                  <a:pt x="61564" y="16560"/>
                </a:cubicBezTo>
                <a:cubicBezTo>
                  <a:pt x="64579" y="20885"/>
                  <a:pt x="65263" y="25546"/>
                  <a:pt x="63661" y="30600"/>
                </a:cubicBezTo>
                <a:cubicBezTo>
                  <a:pt x="62132" y="35610"/>
                  <a:pt x="58549" y="40052"/>
                  <a:pt x="52971" y="43926"/>
                </a:cubicBezTo>
                <a:cubicBezTo>
                  <a:pt x="47393" y="47728"/>
                  <a:pt x="41989" y="49490"/>
                  <a:pt x="36702" y="49155"/>
                </a:cubicBezTo>
                <a:cubicBezTo>
                  <a:pt x="31459" y="48805"/>
                  <a:pt x="27366" y="46475"/>
                  <a:pt x="24410" y="42149"/>
                </a:cubicBezTo>
                <a:cubicBezTo>
                  <a:pt x="22589" y="39601"/>
                  <a:pt x="21570" y="36979"/>
                  <a:pt x="21337" y="34416"/>
                </a:cubicBezTo>
                <a:cubicBezTo>
                  <a:pt x="21060" y="31852"/>
                  <a:pt x="21570" y="29245"/>
                  <a:pt x="22822" y="26565"/>
                </a:cubicBezTo>
                <a:close/>
                <a:moveTo>
                  <a:pt x="48820" y="37838"/>
                </a:moveTo>
                <a:cubicBezTo>
                  <a:pt x="53087" y="34925"/>
                  <a:pt x="55869" y="31692"/>
                  <a:pt x="57063" y="28269"/>
                </a:cubicBezTo>
                <a:cubicBezTo>
                  <a:pt x="58316" y="24861"/>
                  <a:pt x="57864" y="21555"/>
                  <a:pt x="55752" y="18482"/>
                </a:cubicBezTo>
                <a:cubicBezTo>
                  <a:pt x="53597" y="15409"/>
                  <a:pt x="50757" y="13822"/>
                  <a:pt x="47116" y="13763"/>
                </a:cubicBezTo>
                <a:cubicBezTo>
                  <a:pt x="43416" y="13647"/>
                  <a:pt x="39484" y="15074"/>
                  <a:pt x="35217" y="18031"/>
                </a:cubicBezTo>
                <a:cubicBezTo>
                  <a:pt x="30891" y="20987"/>
                  <a:pt x="28168" y="24177"/>
                  <a:pt x="26915" y="27585"/>
                </a:cubicBezTo>
                <a:cubicBezTo>
                  <a:pt x="25721" y="31066"/>
                  <a:pt x="26172" y="34299"/>
                  <a:pt x="28284" y="37372"/>
                </a:cubicBezTo>
                <a:cubicBezTo>
                  <a:pt x="30381" y="40504"/>
                  <a:pt x="33280" y="42047"/>
                  <a:pt x="36921" y="42149"/>
                </a:cubicBezTo>
                <a:cubicBezTo>
                  <a:pt x="40562" y="42208"/>
                  <a:pt x="44552" y="40795"/>
                  <a:pt x="48820" y="37838"/>
                </a:cubicBezTo>
                <a:close/>
                <a:moveTo>
                  <a:pt x="48820" y="378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F698A-E823-4914-9180-2BA78F07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648" y="5704155"/>
            <a:ext cx="53247" cy="39703"/>
          </a:xfrm>
          <a:custGeom xmlns:a="http://schemas.openxmlformats.org/drawingml/2006/main">
            <a:pathLst>
              <a:path w="53247" h="39703">
                <a:moveTo>
                  <a:pt x="49213" y="0"/>
                </a:moveTo>
                <a:lnTo>
                  <a:pt x="53247" y="5855"/>
                </a:lnTo>
                <a:lnTo>
                  <a:pt x="4049" y="39703"/>
                </a:lnTo>
                <a:lnTo>
                  <a:pt x="0" y="33906"/>
                </a:lnTo>
                <a:lnTo>
                  <a:pt x="49213" y="0"/>
                </a:lnTo>
                <a:close/>
                <a:moveTo>
                  <a:pt x="492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52DA2-1BA7-4593-B33F-9029AA7D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17" y="5735949"/>
            <a:ext cx="46140" cy="47786"/>
          </a:xfrm>
          <a:custGeom xmlns:a="http://schemas.openxmlformats.org/drawingml/2006/main">
            <a:pathLst>
              <a:path w="46140" h="47786">
                <a:moveTo>
                  <a:pt x="35391" y="37212"/>
                </a:moveTo>
                <a:lnTo>
                  <a:pt x="32537" y="39193"/>
                </a:lnTo>
                <a:lnTo>
                  <a:pt x="14113" y="12409"/>
                </a:lnTo>
                <a:cubicBezTo>
                  <a:pt x="10239" y="15424"/>
                  <a:pt x="8025" y="18715"/>
                  <a:pt x="7457" y="22356"/>
                </a:cubicBezTo>
                <a:cubicBezTo>
                  <a:pt x="6831" y="25939"/>
                  <a:pt x="7850" y="29697"/>
                  <a:pt x="10530" y="33513"/>
                </a:cubicBezTo>
                <a:cubicBezTo>
                  <a:pt x="12059" y="35785"/>
                  <a:pt x="13822" y="37722"/>
                  <a:pt x="15817" y="39484"/>
                </a:cubicBezTo>
                <a:cubicBezTo>
                  <a:pt x="17812" y="41188"/>
                  <a:pt x="20026" y="42732"/>
                  <a:pt x="22589" y="44043"/>
                </a:cubicBezTo>
                <a:lnTo>
                  <a:pt x="17069" y="47786"/>
                </a:lnTo>
                <a:cubicBezTo>
                  <a:pt x="14739" y="46315"/>
                  <a:pt x="12569" y="44669"/>
                  <a:pt x="10647" y="42790"/>
                </a:cubicBezTo>
                <a:cubicBezTo>
                  <a:pt x="8651" y="40911"/>
                  <a:pt x="6889" y="38858"/>
                  <a:pt x="5345" y="36586"/>
                </a:cubicBezTo>
                <a:cubicBezTo>
                  <a:pt x="1427" y="30949"/>
                  <a:pt x="0" y="25313"/>
                  <a:pt x="1020" y="19749"/>
                </a:cubicBezTo>
                <a:cubicBezTo>
                  <a:pt x="2054" y="14229"/>
                  <a:pt x="5345" y="9496"/>
                  <a:pt x="10982" y="5636"/>
                </a:cubicBezTo>
                <a:cubicBezTo>
                  <a:pt x="16778" y="1646"/>
                  <a:pt x="22415" y="0"/>
                  <a:pt x="27993" y="801"/>
                </a:cubicBezTo>
                <a:cubicBezTo>
                  <a:pt x="33571" y="1588"/>
                  <a:pt x="38173" y="4661"/>
                  <a:pt x="41814" y="9962"/>
                </a:cubicBezTo>
                <a:cubicBezTo>
                  <a:pt x="45120" y="14739"/>
                  <a:pt x="46140" y="19575"/>
                  <a:pt x="45004" y="24468"/>
                </a:cubicBezTo>
                <a:cubicBezTo>
                  <a:pt x="43868" y="29362"/>
                  <a:pt x="40620" y="33571"/>
                  <a:pt x="35391" y="37212"/>
                </a:cubicBezTo>
                <a:close/>
                <a:moveTo>
                  <a:pt x="33061" y="30207"/>
                </a:moveTo>
                <a:cubicBezTo>
                  <a:pt x="36236" y="27993"/>
                  <a:pt x="38115" y="25371"/>
                  <a:pt x="38858" y="22298"/>
                </a:cubicBezTo>
                <a:cubicBezTo>
                  <a:pt x="39542" y="19225"/>
                  <a:pt x="38916" y="16268"/>
                  <a:pt x="36921" y="13428"/>
                </a:cubicBezTo>
                <a:cubicBezTo>
                  <a:pt x="34707" y="10181"/>
                  <a:pt x="31969" y="8200"/>
                  <a:pt x="28852" y="7515"/>
                </a:cubicBezTo>
                <a:cubicBezTo>
                  <a:pt x="25662" y="6831"/>
                  <a:pt x="22298" y="7515"/>
                  <a:pt x="18715" y="9496"/>
                </a:cubicBezTo>
                <a:lnTo>
                  <a:pt x="33061" y="30207"/>
                </a:lnTo>
                <a:close/>
                <a:moveTo>
                  <a:pt x="33061" y="302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16250-77BA-4DC7-AC41-B000157F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138" y="5769914"/>
            <a:ext cx="61433" cy="59117"/>
          </a:xfrm>
          <a:custGeom xmlns:a="http://schemas.openxmlformats.org/drawingml/2006/main">
            <a:pathLst>
              <a:path w="61433" h="59117">
                <a:moveTo>
                  <a:pt x="61433" y="31634"/>
                </a:moveTo>
                <a:lnTo>
                  <a:pt x="54718" y="36236"/>
                </a:lnTo>
                <a:cubicBezTo>
                  <a:pt x="55243" y="32712"/>
                  <a:pt x="55184" y="29420"/>
                  <a:pt x="54500" y="26289"/>
                </a:cubicBezTo>
                <a:cubicBezTo>
                  <a:pt x="53757" y="23157"/>
                  <a:pt x="52505" y="20259"/>
                  <a:pt x="50626" y="17463"/>
                </a:cubicBezTo>
                <a:cubicBezTo>
                  <a:pt x="46868" y="12118"/>
                  <a:pt x="42382" y="9103"/>
                  <a:pt x="37139" y="8476"/>
                </a:cubicBezTo>
                <a:cubicBezTo>
                  <a:pt x="31852" y="7908"/>
                  <a:pt x="26114" y="9729"/>
                  <a:pt x="19851" y="14055"/>
                </a:cubicBezTo>
                <a:cubicBezTo>
                  <a:pt x="13647" y="18322"/>
                  <a:pt x="9831" y="23041"/>
                  <a:pt x="8535" y="28168"/>
                </a:cubicBezTo>
                <a:cubicBezTo>
                  <a:pt x="7224" y="33338"/>
                  <a:pt x="8418" y="38581"/>
                  <a:pt x="12118" y="43984"/>
                </a:cubicBezTo>
                <a:cubicBezTo>
                  <a:pt x="13996" y="46708"/>
                  <a:pt x="16268" y="48980"/>
                  <a:pt x="18934" y="50757"/>
                </a:cubicBezTo>
                <a:cubicBezTo>
                  <a:pt x="21614" y="52461"/>
                  <a:pt x="24687" y="53772"/>
                  <a:pt x="28153" y="54500"/>
                </a:cubicBezTo>
                <a:lnTo>
                  <a:pt x="21497" y="59117"/>
                </a:lnTo>
                <a:cubicBezTo>
                  <a:pt x="18424" y="57923"/>
                  <a:pt x="15700" y="56321"/>
                  <a:pt x="13195" y="54398"/>
                </a:cubicBezTo>
                <a:cubicBezTo>
                  <a:pt x="10690" y="52403"/>
                  <a:pt x="8535" y="50014"/>
                  <a:pt x="6598" y="47218"/>
                </a:cubicBezTo>
                <a:cubicBezTo>
                  <a:pt x="1704" y="40052"/>
                  <a:pt x="0" y="32945"/>
                  <a:pt x="1529" y="25837"/>
                </a:cubicBezTo>
                <a:cubicBezTo>
                  <a:pt x="3073" y="18657"/>
                  <a:pt x="7617" y="12511"/>
                  <a:pt x="15191" y="7282"/>
                </a:cubicBezTo>
                <a:cubicBezTo>
                  <a:pt x="22808" y="2112"/>
                  <a:pt x="30207" y="0"/>
                  <a:pt x="37430" y="1136"/>
                </a:cubicBezTo>
                <a:cubicBezTo>
                  <a:pt x="44596" y="2214"/>
                  <a:pt x="50684" y="6379"/>
                  <a:pt x="55636" y="13487"/>
                </a:cubicBezTo>
                <a:cubicBezTo>
                  <a:pt x="57573" y="16327"/>
                  <a:pt x="58986" y="19225"/>
                  <a:pt x="59962" y="22240"/>
                </a:cubicBezTo>
                <a:cubicBezTo>
                  <a:pt x="60923" y="25269"/>
                  <a:pt x="61433" y="28386"/>
                  <a:pt x="61433" y="31634"/>
                </a:cubicBezTo>
                <a:close/>
                <a:moveTo>
                  <a:pt x="61433" y="316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3B270F-15A7-4A41-AFD9-90106E5E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878" y="5818267"/>
            <a:ext cx="47436" cy="50582"/>
          </a:xfrm>
          <a:custGeom xmlns:a="http://schemas.openxmlformats.org/drawingml/2006/main">
            <a:pathLst>
              <a:path w="47436" h="50582">
                <a:moveTo>
                  <a:pt x="26624" y="26740"/>
                </a:moveTo>
                <a:cubicBezTo>
                  <a:pt x="23376" y="22021"/>
                  <a:pt x="20594" y="19123"/>
                  <a:pt x="18307" y="18045"/>
                </a:cubicBezTo>
                <a:cubicBezTo>
                  <a:pt x="15977" y="16968"/>
                  <a:pt x="13530" y="17361"/>
                  <a:pt x="10923" y="19123"/>
                </a:cubicBezTo>
                <a:cubicBezTo>
                  <a:pt x="8870" y="20550"/>
                  <a:pt x="7675" y="22371"/>
                  <a:pt x="7384" y="24585"/>
                </a:cubicBezTo>
                <a:cubicBezTo>
                  <a:pt x="7107" y="26740"/>
                  <a:pt x="7792" y="29027"/>
                  <a:pt x="9379" y="31357"/>
                </a:cubicBezTo>
                <a:cubicBezTo>
                  <a:pt x="11652" y="34590"/>
                  <a:pt x="14564" y="36367"/>
                  <a:pt x="18205" y="36761"/>
                </a:cubicBezTo>
                <a:cubicBezTo>
                  <a:pt x="21847" y="37154"/>
                  <a:pt x="25531" y="36018"/>
                  <a:pt x="29347" y="33396"/>
                </a:cubicBezTo>
                <a:lnTo>
                  <a:pt x="30600" y="32493"/>
                </a:lnTo>
                <a:lnTo>
                  <a:pt x="26624" y="26740"/>
                </a:lnTo>
                <a:close/>
                <a:moveTo>
                  <a:pt x="37037" y="36702"/>
                </a:moveTo>
                <a:lnTo>
                  <a:pt x="16836" y="50582"/>
                </a:lnTo>
                <a:lnTo>
                  <a:pt x="12788" y="44786"/>
                </a:lnTo>
                <a:lnTo>
                  <a:pt x="18205" y="41086"/>
                </a:lnTo>
                <a:cubicBezTo>
                  <a:pt x="15132" y="41203"/>
                  <a:pt x="12394" y="40678"/>
                  <a:pt x="10006" y="39382"/>
                </a:cubicBezTo>
                <a:cubicBezTo>
                  <a:pt x="7617" y="38130"/>
                  <a:pt x="5462" y="36018"/>
                  <a:pt x="3466" y="33178"/>
                </a:cubicBezTo>
                <a:cubicBezTo>
                  <a:pt x="961" y="29537"/>
                  <a:pt x="0" y="25954"/>
                  <a:pt x="568" y="22415"/>
                </a:cubicBezTo>
                <a:cubicBezTo>
                  <a:pt x="1136" y="18832"/>
                  <a:pt x="3117" y="15933"/>
                  <a:pt x="6539" y="13545"/>
                </a:cubicBezTo>
                <a:cubicBezTo>
                  <a:pt x="10515" y="10821"/>
                  <a:pt x="14448" y="10079"/>
                  <a:pt x="18307" y="11389"/>
                </a:cubicBezTo>
                <a:cubicBezTo>
                  <a:pt x="22182" y="12642"/>
                  <a:pt x="25939" y="15933"/>
                  <a:pt x="29580" y="21220"/>
                </a:cubicBezTo>
                <a:lnTo>
                  <a:pt x="35158" y="29362"/>
                </a:lnTo>
                <a:lnTo>
                  <a:pt x="35785" y="28969"/>
                </a:lnTo>
                <a:cubicBezTo>
                  <a:pt x="38450" y="27148"/>
                  <a:pt x="39877" y="24818"/>
                  <a:pt x="40154" y="22080"/>
                </a:cubicBezTo>
                <a:cubicBezTo>
                  <a:pt x="40387" y="19298"/>
                  <a:pt x="39426" y="16341"/>
                  <a:pt x="37256" y="13152"/>
                </a:cubicBezTo>
                <a:cubicBezTo>
                  <a:pt x="35843" y="11098"/>
                  <a:pt x="34241" y="9278"/>
                  <a:pt x="32420" y="7690"/>
                </a:cubicBezTo>
                <a:cubicBezTo>
                  <a:pt x="30600" y="6146"/>
                  <a:pt x="28604" y="4792"/>
                  <a:pt x="26449" y="3699"/>
                </a:cubicBezTo>
                <a:lnTo>
                  <a:pt x="31852" y="0"/>
                </a:lnTo>
                <a:cubicBezTo>
                  <a:pt x="34124" y="1544"/>
                  <a:pt x="36178" y="3190"/>
                  <a:pt x="37940" y="4894"/>
                </a:cubicBezTo>
                <a:cubicBezTo>
                  <a:pt x="39703" y="6612"/>
                  <a:pt x="41290" y="8433"/>
                  <a:pt x="42601" y="10355"/>
                </a:cubicBezTo>
                <a:cubicBezTo>
                  <a:pt x="46140" y="15482"/>
                  <a:pt x="47436" y="20201"/>
                  <a:pt x="46475" y="24585"/>
                </a:cubicBezTo>
                <a:cubicBezTo>
                  <a:pt x="45557" y="28910"/>
                  <a:pt x="42441" y="32945"/>
                  <a:pt x="37037" y="36702"/>
                </a:cubicBezTo>
                <a:close/>
                <a:moveTo>
                  <a:pt x="37037" y="367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233CA-C697-45A4-9E64-6583AEB5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797" y="5856222"/>
            <a:ext cx="50233" cy="30265"/>
          </a:xfrm>
          <a:custGeom xmlns:a="http://schemas.openxmlformats.org/drawingml/2006/main">
            <a:pathLst>
              <a:path w="50233" h="30265">
                <a:moveTo>
                  <a:pt x="44261" y="24512"/>
                </a:moveTo>
                <a:cubicBezTo>
                  <a:pt x="44203" y="23609"/>
                  <a:pt x="43970" y="22706"/>
                  <a:pt x="43635" y="21788"/>
                </a:cubicBezTo>
                <a:cubicBezTo>
                  <a:pt x="43285" y="20871"/>
                  <a:pt x="42776" y="20026"/>
                  <a:pt x="42149" y="19065"/>
                </a:cubicBezTo>
                <a:cubicBezTo>
                  <a:pt x="39877" y="15759"/>
                  <a:pt x="37081" y="13996"/>
                  <a:pt x="33731" y="13705"/>
                </a:cubicBezTo>
                <a:cubicBezTo>
                  <a:pt x="30367" y="13428"/>
                  <a:pt x="26682" y="14623"/>
                  <a:pt x="22691" y="17404"/>
                </a:cubicBezTo>
                <a:lnTo>
                  <a:pt x="4034" y="30265"/>
                </a:lnTo>
                <a:lnTo>
                  <a:pt x="0" y="24410"/>
                </a:lnTo>
                <a:lnTo>
                  <a:pt x="35435" y="0"/>
                </a:lnTo>
                <a:lnTo>
                  <a:pt x="39470" y="5855"/>
                </a:lnTo>
                <a:lnTo>
                  <a:pt x="33964" y="9671"/>
                </a:lnTo>
                <a:cubicBezTo>
                  <a:pt x="36921" y="9379"/>
                  <a:pt x="39644" y="9904"/>
                  <a:pt x="42033" y="11156"/>
                </a:cubicBezTo>
                <a:cubicBezTo>
                  <a:pt x="44421" y="12394"/>
                  <a:pt x="46591" y="14390"/>
                  <a:pt x="48529" y="17230"/>
                </a:cubicBezTo>
                <a:cubicBezTo>
                  <a:pt x="48805" y="17637"/>
                  <a:pt x="49097" y="18089"/>
                  <a:pt x="49373" y="18599"/>
                </a:cubicBezTo>
                <a:cubicBezTo>
                  <a:pt x="49665" y="19108"/>
                  <a:pt x="49941" y="19676"/>
                  <a:pt x="50233" y="20361"/>
                </a:cubicBezTo>
                <a:lnTo>
                  <a:pt x="44261" y="24512"/>
                </a:lnTo>
                <a:close/>
                <a:moveTo>
                  <a:pt x="44261" y="245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24761-753C-4B93-A630-1C1A39B8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178" y="5886094"/>
            <a:ext cx="65598" cy="49373"/>
          </a:xfrm>
          <a:custGeom xmlns:a="http://schemas.openxmlformats.org/drawingml/2006/main">
            <a:pathLst>
              <a:path w="65598" h="49373">
                <a:moveTo>
                  <a:pt x="42441" y="22866"/>
                </a:moveTo>
                <a:lnTo>
                  <a:pt x="61622" y="9671"/>
                </a:lnTo>
                <a:lnTo>
                  <a:pt x="65598" y="15526"/>
                </a:lnTo>
                <a:lnTo>
                  <a:pt x="16385" y="49373"/>
                </a:lnTo>
                <a:lnTo>
                  <a:pt x="12351" y="43577"/>
                </a:lnTo>
                <a:lnTo>
                  <a:pt x="17696" y="39936"/>
                </a:lnTo>
                <a:cubicBezTo>
                  <a:pt x="14739" y="40169"/>
                  <a:pt x="12118" y="39644"/>
                  <a:pt x="9787" y="38508"/>
                </a:cubicBezTo>
                <a:cubicBezTo>
                  <a:pt x="7515" y="37372"/>
                  <a:pt x="5403" y="35435"/>
                  <a:pt x="3641" y="32828"/>
                </a:cubicBezTo>
                <a:cubicBezTo>
                  <a:pt x="685" y="28561"/>
                  <a:pt x="0" y="23886"/>
                  <a:pt x="1544" y="18890"/>
                </a:cubicBezTo>
                <a:cubicBezTo>
                  <a:pt x="3131" y="13822"/>
                  <a:pt x="6714" y="9379"/>
                  <a:pt x="12292" y="5564"/>
                </a:cubicBezTo>
                <a:cubicBezTo>
                  <a:pt x="17812" y="1704"/>
                  <a:pt x="23274" y="0"/>
                  <a:pt x="28503" y="277"/>
                </a:cubicBezTo>
                <a:cubicBezTo>
                  <a:pt x="33804" y="626"/>
                  <a:pt x="37897" y="2957"/>
                  <a:pt x="40853" y="7224"/>
                </a:cubicBezTo>
                <a:cubicBezTo>
                  <a:pt x="42615" y="9831"/>
                  <a:pt x="43635" y="12453"/>
                  <a:pt x="43926" y="15016"/>
                </a:cubicBezTo>
                <a:cubicBezTo>
                  <a:pt x="44203" y="17579"/>
                  <a:pt x="43693" y="20186"/>
                  <a:pt x="42441" y="22866"/>
                </a:cubicBezTo>
                <a:close/>
                <a:moveTo>
                  <a:pt x="16385" y="11550"/>
                </a:moveTo>
                <a:cubicBezTo>
                  <a:pt x="12118" y="14506"/>
                  <a:pt x="9394" y="17696"/>
                  <a:pt x="8141" y="21162"/>
                </a:cubicBezTo>
                <a:cubicBezTo>
                  <a:pt x="6947" y="24570"/>
                  <a:pt x="7399" y="27818"/>
                  <a:pt x="9511" y="30891"/>
                </a:cubicBezTo>
                <a:cubicBezTo>
                  <a:pt x="11608" y="34022"/>
                  <a:pt x="14506" y="35552"/>
                  <a:pt x="18147" y="35668"/>
                </a:cubicBezTo>
                <a:cubicBezTo>
                  <a:pt x="21788" y="35785"/>
                  <a:pt x="25779" y="34357"/>
                  <a:pt x="30046" y="31401"/>
                </a:cubicBezTo>
                <a:cubicBezTo>
                  <a:pt x="34314" y="28444"/>
                  <a:pt x="37096" y="25255"/>
                  <a:pt x="38290" y="21788"/>
                </a:cubicBezTo>
                <a:cubicBezTo>
                  <a:pt x="39484" y="18366"/>
                  <a:pt x="39091" y="15074"/>
                  <a:pt x="36921" y="12001"/>
                </a:cubicBezTo>
                <a:cubicBezTo>
                  <a:pt x="34823" y="8928"/>
                  <a:pt x="31925" y="7340"/>
                  <a:pt x="28284" y="7282"/>
                </a:cubicBezTo>
                <a:cubicBezTo>
                  <a:pt x="24643" y="7166"/>
                  <a:pt x="20652" y="8637"/>
                  <a:pt x="16385" y="11550"/>
                </a:cubicBezTo>
                <a:close/>
                <a:moveTo>
                  <a:pt x="16385" y="11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2051C-68EE-4FC4-83E8-96753239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947" y="5927398"/>
            <a:ext cx="64637" cy="57733"/>
          </a:xfrm>
          <a:custGeom xmlns:a="http://schemas.openxmlformats.org/drawingml/2006/main">
            <a:pathLst>
              <a:path w="64637" h="57733">
                <a:moveTo>
                  <a:pt x="55811" y="7952"/>
                </a:moveTo>
                <a:lnTo>
                  <a:pt x="26347" y="15467"/>
                </a:lnTo>
                <a:lnTo>
                  <a:pt x="38348" y="32828"/>
                </a:lnTo>
                <a:lnTo>
                  <a:pt x="55811" y="7952"/>
                </a:lnTo>
                <a:close/>
                <a:moveTo>
                  <a:pt x="59627" y="0"/>
                </a:moveTo>
                <a:lnTo>
                  <a:pt x="64637" y="7224"/>
                </a:lnTo>
                <a:lnTo>
                  <a:pt x="29813" y="57733"/>
                </a:lnTo>
                <a:lnTo>
                  <a:pt x="25196" y="51077"/>
                </a:lnTo>
                <a:lnTo>
                  <a:pt x="34357" y="38450"/>
                </a:lnTo>
                <a:lnTo>
                  <a:pt x="19749" y="17171"/>
                </a:lnTo>
                <a:lnTo>
                  <a:pt x="4661" y="21220"/>
                </a:lnTo>
                <a:lnTo>
                  <a:pt x="0" y="14506"/>
                </a:lnTo>
                <a:lnTo>
                  <a:pt x="59627" y="0"/>
                </a:lnTo>
                <a:close/>
                <a:moveTo>
                  <a:pt x="596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4A304-5778-4CED-AC33-AF4476E7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144" y="5967159"/>
            <a:ext cx="51878" cy="54107"/>
          </a:xfrm>
          <a:custGeom xmlns:a="http://schemas.openxmlformats.org/drawingml/2006/main">
            <a:pathLst>
              <a:path w="51878" h="54107">
                <a:moveTo>
                  <a:pt x="41814" y="39368"/>
                </a:moveTo>
                <a:lnTo>
                  <a:pt x="20419" y="54107"/>
                </a:lnTo>
                <a:lnTo>
                  <a:pt x="16443" y="48252"/>
                </a:lnTo>
                <a:lnTo>
                  <a:pt x="37664" y="33687"/>
                </a:lnTo>
                <a:cubicBezTo>
                  <a:pt x="41013" y="31343"/>
                  <a:pt x="43067" y="28954"/>
                  <a:pt x="43810" y="26507"/>
                </a:cubicBezTo>
                <a:cubicBezTo>
                  <a:pt x="44538" y="24060"/>
                  <a:pt x="44028" y="21570"/>
                  <a:pt x="42266" y="18948"/>
                </a:cubicBezTo>
                <a:cubicBezTo>
                  <a:pt x="40110" y="15759"/>
                  <a:pt x="37372" y="13996"/>
                  <a:pt x="34124" y="13545"/>
                </a:cubicBezTo>
                <a:cubicBezTo>
                  <a:pt x="30891" y="13137"/>
                  <a:pt x="27527" y="14113"/>
                  <a:pt x="24060" y="16501"/>
                </a:cubicBezTo>
                <a:lnTo>
                  <a:pt x="4034" y="30265"/>
                </a:lnTo>
                <a:lnTo>
                  <a:pt x="0" y="24410"/>
                </a:lnTo>
                <a:lnTo>
                  <a:pt x="35435" y="0"/>
                </a:lnTo>
                <a:lnTo>
                  <a:pt x="39484" y="5855"/>
                </a:lnTo>
                <a:lnTo>
                  <a:pt x="33964" y="9671"/>
                </a:lnTo>
                <a:cubicBezTo>
                  <a:pt x="37037" y="9612"/>
                  <a:pt x="39761" y="10122"/>
                  <a:pt x="42149" y="11273"/>
                </a:cubicBezTo>
                <a:cubicBezTo>
                  <a:pt x="44480" y="12467"/>
                  <a:pt x="46533" y="14288"/>
                  <a:pt x="48179" y="16734"/>
                </a:cubicBezTo>
                <a:cubicBezTo>
                  <a:pt x="51034" y="20827"/>
                  <a:pt x="51878" y="24745"/>
                  <a:pt x="50801" y="28561"/>
                </a:cubicBezTo>
                <a:cubicBezTo>
                  <a:pt x="49723" y="32377"/>
                  <a:pt x="46708" y="36018"/>
                  <a:pt x="41814" y="39368"/>
                </a:cubicBezTo>
                <a:close/>
                <a:moveTo>
                  <a:pt x="41814" y="393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540E4-FC7E-436B-BF22-AA5934EA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802" y="6009949"/>
            <a:ext cx="47451" cy="50626"/>
          </a:xfrm>
          <a:custGeom xmlns:a="http://schemas.openxmlformats.org/drawingml/2006/main">
            <a:pathLst>
              <a:path w="47451" h="50626">
                <a:moveTo>
                  <a:pt x="26682" y="26740"/>
                </a:moveTo>
                <a:cubicBezTo>
                  <a:pt x="23449" y="22065"/>
                  <a:pt x="20652" y="19167"/>
                  <a:pt x="18322" y="18089"/>
                </a:cubicBezTo>
                <a:cubicBezTo>
                  <a:pt x="15992" y="17011"/>
                  <a:pt x="13545" y="17346"/>
                  <a:pt x="10923" y="19167"/>
                </a:cubicBezTo>
                <a:cubicBezTo>
                  <a:pt x="8884" y="20594"/>
                  <a:pt x="7675" y="22356"/>
                  <a:pt x="7457" y="24570"/>
                </a:cubicBezTo>
                <a:cubicBezTo>
                  <a:pt x="7166" y="26784"/>
                  <a:pt x="7850" y="29012"/>
                  <a:pt x="9452" y="31343"/>
                </a:cubicBezTo>
                <a:cubicBezTo>
                  <a:pt x="11666" y="34590"/>
                  <a:pt x="14564" y="36411"/>
                  <a:pt x="18205" y="36804"/>
                </a:cubicBezTo>
                <a:cubicBezTo>
                  <a:pt x="21847" y="37139"/>
                  <a:pt x="25546" y="36061"/>
                  <a:pt x="29362" y="33440"/>
                </a:cubicBezTo>
                <a:lnTo>
                  <a:pt x="30673" y="32537"/>
                </a:lnTo>
                <a:lnTo>
                  <a:pt x="26682" y="26740"/>
                </a:lnTo>
                <a:close/>
                <a:moveTo>
                  <a:pt x="37037" y="36688"/>
                </a:moveTo>
                <a:lnTo>
                  <a:pt x="16836" y="50626"/>
                </a:lnTo>
                <a:lnTo>
                  <a:pt x="12860" y="44771"/>
                </a:lnTo>
                <a:lnTo>
                  <a:pt x="18205" y="41072"/>
                </a:lnTo>
                <a:cubicBezTo>
                  <a:pt x="15132" y="41246"/>
                  <a:pt x="12409" y="40678"/>
                  <a:pt x="10020" y="39426"/>
                </a:cubicBezTo>
                <a:cubicBezTo>
                  <a:pt x="7632" y="38115"/>
                  <a:pt x="5462" y="36061"/>
                  <a:pt x="3466" y="33163"/>
                </a:cubicBezTo>
                <a:cubicBezTo>
                  <a:pt x="976" y="29580"/>
                  <a:pt x="0" y="25997"/>
                  <a:pt x="568" y="22415"/>
                </a:cubicBezTo>
                <a:cubicBezTo>
                  <a:pt x="1136" y="18875"/>
                  <a:pt x="3131" y="15919"/>
                  <a:pt x="6539" y="13589"/>
                </a:cubicBezTo>
                <a:cubicBezTo>
                  <a:pt x="10530" y="10865"/>
                  <a:pt x="14448" y="10122"/>
                  <a:pt x="18322" y="11375"/>
                </a:cubicBezTo>
                <a:cubicBezTo>
                  <a:pt x="22196" y="12686"/>
                  <a:pt x="25939" y="15919"/>
                  <a:pt x="29580" y="21220"/>
                </a:cubicBezTo>
                <a:lnTo>
                  <a:pt x="35217" y="29406"/>
                </a:lnTo>
                <a:lnTo>
                  <a:pt x="35785" y="29012"/>
                </a:lnTo>
                <a:cubicBezTo>
                  <a:pt x="38465" y="27192"/>
                  <a:pt x="39936" y="24861"/>
                  <a:pt x="40169" y="22065"/>
                </a:cubicBezTo>
                <a:cubicBezTo>
                  <a:pt x="40445" y="19342"/>
                  <a:pt x="39484" y="16327"/>
                  <a:pt x="37270" y="13137"/>
                </a:cubicBezTo>
                <a:cubicBezTo>
                  <a:pt x="35843" y="11142"/>
                  <a:pt x="34255" y="9321"/>
                  <a:pt x="32493" y="7734"/>
                </a:cubicBezTo>
                <a:cubicBezTo>
                  <a:pt x="30673" y="6132"/>
                  <a:pt x="28677" y="4835"/>
                  <a:pt x="26463" y="3699"/>
                </a:cubicBezTo>
                <a:lnTo>
                  <a:pt x="31867" y="0"/>
                </a:lnTo>
                <a:cubicBezTo>
                  <a:pt x="34139" y="1588"/>
                  <a:pt x="36193" y="3175"/>
                  <a:pt x="37955" y="4937"/>
                </a:cubicBezTo>
                <a:cubicBezTo>
                  <a:pt x="39775" y="6656"/>
                  <a:pt x="41305" y="8476"/>
                  <a:pt x="42615" y="10355"/>
                </a:cubicBezTo>
                <a:cubicBezTo>
                  <a:pt x="46140" y="15467"/>
                  <a:pt x="47451" y="20245"/>
                  <a:pt x="46533" y="24570"/>
                </a:cubicBezTo>
                <a:cubicBezTo>
                  <a:pt x="45630" y="28954"/>
                  <a:pt x="42441" y="32988"/>
                  <a:pt x="37037" y="36688"/>
                </a:cubicBezTo>
                <a:close/>
                <a:moveTo>
                  <a:pt x="37037" y="366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0D090-0538-4AE3-AF22-0A4AB05D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896" y="6038670"/>
            <a:ext cx="53247" cy="39717"/>
          </a:xfrm>
          <a:custGeom xmlns:a="http://schemas.openxmlformats.org/drawingml/2006/main">
            <a:pathLst>
              <a:path w="53247" h="39717">
                <a:moveTo>
                  <a:pt x="49213" y="0"/>
                </a:moveTo>
                <a:lnTo>
                  <a:pt x="53247" y="5811"/>
                </a:lnTo>
                <a:lnTo>
                  <a:pt x="4034" y="39717"/>
                </a:lnTo>
                <a:lnTo>
                  <a:pt x="0" y="33848"/>
                </a:lnTo>
                <a:lnTo>
                  <a:pt x="49213" y="0"/>
                </a:lnTo>
                <a:close/>
                <a:moveTo>
                  <a:pt x="492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0B6B6-9F8F-4292-A620-4A1F09D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134" y="6062002"/>
            <a:ext cx="70433" cy="47101"/>
          </a:xfrm>
          <a:custGeom xmlns:a="http://schemas.openxmlformats.org/drawingml/2006/main">
            <a:pathLst>
              <a:path w="70433" h="47101">
                <a:moveTo>
                  <a:pt x="20987" y="45572"/>
                </a:moveTo>
                <a:cubicBezTo>
                  <a:pt x="15642" y="46825"/>
                  <a:pt x="11826" y="47101"/>
                  <a:pt x="9438" y="46417"/>
                </a:cubicBezTo>
                <a:cubicBezTo>
                  <a:pt x="7107" y="45732"/>
                  <a:pt x="4996" y="44086"/>
                  <a:pt x="3175" y="41465"/>
                </a:cubicBezTo>
                <a:lnTo>
                  <a:pt x="0" y="36862"/>
                </a:lnTo>
                <a:lnTo>
                  <a:pt x="4894" y="33513"/>
                </a:lnTo>
                <a:lnTo>
                  <a:pt x="7224" y="36921"/>
                </a:lnTo>
                <a:cubicBezTo>
                  <a:pt x="8302" y="38508"/>
                  <a:pt x="9554" y="39484"/>
                  <a:pt x="10923" y="39819"/>
                </a:cubicBezTo>
                <a:cubicBezTo>
                  <a:pt x="12278" y="40227"/>
                  <a:pt x="14783" y="39936"/>
                  <a:pt x="18322" y="39076"/>
                </a:cubicBezTo>
                <a:lnTo>
                  <a:pt x="21730" y="38290"/>
                </a:lnTo>
                <a:lnTo>
                  <a:pt x="46708" y="0"/>
                </a:lnTo>
                <a:lnTo>
                  <a:pt x="50975" y="6146"/>
                </a:lnTo>
                <a:lnTo>
                  <a:pt x="30891" y="36294"/>
                </a:lnTo>
                <a:lnTo>
                  <a:pt x="66224" y="28269"/>
                </a:lnTo>
                <a:lnTo>
                  <a:pt x="70433" y="34474"/>
                </a:lnTo>
                <a:lnTo>
                  <a:pt x="20987" y="45572"/>
                </a:lnTo>
                <a:close/>
                <a:moveTo>
                  <a:pt x="20987" y="45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B614B-16EC-4038-BB8D-AA8B5519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395" y="6097496"/>
            <a:ext cx="45732" cy="49155"/>
          </a:xfrm>
          <a:custGeom xmlns:a="http://schemas.openxmlformats.org/drawingml/2006/main">
            <a:pathLst>
              <a:path w="45732" h="49155">
                <a:moveTo>
                  <a:pt x="45732" y="5869"/>
                </a:moveTo>
                <a:lnTo>
                  <a:pt x="35668" y="12744"/>
                </a:lnTo>
                <a:lnTo>
                  <a:pt x="43912" y="24759"/>
                </a:lnTo>
                <a:lnTo>
                  <a:pt x="39426" y="27876"/>
                </a:lnTo>
                <a:lnTo>
                  <a:pt x="31168" y="15875"/>
                </a:lnTo>
                <a:lnTo>
                  <a:pt x="11943" y="29129"/>
                </a:lnTo>
                <a:cubicBezTo>
                  <a:pt x="9044" y="31124"/>
                  <a:pt x="7457" y="32770"/>
                  <a:pt x="7166" y="34139"/>
                </a:cubicBezTo>
                <a:cubicBezTo>
                  <a:pt x="6874" y="35508"/>
                  <a:pt x="7559" y="37387"/>
                  <a:pt x="9263" y="39834"/>
                </a:cubicBezTo>
                <a:lnTo>
                  <a:pt x="13370" y="45805"/>
                </a:lnTo>
                <a:lnTo>
                  <a:pt x="8476" y="49155"/>
                </a:lnTo>
                <a:lnTo>
                  <a:pt x="4384" y="43183"/>
                </a:lnTo>
                <a:cubicBezTo>
                  <a:pt x="1311" y="38698"/>
                  <a:pt x="0" y="34998"/>
                  <a:pt x="510" y="32144"/>
                </a:cubicBezTo>
                <a:cubicBezTo>
                  <a:pt x="1020" y="29245"/>
                  <a:pt x="3466" y="26289"/>
                  <a:pt x="7908" y="23274"/>
                </a:cubicBezTo>
                <a:lnTo>
                  <a:pt x="27133" y="10020"/>
                </a:lnTo>
                <a:lnTo>
                  <a:pt x="24177" y="5753"/>
                </a:lnTo>
                <a:lnTo>
                  <a:pt x="28721" y="2622"/>
                </a:lnTo>
                <a:lnTo>
                  <a:pt x="31634" y="6889"/>
                </a:lnTo>
                <a:lnTo>
                  <a:pt x="41698" y="0"/>
                </a:lnTo>
                <a:lnTo>
                  <a:pt x="45732" y="5869"/>
                </a:lnTo>
                <a:close/>
                <a:moveTo>
                  <a:pt x="45732" y="58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D860E-7176-4253-AB50-9B9C07A6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159" y="6120435"/>
            <a:ext cx="53247" cy="39644"/>
          </a:xfrm>
          <a:custGeom xmlns:a="http://schemas.openxmlformats.org/drawingml/2006/main">
            <a:pathLst>
              <a:path w="53247" h="39644">
                <a:moveTo>
                  <a:pt x="35450" y="9438"/>
                </a:moveTo>
                <a:lnTo>
                  <a:pt x="39426" y="15293"/>
                </a:lnTo>
                <a:lnTo>
                  <a:pt x="3991" y="39644"/>
                </a:lnTo>
                <a:lnTo>
                  <a:pt x="0" y="33848"/>
                </a:lnTo>
                <a:lnTo>
                  <a:pt x="35450" y="9438"/>
                </a:lnTo>
                <a:close/>
                <a:moveTo>
                  <a:pt x="49213" y="0"/>
                </a:moveTo>
                <a:lnTo>
                  <a:pt x="53247" y="5797"/>
                </a:lnTo>
                <a:lnTo>
                  <a:pt x="45863" y="10865"/>
                </a:lnTo>
                <a:lnTo>
                  <a:pt x="41873" y="5054"/>
                </a:lnTo>
                <a:lnTo>
                  <a:pt x="49213" y="0"/>
                </a:lnTo>
                <a:close/>
                <a:moveTo>
                  <a:pt x="492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CD51A-FA0C-490A-ADD4-66A3904E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937" y="6152054"/>
            <a:ext cx="47232" cy="44786"/>
          </a:xfrm>
          <a:custGeom xmlns:a="http://schemas.openxmlformats.org/drawingml/2006/main">
            <a:pathLst>
              <a:path w="47232" h="44786">
                <a:moveTo>
                  <a:pt x="47232" y="22254"/>
                </a:moveTo>
                <a:lnTo>
                  <a:pt x="41771" y="26012"/>
                </a:lnTo>
                <a:cubicBezTo>
                  <a:pt x="41596" y="23725"/>
                  <a:pt x="41144" y="21628"/>
                  <a:pt x="40460" y="19691"/>
                </a:cubicBezTo>
                <a:cubicBezTo>
                  <a:pt x="39717" y="17696"/>
                  <a:pt x="38814" y="15875"/>
                  <a:pt x="37664" y="14171"/>
                </a:cubicBezTo>
                <a:cubicBezTo>
                  <a:pt x="35056" y="10414"/>
                  <a:pt x="31867" y="8316"/>
                  <a:pt x="27993" y="7850"/>
                </a:cubicBezTo>
                <a:cubicBezTo>
                  <a:pt x="24191" y="7399"/>
                  <a:pt x="20084" y="8710"/>
                  <a:pt x="15759" y="11666"/>
                </a:cubicBezTo>
                <a:cubicBezTo>
                  <a:pt x="11448" y="14623"/>
                  <a:pt x="8826" y="17987"/>
                  <a:pt x="7850" y="21745"/>
                </a:cubicBezTo>
                <a:cubicBezTo>
                  <a:pt x="6889" y="25488"/>
                  <a:pt x="7748" y="29245"/>
                  <a:pt x="10297" y="33003"/>
                </a:cubicBezTo>
                <a:cubicBezTo>
                  <a:pt x="11491" y="34707"/>
                  <a:pt x="12860" y="36193"/>
                  <a:pt x="14462" y="37562"/>
                </a:cubicBezTo>
                <a:cubicBezTo>
                  <a:pt x="16050" y="38858"/>
                  <a:pt x="17871" y="40052"/>
                  <a:pt x="19924" y="41086"/>
                </a:cubicBezTo>
                <a:lnTo>
                  <a:pt x="14521" y="44786"/>
                </a:lnTo>
                <a:cubicBezTo>
                  <a:pt x="12642" y="43693"/>
                  <a:pt x="10923" y="42397"/>
                  <a:pt x="9336" y="40911"/>
                </a:cubicBezTo>
                <a:cubicBezTo>
                  <a:pt x="7748" y="39426"/>
                  <a:pt x="6321" y="37722"/>
                  <a:pt x="4952" y="35785"/>
                </a:cubicBezTo>
                <a:cubicBezTo>
                  <a:pt x="1253" y="30440"/>
                  <a:pt x="0" y="25036"/>
                  <a:pt x="1194" y="19575"/>
                </a:cubicBezTo>
                <a:cubicBezTo>
                  <a:pt x="2403" y="14113"/>
                  <a:pt x="5869" y="9452"/>
                  <a:pt x="11550" y="5520"/>
                </a:cubicBezTo>
                <a:cubicBezTo>
                  <a:pt x="17361" y="1544"/>
                  <a:pt x="22997" y="0"/>
                  <a:pt x="28459" y="918"/>
                </a:cubicBezTo>
                <a:cubicBezTo>
                  <a:pt x="33964" y="1821"/>
                  <a:pt x="38639" y="5010"/>
                  <a:pt x="42397" y="10530"/>
                </a:cubicBezTo>
                <a:cubicBezTo>
                  <a:pt x="43649" y="12351"/>
                  <a:pt x="44669" y="14229"/>
                  <a:pt x="45470" y="16166"/>
                </a:cubicBezTo>
                <a:cubicBezTo>
                  <a:pt x="46257" y="18162"/>
                  <a:pt x="46883" y="20143"/>
                  <a:pt x="47232" y="22254"/>
                </a:cubicBezTo>
                <a:close/>
                <a:moveTo>
                  <a:pt x="47232" y="222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748AE-FEAD-4D66-AEA3-6B08733C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570" y="6184882"/>
            <a:ext cx="50407" cy="43533"/>
          </a:xfrm>
          <a:custGeom xmlns:a="http://schemas.openxmlformats.org/drawingml/2006/main">
            <a:pathLst>
              <a:path w="50407" h="43533">
                <a:moveTo>
                  <a:pt x="50407" y="21905"/>
                </a:moveTo>
                <a:lnTo>
                  <a:pt x="44946" y="25721"/>
                </a:lnTo>
                <a:cubicBezTo>
                  <a:pt x="44669" y="23507"/>
                  <a:pt x="44086" y="21337"/>
                  <a:pt x="43300" y="19298"/>
                </a:cubicBezTo>
                <a:cubicBezTo>
                  <a:pt x="42499" y="17244"/>
                  <a:pt x="41479" y="15249"/>
                  <a:pt x="40110" y="13370"/>
                </a:cubicBezTo>
                <a:cubicBezTo>
                  <a:pt x="38173" y="10472"/>
                  <a:pt x="36236" y="8593"/>
                  <a:pt x="34357" y="7748"/>
                </a:cubicBezTo>
                <a:cubicBezTo>
                  <a:pt x="32493" y="6947"/>
                  <a:pt x="30614" y="7122"/>
                  <a:pt x="28852" y="8375"/>
                </a:cubicBezTo>
                <a:cubicBezTo>
                  <a:pt x="27541" y="9278"/>
                  <a:pt x="26798" y="10530"/>
                  <a:pt x="26740" y="12059"/>
                </a:cubicBezTo>
                <a:cubicBezTo>
                  <a:pt x="26682" y="13661"/>
                  <a:pt x="27366" y="16225"/>
                  <a:pt x="28852" y="19866"/>
                </a:cubicBezTo>
                <a:lnTo>
                  <a:pt x="29755" y="22138"/>
                </a:lnTo>
                <a:cubicBezTo>
                  <a:pt x="31750" y="26857"/>
                  <a:pt x="32493" y="30673"/>
                  <a:pt x="32085" y="33513"/>
                </a:cubicBezTo>
                <a:cubicBezTo>
                  <a:pt x="31692" y="36353"/>
                  <a:pt x="30046" y="38800"/>
                  <a:pt x="27133" y="40795"/>
                </a:cubicBezTo>
                <a:cubicBezTo>
                  <a:pt x="23842" y="43067"/>
                  <a:pt x="20317" y="43533"/>
                  <a:pt x="16618" y="42280"/>
                </a:cubicBezTo>
                <a:cubicBezTo>
                  <a:pt x="12919" y="40970"/>
                  <a:pt x="9496" y="38071"/>
                  <a:pt x="6379" y="33513"/>
                </a:cubicBezTo>
                <a:cubicBezTo>
                  <a:pt x="5068" y="31576"/>
                  <a:pt x="3874" y="29478"/>
                  <a:pt x="2840" y="27192"/>
                </a:cubicBezTo>
                <a:cubicBezTo>
                  <a:pt x="1762" y="24861"/>
                  <a:pt x="859" y="22313"/>
                  <a:pt x="0" y="19516"/>
                </a:cubicBezTo>
                <a:lnTo>
                  <a:pt x="6030" y="15424"/>
                </a:lnTo>
                <a:cubicBezTo>
                  <a:pt x="6379" y="18322"/>
                  <a:pt x="7005" y="21002"/>
                  <a:pt x="7850" y="23507"/>
                </a:cubicBezTo>
                <a:cubicBezTo>
                  <a:pt x="8768" y="25954"/>
                  <a:pt x="9904" y="28226"/>
                  <a:pt x="11317" y="30265"/>
                </a:cubicBezTo>
                <a:cubicBezTo>
                  <a:pt x="13195" y="33003"/>
                  <a:pt x="15132" y="34765"/>
                  <a:pt x="17069" y="35625"/>
                </a:cubicBezTo>
                <a:cubicBezTo>
                  <a:pt x="19007" y="36469"/>
                  <a:pt x="20885" y="36309"/>
                  <a:pt x="22589" y="35100"/>
                </a:cubicBezTo>
                <a:cubicBezTo>
                  <a:pt x="24119" y="34022"/>
                  <a:pt x="24978" y="32668"/>
                  <a:pt x="25094" y="31008"/>
                </a:cubicBezTo>
                <a:cubicBezTo>
                  <a:pt x="25211" y="29362"/>
                  <a:pt x="24410" y="26463"/>
                  <a:pt x="22706" y="22313"/>
                </a:cubicBezTo>
                <a:lnTo>
                  <a:pt x="21788" y="19968"/>
                </a:lnTo>
                <a:cubicBezTo>
                  <a:pt x="20084" y="15817"/>
                  <a:pt x="19458" y="12409"/>
                  <a:pt x="19910" y="9729"/>
                </a:cubicBezTo>
                <a:cubicBezTo>
                  <a:pt x="20376" y="7064"/>
                  <a:pt x="22021" y="4777"/>
                  <a:pt x="24745" y="2913"/>
                </a:cubicBezTo>
                <a:cubicBezTo>
                  <a:pt x="28051" y="568"/>
                  <a:pt x="31459" y="0"/>
                  <a:pt x="34882" y="1136"/>
                </a:cubicBezTo>
                <a:cubicBezTo>
                  <a:pt x="38348" y="2228"/>
                  <a:pt x="41538" y="4952"/>
                  <a:pt x="44552" y="9336"/>
                </a:cubicBezTo>
                <a:cubicBezTo>
                  <a:pt x="46023" y="11433"/>
                  <a:pt x="47218" y="13603"/>
                  <a:pt x="48252" y="15700"/>
                </a:cubicBezTo>
                <a:cubicBezTo>
                  <a:pt x="49213" y="17812"/>
                  <a:pt x="49956" y="19910"/>
                  <a:pt x="50407" y="21905"/>
                </a:cubicBezTo>
                <a:close/>
                <a:moveTo>
                  <a:pt x="50407" y="21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6F661-4A01-48D2-AA4D-BD15DE66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373" y="5287410"/>
            <a:ext cx="52505" cy="37445"/>
          </a:xfrm>
          <a:custGeom xmlns:a="http://schemas.openxmlformats.org/drawingml/2006/main">
            <a:pathLst>
              <a:path w="52505" h="37445">
                <a:moveTo>
                  <a:pt x="48296" y="0"/>
                </a:moveTo>
                <a:lnTo>
                  <a:pt x="52505" y="6539"/>
                </a:lnTo>
                <a:lnTo>
                  <a:pt x="4209" y="37445"/>
                </a:lnTo>
                <a:lnTo>
                  <a:pt x="0" y="30891"/>
                </a:lnTo>
                <a:lnTo>
                  <a:pt x="48296" y="0"/>
                </a:lnTo>
                <a:close/>
                <a:moveTo>
                  <a:pt x="482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2203C-FD57-4BC3-9050-F9CA3622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548" y="5314208"/>
            <a:ext cx="51835" cy="53480"/>
          </a:xfrm>
          <a:custGeom xmlns:a="http://schemas.openxmlformats.org/drawingml/2006/main">
            <a:pathLst>
              <a:path w="51835" h="53480">
                <a:moveTo>
                  <a:pt x="41305" y="39542"/>
                </a:moveTo>
                <a:lnTo>
                  <a:pt x="19400" y="53480"/>
                </a:lnTo>
                <a:lnTo>
                  <a:pt x="15642" y="47567"/>
                </a:lnTo>
                <a:lnTo>
                  <a:pt x="37314" y="33687"/>
                </a:lnTo>
                <a:cubicBezTo>
                  <a:pt x="40737" y="31517"/>
                  <a:pt x="42834" y="29187"/>
                  <a:pt x="43693" y="26740"/>
                </a:cubicBezTo>
                <a:cubicBezTo>
                  <a:pt x="44552" y="24352"/>
                  <a:pt x="44145" y="21788"/>
                  <a:pt x="42441" y="19123"/>
                </a:cubicBezTo>
                <a:cubicBezTo>
                  <a:pt x="40329" y="15875"/>
                  <a:pt x="37722" y="13996"/>
                  <a:pt x="34474" y="13487"/>
                </a:cubicBezTo>
                <a:cubicBezTo>
                  <a:pt x="31241" y="12919"/>
                  <a:pt x="27876" y="13763"/>
                  <a:pt x="24352" y="16050"/>
                </a:cubicBezTo>
                <a:lnTo>
                  <a:pt x="3874" y="29129"/>
                </a:lnTo>
                <a:lnTo>
                  <a:pt x="0" y="23157"/>
                </a:lnTo>
                <a:lnTo>
                  <a:pt x="36236" y="0"/>
                </a:lnTo>
                <a:lnTo>
                  <a:pt x="40110" y="5971"/>
                </a:lnTo>
                <a:lnTo>
                  <a:pt x="34474" y="9554"/>
                </a:lnTo>
                <a:cubicBezTo>
                  <a:pt x="37547" y="9612"/>
                  <a:pt x="40227" y="10239"/>
                  <a:pt x="42557" y="11491"/>
                </a:cubicBezTo>
                <a:cubicBezTo>
                  <a:pt x="44887" y="12686"/>
                  <a:pt x="46825" y="14623"/>
                  <a:pt x="48470" y="17128"/>
                </a:cubicBezTo>
                <a:cubicBezTo>
                  <a:pt x="51092" y="21279"/>
                  <a:pt x="51835" y="25255"/>
                  <a:pt x="50640" y="29012"/>
                </a:cubicBezTo>
                <a:cubicBezTo>
                  <a:pt x="49446" y="32828"/>
                  <a:pt x="46315" y="36294"/>
                  <a:pt x="41305" y="39542"/>
                </a:cubicBezTo>
                <a:close/>
                <a:moveTo>
                  <a:pt x="41305" y="395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95685-AB53-4E89-9CE1-A21328A1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172" y="5357625"/>
            <a:ext cx="50349" cy="43111"/>
          </a:xfrm>
          <a:custGeom xmlns:a="http://schemas.openxmlformats.org/drawingml/2006/main">
            <a:pathLst>
              <a:path w="50349" h="43111">
                <a:moveTo>
                  <a:pt x="50349" y="22575"/>
                </a:moveTo>
                <a:lnTo>
                  <a:pt x="44713" y="26158"/>
                </a:lnTo>
                <a:cubicBezTo>
                  <a:pt x="44494" y="23944"/>
                  <a:pt x="44043" y="21788"/>
                  <a:pt x="43300" y="19676"/>
                </a:cubicBezTo>
                <a:cubicBezTo>
                  <a:pt x="42557" y="17623"/>
                  <a:pt x="41596" y="15584"/>
                  <a:pt x="40343" y="13647"/>
                </a:cubicBezTo>
                <a:cubicBezTo>
                  <a:pt x="38465" y="10690"/>
                  <a:pt x="36586" y="8753"/>
                  <a:pt x="34707" y="7850"/>
                </a:cubicBezTo>
                <a:cubicBezTo>
                  <a:pt x="32886" y="6933"/>
                  <a:pt x="31066" y="7107"/>
                  <a:pt x="29245" y="8243"/>
                </a:cubicBezTo>
                <a:cubicBezTo>
                  <a:pt x="27876" y="9146"/>
                  <a:pt x="27075" y="10341"/>
                  <a:pt x="26973" y="11943"/>
                </a:cubicBezTo>
                <a:cubicBezTo>
                  <a:pt x="26915" y="13472"/>
                  <a:pt x="27483" y="16094"/>
                  <a:pt x="28852" y="19735"/>
                </a:cubicBezTo>
                <a:lnTo>
                  <a:pt x="29697" y="22065"/>
                </a:lnTo>
                <a:cubicBezTo>
                  <a:pt x="31459" y="26842"/>
                  <a:pt x="32085" y="30658"/>
                  <a:pt x="31576" y="33498"/>
                </a:cubicBezTo>
                <a:cubicBezTo>
                  <a:pt x="31066" y="36353"/>
                  <a:pt x="29362" y="38741"/>
                  <a:pt x="26405" y="40620"/>
                </a:cubicBezTo>
                <a:cubicBezTo>
                  <a:pt x="23041" y="42776"/>
                  <a:pt x="19516" y="43111"/>
                  <a:pt x="15875" y="41756"/>
                </a:cubicBezTo>
                <a:cubicBezTo>
                  <a:pt x="12176" y="40329"/>
                  <a:pt x="8870" y="37256"/>
                  <a:pt x="5855" y="32595"/>
                </a:cubicBezTo>
                <a:cubicBezTo>
                  <a:pt x="4661" y="30658"/>
                  <a:pt x="3525" y="28546"/>
                  <a:pt x="2563" y="26158"/>
                </a:cubicBezTo>
                <a:cubicBezTo>
                  <a:pt x="1588" y="23827"/>
                  <a:pt x="743" y="21264"/>
                  <a:pt x="0" y="18482"/>
                </a:cubicBezTo>
                <a:lnTo>
                  <a:pt x="6146" y="14506"/>
                </a:lnTo>
                <a:cubicBezTo>
                  <a:pt x="6423" y="17463"/>
                  <a:pt x="6947" y="20186"/>
                  <a:pt x="7734" y="22691"/>
                </a:cubicBezTo>
                <a:cubicBezTo>
                  <a:pt x="8535" y="25196"/>
                  <a:pt x="9612" y="27468"/>
                  <a:pt x="10982" y="29580"/>
                </a:cubicBezTo>
                <a:cubicBezTo>
                  <a:pt x="12744" y="32362"/>
                  <a:pt x="14623" y="34183"/>
                  <a:pt x="16560" y="35100"/>
                </a:cubicBezTo>
                <a:cubicBezTo>
                  <a:pt x="18439" y="36003"/>
                  <a:pt x="20317" y="35887"/>
                  <a:pt x="22021" y="34751"/>
                </a:cubicBezTo>
                <a:cubicBezTo>
                  <a:pt x="23667" y="33731"/>
                  <a:pt x="24526" y="32420"/>
                  <a:pt x="24687" y="30775"/>
                </a:cubicBezTo>
                <a:cubicBezTo>
                  <a:pt x="24861" y="29129"/>
                  <a:pt x="24177" y="26216"/>
                  <a:pt x="22648" y="22007"/>
                </a:cubicBezTo>
                <a:lnTo>
                  <a:pt x="21788" y="19618"/>
                </a:lnTo>
                <a:cubicBezTo>
                  <a:pt x="20201" y="15467"/>
                  <a:pt x="19691" y="12001"/>
                  <a:pt x="20259" y="9321"/>
                </a:cubicBezTo>
                <a:cubicBezTo>
                  <a:pt x="20827" y="6700"/>
                  <a:pt x="22473" y="4428"/>
                  <a:pt x="25313" y="2665"/>
                </a:cubicBezTo>
                <a:cubicBezTo>
                  <a:pt x="28736" y="510"/>
                  <a:pt x="32085" y="0"/>
                  <a:pt x="35508" y="1238"/>
                </a:cubicBezTo>
                <a:cubicBezTo>
                  <a:pt x="38916" y="2491"/>
                  <a:pt x="42047" y="5287"/>
                  <a:pt x="44887" y="9773"/>
                </a:cubicBezTo>
                <a:cubicBezTo>
                  <a:pt x="46257" y="11943"/>
                  <a:pt x="47451" y="14098"/>
                  <a:pt x="48354" y="16268"/>
                </a:cubicBezTo>
                <a:cubicBezTo>
                  <a:pt x="49271" y="18424"/>
                  <a:pt x="49956" y="20536"/>
                  <a:pt x="50349" y="22575"/>
                </a:cubicBezTo>
                <a:close/>
                <a:moveTo>
                  <a:pt x="50349" y="22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F2BF7-AF23-43FB-B7D5-DC8E4BBF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645" y="5381904"/>
            <a:ext cx="54165" cy="38130"/>
          </a:xfrm>
          <a:custGeom xmlns:a="http://schemas.openxmlformats.org/drawingml/2006/main">
            <a:pathLst>
              <a:path w="54165" h="38130">
                <a:moveTo>
                  <a:pt x="36236" y="9059"/>
                </a:moveTo>
                <a:lnTo>
                  <a:pt x="40052" y="14972"/>
                </a:lnTo>
                <a:lnTo>
                  <a:pt x="3816" y="38130"/>
                </a:lnTo>
                <a:lnTo>
                  <a:pt x="0" y="32202"/>
                </a:lnTo>
                <a:lnTo>
                  <a:pt x="36236" y="9059"/>
                </a:lnTo>
                <a:close/>
                <a:moveTo>
                  <a:pt x="50349" y="0"/>
                </a:moveTo>
                <a:lnTo>
                  <a:pt x="54165" y="5986"/>
                </a:lnTo>
                <a:lnTo>
                  <a:pt x="46591" y="10763"/>
                </a:lnTo>
                <a:lnTo>
                  <a:pt x="42790" y="4850"/>
                </a:lnTo>
                <a:lnTo>
                  <a:pt x="50349" y="0"/>
                </a:lnTo>
                <a:close/>
                <a:moveTo>
                  <a:pt x="5034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8AE4A-48C2-4177-B01A-0B5B6D3B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664" y="5412969"/>
            <a:ext cx="66064" cy="51951"/>
          </a:xfrm>
          <a:custGeom xmlns:a="http://schemas.openxmlformats.org/drawingml/2006/main">
            <a:pathLst>
              <a:path w="66064" h="51951">
                <a:moveTo>
                  <a:pt x="44552" y="31517"/>
                </a:moveTo>
                <a:cubicBezTo>
                  <a:pt x="48820" y="28794"/>
                  <a:pt x="51602" y="25721"/>
                  <a:pt x="52854" y="22473"/>
                </a:cubicBezTo>
                <a:cubicBezTo>
                  <a:pt x="54107" y="19181"/>
                  <a:pt x="53655" y="15875"/>
                  <a:pt x="51602" y="12686"/>
                </a:cubicBezTo>
                <a:cubicBezTo>
                  <a:pt x="49563" y="9511"/>
                  <a:pt x="46825" y="7792"/>
                  <a:pt x="43300" y="7515"/>
                </a:cubicBezTo>
                <a:cubicBezTo>
                  <a:pt x="39775" y="7224"/>
                  <a:pt x="35901" y="8476"/>
                  <a:pt x="31576" y="11273"/>
                </a:cubicBezTo>
                <a:cubicBezTo>
                  <a:pt x="27250" y="13996"/>
                  <a:pt x="24526" y="17011"/>
                  <a:pt x="23274" y="20317"/>
                </a:cubicBezTo>
                <a:cubicBezTo>
                  <a:pt x="22021" y="23609"/>
                  <a:pt x="22415" y="26857"/>
                  <a:pt x="24468" y="30046"/>
                </a:cubicBezTo>
                <a:cubicBezTo>
                  <a:pt x="26522" y="33280"/>
                  <a:pt x="29304" y="34998"/>
                  <a:pt x="32828" y="35275"/>
                </a:cubicBezTo>
                <a:cubicBezTo>
                  <a:pt x="36353" y="35508"/>
                  <a:pt x="40227" y="34255"/>
                  <a:pt x="44552" y="31517"/>
                </a:cubicBezTo>
                <a:close/>
                <a:moveTo>
                  <a:pt x="34314" y="46490"/>
                </a:moveTo>
                <a:cubicBezTo>
                  <a:pt x="28109" y="50407"/>
                  <a:pt x="22648" y="51951"/>
                  <a:pt x="17929" y="51150"/>
                </a:cubicBezTo>
                <a:cubicBezTo>
                  <a:pt x="13152" y="50349"/>
                  <a:pt x="8943" y="47116"/>
                  <a:pt x="5360" y="41479"/>
                </a:cubicBezTo>
                <a:cubicBezTo>
                  <a:pt x="3991" y="39368"/>
                  <a:pt x="2913" y="37270"/>
                  <a:pt x="1995" y="35217"/>
                </a:cubicBezTo>
                <a:cubicBezTo>
                  <a:pt x="1136" y="33178"/>
                  <a:pt x="466" y="31066"/>
                  <a:pt x="0" y="28910"/>
                </a:cubicBezTo>
                <a:lnTo>
                  <a:pt x="5811" y="25211"/>
                </a:lnTo>
                <a:cubicBezTo>
                  <a:pt x="5986" y="27541"/>
                  <a:pt x="6379" y="29755"/>
                  <a:pt x="7005" y="31750"/>
                </a:cubicBezTo>
                <a:cubicBezTo>
                  <a:pt x="7632" y="33746"/>
                  <a:pt x="8535" y="35625"/>
                  <a:pt x="9671" y="37387"/>
                </a:cubicBezTo>
                <a:cubicBezTo>
                  <a:pt x="12176" y="41246"/>
                  <a:pt x="15030" y="43533"/>
                  <a:pt x="18322" y="44203"/>
                </a:cubicBezTo>
                <a:cubicBezTo>
                  <a:pt x="21628" y="44829"/>
                  <a:pt x="25327" y="43810"/>
                  <a:pt x="29420" y="41188"/>
                </a:cubicBezTo>
                <a:lnTo>
                  <a:pt x="32377" y="39324"/>
                </a:lnTo>
                <a:cubicBezTo>
                  <a:pt x="29420" y="39426"/>
                  <a:pt x="26857" y="38916"/>
                  <a:pt x="24526" y="37664"/>
                </a:cubicBezTo>
                <a:cubicBezTo>
                  <a:pt x="22254" y="36411"/>
                  <a:pt x="20259" y="34430"/>
                  <a:pt x="18555" y="31750"/>
                </a:cubicBezTo>
                <a:cubicBezTo>
                  <a:pt x="15700" y="27308"/>
                  <a:pt x="15132" y="22648"/>
                  <a:pt x="16793" y="17812"/>
                </a:cubicBezTo>
                <a:cubicBezTo>
                  <a:pt x="18439" y="12919"/>
                  <a:pt x="22021" y="8651"/>
                  <a:pt x="27658" y="5068"/>
                </a:cubicBezTo>
                <a:cubicBezTo>
                  <a:pt x="33236" y="1544"/>
                  <a:pt x="38581" y="0"/>
                  <a:pt x="43693" y="568"/>
                </a:cubicBezTo>
                <a:cubicBezTo>
                  <a:pt x="48820" y="1092"/>
                  <a:pt x="52796" y="3583"/>
                  <a:pt x="55651" y="8025"/>
                </a:cubicBezTo>
                <a:cubicBezTo>
                  <a:pt x="57355" y="10705"/>
                  <a:pt x="58316" y="13370"/>
                  <a:pt x="58491" y="15933"/>
                </a:cubicBezTo>
                <a:cubicBezTo>
                  <a:pt x="58665" y="18555"/>
                  <a:pt x="58097" y="21118"/>
                  <a:pt x="56728" y="23725"/>
                </a:cubicBezTo>
                <a:lnTo>
                  <a:pt x="62248" y="20201"/>
                </a:lnTo>
                <a:lnTo>
                  <a:pt x="66064" y="26172"/>
                </a:lnTo>
                <a:lnTo>
                  <a:pt x="34314" y="46490"/>
                </a:lnTo>
                <a:close/>
                <a:moveTo>
                  <a:pt x="34314" y="464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45864-F286-43EE-BB27-7B6131A3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168" y="5442156"/>
            <a:ext cx="54150" cy="62525"/>
          </a:xfrm>
          <a:custGeom xmlns:a="http://schemas.openxmlformats.org/drawingml/2006/main">
            <a:pathLst>
              <a:path w="54150" h="62525">
                <a:moveTo>
                  <a:pt x="41305" y="48529"/>
                </a:moveTo>
                <a:lnTo>
                  <a:pt x="19400" y="62525"/>
                </a:lnTo>
                <a:lnTo>
                  <a:pt x="15584" y="56612"/>
                </a:lnTo>
                <a:lnTo>
                  <a:pt x="37256" y="42732"/>
                </a:lnTo>
                <a:cubicBezTo>
                  <a:pt x="40678" y="40504"/>
                  <a:pt x="42834" y="38232"/>
                  <a:pt x="43693" y="35785"/>
                </a:cubicBezTo>
                <a:cubicBezTo>
                  <a:pt x="44538" y="33396"/>
                  <a:pt x="44086" y="30833"/>
                  <a:pt x="42382" y="28168"/>
                </a:cubicBezTo>
                <a:cubicBezTo>
                  <a:pt x="40329" y="24920"/>
                  <a:pt x="37707" y="23041"/>
                  <a:pt x="34474" y="22531"/>
                </a:cubicBezTo>
                <a:cubicBezTo>
                  <a:pt x="31226" y="21963"/>
                  <a:pt x="27818" y="22822"/>
                  <a:pt x="24293" y="25094"/>
                </a:cubicBezTo>
                <a:lnTo>
                  <a:pt x="3801" y="38173"/>
                </a:lnTo>
                <a:lnTo>
                  <a:pt x="0" y="32202"/>
                </a:lnTo>
                <a:lnTo>
                  <a:pt x="50349" y="0"/>
                </a:lnTo>
                <a:lnTo>
                  <a:pt x="54150" y="5971"/>
                </a:lnTo>
                <a:lnTo>
                  <a:pt x="34416" y="18613"/>
                </a:lnTo>
                <a:cubicBezTo>
                  <a:pt x="37489" y="18657"/>
                  <a:pt x="40212" y="19283"/>
                  <a:pt x="42543" y="20478"/>
                </a:cubicBezTo>
                <a:cubicBezTo>
                  <a:pt x="44829" y="21730"/>
                  <a:pt x="46810" y="23609"/>
                  <a:pt x="48412" y="26172"/>
                </a:cubicBezTo>
                <a:cubicBezTo>
                  <a:pt x="51077" y="30323"/>
                  <a:pt x="51820" y="34314"/>
                  <a:pt x="50568" y="38057"/>
                </a:cubicBezTo>
                <a:cubicBezTo>
                  <a:pt x="49373" y="41873"/>
                  <a:pt x="46300" y="45339"/>
                  <a:pt x="41305" y="48529"/>
                </a:cubicBezTo>
                <a:close/>
                <a:moveTo>
                  <a:pt x="41305" y="48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A990A-32B5-495B-99ED-122D7F1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709" y="5486709"/>
            <a:ext cx="46708" cy="48019"/>
          </a:xfrm>
          <a:custGeom xmlns:a="http://schemas.openxmlformats.org/drawingml/2006/main">
            <a:pathLst>
              <a:path w="46708" h="48019">
                <a:moveTo>
                  <a:pt x="46708" y="5971"/>
                </a:moveTo>
                <a:lnTo>
                  <a:pt x="36469" y="12569"/>
                </a:lnTo>
                <a:lnTo>
                  <a:pt x="44261" y="24861"/>
                </a:lnTo>
                <a:lnTo>
                  <a:pt x="39659" y="27818"/>
                </a:lnTo>
                <a:lnTo>
                  <a:pt x="31809" y="15526"/>
                </a:lnTo>
                <a:lnTo>
                  <a:pt x="12118" y="28109"/>
                </a:lnTo>
                <a:cubicBezTo>
                  <a:pt x="9219" y="29974"/>
                  <a:pt x="7573" y="31634"/>
                  <a:pt x="7224" y="32988"/>
                </a:cubicBezTo>
                <a:cubicBezTo>
                  <a:pt x="6889" y="34299"/>
                  <a:pt x="7515" y="36236"/>
                  <a:pt x="9103" y="38741"/>
                </a:cubicBezTo>
                <a:lnTo>
                  <a:pt x="13035" y="44829"/>
                </a:lnTo>
                <a:lnTo>
                  <a:pt x="8025" y="48019"/>
                </a:lnTo>
                <a:lnTo>
                  <a:pt x="4151" y="41873"/>
                </a:lnTo>
                <a:cubicBezTo>
                  <a:pt x="1194" y="37314"/>
                  <a:pt x="0" y="33556"/>
                  <a:pt x="626" y="30716"/>
                </a:cubicBezTo>
                <a:cubicBezTo>
                  <a:pt x="1253" y="27876"/>
                  <a:pt x="3816" y="25036"/>
                  <a:pt x="8316" y="22123"/>
                </a:cubicBezTo>
                <a:lnTo>
                  <a:pt x="27993" y="9554"/>
                </a:lnTo>
                <a:lnTo>
                  <a:pt x="25211" y="5170"/>
                </a:lnTo>
                <a:lnTo>
                  <a:pt x="29813" y="2214"/>
                </a:lnTo>
                <a:lnTo>
                  <a:pt x="32610" y="6598"/>
                </a:lnTo>
                <a:lnTo>
                  <a:pt x="42907" y="0"/>
                </a:lnTo>
                <a:lnTo>
                  <a:pt x="46708" y="5971"/>
                </a:lnTo>
                <a:close/>
                <a:moveTo>
                  <a:pt x="46708" y="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FE7EF-CB8D-40E1-A46E-168B149F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5" y="5520615"/>
            <a:ext cx="50291" cy="43125"/>
          </a:xfrm>
          <a:custGeom xmlns:a="http://schemas.openxmlformats.org/drawingml/2006/main">
            <a:pathLst>
              <a:path w="50291" h="43125">
                <a:moveTo>
                  <a:pt x="50291" y="22531"/>
                </a:moveTo>
                <a:lnTo>
                  <a:pt x="44669" y="26172"/>
                </a:lnTo>
                <a:cubicBezTo>
                  <a:pt x="44436" y="23900"/>
                  <a:pt x="43984" y="21730"/>
                  <a:pt x="43242" y="19691"/>
                </a:cubicBezTo>
                <a:cubicBezTo>
                  <a:pt x="42557" y="17579"/>
                  <a:pt x="41538" y="15584"/>
                  <a:pt x="40343" y="13603"/>
                </a:cubicBezTo>
                <a:cubicBezTo>
                  <a:pt x="38406" y="10632"/>
                  <a:pt x="36527" y="8768"/>
                  <a:pt x="34707" y="7850"/>
                </a:cubicBezTo>
                <a:cubicBezTo>
                  <a:pt x="32828" y="6933"/>
                  <a:pt x="31008" y="7049"/>
                  <a:pt x="29187" y="8243"/>
                </a:cubicBezTo>
                <a:cubicBezTo>
                  <a:pt x="27833" y="9103"/>
                  <a:pt x="27090" y="10355"/>
                  <a:pt x="26973" y="11885"/>
                </a:cubicBezTo>
                <a:cubicBezTo>
                  <a:pt x="26857" y="13428"/>
                  <a:pt x="27483" y="16050"/>
                  <a:pt x="28794" y="19691"/>
                </a:cubicBezTo>
                <a:lnTo>
                  <a:pt x="29639" y="22021"/>
                </a:lnTo>
                <a:cubicBezTo>
                  <a:pt x="31474" y="26857"/>
                  <a:pt x="32085" y="30658"/>
                  <a:pt x="31576" y="33513"/>
                </a:cubicBezTo>
                <a:cubicBezTo>
                  <a:pt x="31066" y="36353"/>
                  <a:pt x="29362" y="38683"/>
                  <a:pt x="26405" y="40562"/>
                </a:cubicBezTo>
                <a:cubicBezTo>
                  <a:pt x="22983" y="42732"/>
                  <a:pt x="19516" y="43125"/>
                  <a:pt x="15817" y="41698"/>
                </a:cubicBezTo>
                <a:cubicBezTo>
                  <a:pt x="12176" y="40285"/>
                  <a:pt x="8826" y="37270"/>
                  <a:pt x="5869" y="32595"/>
                </a:cubicBezTo>
                <a:cubicBezTo>
                  <a:pt x="4617" y="30658"/>
                  <a:pt x="3539" y="28503"/>
                  <a:pt x="2563" y="26172"/>
                </a:cubicBezTo>
                <a:cubicBezTo>
                  <a:pt x="1602" y="23842"/>
                  <a:pt x="743" y="21220"/>
                  <a:pt x="0" y="18439"/>
                </a:cubicBezTo>
                <a:lnTo>
                  <a:pt x="6146" y="14506"/>
                </a:lnTo>
                <a:cubicBezTo>
                  <a:pt x="6437" y="17404"/>
                  <a:pt x="6947" y="20143"/>
                  <a:pt x="7748" y="22648"/>
                </a:cubicBezTo>
                <a:cubicBezTo>
                  <a:pt x="8535" y="25138"/>
                  <a:pt x="9627" y="27425"/>
                  <a:pt x="10923" y="29522"/>
                </a:cubicBezTo>
                <a:cubicBezTo>
                  <a:pt x="12744" y="32377"/>
                  <a:pt x="14564" y="34197"/>
                  <a:pt x="16501" y="35100"/>
                </a:cubicBezTo>
                <a:cubicBezTo>
                  <a:pt x="18439" y="35959"/>
                  <a:pt x="20259" y="35901"/>
                  <a:pt x="22021" y="34765"/>
                </a:cubicBezTo>
                <a:cubicBezTo>
                  <a:pt x="23609" y="33731"/>
                  <a:pt x="24526" y="32377"/>
                  <a:pt x="24701" y="30716"/>
                </a:cubicBezTo>
                <a:cubicBezTo>
                  <a:pt x="24861" y="29129"/>
                  <a:pt x="24191" y="26172"/>
                  <a:pt x="22589" y="21963"/>
                </a:cubicBezTo>
                <a:lnTo>
                  <a:pt x="21745" y="19633"/>
                </a:lnTo>
                <a:cubicBezTo>
                  <a:pt x="20201" y="15424"/>
                  <a:pt x="19691" y="12001"/>
                  <a:pt x="20201" y="9336"/>
                </a:cubicBezTo>
                <a:cubicBezTo>
                  <a:pt x="20769" y="6656"/>
                  <a:pt x="22473" y="4442"/>
                  <a:pt x="25269" y="2622"/>
                </a:cubicBezTo>
                <a:cubicBezTo>
                  <a:pt x="28677" y="451"/>
                  <a:pt x="32085" y="0"/>
                  <a:pt x="35508" y="1194"/>
                </a:cubicBezTo>
                <a:cubicBezTo>
                  <a:pt x="38858" y="2447"/>
                  <a:pt x="41989" y="5287"/>
                  <a:pt x="44829" y="9729"/>
                </a:cubicBezTo>
                <a:cubicBezTo>
                  <a:pt x="46257" y="11943"/>
                  <a:pt x="47393" y="14113"/>
                  <a:pt x="48310" y="16210"/>
                </a:cubicBezTo>
                <a:cubicBezTo>
                  <a:pt x="49271" y="18380"/>
                  <a:pt x="49898" y="20478"/>
                  <a:pt x="50291" y="22531"/>
                </a:cubicBezTo>
                <a:close/>
                <a:moveTo>
                  <a:pt x="50291" y="225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86579-B275-4ACF-847B-99D3720B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247" y="5552365"/>
            <a:ext cx="61549" cy="58767"/>
          </a:xfrm>
          <a:custGeom xmlns:a="http://schemas.openxmlformats.org/drawingml/2006/main">
            <a:pathLst>
              <a:path w="61549" h="58767">
                <a:moveTo>
                  <a:pt x="61447" y="32653"/>
                </a:moveTo>
                <a:lnTo>
                  <a:pt x="54558" y="37037"/>
                </a:lnTo>
                <a:cubicBezTo>
                  <a:pt x="55243" y="33498"/>
                  <a:pt x="55243" y="30207"/>
                  <a:pt x="54675" y="27075"/>
                </a:cubicBezTo>
                <a:cubicBezTo>
                  <a:pt x="54107" y="23944"/>
                  <a:pt x="52912" y="20929"/>
                  <a:pt x="51092" y="18147"/>
                </a:cubicBezTo>
                <a:cubicBezTo>
                  <a:pt x="47553" y="12627"/>
                  <a:pt x="43183" y="9496"/>
                  <a:pt x="37940" y="8695"/>
                </a:cubicBezTo>
                <a:cubicBezTo>
                  <a:pt x="32712" y="7908"/>
                  <a:pt x="26857" y="9554"/>
                  <a:pt x="20478" y="13647"/>
                </a:cubicBezTo>
                <a:cubicBezTo>
                  <a:pt x="14113" y="17739"/>
                  <a:pt x="10181" y="22298"/>
                  <a:pt x="8695" y="27410"/>
                </a:cubicBezTo>
                <a:cubicBezTo>
                  <a:pt x="7166" y="32479"/>
                  <a:pt x="8185" y="37824"/>
                  <a:pt x="11710" y="43344"/>
                </a:cubicBezTo>
                <a:cubicBezTo>
                  <a:pt x="13545" y="46140"/>
                  <a:pt x="15759" y="48470"/>
                  <a:pt x="18322" y="50291"/>
                </a:cubicBezTo>
                <a:cubicBezTo>
                  <a:pt x="20929" y="52111"/>
                  <a:pt x="23944" y="53480"/>
                  <a:pt x="27425" y="54383"/>
                </a:cubicBezTo>
                <a:lnTo>
                  <a:pt x="20594" y="58767"/>
                </a:lnTo>
                <a:cubicBezTo>
                  <a:pt x="17579" y="57457"/>
                  <a:pt x="14841" y="55811"/>
                  <a:pt x="12453" y="53699"/>
                </a:cubicBezTo>
                <a:cubicBezTo>
                  <a:pt x="10064" y="51645"/>
                  <a:pt x="7967" y="49213"/>
                  <a:pt x="6146" y="46358"/>
                </a:cubicBezTo>
                <a:cubicBezTo>
                  <a:pt x="1413" y="39076"/>
                  <a:pt x="0" y="31852"/>
                  <a:pt x="1762" y="24803"/>
                </a:cubicBezTo>
                <a:cubicBezTo>
                  <a:pt x="3583" y="17739"/>
                  <a:pt x="8360" y="11710"/>
                  <a:pt x="16094" y="6758"/>
                </a:cubicBezTo>
                <a:cubicBezTo>
                  <a:pt x="23842" y="1821"/>
                  <a:pt x="31284" y="0"/>
                  <a:pt x="38450" y="1354"/>
                </a:cubicBezTo>
                <a:cubicBezTo>
                  <a:pt x="45630" y="2665"/>
                  <a:pt x="51543" y="6991"/>
                  <a:pt x="56262" y="14331"/>
                </a:cubicBezTo>
                <a:cubicBezTo>
                  <a:pt x="58083" y="17230"/>
                  <a:pt x="59452" y="20186"/>
                  <a:pt x="60297" y="23201"/>
                </a:cubicBezTo>
                <a:cubicBezTo>
                  <a:pt x="61156" y="26274"/>
                  <a:pt x="61549" y="29406"/>
                  <a:pt x="61447" y="32653"/>
                </a:cubicBezTo>
                <a:close/>
                <a:moveTo>
                  <a:pt x="61447" y="326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729E8-0C55-4C5D-AFD9-B5CE21C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06" y="5603850"/>
            <a:ext cx="46548" cy="43853"/>
          </a:xfrm>
          <a:custGeom xmlns:a="http://schemas.openxmlformats.org/drawingml/2006/main">
            <a:pathLst>
              <a:path w="46548" h="43853">
                <a:moveTo>
                  <a:pt x="37270" y="13021"/>
                </a:moveTo>
                <a:cubicBezTo>
                  <a:pt x="35217" y="9846"/>
                  <a:pt x="32377" y="8127"/>
                  <a:pt x="28677" y="7850"/>
                </a:cubicBezTo>
                <a:cubicBezTo>
                  <a:pt x="24978" y="7559"/>
                  <a:pt x="21002" y="8811"/>
                  <a:pt x="16676" y="11608"/>
                </a:cubicBezTo>
                <a:cubicBezTo>
                  <a:pt x="12351" y="14390"/>
                  <a:pt x="9511" y="17463"/>
                  <a:pt x="8200" y="20929"/>
                </a:cubicBezTo>
                <a:cubicBezTo>
                  <a:pt x="6889" y="24352"/>
                  <a:pt x="7224" y="27701"/>
                  <a:pt x="9278" y="30891"/>
                </a:cubicBezTo>
                <a:cubicBezTo>
                  <a:pt x="11331" y="34081"/>
                  <a:pt x="14171" y="35785"/>
                  <a:pt x="17871" y="36003"/>
                </a:cubicBezTo>
                <a:cubicBezTo>
                  <a:pt x="21570" y="36294"/>
                  <a:pt x="25546" y="35042"/>
                  <a:pt x="29872" y="32260"/>
                </a:cubicBezTo>
                <a:cubicBezTo>
                  <a:pt x="34197" y="29522"/>
                  <a:pt x="36979" y="26449"/>
                  <a:pt x="38290" y="22983"/>
                </a:cubicBezTo>
                <a:cubicBezTo>
                  <a:pt x="39659" y="19516"/>
                  <a:pt x="39266" y="16210"/>
                  <a:pt x="37270" y="13021"/>
                </a:cubicBezTo>
                <a:close/>
                <a:moveTo>
                  <a:pt x="42280" y="9787"/>
                </a:moveTo>
                <a:cubicBezTo>
                  <a:pt x="45630" y="14958"/>
                  <a:pt x="46548" y="20143"/>
                  <a:pt x="45062" y="25196"/>
                </a:cubicBezTo>
                <a:cubicBezTo>
                  <a:pt x="43591" y="30323"/>
                  <a:pt x="39892" y="34809"/>
                  <a:pt x="33920" y="38567"/>
                </a:cubicBezTo>
                <a:cubicBezTo>
                  <a:pt x="27993" y="42382"/>
                  <a:pt x="22371" y="43853"/>
                  <a:pt x="17128" y="43067"/>
                </a:cubicBezTo>
                <a:cubicBezTo>
                  <a:pt x="11841" y="42266"/>
                  <a:pt x="7573" y="39309"/>
                  <a:pt x="4267" y="34139"/>
                </a:cubicBezTo>
                <a:cubicBezTo>
                  <a:pt x="918" y="28954"/>
                  <a:pt x="0" y="23784"/>
                  <a:pt x="1486" y="18657"/>
                </a:cubicBezTo>
                <a:cubicBezTo>
                  <a:pt x="3015" y="13589"/>
                  <a:pt x="6714" y="9103"/>
                  <a:pt x="12642" y="5345"/>
                </a:cubicBezTo>
                <a:cubicBezTo>
                  <a:pt x="18613" y="1529"/>
                  <a:pt x="24191" y="0"/>
                  <a:pt x="29420" y="786"/>
                </a:cubicBezTo>
                <a:cubicBezTo>
                  <a:pt x="34707" y="1588"/>
                  <a:pt x="38974" y="4602"/>
                  <a:pt x="42280" y="9787"/>
                </a:cubicBezTo>
                <a:close/>
                <a:moveTo>
                  <a:pt x="42280" y="97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6ADF8-9A09-4D82-82F9-315124E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169" y="5640480"/>
            <a:ext cx="66341" cy="76070"/>
          </a:xfrm>
          <a:custGeom xmlns:a="http://schemas.openxmlformats.org/drawingml/2006/main">
            <a:pathLst>
              <a:path w="66341" h="76070">
                <a:moveTo>
                  <a:pt x="47509" y="32886"/>
                </a:moveTo>
                <a:cubicBezTo>
                  <a:pt x="51150" y="32668"/>
                  <a:pt x="54223" y="33178"/>
                  <a:pt x="56845" y="34430"/>
                </a:cubicBezTo>
                <a:cubicBezTo>
                  <a:pt x="59394" y="35683"/>
                  <a:pt x="61622" y="37722"/>
                  <a:pt x="63384" y="40518"/>
                </a:cubicBezTo>
                <a:cubicBezTo>
                  <a:pt x="65831" y="44319"/>
                  <a:pt x="66341" y="48077"/>
                  <a:pt x="65030" y="51776"/>
                </a:cubicBezTo>
                <a:cubicBezTo>
                  <a:pt x="63719" y="55534"/>
                  <a:pt x="60588" y="58942"/>
                  <a:pt x="55752" y="62073"/>
                </a:cubicBezTo>
                <a:lnTo>
                  <a:pt x="33848" y="76070"/>
                </a:lnTo>
                <a:lnTo>
                  <a:pt x="30046" y="70098"/>
                </a:lnTo>
                <a:lnTo>
                  <a:pt x="51718" y="56219"/>
                </a:lnTo>
                <a:cubicBezTo>
                  <a:pt x="55184" y="53990"/>
                  <a:pt x="57355" y="51718"/>
                  <a:pt x="58258" y="49446"/>
                </a:cubicBezTo>
                <a:cubicBezTo>
                  <a:pt x="59175" y="47116"/>
                  <a:pt x="58767" y="44727"/>
                  <a:pt x="57180" y="42222"/>
                </a:cubicBezTo>
                <a:cubicBezTo>
                  <a:pt x="55184" y="39091"/>
                  <a:pt x="52621" y="37329"/>
                  <a:pt x="49446" y="36819"/>
                </a:cubicBezTo>
                <a:cubicBezTo>
                  <a:pt x="46257" y="36353"/>
                  <a:pt x="42892" y="37270"/>
                  <a:pt x="39309" y="39484"/>
                </a:cubicBezTo>
                <a:lnTo>
                  <a:pt x="18832" y="52636"/>
                </a:lnTo>
                <a:lnTo>
                  <a:pt x="15016" y="46606"/>
                </a:lnTo>
                <a:lnTo>
                  <a:pt x="36702" y="32770"/>
                </a:lnTo>
                <a:cubicBezTo>
                  <a:pt x="40227" y="30556"/>
                  <a:pt x="42382" y="28284"/>
                  <a:pt x="43300" y="25954"/>
                </a:cubicBezTo>
                <a:cubicBezTo>
                  <a:pt x="44145" y="23667"/>
                  <a:pt x="43751" y="21220"/>
                  <a:pt x="42164" y="18672"/>
                </a:cubicBezTo>
                <a:cubicBezTo>
                  <a:pt x="40169" y="15657"/>
                  <a:pt x="37605" y="13894"/>
                  <a:pt x="34416" y="13370"/>
                </a:cubicBezTo>
                <a:cubicBezTo>
                  <a:pt x="31241" y="12919"/>
                  <a:pt x="27818" y="13836"/>
                  <a:pt x="24352" y="16050"/>
                </a:cubicBezTo>
                <a:lnTo>
                  <a:pt x="3874" y="29129"/>
                </a:lnTo>
                <a:lnTo>
                  <a:pt x="0" y="23157"/>
                </a:lnTo>
                <a:lnTo>
                  <a:pt x="36236" y="0"/>
                </a:lnTo>
                <a:lnTo>
                  <a:pt x="40110" y="5986"/>
                </a:lnTo>
                <a:lnTo>
                  <a:pt x="34474" y="9569"/>
                </a:lnTo>
                <a:cubicBezTo>
                  <a:pt x="37547" y="9511"/>
                  <a:pt x="40227" y="10079"/>
                  <a:pt x="42499" y="11331"/>
                </a:cubicBezTo>
                <a:cubicBezTo>
                  <a:pt x="44771" y="12525"/>
                  <a:pt x="46708" y="14462"/>
                  <a:pt x="48412" y="17069"/>
                </a:cubicBezTo>
                <a:cubicBezTo>
                  <a:pt x="50072" y="19691"/>
                  <a:pt x="50859" y="22371"/>
                  <a:pt x="50699" y="25094"/>
                </a:cubicBezTo>
                <a:cubicBezTo>
                  <a:pt x="50524" y="27774"/>
                  <a:pt x="49504" y="30381"/>
                  <a:pt x="47509" y="32886"/>
                </a:cubicBezTo>
                <a:close/>
                <a:moveTo>
                  <a:pt x="47509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EE3D9-F3BD-4E86-8315-2D8F4247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473" y="5705000"/>
            <a:ext cx="66341" cy="76128"/>
          </a:xfrm>
          <a:custGeom xmlns:a="http://schemas.openxmlformats.org/drawingml/2006/main">
            <a:pathLst>
              <a:path w="66341" h="76128">
                <a:moveTo>
                  <a:pt x="47451" y="32886"/>
                </a:moveTo>
                <a:cubicBezTo>
                  <a:pt x="51092" y="32712"/>
                  <a:pt x="54223" y="33221"/>
                  <a:pt x="56787" y="34474"/>
                </a:cubicBezTo>
                <a:cubicBezTo>
                  <a:pt x="59394" y="35726"/>
                  <a:pt x="61564" y="37780"/>
                  <a:pt x="63384" y="40562"/>
                </a:cubicBezTo>
                <a:cubicBezTo>
                  <a:pt x="65773" y="44319"/>
                  <a:pt x="66341" y="48077"/>
                  <a:pt x="64972" y="51835"/>
                </a:cubicBezTo>
                <a:cubicBezTo>
                  <a:pt x="63661" y="55578"/>
                  <a:pt x="60588" y="59000"/>
                  <a:pt x="55694" y="62132"/>
                </a:cubicBezTo>
                <a:lnTo>
                  <a:pt x="33789" y="76128"/>
                </a:lnTo>
                <a:lnTo>
                  <a:pt x="29988" y="70098"/>
                </a:lnTo>
                <a:lnTo>
                  <a:pt x="51660" y="56262"/>
                </a:lnTo>
                <a:cubicBezTo>
                  <a:pt x="55126" y="54048"/>
                  <a:pt x="57355" y="51776"/>
                  <a:pt x="58199" y="49446"/>
                </a:cubicBezTo>
                <a:cubicBezTo>
                  <a:pt x="59117" y="47160"/>
                  <a:pt x="58767" y="44713"/>
                  <a:pt x="57122" y="42222"/>
                </a:cubicBezTo>
                <a:cubicBezTo>
                  <a:pt x="55184" y="39149"/>
                  <a:pt x="52563" y="37372"/>
                  <a:pt x="49388" y="36862"/>
                </a:cubicBezTo>
                <a:cubicBezTo>
                  <a:pt x="46198" y="36411"/>
                  <a:pt x="42848" y="37270"/>
                  <a:pt x="39309" y="39542"/>
                </a:cubicBezTo>
                <a:lnTo>
                  <a:pt x="18832" y="52621"/>
                </a:lnTo>
                <a:lnTo>
                  <a:pt x="14958" y="46650"/>
                </a:lnTo>
                <a:lnTo>
                  <a:pt x="36702" y="32770"/>
                </a:lnTo>
                <a:cubicBezTo>
                  <a:pt x="40169" y="30556"/>
                  <a:pt x="42324" y="28284"/>
                  <a:pt x="43242" y="25997"/>
                </a:cubicBezTo>
                <a:cubicBezTo>
                  <a:pt x="44145" y="23725"/>
                  <a:pt x="43751" y="21279"/>
                  <a:pt x="42106" y="18715"/>
                </a:cubicBezTo>
                <a:cubicBezTo>
                  <a:pt x="40169" y="15642"/>
                  <a:pt x="37605" y="13880"/>
                  <a:pt x="34357" y="13428"/>
                </a:cubicBezTo>
                <a:cubicBezTo>
                  <a:pt x="31182" y="12919"/>
                  <a:pt x="27818" y="13822"/>
                  <a:pt x="24293" y="16108"/>
                </a:cubicBezTo>
                <a:lnTo>
                  <a:pt x="3816" y="29187"/>
                </a:lnTo>
                <a:lnTo>
                  <a:pt x="0" y="23216"/>
                </a:lnTo>
                <a:lnTo>
                  <a:pt x="36236" y="0"/>
                </a:lnTo>
                <a:lnTo>
                  <a:pt x="40052" y="6030"/>
                </a:lnTo>
                <a:lnTo>
                  <a:pt x="34416" y="9612"/>
                </a:lnTo>
                <a:cubicBezTo>
                  <a:pt x="37489" y="9554"/>
                  <a:pt x="40169" y="10122"/>
                  <a:pt x="42441" y="11317"/>
                </a:cubicBezTo>
                <a:cubicBezTo>
                  <a:pt x="44713" y="12569"/>
                  <a:pt x="46708" y="14506"/>
                  <a:pt x="48354" y="17128"/>
                </a:cubicBezTo>
                <a:cubicBezTo>
                  <a:pt x="50072" y="19749"/>
                  <a:pt x="50801" y="22415"/>
                  <a:pt x="50640" y="25094"/>
                </a:cubicBezTo>
                <a:cubicBezTo>
                  <a:pt x="50524" y="27818"/>
                  <a:pt x="49446" y="30381"/>
                  <a:pt x="47451" y="32886"/>
                </a:cubicBezTo>
                <a:close/>
                <a:moveTo>
                  <a:pt x="47451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89712-E16A-47EB-ADDC-392AEFB0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303" y="5769171"/>
            <a:ext cx="51835" cy="53539"/>
          </a:xfrm>
          <a:custGeom xmlns:a="http://schemas.openxmlformats.org/drawingml/2006/main">
            <a:pathLst>
              <a:path w="51835" h="53539">
                <a:moveTo>
                  <a:pt x="10472" y="14055"/>
                </a:moveTo>
                <a:lnTo>
                  <a:pt x="32435" y="0"/>
                </a:lnTo>
                <a:lnTo>
                  <a:pt x="36251" y="5971"/>
                </a:lnTo>
                <a:lnTo>
                  <a:pt x="14506" y="19866"/>
                </a:lnTo>
                <a:cubicBezTo>
                  <a:pt x="11098" y="22021"/>
                  <a:pt x="8943" y="24352"/>
                  <a:pt x="8083" y="26798"/>
                </a:cubicBezTo>
                <a:cubicBezTo>
                  <a:pt x="7224" y="29245"/>
                  <a:pt x="7632" y="31750"/>
                  <a:pt x="9336" y="34488"/>
                </a:cubicBezTo>
                <a:cubicBezTo>
                  <a:pt x="11433" y="37664"/>
                  <a:pt x="14055" y="39542"/>
                  <a:pt x="17302" y="40110"/>
                </a:cubicBezTo>
                <a:cubicBezTo>
                  <a:pt x="20536" y="40678"/>
                  <a:pt x="23958" y="39834"/>
                  <a:pt x="27483" y="37547"/>
                </a:cubicBezTo>
                <a:lnTo>
                  <a:pt x="48019" y="24410"/>
                </a:lnTo>
                <a:lnTo>
                  <a:pt x="51835" y="30381"/>
                </a:lnTo>
                <a:lnTo>
                  <a:pt x="15598" y="53539"/>
                </a:lnTo>
                <a:lnTo>
                  <a:pt x="11783" y="47567"/>
                </a:lnTo>
                <a:lnTo>
                  <a:pt x="17361" y="44043"/>
                </a:lnTo>
                <a:cubicBezTo>
                  <a:pt x="14229" y="43984"/>
                  <a:pt x="11491" y="43358"/>
                  <a:pt x="9219" y="42106"/>
                </a:cubicBezTo>
                <a:cubicBezTo>
                  <a:pt x="6947" y="40911"/>
                  <a:pt x="5010" y="39033"/>
                  <a:pt x="3364" y="36469"/>
                </a:cubicBezTo>
                <a:cubicBezTo>
                  <a:pt x="685" y="32318"/>
                  <a:pt x="0" y="28342"/>
                  <a:pt x="1194" y="24526"/>
                </a:cubicBezTo>
                <a:cubicBezTo>
                  <a:pt x="2389" y="20711"/>
                  <a:pt x="5520" y="17244"/>
                  <a:pt x="10472" y="14055"/>
                </a:cubicBezTo>
                <a:close/>
                <a:moveTo>
                  <a:pt x="10472" y="140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940B9-D241-46AD-BD6B-27CA2ACC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576" y="5811553"/>
            <a:ext cx="51835" cy="53539"/>
          </a:xfrm>
          <a:custGeom xmlns:a="http://schemas.openxmlformats.org/drawingml/2006/main">
            <a:pathLst>
              <a:path w="51835" h="53539">
                <a:moveTo>
                  <a:pt x="41305" y="39542"/>
                </a:moveTo>
                <a:lnTo>
                  <a:pt x="19400" y="53539"/>
                </a:lnTo>
                <a:lnTo>
                  <a:pt x="15584" y="47567"/>
                </a:lnTo>
                <a:lnTo>
                  <a:pt x="37314" y="33746"/>
                </a:lnTo>
                <a:cubicBezTo>
                  <a:pt x="40737" y="31532"/>
                  <a:pt x="42834" y="29187"/>
                  <a:pt x="43693" y="26798"/>
                </a:cubicBezTo>
                <a:cubicBezTo>
                  <a:pt x="44552" y="24352"/>
                  <a:pt x="44145" y="21803"/>
                  <a:pt x="42441" y="19123"/>
                </a:cubicBezTo>
                <a:cubicBezTo>
                  <a:pt x="40329" y="15933"/>
                  <a:pt x="37722" y="14055"/>
                  <a:pt x="34474" y="13487"/>
                </a:cubicBezTo>
                <a:cubicBezTo>
                  <a:pt x="31226" y="12919"/>
                  <a:pt x="27876" y="13836"/>
                  <a:pt x="24293" y="16050"/>
                </a:cubicBezTo>
                <a:lnTo>
                  <a:pt x="3816" y="29187"/>
                </a:lnTo>
                <a:lnTo>
                  <a:pt x="0" y="23157"/>
                </a:lnTo>
                <a:lnTo>
                  <a:pt x="36236" y="0"/>
                </a:lnTo>
                <a:lnTo>
                  <a:pt x="40052" y="5986"/>
                </a:lnTo>
                <a:lnTo>
                  <a:pt x="34416" y="9627"/>
                </a:lnTo>
                <a:cubicBezTo>
                  <a:pt x="37547" y="9627"/>
                  <a:pt x="40227" y="10253"/>
                  <a:pt x="42557" y="11506"/>
                </a:cubicBezTo>
                <a:cubicBezTo>
                  <a:pt x="44829" y="12758"/>
                  <a:pt x="46825" y="14623"/>
                  <a:pt x="48412" y="17128"/>
                </a:cubicBezTo>
                <a:cubicBezTo>
                  <a:pt x="51092" y="21337"/>
                  <a:pt x="51835" y="25269"/>
                  <a:pt x="50626" y="29085"/>
                </a:cubicBezTo>
                <a:cubicBezTo>
                  <a:pt x="49388" y="32828"/>
                  <a:pt x="46315" y="36367"/>
                  <a:pt x="41305" y="39542"/>
                </a:cubicBezTo>
                <a:close/>
                <a:moveTo>
                  <a:pt x="41305" y="395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F7322-7D62-4F21-9D83-47BD4F0A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593" y="5844789"/>
            <a:ext cx="54165" cy="38115"/>
          </a:xfrm>
          <a:custGeom xmlns:a="http://schemas.openxmlformats.org/drawingml/2006/main">
            <a:pathLst>
              <a:path w="54165" h="38115">
                <a:moveTo>
                  <a:pt x="36251" y="8986"/>
                </a:moveTo>
                <a:lnTo>
                  <a:pt x="40052" y="14958"/>
                </a:lnTo>
                <a:lnTo>
                  <a:pt x="3816" y="38115"/>
                </a:lnTo>
                <a:lnTo>
                  <a:pt x="0" y="32144"/>
                </a:lnTo>
                <a:lnTo>
                  <a:pt x="36251" y="8986"/>
                </a:lnTo>
                <a:close/>
                <a:moveTo>
                  <a:pt x="50349" y="0"/>
                </a:moveTo>
                <a:lnTo>
                  <a:pt x="54165" y="5913"/>
                </a:lnTo>
                <a:lnTo>
                  <a:pt x="46606" y="10749"/>
                </a:lnTo>
                <a:lnTo>
                  <a:pt x="42790" y="4777"/>
                </a:lnTo>
                <a:lnTo>
                  <a:pt x="50349" y="0"/>
                </a:lnTo>
                <a:close/>
                <a:moveTo>
                  <a:pt x="5034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D3181-7719-4853-BC70-E59F9E9A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585" y="5876073"/>
            <a:ext cx="47276" cy="44494"/>
          </a:xfrm>
          <a:custGeom xmlns:a="http://schemas.openxmlformats.org/drawingml/2006/main">
            <a:pathLst>
              <a:path w="47276" h="44494">
                <a:moveTo>
                  <a:pt x="47276" y="23099"/>
                </a:moveTo>
                <a:lnTo>
                  <a:pt x="41698" y="26624"/>
                </a:lnTo>
                <a:cubicBezTo>
                  <a:pt x="41596" y="24352"/>
                  <a:pt x="41188" y="22254"/>
                  <a:pt x="40562" y="20259"/>
                </a:cubicBezTo>
                <a:cubicBezTo>
                  <a:pt x="39936" y="18264"/>
                  <a:pt x="39091" y="16385"/>
                  <a:pt x="37998" y="14681"/>
                </a:cubicBezTo>
                <a:cubicBezTo>
                  <a:pt x="35508" y="10807"/>
                  <a:pt x="32377" y="8593"/>
                  <a:pt x="28561" y="8025"/>
                </a:cubicBezTo>
                <a:cubicBezTo>
                  <a:pt x="24745" y="7457"/>
                  <a:pt x="20652" y="8593"/>
                  <a:pt x="16210" y="11433"/>
                </a:cubicBezTo>
                <a:cubicBezTo>
                  <a:pt x="11783" y="14229"/>
                  <a:pt x="9044" y="17521"/>
                  <a:pt x="7967" y="21220"/>
                </a:cubicBezTo>
                <a:cubicBezTo>
                  <a:pt x="6889" y="24920"/>
                  <a:pt x="7573" y="28677"/>
                  <a:pt x="10020" y="32551"/>
                </a:cubicBezTo>
                <a:cubicBezTo>
                  <a:pt x="11156" y="34314"/>
                  <a:pt x="12467" y="35843"/>
                  <a:pt x="13996" y="37212"/>
                </a:cubicBezTo>
                <a:cubicBezTo>
                  <a:pt x="15526" y="38639"/>
                  <a:pt x="17346" y="39877"/>
                  <a:pt x="19342" y="40970"/>
                </a:cubicBezTo>
                <a:lnTo>
                  <a:pt x="13822" y="44494"/>
                </a:lnTo>
                <a:cubicBezTo>
                  <a:pt x="12001" y="43300"/>
                  <a:pt x="10297" y="41989"/>
                  <a:pt x="8768" y="40460"/>
                </a:cubicBezTo>
                <a:cubicBezTo>
                  <a:pt x="7282" y="38916"/>
                  <a:pt x="5855" y="37154"/>
                  <a:pt x="4559" y="35158"/>
                </a:cubicBezTo>
                <a:cubicBezTo>
                  <a:pt x="1078" y="29697"/>
                  <a:pt x="0" y="24235"/>
                  <a:pt x="1427" y="18832"/>
                </a:cubicBezTo>
                <a:cubicBezTo>
                  <a:pt x="2782" y="13428"/>
                  <a:pt x="6379" y="8884"/>
                  <a:pt x="12176" y="5127"/>
                </a:cubicBezTo>
                <a:cubicBezTo>
                  <a:pt x="18089" y="1369"/>
                  <a:pt x="23784" y="0"/>
                  <a:pt x="29245" y="1078"/>
                </a:cubicBezTo>
                <a:cubicBezTo>
                  <a:pt x="34707" y="2170"/>
                  <a:pt x="39251" y="5520"/>
                  <a:pt x="42892" y="11215"/>
                </a:cubicBezTo>
                <a:cubicBezTo>
                  <a:pt x="44028" y="13035"/>
                  <a:pt x="45004" y="14972"/>
                  <a:pt x="45747" y="16895"/>
                </a:cubicBezTo>
                <a:cubicBezTo>
                  <a:pt x="46475" y="18890"/>
                  <a:pt x="46999" y="20944"/>
                  <a:pt x="47276" y="23099"/>
                </a:cubicBezTo>
                <a:close/>
                <a:moveTo>
                  <a:pt x="47276" y="230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C0193-5B5F-4747-9F9B-D221455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805" y="5910096"/>
            <a:ext cx="47567" cy="50072"/>
          </a:xfrm>
          <a:custGeom xmlns:a="http://schemas.openxmlformats.org/drawingml/2006/main">
            <a:pathLst>
              <a:path w="47567" h="50072">
                <a:moveTo>
                  <a:pt x="26565" y="26507"/>
                </a:moveTo>
                <a:cubicBezTo>
                  <a:pt x="23492" y="21730"/>
                  <a:pt x="20827" y="18715"/>
                  <a:pt x="18540" y="17579"/>
                </a:cubicBezTo>
                <a:cubicBezTo>
                  <a:pt x="16268" y="16443"/>
                  <a:pt x="13763" y="16676"/>
                  <a:pt x="11156" y="18380"/>
                </a:cubicBezTo>
                <a:cubicBezTo>
                  <a:pt x="9044" y="19749"/>
                  <a:pt x="7792" y="21512"/>
                  <a:pt x="7457" y="23725"/>
                </a:cubicBezTo>
                <a:cubicBezTo>
                  <a:pt x="7107" y="25881"/>
                  <a:pt x="7675" y="28168"/>
                  <a:pt x="9219" y="30556"/>
                </a:cubicBezTo>
                <a:cubicBezTo>
                  <a:pt x="11317" y="33848"/>
                  <a:pt x="14171" y="35785"/>
                  <a:pt x="17812" y="36236"/>
                </a:cubicBezTo>
                <a:cubicBezTo>
                  <a:pt x="21453" y="36761"/>
                  <a:pt x="25153" y="35785"/>
                  <a:pt x="29071" y="33280"/>
                </a:cubicBezTo>
                <a:lnTo>
                  <a:pt x="30381" y="32435"/>
                </a:lnTo>
                <a:lnTo>
                  <a:pt x="26565" y="26507"/>
                </a:lnTo>
                <a:close/>
                <a:moveTo>
                  <a:pt x="36644" y="36804"/>
                </a:moveTo>
                <a:lnTo>
                  <a:pt x="15992" y="50072"/>
                </a:lnTo>
                <a:lnTo>
                  <a:pt x="12176" y="44086"/>
                </a:lnTo>
                <a:lnTo>
                  <a:pt x="17637" y="40562"/>
                </a:lnTo>
                <a:cubicBezTo>
                  <a:pt x="14623" y="40620"/>
                  <a:pt x="11885" y="39936"/>
                  <a:pt x="9554" y="38625"/>
                </a:cubicBezTo>
                <a:cubicBezTo>
                  <a:pt x="7166" y="37270"/>
                  <a:pt x="5068" y="35100"/>
                  <a:pt x="3190" y="32144"/>
                </a:cubicBezTo>
                <a:cubicBezTo>
                  <a:pt x="859" y="28444"/>
                  <a:pt x="0" y="24861"/>
                  <a:pt x="685" y="21337"/>
                </a:cubicBezTo>
                <a:cubicBezTo>
                  <a:pt x="1369" y="17812"/>
                  <a:pt x="3466" y="14914"/>
                  <a:pt x="6947" y="12686"/>
                </a:cubicBezTo>
                <a:cubicBezTo>
                  <a:pt x="11040" y="10079"/>
                  <a:pt x="14958" y="9496"/>
                  <a:pt x="18774" y="10865"/>
                </a:cubicBezTo>
                <a:cubicBezTo>
                  <a:pt x="22589" y="12292"/>
                  <a:pt x="26230" y="15700"/>
                  <a:pt x="29697" y="21104"/>
                </a:cubicBezTo>
                <a:lnTo>
                  <a:pt x="35042" y="29478"/>
                </a:lnTo>
                <a:lnTo>
                  <a:pt x="35610" y="29071"/>
                </a:lnTo>
                <a:cubicBezTo>
                  <a:pt x="38348" y="27366"/>
                  <a:pt x="39877" y="25094"/>
                  <a:pt x="40227" y="22298"/>
                </a:cubicBezTo>
                <a:cubicBezTo>
                  <a:pt x="40620" y="19575"/>
                  <a:pt x="39717" y="16560"/>
                  <a:pt x="37664" y="13312"/>
                </a:cubicBezTo>
                <a:cubicBezTo>
                  <a:pt x="36294" y="11215"/>
                  <a:pt x="34765" y="9394"/>
                  <a:pt x="33061" y="7734"/>
                </a:cubicBezTo>
                <a:cubicBezTo>
                  <a:pt x="31299" y="6088"/>
                  <a:pt x="29304" y="4661"/>
                  <a:pt x="27192" y="3466"/>
                </a:cubicBezTo>
                <a:lnTo>
                  <a:pt x="32653" y="0"/>
                </a:lnTo>
                <a:cubicBezTo>
                  <a:pt x="34940" y="1602"/>
                  <a:pt x="36862" y="3306"/>
                  <a:pt x="38625" y="5127"/>
                </a:cubicBezTo>
                <a:cubicBezTo>
                  <a:pt x="40343" y="6889"/>
                  <a:pt x="41814" y="8768"/>
                  <a:pt x="43067" y="10690"/>
                </a:cubicBezTo>
                <a:cubicBezTo>
                  <a:pt x="46431" y="15933"/>
                  <a:pt x="47567" y="20711"/>
                  <a:pt x="46533" y="25036"/>
                </a:cubicBezTo>
                <a:cubicBezTo>
                  <a:pt x="45455" y="29362"/>
                  <a:pt x="42164" y="33280"/>
                  <a:pt x="36644" y="36804"/>
                </a:cubicBezTo>
                <a:close/>
                <a:moveTo>
                  <a:pt x="36644" y="36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32309-C5F4-4572-90AB-383B749F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172" y="5942589"/>
            <a:ext cx="46708" cy="47961"/>
          </a:xfrm>
          <a:custGeom xmlns:a="http://schemas.openxmlformats.org/drawingml/2006/main">
            <a:pathLst>
              <a:path w="46708" h="47961">
                <a:moveTo>
                  <a:pt x="46708" y="5971"/>
                </a:moveTo>
                <a:lnTo>
                  <a:pt x="36469" y="12511"/>
                </a:lnTo>
                <a:lnTo>
                  <a:pt x="44261" y="24803"/>
                </a:lnTo>
                <a:lnTo>
                  <a:pt x="39659" y="27760"/>
                </a:lnTo>
                <a:lnTo>
                  <a:pt x="31809" y="15467"/>
                </a:lnTo>
                <a:lnTo>
                  <a:pt x="12118" y="28036"/>
                </a:lnTo>
                <a:cubicBezTo>
                  <a:pt x="9219" y="29974"/>
                  <a:pt x="7573" y="31576"/>
                  <a:pt x="7224" y="32930"/>
                </a:cubicBezTo>
                <a:cubicBezTo>
                  <a:pt x="6889" y="34241"/>
                  <a:pt x="7515" y="36178"/>
                  <a:pt x="9103" y="38683"/>
                </a:cubicBezTo>
                <a:lnTo>
                  <a:pt x="13021" y="44771"/>
                </a:lnTo>
                <a:lnTo>
                  <a:pt x="8025" y="47961"/>
                </a:lnTo>
                <a:lnTo>
                  <a:pt x="4151" y="41873"/>
                </a:lnTo>
                <a:cubicBezTo>
                  <a:pt x="1194" y="37256"/>
                  <a:pt x="0" y="33556"/>
                  <a:pt x="626" y="30716"/>
                </a:cubicBezTo>
                <a:cubicBezTo>
                  <a:pt x="1253" y="27876"/>
                  <a:pt x="3816" y="24963"/>
                  <a:pt x="8302" y="22065"/>
                </a:cubicBezTo>
                <a:lnTo>
                  <a:pt x="27993" y="9496"/>
                </a:lnTo>
                <a:lnTo>
                  <a:pt x="25196" y="5112"/>
                </a:lnTo>
                <a:lnTo>
                  <a:pt x="29813" y="2156"/>
                </a:lnTo>
                <a:lnTo>
                  <a:pt x="32595" y="6539"/>
                </a:lnTo>
                <a:lnTo>
                  <a:pt x="42892" y="0"/>
                </a:lnTo>
                <a:lnTo>
                  <a:pt x="46708" y="5971"/>
                </a:lnTo>
                <a:close/>
                <a:moveTo>
                  <a:pt x="46708" y="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65FC5-CE6B-4B02-9B18-D1E9E116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2" y="5966198"/>
            <a:ext cx="54165" cy="38115"/>
          </a:xfrm>
          <a:custGeom xmlns:a="http://schemas.openxmlformats.org/drawingml/2006/main">
            <a:pathLst>
              <a:path w="54165" h="38115">
                <a:moveTo>
                  <a:pt x="36251" y="9044"/>
                </a:moveTo>
                <a:lnTo>
                  <a:pt x="40052" y="14958"/>
                </a:lnTo>
                <a:lnTo>
                  <a:pt x="3816" y="38115"/>
                </a:lnTo>
                <a:lnTo>
                  <a:pt x="0" y="32202"/>
                </a:lnTo>
                <a:lnTo>
                  <a:pt x="36251" y="9044"/>
                </a:lnTo>
                <a:close/>
                <a:moveTo>
                  <a:pt x="50364" y="0"/>
                </a:moveTo>
                <a:lnTo>
                  <a:pt x="54165" y="5971"/>
                </a:lnTo>
                <a:lnTo>
                  <a:pt x="46664" y="10749"/>
                </a:lnTo>
                <a:lnTo>
                  <a:pt x="42848" y="4835"/>
                </a:lnTo>
                <a:lnTo>
                  <a:pt x="50364" y="0"/>
                </a:lnTo>
                <a:close/>
                <a:moveTo>
                  <a:pt x="5036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D27F1-8CB6-40D5-8700-AB9B09EA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91" y="5997307"/>
            <a:ext cx="46533" cy="43868"/>
          </a:xfrm>
          <a:custGeom xmlns:a="http://schemas.openxmlformats.org/drawingml/2006/main">
            <a:pathLst>
              <a:path w="46533" h="43868">
                <a:moveTo>
                  <a:pt x="37256" y="13035"/>
                </a:moveTo>
                <a:cubicBezTo>
                  <a:pt x="35217" y="9846"/>
                  <a:pt x="32362" y="8083"/>
                  <a:pt x="28677" y="7850"/>
                </a:cubicBezTo>
                <a:cubicBezTo>
                  <a:pt x="24978" y="7573"/>
                  <a:pt x="20987" y="8826"/>
                  <a:pt x="16662" y="11608"/>
                </a:cubicBezTo>
                <a:cubicBezTo>
                  <a:pt x="12292" y="14404"/>
                  <a:pt x="9496" y="17477"/>
                  <a:pt x="8185" y="20944"/>
                </a:cubicBezTo>
                <a:cubicBezTo>
                  <a:pt x="6874" y="24352"/>
                  <a:pt x="7224" y="27716"/>
                  <a:pt x="9278" y="30906"/>
                </a:cubicBezTo>
                <a:cubicBezTo>
                  <a:pt x="11317" y="34081"/>
                  <a:pt x="14157" y="35785"/>
                  <a:pt x="17856" y="36018"/>
                </a:cubicBezTo>
                <a:cubicBezTo>
                  <a:pt x="21555" y="36309"/>
                  <a:pt x="25546" y="35056"/>
                  <a:pt x="29872" y="32260"/>
                </a:cubicBezTo>
                <a:cubicBezTo>
                  <a:pt x="34139" y="29537"/>
                  <a:pt x="36979" y="26405"/>
                  <a:pt x="38290" y="22997"/>
                </a:cubicBezTo>
                <a:cubicBezTo>
                  <a:pt x="39644" y="19516"/>
                  <a:pt x="39251" y="16225"/>
                  <a:pt x="37256" y="13035"/>
                </a:cubicBezTo>
                <a:close/>
                <a:moveTo>
                  <a:pt x="42266" y="9787"/>
                </a:moveTo>
                <a:cubicBezTo>
                  <a:pt x="45572" y="14972"/>
                  <a:pt x="46533" y="20084"/>
                  <a:pt x="45062" y="25211"/>
                </a:cubicBezTo>
                <a:cubicBezTo>
                  <a:pt x="43577" y="30323"/>
                  <a:pt x="39877" y="34765"/>
                  <a:pt x="33906" y="38581"/>
                </a:cubicBezTo>
                <a:cubicBezTo>
                  <a:pt x="27993" y="42397"/>
                  <a:pt x="22356" y="43868"/>
                  <a:pt x="17128" y="43067"/>
                </a:cubicBezTo>
                <a:cubicBezTo>
                  <a:pt x="11826" y="42280"/>
                  <a:pt x="7559" y="39324"/>
                  <a:pt x="4267" y="34139"/>
                </a:cubicBezTo>
                <a:cubicBezTo>
                  <a:pt x="903" y="28910"/>
                  <a:pt x="0" y="23784"/>
                  <a:pt x="1471" y="18672"/>
                </a:cubicBezTo>
                <a:cubicBezTo>
                  <a:pt x="3015" y="13545"/>
                  <a:pt x="6714" y="9103"/>
                  <a:pt x="12627" y="5360"/>
                </a:cubicBezTo>
                <a:cubicBezTo>
                  <a:pt x="18599" y="1544"/>
                  <a:pt x="24177" y="0"/>
                  <a:pt x="29406" y="801"/>
                </a:cubicBezTo>
                <a:cubicBezTo>
                  <a:pt x="34707" y="1602"/>
                  <a:pt x="38974" y="4617"/>
                  <a:pt x="42266" y="9787"/>
                </a:cubicBezTo>
                <a:close/>
                <a:moveTo>
                  <a:pt x="42266" y="97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7EA424-1827-45D9-B446-46A0A16C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754" y="6033951"/>
            <a:ext cx="51820" cy="53480"/>
          </a:xfrm>
          <a:custGeom xmlns:a="http://schemas.openxmlformats.org/drawingml/2006/main">
            <a:pathLst>
              <a:path w="51820" h="53480">
                <a:moveTo>
                  <a:pt x="41305" y="39542"/>
                </a:moveTo>
                <a:lnTo>
                  <a:pt x="19400" y="53480"/>
                </a:lnTo>
                <a:lnTo>
                  <a:pt x="15642" y="47567"/>
                </a:lnTo>
                <a:lnTo>
                  <a:pt x="37314" y="33687"/>
                </a:lnTo>
                <a:cubicBezTo>
                  <a:pt x="40737" y="31517"/>
                  <a:pt x="42892" y="29187"/>
                  <a:pt x="43693" y="26740"/>
                </a:cubicBezTo>
                <a:cubicBezTo>
                  <a:pt x="44538" y="24352"/>
                  <a:pt x="44145" y="21788"/>
                  <a:pt x="42441" y="19123"/>
                </a:cubicBezTo>
                <a:cubicBezTo>
                  <a:pt x="40329" y="15875"/>
                  <a:pt x="37707" y="13996"/>
                  <a:pt x="34474" y="13487"/>
                </a:cubicBezTo>
                <a:cubicBezTo>
                  <a:pt x="31226" y="12919"/>
                  <a:pt x="27876" y="13763"/>
                  <a:pt x="24337" y="16050"/>
                </a:cubicBezTo>
                <a:lnTo>
                  <a:pt x="3860" y="29129"/>
                </a:lnTo>
                <a:lnTo>
                  <a:pt x="0" y="23157"/>
                </a:lnTo>
                <a:lnTo>
                  <a:pt x="36236" y="0"/>
                </a:lnTo>
                <a:lnTo>
                  <a:pt x="40110" y="5971"/>
                </a:lnTo>
                <a:lnTo>
                  <a:pt x="34474" y="9554"/>
                </a:lnTo>
                <a:cubicBezTo>
                  <a:pt x="37547" y="9612"/>
                  <a:pt x="40212" y="10239"/>
                  <a:pt x="42543" y="11491"/>
                </a:cubicBezTo>
                <a:cubicBezTo>
                  <a:pt x="44887" y="12744"/>
                  <a:pt x="46810" y="14623"/>
                  <a:pt x="48470" y="17128"/>
                </a:cubicBezTo>
                <a:cubicBezTo>
                  <a:pt x="51077" y="21279"/>
                  <a:pt x="51820" y="25255"/>
                  <a:pt x="50626" y="29012"/>
                </a:cubicBezTo>
                <a:cubicBezTo>
                  <a:pt x="49432" y="32828"/>
                  <a:pt x="46300" y="36294"/>
                  <a:pt x="41305" y="39542"/>
                </a:cubicBezTo>
                <a:close/>
                <a:moveTo>
                  <a:pt x="41305" y="395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3DEBD-345D-443E-A741-4655EC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849" y="6071440"/>
            <a:ext cx="64345" cy="55184"/>
          </a:xfrm>
          <a:custGeom xmlns:a="http://schemas.openxmlformats.org/drawingml/2006/main">
            <a:pathLst>
              <a:path w="64345" h="55184">
                <a:moveTo>
                  <a:pt x="64345" y="27250"/>
                </a:moveTo>
                <a:lnTo>
                  <a:pt x="57923" y="31299"/>
                </a:lnTo>
                <a:cubicBezTo>
                  <a:pt x="57529" y="28051"/>
                  <a:pt x="56947" y="25153"/>
                  <a:pt x="56102" y="22589"/>
                </a:cubicBezTo>
                <a:cubicBezTo>
                  <a:pt x="55301" y="20026"/>
                  <a:pt x="54223" y="17696"/>
                  <a:pt x="52912" y="15642"/>
                </a:cubicBezTo>
                <a:cubicBezTo>
                  <a:pt x="50640" y="12118"/>
                  <a:pt x="48194" y="9787"/>
                  <a:pt x="45572" y="8768"/>
                </a:cubicBezTo>
                <a:cubicBezTo>
                  <a:pt x="42965" y="7690"/>
                  <a:pt x="40402" y="7967"/>
                  <a:pt x="37838" y="9612"/>
                </a:cubicBezTo>
                <a:cubicBezTo>
                  <a:pt x="35683" y="10982"/>
                  <a:pt x="34488" y="12627"/>
                  <a:pt x="34197" y="14623"/>
                </a:cubicBezTo>
                <a:cubicBezTo>
                  <a:pt x="33964" y="16618"/>
                  <a:pt x="34649" y="19633"/>
                  <a:pt x="36251" y="23609"/>
                </a:cubicBezTo>
                <a:lnTo>
                  <a:pt x="37955" y="28051"/>
                </a:lnTo>
                <a:cubicBezTo>
                  <a:pt x="40169" y="33571"/>
                  <a:pt x="40795" y="38173"/>
                  <a:pt x="39936" y="41989"/>
                </a:cubicBezTo>
                <a:cubicBezTo>
                  <a:pt x="39091" y="45805"/>
                  <a:pt x="36702" y="48995"/>
                  <a:pt x="32770" y="51485"/>
                </a:cubicBezTo>
                <a:cubicBezTo>
                  <a:pt x="28109" y="54500"/>
                  <a:pt x="23565" y="55184"/>
                  <a:pt x="19123" y="53597"/>
                </a:cubicBezTo>
                <a:cubicBezTo>
                  <a:pt x="14681" y="52009"/>
                  <a:pt x="10588" y="48194"/>
                  <a:pt x="6656" y="42106"/>
                </a:cubicBezTo>
                <a:cubicBezTo>
                  <a:pt x="5243" y="39834"/>
                  <a:pt x="3932" y="37212"/>
                  <a:pt x="2796" y="34314"/>
                </a:cubicBezTo>
                <a:cubicBezTo>
                  <a:pt x="1660" y="31401"/>
                  <a:pt x="743" y="28284"/>
                  <a:pt x="0" y="24861"/>
                </a:cubicBezTo>
                <a:lnTo>
                  <a:pt x="6714" y="20536"/>
                </a:lnTo>
                <a:cubicBezTo>
                  <a:pt x="6947" y="24119"/>
                  <a:pt x="7457" y="27483"/>
                  <a:pt x="8316" y="30498"/>
                </a:cubicBezTo>
                <a:cubicBezTo>
                  <a:pt x="9219" y="33513"/>
                  <a:pt x="10414" y="36251"/>
                  <a:pt x="12016" y="38683"/>
                </a:cubicBezTo>
                <a:cubicBezTo>
                  <a:pt x="14404" y="42441"/>
                  <a:pt x="16953" y="44829"/>
                  <a:pt x="19691" y="45965"/>
                </a:cubicBezTo>
                <a:cubicBezTo>
                  <a:pt x="22473" y="47058"/>
                  <a:pt x="25211" y="46708"/>
                  <a:pt x="27935" y="44946"/>
                </a:cubicBezTo>
                <a:cubicBezTo>
                  <a:pt x="30323" y="43475"/>
                  <a:pt x="31692" y="41538"/>
                  <a:pt x="32085" y="39266"/>
                </a:cubicBezTo>
                <a:cubicBezTo>
                  <a:pt x="32493" y="36921"/>
                  <a:pt x="31983" y="33906"/>
                  <a:pt x="30556" y="30163"/>
                </a:cubicBezTo>
                <a:lnTo>
                  <a:pt x="28794" y="25662"/>
                </a:lnTo>
                <a:cubicBezTo>
                  <a:pt x="26624" y="20143"/>
                  <a:pt x="25895" y="15642"/>
                  <a:pt x="26580" y="12176"/>
                </a:cubicBezTo>
                <a:cubicBezTo>
                  <a:pt x="27250" y="8651"/>
                  <a:pt x="29420" y="5753"/>
                  <a:pt x="33119" y="3364"/>
                </a:cubicBezTo>
                <a:cubicBezTo>
                  <a:pt x="37387" y="626"/>
                  <a:pt x="41712" y="0"/>
                  <a:pt x="46082" y="1427"/>
                </a:cubicBezTo>
                <a:cubicBezTo>
                  <a:pt x="50466" y="2855"/>
                  <a:pt x="54340" y="6263"/>
                  <a:pt x="57748" y="11491"/>
                </a:cubicBezTo>
                <a:cubicBezTo>
                  <a:pt x="59175" y="13778"/>
                  <a:pt x="60486" y="16225"/>
                  <a:pt x="61564" y="18832"/>
                </a:cubicBezTo>
                <a:cubicBezTo>
                  <a:pt x="62641" y="21453"/>
                  <a:pt x="63559" y="24235"/>
                  <a:pt x="64345" y="27250"/>
                </a:cubicBezTo>
                <a:close/>
                <a:moveTo>
                  <a:pt x="64345" y="272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7DF69-5389-435F-8B17-BDE67624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783" y="6119692"/>
            <a:ext cx="47626" cy="50058"/>
          </a:xfrm>
          <a:custGeom xmlns:a="http://schemas.openxmlformats.org/drawingml/2006/main">
            <a:pathLst>
              <a:path w="47626" h="50058">
                <a:moveTo>
                  <a:pt x="26624" y="26507"/>
                </a:moveTo>
                <a:cubicBezTo>
                  <a:pt x="23551" y="21730"/>
                  <a:pt x="20885" y="18715"/>
                  <a:pt x="18555" y="17579"/>
                </a:cubicBezTo>
                <a:cubicBezTo>
                  <a:pt x="16268" y="16443"/>
                  <a:pt x="13836" y="16662"/>
                  <a:pt x="11156" y="18366"/>
                </a:cubicBezTo>
                <a:cubicBezTo>
                  <a:pt x="9044" y="19735"/>
                  <a:pt x="7792" y="21497"/>
                  <a:pt x="7457" y="23725"/>
                </a:cubicBezTo>
                <a:cubicBezTo>
                  <a:pt x="7122" y="25881"/>
                  <a:pt x="7748" y="28153"/>
                  <a:pt x="9219" y="30542"/>
                </a:cubicBezTo>
                <a:cubicBezTo>
                  <a:pt x="11389" y="33848"/>
                  <a:pt x="14229" y="35785"/>
                  <a:pt x="17812" y="36236"/>
                </a:cubicBezTo>
                <a:cubicBezTo>
                  <a:pt x="21453" y="36746"/>
                  <a:pt x="25211" y="35785"/>
                  <a:pt x="29071" y="33280"/>
                </a:cubicBezTo>
                <a:lnTo>
                  <a:pt x="30381" y="32420"/>
                </a:lnTo>
                <a:lnTo>
                  <a:pt x="26624" y="26507"/>
                </a:lnTo>
                <a:close/>
                <a:moveTo>
                  <a:pt x="36702" y="36804"/>
                </a:moveTo>
                <a:lnTo>
                  <a:pt x="15992" y="50058"/>
                </a:lnTo>
                <a:lnTo>
                  <a:pt x="12176" y="44086"/>
                </a:lnTo>
                <a:lnTo>
                  <a:pt x="17696" y="40562"/>
                </a:lnTo>
                <a:cubicBezTo>
                  <a:pt x="14623" y="40620"/>
                  <a:pt x="11899" y="39936"/>
                  <a:pt x="9569" y="38625"/>
                </a:cubicBezTo>
                <a:cubicBezTo>
                  <a:pt x="7224" y="37256"/>
                  <a:pt x="5127" y="35100"/>
                  <a:pt x="3248" y="32144"/>
                </a:cubicBezTo>
                <a:cubicBezTo>
                  <a:pt x="859" y="28444"/>
                  <a:pt x="0" y="24861"/>
                  <a:pt x="685" y="21337"/>
                </a:cubicBezTo>
                <a:cubicBezTo>
                  <a:pt x="1369" y="17798"/>
                  <a:pt x="3481" y="14899"/>
                  <a:pt x="7005" y="12686"/>
                </a:cubicBezTo>
                <a:cubicBezTo>
                  <a:pt x="11040" y="10064"/>
                  <a:pt x="14972" y="9496"/>
                  <a:pt x="18774" y="10865"/>
                </a:cubicBezTo>
                <a:cubicBezTo>
                  <a:pt x="22648" y="12278"/>
                  <a:pt x="26289" y="15700"/>
                  <a:pt x="29697" y="21104"/>
                </a:cubicBezTo>
                <a:lnTo>
                  <a:pt x="35056" y="29464"/>
                </a:lnTo>
                <a:lnTo>
                  <a:pt x="35683" y="29071"/>
                </a:lnTo>
                <a:cubicBezTo>
                  <a:pt x="38406" y="27366"/>
                  <a:pt x="39936" y="25080"/>
                  <a:pt x="40285" y="22298"/>
                </a:cubicBezTo>
                <a:cubicBezTo>
                  <a:pt x="40620" y="19560"/>
                  <a:pt x="39775" y="16545"/>
                  <a:pt x="37664" y="13312"/>
                </a:cubicBezTo>
                <a:cubicBezTo>
                  <a:pt x="36353" y="11200"/>
                  <a:pt x="34823" y="9379"/>
                  <a:pt x="33061" y="7734"/>
                </a:cubicBezTo>
                <a:cubicBezTo>
                  <a:pt x="31299" y="6088"/>
                  <a:pt x="29362" y="4661"/>
                  <a:pt x="27192" y="3466"/>
                </a:cubicBezTo>
                <a:lnTo>
                  <a:pt x="32712" y="0"/>
                </a:lnTo>
                <a:cubicBezTo>
                  <a:pt x="34940" y="1588"/>
                  <a:pt x="36921" y="3292"/>
                  <a:pt x="38639" y="5112"/>
                </a:cubicBezTo>
                <a:cubicBezTo>
                  <a:pt x="40402" y="6874"/>
                  <a:pt x="41873" y="8753"/>
                  <a:pt x="43125" y="10690"/>
                </a:cubicBezTo>
                <a:cubicBezTo>
                  <a:pt x="46490" y="15919"/>
                  <a:pt x="47626" y="20711"/>
                  <a:pt x="46548" y="25036"/>
                </a:cubicBezTo>
                <a:cubicBezTo>
                  <a:pt x="45455" y="29347"/>
                  <a:pt x="42222" y="33280"/>
                  <a:pt x="36702" y="36804"/>
                </a:cubicBezTo>
                <a:close/>
                <a:moveTo>
                  <a:pt x="36702" y="36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26281-9C42-4328-8A03-C8BA6F3E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7251" y="6154108"/>
            <a:ext cx="61447" cy="34823"/>
          </a:xfrm>
          <a:custGeom xmlns:a="http://schemas.openxmlformats.org/drawingml/2006/main">
            <a:pathLst>
              <a:path w="61447" h="34823">
                <a:moveTo>
                  <a:pt x="61447" y="14055"/>
                </a:moveTo>
                <a:lnTo>
                  <a:pt x="56495" y="17186"/>
                </a:lnTo>
                <a:lnTo>
                  <a:pt x="52854" y="11491"/>
                </a:lnTo>
                <a:cubicBezTo>
                  <a:pt x="51485" y="9394"/>
                  <a:pt x="50116" y="8200"/>
                  <a:pt x="48703" y="7908"/>
                </a:cubicBezTo>
                <a:cubicBezTo>
                  <a:pt x="47334" y="7617"/>
                  <a:pt x="45514" y="8200"/>
                  <a:pt x="43242" y="9612"/>
                </a:cubicBezTo>
                <a:lnTo>
                  <a:pt x="40052" y="11666"/>
                </a:lnTo>
                <a:lnTo>
                  <a:pt x="46315" y="21453"/>
                </a:lnTo>
                <a:lnTo>
                  <a:pt x="41698" y="24410"/>
                </a:lnTo>
                <a:lnTo>
                  <a:pt x="35450" y="14623"/>
                </a:lnTo>
                <a:lnTo>
                  <a:pt x="3816" y="34823"/>
                </a:lnTo>
                <a:lnTo>
                  <a:pt x="0" y="28837"/>
                </a:lnTo>
                <a:lnTo>
                  <a:pt x="31576" y="8651"/>
                </a:lnTo>
                <a:lnTo>
                  <a:pt x="27935" y="2957"/>
                </a:lnTo>
                <a:lnTo>
                  <a:pt x="32595" y="0"/>
                </a:lnTo>
                <a:lnTo>
                  <a:pt x="36236" y="5695"/>
                </a:lnTo>
                <a:lnTo>
                  <a:pt x="38741" y="4093"/>
                </a:lnTo>
                <a:cubicBezTo>
                  <a:pt x="42776" y="1486"/>
                  <a:pt x="46315" y="568"/>
                  <a:pt x="49388" y="1253"/>
                </a:cubicBezTo>
                <a:cubicBezTo>
                  <a:pt x="52403" y="1937"/>
                  <a:pt x="55243" y="4326"/>
                  <a:pt x="57864" y="8418"/>
                </a:cubicBezTo>
                <a:lnTo>
                  <a:pt x="61447" y="14055"/>
                </a:lnTo>
                <a:close/>
                <a:moveTo>
                  <a:pt x="61447" y="140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8D8F1-3F34-457A-A73A-E1950208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025" y="6186193"/>
            <a:ext cx="46315" cy="47567"/>
          </a:xfrm>
          <a:custGeom xmlns:a="http://schemas.openxmlformats.org/drawingml/2006/main">
            <a:pathLst>
              <a:path w="46315" h="47567">
                <a:moveTo>
                  <a:pt x="34925" y="37605"/>
                </a:moveTo>
                <a:lnTo>
                  <a:pt x="32027" y="39426"/>
                </a:lnTo>
                <a:lnTo>
                  <a:pt x="14506" y="12059"/>
                </a:lnTo>
                <a:cubicBezTo>
                  <a:pt x="10588" y="14958"/>
                  <a:pt x="8243" y="18205"/>
                  <a:pt x="7515" y="21788"/>
                </a:cubicBezTo>
                <a:cubicBezTo>
                  <a:pt x="6772" y="25371"/>
                  <a:pt x="7675" y="29129"/>
                  <a:pt x="10239" y="33061"/>
                </a:cubicBezTo>
                <a:cubicBezTo>
                  <a:pt x="11666" y="35333"/>
                  <a:pt x="13370" y="37387"/>
                  <a:pt x="15307" y="39149"/>
                </a:cubicBezTo>
                <a:cubicBezTo>
                  <a:pt x="17244" y="40970"/>
                  <a:pt x="19458" y="42557"/>
                  <a:pt x="21905" y="43984"/>
                </a:cubicBezTo>
                <a:lnTo>
                  <a:pt x="16268" y="47567"/>
                </a:lnTo>
                <a:cubicBezTo>
                  <a:pt x="13996" y="45965"/>
                  <a:pt x="11943" y="44261"/>
                  <a:pt x="10020" y="42324"/>
                </a:cubicBezTo>
                <a:cubicBezTo>
                  <a:pt x="8083" y="40402"/>
                  <a:pt x="6423" y="38232"/>
                  <a:pt x="4952" y="35959"/>
                </a:cubicBezTo>
                <a:cubicBezTo>
                  <a:pt x="1253" y="30148"/>
                  <a:pt x="0" y="24526"/>
                  <a:pt x="1194" y="19007"/>
                </a:cubicBezTo>
                <a:cubicBezTo>
                  <a:pt x="2389" y="13428"/>
                  <a:pt x="5855" y="8826"/>
                  <a:pt x="11608" y="5185"/>
                </a:cubicBezTo>
                <a:cubicBezTo>
                  <a:pt x="17521" y="1369"/>
                  <a:pt x="23274" y="0"/>
                  <a:pt x="28794" y="976"/>
                </a:cubicBezTo>
                <a:cubicBezTo>
                  <a:pt x="34357" y="1937"/>
                  <a:pt x="38858" y="5127"/>
                  <a:pt x="42324" y="10588"/>
                </a:cubicBezTo>
                <a:cubicBezTo>
                  <a:pt x="45455" y="15482"/>
                  <a:pt x="46315" y="20317"/>
                  <a:pt x="45004" y="25153"/>
                </a:cubicBezTo>
                <a:cubicBezTo>
                  <a:pt x="43693" y="29988"/>
                  <a:pt x="40343" y="34139"/>
                  <a:pt x="34925" y="37605"/>
                </a:cubicBezTo>
                <a:close/>
                <a:moveTo>
                  <a:pt x="32886" y="30498"/>
                </a:moveTo>
                <a:cubicBezTo>
                  <a:pt x="36134" y="28386"/>
                  <a:pt x="38115" y="25837"/>
                  <a:pt x="38916" y="22822"/>
                </a:cubicBezTo>
                <a:cubicBezTo>
                  <a:pt x="39717" y="19808"/>
                  <a:pt x="39193" y="16793"/>
                  <a:pt x="37329" y="13880"/>
                </a:cubicBezTo>
                <a:cubicBezTo>
                  <a:pt x="35217" y="10530"/>
                  <a:pt x="32537" y="8476"/>
                  <a:pt x="29420" y="7675"/>
                </a:cubicBezTo>
                <a:cubicBezTo>
                  <a:pt x="26230" y="6889"/>
                  <a:pt x="22866" y="7457"/>
                  <a:pt x="19283" y="9336"/>
                </a:cubicBezTo>
                <a:lnTo>
                  <a:pt x="32886" y="30498"/>
                </a:lnTo>
                <a:close/>
                <a:moveTo>
                  <a:pt x="32886" y="304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D9D65-FE23-4BB7-8DE5-498DD284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78" y="6216239"/>
            <a:ext cx="46708" cy="48019"/>
          </a:xfrm>
          <a:custGeom xmlns:a="http://schemas.openxmlformats.org/drawingml/2006/main">
            <a:pathLst>
              <a:path w="46708" h="48019">
                <a:moveTo>
                  <a:pt x="46708" y="5971"/>
                </a:moveTo>
                <a:lnTo>
                  <a:pt x="36411" y="12569"/>
                </a:lnTo>
                <a:lnTo>
                  <a:pt x="44261" y="24803"/>
                </a:lnTo>
                <a:lnTo>
                  <a:pt x="39644" y="27760"/>
                </a:lnTo>
                <a:lnTo>
                  <a:pt x="31794" y="15526"/>
                </a:lnTo>
                <a:lnTo>
                  <a:pt x="12118" y="28095"/>
                </a:lnTo>
                <a:cubicBezTo>
                  <a:pt x="9146" y="29974"/>
                  <a:pt x="7559" y="31634"/>
                  <a:pt x="7224" y="32930"/>
                </a:cubicBezTo>
                <a:cubicBezTo>
                  <a:pt x="6874" y="34299"/>
                  <a:pt x="7501" y="36236"/>
                  <a:pt x="9103" y="38683"/>
                </a:cubicBezTo>
                <a:lnTo>
                  <a:pt x="13021" y="44829"/>
                </a:lnTo>
                <a:lnTo>
                  <a:pt x="8010" y="48019"/>
                </a:lnTo>
                <a:lnTo>
                  <a:pt x="4151" y="41873"/>
                </a:lnTo>
                <a:cubicBezTo>
                  <a:pt x="1194" y="37314"/>
                  <a:pt x="0" y="33556"/>
                  <a:pt x="626" y="30716"/>
                </a:cubicBezTo>
                <a:cubicBezTo>
                  <a:pt x="1194" y="27876"/>
                  <a:pt x="3743" y="25022"/>
                  <a:pt x="8302" y="22123"/>
                </a:cubicBezTo>
                <a:lnTo>
                  <a:pt x="27978" y="9554"/>
                </a:lnTo>
                <a:lnTo>
                  <a:pt x="25196" y="5170"/>
                </a:lnTo>
                <a:lnTo>
                  <a:pt x="29799" y="2214"/>
                </a:lnTo>
                <a:lnTo>
                  <a:pt x="32595" y="6598"/>
                </a:lnTo>
                <a:lnTo>
                  <a:pt x="42892" y="0"/>
                </a:lnTo>
                <a:lnTo>
                  <a:pt x="46708" y="5971"/>
                </a:lnTo>
                <a:close/>
                <a:moveTo>
                  <a:pt x="46708" y="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4E171-1356-4773-B2B6-B6F3706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809" y="6244625"/>
            <a:ext cx="70492" cy="45907"/>
          </a:xfrm>
          <a:custGeom xmlns:a="http://schemas.openxmlformats.org/drawingml/2006/main">
            <a:pathLst>
              <a:path w="70492" h="45907">
                <a:moveTo>
                  <a:pt x="20652" y="44654"/>
                </a:moveTo>
                <a:cubicBezTo>
                  <a:pt x="15307" y="45747"/>
                  <a:pt x="11433" y="45907"/>
                  <a:pt x="9103" y="45120"/>
                </a:cubicBezTo>
                <a:cubicBezTo>
                  <a:pt x="6772" y="44378"/>
                  <a:pt x="4719" y="42674"/>
                  <a:pt x="3015" y="39994"/>
                </a:cubicBezTo>
                <a:lnTo>
                  <a:pt x="0" y="35275"/>
                </a:lnTo>
                <a:lnTo>
                  <a:pt x="4952" y="32085"/>
                </a:lnTo>
                <a:lnTo>
                  <a:pt x="7224" y="35552"/>
                </a:lnTo>
                <a:cubicBezTo>
                  <a:pt x="8243" y="37212"/>
                  <a:pt x="9438" y="38232"/>
                  <a:pt x="10807" y="38625"/>
                </a:cubicBezTo>
                <a:cubicBezTo>
                  <a:pt x="12176" y="39033"/>
                  <a:pt x="14623" y="38858"/>
                  <a:pt x="18205" y="38115"/>
                </a:cubicBezTo>
                <a:lnTo>
                  <a:pt x="21614" y="37430"/>
                </a:lnTo>
                <a:lnTo>
                  <a:pt x="47902" y="0"/>
                </a:lnTo>
                <a:lnTo>
                  <a:pt x="51937" y="6306"/>
                </a:lnTo>
                <a:lnTo>
                  <a:pt x="30833" y="35726"/>
                </a:lnTo>
                <a:lnTo>
                  <a:pt x="66443" y="28954"/>
                </a:lnTo>
                <a:lnTo>
                  <a:pt x="70492" y="35275"/>
                </a:lnTo>
                <a:lnTo>
                  <a:pt x="20652" y="44654"/>
                </a:lnTo>
                <a:close/>
                <a:moveTo>
                  <a:pt x="20652" y="446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B6DE9-1280-4C00-973B-9DE68372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638" y="6279900"/>
            <a:ext cx="66283" cy="61782"/>
          </a:xfrm>
          <a:custGeom xmlns:a="http://schemas.openxmlformats.org/drawingml/2006/main">
            <a:pathLst>
              <a:path w="66283" h="61782">
                <a:moveTo>
                  <a:pt x="42674" y="0"/>
                </a:moveTo>
                <a:lnTo>
                  <a:pt x="46825" y="6598"/>
                </a:lnTo>
                <a:lnTo>
                  <a:pt x="17521" y="25371"/>
                </a:lnTo>
                <a:cubicBezTo>
                  <a:pt x="12351" y="28677"/>
                  <a:pt x="9219" y="31969"/>
                  <a:pt x="8141" y="35333"/>
                </a:cubicBezTo>
                <a:cubicBezTo>
                  <a:pt x="7049" y="38625"/>
                  <a:pt x="7850" y="42382"/>
                  <a:pt x="10530" y="46591"/>
                </a:cubicBezTo>
                <a:cubicBezTo>
                  <a:pt x="13195" y="50801"/>
                  <a:pt x="16268" y="53073"/>
                  <a:pt x="19735" y="53539"/>
                </a:cubicBezTo>
                <a:cubicBezTo>
                  <a:pt x="23216" y="53932"/>
                  <a:pt x="27585" y="52505"/>
                  <a:pt x="32770" y="49213"/>
                </a:cubicBezTo>
                <a:lnTo>
                  <a:pt x="62073" y="30440"/>
                </a:lnTo>
                <a:lnTo>
                  <a:pt x="66283" y="36979"/>
                </a:lnTo>
                <a:lnTo>
                  <a:pt x="36120" y="56262"/>
                </a:lnTo>
                <a:cubicBezTo>
                  <a:pt x="29813" y="60297"/>
                  <a:pt x="24060" y="61782"/>
                  <a:pt x="18890" y="60704"/>
                </a:cubicBezTo>
                <a:cubicBezTo>
                  <a:pt x="13647" y="59670"/>
                  <a:pt x="9103" y="56087"/>
                  <a:pt x="5229" y="50000"/>
                </a:cubicBezTo>
                <a:cubicBezTo>
                  <a:pt x="1311" y="43912"/>
                  <a:pt x="0" y="38232"/>
                  <a:pt x="1194" y="33047"/>
                </a:cubicBezTo>
                <a:cubicBezTo>
                  <a:pt x="2447" y="27935"/>
                  <a:pt x="6204" y="23318"/>
                  <a:pt x="12453" y="19283"/>
                </a:cubicBezTo>
                <a:lnTo>
                  <a:pt x="42674" y="0"/>
                </a:lnTo>
                <a:close/>
                <a:moveTo>
                  <a:pt x="426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26937-300C-4601-AFB5-48B3C67A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460" y="6329172"/>
            <a:ext cx="52461" cy="37372"/>
          </a:xfrm>
          <a:custGeom xmlns:a="http://schemas.openxmlformats.org/drawingml/2006/main">
            <a:pathLst>
              <a:path w="52461" h="37372">
                <a:moveTo>
                  <a:pt x="48310" y="0"/>
                </a:moveTo>
                <a:lnTo>
                  <a:pt x="52461" y="6481"/>
                </a:lnTo>
                <a:lnTo>
                  <a:pt x="4165" y="37372"/>
                </a:lnTo>
                <a:lnTo>
                  <a:pt x="0" y="30891"/>
                </a:lnTo>
                <a:lnTo>
                  <a:pt x="48310" y="0"/>
                </a:lnTo>
                <a:close/>
                <a:moveTo>
                  <a:pt x="483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476FE-9DAD-4DFC-A072-8869DF06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507" y="5223530"/>
            <a:ext cx="64972" cy="55578"/>
          </a:xfrm>
          <a:custGeom xmlns:a="http://schemas.openxmlformats.org/drawingml/2006/main">
            <a:pathLst>
              <a:path w="64972" h="55578">
                <a:moveTo>
                  <a:pt x="56160" y="7675"/>
                </a:moveTo>
                <a:lnTo>
                  <a:pt x="26230" y="13137"/>
                </a:lnTo>
                <a:lnTo>
                  <a:pt x="36979" y="31284"/>
                </a:lnTo>
                <a:lnTo>
                  <a:pt x="56160" y="7675"/>
                </a:lnTo>
                <a:close/>
                <a:moveTo>
                  <a:pt x="60486" y="0"/>
                </a:moveTo>
                <a:lnTo>
                  <a:pt x="64972" y="7559"/>
                </a:lnTo>
                <a:lnTo>
                  <a:pt x="26798" y="55578"/>
                </a:lnTo>
                <a:lnTo>
                  <a:pt x="22648" y="48631"/>
                </a:lnTo>
                <a:lnTo>
                  <a:pt x="32668" y="36629"/>
                </a:lnTo>
                <a:lnTo>
                  <a:pt x="19458" y="14448"/>
                </a:lnTo>
                <a:lnTo>
                  <a:pt x="4165" y="17404"/>
                </a:lnTo>
                <a:lnTo>
                  <a:pt x="0" y="10399"/>
                </a:lnTo>
                <a:lnTo>
                  <a:pt x="60486" y="0"/>
                </a:lnTo>
                <a:close/>
                <a:moveTo>
                  <a:pt x="604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D512C-6F59-4C41-85FD-6758CE71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183" y="5263917"/>
            <a:ext cx="65656" cy="48864"/>
          </a:xfrm>
          <a:custGeom xmlns:a="http://schemas.openxmlformats.org/drawingml/2006/main">
            <a:pathLst>
              <a:path w="65656" h="48864">
                <a:moveTo>
                  <a:pt x="23274" y="24745"/>
                </a:moveTo>
                <a:lnTo>
                  <a:pt x="3641" y="36353"/>
                </a:lnTo>
                <a:lnTo>
                  <a:pt x="0" y="30265"/>
                </a:lnTo>
                <a:lnTo>
                  <a:pt x="51092" y="0"/>
                </a:lnTo>
                <a:lnTo>
                  <a:pt x="54675" y="6088"/>
                </a:lnTo>
                <a:lnTo>
                  <a:pt x="49097" y="9379"/>
                </a:lnTo>
                <a:cubicBezTo>
                  <a:pt x="52053" y="9379"/>
                  <a:pt x="54616" y="10006"/>
                  <a:pt x="56830" y="11375"/>
                </a:cubicBezTo>
                <a:cubicBezTo>
                  <a:pt x="59059" y="12686"/>
                  <a:pt x="60981" y="14681"/>
                  <a:pt x="62583" y="17404"/>
                </a:cubicBezTo>
                <a:cubicBezTo>
                  <a:pt x="65248" y="21905"/>
                  <a:pt x="65656" y="26565"/>
                  <a:pt x="63719" y="31517"/>
                </a:cubicBezTo>
                <a:cubicBezTo>
                  <a:pt x="61840" y="36411"/>
                  <a:pt x="57966" y="40620"/>
                  <a:pt x="52170" y="44086"/>
                </a:cubicBezTo>
                <a:cubicBezTo>
                  <a:pt x="46373" y="47509"/>
                  <a:pt x="40853" y="48864"/>
                  <a:pt x="35552" y="48194"/>
                </a:cubicBezTo>
                <a:cubicBezTo>
                  <a:pt x="30381" y="47509"/>
                  <a:pt x="26391" y="44887"/>
                  <a:pt x="23725" y="40387"/>
                </a:cubicBezTo>
                <a:cubicBezTo>
                  <a:pt x="22123" y="37722"/>
                  <a:pt x="21279" y="35042"/>
                  <a:pt x="21220" y="32479"/>
                </a:cubicBezTo>
                <a:cubicBezTo>
                  <a:pt x="21104" y="29872"/>
                  <a:pt x="21788" y="27308"/>
                  <a:pt x="23274" y="24745"/>
                </a:cubicBezTo>
                <a:close/>
                <a:moveTo>
                  <a:pt x="48412" y="37780"/>
                </a:moveTo>
                <a:cubicBezTo>
                  <a:pt x="52912" y="35100"/>
                  <a:pt x="55869" y="32085"/>
                  <a:pt x="57296" y="28794"/>
                </a:cubicBezTo>
                <a:cubicBezTo>
                  <a:pt x="58767" y="25429"/>
                  <a:pt x="58534" y="22123"/>
                  <a:pt x="56612" y="18948"/>
                </a:cubicBezTo>
                <a:cubicBezTo>
                  <a:pt x="54733" y="15700"/>
                  <a:pt x="51937" y="13938"/>
                  <a:pt x="48296" y="13603"/>
                </a:cubicBezTo>
                <a:cubicBezTo>
                  <a:pt x="44654" y="13254"/>
                  <a:pt x="40620" y="14390"/>
                  <a:pt x="36178" y="17069"/>
                </a:cubicBezTo>
                <a:cubicBezTo>
                  <a:pt x="31692" y="19735"/>
                  <a:pt x="28736" y="22706"/>
                  <a:pt x="27308" y="26056"/>
                </a:cubicBezTo>
                <a:cubicBezTo>
                  <a:pt x="25823" y="29406"/>
                  <a:pt x="26056" y="32712"/>
                  <a:pt x="27993" y="35901"/>
                </a:cubicBezTo>
                <a:cubicBezTo>
                  <a:pt x="29872" y="39135"/>
                  <a:pt x="32653" y="40911"/>
                  <a:pt x="36294" y="41246"/>
                </a:cubicBezTo>
                <a:cubicBezTo>
                  <a:pt x="39877" y="41581"/>
                  <a:pt x="43970" y="40387"/>
                  <a:pt x="48412" y="37780"/>
                </a:cubicBezTo>
                <a:close/>
                <a:moveTo>
                  <a:pt x="48412" y="377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AD292-8397-4A2A-B326-479C8F84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612" y="5306810"/>
            <a:ext cx="65656" cy="48936"/>
          </a:xfrm>
          <a:custGeom xmlns:a="http://schemas.openxmlformats.org/drawingml/2006/main">
            <a:pathLst>
              <a:path w="65656" h="48936">
                <a:moveTo>
                  <a:pt x="23274" y="24745"/>
                </a:moveTo>
                <a:lnTo>
                  <a:pt x="3641" y="36411"/>
                </a:lnTo>
                <a:lnTo>
                  <a:pt x="0" y="30265"/>
                </a:lnTo>
                <a:lnTo>
                  <a:pt x="51092" y="0"/>
                </a:lnTo>
                <a:lnTo>
                  <a:pt x="54733" y="6146"/>
                </a:lnTo>
                <a:lnTo>
                  <a:pt x="49097" y="9452"/>
                </a:lnTo>
                <a:cubicBezTo>
                  <a:pt x="52053" y="9452"/>
                  <a:pt x="54675" y="10079"/>
                  <a:pt x="56889" y="11433"/>
                </a:cubicBezTo>
                <a:cubicBezTo>
                  <a:pt x="59117" y="12744"/>
                  <a:pt x="60996" y="14739"/>
                  <a:pt x="62641" y="17463"/>
                </a:cubicBezTo>
                <a:cubicBezTo>
                  <a:pt x="65248" y="21963"/>
                  <a:pt x="65656" y="26624"/>
                  <a:pt x="63777" y="31576"/>
                </a:cubicBezTo>
                <a:cubicBezTo>
                  <a:pt x="61840" y="36469"/>
                  <a:pt x="57966" y="40678"/>
                  <a:pt x="52170" y="44159"/>
                </a:cubicBezTo>
                <a:cubicBezTo>
                  <a:pt x="46373" y="47567"/>
                  <a:pt x="40853" y="48936"/>
                  <a:pt x="35610" y="48252"/>
                </a:cubicBezTo>
                <a:cubicBezTo>
                  <a:pt x="30381" y="47567"/>
                  <a:pt x="26449" y="44946"/>
                  <a:pt x="23784" y="40460"/>
                </a:cubicBezTo>
                <a:cubicBezTo>
                  <a:pt x="22138" y="37780"/>
                  <a:pt x="21337" y="35100"/>
                  <a:pt x="21220" y="32551"/>
                </a:cubicBezTo>
                <a:cubicBezTo>
                  <a:pt x="21162" y="29930"/>
                  <a:pt x="21847" y="27366"/>
                  <a:pt x="23274" y="24745"/>
                </a:cubicBezTo>
                <a:close/>
                <a:moveTo>
                  <a:pt x="48470" y="37838"/>
                </a:moveTo>
                <a:cubicBezTo>
                  <a:pt x="52912" y="35158"/>
                  <a:pt x="55869" y="32144"/>
                  <a:pt x="57355" y="28852"/>
                </a:cubicBezTo>
                <a:cubicBezTo>
                  <a:pt x="58767" y="25488"/>
                  <a:pt x="58549" y="22196"/>
                  <a:pt x="56670" y="19007"/>
                </a:cubicBezTo>
                <a:cubicBezTo>
                  <a:pt x="54733" y="15759"/>
                  <a:pt x="51995" y="13996"/>
                  <a:pt x="48354" y="13661"/>
                </a:cubicBezTo>
                <a:cubicBezTo>
                  <a:pt x="44713" y="13312"/>
                  <a:pt x="40678" y="14448"/>
                  <a:pt x="36178" y="17128"/>
                </a:cubicBezTo>
                <a:cubicBezTo>
                  <a:pt x="31692" y="19749"/>
                  <a:pt x="28736" y="22764"/>
                  <a:pt x="27308" y="26114"/>
                </a:cubicBezTo>
                <a:cubicBezTo>
                  <a:pt x="25823" y="29478"/>
                  <a:pt x="26056" y="32770"/>
                  <a:pt x="27993" y="35959"/>
                </a:cubicBezTo>
                <a:cubicBezTo>
                  <a:pt x="29872" y="39207"/>
                  <a:pt x="32653" y="40970"/>
                  <a:pt x="36294" y="41305"/>
                </a:cubicBezTo>
                <a:cubicBezTo>
                  <a:pt x="39936" y="41596"/>
                  <a:pt x="43984" y="40460"/>
                  <a:pt x="48470" y="37838"/>
                </a:cubicBezTo>
                <a:close/>
                <a:moveTo>
                  <a:pt x="48470" y="378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4400C-54FD-42E8-9E11-643FBEF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271" y="5341458"/>
            <a:ext cx="55010" cy="36586"/>
          </a:xfrm>
          <a:custGeom xmlns:a="http://schemas.openxmlformats.org/drawingml/2006/main">
            <a:pathLst>
              <a:path w="55010" h="36586">
                <a:moveTo>
                  <a:pt x="51427" y="0"/>
                </a:moveTo>
                <a:lnTo>
                  <a:pt x="55010" y="6088"/>
                </a:lnTo>
                <a:lnTo>
                  <a:pt x="3641" y="36586"/>
                </a:lnTo>
                <a:lnTo>
                  <a:pt x="0" y="30498"/>
                </a:lnTo>
                <a:lnTo>
                  <a:pt x="51427" y="0"/>
                </a:lnTo>
                <a:close/>
                <a:moveTo>
                  <a:pt x="514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9B94C-BC1B-4CC9-9DFF-3BF6C1E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739" y="5372582"/>
            <a:ext cx="46431" cy="47276"/>
          </a:xfrm>
          <a:custGeom xmlns:a="http://schemas.openxmlformats.org/drawingml/2006/main">
            <a:pathLst>
              <a:path w="46431" h="47276">
                <a:moveTo>
                  <a:pt x="34474" y="37940"/>
                </a:moveTo>
                <a:lnTo>
                  <a:pt x="31517" y="39703"/>
                </a:lnTo>
                <a:lnTo>
                  <a:pt x="14958" y="11768"/>
                </a:lnTo>
                <a:cubicBezTo>
                  <a:pt x="10923" y="14506"/>
                  <a:pt x="8476" y="17637"/>
                  <a:pt x="7632" y="21220"/>
                </a:cubicBezTo>
                <a:cubicBezTo>
                  <a:pt x="6772" y="24745"/>
                  <a:pt x="7515" y="28561"/>
                  <a:pt x="9904" y="32595"/>
                </a:cubicBezTo>
                <a:cubicBezTo>
                  <a:pt x="11317" y="34925"/>
                  <a:pt x="12919" y="37037"/>
                  <a:pt x="14797" y="38858"/>
                </a:cubicBezTo>
                <a:cubicBezTo>
                  <a:pt x="16676" y="40737"/>
                  <a:pt x="18832" y="42382"/>
                  <a:pt x="21220" y="43868"/>
                </a:cubicBezTo>
                <a:lnTo>
                  <a:pt x="15482" y="47276"/>
                </a:lnTo>
                <a:cubicBezTo>
                  <a:pt x="13254" y="45630"/>
                  <a:pt x="11273" y="43810"/>
                  <a:pt x="9394" y="41814"/>
                </a:cubicBezTo>
                <a:cubicBezTo>
                  <a:pt x="7573" y="39819"/>
                  <a:pt x="5913" y="37664"/>
                  <a:pt x="4559" y="35275"/>
                </a:cubicBezTo>
                <a:cubicBezTo>
                  <a:pt x="1020" y="29406"/>
                  <a:pt x="0" y="23667"/>
                  <a:pt x="1369" y="18205"/>
                </a:cubicBezTo>
                <a:cubicBezTo>
                  <a:pt x="2796" y="12744"/>
                  <a:pt x="6437" y="8243"/>
                  <a:pt x="12292" y="4777"/>
                </a:cubicBezTo>
                <a:cubicBezTo>
                  <a:pt x="18322" y="1194"/>
                  <a:pt x="24075" y="0"/>
                  <a:pt x="29580" y="1136"/>
                </a:cubicBezTo>
                <a:cubicBezTo>
                  <a:pt x="35100" y="2272"/>
                  <a:pt x="39484" y="5636"/>
                  <a:pt x="42790" y="11200"/>
                </a:cubicBezTo>
                <a:cubicBezTo>
                  <a:pt x="45747" y="16210"/>
                  <a:pt x="46431" y="21046"/>
                  <a:pt x="44946" y="25881"/>
                </a:cubicBezTo>
                <a:cubicBezTo>
                  <a:pt x="43475" y="30658"/>
                  <a:pt x="39994" y="34707"/>
                  <a:pt x="34474" y="37940"/>
                </a:cubicBezTo>
                <a:close/>
                <a:moveTo>
                  <a:pt x="32653" y="30833"/>
                </a:moveTo>
                <a:cubicBezTo>
                  <a:pt x="35959" y="28779"/>
                  <a:pt x="38057" y="26289"/>
                  <a:pt x="38974" y="23318"/>
                </a:cubicBezTo>
                <a:cubicBezTo>
                  <a:pt x="39877" y="20303"/>
                  <a:pt x="39426" y="17288"/>
                  <a:pt x="37664" y="14331"/>
                </a:cubicBezTo>
                <a:cubicBezTo>
                  <a:pt x="35668" y="10923"/>
                  <a:pt x="33061" y="8811"/>
                  <a:pt x="29988" y="7908"/>
                </a:cubicBezTo>
                <a:cubicBezTo>
                  <a:pt x="26857" y="6991"/>
                  <a:pt x="23449" y="7399"/>
                  <a:pt x="19808" y="9161"/>
                </a:cubicBezTo>
                <a:lnTo>
                  <a:pt x="32653" y="30833"/>
                </a:lnTo>
                <a:close/>
                <a:moveTo>
                  <a:pt x="32653" y="308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D3BC1-FA6E-4D6D-A282-B808B661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3274" y="5403415"/>
            <a:ext cx="76070" cy="74366"/>
          </a:xfrm>
          <a:custGeom xmlns:a="http://schemas.openxmlformats.org/drawingml/2006/main">
            <a:pathLst>
              <a:path w="76070" h="74366">
                <a:moveTo>
                  <a:pt x="49330" y="0"/>
                </a:moveTo>
                <a:lnTo>
                  <a:pt x="55184" y="9962"/>
                </a:lnTo>
                <a:lnTo>
                  <a:pt x="29071" y="42382"/>
                </a:lnTo>
                <a:lnTo>
                  <a:pt x="70157" y="35158"/>
                </a:lnTo>
                <a:lnTo>
                  <a:pt x="76070" y="45120"/>
                </a:lnTo>
                <a:lnTo>
                  <a:pt x="26740" y="74366"/>
                </a:lnTo>
                <a:lnTo>
                  <a:pt x="22881" y="67812"/>
                </a:lnTo>
                <a:lnTo>
                  <a:pt x="66166" y="42164"/>
                </a:lnTo>
                <a:lnTo>
                  <a:pt x="24803" y="49504"/>
                </a:lnTo>
                <a:lnTo>
                  <a:pt x="20827" y="42790"/>
                </a:lnTo>
                <a:lnTo>
                  <a:pt x="47116" y="10020"/>
                </a:lnTo>
                <a:lnTo>
                  <a:pt x="3816" y="35726"/>
                </a:lnTo>
                <a:lnTo>
                  <a:pt x="0" y="29245"/>
                </a:lnTo>
                <a:lnTo>
                  <a:pt x="49330" y="0"/>
                </a:lnTo>
                <a:close/>
                <a:moveTo>
                  <a:pt x="493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415E9-79FB-46BB-A61D-BDB1DA73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972" y="5472538"/>
            <a:ext cx="46475" cy="47334"/>
          </a:xfrm>
          <a:custGeom xmlns:a="http://schemas.openxmlformats.org/drawingml/2006/main">
            <a:pathLst>
              <a:path w="46475" h="47334">
                <a:moveTo>
                  <a:pt x="34474" y="38013"/>
                </a:moveTo>
                <a:lnTo>
                  <a:pt x="31517" y="39775"/>
                </a:lnTo>
                <a:lnTo>
                  <a:pt x="14958" y="11841"/>
                </a:lnTo>
                <a:cubicBezTo>
                  <a:pt x="10923" y="14564"/>
                  <a:pt x="8476" y="17696"/>
                  <a:pt x="7617" y="21279"/>
                </a:cubicBezTo>
                <a:cubicBezTo>
                  <a:pt x="6758" y="24803"/>
                  <a:pt x="7559" y="28619"/>
                  <a:pt x="9947" y="32653"/>
                </a:cubicBezTo>
                <a:cubicBezTo>
                  <a:pt x="11317" y="34998"/>
                  <a:pt x="12962" y="37096"/>
                  <a:pt x="14841" y="38916"/>
                </a:cubicBezTo>
                <a:cubicBezTo>
                  <a:pt x="16662" y="40795"/>
                  <a:pt x="18832" y="42441"/>
                  <a:pt x="21264" y="43926"/>
                </a:cubicBezTo>
                <a:lnTo>
                  <a:pt x="15526" y="47334"/>
                </a:lnTo>
                <a:cubicBezTo>
                  <a:pt x="13312" y="45688"/>
                  <a:pt x="11258" y="43868"/>
                  <a:pt x="9438" y="41873"/>
                </a:cubicBezTo>
                <a:cubicBezTo>
                  <a:pt x="7559" y="39877"/>
                  <a:pt x="5971" y="37722"/>
                  <a:pt x="4544" y="35333"/>
                </a:cubicBezTo>
                <a:cubicBezTo>
                  <a:pt x="1078" y="29420"/>
                  <a:pt x="0" y="23725"/>
                  <a:pt x="1413" y="18264"/>
                </a:cubicBezTo>
                <a:cubicBezTo>
                  <a:pt x="2782" y="12802"/>
                  <a:pt x="6423" y="8302"/>
                  <a:pt x="12278" y="4835"/>
                </a:cubicBezTo>
                <a:cubicBezTo>
                  <a:pt x="18366" y="1253"/>
                  <a:pt x="24119" y="0"/>
                  <a:pt x="29639" y="1194"/>
                </a:cubicBezTo>
                <a:cubicBezTo>
                  <a:pt x="35100" y="2330"/>
                  <a:pt x="39470" y="5695"/>
                  <a:pt x="42776" y="11273"/>
                </a:cubicBezTo>
                <a:cubicBezTo>
                  <a:pt x="45732" y="16210"/>
                  <a:pt x="46475" y="21104"/>
                  <a:pt x="44989" y="25939"/>
                </a:cubicBezTo>
                <a:cubicBezTo>
                  <a:pt x="43518" y="30731"/>
                  <a:pt x="39994" y="34765"/>
                  <a:pt x="34474" y="38013"/>
                </a:cubicBezTo>
                <a:close/>
                <a:moveTo>
                  <a:pt x="32712" y="30833"/>
                </a:moveTo>
                <a:cubicBezTo>
                  <a:pt x="35945" y="28852"/>
                  <a:pt x="38057" y="26347"/>
                  <a:pt x="38960" y="23390"/>
                </a:cubicBezTo>
                <a:cubicBezTo>
                  <a:pt x="39877" y="20376"/>
                  <a:pt x="39470" y="17361"/>
                  <a:pt x="37664" y="14390"/>
                </a:cubicBezTo>
                <a:cubicBezTo>
                  <a:pt x="35668" y="10982"/>
                  <a:pt x="33105" y="8826"/>
                  <a:pt x="29974" y="7967"/>
                </a:cubicBezTo>
                <a:cubicBezTo>
                  <a:pt x="26842" y="7064"/>
                  <a:pt x="23492" y="7457"/>
                  <a:pt x="19793" y="9219"/>
                </a:cubicBezTo>
                <a:lnTo>
                  <a:pt x="32712" y="30833"/>
                </a:lnTo>
                <a:close/>
                <a:moveTo>
                  <a:pt x="32712" y="308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F9C19-8E38-4EBD-9F5F-A00B691E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741" y="5513959"/>
            <a:ext cx="66064" cy="48864"/>
          </a:xfrm>
          <a:custGeom xmlns:a="http://schemas.openxmlformats.org/drawingml/2006/main">
            <a:pathLst>
              <a:path w="66064" h="48864">
                <a:moveTo>
                  <a:pt x="42441" y="24177"/>
                </a:moveTo>
                <a:lnTo>
                  <a:pt x="62467" y="12292"/>
                </a:lnTo>
                <a:lnTo>
                  <a:pt x="66064" y="18380"/>
                </a:lnTo>
                <a:lnTo>
                  <a:pt x="14623" y="48864"/>
                </a:lnTo>
                <a:lnTo>
                  <a:pt x="11040" y="42776"/>
                </a:lnTo>
                <a:lnTo>
                  <a:pt x="16618" y="39484"/>
                </a:lnTo>
                <a:cubicBezTo>
                  <a:pt x="13661" y="39484"/>
                  <a:pt x="11040" y="38858"/>
                  <a:pt x="8826" y="37547"/>
                </a:cubicBezTo>
                <a:cubicBezTo>
                  <a:pt x="6612" y="36236"/>
                  <a:pt x="4675" y="34197"/>
                  <a:pt x="3073" y="31459"/>
                </a:cubicBezTo>
                <a:cubicBezTo>
                  <a:pt x="408" y="27017"/>
                  <a:pt x="0" y="22298"/>
                  <a:pt x="1937" y="17404"/>
                </a:cubicBezTo>
                <a:cubicBezTo>
                  <a:pt x="3816" y="12453"/>
                  <a:pt x="7690" y="8302"/>
                  <a:pt x="13545" y="4835"/>
                </a:cubicBezTo>
                <a:cubicBezTo>
                  <a:pt x="19342" y="1369"/>
                  <a:pt x="24861" y="0"/>
                  <a:pt x="30105" y="685"/>
                </a:cubicBezTo>
                <a:cubicBezTo>
                  <a:pt x="35333" y="1427"/>
                  <a:pt x="39266" y="3976"/>
                  <a:pt x="41873" y="8476"/>
                </a:cubicBezTo>
                <a:cubicBezTo>
                  <a:pt x="43533" y="11200"/>
                  <a:pt x="44378" y="13822"/>
                  <a:pt x="44436" y="16443"/>
                </a:cubicBezTo>
                <a:cubicBezTo>
                  <a:pt x="44552" y="19007"/>
                  <a:pt x="43868" y="21614"/>
                  <a:pt x="42441" y="24177"/>
                </a:cubicBezTo>
                <a:close/>
                <a:moveTo>
                  <a:pt x="17244" y="11098"/>
                </a:moveTo>
                <a:cubicBezTo>
                  <a:pt x="12744" y="13763"/>
                  <a:pt x="9787" y="16778"/>
                  <a:pt x="8375" y="20084"/>
                </a:cubicBezTo>
                <a:cubicBezTo>
                  <a:pt x="6889" y="23434"/>
                  <a:pt x="7122" y="26740"/>
                  <a:pt x="9044" y="29930"/>
                </a:cubicBezTo>
                <a:cubicBezTo>
                  <a:pt x="10923" y="33163"/>
                  <a:pt x="13720" y="34925"/>
                  <a:pt x="17361" y="35275"/>
                </a:cubicBezTo>
                <a:cubicBezTo>
                  <a:pt x="21002" y="35610"/>
                  <a:pt x="25036" y="34474"/>
                  <a:pt x="29537" y="31794"/>
                </a:cubicBezTo>
                <a:cubicBezTo>
                  <a:pt x="33964" y="29187"/>
                  <a:pt x="36935" y="26172"/>
                  <a:pt x="38406" y="22808"/>
                </a:cubicBezTo>
                <a:cubicBezTo>
                  <a:pt x="39834" y="19458"/>
                  <a:pt x="39601" y="16152"/>
                  <a:pt x="37722" y="12977"/>
                </a:cubicBezTo>
                <a:cubicBezTo>
                  <a:pt x="35785" y="9729"/>
                  <a:pt x="33003" y="7967"/>
                  <a:pt x="29420" y="7617"/>
                </a:cubicBezTo>
                <a:cubicBezTo>
                  <a:pt x="25779" y="7282"/>
                  <a:pt x="21686" y="8476"/>
                  <a:pt x="17244" y="11098"/>
                </a:cubicBezTo>
                <a:close/>
                <a:moveTo>
                  <a:pt x="17244" y="110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61A1D-8695-47DE-A572-4D0B9835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821" y="5544850"/>
            <a:ext cx="55010" cy="36586"/>
          </a:xfrm>
          <a:custGeom xmlns:a="http://schemas.openxmlformats.org/drawingml/2006/main">
            <a:pathLst>
              <a:path w="55010" h="36586">
                <a:moveTo>
                  <a:pt x="36979" y="8535"/>
                </a:moveTo>
                <a:lnTo>
                  <a:pt x="40562" y="14623"/>
                </a:lnTo>
                <a:lnTo>
                  <a:pt x="3583" y="36586"/>
                </a:lnTo>
                <a:lnTo>
                  <a:pt x="0" y="30498"/>
                </a:lnTo>
                <a:lnTo>
                  <a:pt x="36979" y="8535"/>
                </a:lnTo>
                <a:close/>
                <a:moveTo>
                  <a:pt x="51369" y="0"/>
                </a:moveTo>
                <a:lnTo>
                  <a:pt x="55010" y="6088"/>
                </a:lnTo>
                <a:lnTo>
                  <a:pt x="47276" y="10632"/>
                </a:lnTo>
                <a:lnTo>
                  <a:pt x="43693" y="4602"/>
                </a:lnTo>
                <a:lnTo>
                  <a:pt x="51369" y="0"/>
                </a:lnTo>
                <a:close/>
                <a:moveTo>
                  <a:pt x="513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11285-8F3C-40B0-B11A-BB80DECD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958" y="5573586"/>
            <a:ext cx="47742" cy="49490"/>
          </a:xfrm>
          <a:custGeom xmlns:a="http://schemas.openxmlformats.org/drawingml/2006/main">
            <a:pathLst>
              <a:path w="47742" h="49490">
                <a:moveTo>
                  <a:pt x="26580" y="26332"/>
                </a:moveTo>
                <a:cubicBezTo>
                  <a:pt x="23609" y="21439"/>
                  <a:pt x="21060" y="18366"/>
                  <a:pt x="18832" y="17113"/>
                </a:cubicBezTo>
                <a:cubicBezTo>
                  <a:pt x="16560" y="15861"/>
                  <a:pt x="14113" y="16094"/>
                  <a:pt x="11389" y="17696"/>
                </a:cubicBezTo>
                <a:cubicBezTo>
                  <a:pt x="9219" y="18992"/>
                  <a:pt x="7908" y="20711"/>
                  <a:pt x="7515" y="22866"/>
                </a:cubicBezTo>
                <a:cubicBezTo>
                  <a:pt x="7122" y="25022"/>
                  <a:pt x="7632" y="27366"/>
                  <a:pt x="9044" y="29813"/>
                </a:cubicBezTo>
                <a:cubicBezTo>
                  <a:pt x="11040" y="33163"/>
                  <a:pt x="13836" y="35158"/>
                  <a:pt x="17477" y="35785"/>
                </a:cubicBezTo>
                <a:cubicBezTo>
                  <a:pt x="21060" y="36411"/>
                  <a:pt x="24803" y="35552"/>
                  <a:pt x="28794" y="33221"/>
                </a:cubicBezTo>
                <a:lnTo>
                  <a:pt x="30163" y="32362"/>
                </a:lnTo>
                <a:lnTo>
                  <a:pt x="26580" y="26332"/>
                </a:lnTo>
                <a:close/>
                <a:moveTo>
                  <a:pt x="36251" y="36979"/>
                </a:moveTo>
                <a:lnTo>
                  <a:pt x="15132" y="49490"/>
                </a:lnTo>
                <a:lnTo>
                  <a:pt x="11550" y="43402"/>
                </a:lnTo>
                <a:lnTo>
                  <a:pt x="17128" y="40110"/>
                </a:lnTo>
                <a:cubicBezTo>
                  <a:pt x="14113" y="40052"/>
                  <a:pt x="11389" y="39251"/>
                  <a:pt x="9103" y="37824"/>
                </a:cubicBezTo>
                <a:cubicBezTo>
                  <a:pt x="6831" y="36411"/>
                  <a:pt x="4777" y="34183"/>
                  <a:pt x="3015" y="31168"/>
                </a:cubicBezTo>
                <a:cubicBezTo>
                  <a:pt x="743" y="27410"/>
                  <a:pt x="0" y="23769"/>
                  <a:pt x="859" y="20245"/>
                </a:cubicBezTo>
                <a:cubicBezTo>
                  <a:pt x="1660" y="16778"/>
                  <a:pt x="3816" y="13938"/>
                  <a:pt x="7399" y="11826"/>
                </a:cubicBezTo>
                <a:cubicBezTo>
                  <a:pt x="11550" y="9379"/>
                  <a:pt x="15482" y="8928"/>
                  <a:pt x="19298" y="10457"/>
                </a:cubicBezTo>
                <a:cubicBezTo>
                  <a:pt x="23041" y="12001"/>
                  <a:pt x="26580" y="15526"/>
                  <a:pt x="29813" y="21046"/>
                </a:cubicBezTo>
                <a:lnTo>
                  <a:pt x="34882" y="29580"/>
                </a:lnTo>
                <a:lnTo>
                  <a:pt x="35508" y="29231"/>
                </a:lnTo>
                <a:cubicBezTo>
                  <a:pt x="38290" y="27527"/>
                  <a:pt x="39892" y="25371"/>
                  <a:pt x="40343" y="22575"/>
                </a:cubicBezTo>
                <a:cubicBezTo>
                  <a:pt x="40795" y="19851"/>
                  <a:pt x="39994" y="16836"/>
                  <a:pt x="38071" y="13472"/>
                </a:cubicBezTo>
                <a:cubicBezTo>
                  <a:pt x="36819" y="11375"/>
                  <a:pt x="35333" y="9496"/>
                  <a:pt x="33629" y="7792"/>
                </a:cubicBezTo>
                <a:cubicBezTo>
                  <a:pt x="31925" y="6088"/>
                  <a:pt x="30046" y="4602"/>
                  <a:pt x="27935" y="3350"/>
                </a:cubicBezTo>
                <a:lnTo>
                  <a:pt x="33571" y="0"/>
                </a:lnTo>
                <a:cubicBezTo>
                  <a:pt x="35726" y="1704"/>
                  <a:pt x="37664" y="3525"/>
                  <a:pt x="39324" y="5345"/>
                </a:cubicBezTo>
                <a:cubicBezTo>
                  <a:pt x="40970" y="7166"/>
                  <a:pt x="42382" y="9103"/>
                  <a:pt x="43591" y="11084"/>
                </a:cubicBezTo>
                <a:cubicBezTo>
                  <a:pt x="46766" y="16443"/>
                  <a:pt x="47742" y="21279"/>
                  <a:pt x="46548" y="25546"/>
                </a:cubicBezTo>
                <a:cubicBezTo>
                  <a:pt x="45295" y="29813"/>
                  <a:pt x="41873" y="33615"/>
                  <a:pt x="36251" y="36979"/>
                </a:cubicBezTo>
                <a:close/>
                <a:moveTo>
                  <a:pt x="36251" y="369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F4252-DD27-48C1-B5FD-F7BCD29F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664" y="5606632"/>
            <a:ext cx="65307" cy="62525"/>
          </a:xfrm>
          <a:custGeom xmlns:a="http://schemas.openxmlformats.org/drawingml/2006/main">
            <a:pathLst>
              <a:path w="65307" h="62525">
                <a:moveTo>
                  <a:pt x="47786" y="9904"/>
                </a:moveTo>
                <a:lnTo>
                  <a:pt x="9438" y="32653"/>
                </a:lnTo>
                <a:lnTo>
                  <a:pt x="14229" y="40678"/>
                </a:lnTo>
                <a:cubicBezTo>
                  <a:pt x="18264" y="47509"/>
                  <a:pt x="22750" y="51602"/>
                  <a:pt x="27701" y="52912"/>
                </a:cubicBezTo>
                <a:cubicBezTo>
                  <a:pt x="32653" y="54223"/>
                  <a:pt x="38465" y="52971"/>
                  <a:pt x="45120" y="48980"/>
                </a:cubicBezTo>
                <a:cubicBezTo>
                  <a:pt x="51718" y="45062"/>
                  <a:pt x="55636" y="40620"/>
                  <a:pt x="56830" y="35668"/>
                </a:cubicBezTo>
                <a:cubicBezTo>
                  <a:pt x="58025" y="30673"/>
                  <a:pt x="56612" y="24803"/>
                  <a:pt x="52563" y="17987"/>
                </a:cubicBezTo>
                <a:lnTo>
                  <a:pt x="47786" y="9904"/>
                </a:lnTo>
                <a:close/>
                <a:moveTo>
                  <a:pt x="49330" y="0"/>
                </a:moveTo>
                <a:lnTo>
                  <a:pt x="57457" y="13720"/>
                </a:lnTo>
                <a:cubicBezTo>
                  <a:pt x="63151" y="23274"/>
                  <a:pt x="65307" y="31459"/>
                  <a:pt x="63952" y="38290"/>
                </a:cubicBezTo>
                <a:cubicBezTo>
                  <a:pt x="62641" y="45120"/>
                  <a:pt x="57748" y="51034"/>
                  <a:pt x="49271" y="56044"/>
                </a:cubicBezTo>
                <a:cubicBezTo>
                  <a:pt x="40795" y="61112"/>
                  <a:pt x="33221" y="62525"/>
                  <a:pt x="26565" y="60428"/>
                </a:cubicBezTo>
                <a:cubicBezTo>
                  <a:pt x="19910" y="58258"/>
                  <a:pt x="13763" y="52461"/>
                  <a:pt x="8141" y="42950"/>
                </a:cubicBezTo>
                <a:lnTo>
                  <a:pt x="0" y="29245"/>
                </a:lnTo>
                <a:lnTo>
                  <a:pt x="49330" y="0"/>
                </a:lnTo>
                <a:close/>
                <a:moveTo>
                  <a:pt x="493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0F18A-3259-4AFD-9D7B-8F290F6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380" y="5657214"/>
            <a:ext cx="55024" cy="36586"/>
          </a:xfrm>
          <a:custGeom xmlns:a="http://schemas.openxmlformats.org/drawingml/2006/main">
            <a:pathLst>
              <a:path w="55024" h="36586">
                <a:moveTo>
                  <a:pt x="36979" y="8535"/>
                </a:moveTo>
                <a:lnTo>
                  <a:pt x="40620" y="14623"/>
                </a:lnTo>
                <a:lnTo>
                  <a:pt x="3583" y="36586"/>
                </a:lnTo>
                <a:lnTo>
                  <a:pt x="0" y="30498"/>
                </a:lnTo>
                <a:lnTo>
                  <a:pt x="36979" y="8535"/>
                </a:lnTo>
                <a:close/>
                <a:moveTo>
                  <a:pt x="51441" y="0"/>
                </a:moveTo>
                <a:lnTo>
                  <a:pt x="55024" y="6088"/>
                </a:lnTo>
                <a:lnTo>
                  <a:pt x="47334" y="10632"/>
                </a:lnTo>
                <a:lnTo>
                  <a:pt x="43693" y="4602"/>
                </a:lnTo>
                <a:lnTo>
                  <a:pt x="51441" y="0"/>
                </a:lnTo>
                <a:close/>
                <a:moveTo>
                  <a:pt x="5144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2F178-649B-46BC-AF15-0183619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245" y="5685659"/>
            <a:ext cx="50189" cy="42674"/>
          </a:xfrm>
          <a:custGeom xmlns:a="http://schemas.openxmlformats.org/drawingml/2006/main">
            <a:pathLst>
              <a:path w="50189" h="42674">
                <a:moveTo>
                  <a:pt x="50189" y="23157"/>
                </a:moveTo>
                <a:lnTo>
                  <a:pt x="44436" y="26565"/>
                </a:lnTo>
                <a:cubicBezTo>
                  <a:pt x="44261" y="24293"/>
                  <a:pt x="43868" y="22138"/>
                  <a:pt x="43242" y="20026"/>
                </a:cubicBezTo>
                <a:cubicBezTo>
                  <a:pt x="42557" y="17914"/>
                  <a:pt x="41654" y="15875"/>
                  <a:pt x="40460" y="13880"/>
                </a:cubicBezTo>
                <a:cubicBezTo>
                  <a:pt x="38698" y="10865"/>
                  <a:pt x="36877" y="8870"/>
                  <a:pt x="35056" y="7908"/>
                </a:cubicBezTo>
                <a:cubicBezTo>
                  <a:pt x="33236" y="6947"/>
                  <a:pt x="31415" y="6991"/>
                  <a:pt x="29595" y="8141"/>
                </a:cubicBezTo>
                <a:cubicBezTo>
                  <a:pt x="28168" y="8928"/>
                  <a:pt x="27366" y="10122"/>
                  <a:pt x="27206" y="11724"/>
                </a:cubicBezTo>
                <a:cubicBezTo>
                  <a:pt x="27032" y="13254"/>
                  <a:pt x="27541" y="15875"/>
                  <a:pt x="28794" y="19575"/>
                </a:cubicBezTo>
                <a:lnTo>
                  <a:pt x="29537" y="21963"/>
                </a:lnTo>
                <a:cubicBezTo>
                  <a:pt x="31182" y="26798"/>
                  <a:pt x="31692" y="30614"/>
                  <a:pt x="31066" y="33454"/>
                </a:cubicBezTo>
                <a:cubicBezTo>
                  <a:pt x="30498" y="36236"/>
                  <a:pt x="28677" y="38567"/>
                  <a:pt x="25662" y="40343"/>
                </a:cubicBezTo>
                <a:cubicBezTo>
                  <a:pt x="22196" y="42382"/>
                  <a:pt x="18672" y="42674"/>
                  <a:pt x="15089" y="41130"/>
                </a:cubicBezTo>
                <a:cubicBezTo>
                  <a:pt x="11448" y="39601"/>
                  <a:pt x="8200" y="36411"/>
                  <a:pt x="5418" y="31692"/>
                </a:cubicBezTo>
                <a:cubicBezTo>
                  <a:pt x="4209" y="29697"/>
                  <a:pt x="3190" y="27541"/>
                  <a:pt x="2345" y="25153"/>
                </a:cubicBezTo>
                <a:cubicBezTo>
                  <a:pt x="1427" y="22750"/>
                  <a:pt x="685" y="20143"/>
                  <a:pt x="0" y="17288"/>
                </a:cubicBezTo>
                <a:lnTo>
                  <a:pt x="6321" y="13603"/>
                </a:lnTo>
                <a:cubicBezTo>
                  <a:pt x="6496" y="16560"/>
                  <a:pt x="6889" y="19283"/>
                  <a:pt x="7632" y="21788"/>
                </a:cubicBezTo>
                <a:cubicBezTo>
                  <a:pt x="8316" y="24352"/>
                  <a:pt x="9336" y="26624"/>
                  <a:pt x="10588" y="28794"/>
                </a:cubicBezTo>
                <a:cubicBezTo>
                  <a:pt x="12292" y="31634"/>
                  <a:pt x="14055" y="33571"/>
                  <a:pt x="15933" y="34532"/>
                </a:cubicBezTo>
                <a:cubicBezTo>
                  <a:pt x="17871" y="35493"/>
                  <a:pt x="19691" y="35450"/>
                  <a:pt x="21453" y="34357"/>
                </a:cubicBezTo>
                <a:cubicBezTo>
                  <a:pt x="23099" y="33396"/>
                  <a:pt x="24075" y="32085"/>
                  <a:pt x="24293" y="30440"/>
                </a:cubicBezTo>
                <a:cubicBezTo>
                  <a:pt x="24526" y="28837"/>
                  <a:pt x="23900" y="25881"/>
                  <a:pt x="22473" y="21614"/>
                </a:cubicBezTo>
                <a:lnTo>
                  <a:pt x="21745" y="19225"/>
                </a:lnTo>
                <a:cubicBezTo>
                  <a:pt x="20317" y="15016"/>
                  <a:pt x="19924" y="11550"/>
                  <a:pt x="20550" y="8928"/>
                </a:cubicBezTo>
                <a:cubicBezTo>
                  <a:pt x="21220" y="6263"/>
                  <a:pt x="22939" y="4093"/>
                  <a:pt x="25837" y="2389"/>
                </a:cubicBezTo>
                <a:cubicBezTo>
                  <a:pt x="29304" y="335"/>
                  <a:pt x="32712" y="0"/>
                  <a:pt x="36076" y="1311"/>
                </a:cubicBezTo>
                <a:cubicBezTo>
                  <a:pt x="39426" y="2680"/>
                  <a:pt x="42441" y="5636"/>
                  <a:pt x="45120" y="10122"/>
                </a:cubicBezTo>
                <a:cubicBezTo>
                  <a:pt x="46490" y="12409"/>
                  <a:pt x="47567" y="14623"/>
                  <a:pt x="48427" y="16778"/>
                </a:cubicBezTo>
                <a:cubicBezTo>
                  <a:pt x="49271" y="18948"/>
                  <a:pt x="49839" y="21046"/>
                  <a:pt x="50189" y="23157"/>
                </a:cubicBezTo>
                <a:close/>
                <a:moveTo>
                  <a:pt x="50189" y="231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4A1F6-202B-40A2-BC10-8344CE32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514" y="5723439"/>
            <a:ext cx="47276" cy="44086"/>
          </a:xfrm>
          <a:custGeom xmlns:a="http://schemas.openxmlformats.org/drawingml/2006/main">
            <a:pathLst>
              <a:path w="47276" h="44086">
                <a:moveTo>
                  <a:pt x="47276" y="23827"/>
                </a:moveTo>
                <a:lnTo>
                  <a:pt x="41581" y="27192"/>
                </a:lnTo>
                <a:cubicBezTo>
                  <a:pt x="41523" y="24920"/>
                  <a:pt x="41188" y="22808"/>
                  <a:pt x="40678" y="20769"/>
                </a:cubicBezTo>
                <a:cubicBezTo>
                  <a:pt x="40110" y="18774"/>
                  <a:pt x="39309" y="16895"/>
                  <a:pt x="38232" y="15132"/>
                </a:cubicBezTo>
                <a:cubicBezTo>
                  <a:pt x="35901" y="11200"/>
                  <a:pt x="32828" y="8870"/>
                  <a:pt x="29071" y="8127"/>
                </a:cubicBezTo>
                <a:cubicBezTo>
                  <a:pt x="25255" y="7442"/>
                  <a:pt x="21104" y="8476"/>
                  <a:pt x="16603" y="11142"/>
                </a:cubicBezTo>
                <a:cubicBezTo>
                  <a:pt x="12059" y="13822"/>
                  <a:pt x="9219" y="16953"/>
                  <a:pt x="8025" y="20652"/>
                </a:cubicBezTo>
                <a:cubicBezTo>
                  <a:pt x="6831" y="24293"/>
                  <a:pt x="7399" y="28095"/>
                  <a:pt x="9729" y="32027"/>
                </a:cubicBezTo>
                <a:cubicBezTo>
                  <a:pt x="10749" y="33789"/>
                  <a:pt x="12001" y="35377"/>
                  <a:pt x="13530" y="36862"/>
                </a:cubicBezTo>
                <a:cubicBezTo>
                  <a:pt x="15016" y="38290"/>
                  <a:pt x="16720" y="39586"/>
                  <a:pt x="18715" y="40780"/>
                </a:cubicBezTo>
                <a:lnTo>
                  <a:pt x="13079" y="44086"/>
                </a:lnTo>
                <a:cubicBezTo>
                  <a:pt x="11317" y="42834"/>
                  <a:pt x="9671" y="41465"/>
                  <a:pt x="8185" y="39877"/>
                </a:cubicBezTo>
                <a:cubicBezTo>
                  <a:pt x="6714" y="38290"/>
                  <a:pt x="5345" y="36469"/>
                  <a:pt x="4151" y="34416"/>
                </a:cubicBezTo>
                <a:cubicBezTo>
                  <a:pt x="845" y="28837"/>
                  <a:pt x="0" y="23376"/>
                  <a:pt x="1529" y="18031"/>
                </a:cubicBezTo>
                <a:cubicBezTo>
                  <a:pt x="3131" y="12686"/>
                  <a:pt x="6831" y="8243"/>
                  <a:pt x="12802" y="4719"/>
                </a:cubicBezTo>
                <a:cubicBezTo>
                  <a:pt x="18832" y="1136"/>
                  <a:pt x="24570" y="0"/>
                  <a:pt x="29974" y="1253"/>
                </a:cubicBezTo>
                <a:cubicBezTo>
                  <a:pt x="35377" y="2505"/>
                  <a:pt x="39819" y="6030"/>
                  <a:pt x="43242" y="11826"/>
                </a:cubicBezTo>
                <a:cubicBezTo>
                  <a:pt x="44378" y="13705"/>
                  <a:pt x="45222" y="15642"/>
                  <a:pt x="45907" y="17637"/>
                </a:cubicBezTo>
                <a:cubicBezTo>
                  <a:pt x="46591" y="19618"/>
                  <a:pt x="47043" y="21730"/>
                  <a:pt x="47276" y="23827"/>
                </a:cubicBezTo>
                <a:close/>
                <a:moveTo>
                  <a:pt x="47276" y="238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2F73C-4CC0-457D-940F-DB5DFEE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128" y="5760418"/>
            <a:ext cx="46591" cy="43810"/>
          </a:xfrm>
          <a:custGeom xmlns:a="http://schemas.openxmlformats.org/drawingml/2006/main">
            <a:pathLst>
              <a:path w="46591" h="43810">
                <a:moveTo>
                  <a:pt x="37547" y="13487"/>
                </a:moveTo>
                <a:cubicBezTo>
                  <a:pt x="35610" y="10181"/>
                  <a:pt x="32828" y="8360"/>
                  <a:pt x="29187" y="8025"/>
                </a:cubicBezTo>
                <a:cubicBezTo>
                  <a:pt x="25488" y="7617"/>
                  <a:pt x="21453" y="8695"/>
                  <a:pt x="17011" y="11317"/>
                </a:cubicBezTo>
                <a:cubicBezTo>
                  <a:pt x="12569" y="13996"/>
                  <a:pt x="9671" y="16953"/>
                  <a:pt x="8258" y="20361"/>
                </a:cubicBezTo>
                <a:cubicBezTo>
                  <a:pt x="6831" y="23784"/>
                  <a:pt x="7064" y="27075"/>
                  <a:pt x="8986" y="30381"/>
                </a:cubicBezTo>
                <a:cubicBezTo>
                  <a:pt x="10923" y="33615"/>
                  <a:pt x="13720" y="35435"/>
                  <a:pt x="17404" y="35785"/>
                </a:cubicBezTo>
                <a:cubicBezTo>
                  <a:pt x="21104" y="36178"/>
                  <a:pt x="25153" y="35042"/>
                  <a:pt x="29522" y="32479"/>
                </a:cubicBezTo>
                <a:cubicBezTo>
                  <a:pt x="33906" y="29872"/>
                  <a:pt x="36804" y="26857"/>
                  <a:pt x="38290" y="23434"/>
                </a:cubicBezTo>
                <a:cubicBezTo>
                  <a:pt x="39717" y="20026"/>
                  <a:pt x="39484" y="16720"/>
                  <a:pt x="37547" y="13487"/>
                </a:cubicBezTo>
                <a:close/>
                <a:moveTo>
                  <a:pt x="42732" y="10414"/>
                </a:moveTo>
                <a:cubicBezTo>
                  <a:pt x="45863" y="15700"/>
                  <a:pt x="46591" y="20871"/>
                  <a:pt x="44946" y="25939"/>
                </a:cubicBezTo>
                <a:cubicBezTo>
                  <a:pt x="43300" y="31008"/>
                  <a:pt x="39426" y="35333"/>
                  <a:pt x="33338" y="38916"/>
                </a:cubicBezTo>
                <a:cubicBezTo>
                  <a:pt x="27308" y="42499"/>
                  <a:pt x="21672" y="43810"/>
                  <a:pt x="16385" y="42834"/>
                </a:cubicBezTo>
                <a:cubicBezTo>
                  <a:pt x="11156" y="41873"/>
                  <a:pt x="7005" y="38741"/>
                  <a:pt x="3874" y="33454"/>
                </a:cubicBezTo>
                <a:cubicBezTo>
                  <a:pt x="743" y="28095"/>
                  <a:pt x="0" y="22924"/>
                  <a:pt x="1646" y="17914"/>
                </a:cubicBezTo>
                <a:cubicBezTo>
                  <a:pt x="3306" y="12860"/>
                  <a:pt x="7166" y="8535"/>
                  <a:pt x="13254" y="4952"/>
                </a:cubicBezTo>
                <a:cubicBezTo>
                  <a:pt x="19283" y="1369"/>
                  <a:pt x="24920" y="0"/>
                  <a:pt x="30148" y="961"/>
                </a:cubicBezTo>
                <a:cubicBezTo>
                  <a:pt x="35391" y="1995"/>
                  <a:pt x="39542" y="5112"/>
                  <a:pt x="42732" y="10414"/>
                </a:cubicBezTo>
                <a:close/>
                <a:moveTo>
                  <a:pt x="42732" y="104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88538-4C52-4A12-876F-B7C63828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35" y="5794032"/>
            <a:ext cx="50131" cy="44101"/>
          </a:xfrm>
          <a:custGeom xmlns:a="http://schemas.openxmlformats.org/drawingml/2006/main">
            <a:pathLst>
              <a:path w="50131" h="44101">
                <a:moveTo>
                  <a:pt x="28794" y="0"/>
                </a:moveTo>
                <a:lnTo>
                  <a:pt x="32610" y="6437"/>
                </a:lnTo>
                <a:lnTo>
                  <a:pt x="8375" y="36411"/>
                </a:lnTo>
                <a:lnTo>
                  <a:pt x="46315" y="29595"/>
                </a:lnTo>
                <a:lnTo>
                  <a:pt x="50131" y="36018"/>
                </a:lnTo>
                <a:lnTo>
                  <a:pt x="4894" y="44101"/>
                </a:lnTo>
                <a:lnTo>
                  <a:pt x="0" y="35843"/>
                </a:lnTo>
                <a:lnTo>
                  <a:pt x="28794" y="0"/>
                </a:lnTo>
                <a:close/>
                <a:moveTo>
                  <a:pt x="287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873C2-CCE2-41E5-A44F-8F5F7240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006" y="5842167"/>
            <a:ext cx="46475" cy="47334"/>
          </a:xfrm>
          <a:custGeom xmlns:a="http://schemas.openxmlformats.org/drawingml/2006/main">
            <a:pathLst>
              <a:path w="46475" h="47334">
                <a:moveTo>
                  <a:pt x="34474" y="37998"/>
                </a:moveTo>
                <a:lnTo>
                  <a:pt x="31517" y="39775"/>
                </a:lnTo>
                <a:lnTo>
                  <a:pt x="14958" y="11841"/>
                </a:lnTo>
                <a:cubicBezTo>
                  <a:pt x="10923" y="14564"/>
                  <a:pt x="8476" y="17696"/>
                  <a:pt x="7617" y="21279"/>
                </a:cubicBezTo>
                <a:cubicBezTo>
                  <a:pt x="6758" y="24803"/>
                  <a:pt x="7559" y="28619"/>
                  <a:pt x="9947" y="32653"/>
                </a:cubicBezTo>
                <a:cubicBezTo>
                  <a:pt x="11317" y="34984"/>
                  <a:pt x="12904" y="37096"/>
                  <a:pt x="14783" y="38916"/>
                </a:cubicBezTo>
                <a:cubicBezTo>
                  <a:pt x="16662" y="40795"/>
                  <a:pt x="18832" y="42441"/>
                  <a:pt x="21279" y="43926"/>
                </a:cubicBezTo>
                <a:lnTo>
                  <a:pt x="15526" y="47334"/>
                </a:lnTo>
                <a:cubicBezTo>
                  <a:pt x="13312" y="45688"/>
                  <a:pt x="11258" y="43868"/>
                  <a:pt x="9438" y="41873"/>
                </a:cubicBezTo>
                <a:cubicBezTo>
                  <a:pt x="7559" y="39877"/>
                  <a:pt x="5971" y="37722"/>
                  <a:pt x="4544" y="35333"/>
                </a:cubicBezTo>
                <a:cubicBezTo>
                  <a:pt x="1078" y="29420"/>
                  <a:pt x="0" y="23725"/>
                  <a:pt x="1354" y="18264"/>
                </a:cubicBezTo>
                <a:cubicBezTo>
                  <a:pt x="2782" y="12802"/>
                  <a:pt x="6423" y="8302"/>
                  <a:pt x="12278" y="4835"/>
                </a:cubicBezTo>
                <a:cubicBezTo>
                  <a:pt x="18307" y="1253"/>
                  <a:pt x="24119" y="0"/>
                  <a:pt x="29580" y="1194"/>
                </a:cubicBezTo>
                <a:cubicBezTo>
                  <a:pt x="35100" y="2330"/>
                  <a:pt x="39484" y="5695"/>
                  <a:pt x="42776" y="11273"/>
                </a:cubicBezTo>
                <a:cubicBezTo>
                  <a:pt x="45732" y="16210"/>
                  <a:pt x="46475" y="21104"/>
                  <a:pt x="44946" y="25939"/>
                </a:cubicBezTo>
                <a:cubicBezTo>
                  <a:pt x="43460" y="30716"/>
                  <a:pt x="39994" y="34765"/>
                  <a:pt x="34474" y="37998"/>
                </a:cubicBezTo>
                <a:close/>
                <a:moveTo>
                  <a:pt x="32653" y="30833"/>
                </a:moveTo>
                <a:cubicBezTo>
                  <a:pt x="35945" y="28852"/>
                  <a:pt x="38057" y="26347"/>
                  <a:pt x="38960" y="23390"/>
                </a:cubicBezTo>
                <a:cubicBezTo>
                  <a:pt x="39877" y="20361"/>
                  <a:pt x="39426" y="17346"/>
                  <a:pt x="37664" y="14390"/>
                </a:cubicBezTo>
                <a:cubicBezTo>
                  <a:pt x="35668" y="10982"/>
                  <a:pt x="33105" y="8826"/>
                  <a:pt x="29974" y="7908"/>
                </a:cubicBezTo>
                <a:cubicBezTo>
                  <a:pt x="26842" y="7049"/>
                  <a:pt x="23434" y="7457"/>
                  <a:pt x="19793" y="9219"/>
                </a:cubicBezTo>
                <a:lnTo>
                  <a:pt x="32653" y="30833"/>
                </a:lnTo>
                <a:close/>
                <a:moveTo>
                  <a:pt x="32653" y="308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8DEAA-4E08-4AD4-A997-713DB4D5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250" y="5879831"/>
            <a:ext cx="50349" cy="28051"/>
          </a:xfrm>
          <a:custGeom xmlns:a="http://schemas.openxmlformats.org/drawingml/2006/main">
            <a:pathLst>
              <a:path w="50349" h="28051">
                <a:moveTo>
                  <a:pt x="44145" y="25036"/>
                </a:moveTo>
                <a:cubicBezTo>
                  <a:pt x="44145" y="24119"/>
                  <a:pt x="43984" y="23216"/>
                  <a:pt x="43693" y="22298"/>
                </a:cubicBezTo>
                <a:cubicBezTo>
                  <a:pt x="43416" y="21395"/>
                  <a:pt x="43009" y="20478"/>
                  <a:pt x="42382" y="19516"/>
                </a:cubicBezTo>
                <a:cubicBezTo>
                  <a:pt x="40402" y="16050"/>
                  <a:pt x="37722" y="14055"/>
                  <a:pt x="34372" y="13545"/>
                </a:cubicBezTo>
                <a:cubicBezTo>
                  <a:pt x="31066" y="13035"/>
                  <a:pt x="27308" y="13996"/>
                  <a:pt x="23099" y="16501"/>
                </a:cubicBezTo>
                <a:lnTo>
                  <a:pt x="3583" y="28051"/>
                </a:lnTo>
                <a:lnTo>
                  <a:pt x="0" y="21963"/>
                </a:lnTo>
                <a:lnTo>
                  <a:pt x="36979" y="0"/>
                </a:lnTo>
                <a:lnTo>
                  <a:pt x="40620" y="6146"/>
                </a:lnTo>
                <a:lnTo>
                  <a:pt x="34882" y="9554"/>
                </a:lnTo>
                <a:cubicBezTo>
                  <a:pt x="37897" y="9496"/>
                  <a:pt x="40504" y="10181"/>
                  <a:pt x="42848" y="11550"/>
                </a:cubicBezTo>
                <a:cubicBezTo>
                  <a:pt x="45120" y="12977"/>
                  <a:pt x="47174" y="15132"/>
                  <a:pt x="48878" y="18089"/>
                </a:cubicBezTo>
                <a:cubicBezTo>
                  <a:pt x="49155" y="18497"/>
                  <a:pt x="49388" y="18948"/>
                  <a:pt x="49621" y="19516"/>
                </a:cubicBezTo>
                <a:cubicBezTo>
                  <a:pt x="49898" y="20026"/>
                  <a:pt x="50131" y="20652"/>
                  <a:pt x="50349" y="21337"/>
                </a:cubicBezTo>
                <a:lnTo>
                  <a:pt x="44145" y="25036"/>
                </a:lnTo>
                <a:close/>
                <a:moveTo>
                  <a:pt x="44145" y="250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119C9-5E58-4210-85CC-9635F3A2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188" y="5903556"/>
            <a:ext cx="70433" cy="44596"/>
          </a:xfrm>
          <a:custGeom xmlns:a="http://schemas.openxmlformats.org/drawingml/2006/main">
            <a:pathLst>
              <a:path w="70433" h="44596">
                <a:moveTo>
                  <a:pt x="20361" y="43693"/>
                </a:moveTo>
                <a:cubicBezTo>
                  <a:pt x="14958" y="44596"/>
                  <a:pt x="11098" y="44596"/>
                  <a:pt x="8768" y="43810"/>
                </a:cubicBezTo>
                <a:cubicBezTo>
                  <a:pt x="6423" y="42950"/>
                  <a:pt x="4500" y="41188"/>
                  <a:pt x="2898" y="38465"/>
                </a:cubicBezTo>
                <a:lnTo>
                  <a:pt x="0" y="33571"/>
                </a:lnTo>
                <a:lnTo>
                  <a:pt x="5068" y="30556"/>
                </a:lnTo>
                <a:lnTo>
                  <a:pt x="7166" y="34139"/>
                </a:lnTo>
                <a:cubicBezTo>
                  <a:pt x="8200" y="35785"/>
                  <a:pt x="9336" y="36862"/>
                  <a:pt x="10690" y="37314"/>
                </a:cubicBezTo>
                <a:cubicBezTo>
                  <a:pt x="12059" y="37780"/>
                  <a:pt x="14506" y="37722"/>
                  <a:pt x="18147" y="37096"/>
                </a:cubicBezTo>
                <a:lnTo>
                  <a:pt x="21570" y="36527"/>
                </a:lnTo>
                <a:lnTo>
                  <a:pt x="49097" y="0"/>
                </a:lnTo>
                <a:lnTo>
                  <a:pt x="52912" y="6423"/>
                </a:lnTo>
                <a:lnTo>
                  <a:pt x="30833" y="35158"/>
                </a:lnTo>
                <a:lnTo>
                  <a:pt x="66618" y="29580"/>
                </a:lnTo>
                <a:lnTo>
                  <a:pt x="70433" y="36018"/>
                </a:lnTo>
                <a:lnTo>
                  <a:pt x="20361" y="43693"/>
                </a:lnTo>
                <a:close/>
                <a:moveTo>
                  <a:pt x="20361" y="436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F5AA9-82A1-499B-9068-F36AB8E9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754" y="5940870"/>
            <a:ext cx="53262" cy="59976"/>
          </a:xfrm>
          <a:custGeom xmlns:a="http://schemas.openxmlformats.org/drawingml/2006/main">
            <a:pathLst>
              <a:path w="53262" h="59976">
                <a:moveTo>
                  <a:pt x="49330" y="0"/>
                </a:moveTo>
                <a:lnTo>
                  <a:pt x="53262" y="6714"/>
                </a:lnTo>
                <a:lnTo>
                  <a:pt x="9569" y="32610"/>
                </a:lnTo>
                <a:lnTo>
                  <a:pt x="23784" y="56612"/>
                </a:lnTo>
                <a:lnTo>
                  <a:pt x="18162" y="59976"/>
                </a:lnTo>
                <a:lnTo>
                  <a:pt x="0" y="29245"/>
                </a:lnTo>
                <a:lnTo>
                  <a:pt x="49330" y="0"/>
                </a:lnTo>
                <a:close/>
                <a:moveTo>
                  <a:pt x="493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20A26-ABA4-4842-87A9-76E05220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950" y="5977121"/>
            <a:ext cx="55010" cy="36527"/>
          </a:xfrm>
          <a:custGeom xmlns:a="http://schemas.openxmlformats.org/drawingml/2006/main">
            <a:pathLst>
              <a:path w="55010" h="36527">
                <a:moveTo>
                  <a:pt x="36979" y="8535"/>
                </a:moveTo>
                <a:lnTo>
                  <a:pt x="40562" y="14623"/>
                </a:lnTo>
                <a:lnTo>
                  <a:pt x="3583" y="36527"/>
                </a:lnTo>
                <a:lnTo>
                  <a:pt x="0" y="30440"/>
                </a:lnTo>
                <a:lnTo>
                  <a:pt x="36979" y="8535"/>
                </a:lnTo>
                <a:close/>
                <a:moveTo>
                  <a:pt x="51369" y="0"/>
                </a:moveTo>
                <a:lnTo>
                  <a:pt x="55010" y="6088"/>
                </a:lnTo>
                <a:lnTo>
                  <a:pt x="47276" y="10632"/>
                </a:lnTo>
                <a:lnTo>
                  <a:pt x="43693" y="4544"/>
                </a:lnTo>
                <a:lnTo>
                  <a:pt x="51369" y="0"/>
                </a:lnTo>
                <a:close/>
                <a:moveTo>
                  <a:pt x="513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B0733-2044-498D-9138-AB332D8A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008" y="6007779"/>
            <a:ext cx="66108" cy="51369"/>
          </a:xfrm>
          <a:custGeom xmlns:a="http://schemas.openxmlformats.org/drawingml/2006/main">
            <a:pathLst>
              <a:path w="66108" h="51369">
                <a:moveTo>
                  <a:pt x="44436" y="31692"/>
                </a:moveTo>
                <a:cubicBezTo>
                  <a:pt x="48805" y="29071"/>
                  <a:pt x="51718" y="26172"/>
                  <a:pt x="53014" y="22924"/>
                </a:cubicBezTo>
                <a:cubicBezTo>
                  <a:pt x="54383" y="19691"/>
                  <a:pt x="54107" y="16385"/>
                  <a:pt x="52170" y="13152"/>
                </a:cubicBezTo>
                <a:cubicBezTo>
                  <a:pt x="50233" y="9846"/>
                  <a:pt x="47509" y="8025"/>
                  <a:pt x="43970" y="7675"/>
                </a:cubicBezTo>
                <a:cubicBezTo>
                  <a:pt x="40504" y="7282"/>
                  <a:pt x="36527" y="8360"/>
                  <a:pt x="32144" y="10982"/>
                </a:cubicBezTo>
                <a:cubicBezTo>
                  <a:pt x="27760" y="13603"/>
                  <a:pt x="24920" y="16501"/>
                  <a:pt x="23551" y="19808"/>
                </a:cubicBezTo>
                <a:cubicBezTo>
                  <a:pt x="22182" y="23041"/>
                  <a:pt x="22473" y="26289"/>
                  <a:pt x="24410" y="29522"/>
                </a:cubicBezTo>
                <a:cubicBezTo>
                  <a:pt x="26332" y="32828"/>
                  <a:pt x="29071" y="34649"/>
                  <a:pt x="32595" y="35042"/>
                </a:cubicBezTo>
                <a:cubicBezTo>
                  <a:pt x="36061" y="35391"/>
                  <a:pt x="40052" y="34314"/>
                  <a:pt x="44436" y="31692"/>
                </a:cubicBezTo>
                <a:close/>
                <a:moveTo>
                  <a:pt x="33673" y="46315"/>
                </a:moveTo>
                <a:cubicBezTo>
                  <a:pt x="27366" y="50014"/>
                  <a:pt x="21847" y="51369"/>
                  <a:pt x="17128" y="50407"/>
                </a:cubicBezTo>
                <a:cubicBezTo>
                  <a:pt x="12394" y="49446"/>
                  <a:pt x="8360" y="46082"/>
                  <a:pt x="4894" y="40285"/>
                </a:cubicBezTo>
                <a:cubicBezTo>
                  <a:pt x="3641" y="38173"/>
                  <a:pt x="2622" y="36076"/>
                  <a:pt x="1821" y="33964"/>
                </a:cubicBezTo>
                <a:cubicBezTo>
                  <a:pt x="1020" y="31925"/>
                  <a:pt x="393" y="29755"/>
                  <a:pt x="0" y="27600"/>
                </a:cubicBezTo>
                <a:lnTo>
                  <a:pt x="5913" y="24075"/>
                </a:lnTo>
                <a:cubicBezTo>
                  <a:pt x="6030" y="26463"/>
                  <a:pt x="6306" y="28619"/>
                  <a:pt x="6933" y="30614"/>
                </a:cubicBezTo>
                <a:cubicBezTo>
                  <a:pt x="7457" y="32653"/>
                  <a:pt x="8302" y="34532"/>
                  <a:pt x="9379" y="36353"/>
                </a:cubicBezTo>
                <a:cubicBezTo>
                  <a:pt x="11724" y="40343"/>
                  <a:pt x="14564" y="42732"/>
                  <a:pt x="17798" y="43475"/>
                </a:cubicBezTo>
                <a:cubicBezTo>
                  <a:pt x="21046" y="44203"/>
                  <a:pt x="24745" y="43358"/>
                  <a:pt x="28954" y="40853"/>
                </a:cubicBezTo>
                <a:lnTo>
                  <a:pt x="31969" y="39091"/>
                </a:lnTo>
                <a:cubicBezTo>
                  <a:pt x="29071" y="39091"/>
                  <a:pt x="26507" y="38465"/>
                  <a:pt x="24235" y="37154"/>
                </a:cubicBezTo>
                <a:cubicBezTo>
                  <a:pt x="22021" y="35843"/>
                  <a:pt x="20084" y="33789"/>
                  <a:pt x="18424" y="31066"/>
                </a:cubicBezTo>
                <a:cubicBezTo>
                  <a:pt x="15759" y="26507"/>
                  <a:pt x="15307" y="21847"/>
                  <a:pt x="17128" y="17011"/>
                </a:cubicBezTo>
                <a:cubicBezTo>
                  <a:pt x="18948" y="12234"/>
                  <a:pt x="22691" y="8083"/>
                  <a:pt x="28444" y="4719"/>
                </a:cubicBezTo>
                <a:cubicBezTo>
                  <a:pt x="34139" y="1311"/>
                  <a:pt x="39542" y="0"/>
                  <a:pt x="44654" y="743"/>
                </a:cubicBezTo>
                <a:cubicBezTo>
                  <a:pt x="49781" y="1486"/>
                  <a:pt x="53641" y="4093"/>
                  <a:pt x="56321" y="8593"/>
                </a:cubicBezTo>
                <a:cubicBezTo>
                  <a:pt x="57966" y="11317"/>
                  <a:pt x="58826" y="13996"/>
                  <a:pt x="58884" y="16618"/>
                </a:cubicBezTo>
                <a:cubicBezTo>
                  <a:pt x="59000" y="19225"/>
                  <a:pt x="58316" y="21788"/>
                  <a:pt x="56889" y="24352"/>
                </a:cubicBezTo>
                <a:lnTo>
                  <a:pt x="62467" y="21002"/>
                </a:lnTo>
                <a:lnTo>
                  <a:pt x="66108" y="27090"/>
                </a:lnTo>
                <a:lnTo>
                  <a:pt x="33673" y="46315"/>
                </a:lnTo>
                <a:close/>
                <a:moveTo>
                  <a:pt x="33673" y="463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5761C-46C1-46C3-B0FD-88DCF23D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361" y="6038612"/>
            <a:ext cx="55068" cy="61447"/>
          </a:xfrm>
          <a:custGeom xmlns:a="http://schemas.openxmlformats.org/drawingml/2006/main">
            <a:pathLst>
              <a:path w="55068" h="61447">
                <a:moveTo>
                  <a:pt x="40737" y="48252"/>
                </a:moveTo>
                <a:lnTo>
                  <a:pt x="18380" y="61447"/>
                </a:lnTo>
                <a:lnTo>
                  <a:pt x="14797" y="55359"/>
                </a:lnTo>
                <a:lnTo>
                  <a:pt x="36921" y="42280"/>
                </a:lnTo>
                <a:cubicBezTo>
                  <a:pt x="40387" y="40169"/>
                  <a:pt x="42615" y="37955"/>
                  <a:pt x="43577" y="35566"/>
                </a:cubicBezTo>
                <a:cubicBezTo>
                  <a:pt x="44494" y="33178"/>
                  <a:pt x="44145" y="30614"/>
                  <a:pt x="42557" y="27876"/>
                </a:cubicBezTo>
                <a:cubicBezTo>
                  <a:pt x="40562" y="24585"/>
                  <a:pt x="37998" y="22589"/>
                  <a:pt x="34765" y="21963"/>
                </a:cubicBezTo>
                <a:cubicBezTo>
                  <a:pt x="31576" y="21279"/>
                  <a:pt x="28168" y="22021"/>
                  <a:pt x="24526" y="24177"/>
                </a:cubicBezTo>
                <a:lnTo>
                  <a:pt x="3641" y="36586"/>
                </a:lnTo>
                <a:lnTo>
                  <a:pt x="0" y="30440"/>
                </a:lnTo>
                <a:lnTo>
                  <a:pt x="51427" y="0"/>
                </a:lnTo>
                <a:lnTo>
                  <a:pt x="55068" y="6088"/>
                </a:lnTo>
                <a:lnTo>
                  <a:pt x="34867" y="18045"/>
                </a:lnTo>
                <a:cubicBezTo>
                  <a:pt x="37998" y="18205"/>
                  <a:pt x="40678" y="18948"/>
                  <a:pt x="42892" y="20259"/>
                </a:cubicBezTo>
                <a:cubicBezTo>
                  <a:pt x="45179" y="21570"/>
                  <a:pt x="47101" y="23507"/>
                  <a:pt x="48645" y="26114"/>
                </a:cubicBezTo>
                <a:cubicBezTo>
                  <a:pt x="51150" y="30323"/>
                  <a:pt x="51718" y="34314"/>
                  <a:pt x="50407" y="38071"/>
                </a:cubicBezTo>
                <a:cubicBezTo>
                  <a:pt x="49038" y="41814"/>
                  <a:pt x="45849" y="45179"/>
                  <a:pt x="40737" y="48252"/>
                </a:cubicBezTo>
                <a:close/>
                <a:moveTo>
                  <a:pt x="40737" y="482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03428-C415-4B11-B415-9F8B3CD6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373" y="6083966"/>
            <a:ext cx="47626" cy="46766"/>
          </a:xfrm>
          <a:custGeom xmlns:a="http://schemas.openxmlformats.org/drawingml/2006/main">
            <a:pathLst>
              <a:path w="47626" h="46766">
                <a:moveTo>
                  <a:pt x="47626" y="6088"/>
                </a:moveTo>
                <a:lnTo>
                  <a:pt x="37096" y="12336"/>
                </a:lnTo>
                <a:lnTo>
                  <a:pt x="44552" y="24861"/>
                </a:lnTo>
                <a:lnTo>
                  <a:pt x="39819" y="27643"/>
                </a:lnTo>
                <a:lnTo>
                  <a:pt x="32377" y="15132"/>
                </a:lnTo>
                <a:lnTo>
                  <a:pt x="12292" y="27017"/>
                </a:lnTo>
                <a:cubicBezTo>
                  <a:pt x="9278" y="28779"/>
                  <a:pt x="7573" y="30381"/>
                  <a:pt x="7224" y="31678"/>
                </a:cubicBezTo>
                <a:cubicBezTo>
                  <a:pt x="6831" y="33047"/>
                  <a:pt x="7399" y="34984"/>
                  <a:pt x="8928" y="37489"/>
                </a:cubicBezTo>
                <a:lnTo>
                  <a:pt x="12627" y="43751"/>
                </a:lnTo>
                <a:lnTo>
                  <a:pt x="7515" y="46766"/>
                </a:lnTo>
                <a:lnTo>
                  <a:pt x="3816" y="40504"/>
                </a:lnTo>
                <a:cubicBezTo>
                  <a:pt x="1020" y="35843"/>
                  <a:pt x="0" y="32085"/>
                  <a:pt x="685" y="29231"/>
                </a:cubicBezTo>
                <a:cubicBezTo>
                  <a:pt x="1427" y="26449"/>
                  <a:pt x="4034" y="23667"/>
                  <a:pt x="8710" y="20929"/>
                </a:cubicBezTo>
                <a:lnTo>
                  <a:pt x="28794" y="8986"/>
                </a:lnTo>
                <a:lnTo>
                  <a:pt x="26114" y="4544"/>
                </a:lnTo>
                <a:lnTo>
                  <a:pt x="30833" y="1762"/>
                </a:lnTo>
                <a:lnTo>
                  <a:pt x="33513" y="6190"/>
                </a:lnTo>
                <a:lnTo>
                  <a:pt x="43984" y="0"/>
                </a:lnTo>
                <a:lnTo>
                  <a:pt x="47626" y="6088"/>
                </a:lnTo>
                <a:close/>
                <a:moveTo>
                  <a:pt x="47626" y="60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11755-35A9-418C-B263-10D0BCED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491" y="6108026"/>
            <a:ext cx="55068" cy="61447"/>
          </a:xfrm>
          <a:custGeom xmlns:a="http://schemas.openxmlformats.org/drawingml/2006/main">
            <a:pathLst>
              <a:path w="55068" h="61447">
                <a:moveTo>
                  <a:pt x="40737" y="48237"/>
                </a:moveTo>
                <a:lnTo>
                  <a:pt x="18380" y="61447"/>
                </a:lnTo>
                <a:lnTo>
                  <a:pt x="14797" y="55359"/>
                </a:lnTo>
                <a:lnTo>
                  <a:pt x="36921" y="42266"/>
                </a:lnTo>
                <a:cubicBezTo>
                  <a:pt x="40402" y="40169"/>
                  <a:pt x="42615" y="37940"/>
                  <a:pt x="43577" y="35552"/>
                </a:cubicBezTo>
                <a:cubicBezTo>
                  <a:pt x="44494" y="33163"/>
                  <a:pt x="44145" y="30614"/>
                  <a:pt x="42499" y="27876"/>
                </a:cubicBezTo>
                <a:cubicBezTo>
                  <a:pt x="40562" y="24570"/>
                  <a:pt x="38013" y="22648"/>
                  <a:pt x="34765" y="21963"/>
                </a:cubicBezTo>
                <a:cubicBezTo>
                  <a:pt x="31576" y="21279"/>
                  <a:pt x="28168" y="22021"/>
                  <a:pt x="24526" y="24177"/>
                </a:cubicBezTo>
                <a:lnTo>
                  <a:pt x="3641" y="36586"/>
                </a:lnTo>
                <a:lnTo>
                  <a:pt x="0" y="30440"/>
                </a:lnTo>
                <a:lnTo>
                  <a:pt x="51427" y="0"/>
                </a:lnTo>
                <a:lnTo>
                  <a:pt x="55068" y="6088"/>
                </a:lnTo>
                <a:lnTo>
                  <a:pt x="34882" y="18031"/>
                </a:lnTo>
                <a:cubicBezTo>
                  <a:pt x="37955" y="18205"/>
                  <a:pt x="40678" y="18948"/>
                  <a:pt x="42892" y="20259"/>
                </a:cubicBezTo>
                <a:cubicBezTo>
                  <a:pt x="45179" y="21555"/>
                  <a:pt x="47116" y="23492"/>
                  <a:pt x="48587" y="26114"/>
                </a:cubicBezTo>
                <a:cubicBezTo>
                  <a:pt x="51150" y="30323"/>
                  <a:pt x="51718" y="34299"/>
                  <a:pt x="50407" y="38057"/>
                </a:cubicBezTo>
                <a:cubicBezTo>
                  <a:pt x="49038" y="41814"/>
                  <a:pt x="45805" y="45179"/>
                  <a:pt x="40737" y="48237"/>
                </a:cubicBezTo>
                <a:close/>
                <a:moveTo>
                  <a:pt x="40737" y="482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DECA7-BB8E-411D-B5A3-16CD510B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678" y="6163094"/>
            <a:ext cx="46650" cy="43810"/>
          </a:xfrm>
          <a:custGeom xmlns:a="http://schemas.openxmlformats.org/drawingml/2006/main">
            <a:pathLst>
              <a:path w="46650" h="43810">
                <a:moveTo>
                  <a:pt x="37605" y="13428"/>
                </a:moveTo>
                <a:cubicBezTo>
                  <a:pt x="35668" y="10181"/>
                  <a:pt x="32886" y="8360"/>
                  <a:pt x="29187" y="7967"/>
                </a:cubicBezTo>
                <a:cubicBezTo>
                  <a:pt x="25546" y="7573"/>
                  <a:pt x="21512" y="8710"/>
                  <a:pt x="17069" y="11331"/>
                </a:cubicBezTo>
                <a:cubicBezTo>
                  <a:pt x="12627" y="13938"/>
                  <a:pt x="9729" y="16953"/>
                  <a:pt x="8302" y="20376"/>
                </a:cubicBezTo>
                <a:cubicBezTo>
                  <a:pt x="6889" y="23725"/>
                  <a:pt x="7107" y="27090"/>
                  <a:pt x="9044" y="30381"/>
                </a:cubicBezTo>
                <a:cubicBezTo>
                  <a:pt x="10982" y="33629"/>
                  <a:pt x="13763" y="35391"/>
                  <a:pt x="17463" y="35785"/>
                </a:cubicBezTo>
                <a:cubicBezTo>
                  <a:pt x="21104" y="36193"/>
                  <a:pt x="25211" y="35042"/>
                  <a:pt x="29580" y="32435"/>
                </a:cubicBezTo>
                <a:cubicBezTo>
                  <a:pt x="33964" y="29872"/>
                  <a:pt x="36862" y="26857"/>
                  <a:pt x="38348" y="23449"/>
                </a:cubicBezTo>
                <a:cubicBezTo>
                  <a:pt x="39775" y="20026"/>
                  <a:pt x="39542" y="16676"/>
                  <a:pt x="37605" y="13428"/>
                </a:cubicBezTo>
                <a:close/>
                <a:moveTo>
                  <a:pt x="42790" y="10414"/>
                </a:moveTo>
                <a:cubicBezTo>
                  <a:pt x="45907" y="15700"/>
                  <a:pt x="46650" y="20827"/>
                  <a:pt x="45004" y="25895"/>
                </a:cubicBezTo>
                <a:cubicBezTo>
                  <a:pt x="43358" y="30949"/>
                  <a:pt x="39484" y="35275"/>
                  <a:pt x="33396" y="38916"/>
                </a:cubicBezTo>
                <a:cubicBezTo>
                  <a:pt x="27366" y="42499"/>
                  <a:pt x="21672" y="43810"/>
                  <a:pt x="16443" y="42790"/>
                </a:cubicBezTo>
                <a:cubicBezTo>
                  <a:pt x="11215" y="41814"/>
                  <a:pt x="7049" y="38683"/>
                  <a:pt x="3932" y="33396"/>
                </a:cubicBezTo>
                <a:cubicBezTo>
                  <a:pt x="743" y="28109"/>
                  <a:pt x="0" y="22924"/>
                  <a:pt x="1704" y="17871"/>
                </a:cubicBezTo>
                <a:cubicBezTo>
                  <a:pt x="3364" y="12802"/>
                  <a:pt x="7224" y="8535"/>
                  <a:pt x="13254" y="4952"/>
                </a:cubicBezTo>
                <a:cubicBezTo>
                  <a:pt x="19342" y="1311"/>
                  <a:pt x="24978" y="0"/>
                  <a:pt x="30207" y="976"/>
                </a:cubicBezTo>
                <a:cubicBezTo>
                  <a:pt x="35450" y="1937"/>
                  <a:pt x="39601" y="5068"/>
                  <a:pt x="42790" y="10414"/>
                </a:cubicBezTo>
                <a:close/>
                <a:moveTo>
                  <a:pt x="42790" y="104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BECA8-9699-4D65-B8BB-873B2E82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855" y="6200481"/>
            <a:ext cx="51718" cy="52898"/>
          </a:xfrm>
          <a:custGeom xmlns:a="http://schemas.openxmlformats.org/drawingml/2006/main">
            <a:pathLst>
              <a:path w="51718" h="52898">
                <a:moveTo>
                  <a:pt x="10982" y="13254"/>
                </a:moveTo>
                <a:lnTo>
                  <a:pt x="33338" y="0"/>
                </a:lnTo>
                <a:lnTo>
                  <a:pt x="36979" y="6030"/>
                </a:lnTo>
                <a:lnTo>
                  <a:pt x="14797" y="19167"/>
                </a:lnTo>
                <a:cubicBezTo>
                  <a:pt x="11273" y="21279"/>
                  <a:pt x="9044" y="23492"/>
                  <a:pt x="8141" y="25881"/>
                </a:cubicBezTo>
                <a:cubicBezTo>
                  <a:pt x="7166" y="28328"/>
                  <a:pt x="7515" y="30891"/>
                  <a:pt x="9161" y="33615"/>
                </a:cubicBezTo>
                <a:cubicBezTo>
                  <a:pt x="11098" y="36862"/>
                  <a:pt x="13661" y="38858"/>
                  <a:pt x="16895" y="39528"/>
                </a:cubicBezTo>
                <a:cubicBezTo>
                  <a:pt x="20084" y="40154"/>
                  <a:pt x="23507" y="39484"/>
                  <a:pt x="27148" y="37314"/>
                </a:cubicBezTo>
                <a:lnTo>
                  <a:pt x="48135" y="24861"/>
                </a:lnTo>
                <a:lnTo>
                  <a:pt x="51718" y="30949"/>
                </a:lnTo>
                <a:lnTo>
                  <a:pt x="14739" y="52898"/>
                </a:lnTo>
                <a:lnTo>
                  <a:pt x="11098" y="46810"/>
                </a:lnTo>
                <a:lnTo>
                  <a:pt x="16793" y="43460"/>
                </a:lnTo>
                <a:cubicBezTo>
                  <a:pt x="13661" y="43285"/>
                  <a:pt x="10982" y="42557"/>
                  <a:pt x="8768" y="41246"/>
                </a:cubicBezTo>
                <a:cubicBezTo>
                  <a:pt x="6496" y="39994"/>
                  <a:pt x="4617" y="38057"/>
                  <a:pt x="3073" y="35435"/>
                </a:cubicBezTo>
                <a:cubicBezTo>
                  <a:pt x="568" y="31226"/>
                  <a:pt x="0" y="27192"/>
                  <a:pt x="1311" y="23434"/>
                </a:cubicBezTo>
                <a:cubicBezTo>
                  <a:pt x="2680" y="19676"/>
                  <a:pt x="5869" y="16268"/>
                  <a:pt x="10982" y="13254"/>
                </a:cubicBezTo>
                <a:close/>
                <a:moveTo>
                  <a:pt x="10982" y="132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DAF59-F8C5-46B1-B070-DD5D5B4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760" y="6245019"/>
            <a:ext cx="50131" cy="42674"/>
          </a:xfrm>
          <a:custGeom xmlns:a="http://schemas.openxmlformats.org/drawingml/2006/main">
            <a:pathLst>
              <a:path w="50131" h="42674">
                <a:moveTo>
                  <a:pt x="50131" y="23157"/>
                </a:moveTo>
                <a:lnTo>
                  <a:pt x="44378" y="26565"/>
                </a:lnTo>
                <a:cubicBezTo>
                  <a:pt x="44203" y="24352"/>
                  <a:pt x="43868" y="22196"/>
                  <a:pt x="43183" y="20084"/>
                </a:cubicBezTo>
                <a:cubicBezTo>
                  <a:pt x="42499" y="17929"/>
                  <a:pt x="41596" y="15875"/>
                  <a:pt x="40445" y="13938"/>
                </a:cubicBezTo>
                <a:cubicBezTo>
                  <a:pt x="38625" y="10865"/>
                  <a:pt x="36862" y="8943"/>
                  <a:pt x="35042" y="7967"/>
                </a:cubicBezTo>
                <a:cubicBezTo>
                  <a:pt x="33221" y="7005"/>
                  <a:pt x="31343" y="7064"/>
                  <a:pt x="29522" y="8141"/>
                </a:cubicBezTo>
                <a:cubicBezTo>
                  <a:pt x="28109" y="8986"/>
                  <a:pt x="27308" y="10181"/>
                  <a:pt x="27133" y="11724"/>
                </a:cubicBezTo>
                <a:cubicBezTo>
                  <a:pt x="26973" y="13312"/>
                  <a:pt x="27541" y="15933"/>
                  <a:pt x="28736" y="19633"/>
                </a:cubicBezTo>
                <a:lnTo>
                  <a:pt x="29478" y="21963"/>
                </a:lnTo>
                <a:cubicBezTo>
                  <a:pt x="31124" y="26857"/>
                  <a:pt x="31634" y="30673"/>
                  <a:pt x="31008" y="33454"/>
                </a:cubicBezTo>
                <a:cubicBezTo>
                  <a:pt x="30440" y="36294"/>
                  <a:pt x="28619" y="38581"/>
                  <a:pt x="25604" y="40402"/>
                </a:cubicBezTo>
                <a:cubicBezTo>
                  <a:pt x="22138" y="42441"/>
                  <a:pt x="18599" y="42674"/>
                  <a:pt x="15016" y="41130"/>
                </a:cubicBezTo>
                <a:cubicBezTo>
                  <a:pt x="11375" y="39601"/>
                  <a:pt x="8200" y="36469"/>
                  <a:pt x="5345" y="31692"/>
                </a:cubicBezTo>
                <a:cubicBezTo>
                  <a:pt x="4209" y="29755"/>
                  <a:pt x="3131" y="27541"/>
                  <a:pt x="2272" y="25153"/>
                </a:cubicBezTo>
                <a:cubicBezTo>
                  <a:pt x="1369" y="22822"/>
                  <a:pt x="626" y="20201"/>
                  <a:pt x="0" y="17361"/>
                </a:cubicBezTo>
                <a:lnTo>
                  <a:pt x="6263" y="13661"/>
                </a:lnTo>
                <a:cubicBezTo>
                  <a:pt x="6437" y="16560"/>
                  <a:pt x="6831" y="19283"/>
                  <a:pt x="7573" y="21847"/>
                </a:cubicBezTo>
                <a:cubicBezTo>
                  <a:pt x="8258" y="24352"/>
                  <a:pt x="9278" y="26682"/>
                  <a:pt x="10530" y="28852"/>
                </a:cubicBezTo>
                <a:cubicBezTo>
                  <a:pt x="12234" y="31692"/>
                  <a:pt x="13996" y="33629"/>
                  <a:pt x="15933" y="34532"/>
                </a:cubicBezTo>
                <a:cubicBezTo>
                  <a:pt x="17812" y="35508"/>
                  <a:pt x="19633" y="35450"/>
                  <a:pt x="21453" y="34430"/>
                </a:cubicBezTo>
                <a:cubicBezTo>
                  <a:pt x="23099" y="33454"/>
                  <a:pt x="24017" y="32144"/>
                  <a:pt x="24235" y="30498"/>
                </a:cubicBezTo>
                <a:cubicBezTo>
                  <a:pt x="24468" y="28852"/>
                  <a:pt x="23842" y="25939"/>
                  <a:pt x="22473" y="21672"/>
                </a:cubicBezTo>
                <a:lnTo>
                  <a:pt x="21672" y="19283"/>
                </a:lnTo>
                <a:cubicBezTo>
                  <a:pt x="20259" y="15016"/>
                  <a:pt x="19851" y="11608"/>
                  <a:pt x="20478" y="8943"/>
                </a:cubicBezTo>
                <a:cubicBezTo>
                  <a:pt x="21162" y="6321"/>
                  <a:pt x="22924" y="4093"/>
                  <a:pt x="25779" y="2447"/>
                </a:cubicBezTo>
                <a:cubicBezTo>
                  <a:pt x="29245" y="350"/>
                  <a:pt x="32653" y="0"/>
                  <a:pt x="36018" y="1369"/>
                </a:cubicBezTo>
                <a:cubicBezTo>
                  <a:pt x="39368" y="2680"/>
                  <a:pt x="42382" y="5636"/>
                  <a:pt x="45120" y="10181"/>
                </a:cubicBezTo>
                <a:cubicBezTo>
                  <a:pt x="46431" y="12409"/>
                  <a:pt x="47509" y="14623"/>
                  <a:pt x="48354" y="16793"/>
                </a:cubicBezTo>
                <a:cubicBezTo>
                  <a:pt x="49213" y="19007"/>
                  <a:pt x="49781" y="21104"/>
                  <a:pt x="50131" y="23157"/>
                </a:cubicBezTo>
                <a:close/>
                <a:moveTo>
                  <a:pt x="50131" y="231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8465C-F378-4372-BD34-23E61C58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189" y="6282973"/>
            <a:ext cx="46431" cy="47276"/>
          </a:xfrm>
          <a:custGeom xmlns:a="http://schemas.openxmlformats.org/drawingml/2006/main">
            <a:pathLst>
              <a:path w="46431" h="47276">
                <a:moveTo>
                  <a:pt x="34474" y="37940"/>
                </a:moveTo>
                <a:lnTo>
                  <a:pt x="31517" y="39703"/>
                </a:lnTo>
                <a:lnTo>
                  <a:pt x="14914" y="11768"/>
                </a:lnTo>
                <a:cubicBezTo>
                  <a:pt x="10923" y="14506"/>
                  <a:pt x="8476" y="17637"/>
                  <a:pt x="7632" y="21220"/>
                </a:cubicBezTo>
                <a:cubicBezTo>
                  <a:pt x="6772" y="24745"/>
                  <a:pt x="7515" y="28561"/>
                  <a:pt x="9904" y="32595"/>
                </a:cubicBezTo>
                <a:cubicBezTo>
                  <a:pt x="11273" y="34925"/>
                  <a:pt x="12919" y="37037"/>
                  <a:pt x="14797" y="38858"/>
                </a:cubicBezTo>
                <a:cubicBezTo>
                  <a:pt x="16676" y="40737"/>
                  <a:pt x="18832" y="42382"/>
                  <a:pt x="21220" y="43853"/>
                </a:cubicBezTo>
                <a:lnTo>
                  <a:pt x="15482" y="47276"/>
                </a:lnTo>
                <a:cubicBezTo>
                  <a:pt x="13254" y="45616"/>
                  <a:pt x="11215" y="43810"/>
                  <a:pt x="9394" y="41814"/>
                </a:cubicBezTo>
                <a:cubicBezTo>
                  <a:pt x="7573" y="39819"/>
                  <a:pt x="5913" y="37664"/>
                  <a:pt x="4559" y="35275"/>
                </a:cubicBezTo>
                <a:cubicBezTo>
                  <a:pt x="1034" y="29406"/>
                  <a:pt x="0" y="23667"/>
                  <a:pt x="1369" y="18205"/>
                </a:cubicBezTo>
                <a:cubicBezTo>
                  <a:pt x="2796" y="12744"/>
                  <a:pt x="6379" y="8243"/>
                  <a:pt x="12292" y="4777"/>
                </a:cubicBezTo>
                <a:cubicBezTo>
                  <a:pt x="18322" y="1194"/>
                  <a:pt x="24075" y="0"/>
                  <a:pt x="29580" y="1136"/>
                </a:cubicBezTo>
                <a:cubicBezTo>
                  <a:pt x="35100" y="2272"/>
                  <a:pt x="39484" y="5622"/>
                  <a:pt x="42790" y="11200"/>
                </a:cubicBezTo>
                <a:cubicBezTo>
                  <a:pt x="45688" y="16210"/>
                  <a:pt x="46431" y="21046"/>
                  <a:pt x="44946" y="25881"/>
                </a:cubicBezTo>
                <a:cubicBezTo>
                  <a:pt x="43475" y="30658"/>
                  <a:pt x="39994" y="34692"/>
                  <a:pt x="34474" y="37940"/>
                </a:cubicBezTo>
                <a:close/>
                <a:moveTo>
                  <a:pt x="32653" y="30833"/>
                </a:moveTo>
                <a:cubicBezTo>
                  <a:pt x="35959" y="28779"/>
                  <a:pt x="38071" y="26274"/>
                  <a:pt x="38974" y="23318"/>
                </a:cubicBezTo>
                <a:cubicBezTo>
                  <a:pt x="39877" y="20303"/>
                  <a:pt x="39426" y="17346"/>
                  <a:pt x="37664" y="14331"/>
                </a:cubicBezTo>
                <a:cubicBezTo>
                  <a:pt x="35625" y="10923"/>
                  <a:pt x="33061" y="8811"/>
                  <a:pt x="29930" y="7908"/>
                </a:cubicBezTo>
                <a:cubicBezTo>
                  <a:pt x="26857" y="6991"/>
                  <a:pt x="23449" y="7399"/>
                  <a:pt x="19749" y="9161"/>
                </a:cubicBezTo>
                <a:lnTo>
                  <a:pt x="32653" y="30833"/>
                </a:lnTo>
                <a:close/>
                <a:moveTo>
                  <a:pt x="32653" y="308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F3639-F26F-4D5E-85CE-6831444D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667" y="6313806"/>
            <a:ext cx="62816" cy="44203"/>
          </a:xfrm>
          <a:custGeom xmlns:a="http://schemas.openxmlformats.org/drawingml/2006/main">
            <a:pathLst>
              <a:path w="62816" h="44203">
                <a:moveTo>
                  <a:pt x="47859" y="9904"/>
                </a:moveTo>
                <a:lnTo>
                  <a:pt x="29304" y="20871"/>
                </a:lnTo>
                <a:lnTo>
                  <a:pt x="34255" y="29304"/>
                </a:lnTo>
                <a:cubicBezTo>
                  <a:pt x="36134" y="32420"/>
                  <a:pt x="38348" y="34299"/>
                  <a:pt x="40970" y="35042"/>
                </a:cubicBezTo>
                <a:cubicBezTo>
                  <a:pt x="43591" y="35785"/>
                  <a:pt x="46373" y="35333"/>
                  <a:pt x="49330" y="33571"/>
                </a:cubicBezTo>
                <a:cubicBezTo>
                  <a:pt x="52286" y="31794"/>
                  <a:pt x="54048" y="29580"/>
                  <a:pt x="54675" y="26959"/>
                </a:cubicBezTo>
                <a:cubicBezTo>
                  <a:pt x="55243" y="24293"/>
                  <a:pt x="54616" y="21395"/>
                  <a:pt x="52796" y="18322"/>
                </a:cubicBezTo>
                <a:lnTo>
                  <a:pt x="47859" y="9904"/>
                </a:lnTo>
                <a:close/>
                <a:moveTo>
                  <a:pt x="49388" y="0"/>
                </a:moveTo>
                <a:lnTo>
                  <a:pt x="58258" y="15074"/>
                </a:lnTo>
                <a:cubicBezTo>
                  <a:pt x="61564" y="20594"/>
                  <a:pt x="62816" y="25488"/>
                  <a:pt x="61957" y="29813"/>
                </a:cubicBezTo>
                <a:cubicBezTo>
                  <a:pt x="61170" y="34139"/>
                  <a:pt x="58316" y="37722"/>
                  <a:pt x="53480" y="40562"/>
                </a:cubicBezTo>
                <a:cubicBezTo>
                  <a:pt x="48645" y="43460"/>
                  <a:pt x="44101" y="44203"/>
                  <a:pt x="39950" y="42892"/>
                </a:cubicBezTo>
                <a:cubicBezTo>
                  <a:pt x="35799" y="41523"/>
                  <a:pt x="32042" y="38057"/>
                  <a:pt x="28794" y="32537"/>
                </a:cubicBezTo>
                <a:lnTo>
                  <a:pt x="23784" y="24119"/>
                </a:lnTo>
                <a:lnTo>
                  <a:pt x="3991" y="35901"/>
                </a:lnTo>
                <a:lnTo>
                  <a:pt x="0" y="29245"/>
                </a:lnTo>
                <a:lnTo>
                  <a:pt x="49388" y="0"/>
                </a:lnTo>
                <a:close/>
                <a:moveTo>
                  <a:pt x="493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3EE21-F744-4756-B2F1-19E7761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742" y="6353115"/>
            <a:ext cx="55010" cy="36527"/>
          </a:xfrm>
          <a:custGeom xmlns:a="http://schemas.openxmlformats.org/drawingml/2006/main">
            <a:pathLst>
              <a:path w="55010" h="36527">
                <a:moveTo>
                  <a:pt x="51369" y="0"/>
                </a:moveTo>
                <a:lnTo>
                  <a:pt x="55010" y="6088"/>
                </a:lnTo>
                <a:lnTo>
                  <a:pt x="3583" y="36527"/>
                </a:lnTo>
                <a:lnTo>
                  <a:pt x="0" y="30440"/>
                </a:lnTo>
                <a:lnTo>
                  <a:pt x="51369" y="0"/>
                </a:lnTo>
                <a:close/>
                <a:moveTo>
                  <a:pt x="513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8624E-4987-4D0D-8B54-BD177AC5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131" y="6379797"/>
            <a:ext cx="51718" cy="52912"/>
          </a:xfrm>
          <a:custGeom xmlns:a="http://schemas.openxmlformats.org/drawingml/2006/main">
            <a:pathLst>
              <a:path w="51718" h="52912">
                <a:moveTo>
                  <a:pt x="10982" y="13312"/>
                </a:moveTo>
                <a:lnTo>
                  <a:pt x="33338" y="0"/>
                </a:lnTo>
                <a:lnTo>
                  <a:pt x="36979" y="6088"/>
                </a:lnTo>
                <a:lnTo>
                  <a:pt x="14797" y="19225"/>
                </a:lnTo>
                <a:cubicBezTo>
                  <a:pt x="11273" y="21337"/>
                  <a:pt x="9044" y="23551"/>
                  <a:pt x="8141" y="25939"/>
                </a:cubicBezTo>
                <a:cubicBezTo>
                  <a:pt x="7166" y="28328"/>
                  <a:pt x="7515" y="30891"/>
                  <a:pt x="9161" y="33629"/>
                </a:cubicBezTo>
                <a:cubicBezTo>
                  <a:pt x="11098" y="36921"/>
                  <a:pt x="13661" y="38916"/>
                  <a:pt x="16895" y="39542"/>
                </a:cubicBezTo>
                <a:cubicBezTo>
                  <a:pt x="20084" y="40227"/>
                  <a:pt x="23551" y="39484"/>
                  <a:pt x="27133" y="37387"/>
                </a:cubicBezTo>
                <a:lnTo>
                  <a:pt x="48135" y="24920"/>
                </a:lnTo>
                <a:lnTo>
                  <a:pt x="51718" y="31008"/>
                </a:lnTo>
                <a:lnTo>
                  <a:pt x="14739" y="52912"/>
                </a:lnTo>
                <a:lnTo>
                  <a:pt x="11098" y="46825"/>
                </a:lnTo>
                <a:lnTo>
                  <a:pt x="16778" y="43460"/>
                </a:lnTo>
                <a:cubicBezTo>
                  <a:pt x="13705" y="43358"/>
                  <a:pt x="10982" y="42615"/>
                  <a:pt x="8768" y="41305"/>
                </a:cubicBezTo>
                <a:cubicBezTo>
                  <a:pt x="6481" y="39994"/>
                  <a:pt x="4617" y="38057"/>
                  <a:pt x="3073" y="35508"/>
                </a:cubicBezTo>
                <a:cubicBezTo>
                  <a:pt x="568" y="31241"/>
                  <a:pt x="0" y="27250"/>
                  <a:pt x="1311" y="23449"/>
                </a:cubicBezTo>
                <a:cubicBezTo>
                  <a:pt x="2680" y="19691"/>
                  <a:pt x="5855" y="16327"/>
                  <a:pt x="10982" y="13312"/>
                </a:cubicBezTo>
                <a:close/>
                <a:moveTo>
                  <a:pt x="10982" y="133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4B19D-4D08-4E6F-9505-9BEA1153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229" y="6426680"/>
            <a:ext cx="66050" cy="51369"/>
          </a:xfrm>
          <a:custGeom xmlns:a="http://schemas.openxmlformats.org/drawingml/2006/main">
            <a:pathLst>
              <a:path w="66050" h="51369">
                <a:moveTo>
                  <a:pt x="44436" y="31692"/>
                </a:moveTo>
                <a:cubicBezTo>
                  <a:pt x="48805" y="29071"/>
                  <a:pt x="51660" y="26172"/>
                  <a:pt x="53014" y="22924"/>
                </a:cubicBezTo>
                <a:cubicBezTo>
                  <a:pt x="54383" y="19676"/>
                  <a:pt x="54107" y="16385"/>
                  <a:pt x="52111" y="13079"/>
                </a:cubicBezTo>
                <a:cubicBezTo>
                  <a:pt x="50174" y="9846"/>
                  <a:pt x="47509" y="8025"/>
                  <a:pt x="43970" y="7617"/>
                </a:cubicBezTo>
                <a:cubicBezTo>
                  <a:pt x="40504" y="7282"/>
                  <a:pt x="36527" y="8360"/>
                  <a:pt x="32144" y="10982"/>
                </a:cubicBezTo>
                <a:cubicBezTo>
                  <a:pt x="27760" y="13589"/>
                  <a:pt x="24861" y="16501"/>
                  <a:pt x="23551" y="19735"/>
                </a:cubicBezTo>
                <a:cubicBezTo>
                  <a:pt x="22182" y="23041"/>
                  <a:pt x="22473" y="26289"/>
                  <a:pt x="24410" y="29522"/>
                </a:cubicBezTo>
                <a:cubicBezTo>
                  <a:pt x="26332" y="32828"/>
                  <a:pt x="29071" y="34649"/>
                  <a:pt x="32595" y="35042"/>
                </a:cubicBezTo>
                <a:cubicBezTo>
                  <a:pt x="36061" y="35391"/>
                  <a:pt x="39994" y="34299"/>
                  <a:pt x="44436" y="31692"/>
                </a:cubicBezTo>
                <a:close/>
                <a:moveTo>
                  <a:pt x="33673" y="46257"/>
                </a:moveTo>
                <a:cubicBezTo>
                  <a:pt x="27366" y="50000"/>
                  <a:pt x="21847" y="51369"/>
                  <a:pt x="17128" y="50407"/>
                </a:cubicBezTo>
                <a:cubicBezTo>
                  <a:pt x="12394" y="49432"/>
                  <a:pt x="8302" y="46082"/>
                  <a:pt x="4894" y="40271"/>
                </a:cubicBezTo>
                <a:cubicBezTo>
                  <a:pt x="3641" y="38173"/>
                  <a:pt x="2607" y="36061"/>
                  <a:pt x="1821" y="33964"/>
                </a:cubicBezTo>
                <a:cubicBezTo>
                  <a:pt x="961" y="31852"/>
                  <a:pt x="393" y="29755"/>
                  <a:pt x="0" y="27585"/>
                </a:cubicBezTo>
                <a:lnTo>
                  <a:pt x="5913" y="24060"/>
                </a:lnTo>
                <a:cubicBezTo>
                  <a:pt x="5971" y="26391"/>
                  <a:pt x="6306" y="28619"/>
                  <a:pt x="6874" y="30600"/>
                </a:cubicBezTo>
                <a:cubicBezTo>
                  <a:pt x="7457" y="32653"/>
                  <a:pt x="8302" y="34532"/>
                  <a:pt x="9321" y="36353"/>
                </a:cubicBezTo>
                <a:cubicBezTo>
                  <a:pt x="11724" y="40329"/>
                  <a:pt x="14506" y="42717"/>
                  <a:pt x="17798" y="43460"/>
                </a:cubicBezTo>
                <a:cubicBezTo>
                  <a:pt x="21046" y="44203"/>
                  <a:pt x="24745" y="43344"/>
                  <a:pt x="28954" y="40853"/>
                </a:cubicBezTo>
                <a:lnTo>
                  <a:pt x="31969" y="39076"/>
                </a:lnTo>
                <a:cubicBezTo>
                  <a:pt x="29071" y="39076"/>
                  <a:pt x="26449" y="38465"/>
                  <a:pt x="24235" y="37154"/>
                </a:cubicBezTo>
                <a:cubicBezTo>
                  <a:pt x="22021" y="35843"/>
                  <a:pt x="20084" y="33789"/>
                  <a:pt x="18424" y="31066"/>
                </a:cubicBezTo>
                <a:cubicBezTo>
                  <a:pt x="15759" y="26507"/>
                  <a:pt x="15307" y="21847"/>
                  <a:pt x="17128" y="17011"/>
                </a:cubicBezTo>
                <a:cubicBezTo>
                  <a:pt x="18948" y="12176"/>
                  <a:pt x="22691" y="8083"/>
                  <a:pt x="28386" y="4719"/>
                </a:cubicBezTo>
                <a:cubicBezTo>
                  <a:pt x="34139" y="1311"/>
                  <a:pt x="39542" y="0"/>
                  <a:pt x="44654" y="743"/>
                </a:cubicBezTo>
                <a:cubicBezTo>
                  <a:pt x="49723" y="1427"/>
                  <a:pt x="53641" y="4093"/>
                  <a:pt x="56321" y="8593"/>
                </a:cubicBezTo>
                <a:cubicBezTo>
                  <a:pt x="57966" y="11317"/>
                  <a:pt x="58826" y="13996"/>
                  <a:pt x="58884" y="16618"/>
                </a:cubicBezTo>
                <a:cubicBezTo>
                  <a:pt x="59000" y="19167"/>
                  <a:pt x="58316" y="21788"/>
                  <a:pt x="56830" y="24293"/>
                </a:cubicBezTo>
                <a:lnTo>
                  <a:pt x="62467" y="20987"/>
                </a:lnTo>
                <a:lnTo>
                  <a:pt x="66050" y="27075"/>
                </a:lnTo>
                <a:lnTo>
                  <a:pt x="33673" y="46257"/>
                </a:lnTo>
                <a:close/>
                <a:moveTo>
                  <a:pt x="33673" y="462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C8FF3-33C6-415D-BE22-F4FB9EE7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699" y="6457746"/>
            <a:ext cx="55010" cy="36527"/>
          </a:xfrm>
          <a:custGeom xmlns:a="http://schemas.openxmlformats.org/drawingml/2006/main">
            <a:pathLst>
              <a:path w="55010" h="36527">
                <a:moveTo>
                  <a:pt x="37037" y="8535"/>
                </a:moveTo>
                <a:lnTo>
                  <a:pt x="40620" y="14623"/>
                </a:lnTo>
                <a:lnTo>
                  <a:pt x="3641" y="36527"/>
                </a:lnTo>
                <a:lnTo>
                  <a:pt x="0" y="30440"/>
                </a:lnTo>
                <a:lnTo>
                  <a:pt x="37037" y="8535"/>
                </a:lnTo>
                <a:close/>
                <a:moveTo>
                  <a:pt x="51427" y="0"/>
                </a:moveTo>
                <a:lnTo>
                  <a:pt x="55010" y="6088"/>
                </a:lnTo>
                <a:lnTo>
                  <a:pt x="47334" y="10632"/>
                </a:lnTo>
                <a:lnTo>
                  <a:pt x="43751" y="4544"/>
                </a:lnTo>
                <a:lnTo>
                  <a:pt x="51427" y="0"/>
                </a:lnTo>
                <a:close/>
                <a:moveTo>
                  <a:pt x="514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442B9-1B75-46A2-A92F-8496EB6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38" y="6484821"/>
            <a:ext cx="51704" cy="52912"/>
          </a:xfrm>
          <a:custGeom xmlns:a="http://schemas.openxmlformats.org/drawingml/2006/main">
            <a:pathLst>
              <a:path w="51704" h="52912">
                <a:moveTo>
                  <a:pt x="40678" y="39717"/>
                </a:moveTo>
                <a:lnTo>
                  <a:pt x="18366" y="52912"/>
                </a:lnTo>
                <a:lnTo>
                  <a:pt x="14725" y="46883"/>
                </a:lnTo>
                <a:lnTo>
                  <a:pt x="36862" y="33731"/>
                </a:lnTo>
                <a:cubicBezTo>
                  <a:pt x="40387" y="31692"/>
                  <a:pt x="42601" y="29420"/>
                  <a:pt x="43518" y="27032"/>
                </a:cubicBezTo>
                <a:cubicBezTo>
                  <a:pt x="44480" y="24628"/>
                  <a:pt x="44145" y="22080"/>
                  <a:pt x="42484" y="19342"/>
                </a:cubicBezTo>
                <a:cubicBezTo>
                  <a:pt x="40562" y="16050"/>
                  <a:pt x="37998" y="14113"/>
                  <a:pt x="34751" y="13428"/>
                </a:cubicBezTo>
                <a:cubicBezTo>
                  <a:pt x="31561" y="12802"/>
                  <a:pt x="28153" y="13545"/>
                  <a:pt x="24512" y="15642"/>
                </a:cubicBezTo>
                <a:lnTo>
                  <a:pt x="3583" y="28051"/>
                </a:lnTo>
                <a:lnTo>
                  <a:pt x="0" y="21963"/>
                </a:lnTo>
                <a:lnTo>
                  <a:pt x="36979" y="0"/>
                </a:lnTo>
                <a:lnTo>
                  <a:pt x="40620" y="6146"/>
                </a:lnTo>
                <a:lnTo>
                  <a:pt x="34867" y="9554"/>
                </a:lnTo>
                <a:cubicBezTo>
                  <a:pt x="37940" y="9671"/>
                  <a:pt x="40620" y="10414"/>
                  <a:pt x="42892" y="11724"/>
                </a:cubicBezTo>
                <a:cubicBezTo>
                  <a:pt x="45164" y="13035"/>
                  <a:pt x="47043" y="14958"/>
                  <a:pt x="48572" y="17579"/>
                </a:cubicBezTo>
                <a:cubicBezTo>
                  <a:pt x="51077" y="21788"/>
                  <a:pt x="51704" y="25823"/>
                  <a:pt x="50349" y="29522"/>
                </a:cubicBezTo>
                <a:cubicBezTo>
                  <a:pt x="49038" y="33280"/>
                  <a:pt x="45790" y="36702"/>
                  <a:pt x="40678" y="39717"/>
                </a:cubicBezTo>
                <a:close/>
                <a:moveTo>
                  <a:pt x="40678" y="397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1B713-AD30-4994-B7B7-D70318D8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41" y="5513041"/>
            <a:ext cx="61607" cy="57923"/>
          </a:xfrm>
          <a:custGeom xmlns:a="http://schemas.openxmlformats.org/drawingml/2006/main">
            <a:pathLst>
              <a:path w="61607" h="57923">
                <a:moveTo>
                  <a:pt x="61272" y="34590"/>
                </a:moveTo>
                <a:lnTo>
                  <a:pt x="54092" y="38523"/>
                </a:lnTo>
                <a:cubicBezTo>
                  <a:pt x="55010" y="35115"/>
                  <a:pt x="55243" y="31750"/>
                  <a:pt x="54893" y="28619"/>
                </a:cubicBezTo>
                <a:cubicBezTo>
                  <a:pt x="54500" y="25429"/>
                  <a:pt x="53524" y="22371"/>
                  <a:pt x="51937" y="19458"/>
                </a:cubicBezTo>
                <a:cubicBezTo>
                  <a:pt x="48805" y="13720"/>
                  <a:pt x="44596" y="10297"/>
                  <a:pt x="39426" y="9161"/>
                </a:cubicBezTo>
                <a:cubicBezTo>
                  <a:pt x="34241" y="8025"/>
                  <a:pt x="28328" y="9278"/>
                  <a:pt x="21672" y="12919"/>
                </a:cubicBezTo>
                <a:cubicBezTo>
                  <a:pt x="15074" y="16560"/>
                  <a:pt x="10807" y="20827"/>
                  <a:pt x="8986" y="25837"/>
                </a:cubicBezTo>
                <a:cubicBezTo>
                  <a:pt x="7166" y="30789"/>
                  <a:pt x="7792" y="36193"/>
                  <a:pt x="10923" y="41931"/>
                </a:cubicBezTo>
                <a:cubicBezTo>
                  <a:pt x="12569" y="44844"/>
                  <a:pt x="14564" y="47276"/>
                  <a:pt x="17055" y="49330"/>
                </a:cubicBezTo>
                <a:cubicBezTo>
                  <a:pt x="19502" y="51325"/>
                  <a:pt x="22473" y="52912"/>
                  <a:pt x="25881" y="53990"/>
                </a:cubicBezTo>
                <a:lnTo>
                  <a:pt x="18774" y="57923"/>
                </a:lnTo>
                <a:cubicBezTo>
                  <a:pt x="15802" y="56437"/>
                  <a:pt x="13254" y="54558"/>
                  <a:pt x="10967" y="52344"/>
                </a:cubicBezTo>
                <a:cubicBezTo>
                  <a:pt x="8695" y="50131"/>
                  <a:pt x="6758" y="47509"/>
                  <a:pt x="5112" y="44552"/>
                </a:cubicBezTo>
                <a:cubicBezTo>
                  <a:pt x="961" y="36979"/>
                  <a:pt x="0" y="29697"/>
                  <a:pt x="2272" y="22764"/>
                </a:cubicBezTo>
                <a:cubicBezTo>
                  <a:pt x="4544" y="15817"/>
                  <a:pt x="9671" y="10137"/>
                  <a:pt x="17739" y="5753"/>
                </a:cubicBezTo>
                <a:cubicBezTo>
                  <a:pt x="25823" y="1311"/>
                  <a:pt x="33396" y="0"/>
                  <a:pt x="40445" y="1821"/>
                </a:cubicBezTo>
                <a:cubicBezTo>
                  <a:pt x="47494" y="3641"/>
                  <a:pt x="53131" y="8375"/>
                  <a:pt x="57340" y="15992"/>
                </a:cubicBezTo>
                <a:cubicBezTo>
                  <a:pt x="58928" y="19007"/>
                  <a:pt x="60122" y="22080"/>
                  <a:pt x="60748" y="25153"/>
                </a:cubicBezTo>
                <a:cubicBezTo>
                  <a:pt x="61433" y="28284"/>
                  <a:pt x="61607" y="31415"/>
                  <a:pt x="61272" y="34590"/>
                </a:cubicBezTo>
                <a:close/>
                <a:moveTo>
                  <a:pt x="61272" y="345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E4006-6ECA-4812-A1BE-589C8843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891" y="5562036"/>
            <a:ext cx="51602" cy="52228"/>
          </a:xfrm>
          <a:custGeom xmlns:a="http://schemas.openxmlformats.org/drawingml/2006/main">
            <a:pathLst>
              <a:path w="51602" h="52228">
                <a:moveTo>
                  <a:pt x="11491" y="12511"/>
                </a:moveTo>
                <a:lnTo>
                  <a:pt x="34299" y="0"/>
                </a:lnTo>
                <a:lnTo>
                  <a:pt x="37722" y="6190"/>
                </a:lnTo>
                <a:lnTo>
                  <a:pt x="15074" y="18540"/>
                </a:lnTo>
                <a:cubicBezTo>
                  <a:pt x="11550" y="20536"/>
                  <a:pt x="9219" y="22691"/>
                  <a:pt x="8185" y="25022"/>
                </a:cubicBezTo>
                <a:cubicBezTo>
                  <a:pt x="7166" y="27410"/>
                  <a:pt x="7442" y="29974"/>
                  <a:pt x="8928" y="32770"/>
                </a:cubicBezTo>
                <a:cubicBezTo>
                  <a:pt x="10807" y="36120"/>
                  <a:pt x="13312" y="38173"/>
                  <a:pt x="16501" y="38960"/>
                </a:cubicBezTo>
                <a:cubicBezTo>
                  <a:pt x="19676" y="39703"/>
                  <a:pt x="23157" y="39076"/>
                  <a:pt x="26842" y="37096"/>
                </a:cubicBezTo>
                <a:lnTo>
                  <a:pt x="48179" y="25371"/>
                </a:lnTo>
                <a:lnTo>
                  <a:pt x="51602" y="31576"/>
                </a:lnTo>
                <a:lnTo>
                  <a:pt x="13880" y="52228"/>
                </a:lnTo>
                <a:lnTo>
                  <a:pt x="10457" y="46023"/>
                </a:lnTo>
                <a:lnTo>
                  <a:pt x="16268" y="42834"/>
                </a:lnTo>
                <a:cubicBezTo>
                  <a:pt x="13195" y="42601"/>
                  <a:pt x="10515" y="41814"/>
                  <a:pt x="8302" y="40445"/>
                </a:cubicBezTo>
                <a:cubicBezTo>
                  <a:pt x="6088" y="39018"/>
                  <a:pt x="4267" y="37037"/>
                  <a:pt x="2840" y="34416"/>
                </a:cubicBezTo>
                <a:cubicBezTo>
                  <a:pt x="451" y="30090"/>
                  <a:pt x="0" y="26056"/>
                  <a:pt x="1471" y="22356"/>
                </a:cubicBezTo>
                <a:cubicBezTo>
                  <a:pt x="2957" y="18599"/>
                  <a:pt x="6248" y="15351"/>
                  <a:pt x="11491" y="12511"/>
                </a:cubicBezTo>
                <a:close/>
                <a:moveTo>
                  <a:pt x="11491" y="125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22BA4-6BF8-47CD-BDE6-AD3B1EE2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660" y="5606122"/>
            <a:ext cx="50349" cy="26915"/>
          </a:xfrm>
          <a:custGeom xmlns:a="http://schemas.openxmlformats.org/drawingml/2006/main">
            <a:pathLst>
              <a:path w="50349" h="26915">
                <a:moveTo>
                  <a:pt x="44028" y="25255"/>
                </a:moveTo>
                <a:cubicBezTo>
                  <a:pt x="44028" y="24352"/>
                  <a:pt x="43912" y="23434"/>
                  <a:pt x="43635" y="22531"/>
                </a:cubicBezTo>
                <a:cubicBezTo>
                  <a:pt x="43402" y="21614"/>
                  <a:pt x="43009" y="20652"/>
                  <a:pt x="42441" y="19691"/>
                </a:cubicBezTo>
                <a:cubicBezTo>
                  <a:pt x="40562" y="16152"/>
                  <a:pt x="37940" y="14113"/>
                  <a:pt x="34634" y="13487"/>
                </a:cubicBezTo>
                <a:cubicBezTo>
                  <a:pt x="31284" y="12860"/>
                  <a:pt x="27527" y="13705"/>
                  <a:pt x="23259" y="16050"/>
                </a:cubicBezTo>
                <a:lnTo>
                  <a:pt x="3408" y="26915"/>
                </a:lnTo>
                <a:lnTo>
                  <a:pt x="0" y="20652"/>
                </a:lnTo>
                <a:lnTo>
                  <a:pt x="37707" y="0"/>
                </a:lnTo>
                <a:lnTo>
                  <a:pt x="41130" y="6263"/>
                </a:lnTo>
                <a:lnTo>
                  <a:pt x="35260" y="9438"/>
                </a:lnTo>
                <a:cubicBezTo>
                  <a:pt x="38217" y="9496"/>
                  <a:pt x="40897" y="10297"/>
                  <a:pt x="43111" y="11783"/>
                </a:cubicBezTo>
                <a:cubicBezTo>
                  <a:pt x="45397" y="13254"/>
                  <a:pt x="47334" y="15482"/>
                  <a:pt x="48980" y="18439"/>
                </a:cubicBezTo>
                <a:cubicBezTo>
                  <a:pt x="49199" y="18890"/>
                  <a:pt x="49432" y="19342"/>
                  <a:pt x="49665" y="19910"/>
                </a:cubicBezTo>
                <a:cubicBezTo>
                  <a:pt x="49883" y="20478"/>
                  <a:pt x="50116" y="21104"/>
                  <a:pt x="50349" y="21788"/>
                </a:cubicBezTo>
                <a:lnTo>
                  <a:pt x="44028" y="25255"/>
                </a:lnTo>
                <a:close/>
                <a:moveTo>
                  <a:pt x="44028" y="252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62643-89C9-46A7-BACB-F2936F20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239" y="5636110"/>
            <a:ext cx="47728" cy="48805"/>
          </a:xfrm>
          <a:custGeom xmlns:a="http://schemas.openxmlformats.org/drawingml/2006/main">
            <a:pathLst>
              <a:path w="47728" h="48805">
                <a:moveTo>
                  <a:pt x="26391" y="26056"/>
                </a:moveTo>
                <a:cubicBezTo>
                  <a:pt x="23667" y="21046"/>
                  <a:pt x="21162" y="17856"/>
                  <a:pt x="18992" y="16603"/>
                </a:cubicBezTo>
                <a:cubicBezTo>
                  <a:pt x="16778" y="15293"/>
                  <a:pt x="14273" y="15351"/>
                  <a:pt x="11550" y="16895"/>
                </a:cubicBezTo>
                <a:cubicBezTo>
                  <a:pt x="9321" y="18089"/>
                  <a:pt x="7952" y="19793"/>
                  <a:pt x="7501" y="21949"/>
                </a:cubicBezTo>
                <a:cubicBezTo>
                  <a:pt x="6991" y="24119"/>
                  <a:pt x="7442" y="26391"/>
                  <a:pt x="8811" y="28896"/>
                </a:cubicBezTo>
                <a:cubicBezTo>
                  <a:pt x="10690" y="32362"/>
                  <a:pt x="13414" y="34416"/>
                  <a:pt x="16953" y="35158"/>
                </a:cubicBezTo>
                <a:cubicBezTo>
                  <a:pt x="20536" y="35887"/>
                  <a:pt x="24337" y="35217"/>
                  <a:pt x="28386" y="32988"/>
                </a:cubicBezTo>
                <a:lnTo>
                  <a:pt x="29755" y="32202"/>
                </a:lnTo>
                <a:lnTo>
                  <a:pt x="26391" y="26056"/>
                </a:lnTo>
                <a:close/>
                <a:moveTo>
                  <a:pt x="35726" y="37037"/>
                </a:moveTo>
                <a:lnTo>
                  <a:pt x="14215" y="48805"/>
                </a:lnTo>
                <a:lnTo>
                  <a:pt x="10807" y="42601"/>
                </a:lnTo>
                <a:lnTo>
                  <a:pt x="16545" y="39484"/>
                </a:lnTo>
                <a:cubicBezTo>
                  <a:pt x="13472" y="39309"/>
                  <a:pt x="10807" y="38450"/>
                  <a:pt x="8578" y="36979"/>
                </a:cubicBezTo>
                <a:cubicBezTo>
                  <a:pt x="6306" y="35435"/>
                  <a:pt x="4369" y="33163"/>
                  <a:pt x="2665" y="30090"/>
                </a:cubicBezTo>
                <a:cubicBezTo>
                  <a:pt x="568" y="26216"/>
                  <a:pt x="0" y="22575"/>
                  <a:pt x="903" y="19108"/>
                </a:cubicBezTo>
                <a:cubicBezTo>
                  <a:pt x="1821" y="15642"/>
                  <a:pt x="4093" y="12904"/>
                  <a:pt x="7734" y="10923"/>
                </a:cubicBezTo>
                <a:cubicBezTo>
                  <a:pt x="12001" y="8578"/>
                  <a:pt x="15977" y="8243"/>
                  <a:pt x="19676" y="9889"/>
                </a:cubicBezTo>
                <a:cubicBezTo>
                  <a:pt x="23376" y="11593"/>
                  <a:pt x="26784" y="15234"/>
                  <a:pt x="29857" y="20871"/>
                </a:cubicBezTo>
                <a:lnTo>
                  <a:pt x="34634" y="29580"/>
                </a:lnTo>
                <a:lnTo>
                  <a:pt x="35202" y="29231"/>
                </a:lnTo>
                <a:cubicBezTo>
                  <a:pt x="38115" y="27643"/>
                  <a:pt x="39761" y="25546"/>
                  <a:pt x="40329" y="22808"/>
                </a:cubicBezTo>
                <a:cubicBezTo>
                  <a:pt x="40839" y="20084"/>
                  <a:pt x="40154" y="17011"/>
                  <a:pt x="38333" y="13589"/>
                </a:cubicBezTo>
                <a:cubicBezTo>
                  <a:pt x="37139" y="11433"/>
                  <a:pt x="35726" y="9496"/>
                  <a:pt x="34066" y="7734"/>
                </a:cubicBezTo>
                <a:cubicBezTo>
                  <a:pt x="32479" y="5971"/>
                  <a:pt x="30600" y="4428"/>
                  <a:pt x="28546" y="3117"/>
                </a:cubicBezTo>
                <a:lnTo>
                  <a:pt x="34299" y="0"/>
                </a:lnTo>
                <a:cubicBezTo>
                  <a:pt x="36411" y="1762"/>
                  <a:pt x="38275" y="3583"/>
                  <a:pt x="39877" y="5520"/>
                </a:cubicBezTo>
                <a:cubicBezTo>
                  <a:pt x="41465" y="7384"/>
                  <a:pt x="42834" y="9321"/>
                  <a:pt x="43912" y="11375"/>
                </a:cubicBezTo>
                <a:cubicBezTo>
                  <a:pt x="46926" y="16836"/>
                  <a:pt x="47728" y="21672"/>
                  <a:pt x="46358" y="25939"/>
                </a:cubicBezTo>
                <a:cubicBezTo>
                  <a:pt x="45048" y="30148"/>
                  <a:pt x="41465" y="33848"/>
                  <a:pt x="35726" y="37037"/>
                </a:cubicBezTo>
                <a:close/>
                <a:moveTo>
                  <a:pt x="35726" y="37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03148-EAC6-4A94-A245-02B6866D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285" y="5676789"/>
            <a:ext cx="50407" cy="26842"/>
          </a:xfrm>
          <a:custGeom xmlns:a="http://schemas.openxmlformats.org/drawingml/2006/main">
            <a:pathLst>
              <a:path w="50407" h="26842">
                <a:moveTo>
                  <a:pt x="44028" y="25255"/>
                </a:moveTo>
                <a:cubicBezTo>
                  <a:pt x="44086" y="24337"/>
                  <a:pt x="43970" y="23434"/>
                  <a:pt x="43693" y="22473"/>
                </a:cubicBezTo>
                <a:cubicBezTo>
                  <a:pt x="43460" y="21555"/>
                  <a:pt x="43067" y="20594"/>
                  <a:pt x="42499" y="19618"/>
                </a:cubicBezTo>
                <a:cubicBezTo>
                  <a:pt x="40562" y="16094"/>
                  <a:pt x="37940" y="14040"/>
                  <a:pt x="34649" y="13414"/>
                </a:cubicBezTo>
                <a:cubicBezTo>
                  <a:pt x="31343" y="12802"/>
                  <a:pt x="27585" y="13647"/>
                  <a:pt x="23318" y="15977"/>
                </a:cubicBezTo>
                <a:lnTo>
                  <a:pt x="3408" y="26842"/>
                </a:lnTo>
                <a:lnTo>
                  <a:pt x="0" y="20652"/>
                </a:lnTo>
                <a:lnTo>
                  <a:pt x="37722" y="0"/>
                </a:lnTo>
                <a:lnTo>
                  <a:pt x="41130" y="6190"/>
                </a:lnTo>
                <a:lnTo>
                  <a:pt x="35275" y="9438"/>
                </a:lnTo>
                <a:cubicBezTo>
                  <a:pt x="38290" y="9496"/>
                  <a:pt x="40897" y="10239"/>
                  <a:pt x="43183" y="11710"/>
                </a:cubicBezTo>
                <a:cubicBezTo>
                  <a:pt x="45455" y="13195"/>
                  <a:pt x="47393" y="15409"/>
                  <a:pt x="49038" y="18424"/>
                </a:cubicBezTo>
                <a:cubicBezTo>
                  <a:pt x="49271" y="18832"/>
                  <a:pt x="49490" y="19342"/>
                  <a:pt x="49723" y="19910"/>
                </a:cubicBezTo>
                <a:cubicBezTo>
                  <a:pt x="49956" y="20419"/>
                  <a:pt x="50174" y="21046"/>
                  <a:pt x="50407" y="21730"/>
                </a:cubicBezTo>
                <a:lnTo>
                  <a:pt x="44028" y="25255"/>
                </a:lnTo>
                <a:close/>
                <a:moveTo>
                  <a:pt x="44028" y="252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C098A-717B-4F7E-879B-7D18C67B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233" y="5707272"/>
            <a:ext cx="46475" cy="46999"/>
          </a:xfrm>
          <a:custGeom xmlns:a="http://schemas.openxmlformats.org/drawingml/2006/main">
            <a:pathLst>
              <a:path w="46475" h="46999">
                <a:moveTo>
                  <a:pt x="33964" y="38290"/>
                </a:moveTo>
                <a:lnTo>
                  <a:pt x="30949" y="39950"/>
                </a:lnTo>
                <a:lnTo>
                  <a:pt x="15351" y="11448"/>
                </a:lnTo>
                <a:cubicBezTo>
                  <a:pt x="11200" y="14055"/>
                  <a:pt x="8637" y="17128"/>
                  <a:pt x="7675" y="20652"/>
                </a:cubicBezTo>
                <a:cubicBezTo>
                  <a:pt x="6714" y="24177"/>
                  <a:pt x="7340" y="27993"/>
                  <a:pt x="9612" y="32085"/>
                </a:cubicBezTo>
                <a:cubicBezTo>
                  <a:pt x="10923" y="34488"/>
                  <a:pt x="12453" y="36644"/>
                  <a:pt x="14273" y="38581"/>
                </a:cubicBezTo>
                <a:cubicBezTo>
                  <a:pt x="16094" y="40460"/>
                  <a:pt x="18147" y="42222"/>
                  <a:pt x="20536" y="43751"/>
                </a:cubicBezTo>
                <a:lnTo>
                  <a:pt x="14666" y="46999"/>
                </a:lnTo>
                <a:cubicBezTo>
                  <a:pt x="12511" y="45295"/>
                  <a:pt x="10515" y="43358"/>
                  <a:pt x="8753" y="41305"/>
                </a:cubicBezTo>
                <a:cubicBezTo>
                  <a:pt x="6991" y="39266"/>
                  <a:pt x="5462" y="37037"/>
                  <a:pt x="4151" y="34590"/>
                </a:cubicBezTo>
                <a:cubicBezTo>
                  <a:pt x="845" y="28619"/>
                  <a:pt x="0" y="22881"/>
                  <a:pt x="1529" y="17477"/>
                </a:cubicBezTo>
                <a:cubicBezTo>
                  <a:pt x="3117" y="12016"/>
                  <a:pt x="6933" y="7690"/>
                  <a:pt x="12904" y="4384"/>
                </a:cubicBezTo>
                <a:cubicBezTo>
                  <a:pt x="19050" y="1034"/>
                  <a:pt x="24861" y="0"/>
                  <a:pt x="30323" y="1311"/>
                </a:cubicBezTo>
                <a:cubicBezTo>
                  <a:pt x="35785" y="2680"/>
                  <a:pt x="40052" y="6204"/>
                  <a:pt x="43169" y="11841"/>
                </a:cubicBezTo>
                <a:cubicBezTo>
                  <a:pt x="45965" y="16895"/>
                  <a:pt x="46475" y="21847"/>
                  <a:pt x="44829" y="26580"/>
                </a:cubicBezTo>
                <a:cubicBezTo>
                  <a:pt x="43227" y="31299"/>
                  <a:pt x="39586" y="35217"/>
                  <a:pt x="33964" y="38290"/>
                </a:cubicBezTo>
                <a:close/>
                <a:moveTo>
                  <a:pt x="32362" y="31124"/>
                </a:moveTo>
                <a:cubicBezTo>
                  <a:pt x="35785" y="29187"/>
                  <a:pt x="37940" y="26798"/>
                  <a:pt x="38960" y="23842"/>
                </a:cubicBezTo>
                <a:cubicBezTo>
                  <a:pt x="39936" y="20885"/>
                  <a:pt x="39586" y="17871"/>
                  <a:pt x="37940" y="14797"/>
                </a:cubicBezTo>
                <a:cubicBezTo>
                  <a:pt x="36061" y="11331"/>
                  <a:pt x="33556" y="9103"/>
                  <a:pt x="30483" y="8083"/>
                </a:cubicBezTo>
                <a:cubicBezTo>
                  <a:pt x="27366" y="7122"/>
                  <a:pt x="23944" y="7399"/>
                  <a:pt x="20245" y="9044"/>
                </a:cubicBezTo>
                <a:lnTo>
                  <a:pt x="32362" y="31124"/>
                </a:lnTo>
                <a:close/>
                <a:moveTo>
                  <a:pt x="32362" y="31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8F4D4-57F4-4214-BA13-4A9F65AB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517" y="5739649"/>
            <a:ext cx="75487" cy="73565"/>
          </a:xfrm>
          <a:custGeom xmlns:a="http://schemas.openxmlformats.org/drawingml/2006/main">
            <a:pathLst>
              <a:path w="75487" h="73565">
                <a:moveTo>
                  <a:pt x="50291" y="0"/>
                </a:moveTo>
                <a:lnTo>
                  <a:pt x="55811" y="10122"/>
                </a:lnTo>
                <a:lnTo>
                  <a:pt x="28619" y="41698"/>
                </a:lnTo>
                <a:lnTo>
                  <a:pt x="69924" y="35901"/>
                </a:lnTo>
                <a:lnTo>
                  <a:pt x="75487" y="46023"/>
                </a:lnTo>
                <a:lnTo>
                  <a:pt x="25196" y="73565"/>
                </a:lnTo>
                <a:lnTo>
                  <a:pt x="21555" y="66909"/>
                </a:lnTo>
                <a:lnTo>
                  <a:pt x="65715" y="42732"/>
                </a:lnTo>
                <a:lnTo>
                  <a:pt x="24119" y="48645"/>
                </a:lnTo>
                <a:lnTo>
                  <a:pt x="20361" y="41814"/>
                </a:lnTo>
                <a:lnTo>
                  <a:pt x="47786" y="9962"/>
                </a:lnTo>
                <a:lnTo>
                  <a:pt x="3583" y="34139"/>
                </a:lnTo>
                <a:lnTo>
                  <a:pt x="0" y="27541"/>
                </a:lnTo>
                <a:lnTo>
                  <a:pt x="50291" y="0"/>
                </a:lnTo>
                <a:close/>
                <a:moveTo>
                  <a:pt x="5029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56E37-3DE8-468B-A18E-366A4B1A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044" y="5809223"/>
            <a:ext cx="46533" cy="46999"/>
          </a:xfrm>
          <a:custGeom xmlns:a="http://schemas.openxmlformats.org/drawingml/2006/main">
            <a:pathLst>
              <a:path w="46533" h="46999">
                <a:moveTo>
                  <a:pt x="33964" y="38290"/>
                </a:moveTo>
                <a:lnTo>
                  <a:pt x="30949" y="39950"/>
                </a:lnTo>
                <a:lnTo>
                  <a:pt x="15351" y="11448"/>
                </a:lnTo>
                <a:cubicBezTo>
                  <a:pt x="11200" y="14055"/>
                  <a:pt x="8695" y="17128"/>
                  <a:pt x="7734" y="20652"/>
                </a:cubicBezTo>
                <a:cubicBezTo>
                  <a:pt x="6714" y="24177"/>
                  <a:pt x="7384" y="27993"/>
                  <a:pt x="9612" y="32085"/>
                </a:cubicBezTo>
                <a:cubicBezTo>
                  <a:pt x="10923" y="34488"/>
                  <a:pt x="12453" y="36644"/>
                  <a:pt x="14273" y="38581"/>
                </a:cubicBezTo>
                <a:cubicBezTo>
                  <a:pt x="16094" y="40460"/>
                  <a:pt x="18205" y="42222"/>
                  <a:pt x="20536" y="43751"/>
                </a:cubicBezTo>
                <a:lnTo>
                  <a:pt x="14666" y="46999"/>
                </a:lnTo>
                <a:cubicBezTo>
                  <a:pt x="12511" y="45295"/>
                  <a:pt x="10574" y="43416"/>
                  <a:pt x="8811" y="41305"/>
                </a:cubicBezTo>
                <a:cubicBezTo>
                  <a:pt x="6991" y="39266"/>
                  <a:pt x="5462" y="37037"/>
                  <a:pt x="4151" y="34649"/>
                </a:cubicBezTo>
                <a:cubicBezTo>
                  <a:pt x="845" y="28619"/>
                  <a:pt x="0" y="22881"/>
                  <a:pt x="1588" y="17477"/>
                </a:cubicBezTo>
                <a:cubicBezTo>
                  <a:pt x="3175" y="12016"/>
                  <a:pt x="6933" y="7690"/>
                  <a:pt x="12904" y="4384"/>
                </a:cubicBezTo>
                <a:cubicBezTo>
                  <a:pt x="19108" y="1034"/>
                  <a:pt x="24920" y="0"/>
                  <a:pt x="30323" y="1369"/>
                </a:cubicBezTo>
                <a:cubicBezTo>
                  <a:pt x="35785" y="2680"/>
                  <a:pt x="40110" y="6204"/>
                  <a:pt x="43183" y="11841"/>
                </a:cubicBezTo>
                <a:cubicBezTo>
                  <a:pt x="45965" y="16953"/>
                  <a:pt x="46533" y="21847"/>
                  <a:pt x="44887" y="26580"/>
                </a:cubicBezTo>
                <a:cubicBezTo>
                  <a:pt x="43227" y="31357"/>
                  <a:pt x="39586" y="35217"/>
                  <a:pt x="33964" y="38290"/>
                </a:cubicBezTo>
                <a:close/>
                <a:moveTo>
                  <a:pt x="32420" y="31124"/>
                </a:moveTo>
                <a:cubicBezTo>
                  <a:pt x="35785" y="29187"/>
                  <a:pt x="37940" y="26798"/>
                  <a:pt x="38960" y="23842"/>
                </a:cubicBezTo>
                <a:cubicBezTo>
                  <a:pt x="39994" y="20885"/>
                  <a:pt x="39644" y="17871"/>
                  <a:pt x="37940" y="14797"/>
                </a:cubicBezTo>
                <a:cubicBezTo>
                  <a:pt x="36061" y="11331"/>
                  <a:pt x="33556" y="9103"/>
                  <a:pt x="30483" y="8083"/>
                </a:cubicBezTo>
                <a:cubicBezTo>
                  <a:pt x="27410" y="7122"/>
                  <a:pt x="24002" y="7399"/>
                  <a:pt x="20245" y="9044"/>
                </a:cubicBezTo>
                <a:lnTo>
                  <a:pt x="32420" y="31124"/>
                </a:lnTo>
                <a:close/>
                <a:moveTo>
                  <a:pt x="32420" y="31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516F9-9D8F-4716-9603-96C1DDC2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517" y="5842284"/>
            <a:ext cx="48470" cy="45514"/>
          </a:xfrm>
          <a:custGeom xmlns:a="http://schemas.openxmlformats.org/drawingml/2006/main">
            <a:pathLst>
              <a:path w="48470" h="45514">
                <a:moveTo>
                  <a:pt x="48470" y="6204"/>
                </a:moveTo>
                <a:lnTo>
                  <a:pt x="37765" y="12059"/>
                </a:lnTo>
                <a:lnTo>
                  <a:pt x="44713" y="24861"/>
                </a:lnTo>
                <a:lnTo>
                  <a:pt x="39936" y="27483"/>
                </a:lnTo>
                <a:lnTo>
                  <a:pt x="32930" y="14739"/>
                </a:lnTo>
                <a:lnTo>
                  <a:pt x="12453" y="25939"/>
                </a:lnTo>
                <a:cubicBezTo>
                  <a:pt x="9379" y="27585"/>
                  <a:pt x="7617" y="29129"/>
                  <a:pt x="7224" y="30440"/>
                </a:cubicBezTo>
                <a:cubicBezTo>
                  <a:pt x="6758" y="31750"/>
                  <a:pt x="7282" y="33673"/>
                  <a:pt x="8695" y="36294"/>
                </a:cubicBezTo>
                <a:lnTo>
                  <a:pt x="12176" y="42674"/>
                </a:lnTo>
                <a:lnTo>
                  <a:pt x="6991" y="45514"/>
                </a:lnTo>
                <a:lnTo>
                  <a:pt x="3525" y="39135"/>
                </a:lnTo>
                <a:cubicBezTo>
                  <a:pt x="903" y="34357"/>
                  <a:pt x="0" y="30556"/>
                  <a:pt x="786" y="27760"/>
                </a:cubicBezTo>
                <a:cubicBezTo>
                  <a:pt x="1588" y="24978"/>
                  <a:pt x="4311" y="22298"/>
                  <a:pt x="9044" y="19676"/>
                </a:cubicBezTo>
                <a:lnTo>
                  <a:pt x="29522" y="8476"/>
                </a:lnTo>
                <a:lnTo>
                  <a:pt x="27017" y="3918"/>
                </a:lnTo>
                <a:lnTo>
                  <a:pt x="31852" y="1311"/>
                </a:lnTo>
                <a:lnTo>
                  <a:pt x="34357" y="5855"/>
                </a:lnTo>
                <a:lnTo>
                  <a:pt x="45048" y="0"/>
                </a:lnTo>
                <a:lnTo>
                  <a:pt x="48470" y="6204"/>
                </a:lnTo>
                <a:close/>
                <a:moveTo>
                  <a:pt x="48470" y="62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A55DA-1480-45A2-AA50-781491D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833" y="5875054"/>
            <a:ext cx="50407" cy="26857"/>
          </a:xfrm>
          <a:custGeom xmlns:a="http://schemas.openxmlformats.org/drawingml/2006/main">
            <a:pathLst>
              <a:path w="50407" h="26857">
                <a:moveTo>
                  <a:pt x="44028" y="25255"/>
                </a:moveTo>
                <a:cubicBezTo>
                  <a:pt x="44086" y="24352"/>
                  <a:pt x="43970" y="23376"/>
                  <a:pt x="43693" y="22473"/>
                </a:cubicBezTo>
                <a:cubicBezTo>
                  <a:pt x="43460" y="21555"/>
                  <a:pt x="43067" y="20594"/>
                  <a:pt x="42499" y="19633"/>
                </a:cubicBezTo>
                <a:cubicBezTo>
                  <a:pt x="40562" y="16094"/>
                  <a:pt x="37998" y="14055"/>
                  <a:pt x="34649" y="13428"/>
                </a:cubicBezTo>
                <a:cubicBezTo>
                  <a:pt x="31343" y="12802"/>
                  <a:pt x="27600" y="13647"/>
                  <a:pt x="23332" y="15992"/>
                </a:cubicBezTo>
                <a:lnTo>
                  <a:pt x="3408" y="26857"/>
                </a:lnTo>
                <a:lnTo>
                  <a:pt x="0" y="20652"/>
                </a:lnTo>
                <a:lnTo>
                  <a:pt x="37780" y="0"/>
                </a:lnTo>
                <a:lnTo>
                  <a:pt x="41188" y="6204"/>
                </a:lnTo>
                <a:lnTo>
                  <a:pt x="35275" y="9438"/>
                </a:lnTo>
                <a:cubicBezTo>
                  <a:pt x="38290" y="9496"/>
                  <a:pt x="40955" y="10239"/>
                  <a:pt x="43183" y="11724"/>
                </a:cubicBezTo>
                <a:cubicBezTo>
                  <a:pt x="45455" y="13195"/>
                  <a:pt x="47393" y="15409"/>
                  <a:pt x="49038" y="18439"/>
                </a:cubicBezTo>
                <a:cubicBezTo>
                  <a:pt x="49271" y="18832"/>
                  <a:pt x="49490" y="19342"/>
                  <a:pt x="49723" y="19851"/>
                </a:cubicBezTo>
                <a:cubicBezTo>
                  <a:pt x="49956" y="20419"/>
                  <a:pt x="50174" y="21046"/>
                  <a:pt x="50407" y="21730"/>
                </a:cubicBezTo>
                <a:lnTo>
                  <a:pt x="44028" y="25255"/>
                </a:lnTo>
                <a:close/>
                <a:moveTo>
                  <a:pt x="44028" y="252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CBF43-0CFF-4E04-A7FA-AEE58E09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534" y="5895590"/>
            <a:ext cx="55811" cy="34882"/>
          </a:xfrm>
          <a:custGeom xmlns:a="http://schemas.openxmlformats.org/drawingml/2006/main">
            <a:pathLst>
              <a:path w="55811" h="34882">
                <a:moveTo>
                  <a:pt x="37722" y="8025"/>
                </a:moveTo>
                <a:lnTo>
                  <a:pt x="41072" y="14229"/>
                </a:lnTo>
                <a:lnTo>
                  <a:pt x="3364" y="34882"/>
                </a:lnTo>
                <a:lnTo>
                  <a:pt x="0" y="28677"/>
                </a:lnTo>
                <a:lnTo>
                  <a:pt x="37722" y="8025"/>
                </a:lnTo>
                <a:close/>
                <a:moveTo>
                  <a:pt x="52403" y="0"/>
                </a:moveTo>
                <a:lnTo>
                  <a:pt x="55811" y="6204"/>
                </a:lnTo>
                <a:lnTo>
                  <a:pt x="47961" y="10530"/>
                </a:lnTo>
                <a:lnTo>
                  <a:pt x="44552" y="4326"/>
                </a:lnTo>
                <a:lnTo>
                  <a:pt x="52403" y="0"/>
                </a:lnTo>
                <a:close/>
                <a:moveTo>
                  <a:pt x="524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8503C-4186-4C13-A568-341A93CE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923" y="5926146"/>
            <a:ext cx="47232" cy="43693"/>
          </a:xfrm>
          <a:custGeom xmlns:a="http://schemas.openxmlformats.org/drawingml/2006/main">
            <a:pathLst>
              <a:path w="47232" h="43693">
                <a:moveTo>
                  <a:pt x="47232" y="24570"/>
                </a:moveTo>
                <a:lnTo>
                  <a:pt x="41421" y="27760"/>
                </a:lnTo>
                <a:cubicBezTo>
                  <a:pt x="41421" y="25488"/>
                  <a:pt x="41203" y="23318"/>
                  <a:pt x="40737" y="21337"/>
                </a:cubicBezTo>
                <a:cubicBezTo>
                  <a:pt x="40227" y="19283"/>
                  <a:pt x="39484" y="17346"/>
                  <a:pt x="38523" y="15584"/>
                </a:cubicBezTo>
                <a:cubicBezTo>
                  <a:pt x="36309" y="11550"/>
                  <a:pt x="33338" y="9103"/>
                  <a:pt x="29595" y="8302"/>
                </a:cubicBezTo>
                <a:cubicBezTo>
                  <a:pt x="25837" y="7442"/>
                  <a:pt x="21628" y="8302"/>
                  <a:pt x="17011" y="10865"/>
                </a:cubicBezTo>
                <a:cubicBezTo>
                  <a:pt x="12409" y="13370"/>
                  <a:pt x="9452" y="16443"/>
                  <a:pt x="8083" y="20026"/>
                </a:cubicBezTo>
                <a:cubicBezTo>
                  <a:pt x="6772" y="23667"/>
                  <a:pt x="7224" y="27468"/>
                  <a:pt x="9452" y="31517"/>
                </a:cubicBezTo>
                <a:cubicBezTo>
                  <a:pt x="10414" y="33338"/>
                  <a:pt x="11608" y="34925"/>
                  <a:pt x="13093" y="36469"/>
                </a:cubicBezTo>
                <a:cubicBezTo>
                  <a:pt x="14506" y="37940"/>
                  <a:pt x="16225" y="39309"/>
                  <a:pt x="18147" y="40504"/>
                </a:cubicBezTo>
                <a:lnTo>
                  <a:pt x="12409" y="43693"/>
                </a:lnTo>
                <a:cubicBezTo>
                  <a:pt x="10647" y="42382"/>
                  <a:pt x="9044" y="40897"/>
                  <a:pt x="7632" y="39309"/>
                </a:cubicBezTo>
                <a:cubicBezTo>
                  <a:pt x="6204" y="37664"/>
                  <a:pt x="4952" y="35785"/>
                  <a:pt x="3816" y="33731"/>
                </a:cubicBezTo>
                <a:cubicBezTo>
                  <a:pt x="685" y="28036"/>
                  <a:pt x="0" y="22531"/>
                  <a:pt x="1719" y="17230"/>
                </a:cubicBezTo>
                <a:cubicBezTo>
                  <a:pt x="3481" y="11943"/>
                  <a:pt x="7399" y="7617"/>
                  <a:pt x="13428" y="4326"/>
                </a:cubicBezTo>
                <a:cubicBezTo>
                  <a:pt x="19575" y="961"/>
                  <a:pt x="25386" y="0"/>
                  <a:pt x="30731" y="1413"/>
                </a:cubicBezTo>
                <a:cubicBezTo>
                  <a:pt x="36134" y="2898"/>
                  <a:pt x="40402" y="6539"/>
                  <a:pt x="43635" y="12453"/>
                </a:cubicBezTo>
                <a:cubicBezTo>
                  <a:pt x="44669" y="14331"/>
                  <a:pt x="45514" y="16327"/>
                  <a:pt x="46082" y="18322"/>
                </a:cubicBezTo>
                <a:cubicBezTo>
                  <a:pt x="46708" y="20361"/>
                  <a:pt x="47058" y="22473"/>
                  <a:pt x="47232" y="24570"/>
                </a:cubicBezTo>
                <a:close/>
                <a:moveTo>
                  <a:pt x="47232" y="245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59210-BE3A-4715-9CD4-2866424A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658" y="5961639"/>
            <a:ext cx="49898" cy="42164"/>
          </a:xfrm>
          <a:custGeom xmlns:a="http://schemas.openxmlformats.org/drawingml/2006/main">
            <a:pathLst>
              <a:path w="49898" h="42164">
                <a:moveTo>
                  <a:pt x="49898" y="23725"/>
                </a:moveTo>
                <a:lnTo>
                  <a:pt x="44028" y="26973"/>
                </a:lnTo>
                <a:cubicBezTo>
                  <a:pt x="43970" y="24687"/>
                  <a:pt x="43635" y="22531"/>
                  <a:pt x="43067" y="20376"/>
                </a:cubicBezTo>
                <a:cubicBezTo>
                  <a:pt x="42499" y="18264"/>
                  <a:pt x="41640" y="16166"/>
                  <a:pt x="40562" y="14171"/>
                </a:cubicBezTo>
                <a:cubicBezTo>
                  <a:pt x="38858" y="11098"/>
                  <a:pt x="37096" y="9044"/>
                  <a:pt x="35333" y="8025"/>
                </a:cubicBezTo>
                <a:cubicBezTo>
                  <a:pt x="33556" y="7005"/>
                  <a:pt x="31750" y="7005"/>
                  <a:pt x="29813" y="8025"/>
                </a:cubicBezTo>
                <a:cubicBezTo>
                  <a:pt x="28386" y="8826"/>
                  <a:pt x="27527" y="9962"/>
                  <a:pt x="27366" y="11550"/>
                </a:cubicBezTo>
                <a:cubicBezTo>
                  <a:pt x="27133" y="13093"/>
                  <a:pt x="27527" y="15700"/>
                  <a:pt x="28619" y="19458"/>
                </a:cubicBezTo>
                <a:lnTo>
                  <a:pt x="29347" y="21847"/>
                </a:lnTo>
                <a:cubicBezTo>
                  <a:pt x="30775" y="26740"/>
                  <a:pt x="31168" y="30614"/>
                  <a:pt x="30498" y="33396"/>
                </a:cubicBezTo>
                <a:cubicBezTo>
                  <a:pt x="29755" y="36193"/>
                  <a:pt x="27876" y="38406"/>
                  <a:pt x="24803" y="40110"/>
                </a:cubicBezTo>
                <a:cubicBezTo>
                  <a:pt x="21279" y="42047"/>
                  <a:pt x="17754" y="42164"/>
                  <a:pt x="14215" y="40504"/>
                </a:cubicBezTo>
                <a:cubicBezTo>
                  <a:pt x="10632" y="38858"/>
                  <a:pt x="7501" y="35610"/>
                  <a:pt x="4894" y="30775"/>
                </a:cubicBezTo>
                <a:cubicBezTo>
                  <a:pt x="3758" y="28736"/>
                  <a:pt x="2840" y="26522"/>
                  <a:pt x="1995" y="24119"/>
                </a:cubicBezTo>
                <a:cubicBezTo>
                  <a:pt x="1194" y="21730"/>
                  <a:pt x="510" y="19065"/>
                  <a:pt x="0" y="16210"/>
                </a:cubicBezTo>
                <a:lnTo>
                  <a:pt x="6365" y="12744"/>
                </a:lnTo>
                <a:cubicBezTo>
                  <a:pt x="6423" y="15642"/>
                  <a:pt x="6772" y="18439"/>
                  <a:pt x="7399" y="20944"/>
                </a:cubicBezTo>
                <a:cubicBezTo>
                  <a:pt x="8025" y="23492"/>
                  <a:pt x="8928" y="25895"/>
                  <a:pt x="10122" y="28051"/>
                </a:cubicBezTo>
                <a:cubicBezTo>
                  <a:pt x="11710" y="30949"/>
                  <a:pt x="13487" y="32945"/>
                  <a:pt x="15307" y="33964"/>
                </a:cubicBezTo>
                <a:cubicBezTo>
                  <a:pt x="17186" y="34998"/>
                  <a:pt x="19050" y="34998"/>
                  <a:pt x="20827" y="34022"/>
                </a:cubicBezTo>
                <a:cubicBezTo>
                  <a:pt x="22531" y="33061"/>
                  <a:pt x="23492" y="31809"/>
                  <a:pt x="23784" y="30163"/>
                </a:cubicBezTo>
                <a:cubicBezTo>
                  <a:pt x="24060" y="28561"/>
                  <a:pt x="23551" y="25604"/>
                  <a:pt x="22298" y="21279"/>
                </a:cubicBezTo>
                <a:lnTo>
                  <a:pt x="21614" y="18890"/>
                </a:lnTo>
                <a:cubicBezTo>
                  <a:pt x="20303" y="14564"/>
                  <a:pt x="20026" y="11156"/>
                  <a:pt x="20769" y="8535"/>
                </a:cubicBezTo>
                <a:cubicBezTo>
                  <a:pt x="21497" y="5913"/>
                  <a:pt x="23376" y="3758"/>
                  <a:pt x="26274" y="2170"/>
                </a:cubicBezTo>
                <a:cubicBezTo>
                  <a:pt x="29813" y="233"/>
                  <a:pt x="33280" y="0"/>
                  <a:pt x="36586" y="1486"/>
                </a:cubicBezTo>
                <a:cubicBezTo>
                  <a:pt x="39877" y="2898"/>
                  <a:pt x="42776" y="5971"/>
                  <a:pt x="45339" y="10588"/>
                </a:cubicBezTo>
                <a:cubicBezTo>
                  <a:pt x="46591" y="12860"/>
                  <a:pt x="47553" y="15132"/>
                  <a:pt x="48354" y="17302"/>
                </a:cubicBezTo>
                <a:cubicBezTo>
                  <a:pt x="49155" y="19516"/>
                  <a:pt x="49665" y="21672"/>
                  <a:pt x="49898" y="23725"/>
                </a:cubicBezTo>
                <a:close/>
                <a:moveTo>
                  <a:pt x="49898" y="23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432C0-8C7F-4551-ABA7-BCCA5207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626" y="5990025"/>
            <a:ext cx="71176" cy="67477"/>
          </a:xfrm>
          <a:custGeom xmlns:a="http://schemas.openxmlformats.org/drawingml/2006/main">
            <a:pathLst>
              <a:path w="71176" h="67477">
                <a:moveTo>
                  <a:pt x="50291" y="0"/>
                </a:moveTo>
                <a:lnTo>
                  <a:pt x="53990" y="6831"/>
                </a:lnTo>
                <a:lnTo>
                  <a:pt x="32770" y="18497"/>
                </a:lnTo>
                <a:lnTo>
                  <a:pt x="66341" y="29420"/>
                </a:lnTo>
                <a:lnTo>
                  <a:pt x="71176" y="38188"/>
                </a:lnTo>
                <a:lnTo>
                  <a:pt x="34022" y="26056"/>
                </a:lnTo>
                <a:lnTo>
                  <a:pt x="21847" y="67477"/>
                </a:lnTo>
                <a:lnTo>
                  <a:pt x="16953" y="58549"/>
                </a:lnTo>
                <a:lnTo>
                  <a:pt x="27935" y="21118"/>
                </a:lnTo>
                <a:lnTo>
                  <a:pt x="3699" y="34372"/>
                </a:lnTo>
                <a:lnTo>
                  <a:pt x="0" y="27541"/>
                </a:lnTo>
                <a:lnTo>
                  <a:pt x="50291" y="0"/>
                </a:lnTo>
                <a:close/>
                <a:moveTo>
                  <a:pt x="5029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B6BB5-6230-4C98-9ECB-7FC7EA8F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424" y="6041918"/>
            <a:ext cx="46533" cy="46985"/>
          </a:xfrm>
          <a:custGeom xmlns:a="http://schemas.openxmlformats.org/drawingml/2006/main">
            <a:pathLst>
              <a:path w="46533" h="46985">
                <a:moveTo>
                  <a:pt x="34022" y="38290"/>
                </a:moveTo>
                <a:lnTo>
                  <a:pt x="30949" y="39936"/>
                </a:lnTo>
                <a:lnTo>
                  <a:pt x="15351" y="11433"/>
                </a:lnTo>
                <a:cubicBezTo>
                  <a:pt x="11258" y="14055"/>
                  <a:pt x="8695" y="17128"/>
                  <a:pt x="7734" y="20652"/>
                </a:cubicBezTo>
                <a:cubicBezTo>
                  <a:pt x="6772" y="24177"/>
                  <a:pt x="7399" y="27993"/>
                  <a:pt x="9612" y="32085"/>
                </a:cubicBezTo>
                <a:cubicBezTo>
                  <a:pt x="10923" y="34474"/>
                  <a:pt x="12511" y="36644"/>
                  <a:pt x="14273" y="38508"/>
                </a:cubicBezTo>
                <a:cubicBezTo>
                  <a:pt x="16094" y="40445"/>
                  <a:pt x="18205" y="42208"/>
                  <a:pt x="20594" y="43751"/>
                </a:cubicBezTo>
                <a:lnTo>
                  <a:pt x="14725" y="46985"/>
                </a:lnTo>
                <a:cubicBezTo>
                  <a:pt x="12569" y="45222"/>
                  <a:pt x="10574" y="43344"/>
                  <a:pt x="8811" y="41305"/>
                </a:cubicBezTo>
                <a:cubicBezTo>
                  <a:pt x="7049" y="39251"/>
                  <a:pt x="5520" y="37037"/>
                  <a:pt x="4151" y="34590"/>
                </a:cubicBezTo>
                <a:cubicBezTo>
                  <a:pt x="845" y="28561"/>
                  <a:pt x="0" y="22866"/>
                  <a:pt x="1588" y="17404"/>
                </a:cubicBezTo>
                <a:cubicBezTo>
                  <a:pt x="3190" y="12001"/>
                  <a:pt x="6933" y="7617"/>
                  <a:pt x="12904" y="4384"/>
                </a:cubicBezTo>
                <a:cubicBezTo>
                  <a:pt x="19108" y="961"/>
                  <a:pt x="24920" y="0"/>
                  <a:pt x="30381" y="1311"/>
                </a:cubicBezTo>
                <a:cubicBezTo>
                  <a:pt x="35843" y="2665"/>
                  <a:pt x="40110" y="6204"/>
                  <a:pt x="43183" y="11826"/>
                </a:cubicBezTo>
                <a:cubicBezTo>
                  <a:pt x="45965" y="16895"/>
                  <a:pt x="46533" y="21847"/>
                  <a:pt x="44887" y="26565"/>
                </a:cubicBezTo>
                <a:cubicBezTo>
                  <a:pt x="43242" y="31284"/>
                  <a:pt x="39601" y="35217"/>
                  <a:pt x="34022" y="38290"/>
                </a:cubicBezTo>
                <a:close/>
                <a:moveTo>
                  <a:pt x="32420" y="31066"/>
                </a:moveTo>
                <a:cubicBezTo>
                  <a:pt x="35785" y="29187"/>
                  <a:pt x="37940" y="26740"/>
                  <a:pt x="38974" y="23784"/>
                </a:cubicBezTo>
                <a:cubicBezTo>
                  <a:pt x="39994" y="20827"/>
                  <a:pt x="39644" y="17812"/>
                  <a:pt x="37998" y="14797"/>
                </a:cubicBezTo>
                <a:cubicBezTo>
                  <a:pt x="36061" y="11317"/>
                  <a:pt x="33615" y="9103"/>
                  <a:pt x="30483" y="8083"/>
                </a:cubicBezTo>
                <a:cubicBezTo>
                  <a:pt x="27425" y="7049"/>
                  <a:pt x="24002" y="7399"/>
                  <a:pt x="20303" y="9044"/>
                </a:cubicBezTo>
                <a:lnTo>
                  <a:pt x="32420" y="31066"/>
                </a:lnTo>
                <a:close/>
                <a:moveTo>
                  <a:pt x="32420" y="310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5C874-D74C-4638-9AC9-AF77A8C0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633" y="6076450"/>
            <a:ext cx="70317" cy="43402"/>
          </a:xfrm>
          <a:custGeom xmlns:a="http://schemas.openxmlformats.org/drawingml/2006/main">
            <a:pathLst>
              <a:path w="70317" h="43402">
                <a:moveTo>
                  <a:pt x="20026" y="42732"/>
                </a:moveTo>
                <a:cubicBezTo>
                  <a:pt x="14564" y="43402"/>
                  <a:pt x="10749" y="43300"/>
                  <a:pt x="8418" y="42382"/>
                </a:cubicBezTo>
                <a:cubicBezTo>
                  <a:pt x="6146" y="41479"/>
                  <a:pt x="4267" y="39659"/>
                  <a:pt x="2724" y="36862"/>
                </a:cubicBezTo>
                <a:lnTo>
                  <a:pt x="0" y="31911"/>
                </a:lnTo>
                <a:lnTo>
                  <a:pt x="5229" y="29071"/>
                </a:lnTo>
                <a:lnTo>
                  <a:pt x="7224" y="32712"/>
                </a:lnTo>
                <a:cubicBezTo>
                  <a:pt x="8127" y="34416"/>
                  <a:pt x="9278" y="35508"/>
                  <a:pt x="10574" y="36018"/>
                </a:cubicBezTo>
                <a:cubicBezTo>
                  <a:pt x="11943" y="36527"/>
                  <a:pt x="14390" y="36527"/>
                  <a:pt x="18031" y="36018"/>
                </a:cubicBezTo>
                <a:lnTo>
                  <a:pt x="21439" y="35552"/>
                </a:lnTo>
                <a:lnTo>
                  <a:pt x="50233" y="0"/>
                </a:lnTo>
                <a:lnTo>
                  <a:pt x="53815" y="6539"/>
                </a:lnTo>
                <a:lnTo>
                  <a:pt x="30775" y="34532"/>
                </a:lnTo>
                <a:lnTo>
                  <a:pt x="66734" y="30148"/>
                </a:lnTo>
                <a:lnTo>
                  <a:pt x="70317" y="36702"/>
                </a:lnTo>
                <a:lnTo>
                  <a:pt x="20026" y="42732"/>
                </a:lnTo>
                <a:close/>
                <a:moveTo>
                  <a:pt x="20026" y="427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86701-7D42-4468-92BD-4005BE2C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787" y="6113429"/>
            <a:ext cx="55869" cy="56612"/>
          </a:xfrm>
          <a:custGeom xmlns:a="http://schemas.openxmlformats.org/drawingml/2006/main">
            <a:pathLst>
              <a:path w="55869" h="56612">
                <a:moveTo>
                  <a:pt x="33789" y="45747"/>
                </a:moveTo>
                <a:cubicBezTo>
                  <a:pt x="38333" y="43242"/>
                  <a:pt x="41407" y="40343"/>
                  <a:pt x="43009" y="37037"/>
                </a:cubicBezTo>
                <a:cubicBezTo>
                  <a:pt x="44538" y="33731"/>
                  <a:pt x="44421" y="30440"/>
                  <a:pt x="42659" y="27192"/>
                </a:cubicBezTo>
                <a:cubicBezTo>
                  <a:pt x="40839" y="23900"/>
                  <a:pt x="38173" y="22021"/>
                  <a:pt x="34532" y="21570"/>
                </a:cubicBezTo>
                <a:cubicBezTo>
                  <a:pt x="30891" y="21104"/>
                  <a:pt x="26784" y="22138"/>
                  <a:pt x="22240" y="24628"/>
                </a:cubicBezTo>
                <a:cubicBezTo>
                  <a:pt x="17681" y="27133"/>
                  <a:pt x="14608" y="30046"/>
                  <a:pt x="13079" y="33338"/>
                </a:cubicBezTo>
                <a:cubicBezTo>
                  <a:pt x="11491" y="36586"/>
                  <a:pt x="11593" y="39877"/>
                  <a:pt x="13414" y="43183"/>
                </a:cubicBezTo>
                <a:cubicBezTo>
                  <a:pt x="15191" y="46475"/>
                  <a:pt x="17914" y="48296"/>
                  <a:pt x="21555" y="48762"/>
                </a:cubicBezTo>
                <a:cubicBezTo>
                  <a:pt x="25138" y="49213"/>
                  <a:pt x="29231" y="48252"/>
                  <a:pt x="33789" y="45747"/>
                </a:cubicBezTo>
                <a:close/>
                <a:moveTo>
                  <a:pt x="35435" y="17404"/>
                </a:moveTo>
                <a:cubicBezTo>
                  <a:pt x="38392" y="17521"/>
                  <a:pt x="40955" y="18205"/>
                  <a:pt x="43125" y="19633"/>
                </a:cubicBezTo>
                <a:cubicBezTo>
                  <a:pt x="45281" y="20987"/>
                  <a:pt x="47160" y="23099"/>
                  <a:pt x="48631" y="25823"/>
                </a:cubicBezTo>
                <a:cubicBezTo>
                  <a:pt x="51194" y="30440"/>
                  <a:pt x="51369" y="35158"/>
                  <a:pt x="49315" y="39994"/>
                </a:cubicBezTo>
                <a:cubicBezTo>
                  <a:pt x="47276" y="44829"/>
                  <a:pt x="43227" y="48922"/>
                  <a:pt x="37314" y="52170"/>
                </a:cubicBezTo>
                <a:cubicBezTo>
                  <a:pt x="31401" y="55418"/>
                  <a:pt x="25823" y="56612"/>
                  <a:pt x="20594" y="55694"/>
                </a:cubicBezTo>
                <a:cubicBezTo>
                  <a:pt x="15409" y="54849"/>
                  <a:pt x="11550" y="52111"/>
                  <a:pt x="9044" y="47567"/>
                </a:cubicBezTo>
                <a:cubicBezTo>
                  <a:pt x="7559" y="44771"/>
                  <a:pt x="6758" y="42106"/>
                  <a:pt x="6758" y="39542"/>
                </a:cubicBezTo>
                <a:cubicBezTo>
                  <a:pt x="6758" y="36921"/>
                  <a:pt x="7559" y="34357"/>
                  <a:pt x="9103" y="31867"/>
                </a:cubicBezTo>
                <a:lnTo>
                  <a:pt x="3408" y="34940"/>
                </a:lnTo>
                <a:lnTo>
                  <a:pt x="0" y="28736"/>
                </a:lnTo>
                <a:lnTo>
                  <a:pt x="52446" y="0"/>
                </a:lnTo>
                <a:lnTo>
                  <a:pt x="55869" y="6263"/>
                </a:lnTo>
                <a:lnTo>
                  <a:pt x="35435" y="17404"/>
                </a:lnTo>
                <a:close/>
                <a:moveTo>
                  <a:pt x="35435" y="174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3E378-FE84-4657-BF46-284BE41D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372" y="6168614"/>
            <a:ext cx="46708" cy="43693"/>
          </a:xfrm>
          <a:custGeom xmlns:a="http://schemas.openxmlformats.org/drawingml/2006/main">
            <a:pathLst>
              <a:path w="46708" h="43693">
                <a:moveTo>
                  <a:pt x="37897" y="13880"/>
                </a:moveTo>
                <a:cubicBezTo>
                  <a:pt x="36134" y="10588"/>
                  <a:pt x="33338" y="8651"/>
                  <a:pt x="29697" y="8141"/>
                </a:cubicBezTo>
                <a:cubicBezTo>
                  <a:pt x="26056" y="7632"/>
                  <a:pt x="21963" y="8593"/>
                  <a:pt x="17463" y="11098"/>
                </a:cubicBezTo>
                <a:cubicBezTo>
                  <a:pt x="12977" y="13545"/>
                  <a:pt x="9904" y="16443"/>
                  <a:pt x="8360" y="19808"/>
                </a:cubicBezTo>
                <a:cubicBezTo>
                  <a:pt x="6831" y="23157"/>
                  <a:pt x="7005" y="26463"/>
                  <a:pt x="8826" y="29813"/>
                </a:cubicBezTo>
                <a:cubicBezTo>
                  <a:pt x="10647" y="33119"/>
                  <a:pt x="13370" y="35042"/>
                  <a:pt x="17011" y="35566"/>
                </a:cubicBezTo>
                <a:cubicBezTo>
                  <a:pt x="20652" y="36018"/>
                  <a:pt x="24745" y="35042"/>
                  <a:pt x="29245" y="32595"/>
                </a:cubicBezTo>
                <a:cubicBezTo>
                  <a:pt x="33746" y="30148"/>
                  <a:pt x="36761" y="27250"/>
                  <a:pt x="38290" y="23900"/>
                </a:cubicBezTo>
                <a:cubicBezTo>
                  <a:pt x="39834" y="20536"/>
                  <a:pt x="39717" y="17186"/>
                  <a:pt x="37897" y="13880"/>
                </a:cubicBezTo>
                <a:close/>
                <a:moveTo>
                  <a:pt x="43183" y="11040"/>
                </a:moveTo>
                <a:cubicBezTo>
                  <a:pt x="46140" y="16385"/>
                  <a:pt x="46708" y="21614"/>
                  <a:pt x="44829" y="26565"/>
                </a:cubicBezTo>
                <a:cubicBezTo>
                  <a:pt x="43067" y="31576"/>
                  <a:pt x="39033" y="35785"/>
                  <a:pt x="32828" y="39207"/>
                </a:cubicBezTo>
                <a:cubicBezTo>
                  <a:pt x="26682" y="42557"/>
                  <a:pt x="21002" y="43693"/>
                  <a:pt x="15759" y="42499"/>
                </a:cubicBezTo>
                <a:cubicBezTo>
                  <a:pt x="10588" y="41363"/>
                  <a:pt x="6481" y="38115"/>
                  <a:pt x="3525" y="32712"/>
                </a:cubicBezTo>
                <a:cubicBezTo>
                  <a:pt x="568" y="27308"/>
                  <a:pt x="0" y="22080"/>
                  <a:pt x="1879" y="17128"/>
                </a:cubicBezTo>
                <a:cubicBezTo>
                  <a:pt x="3699" y="12118"/>
                  <a:pt x="7734" y="7908"/>
                  <a:pt x="13880" y="4559"/>
                </a:cubicBezTo>
                <a:cubicBezTo>
                  <a:pt x="20084" y="1136"/>
                  <a:pt x="25779" y="0"/>
                  <a:pt x="30949" y="1194"/>
                </a:cubicBezTo>
                <a:cubicBezTo>
                  <a:pt x="36134" y="2330"/>
                  <a:pt x="40227" y="5578"/>
                  <a:pt x="43183" y="11040"/>
                </a:cubicBezTo>
                <a:close/>
                <a:moveTo>
                  <a:pt x="43183" y="110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7E49E-C2D2-4B95-A738-9A4AE1CE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942" y="6209059"/>
            <a:ext cx="47786" cy="48820"/>
          </a:xfrm>
          <a:custGeom xmlns:a="http://schemas.openxmlformats.org/drawingml/2006/main">
            <a:pathLst>
              <a:path w="47786" h="48820">
                <a:moveTo>
                  <a:pt x="26449" y="26070"/>
                </a:moveTo>
                <a:cubicBezTo>
                  <a:pt x="23667" y="21060"/>
                  <a:pt x="21220" y="17929"/>
                  <a:pt x="18992" y="16618"/>
                </a:cubicBezTo>
                <a:cubicBezTo>
                  <a:pt x="16836" y="15307"/>
                  <a:pt x="14331" y="15424"/>
                  <a:pt x="11550" y="16909"/>
                </a:cubicBezTo>
                <a:cubicBezTo>
                  <a:pt x="9379" y="18104"/>
                  <a:pt x="8010" y="19808"/>
                  <a:pt x="7501" y="21963"/>
                </a:cubicBezTo>
                <a:cubicBezTo>
                  <a:pt x="6991" y="24133"/>
                  <a:pt x="7442" y="26463"/>
                  <a:pt x="8811" y="28910"/>
                </a:cubicBezTo>
                <a:cubicBezTo>
                  <a:pt x="10690" y="32377"/>
                  <a:pt x="13414" y="34488"/>
                  <a:pt x="17011" y="35217"/>
                </a:cubicBezTo>
                <a:cubicBezTo>
                  <a:pt x="20594" y="35959"/>
                  <a:pt x="24395" y="35217"/>
                  <a:pt x="28444" y="33003"/>
                </a:cubicBezTo>
                <a:lnTo>
                  <a:pt x="29799" y="32260"/>
                </a:lnTo>
                <a:lnTo>
                  <a:pt x="26449" y="26070"/>
                </a:lnTo>
                <a:close/>
                <a:moveTo>
                  <a:pt x="35785" y="37037"/>
                </a:moveTo>
                <a:lnTo>
                  <a:pt x="14215" y="48820"/>
                </a:lnTo>
                <a:lnTo>
                  <a:pt x="10865" y="42615"/>
                </a:lnTo>
                <a:lnTo>
                  <a:pt x="16545" y="39484"/>
                </a:lnTo>
                <a:cubicBezTo>
                  <a:pt x="13472" y="39324"/>
                  <a:pt x="10865" y="38465"/>
                  <a:pt x="8578" y="36994"/>
                </a:cubicBezTo>
                <a:cubicBezTo>
                  <a:pt x="6365" y="35450"/>
                  <a:pt x="4369" y="33178"/>
                  <a:pt x="2724" y="30105"/>
                </a:cubicBezTo>
                <a:cubicBezTo>
                  <a:pt x="626" y="26230"/>
                  <a:pt x="0" y="22589"/>
                  <a:pt x="903" y="19123"/>
                </a:cubicBezTo>
                <a:cubicBezTo>
                  <a:pt x="1864" y="15657"/>
                  <a:pt x="4151" y="12919"/>
                  <a:pt x="7792" y="10923"/>
                </a:cubicBezTo>
                <a:cubicBezTo>
                  <a:pt x="12001" y="8593"/>
                  <a:pt x="15977" y="8258"/>
                  <a:pt x="19676" y="9962"/>
                </a:cubicBezTo>
                <a:cubicBezTo>
                  <a:pt x="23376" y="11608"/>
                  <a:pt x="26784" y="15249"/>
                  <a:pt x="29857" y="20885"/>
                </a:cubicBezTo>
                <a:lnTo>
                  <a:pt x="34634" y="29595"/>
                </a:lnTo>
                <a:lnTo>
                  <a:pt x="35260" y="29245"/>
                </a:lnTo>
                <a:cubicBezTo>
                  <a:pt x="38115" y="27716"/>
                  <a:pt x="39819" y="25546"/>
                  <a:pt x="40329" y="22822"/>
                </a:cubicBezTo>
                <a:cubicBezTo>
                  <a:pt x="40897" y="20084"/>
                  <a:pt x="40212" y="17011"/>
                  <a:pt x="38333" y="13661"/>
                </a:cubicBezTo>
                <a:cubicBezTo>
                  <a:pt x="37197" y="11506"/>
                  <a:pt x="35785" y="9511"/>
                  <a:pt x="34124" y="7748"/>
                </a:cubicBezTo>
                <a:cubicBezTo>
                  <a:pt x="32479" y="5986"/>
                  <a:pt x="30658" y="4442"/>
                  <a:pt x="28561" y="3131"/>
                </a:cubicBezTo>
                <a:lnTo>
                  <a:pt x="34299" y="0"/>
                </a:lnTo>
                <a:cubicBezTo>
                  <a:pt x="36411" y="1777"/>
                  <a:pt x="38275" y="3641"/>
                  <a:pt x="39877" y="5520"/>
                </a:cubicBezTo>
                <a:cubicBezTo>
                  <a:pt x="41465" y="7399"/>
                  <a:pt x="42834" y="9394"/>
                  <a:pt x="43970" y="11389"/>
                </a:cubicBezTo>
                <a:cubicBezTo>
                  <a:pt x="46926" y="16851"/>
                  <a:pt x="47786" y="21686"/>
                  <a:pt x="46417" y="25954"/>
                </a:cubicBezTo>
                <a:cubicBezTo>
                  <a:pt x="45048" y="30221"/>
                  <a:pt x="41523" y="33920"/>
                  <a:pt x="35785" y="37037"/>
                </a:cubicBezTo>
                <a:close/>
                <a:moveTo>
                  <a:pt x="35785" y="37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91F24-1E8D-419B-A50A-D545DA1F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046" y="6249737"/>
            <a:ext cx="50349" cy="26915"/>
          </a:xfrm>
          <a:custGeom xmlns:a="http://schemas.openxmlformats.org/drawingml/2006/main">
            <a:pathLst>
              <a:path w="50349" h="26915">
                <a:moveTo>
                  <a:pt x="44028" y="25269"/>
                </a:moveTo>
                <a:cubicBezTo>
                  <a:pt x="44028" y="24352"/>
                  <a:pt x="43912" y="23449"/>
                  <a:pt x="43635" y="22531"/>
                </a:cubicBezTo>
                <a:cubicBezTo>
                  <a:pt x="43402" y="21570"/>
                  <a:pt x="43009" y="20652"/>
                  <a:pt x="42499" y="19633"/>
                </a:cubicBezTo>
                <a:cubicBezTo>
                  <a:pt x="40562" y="16166"/>
                  <a:pt x="37940" y="14055"/>
                  <a:pt x="34649" y="13428"/>
                </a:cubicBezTo>
                <a:cubicBezTo>
                  <a:pt x="31343" y="12802"/>
                  <a:pt x="27527" y="13661"/>
                  <a:pt x="23259" y="15992"/>
                </a:cubicBezTo>
                <a:lnTo>
                  <a:pt x="3408" y="26915"/>
                </a:lnTo>
                <a:lnTo>
                  <a:pt x="0" y="20652"/>
                </a:lnTo>
                <a:lnTo>
                  <a:pt x="37722" y="0"/>
                </a:lnTo>
                <a:lnTo>
                  <a:pt x="41130" y="6263"/>
                </a:lnTo>
                <a:lnTo>
                  <a:pt x="35275" y="9452"/>
                </a:lnTo>
                <a:cubicBezTo>
                  <a:pt x="38290" y="9511"/>
                  <a:pt x="40897" y="10253"/>
                  <a:pt x="43125" y="11724"/>
                </a:cubicBezTo>
                <a:cubicBezTo>
                  <a:pt x="45397" y="13210"/>
                  <a:pt x="47334" y="15482"/>
                  <a:pt x="48980" y="18439"/>
                </a:cubicBezTo>
                <a:cubicBezTo>
                  <a:pt x="49213" y="18890"/>
                  <a:pt x="49432" y="19356"/>
                  <a:pt x="49665" y="19924"/>
                </a:cubicBezTo>
                <a:cubicBezTo>
                  <a:pt x="49898" y="20434"/>
                  <a:pt x="50116" y="21060"/>
                  <a:pt x="50349" y="21745"/>
                </a:cubicBezTo>
                <a:lnTo>
                  <a:pt x="44028" y="25269"/>
                </a:lnTo>
                <a:close/>
                <a:moveTo>
                  <a:pt x="44028" y="252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A4ECA-DF84-4A80-B0EF-28D32D04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309" y="6280352"/>
            <a:ext cx="66108" cy="48470"/>
          </a:xfrm>
          <a:custGeom xmlns:a="http://schemas.openxmlformats.org/drawingml/2006/main">
            <a:pathLst>
              <a:path w="66108" h="48470">
                <a:moveTo>
                  <a:pt x="42324" y="24745"/>
                </a:moveTo>
                <a:lnTo>
                  <a:pt x="62743" y="13545"/>
                </a:lnTo>
                <a:lnTo>
                  <a:pt x="66108" y="19735"/>
                </a:lnTo>
                <a:lnTo>
                  <a:pt x="13705" y="48470"/>
                </a:lnTo>
                <a:lnTo>
                  <a:pt x="10297" y="42266"/>
                </a:lnTo>
                <a:lnTo>
                  <a:pt x="15977" y="39149"/>
                </a:lnTo>
                <a:cubicBezTo>
                  <a:pt x="13021" y="39091"/>
                  <a:pt x="10457" y="38348"/>
                  <a:pt x="8243" y="36979"/>
                </a:cubicBezTo>
                <a:cubicBezTo>
                  <a:pt x="6088" y="35610"/>
                  <a:pt x="4267" y="33513"/>
                  <a:pt x="2724" y="30716"/>
                </a:cubicBezTo>
                <a:cubicBezTo>
                  <a:pt x="218" y="26172"/>
                  <a:pt x="0" y="21453"/>
                  <a:pt x="2039" y="16618"/>
                </a:cubicBezTo>
                <a:cubicBezTo>
                  <a:pt x="4151" y="11724"/>
                  <a:pt x="8127" y="7675"/>
                  <a:pt x="14055" y="4442"/>
                </a:cubicBezTo>
                <a:cubicBezTo>
                  <a:pt x="20026" y="1194"/>
                  <a:pt x="25546" y="0"/>
                  <a:pt x="30775" y="859"/>
                </a:cubicBezTo>
                <a:cubicBezTo>
                  <a:pt x="35945" y="1762"/>
                  <a:pt x="39819" y="4500"/>
                  <a:pt x="42324" y="9044"/>
                </a:cubicBezTo>
                <a:cubicBezTo>
                  <a:pt x="43853" y="11826"/>
                  <a:pt x="44596" y="14506"/>
                  <a:pt x="44596" y="17069"/>
                </a:cubicBezTo>
                <a:cubicBezTo>
                  <a:pt x="44596" y="19691"/>
                  <a:pt x="43853" y="22240"/>
                  <a:pt x="42324" y="24745"/>
                </a:cubicBezTo>
                <a:close/>
                <a:moveTo>
                  <a:pt x="17579" y="10865"/>
                </a:moveTo>
                <a:cubicBezTo>
                  <a:pt x="13021" y="13312"/>
                  <a:pt x="9947" y="16210"/>
                  <a:pt x="8418" y="19516"/>
                </a:cubicBezTo>
                <a:cubicBezTo>
                  <a:pt x="6816" y="22808"/>
                  <a:pt x="6933" y="26114"/>
                  <a:pt x="8753" y="29420"/>
                </a:cubicBezTo>
                <a:cubicBezTo>
                  <a:pt x="10515" y="32653"/>
                  <a:pt x="13254" y="34532"/>
                  <a:pt x="16895" y="34984"/>
                </a:cubicBezTo>
                <a:cubicBezTo>
                  <a:pt x="20478" y="35450"/>
                  <a:pt x="24570" y="34474"/>
                  <a:pt x="29129" y="31969"/>
                </a:cubicBezTo>
                <a:cubicBezTo>
                  <a:pt x="33673" y="29464"/>
                  <a:pt x="36746" y="26565"/>
                  <a:pt x="38348" y="23274"/>
                </a:cubicBezTo>
                <a:cubicBezTo>
                  <a:pt x="39877" y="19968"/>
                  <a:pt x="39761" y="16676"/>
                  <a:pt x="37940" y="13370"/>
                </a:cubicBezTo>
                <a:cubicBezTo>
                  <a:pt x="36178" y="10122"/>
                  <a:pt x="33454" y="8243"/>
                  <a:pt x="29872" y="7792"/>
                </a:cubicBezTo>
                <a:cubicBezTo>
                  <a:pt x="26230" y="7340"/>
                  <a:pt x="22123" y="8360"/>
                  <a:pt x="17579" y="10865"/>
                </a:cubicBezTo>
                <a:close/>
                <a:moveTo>
                  <a:pt x="17579" y="108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889CB-1D6C-4885-A4F5-CF778444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692" y="5498827"/>
            <a:ext cx="54675" cy="32770"/>
          </a:xfrm>
          <a:custGeom xmlns:a="http://schemas.openxmlformats.org/drawingml/2006/main">
            <a:pathLst>
              <a:path w="54675" h="32770">
                <a:moveTo>
                  <a:pt x="51194" y="0"/>
                </a:moveTo>
                <a:lnTo>
                  <a:pt x="54675" y="6933"/>
                </a:lnTo>
                <a:lnTo>
                  <a:pt x="3466" y="32770"/>
                </a:lnTo>
                <a:lnTo>
                  <a:pt x="0" y="25823"/>
                </a:lnTo>
                <a:lnTo>
                  <a:pt x="51194" y="0"/>
                </a:lnTo>
                <a:close/>
                <a:moveTo>
                  <a:pt x="511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0CF8E-B40A-4C31-A03F-84A7EA4F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872" y="5525450"/>
            <a:ext cx="51325" cy="51543"/>
          </a:xfrm>
          <a:custGeom xmlns:a="http://schemas.openxmlformats.org/drawingml/2006/main">
            <a:pathLst>
              <a:path w="51325" h="51543">
                <a:moveTo>
                  <a:pt x="39426" y="39877"/>
                </a:moveTo>
                <a:lnTo>
                  <a:pt x="16210" y="51543"/>
                </a:lnTo>
                <a:lnTo>
                  <a:pt x="13035" y="45222"/>
                </a:lnTo>
                <a:lnTo>
                  <a:pt x="36018" y="33673"/>
                </a:lnTo>
                <a:cubicBezTo>
                  <a:pt x="39659" y="31852"/>
                  <a:pt x="42047" y="29755"/>
                  <a:pt x="43125" y="27425"/>
                </a:cubicBezTo>
                <a:cubicBezTo>
                  <a:pt x="44203" y="25094"/>
                  <a:pt x="44043" y="22531"/>
                  <a:pt x="42615" y="19691"/>
                </a:cubicBezTo>
                <a:cubicBezTo>
                  <a:pt x="40911" y="16268"/>
                  <a:pt x="38465" y="14171"/>
                  <a:pt x="35275" y="13254"/>
                </a:cubicBezTo>
                <a:cubicBezTo>
                  <a:pt x="32085" y="12409"/>
                  <a:pt x="28677" y="12919"/>
                  <a:pt x="24920" y="14797"/>
                </a:cubicBezTo>
                <a:lnTo>
                  <a:pt x="3190" y="25721"/>
                </a:lnTo>
                <a:lnTo>
                  <a:pt x="0" y="19400"/>
                </a:lnTo>
                <a:lnTo>
                  <a:pt x="38406" y="0"/>
                </a:lnTo>
                <a:lnTo>
                  <a:pt x="41596" y="6365"/>
                </a:lnTo>
                <a:lnTo>
                  <a:pt x="35610" y="9379"/>
                </a:lnTo>
                <a:cubicBezTo>
                  <a:pt x="38683" y="9729"/>
                  <a:pt x="41363" y="10632"/>
                  <a:pt x="43518" y="12118"/>
                </a:cubicBezTo>
                <a:cubicBezTo>
                  <a:pt x="45688" y="13603"/>
                  <a:pt x="47451" y="15642"/>
                  <a:pt x="48820" y="18322"/>
                </a:cubicBezTo>
                <a:cubicBezTo>
                  <a:pt x="51034" y="22750"/>
                  <a:pt x="51325" y="26740"/>
                  <a:pt x="49723" y="30381"/>
                </a:cubicBezTo>
                <a:cubicBezTo>
                  <a:pt x="48135" y="34022"/>
                  <a:pt x="44713" y="37212"/>
                  <a:pt x="39426" y="39877"/>
                </a:cubicBezTo>
                <a:close/>
                <a:moveTo>
                  <a:pt x="39426" y="398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4822B-4A04-4724-852F-3D4CF03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03" y="5570964"/>
            <a:ext cx="49665" cy="41640"/>
          </a:xfrm>
          <a:custGeom xmlns:a="http://schemas.openxmlformats.org/drawingml/2006/main">
            <a:pathLst>
              <a:path w="49665" h="41640">
                <a:moveTo>
                  <a:pt x="49665" y="24293"/>
                </a:moveTo>
                <a:lnTo>
                  <a:pt x="43693" y="27308"/>
                </a:lnTo>
                <a:cubicBezTo>
                  <a:pt x="43693" y="25094"/>
                  <a:pt x="43460" y="22866"/>
                  <a:pt x="42950" y="20769"/>
                </a:cubicBezTo>
                <a:cubicBezTo>
                  <a:pt x="42441" y="18599"/>
                  <a:pt x="41640" y="16501"/>
                  <a:pt x="40620" y="14390"/>
                </a:cubicBezTo>
                <a:cubicBezTo>
                  <a:pt x="39033" y="11258"/>
                  <a:pt x="37372" y="9161"/>
                  <a:pt x="35610" y="8083"/>
                </a:cubicBezTo>
                <a:cubicBezTo>
                  <a:pt x="33906" y="6991"/>
                  <a:pt x="32027" y="6947"/>
                  <a:pt x="30090" y="7908"/>
                </a:cubicBezTo>
                <a:cubicBezTo>
                  <a:pt x="28677" y="8651"/>
                  <a:pt x="27818" y="9787"/>
                  <a:pt x="27541" y="11317"/>
                </a:cubicBezTo>
                <a:cubicBezTo>
                  <a:pt x="27250" y="12919"/>
                  <a:pt x="27585" y="15526"/>
                  <a:pt x="28561" y="19283"/>
                </a:cubicBezTo>
                <a:lnTo>
                  <a:pt x="29187" y="21730"/>
                </a:lnTo>
                <a:cubicBezTo>
                  <a:pt x="30440" y="26682"/>
                  <a:pt x="30716" y="30556"/>
                  <a:pt x="29930" y="33280"/>
                </a:cubicBezTo>
                <a:cubicBezTo>
                  <a:pt x="29129" y="36076"/>
                  <a:pt x="27133" y="38232"/>
                  <a:pt x="24002" y="39819"/>
                </a:cubicBezTo>
                <a:cubicBezTo>
                  <a:pt x="20419" y="41640"/>
                  <a:pt x="16895" y="41640"/>
                  <a:pt x="13428" y="39877"/>
                </a:cubicBezTo>
                <a:cubicBezTo>
                  <a:pt x="9904" y="38115"/>
                  <a:pt x="6889" y="34765"/>
                  <a:pt x="4442" y="29813"/>
                </a:cubicBezTo>
                <a:cubicBezTo>
                  <a:pt x="3350" y="27760"/>
                  <a:pt x="2505" y="25488"/>
                  <a:pt x="1762" y="23041"/>
                </a:cubicBezTo>
                <a:cubicBezTo>
                  <a:pt x="1078" y="20652"/>
                  <a:pt x="451" y="17972"/>
                  <a:pt x="0" y="15132"/>
                </a:cubicBezTo>
                <a:lnTo>
                  <a:pt x="6539" y="11826"/>
                </a:lnTo>
                <a:cubicBezTo>
                  <a:pt x="6481" y="14797"/>
                  <a:pt x="6772" y="17521"/>
                  <a:pt x="7282" y="20084"/>
                </a:cubicBezTo>
                <a:cubicBezTo>
                  <a:pt x="7850" y="22648"/>
                  <a:pt x="8651" y="25036"/>
                  <a:pt x="9787" y="27250"/>
                </a:cubicBezTo>
                <a:cubicBezTo>
                  <a:pt x="11258" y="30265"/>
                  <a:pt x="12919" y="32260"/>
                  <a:pt x="14739" y="33338"/>
                </a:cubicBezTo>
                <a:cubicBezTo>
                  <a:pt x="16560" y="34416"/>
                  <a:pt x="18439" y="34532"/>
                  <a:pt x="20259" y="33571"/>
                </a:cubicBezTo>
                <a:cubicBezTo>
                  <a:pt x="21963" y="32712"/>
                  <a:pt x="22983" y="31459"/>
                  <a:pt x="23318" y="29872"/>
                </a:cubicBezTo>
                <a:cubicBezTo>
                  <a:pt x="23667" y="28269"/>
                  <a:pt x="23274" y="25255"/>
                  <a:pt x="22123" y="20929"/>
                </a:cubicBezTo>
                <a:lnTo>
                  <a:pt x="21555" y="18482"/>
                </a:lnTo>
                <a:cubicBezTo>
                  <a:pt x="20419" y="14171"/>
                  <a:pt x="20259" y="10690"/>
                  <a:pt x="21046" y="8083"/>
                </a:cubicBezTo>
                <a:cubicBezTo>
                  <a:pt x="21905" y="5520"/>
                  <a:pt x="23784" y="3466"/>
                  <a:pt x="26798" y="1995"/>
                </a:cubicBezTo>
                <a:cubicBezTo>
                  <a:pt x="30381" y="175"/>
                  <a:pt x="33789" y="0"/>
                  <a:pt x="37096" y="1588"/>
                </a:cubicBezTo>
                <a:cubicBezTo>
                  <a:pt x="40329" y="3190"/>
                  <a:pt x="43125" y="6321"/>
                  <a:pt x="45514" y="11040"/>
                </a:cubicBezTo>
                <a:cubicBezTo>
                  <a:pt x="46708" y="13312"/>
                  <a:pt x="47611" y="15584"/>
                  <a:pt x="48296" y="17871"/>
                </a:cubicBezTo>
                <a:cubicBezTo>
                  <a:pt x="49038" y="20084"/>
                  <a:pt x="49490" y="22240"/>
                  <a:pt x="49665" y="24293"/>
                </a:cubicBezTo>
                <a:close/>
                <a:moveTo>
                  <a:pt x="49665" y="242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2CEDF-02AE-4BCC-B4E4-B271FA97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886" y="5599292"/>
            <a:ext cx="56554" cy="33178"/>
          </a:xfrm>
          <a:custGeom xmlns:a="http://schemas.openxmlformats.org/drawingml/2006/main">
            <a:pathLst>
              <a:path w="56554" h="33178">
                <a:moveTo>
                  <a:pt x="38406" y="7515"/>
                </a:moveTo>
                <a:lnTo>
                  <a:pt x="41596" y="13836"/>
                </a:lnTo>
                <a:lnTo>
                  <a:pt x="3190" y="33178"/>
                </a:lnTo>
                <a:lnTo>
                  <a:pt x="0" y="26915"/>
                </a:lnTo>
                <a:lnTo>
                  <a:pt x="38406" y="7515"/>
                </a:lnTo>
                <a:close/>
                <a:moveTo>
                  <a:pt x="53378" y="0"/>
                </a:moveTo>
                <a:lnTo>
                  <a:pt x="56554" y="6321"/>
                </a:lnTo>
                <a:lnTo>
                  <a:pt x="48529" y="10297"/>
                </a:lnTo>
                <a:lnTo>
                  <a:pt x="45354" y="4049"/>
                </a:lnTo>
                <a:lnTo>
                  <a:pt x="53378" y="0"/>
                </a:lnTo>
                <a:close/>
                <a:moveTo>
                  <a:pt x="5337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EA6A2-5218-40BC-99CB-5C43B332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065" y="5629105"/>
            <a:ext cx="66006" cy="50072"/>
          </a:xfrm>
          <a:custGeom xmlns:a="http://schemas.openxmlformats.org/drawingml/2006/main">
            <a:pathLst>
              <a:path w="66006" h="50072">
                <a:moveTo>
                  <a:pt x="44043" y="31925"/>
                </a:moveTo>
                <a:cubicBezTo>
                  <a:pt x="48645" y="29639"/>
                  <a:pt x="51660" y="26915"/>
                  <a:pt x="53262" y="23784"/>
                </a:cubicBezTo>
                <a:cubicBezTo>
                  <a:pt x="54791" y="20594"/>
                  <a:pt x="54733" y="17361"/>
                  <a:pt x="53029" y="13938"/>
                </a:cubicBezTo>
                <a:cubicBezTo>
                  <a:pt x="51325" y="10530"/>
                  <a:pt x="48703" y="8535"/>
                  <a:pt x="45237" y="7908"/>
                </a:cubicBezTo>
                <a:cubicBezTo>
                  <a:pt x="41829" y="7282"/>
                  <a:pt x="37780" y="8141"/>
                  <a:pt x="33236" y="10472"/>
                </a:cubicBezTo>
                <a:cubicBezTo>
                  <a:pt x="28677" y="12744"/>
                  <a:pt x="25604" y="15482"/>
                  <a:pt x="24017" y="18599"/>
                </a:cubicBezTo>
                <a:cubicBezTo>
                  <a:pt x="22473" y="21788"/>
                  <a:pt x="22531" y="25036"/>
                  <a:pt x="24250" y="28444"/>
                </a:cubicBezTo>
                <a:cubicBezTo>
                  <a:pt x="25954" y="31867"/>
                  <a:pt x="28561" y="33848"/>
                  <a:pt x="32042" y="34474"/>
                </a:cubicBezTo>
                <a:cubicBezTo>
                  <a:pt x="35508" y="35100"/>
                  <a:pt x="39484" y="34255"/>
                  <a:pt x="44043" y="31925"/>
                </a:cubicBezTo>
                <a:close/>
                <a:moveTo>
                  <a:pt x="32318" y="45747"/>
                </a:moveTo>
                <a:cubicBezTo>
                  <a:pt x="25837" y="49038"/>
                  <a:pt x="20201" y="50072"/>
                  <a:pt x="15540" y="48762"/>
                </a:cubicBezTo>
                <a:cubicBezTo>
                  <a:pt x="10923" y="47451"/>
                  <a:pt x="7064" y="43810"/>
                  <a:pt x="4049" y="37838"/>
                </a:cubicBezTo>
                <a:cubicBezTo>
                  <a:pt x="2971" y="35610"/>
                  <a:pt x="2054" y="33454"/>
                  <a:pt x="1369" y="31299"/>
                </a:cubicBezTo>
                <a:cubicBezTo>
                  <a:pt x="743" y="29187"/>
                  <a:pt x="291" y="27032"/>
                  <a:pt x="0" y="24803"/>
                </a:cubicBezTo>
                <a:lnTo>
                  <a:pt x="6146" y="21730"/>
                </a:lnTo>
                <a:cubicBezTo>
                  <a:pt x="6088" y="24075"/>
                  <a:pt x="6263" y="26289"/>
                  <a:pt x="6714" y="28328"/>
                </a:cubicBezTo>
                <a:cubicBezTo>
                  <a:pt x="7122" y="30381"/>
                  <a:pt x="7807" y="32318"/>
                  <a:pt x="8768" y="34197"/>
                </a:cubicBezTo>
                <a:cubicBezTo>
                  <a:pt x="10880" y="38348"/>
                  <a:pt x="13487" y="40911"/>
                  <a:pt x="16676" y="41873"/>
                </a:cubicBezTo>
                <a:cubicBezTo>
                  <a:pt x="19866" y="42848"/>
                  <a:pt x="23667" y="42222"/>
                  <a:pt x="28051" y="39994"/>
                </a:cubicBezTo>
                <a:lnTo>
                  <a:pt x="31182" y="38465"/>
                </a:lnTo>
                <a:cubicBezTo>
                  <a:pt x="28226" y="38290"/>
                  <a:pt x="25721" y="37489"/>
                  <a:pt x="23565" y="36018"/>
                </a:cubicBezTo>
                <a:cubicBezTo>
                  <a:pt x="21395" y="34532"/>
                  <a:pt x="19633" y="32377"/>
                  <a:pt x="18205" y="29522"/>
                </a:cubicBezTo>
                <a:cubicBezTo>
                  <a:pt x="15817" y="24861"/>
                  <a:pt x="15715" y="20143"/>
                  <a:pt x="17812" y="15482"/>
                </a:cubicBezTo>
                <a:cubicBezTo>
                  <a:pt x="19982" y="10749"/>
                  <a:pt x="24017" y="6947"/>
                  <a:pt x="29930" y="3932"/>
                </a:cubicBezTo>
                <a:cubicBezTo>
                  <a:pt x="35843" y="918"/>
                  <a:pt x="41363" y="0"/>
                  <a:pt x="46373" y="1020"/>
                </a:cubicBezTo>
                <a:cubicBezTo>
                  <a:pt x="51441" y="2112"/>
                  <a:pt x="55141" y="5010"/>
                  <a:pt x="57529" y="9729"/>
                </a:cubicBezTo>
                <a:cubicBezTo>
                  <a:pt x="58942" y="12569"/>
                  <a:pt x="59627" y="15249"/>
                  <a:pt x="59510" y="17871"/>
                </a:cubicBezTo>
                <a:cubicBezTo>
                  <a:pt x="59466" y="20478"/>
                  <a:pt x="58607" y="22983"/>
                  <a:pt x="56961" y="25429"/>
                </a:cubicBezTo>
                <a:lnTo>
                  <a:pt x="62816" y="22473"/>
                </a:lnTo>
                <a:lnTo>
                  <a:pt x="66006" y="28794"/>
                </a:lnTo>
                <a:lnTo>
                  <a:pt x="32318" y="45747"/>
                </a:lnTo>
                <a:close/>
                <a:moveTo>
                  <a:pt x="32318" y="457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2690F-79D8-4DB5-9B61-08EC6B93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087" y="5663127"/>
            <a:ext cx="56554" cy="59059"/>
          </a:xfrm>
          <a:custGeom xmlns:a="http://schemas.openxmlformats.org/drawingml/2006/main">
            <a:pathLst>
              <a:path w="56554" h="59059">
                <a:moveTo>
                  <a:pt x="39382" y="47393"/>
                </a:moveTo>
                <a:lnTo>
                  <a:pt x="16225" y="59059"/>
                </a:lnTo>
                <a:lnTo>
                  <a:pt x="13035" y="52738"/>
                </a:lnTo>
                <a:lnTo>
                  <a:pt x="36018" y="41188"/>
                </a:lnTo>
                <a:cubicBezTo>
                  <a:pt x="39659" y="39368"/>
                  <a:pt x="41989" y="37270"/>
                  <a:pt x="43067" y="34940"/>
                </a:cubicBezTo>
                <a:cubicBezTo>
                  <a:pt x="44159" y="32595"/>
                  <a:pt x="43984" y="30046"/>
                  <a:pt x="42557" y="27192"/>
                </a:cubicBezTo>
                <a:cubicBezTo>
                  <a:pt x="40853" y="23784"/>
                  <a:pt x="38406" y="21614"/>
                  <a:pt x="35275" y="20769"/>
                </a:cubicBezTo>
                <a:cubicBezTo>
                  <a:pt x="32100" y="19910"/>
                  <a:pt x="28619" y="20419"/>
                  <a:pt x="24861" y="22298"/>
                </a:cubicBezTo>
                <a:lnTo>
                  <a:pt x="3190" y="33221"/>
                </a:lnTo>
                <a:lnTo>
                  <a:pt x="0" y="26915"/>
                </a:lnTo>
                <a:lnTo>
                  <a:pt x="53364" y="0"/>
                </a:lnTo>
                <a:lnTo>
                  <a:pt x="56554" y="6321"/>
                </a:lnTo>
                <a:lnTo>
                  <a:pt x="35625" y="16895"/>
                </a:lnTo>
                <a:cubicBezTo>
                  <a:pt x="38698" y="17244"/>
                  <a:pt x="41305" y="18147"/>
                  <a:pt x="43475" y="19633"/>
                </a:cubicBezTo>
                <a:cubicBezTo>
                  <a:pt x="45688" y="21104"/>
                  <a:pt x="47451" y="23157"/>
                  <a:pt x="48762" y="25837"/>
                </a:cubicBezTo>
                <a:cubicBezTo>
                  <a:pt x="50975" y="30265"/>
                  <a:pt x="51325" y="34255"/>
                  <a:pt x="49723" y="37897"/>
                </a:cubicBezTo>
                <a:cubicBezTo>
                  <a:pt x="48135" y="41538"/>
                  <a:pt x="44727" y="44713"/>
                  <a:pt x="39382" y="47393"/>
                </a:cubicBezTo>
                <a:close/>
                <a:moveTo>
                  <a:pt x="39382" y="47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4847B-9D29-4F60-8577-ECFEF903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808" y="5709835"/>
            <a:ext cx="49271" cy="44145"/>
          </a:xfrm>
          <a:custGeom xmlns:a="http://schemas.openxmlformats.org/drawingml/2006/main">
            <a:pathLst>
              <a:path w="49271" h="44145">
                <a:moveTo>
                  <a:pt x="49271" y="6321"/>
                </a:moveTo>
                <a:lnTo>
                  <a:pt x="38406" y="11841"/>
                </a:lnTo>
                <a:lnTo>
                  <a:pt x="44946" y="24803"/>
                </a:lnTo>
                <a:lnTo>
                  <a:pt x="40052" y="27308"/>
                </a:lnTo>
                <a:lnTo>
                  <a:pt x="33454" y="14288"/>
                </a:lnTo>
                <a:lnTo>
                  <a:pt x="12627" y="24803"/>
                </a:lnTo>
                <a:cubicBezTo>
                  <a:pt x="9496" y="26405"/>
                  <a:pt x="7675" y="27818"/>
                  <a:pt x="7224" y="29129"/>
                </a:cubicBezTo>
                <a:cubicBezTo>
                  <a:pt x="6772" y="30440"/>
                  <a:pt x="7224" y="32435"/>
                  <a:pt x="8535" y="35042"/>
                </a:cubicBezTo>
                <a:lnTo>
                  <a:pt x="11841" y="41538"/>
                </a:lnTo>
                <a:lnTo>
                  <a:pt x="6539" y="44145"/>
                </a:lnTo>
                <a:lnTo>
                  <a:pt x="3248" y="37722"/>
                </a:lnTo>
                <a:cubicBezTo>
                  <a:pt x="801" y="32828"/>
                  <a:pt x="0" y="29012"/>
                  <a:pt x="918" y="26230"/>
                </a:cubicBezTo>
                <a:cubicBezTo>
                  <a:pt x="1762" y="23492"/>
                  <a:pt x="4602" y="20885"/>
                  <a:pt x="9438" y="18439"/>
                </a:cubicBezTo>
                <a:lnTo>
                  <a:pt x="30265" y="7967"/>
                </a:lnTo>
                <a:lnTo>
                  <a:pt x="27935" y="3306"/>
                </a:lnTo>
                <a:lnTo>
                  <a:pt x="32828" y="859"/>
                </a:lnTo>
                <a:lnTo>
                  <a:pt x="35158" y="5462"/>
                </a:lnTo>
                <a:lnTo>
                  <a:pt x="46082" y="0"/>
                </a:lnTo>
                <a:lnTo>
                  <a:pt x="49271" y="6321"/>
                </a:lnTo>
                <a:close/>
                <a:moveTo>
                  <a:pt x="49271" y="6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8D8E0-56E3-462E-9AE2-AB45AB6E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498" y="5743683"/>
            <a:ext cx="49621" cy="41654"/>
          </a:xfrm>
          <a:custGeom xmlns:a="http://schemas.openxmlformats.org/drawingml/2006/main">
            <a:pathLst>
              <a:path w="49621" h="41654">
                <a:moveTo>
                  <a:pt x="49621" y="24293"/>
                </a:moveTo>
                <a:lnTo>
                  <a:pt x="43693" y="27308"/>
                </a:lnTo>
                <a:cubicBezTo>
                  <a:pt x="43693" y="25094"/>
                  <a:pt x="43416" y="22881"/>
                  <a:pt x="42907" y="20711"/>
                </a:cubicBezTo>
                <a:cubicBezTo>
                  <a:pt x="42441" y="18613"/>
                  <a:pt x="41654" y="16501"/>
                  <a:pt x="40620" y="14404"/>
                </a:cubicBezTo>
                <a:cubicBezTo>
                  <a:pt x="39033" y="11273"/>
                  <a:pt x="37387" y="9161"/>
                  <a:pt x="35625" y="8083"/>
                </a:cubicBezTo>
                <a:cubicBezTo>
                  <a:pt x="33862" y="7005"/>
                  <a:pt x="32042" y="6947"/>
                  <a:pt x="30105" y="7908"/>
                </a:cubicBezTo>
                <a:cubicBezTo>
                  <a:pt x="28619" y="8651"/>
                  <a:pt x="27774" y="9787"/>
                  <a:pt x="27483" y="11331"/>
                </a:cubicBezTo>
                <a:cubicBezTo>
                  <a:pt x="27250" y="12860"/>
                  <a:pt x="27600" y="15540"/>
                  <a:pt x="28561" y="19298"/>
                </a:cubicBezTo>
                <a:lnTo>
                  <a:pt x="29129" y="21745"/>
                </a:lnTo>
                <a:cubicBezTo>
                  <a:pt x="30440" y="26682"/>
                  <a:pt x="30673" y="30556"/>
                  <a:pt x="29872" y="33294"/>
                </a:cubicBezTo>
                <a:cubicBezTo>
                  <a:pt x="29085" y="36076"/>
                  <a:pt x="27148" y="38232"/>
                  <a:pt x="24017" y="39834"/>
                </a:cubicBezTo>
                <a:cubicBezTo>
                  <a:pt x="20434" y="41654"/>
                  <a:pt x="16909" y="41654"/>
                  <a:pt x="13370" y="39892"/>
                </a:cubicBezTo>
                <a:cubicBezTo>
                  <a:pt x="9904" y="38071"/>
                  <a:pt x="6889" y="34707"/>
                  <a:pt x="4384" y="29813"/>
                </a:cubicBezTo>
                <a:cubicBezTo>
                  <a:pt x="3364" y="27774"/>
                  <a:pt x="2505" y="25488"/>
                  <a:pt x="1762" y="23041"/>
                </a:cubicBezTo>
                <a:cubicBezTo>
                  <a:pt x="1034" y="20652"/>
                  <a:pt x="466" y="17987"/>
                  <a:pt x="0" y="15132"/>
                </a:cubicBezTo>
                <a:lnTo>
                  <a:pt x="6554" y="11841"/>
                </a:lnTo>
                <a:cubicBezTo>
                  <a:pt x="6496" y="14797"/>
                  <a:pt x="6714" y="17521"/>
                  <a:pt x="7282" y="20084"/>
                </a:cubicBezTo>
                <a:cubicBezTo>
                  <a:pt x="7807" y="22648"/>
                  <a:pt x="8651" y="25036"/>
                  <a:pt x="9787" y="27250"/>
                </a:cubicBezTo>
                <a:cubicBezTo>
                  <a:pt x="11273" y="30265"/>
                  <a:pt x="12919" y="32260"/>
                  <a:pt x="14739" y="33338"/>
                </a:cubicBezTo>
                <a:cubicBezTo>
                  <a:pt x="16560" y="34430"/>
                  <a:pt x="18380" y="34532"/>
                  <a:pt x="20259" y="33571"/>
                </a:cubicBezTo>
                <a:cubicBezTo>
                  <a:pt x="21963" y="32712"/>
                  <a:pt x="22997" y="31459"/>
                  <a:pt x="23332" y="29872"/>
                </a:cubicBezTo>
                <a:cubicBezTo>
                  <a:pt x="23667" y="28284"/>
                  <a:pt x="23274" y="25269"/>
                  <a:pt x="22138" y="20944"/>
                </a:cubicBezTo>
                <a:lnTo>
                  <a:pt x="21570" y="18497"/>
                </a:lnTo>
                <a:cubicBezTo>
                  <a:pt x="20376" y="14171"/>
                  <a:pt x="20259" y="10705"/>
                  <a:pt x="21060" y="8083"/>
                </a:cubicBezTo>
                <a:cubicBezTo>
                  <a:pt x="21905" y="5520"/>
                  <a:pt x="23784" y="3481"/>
                  <a:pt x="26740" y="1995"/>
                </a:cubicBezTo>
                <a:cubicBezTo>
                  <a:pt x="30381" y="175"/>
                  <a:pt x="33804" y="0"/>
                  <a:pt x="37037" y="1602"/>
                </a:cubicBezTo>
                <a:cubicBezTo>
                  <a:pt x="40343" y="3131"/>
                  <a:pt x="43125" y="6321"/>
                  <a:pt x="45514" y="10982"/>
                </a:cubicBezTo>
                <a:cubicBezTo>
                  <a:pt x="46664" y="13312"/>
                  <a:pt x="47626" y="15598"/>
                  <a:pt x="48310" y="17871"/>
                </a:cubicBezTo>
                <a:cubicBezTo>
                  <a:pt x="48995" y="20084"/>
                  <a:pt x="49446" y="22254"/>
                  <a:pt x="49621" y="24293"/>
                </a:cubicBezTo>
                <a:close/>
                <a:moveTo>
                  <a:pt x="49621" y="242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EF76C-07B6-4B90-957B-967EEA7E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112" y="5773380"/>
            <a:ext cx="74803" cy="72662"/>
          </a:xfrm>
          <a:custGeom xmlns:a="http://schemas.openxmlformats.org/drawingml/2006/main">
            <a:pathLst>
              <a:path w="74803" h="72662">
                <a:moveTo>
                  <a:pt x="51194" y="0"/>
                </a:moveTo>
                <a:lnTo>
                  <a:pt x="56379" y="10297"/>
                </a:lnTo>
                <a:lnTo>
                  <a:pt x="28153" y="40911"/>
                </a:lnTo>
                <a:lnTo>
                  <a:pt x="69632" y="36469"/>
                </a:lnTo>
                <a:lnTo>
                  <a:pt x="74803" y="46825"/>
                </a:lnTo>
                <a:lnTo>
                  <a:pt x="23609" y="72662"/>
                </a:lnTo>
                <a:lnTo>
                  <a:pt x="20186" y="65889"/>
                </a:lnTo>
                <a:lnTo>
                  <a:pt x="65132" y="43183"/>
                </a:lnTo>
                <a:lnTo>
                  <a:pt x="23376" y="47742"/>
                </a:lnTo>
                <a:lnTo>
                  <a:pt x="19910" y="40737"/>
                </a:lnTo>
                <a:lnTo>
                  <a:pt x="48354" y="9846"/>
                </a:lnTo>
                <a:lnTo>
                  <a:pt x="3408" y="32551"/>
                </a:lnTo>
                <a:lnTo>
                  <a:pt x="0" y="25779"/>
                </a:lnTo>
                <a:lnTo>
                  <a:pt x="51194" y="0"/>
                </a:lnTo>
                <a:close/>
                <a:moveTo>
                  <a:pt x="511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9178B-67F7-4613-8BD2-1043B487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411" y="5843245"/>
            <a:ext cx="46548" cy="46650"/>
          </a:xfrm>
          <a:custGeom xmlns:a="http://schemas.openxmlformats.org/drawingml/2006/main">
            <a:pathLst>
              <a:path w="46548" h="46650">
                <a:moveTo>
                  <a:pt x="33454" y="38639"/>
                </a:moveTo>
                <a:lnTo>
                  <a:pt x="30381" y="40169"/>
                </a:lnTo>
                <a:lnTo>
                  <a:pt x="15759" y="11156"/>
                </a:lnTo>
                <a:cubicBezTo>
                  <a:pt x="11550" y="13661"/>
                  <a:pt x="8884" y="16618"/>
                  <a:pt x="7792" y="20084"/>
                </a:cubicBezTo>
                <a:cubicBezTo>
                  <a:pt x="6714" y="23551"/>
                  <a:pt x="7224" y="27425"/>
                  <a:pt x="9336" y="31576"/>
                </a:cubicBezTo>
                <a:cubicBezTo>
                  <a:pt x="10530" y="34022"/>
                  <a:pt x="12001" y="36251"/>
                  <a:pt x="13778" y="38173"/>
                </a:cubicBezTo>
                <a:cubicBezTo>
                  <a:pt x="15482" y="40169"/>
                  <a:pt x="17521" y="41989"/>
                  <a:pt x="19866" y="43635"/>
                </a:cubicBezTo>
                <a:lnTo>
                  <a:pt x="13880" y="46650"/>
                </a:lnTo>
                <a:cubicBezTo>
                  <a:pt x="11783" y="44829"/>
                  <a:pt x="9904" y="42907"/>
                  <a:pt x="8200" y="40795"/>
                </a:cubicBezTo>
                <a:cubicBezTo>
                  <a:pt x="6496" y="38639"/>
                  <a:pt x="5010" y="36353"/>
                  <a:pt x="3758" y="33906"/>
                </a:cubicBezTo>
                <a:cubicBezTo>
                  <a:pt x="685" y="27818"/>
                  <a:pt x="0" y="22080"/>
                  <a:pt x="1762" y="16676"/>
                </a:cubicBezTo>
                <a:cubicBezTo>
                  <a:pt x="3525" y="11331"/>
                  <a:pt x="7457" y="7064"/>
                  <a:pt x="13545" y="3991"/>
                </a:cubicBezTo>
                <a:cubicBezTo>
                  <a:pt x="19866" y="859"/>
                  <a:pt x="25662" y="0"/>
                  <a:pt x="31066" y="1544"/>
                </a:cubicBezTo>
                <a:cubicBezTo>
                  <a:pt x="36469" y="3073"/>
                  <a:pt x="40620" y="6714"/>
                  <a:pt x="43518" y="12525"/>
                </a:cubicBezTo>
                <a:cubicBezTo>
                  <a:pt x="46140" y="17637"/>
                  <a:pt x="46548" y="22589"/>
                  <a:pt x="44727" y="27250"/>
                </a:cubicBezTo>
                <a:cubicBezTo>
                  <a:pt x="42950" y="31983"/>
                  <a:pt x="39149" y="35726"/>
                  <a:pt x="33454" y="38639"/>
                </a:cubicBezTo>
                <a:close/>
                <a:moveTo>
                  <a:pt x="32144" y="31357"/>
                </a:moveTo>
                <a:cubicBezTo>
                  <a:pt x="35566" y="29595"/>
                  <a:pt x="37838" y="27250"/>
                  <a:pt x="38916" y="24293"/>
                </a:cubicBezTo>
                <a:cubicBezTo>
                  <a:pt x="40052" y="21395"/>
                  <a:pt x="39834" y="18380"/>
                  <a:pt x="38232" y="15249"/>
                </a:cubicBezTo>
                <a:cubicBezTo>
                  <a:pt x="36469" y="11724"/>
                  <a:pt x="34022" y="9452"/>
                  <a:pt x="31008" y="8316"/>
                </a:cubicBezTo>
                <a:cubicBezTo>
                  <a:pt x="27935" y="7224"/>
                  <a:pt x="24526" y="7399"/>
                  <a:pt x="20769" y="8884"/>
                </a:cubicBezTo>
                <a:lnTo>
                  <a:pt x="32144" y="31357"/>
                </a:lnTo>
                <a:close/>
                <a:moveTo>
                  <a:pt x="32144" y="313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F0D99-2CB9-4889-A47F-89881A8F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471" y="5886254"/>
            <a:ext cx="66108" cy="48019"/>
          </a:xfrm>
          <a:custGeom xmlns:a="http://schemas.openxmlformats.org/drawingml/2006/main">
            <a:pathLst>
              <a:path w="66108" h="48019">
                <a:moveTo>
                  <a:pt x="42149" y="25269"/>
                </a:moveTo>
                <a:lnTo>
                  <a:pt x="62918" y="14797"/>
                </a:lnTo>
                <a:lnTo>
                  <a:pt x="66108" y="21118"/>
                </a:lnTo>
                <a:lnTo>
                  <a:pt x="12744" y="48019"/>
                </a:lnTo>
                <a:lnTo>
                  <a:pt x="9554" y="41712"/>
                </a:lnTo>
                <a:lnTo>
                  <a:pt x="15351" y="38800"/>
                </a:lnTo>
                <a:cubicBezTo>
                  <a:pt x="12394" y="38639"/>
                  <a:pt x="9831" y="37838"/>
                  <a:pt x="7734" y="36367"/>
                </a:cubicBezTo>
                <a:cubicBezTo>
                  <a:pt x="5564" y="34882"/>
                  <a:pt x="3801" y="32726"/>
                  <a:pt x="2389" y="29930"/>
                </a:cubicBezTo>
                <a:cubicBezTo>
                  <a:pt x="44" y="25269"/>
                  <a:pt x="0" y="20550"/>
                  <a:pt x="2214" y="15759"/>
                </a:cubicBezTo>
                <a:cubicBezTo>
                  <a:pt x="4428" y="10982"/>
                  <a:pt x="8578" y="7064"/>
                  <a:pt x="14608" y="4049"/>
                </a:cubicBezTo>
                <a:cubicBezTo>
                  <a:pt x="20652" y="976"/>
                  <a:pt x="26274" y="0"/>
                  <a:pt x="31459" y="1034"/>
                </a:cubicBezTo>
                <a:cubicBezTo>
                  <a:pt x="36571" y="2112"/>
                  <a:pt x="40329" y="4952"/>
                  <a:pt x="42717" y="9569"/>
                </a:cubicBezTo>
                <a:cubicBezTo>
                  <a:pt x="44145" y="12409"/>
                  <a:pt x="44771" y="15132"/>
                  <a:pt x="44713" y="17696"/>
                </a:cubicBezTo>
                <a:cubicBezTo>
                  <a:pt x="44596" y="20259"/>
                  <a:pt x="43737" y="22822"/>
                  <a:pt x="42149" y="25269"/>
                </a:cubicBezTo>
                <a:close/>
                <a:moveTo>
                  <a:pt x="17914" y="10530"/>
                </a:moveTo>
                <a:cubicBezTo>
                  <a:pt x="13254" y="12860"/>
                  <a:pt x="10122" y="15657"/>
                  <a:pt x="8418" y="18890"/>
                </a:cubicBezTo>
                <a:cubicBezTo>
                  <a:pt x="6758" y="22138"/>
                  <a:pt x="6758" y="25444"/>
                  <a:pt x="8418" y="28794"/>
                </a:cubicBezTo>
                <a:cubicBezTo>
                  <a:pt x="10122" y="32100"/>
                  <a:pt x="12744" y="34081"/>
                  <a:pt x="16385" y="34649"/>
                </a:cubicBezTo>
                <a:cubicBezTo>
                  <a:pt x="19968" y="35275"/>
                  <a:pt x="24119" y="34372"/>
                  <a:pt x="28721" y="32042"/>
                </a:cubicBezTo>
                <a:cubicBezTo>
                  <a:pt x="33382" y="29697"/>
                  <a:pt x="36513" y="26915"/>
                  <a:pt x="38232" y="23667"/>
                </a:cubicBezTo>
                <a:cubicBezTo>
                  <a:pt x="39877" y="20434"/>
                  <a:pt x="39877" y="17128"/>
                  <a:pt x="38173" y="13778"/>
                </a:cubicBezTo>
                <a:cubicBezTo>
                  <a:pt x="36513" y="10414"/>
                  <a:pt x="33848" y="8476"/>
                  <a:pt x="30265" y="7908"/>
                </a:cubicBezTo>
                <a:cubicBezTo>
                  <a:pt x="26682" y="7340"/>
                  <a:pt x="22517" y="8200"/>
                  <a:pt x="17914" y="10530"/>
                </a:cubicBezTo>
                <a:close/>
                <a:moveTo>
                  <a:pt x="17914" y="105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273CF-78E6-45E0-B88B-6880ADE6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12" y="5920393"/>
            <a:ext cx="56495" cy="33163"/>
          </a:xfrm>
          <a:custGeom xmlns:a="http://schemas.openxmlformats.org/drawingml/2006/main">
            <a:pathLst>
              <a:path w="56495" h="33163">
                <a:moveTo>
                  <a:pt x="38392" y="7515"/>
                </a:moveTo>
                <a:lnTo>
                  <a:pt x="41523" y="13822"/>
                </a:lnTo>
                <a:lnTo>
                  <a:pt x="3117" y="33163"/>
                </a:lnTo>
                <a:lnTo>
                  <a:pt x="0" y="26857"/>
                </a:lnTo>
                <a:lnTo>
                  <a:pt x="38392" y="7515"/>
                </a:lnTo>
                <a:close/>
                <a:moveTo>
                  <a:pt x="53306" y="0"/>
                </a:moveTo>
                <a:lnTo>
                  <a:pt x="56495" y="6263"/>
                </a:lnTo>
                <a:lnTo>
                  <a:pt x="48529" y="10297"/>
                </a:lnTo>
                <a:lnTo>
                  <a:pt x="45339" y="3991"/>
                </a:lnTo>
                <a:lnTo>
                  <a:pt x="53306" y="0"/>
                </a:lnTo>
                <a:close/>
                <a:moveTo>
                  <a:pt x="5330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CA2F8-E0D9-49C0-9F2D-6D121909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420" y="5948721"/>
            <a:ext cx="47786" cy="48077"/>
          </a:xfrm>
          <a:custGeom xmlns:a="http://schemas.openxmlformats.org/drawingml/2006/main">
            <a:pathLst>
              <a:path w="47786" h="48077">
                <a:moveTo>
                  <a:pt x="26274" y="25779"/>
                </a:moveTo>
                <a:cubicBezTo>
                  <a:pt x="23711" y="20711"/>
                  <a:pt x="21381" y="17477"/>
                  <a:pt x="19225" y="16050"/>
                </a:cubicBezTo>
                <a:cubicBezTo>
                  <a:pt x="17055" y="14681"/>
                  <a:pt x="14564" y="14681"/>
                  <a:pt x="11768" y="16108"/>
                </a:cubicBezTo>
                <a:cubicBezTo>
                  <a:pt x="9496" y="17244"/>
                  <a:pt x="8127" y="18890"/>
                  <a:pt x="7559" y="21060"/>
                </a:cubicBezTo>
                <a:cubicBezTo>
                  <a:pt x="6991" y="23157"/>
                  <a:pt x="7326" y="25488"/>
                  <a:pt x="8578" y="28051"/>
                </a:cubicBezTo>
                <a:cubicBezTo>
                  <a:pt x="10341" y="31532"/>
                  <a:pt x="13021" y="33746"/>
                  <a:pt x="16545" y="34590"/>
                </a:cubicBezTo>
                <a:cubicBezTo>
                  <a:pt x="20128" y="35450"/>
                  <a:pt x="23944" y="34823"/>
                  <a:pt x="28036" y="32770"/>
                </a:cubicBezTo>
                <a:lnTo>
                  <a:pt x="29464" y="32100"/>
                </a:lnTo>
                <a:lnTo>
                  <a:pt x="26274" y="25779"/>
                </a:lnTo>
                <a:close/>
                <a:moveTo>
                  <a:pt x="35260" y="37037"/>
                </a:moveTo>
                <a:lnTo>
                  <a:pt x="13356" y="48077"/>
                </a:lnTo>
                <a:lnTo>
                  <a:pt x="10181" y="41829"/>
                </a:lnTo>
                <a:lnTo>
                  <a:pt x="15977" y="38858"/>
                </a:lnTo>
                <a:cubicBezTo>
                  <a:pt x="12962" y="38581"/>
                  <a:pt x="10297" y="37664"/>
                  <a:pt x="8127" y="36076"/>
                </a:cubicBezTo>
                <a:cubicBezTo>
                  <a:pt x="5913" y="34488"/>
                  <a:pt x="4034" y="32158"/>
                  <a:pt x="2491" y="29027"/>
                </a:cubicBezTo>
                <a:cubicBezTo>
                  <a:pt x="510" y="25094"/>
                  <a:pt x="0" y="21395"/>
                  <a:pt x="1078" y="17987"/>
                </a:cubicBezTo>
                <a:cubicBezTo>
                  <a:pt x="2097" y="14521"/>
                  <a:pt x="4486" y="11899"/>
                  <a:pt x="8185" y="10020"/>
                </a:cubicBezTo>
                <a:cubicBezTo>
                  <a:pt x="12511" y="7865"/>
                  <a:pt x="16487" y="7632"/>
                  <a:pt x="20128" y="9452"/>
                </a:cubicBezTo>
                <a:cubicBezTo>
                  <a:pt x="23769" y="11215"/>
                  <a:pt x="27075" y="14972"/>
                  <a:pt x="29915" y="20711"/>
                </a:cubicBezTo>
                <a:lnTo>
                  <a:pt x="34416" y="29595"/>
                </a:lnTo>
                <a:lnTo>
                  <a:pt x="35042" y="29245"/>
                </a:lnTo>
                <a:cubicBezTo>
                  <a:pt x="37940" y="27774"/>
                  <a:pt x="39703" y="25721"/>
                  <a:pt x="40329" y="22997"/>
                </a:cubicBezTo>
                <a:cubicBezTo>
                  <a:pt x="40955" y="20317"/>
                  <a:pt x="40387" y="17186"/>
                  <a:pt x="38625" y="13778"/>
                </a:cubicBezTo>
                <a:cubicBezTo>
                  <a:pt x="37547" y="11550"/>
                  <a:pt x="36178" y="9569"/>
                  <a:pt x="34634" y="7748"/>
                </a:cubicBezTo>
                <a:cubicBezTo>
                  <a:pt x="33047" y="5928"/>
                  <a:pt x="31226" y="4326"/>
                  <a:pt x="29231" y="2971"/>
                </a:cubicBezTo>
                <a:lnTo>
                  <a:pt x="35100" y="0"/>
                </a:lnTo>
                <a:cubicBezTo>
                  <a:pt x="37139" y="1821"/>
                  <a:pt x="38901" y="3758"/>
                  <a:pt x="40445" y="5695"/>
                </a:cubicBezTo>
                <a:cubicBezTo>
                  <a:pt x="41975" y="7632"/>
                  <a:pt x="43285" y="9685"/>
                  <a:pt x="44319" y="11724"/>
                </a:cubicBezTo>
                <a:cubicBezTo>
                  <a:pt x="47101" y="17244"/>
                  <a:pt x="47786" y="22138"/>
                  <a:pt x="46242" y="26347"/>
                </a:cubicBezTo>
                <a:cubicBezTo>
                  <a:pt x="44771" y="30556"/>
                  <a:pt x="41130" y="34081"/>
                  <a:pt x="35260" y="37037"/>
                </a:cubicBezTo>
                <a:close/>
                <a:moveTo>
                  <a:pt x="35260" y="37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60C0C-89DD-4474-96B0-35F7511E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257" y="5997482"/>
            <a:ext cx="65030" cy="53189"/>
          </a:xfrm>
          <a:custGeom xmlns:a="http://schemas.openxmlformats.org/drawingml/2006/main">
            <a:pathLst>
              <a:path w="65030" h="53189">
                <a:moveTo>
                  <a:pt x="56204" y="7340"/>
                </a:moveTo>
                <a:lnTo>
                  <a:pt x="25997" y="10807"/>
                </a:lnTo>
                <a:lnTo>
                  <a:pt x="35493" y="29639"/>
                </a:lnTo>
                <a:lnTo>
                  <a:pt x="56204" y="7340"/>
                </a:lnTo>
                <a:close/>
                <a:moveTo>
                  <a:pt x="61039" y="0"/>
                </a:moveTo>
                <a:lnTo>
                  <a:pt x="65030" y="7850"/>
                </a:lnTo>
                <a:lnTo>
                  <a:pt x="23667" y="53189"/>
                </a:lnTo>
                <a:lnTo>
                  <a:pt x="20026" y="45965"/>
                </a:lnTo>
                <a:lnTo>
                  <a:pt x="30775" y="34707"/>
                </a:lnTo>
                <a:lnTo>
                  <a:pt x="19167" y="11608"/>
                </a:lnTo>
                <a:lnTo>
                  <a:pt x="3699" y="13603"/>
                </a:lnTo>
                <a:lnTo>
                  <a:pt x="0" y="6263"/>
                </a:lnTo>
                <a:lnTo>
                  <a:pt x="61039" y="0"/>
                </a:lnTo>
                <a:close/>
                <a:moveTo>
                  <a:pt x="610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4BE49-2424-4D4F-A17C-89E8A984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390" y="6038277"/>
            <a:ext cx="51369" cy="51485"/>
          </a:xfrm>
          <a:custGeom xmlns:a="http://schemas.openxmlformats.org/drawingml/2006/main">
            <a:pathLst>
              <a:path w="51369" h="51485">
                <a:moveTo>
                  <a:pt x="39426" y="39819"/>
                </a:moveTo>
                <a:lnTo>
                  <a:pt x="16268" y="51485"/>
                </a:lnTo>
                <a:lnTo>
                  <a:pt x="13079" y="45222"/>
                </a:lnTo>
                <a:lnTo>
                  <a:pt x="36018" y="33629"/>
                </a:lnTo>
                <a:cubicBezTo>
                  <a:pt x="39659" y="31794"/>
                  <a:pt x="42047" y="29697"/>
                  <a:pt x="43125" y="27366"/>
                </a:cubicBezTo>
                <a:cubicBezTo>
                  <a:pt x="44203" y="25036"/>
                  <a:pt x="44043" y="22473"/>
                  <a:pt x="42615" y="19633"/>
                </a:cubicBezTo>
                <a:cubicBezTo>
                  <a:pt x="40911" y="16210"/>
                  <a:pt x="38465" y="14113"/>
                  <a:pt x="35275" y="13195"/>
                </a:cubicBezTo>
                <a:cubicBezTo>
                  <a:pt x="32144" y="12351"/>
                  <a:pt x="28677" y="12860"/>
                  <a:pt x="24920" y="14739"/>
                </a:cubicBezTo>
                <a:lnTo>
                  <a:pt x="3248" y="25662"/>
                </a:lnTo>
                <a:lnTo>
                  <a:pt x="0" y="19342"/>
                </a:lnTo>
                <a:lnTo>
                  <a:pt x="38406" y="0"/>
                </a:lnTo>
                <a:lnTo>
                  <a:pt x="41640" y="6306"/>
                </a:lnTo>
                <a:lnTo>
                  <a:pt x="35668" y="9336"/>
                </a:lnTo>
                <a:cubicBezTo>
                  <a:pt x="38741" y="9671"/>
                  <a:pt x="41363" y="10574"/>
                  <a:pt x="43518" y="12059"/>
                </a:cubicBezTo>
                <a:cubicBezTo>
                  <a:pt x="45688" y="13545"/>
                  <a:pt x="47451" y="15584"/>
                  <a:pt x="48820" y="18264"/>
                </a:cubicBezTo>
                <a:cubicBezTo>
                  <a:pt x="51034" y="22706"/>
                  <a:pt x="51369" y="26740"/>
                  <a:pt x="49781" y="30323"/>
                </a:cubicBezTo>
                <a:cubicBezTo>
                  <a:pt x="48194" y="33964"/>
                  <a:pt x="44713" y="37154"/>
                  <a:pt x="39426" y="39819"/>
                </a:cubicBezTo>
                <a:close/>
                <a:moveTo>
                  <a:pt x="39426" y="398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814BE-59F5-415D-9309-01F2E76A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800" y="6084301"/>
            <a:ext cx="47728" cy="48135"/>
          </a:xfrm>
          <a:custGeom xmlns:a="http://schemas.openxmlformats.org/drawingml/2006/main">
            <a:pathLst>
              <a:path w="47728" h="48135">
                <a:moveTo>
                  <a:pt x="26289" y="25779"/>
                </a:moveTo>
                <a:cubicBezTo>
                  <a:pt x="23725" y="20711"/>
                  <a:pt x="21337" y="17463"/>
                  <a:pt x="19167" y="16108"/>
                </a:cubicBezTo>
                <a:cubicBezTo>
                  <a:pt x="17011" y="14681"/>
                  <a:pt x="14564" y="14739"/>
                  <a:pt x="11724" y="16152"/>
                </a:cubicBezTo>
                <a:cubicBezTo>
                  <a:pt x="9496" y="17244"/>
                  <a:pt x="8083" y="18890"/>
                  <a:pt x="7501" y="21046"/>
                </a:cubicBezTo>
                <a:cubicBezTo>
                  <a:pt x="6933" y="23157"/>
                  <a:pt x="7340" y="25488"/>
                  <a:pt x="8593" y="28051"/>
                </a:cubicBezTo>
                <a:cubicBezTo>
                  <a:pt x="10355" y="31517"/>
                  <a:pt x="13021" y="33731"/>
                  <a:pt x="16560" y="34590"/>
                </a:cubicBezTo>
                <a:cubicBezTo>
                  <a:pt x="20084" y="35450"/>
                  <a:pt x="23944" y="34882"/>
                  <a:pt x="28051" y="32770"/>
                </a:cubicBezTo>
                <a:lnTo>
                  <a:pt x="29464" y="32085"/>
                </a:lnTo>
                <a:lnTo>
                  <a:pt x="26289" y="25779"/>
                </a:lnTo>
                <a:close/>
                <a:moveTo>
                  <a:pt x="35217" y="37037"/>
                </a:moveTo>
                <a:lnTo>
                  <a:pt x="13312" y="48135"/>
                </a:lnTo>
                <a:lnTo>
                  <a:pt x="10122" y="41814"/>
                </a:lnTo>
                <a:lnTo>
                  <a:pt x="15992" y="38858"/>
                </a:lnTo>
                <a:cubicBezTo>
                  <a:pt x="12919" y="38581"/>
                  <a:pt x="10297" y="37664"/>
                  <a:pt x="8083" y="36076"/>
                </a:cubicBezTo>
                <a:cubicBezTo>
                  <a:pt x="5913" y="34474"/>
                  <a:pt x="4034" y="32144"/>
                  <a:pt x="2447" y="29012"/>
                </a:cubicBezTo>
                <a:cubicBezTo>
                  <a:pt x="451" y="25094"/>
                  <a:pt x="0" y="21395"/>
                  <a:pt x="1020" y="17972"/>
                </a:cubicBezTo>
                <a:cubicBezTo>
                  <a:pt x="2039" y="14564"/>
                  <a:pt x="4442" y="11885"/>
                  <a:pt x="8127" y="10020"/>
                </a:cubicBezTo>
                <a:cubicBezTo>
                  <a:pt x="12453" y="7850"/>
                  <a:pt x="16443" y="7675"/>
                  <a:pt x="20084" y="9452"/>
                </a:cubicBezTo>
                <a:cubicBezTo>
                  <a:pt x="23784" y="11215"/>
                  <a:pt x="27017" y="14958"/>
                  <a:pt x="29930" y="20711"/>
                </a:cubicBezTo>
                <a:lnTo>
                  <a:pt x="34357" y="29580"/>
                </a:lnTo>
                <a:lnTo>
                  <a:pt x="34984" y="29245"/>
                </a:lnTo>
                <a:cubicBezTo>
                  <a:pt x="37882" y="27818"/>
                  <a:pt x="39644" y="25721"/>
                  <a:pt x="40271" y="22983"/>
                </a:cubicBezTo>
                <a:cubicBezTo>
                  <a:pt x="40897" y="20317"/>
                  <a:pt x="40387" y="17244"/>
                  <a:pt x="38625" y="13763"/>
                </a:cubicBezTo>
                <a:cubicBezTo>
                  <a:pt x="37547" y="11550"/>
                  <a:pt x="36178" y="9554"/>
                  <a:pt x="34590" y="7734"/>
                </a:cubicBezTo>
                <a:cubicBezTo>
                  <a:pt x="33047" y="5913"/>
                  <a:pt x="31226" y="4326"/>
                  <a:pt x="29187" y="2957"/>
                </a:cubicBezTo>
                <a:lnTo>
                  <a:pt x="35042" y="0"/>
                </a:lnTo>
                <a:cubicBezTo>
                  <a:pt x="37096" y="1879"/>
                  <a:pt x="38916" y="3758"/>
                  <a:pt x="40445" y="5695"/>
                </a:cubicBezTo>
                <a:cubicBezTo>
                  <a:pt x="41989" y="7675"/>
                  <a:pt x="43242" y="9671"/>
                  <a:pt x="44319" y="11724"/>
                </a:cubicBezTo>
                <a:cubicBezTo>
                  <a:pt x="47101" y="17302"/>
                  <a:pt x="47728" y="22138"/>
                  <a:pt x="46257" y="26347"/>
                </a:cubicBezTo>
                <a:cubicBezTo>
                  <a:pt x="44771" y="30556"/>
                  <a:pt x="41072" y="34139"/>
                  <a:pt x="35217" y="37037"/>
                </a:cubicBezTo>
                <a:close/>
                <a:moveTo>
                  <a:pt x="35217" y="37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F0CB5-21DF-4B4A-9C9A-49DB2530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651" y="6118498"/>
            <a:ext cx="56554" cy="33221"/>
          </a:xfrm>
          <a:custGeom xmlns:a="http://schemas.openxmlformats.org/drawingml/2006/main">
            <a:pathLst>
              <a:path w="56554" h="33221">
                <a:moveTo>
                  <a:pt x="53364" y="0"/>
                </a:moveTo>
                <a:lnTo>
                  <a:pt x="56554" y="6306"/>
                </a:lnTo>
                <a:lnTo>
                  <a:pt x="3190" y="33221"/>
                </a:lnTo>
                <a:lnTo>
                  <a:pt x="0" y="26900"/>
                </a:lnTo>
                <a:lnTo>
                  <a:pt x="53364" y="0"/>
                </a:lnTo>
                <a:close/>
                <a:moveTo>
                  <a:pt x="5336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26CD0-4BC6-4E71-BA73-A0534E94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365" y="6141029"/>
            <a:ext cx="70084" cy="42208"/>
          </a:xfrm>
          <a:custGeom xmlns:a="http://schemas.openxmlformats.org/drawingml/2006/main">
            <a:pathLst>
              <a:path w="70084" h="42208">
                <a:moveTo>
                  <a:pt x="19633" y="41640"/>
                </a:moveTo>
                <a:cubicBezTo>
                  <a:pt x="14157" y="42208"/>
                  <a:pt x="10297" y="41975"/>
                  <a:pt x="8083" y="40955"/>
                </a:cubicBezTo>
                <a:cubicBezTo>
                  <a:pt x="5797" y="39994"/>
                  <a:pt x="3976" y="38057"/>
                  <a:pt x="2563" y="35217"/>
                </a:cubicBezTo>
                <a:lnTo>
                  <a:pt x="0" y="30207"/>
                </a:lnTo>
                <a:lnTo>
                  <a:pt x="5287" y="27527"/>
                </a:lnTo>
                <a:lnTo>
                  <a:pt x="7166" y="31226"/>
                </a:lnTo>
                <a:cubicBezTo>
                  <a:pt x="8025" y="32988"/>
                  <a:pt x="9103" y="34124"/>
                  <a:pt x="10414" y="34634"/>
                </a:cubicBezTo>
                <a:cubicBezTo>
                  <a:pt x="11724" y="35217"/>
                  <a:pt x="14215" y="35260"/>
                  <a:pt x="17856" y="34925"/>
                </a:cubicBezTo>
                <a:lnTo>
                  <a:pt x="21337" y="34590"/>
                </a:lnTo>
                <a:lnTo>
                  <a:pt x="51252" y="0"/>
                </a:lnTo>
                <a:lnTo>
                  <a:pt x="54616" y="6714"/>
                </a:lnTo>
                <a:lnTo>
                  <a:pt x="30658" y="33848"/>
                </a:lnTo>
                <a:lnTo>
                  <a:pt x="66734" y="30716"/>
                </a:lnTo>
                <a:lnTo>
                  <a:pt x="70084" y="37372"/>
                </a:lnTo>
                <a:lnTo>
                  <a:pt x="19633" y="41640"/>
                </a:lnTo>
                <a:close/>
                <a:moveTo>
                  <a:pt x="19633" y="416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2FF2C-A7E0-43D3-8A9E-9AD67645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426" y="6187839"/>
            <a:ext cx="49679" cy="41654"/>
          </a:xfrm>
          <a:custGeom xmlns:a="http://schemas.openxmlformats.org/drawingml/2006/main">
            <a:pathLst>
              <a:path w="49679" h="41654">
                <a:moveTo>
                  <a:pt x="49679" y="24293"/>
                </a:moveTo>
                <a:lnTo>
                  <a:pt x="43693" y="27308"/>
                </a:lnTo>
                <a:cubicBezTo>
                  <a:pt x="43693" y="25094"/>
                  <a:pt x="43475" y="22881"/>
                  <a:pt x="42965" y="20769"/>
                </a:cubicBezTo>
                <a:cubicBezTo>
                  <a:pt x="42441" y="18613"/>
                  <a:pt x="41654" y="16501"/>
                  <a:pt x="40620" y="14404"/>
                </a:cubicBezTo>
                <a:cubicBezTo>
                  <a:pt x="39033" y="11273"/>
                  <a:pt x="37387" y="9161"/>
                  <a:pt x="35625" y="8083"/>
                </a:cubicBezTo>
                <a:cubicBezTo>
                  <a:pt x="33920" y="7005"/>
                  <a:pt x="32042" y="6947"/>
                  <a:pt x="30105" y="7908"/>
                </a:cubicBezTo>
                <a:cubicBezTo>
                  <a:pt x="28677" y="8651"/>
                  <a:pt x="27774" y="9787"/>
                  <a:pt x="27541" y="11331"/>
                </a:cubicBezTo>
                <a:cubicBezTo>
                  <a:pt x="27265" y="12919"/>
                  <a:pt x="27600" y="15540"/>
                  <a:pt x="28561" y="19298"/>
                </a:cubicBezTo>
                <a:lnTo>
                  <a:pt x="29129" y="21745"/>
                </a:lnTo>
                <a:cubicBezTo>
                  <a:pt x="30440" y="26682"/>
                  <a:pt x="30731" y="30556"/>
                  <a:pt x="29930" y="33294"/>
                </a:cubicBezTo>
                <a:cubicBezTo>
                  <a:pt x="29129" y="36076"/>
                  <a:pt x="27148" y="38232"/>
                  <a:pt x="24017" y="39834"/>
                </a:cubicBezTo>
                <a:cubicBezTo>
                  <a:pt x="20434" y="41654"/>
                  <a:pt x="16909" y="41654"/>
                  <a:pt x="13428" y="39892"/>
                </a:cubicBezTo>
                <a:cubicBezTo>
                  <a:pt x="9904" y="38130"/>
                  <a:pt x="6889" y="34765"/>
                  <a:pt x="4442" y="29813"/>
                </a:cubicBezTo>
                <a:cubicBezTo>
                  <a:pt x="3364" y="27774"/>
                  <a:pt x="2505" y="25488"/>
                  <a:pt x="1777" y="23041"/>
                </a:cubicBezTo>
                <a:cubicBezTo>
                  <a:pt x="1034" y="20652"/>
                  <a:pt x="466" y="17987"/>
                  <a:pt x="0" y="15147"/>
                </a:cubicBezTo>
                <a:lnTo>
                  <a:pt x="6554" y="11841"/>
                </a:lnTo>
                <a:cubicBezTo>
                  <a:pt x="6496" y="14797"/>
                  <a:pt x="6772" y="17536"/>
                  <a:pt x="7282" y="20084"/>
                </a:cubicBezTo>
                <a:cubicBezTo>
                  <a:pt x="7807" y="22648"/>
                  <a:pt x="8651" y="25036"/>
                  <a:pt x="9787" y="27265"/>
                </a:cubicBezTo>
                <a:cubicBezTo>
                  <a:pt x="11273" y="30279"/>
                  <a:pt x="12919" y="32260"/>
                  <a:pt x="14739" y="33352"/>
                </a:cubicBezTo>
                <a:cubicBezTo>
                  <a:pt x="16560" y="34430"/>
                  <a:pt x="18439" y="34547"/>
                  <a:pt x="20259" y="33571"/>
                </a:cubicBezTo>
                <a:cubicBezTo>
                  <a:pt x="21963" y="32726"/>
                  <a:pt x="22997" y="31474"/>
                  <a:pt x="23332" y="29872"/>
                </a:cubicBezTo>
                <a:cubicBezTo>
                  <a:pt x="23667" y="28284"/>
                  <a:pt x="23274" y="25269"/>
                  <a:pt x="22138" y="20944"/>
                </a:cubicBezTo>
                <a:lnTo>
                  <a:pt x="21570" y="18497"/>
                </a:lnTo>
                <a:cubicBezTo>
                  <a:pt x="20434" y="14171"/>
                  <a:pt x="20259" y="10705"/>
                  <a:pt x="21060" y="8083"/>
                </a:cubicBezTo>
                <a:cubicBezTo>
                  <a:pt x="21905" y="5520"/>
                  <a:pt x="23784" y="3481"/>
                  <a:pt x="26798" y="1995"/>
                </a:cubicBezTo>
                <a:cubicBezTo>
                  <a:pt x="30381" y="175"/>
                  <a:pt x="33804" y="0"/>
                  <a:pt x="37096" y="1602"/>
                </a:cubicBezTo>
                <a:cubicBezTo>
                  <a:pt x="40343" y="3190"/>
                  <a:pt x="43125" y="6321"/>
                  <a:pt x="45514" y="11040"/>
                </a:cubicBezTo>
                <a:cubicBezTo>
                  <a:pt x="46708" y="13312"/>
                  <a:pt x="47626" y="15657"/>
                  <a:pt x="48310" y="17871"/>
                </a:cubicBezTo>
                <a:cubicBezTo>
                  <a:pt x="49053" y="20084"/>
                  <a:pt x="49446" y="22254"/>
                  <a:pt x="49679" y="24293"/>
                </a:cubicBezTo>
                <a:close/>
                <a:moveTo>
                  <a:pt x="49679" y="242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15A48-FDD9-4107-9020-2C14808C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923" y="6216181"/>
            <a:ext cx="56554" cy="33163"/>
          </a:xfrm>
          <a:custGeom xmlns:a="http://schemas.openxmlformats.org/drawingml/2006/main">
            <a:pathLst>
              <a:path w="56554" h="33163">
                <a:moveTo>
                  <a:pt x="38406" y="7501"/>
                </a:moveTo>
                <a:lnTo>
                  <a:pt x="41581" y="13822"/>
                </a:lnTo>
                <a:lnTo>
                  <a:pt x="3190" y="33163"/>
                </a:lnTo>
                <a:lnTo>
                  <a:pt x="0" y="26900"/>
                </a:lnTo>
                <a:lnTo>
                  <a:pt x="38406" y="7501"/>
                </a:lnTo>
                <a:close/>
                <a:moveTo>
                  <a:pt x="53364" y="0"/>
                </a:moveTo>
                <a:lnTo>
                  <a:pt x="56554" y="6306"/>
                </a:lnTo>
                <a:lnTo>
                  <a:pt x="48529" y="10297"/>
                </a:lnTo>
                <a:lnTo>
                  <a:pt x="45339" y="4034"/>
                </a:lnTo>
                <a:lnTo>
                  <a:pt x="53364" y="0"/>
                </a:lnTo>
                <a:close/>
                <a:moveTo>
                  <a:pt x="5336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A6E70-C77F-4000-A3DA-FDA9D9B9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768" y="6243941"/>
            <a:ext cx="49606" cy="41640"/>
          </a:xfrm>
          <a:custGeom xmlns:a="http://schemas.openxmlformats.org/drawingml/2006/main">
            <a:pathLst>
              <a:path w="49606" h="41640">
                <a:moveTo>
                  <a:pt x="49606" y="24293"/>
                </a:moveTo>
                <a:lnTo>
                  <a:pt x="43635" y="27308"/>
                </a:lnTo>
                <a:cubicBezTo>
                  <a:pt x="43635" y="25094"/>
                  <a:pt x="43402" y="22866"/>
                  <a:pt x="42892" y="20769"/>
                </a:cubicBezTo>
                <a:cubicBezTo>
                  <a:pt x="42382" y="18599"/>
                  <a:pt x="41581" y="16501"/>
                  <a:pt x="40562" y="14448"/>
                </a:cubicBezTo>
                <a:cubicBezTo>
                  <a:pt x="38974" y="11317"/>
                  <a:pt x="37314" y="9161"/>
                  <a:pt x="35552" y="8083"/>
                </a:cubicBezTo>
                <a:cubicBezTo>
                  <a:pt x="33848" y="6991"/>
                  <a:pt x="31969" y="6947"/>
                  <a:pt x="30090" y="7908"/>
                </a:cubicBezTo>
                <a:cubicBezTo>
                  <a:pt x="28619" y="8651"/>
                  <a:pt x="27760" y="9787"/>
                  <a:pt x="27468" y="11375"/>
                </a:cubicBezTo>
                <a:cubicBezTo>
                  <a:pt x="27192" y="12919"/>
                  <a:pt x="27527" y="15526"/>
                  <a:pt x="28503" y="19283"/>
                </a:cubicBezTo>
                <a:lnTo>
                  <a:pt x="29129" y="21730"/>
                </a:lnTo>
                <a:cubicBezTo>
                  <a:pt x="30381" y="26682"/>
                  <a:pt x="30658" y="30556"/>
                  <a:pt x="29857" y="33280"/>
                </a:cubicBezTo>
                <a:cubicBezTo>
                  <a:pt x="29071" y="36076"/>
                  <a:pt x="27075" y="38232"/>
                  <a:pt x="23944" y="39819"/>
                </a:cubicBezTo>
                <a:cubicBezTo>
                  <a:pt x="20419" y="41640"/>
                  <a:pt x="16836" y="41640"/>
                  <a:pt x="13370" y="39877"/>
                </a:cubicBezTo>
                <a:cubicBezTo>
                  <a:pt x="9846" y="38115"/>
                  <a:pt x="6816" y="34765"/>
                  <a:pt x="4369" y="29813"/>
                </a:cubicBezTo>
                <a:cubicBezTo>
                  <a:pt x="3350" y="27760"/>
                  <a:pt x="2447" y="25488"/>
                  <a:pt x="1704" y="23041"/>
                </a:cubicBezTo>
                <a:cubicBezTo>
                  <a:pt x="1020" y="20652"/>
                  <a:pt x="393" y="17972"/>
                  <a:pt x="0" y="15132"/>
                </a:cubicBezTo>
                <a:lnTo>
                  <a:pt x="6481" y="11826"/>
                </a:lnTo>
                <a:cubicBezTo>
                  <a:pt x="6423" y="14797"/>
                  <a:pt x="6714" y="17521"/>
                  <a:pt x="7224" y="20084"/>
                </a:cubicBezTo>
                <a:cubicBezTo>
                  <a:pt x="7792" y="22648"/>
                  <a:pt x="8593" y="25036"/>
                  <a:pt x="9729" y="27250"/>
                </a:cubicBezTo>
                <a:cubicBezTo>
                  <a:pt x="11200" y="30265"/>
                  <a:pt x="12860" y="32260"/>
                  <a:pt x="14681" y="33338"/>
                </a:cubicBezTo>
                <a:cubicBezTo>
                  <a:pt x="16545" y="34416"/>
                  <a:pt x="18366" y="34532"/>
                  <a:pt x="20186" y="33571"/>
                </a:cubicBezTo>
                <a:cubicBezTo>
                  <a:pt x="21905" y="32712"/>
                  <a:pt x="22924" y="31459"/>
                  <a:pt x="23259" y="29872"/>
                </a:cubicBezTo>
                <a:cubicBezTo>
                  <a:pt x="23609" y="28269"/>
                  <a:pt x="23201" y="25255"/>
                  <a:pt x="22065" y="20944"/>
                </a:cubicBezTo>
                <a:lnTo>
                  <a:pt x="21497" y="18497"/>
                </a:lnTo>
                <a:cubicBezTo>
                  <a:pt x="20361" y="14171"/>
                  <a:pt x="20186" y="10690"/>
                  <a:pt x="20987" y="8141"/>
                </a:cubicBezTo>
                <a:cubicBezTo>
                  <a:pt x="21847" y="5520"/>
                  <a:pt x="23725" y="3466"/>
                  <a:pt x="26740" y="1995"/>
                </a:cubicBezTo>
                <a:cubicBezTo>
                  <a:pt x="30323" y="175"/>
                  <a:pt x="33789" y="0"/>
                  <a:pt x="37037" y="1588"/>
                </a:cubicBezTo>
                <a:cubicBezTo>
                  <a:pt x="40271" y="3190"/>
                  <a:pt x="43067" y="6321"/>
                  <a:pt x="45455" y="11040"/>
                </a:cubicBezTo>
                <a:cubicBezTo>
                  <a:pt x="46650" y="13370"/>
                  <a:pt x="47553" y="15642"/>
                  <a:pt x="48237" y="17871"/>
                </a:cubicBezTo>
                <a:cubicBezTo>
                  <a:pt x="48980" y="20084"/>
                  <a:pt x="49432" y="22240"/>
                  <a:pt x="49606" y="24293"/>
                </a:cubicBezTo>
                <a:close/>
                <a:moveTo>
                  <a:pt x="49606" y="242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F4FE7-42BE-4939-A25C-F43EA367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965" y="6267273"/>
            <a:ext cx="65030" cy="53247"/>
          </a:xfrm>
          <a:custGeom xmlns:a="http://schemas.openxmlformats.org/drawingml/2006/main">
            <a:pathLst>
              <a:path w="65030" h="53247">
                <a:moveTo>
                  <a:pt x="0" y="45339"/>
                </a:moveTo>
                <a:lnTo>
                  <a:pt x="41363" y="0"/>
                </a:lnTo>
                <a:lnTo>
                  <a:pt x="45004" y="7224"/>
                </a:lnTo>
                <a:lnTo>
                  <a:pt x="10079" y="45222"/>
                </a:lnTo>
                <a:lnTo>
                  <a:pt x="61389" y="39703"/>
                </a:lnTo>
                <a:lnTo>
                  <a:pt x="65030" y="46926"/>
                </a:lnTo>
                <a:lnTo>
                  <a:pt x="3991" y="53247"/>
                </a:lnTo>
                <a:lnTo>
                  <a:pt x="0" y="45339"/>
                </a:lnTo>
                <a:close/>
                <a:moveTo>
                  <a:pt x="0" y="453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A803E-A3A4-41C4-994D-0BBE943E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796" y="6323812"/>
            <a:ext cx="63777" cy="53029"/>
          </a:xfrm>
          <a:custGeom xmlns:a="http://schemas.openxmlformats.org/drawingml/2006/main">
            <a:pathLst>
              <a:path w="63777" h="53029">
                <a:moveTo>
                  <a:pt x="63777" y="29362"/>
                </a:moveTo>
                <a:lnTo>
                  <a:pt x="57005" y="32770"/>
                </a:lnTo>
                <a:cubicBezTo>
                  <a:pt x="56947" y="29537"/>
                  <a:pt x="56612" y="26580"/>
                  <a:pt x="56044" y="23958"/>
                </a:cubicBezTo>
                <a:cubicBezTo>
                  <a:pt x="55476" y="21279"/>
                  <a:pt x="54675" y="18890"/>
                  <a:pt x="53597" y="16734"/>
                </a:cubicBezTo>
                <a:cubicBezTo>
                  <a:pt x="51660" y="12919"/>
                  <a:pt x="49504" y="10414"/>
                  <a:pt x="46999" y="9103"/>
                </a:cubicBezTo>
                <a:cubicBezTo>
                  <a:pt x="44494" y="7807"/>
                  <a:pt x="41873" y="7807"/>
                  <a:pt x="39207" y="9161"/>
                </a:cubicBezTo>
                <a:cubicBezTo>
                  <a:pt x="36921" y="10297"/>
                  <a:pt x="35566" y="11841"/>
                  <a:pt x="35100" y="13778"/>
                </a:cubicBezTo>
                <a:cubicBezTo>
                  <a:pt x="34649" y="15759"/>
                  <a:pt x="34998" y="18774"/>
                  <a:pt x="36193" y="22939"/>
                </a:cubicBezTo>
                <a:lnTo>
                  <a:pt x="37430" y="27541"/>
                </a:lnTo>
                <a:cubicBezTo>
                  <a:pt x="39091" y="33236"/>
                  <a:pt x="39251" y="37897"/>
                  <a:pt x="38013" y="41596"/>
                </a:cubicBezTo>
                <a:cubicBezTo>
                  <a:pt x="36761" y="45295"/>
                  <a:pt x="34081" y="48194"/>
                  <a:pt x="29930" y="50305"/>
                </a:cubicBezTo>
                <a:cubicBezTo>
                  <a:pt x="24978" y="52796"/>
                  <a:pt x="20376" y="53029"/>
                  <a:pt x="16108" y="51034"/>
                </a:cubicBezTo>
                <a:cubicBezTo>
                  <a:pt x="11899" y="48995"/>
                  <a:pt x="8141" y="44786"/>
                  <a:pt x="4894" y="38348"/>
                </a:cubicBezTo>
                <a:cubicBezTo>
                  <a:pt x="3699" y="35901"/>
                  <a:pt x="2680" y="33178"/>
                  <a:pt x="1821" y="30163"/>
                </a:cubicBezTo>
                <a:cubicBezTo>
                  <a:pt x="1020" y="27206"/>
                  <a:pt x="393" y="23958"/>
                  <a:pt x="0" y="20492"/>
                </a:cubicBezTo>
                <a:lnTo>
                  <a:pt x="7107" y="16909"/>
                </a:lnTo>
                <a:cubicBezTo>
                  <a:pt x="6947" y="20492"/>
                  <a:pt x="7166" y="23842"/>
                  <a:pt x="7734" y="26915"/>
                </a:cubicBezTo>
                <a:cubicBezTo>
                  <a:pt x="8302" y="30046"/>
                  <a:pt x="9219" y="32886"/>
                  <a:pt x="10530" y="35508"/>
                </a:cubicBezTo>
                <a:cubicBezTo>
                  <a:pt x="12525" y="39426"/>
                  <a:pt x="14856" y="42106"/>
                  <a:pt x="17463" y="43475"/>
                </a:cubicBezTo>
                <a:cubicBezTo>
                  <a:pt x="20143" y="44829"/>
                  <a:pt x="22866" y="44786"/>
                  <a:pt x="25779" y="43358"/>
                </a:cubicBezTo>
                <a:cubicBezTo>
                  <a:pt x="28284" y="42047"/>
                  <a:pt x="29872" y="40343"/>
                  <a:pt x="30498" y="38071"/>
                </a:cubicBezTo>
                <a:cubicBezTo>
                  <a:pt x="31124" y="35785"/>
                  <a:pt x="30891" y="32712"/>
                  <a:pt x="29872" y="28852"/>
                </a:cubicBezTo>
                <a:lnTo>
                  <a:pt x="28561" y="24191"/>
                </a:lnTo>
                <a:cubicBezTo>
                  <a:pt x="26973" y="18555"/>
                  <a:pt x="26682" y="13996"/>
                  <a:pt x="27716" y="10588"/>
                </a:cubicBezTo>
                <a:cubicBezTo>
                  <a:pt x="28736" y="7180"/>
                  <a:pt x="31241" y="4442"/>
                  <a:pt x="35158" y="2505"/>
                </a:cubicBezTo>
                <a:cubicBezTo>
                  <a:pt x="39659" y="233"/>
                  <a:pt x="44043" y="0"/>
                  <a:pt x="48252" y="1879"/>
                </a:cubicBezTo>
                <a:cubicBezTo>
                  <a:pt x="52461" y="3758"/>
                  <a:pt x="55986" y="7515"/>
                  <a:pt x="58767" y="13093"/>
                </a:cubicBezTo>
                <a:cubicBezTo>
                  <a:pt x="60020" y="15482"/>
                  <a:pt x="61054" y="18045"/>
                  <a:pt x="61840" y="20769"/>
                </a:cubicBezTo>
                <a:cubicBezTo>
                  <a:pt x="62641" y="23449"/>
                  <a:pt x="63326" y="26347"/>
                  <a:pt x="63777" y="29362"/>
                </a:cubicBezTo>
                <a:close/>
                <a:moveTo>
                  <a:pt x="63777" y="293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969D7-8336-4A75-B806-1F9CA119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017" y="6366253"/>
            <a:ext cx="62874" cy="43751"/>
          </a:xfrm>
          <a:custGeom xmlns:a="http://schemas.openxmlformats.org/drawingml/2006/main">
            <a:pathLst>
              <a:path w="62874" h="43751">
                <a:moveTo>
                  <a:pt x="48980" y="9787"/>
                </a:moveTo>
                <a:lnTo>
                  <a:pt x="29755" y="19458"/>
                </a:lnTo>
                <a:lnTo>
                  <a:pt x="34197" y="28168"/>
                </a:lnTo>
                <a:cubicBezTo>
                  <a:pt x="35785" y="31415"/>
                  <a:pt x="37897" y="33513"/>
                  <a:pt x="40460" y="34430"/>
                </a:cubicBezTo>
                <a:cubicBezTo>
                  <a:pt x="43009" y="35333"/>
                  <a:pt x="45805" y="34998"/>
                  <a:pt x="48936" y="33454"/>
                </a:cubicBezTo>
                <a:cubicBezTo>
                  <a:pt x="51951" y="31925"/>
                  <a:pt x="53874" y="29813"/>
                  <a:pt x="54675" y="27206"/>
                </a:cubicBezTo>
                <a:cubicBezTo>
                  <a:pt x="55476" y="24643"/>
                  <a:pt x="55024" y="21745"/>
                  <a:pt x="53422" y="18497"/>
                </a:cubicBezTo>
                <a:lnTo>
                  <a:pt x="48980" y="9787"/>
                </a:lnTo>
                <a:close/>
                <a:moveTo>
                  <a:pt x="51208" y="0"/>
                </a:moveTo>
                <a:lnTo>
                  <a:pt x="59117" y="15598"/>
                </a:lnTo>
                <a:cubicBezTo>
                  <a:pt x="62015" y="21337"/>
                  <a:pt x="62874" y="26347"/>
                  <a:pt x="61782" y="30614"/>
                </a:cubicBezTo>
                <a:cubicBezTo>
                  <a:pt x="60646" y="34823"/>
                  <a:pt x="57573" y="38232"/>
                  <a:pt x="52577" y="40737"/>
                </a:cubicBezTo>
                <a:cubicBezTo>
                  <a:pt x="47509" y="43300"/>
                  <a:pt x="42950" y="43751"/>
                  <a:pt x="38916" y="42106"/>
                </a:cubicBezTo>
                <a:cubicBezTo>
                  <a:pt x="34823" y="40518"/>
                  <a:pt x="31357" y="36819"/>
                  <a:pt x="28444" y="31066"/>
                </a:cubicBezTo>
                <a:lnTo>
                  <a:pt x="24075" y="22371"/>
                </a:lnTo>
                <a:lnTo>
                  <a:pt x="3525" y="32726"/>
                </a:lnTo>
                <a:lnTo>
                  <a:pt x="0" y="25779"/>
                </a:lnTo>
                <a:lnTo>
                  <a:pt x="51208" y="0"/>
                </a:lnTo>
                <a:close/>
                <a:moveTo>
                  <a:pt x="512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12B50-F5AE-481B-81AE-BD6646D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16" y="5316320"/>
            <a:ext cx="67302" cy="57573"/>
          </a:xfrm>
          <a:custGeom xmlns:a="http://schemas.openxmlformats.org/drawingml/2006/main">
            <a:pathLst>
              <a:path w="67302" h="57573">
                <a:moveTo>
                  <a:pt x="52053" y="0"/>
                </a:moveTo>
                <a:lnTo>
                  <a:pt x="67302" y="32872"/>
                </a:lnTo>
                <a:lnTo>
                  <a:pt x="61331" y="35668"/>
                </a:lnTo>
                <a:lnTo>
                  <a:pt x="49373" y="9773"/>
                </a:lnTo>
                <a:lnTo>
                  <a:pt x="33964" y="16895"/>
                </a:lnTo>
                <a:lnTo>
                  <a:pt x="45455" y="41698"/>
                </a:lnTo>
                <a:lnTo>
                  <a:pt x="39542" y="44421"/>
                </a:lnTo>
                <a:lnTo>
                  <a:pt x="28051" y="19618"/>
                </a:lnTo>
                <a:lnTo>
                  <a:pt x="9219" y="28328"/>
                </a:lnTo>
                <a:lnTo>
                  <a:pt x="21453" y="54835"/>
                </a:lnTo>
                <a:lnTo>
                  <a:pt x="15526" y="57573"/>
                </a:lnTo>
                <a:lnTo>
                  <a:pt x="0" y="24060"/>
                </a:lnTo>
                <a:lnTo>
                  <a:pt x="52053" y="0"/>
                </a:lnTo>
                <a:close/>
                <a:moveTo>
                  <a:pt x="520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E65CE-0D6D-4306-9036-09BE2B2C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087" y="5361426"/>
            <a:ext cx="70273" cy="63442"/>
          </a:xfrm>
          <a:custGeom xmlns:a="http://schemas.openxmlformats.org/drawingml/2006/main">
            <a:pathLst>
              <a:path w="70273" h="63442">
                <a:moveTo>
                  <a:pt x="52068" y="0"/>
                </a:moveTo>
                <a:lnTo>
                  <a:pt x="56437" y="9452"/>
                </a:lnTo>
                <a:lnTo>
                  <a:pt x="23565" y="52679"/>
                </a:lnTo>
                <a:lnTo>
                  <a:pt x="67084" y="32551"/>
                </a:lnTo>
                <a:lnTo>
                  <a:pt x="70273" y="39368"/>
                </a:lnTo>
                <a:lnTo>
                  <a:pt x="18205" y="63442"/>
                </a:lnTo>
                <a:lnTo>
                  <a:pt x="13836" y="53932"/>
                </a:lnTo>
                <a:lnTo>
                  <a:pt x="46708" y="10763"/>
                </a:lnTo>
                <a:lnTo>
                  <a:pt x="3190" y="30891"/>
                </a:lnTo>
                <a:lnTo>
                  <a:pt x="0" y="24075"/>
                </a:lnTo>
                <a:lnTo>
                  <a:pt x="52068" y="0"/>
                </a:lnTo>
                <a:close/>
                <a:moveTo>
                  <a:pt x="520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F64FF-63AD-4874-8DDA-3CD1E614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017" y="5419232"/>
            <a:ext cx="61389" cy="56772"/>
          </a:xfrm>
          <a:custGeom xmlns:a="http://schemas.openxmlformats.org/drawingml/2006/main">
            <a:pathLst>
              <a:path w="61389" h="56772">
                <a:moveTo>
                  <a:pt x="60821" y="36411"/>
                </a:moveTo>
                <a:lnTo>
                  <a:pt x="53364" y="39819"/>
                </a:lnTo>
                <a:cubicBezTo>
                  <a:pt x="54500" y="36469"/>
                  <a:pt x="54966" y="33163"/>
                  <a:pt x="54849" y="29988"/>
                </a:cubicBezTo>
                <a:cubicBezTo>
                  <a:pt x="54675" y="26798"/>
                  <a:pt x="53932" y="23667"/>
                  <a:pt x="52519" y="20652"/>
                </a:cubicBezTo>
                <a:cubicBezTo>
                  <a:pt x="49781" y="14739"/>
                  <a:pt x="45863" y="10982"/>
                  <a:pt x="40737" y="9496"/>
                </a:cubicBezTo>
                <a:cubicBezTo>
                  <a:pt x="35610" y="8025"/>
                  <a:pt x="29639" y="8870"/>
                  <a:pt x="22764" y="12059"/>
                </a:cubicBezTo>
                <a:cubicBezTo>
                  <a:pt x="15933" y="15249"/>
                  <a:pt x="11375" y="19225"/>
                  <a:pt x="9219" y="24060"/>
                </a:cubicBezTo>
                <a:cubicBezTo>
                  <a:pt x="7064" y="28896"/>
                  <a:pt x="7340" y="34299"/>
                  <a:pt x="10079" y="40285"/>
                </a:cubicBezTo>
                <a:cubicBezTo>
                  <a:pt x="11491" y="43300"/>
                  <a:pt x="13370" y="45907"/>
                  <a:pt x="15700" y="48077"/>
                </a:cubicBezTo>
                <a:cubicBezTo>
                  <a:pt x="18031" y="50233"/>
                  <a:pt x="20827" y="51995"/>
                  <a:pt x="24119" y="53364"/>
                </a:cubicBezTo>
                <a:lnTo>
                  <a:pt x="16778" y="56772"/>
                </a:lnTo>
                <a:cubicBezTo>
                  <a:pt x="13996" y="55068"/>
                  <a:pt x="11491" y="53029"/>
                  <a:pt x="9394" y="50684"/>
                </a:cubicBezTo>
                <a:cubicBezTo>
                  <a:pt x="7282" y="48296"/>
                  <a:pt x="5520" y="45572"/>
                  <a:pt x="4093" y="42557"/>
                </a:cubicBezTo>
                <a:cubicBezTo>
                  <a:pt x="451" y="34649"/>
                  <a:pt x="0" y="27308"/>
                  <a:pt x="2738" y="20536"/>
                </a:cubicBezTo>
                <a:cubicBezTo>
                  <a:pt x="5462" y="13822"/>
                  <a:pt x="10982" y="8476"/>
                  <a:pt x="19342" y="4661"/>
                </a:cubicBezTo>
                <a:cubicBezTo>
                  <a:pt x="27701" y="801"/>
                  <a:pt x="35333" y="0"/>
                  <a:pt x="42266" y="2272"/>
                </a:cubicBezTo>
                <a:cubicBezTo>
                  <a:pt x="49155" y="4602"/>
                  <a:pt x="54442" y="9671"/>
                  <a:pt x="58083" y="17579"/>
                </a:cubicBezTo>
                <a:cubicBezTo>
                  <a:pt x="59568" y="20652"/>
                  <a:pt x="60471" y="23784"/>
                  <a:pt x="60937" y="26915"/>
                </a:cubicBezTo>
                <a:cubicBezTo>
                  <a:pt x="61389" y="30090"/>
                  <a:pt x="61331" y="33221"/>
                  <a:pt x="60821" y="36411"/>
                </a:cubicBezTo>
                <a:close/>
                <a:moveTo>
                  <a:pt x="60821" y="364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F1BD5-84F6-434A-B947-2E006DA3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902" y="5472931"/>
            <a:ext cx="46533" cy="43242"/>
          </a:xfrm>
          <a:custGeom xmlns:a="http://schemas.openxmlformats.org/drawingml/2006/main">
            <a:pathLst>
              <a:path w="46533" h="43242">
                <a:moveTo>
                  <a:pt x="38348" y="14681"/>
                </a:moveTo>
                <a:cubicBezTo>
                  <a:pt x="36746" y="11215"/>
                  <a:pt x="34139" y="9117"/>
                  <a:pt x="30542" y="8375"/>
                </a:cubicBezTo>
                <a:cubicBezTo>
                  <a:pt x="26900" y="7632"/>
                  <a:pt x="22808" y="8316"/>
                  <a:pt x="18089" y="10472"/>
                </a:cubicBezTo>
                <a:cubicBezTo>
                  <a:pt x="13428" y="12642"/>
                  <a:pt x="10239" y="15307"/>
                  <a:pt x="8476" y="18555"/>
                </a:cubicBezTo>
                <a:cubicBezTo>
                  <a:pt x="6714" y="21803"/>
                  <a:pt x="6598" y="25153"/>
                  <a:pt x="8185" y="28561"/>
                </a:cubicBezTo>
                <a:cubicBezTo>
                  <a:pt x="9787" y="32042"/>
                  <a:pt x="12394" y="34081"/>
                  <a:pt x="15977" y="34823"/>
                </a:cubicBezTo>
                <a:cubicBezTo>
                  <a:pt x="19618" y="35625"/>
                  <a:pt x="23784" y="34882"/>
                  <a:pt x="28386" y="32770"/>
                </a:cubicBezTo>
                <a:cubicBezTo>
                  <a:pt x="33047" y="30614"/>
                  <a:pt x="36236" y="27935"/>
                  <a:pt x="37998" y="24643"/>
                </a:cubicBezTo>
                <a:cubicBezTo>
                  <a:pt x="39819" y="21395"/>
                  <a:pt x="39936" y="18104"/>
                  <a:pt x="38348" y="14681"/>
                </a:cubicBezTo>
                <a:close/>
                <a:moveTo>
                  <a:pt x="43751" y="12176"/>
                </a:moveTo>
                <a:cubicBezTo>
                  <a:pt x="46358" y="17754"/>
                  <a:pt x="46533" y="22939"/>
                  <a:pt x="44378" y="27833"/>
                </a:cubicBezTo>
                <a:cubicBezTo>
                  <a:pt x="42266" y="32668"/>
                  <a:pt x="37940" y="36586"/>
                  <a:pt x="31576" y="39542"/>
                </a:cubicBezTo>
                <a:cubicBezTo>
                  <a:pt x="25138" y="42499"/>
                  <a:pt x="19400" y="43242"/>
                  <a:pt x="14273" y="41712"/>
                </a:cubicBezTo>
                <a:cubicBezTo>
                  <a:pt x="9219" y="40227"/>
                  <a:pt x="5345" y="36702"/>
                  <a:pt x="2782" y="31124"/>
                </a:cubicBezTo>
                <a:cubicBezTo>
                  <a:pt x="160" y="25488"/>
                  <a:pt x="0" y="20259"/>
                  <a:pt x="2156" y="15424"/>
                </a:cubicBezTo>
                <a:cubicBezTo>
                  <a:pt x="4326" y="10588"/>
                  <a:pt x="8593" y="6670"/>
                  <a:pt x="15016" y="3699"/>
                </a:cubicBezTo>
                <a:cubicBezTo>
                  <a:pt x="21381" y="743"/>
                  <a:pt x="27133" y="0"/>
                  <a:pt x="32260" y="1486"/>
                </a:cubicBezTo>
                <a:cubicBezTo>
                  <a:pt x="37314" y="3029"/>
                  <a:pt x="41188" y="6554"/>
                  <a:pt x="43751" y="12176"/>
                </a:cubicBezTo>
                <a:close/>
                <a:moveTo>
                  <a:pt x="43751" y="121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054F5-24FF-4C73-94E0-6FDA18C8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753" y="5516682"/>
            <a:ext cx="66224" cy="47567"/>
          </a:xfrm>
          <a:custGeom xmlns:a="http://schemas.openxmlformats.org/drawingml/2006/main">
            <a:pathLst>
              <a:path w="66224" h="47567">
                <a:moveTo>
                  <a:pt x="42106" y="25837"/>
                </a:moveTo>
                <a:lnTo>
                  <a:pt x="63268" y="16050"/>
                </a:lnTo>
                <a:lnTo>
                  <a:pt x="66224" y="22473"/>
                </a:lnTo>
                <a:lnTo>
                  <a:pt x="11943" y="47567"/>
                </a:lnTo>
                <a:lnTo>
                  <a:pt x="8986" y="41144"/>
                </a:lnTo>
                <a:lnTo>
                  <a:pt x="14856" y="38406"/>
                </a:lnTo>
                <a:cubicBezTo>
                  <a:pt x="11943" y="38130"/>
                  <a:pt x="9394" y="37212"/>
                  <a:pt x="7340" y="35683"/>
                </a:cubicBezTo>
                <a:cubicBezTo>
                  <a:pt x="5229" y="34197"/>
                  <a:pt x="3525" y="31983"/>
                  <a:pt x="2214" y="29071"/>
                </a:cubicBezTo>
                <a:cubicBezTo>
                  <a:pt x="0" y="24352"/>
                  <a:pt x="117" y="19633"/>
                  <a:pt x="2505" y="14972"/>
                </a:cubicBezTo>
                <a:cubicBezTo>
                  <a:pt x="4952" y="10253"/>
                  <a:pt x="9219" y="6496"/>
                  <a:pt x="15307" y="3641"/>
                </a:cubicBezTo>
                <a:cubicBezTo>
                  <a:pt x="21453" y="801"/>
                  <a:pt x="27075" y="0"/>
                  <a:pt x="32202" y="1194"/>
                </a:cubicBezTo>
                <a:cubicBezTo>
                  <a:pt x="37372" y="2447"/>
                  <a:pt x="41013" y="5418"/>
                  <a:pt x="43183" y="10137"/>
                </a:cubicBezTo>
                <a:cubicBezTo>
                  <a:pt x="44552" y="13035"/>
                  <a:pt x="45120" y="15759"/>
                  <a:pt x="44946" y="18322"/>
                </a:cubicBezTo>
                <a:cubicBezTo>
                  <a:pt x="44771" y="20885"/>
                  <a:pt x="43810" y="23390"/>
                  <a:pt x="42106" y="25837"/>
                </a:cubicBezTo>
                <a:close/>
                <a:moveTo>
                  <a:pt x="18380" y="10253"/>
                </a:moveTo>
                <a:cubicBezTo>
                  <a:pt x="13661" y="12467"/>
                  <a:pt x="10414" y="15132"/>
                  <a:pt x="8651" y="18322"/>
                </a:cubicBezTo>
                <a:cubicBezTo>
                  <a:pt x="6831" y="21512"/>
                  <a:pt x="6772" y="24759"/>
                  <a:pt x="8302" y="28168"/>
                </a:cubicBezTo>
                <a:cubicBezTo>
                  <a:pt x="9904" y="31576"/>
                  <a:pt x="12453" y="33629"/>
                  <a:pt x="16050" y="34314"/>
                </a:cubicBezTo>
                <a:cubicBezTo>
                  <a:pt x="19633" y="35056"/>
                  <a:pt x="23784" y="34314"/>
                  <a:pt x="28503" y="32100"/>
                </a:cubicBezTo>
                <a:cubicBezTo>
                  <a:pt x="33221" y="29930"/>
                  <a:pt x="36469" y="27265"/>
                  <a:pt x="38232" y="24075"/>
                </a:cubicBezTo>
                <a:cubicBezTo>
                  <a:pt x="39994" y="20885"/>
                  <a:pt x="40110" y="17579"/>
                  <a:pt x="38567" y="14171"/>
                </a:cubicBezTo>
                <a:cubicBezTo>
                  <a:pt x="36979" y="10821"/>
                  <a:pt x="34416" y="8768"/>
                  <a:pt x="30833" y="8025"/>
                </a:cubicBezTo>
                <a:cubicBezTo>
                  <a:pt x="27250" y="7340"/>
                  <a:pt x="23099" y="8083"/>
                  <a:pt x="18380" y="10253"/>
                </a:cubicBezTo>
                <a:close/>
                <a:moveTo>
                  <a:pt x="18380" y="102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B1107-B69F-4074-9799-E40E79D3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542" y="5562196"/>
            <a:ext cx="46490" cy="46198"/>
          </a:xfrm>
          <a:custGeom xmlns:a="http://schemas.openxmlformats.org/drawingml/2006/main">
            <a:pathLst>
              <a:path w="46490" h="46198">
                <a:moveTo>
                  <a:pt x="32886" y="38858"/>
                </a:moveTo>
                <a:lnTo>
                  <a:pt x="29697" y="40343"/>
                </a:lnTo>
                <a:lnTo>
                  <a:pt x="16108" y="10821"/>
                </a:lnTo>
                <a:cubicBezTo>
                  <a:pt x="11783" y="13152"/>
                  <a:pt x="9044" y="16050"/>
                  <a:pt x="7850" y="19458"/>
                </a:cubicBezTo>
                <a:cubicBezTo>
                  <a:pt x="6598" y="22939"/>
                  <a:pt x="7005" y="26798"/>
                  <a:pt x="8986" y="31008"/>
                </a:cubicBezTo>
                <a:cubicBezTo>
                  <a:pt x="10122" y="33513"/>
                  <a:pt x="11491" y="35741"/>
                  <a:pt x="13195" y="37780"/>
                </a:cubicBezTo>
                <a:cubicBezTo>
                  <a:pt x="14856" y="39834"/>
                  <a:pt x="16836" y="41712"/>
                  <a:pt x="19123" y="43416"/>
                </a:cubicBezTo>
                <a:lnTo>
                  <a:pt x="13035" y="46198"/>
                </a:lnTo>
                <a:cubicBezTo>
                  <a:pt x="10982" y="44378"/>
                  <a:pt x="9161" y="42339"/>
                  <a:pt x="7515" y="40169"/>
                </a:cubicBezTo>
                <a:cubicBezTo>
                  <a:pt x="5913" y="38013"/>
                  <a:pt x="4500" y="35683"/>
                  <a:pt x="3364" y="33178"/>
                </a:cubicBezTo>
                <a:cubicBezTo>
                  <a:pt x="451" y="26973"/>
                  <a:pt x="0" y="21177"/>
                  <a:pt x="1937" y="15875"/>
                </a:cubicBezTo>
                <a:cubicBezTo>
                  <a:pt x="3874" y="10530"/>
                  <a:pt x="7967" y="6437"/>
                  <a:pt x="14171" y="3597"/>
                </a:cubicBezTo>
                <a:cubicBezTo>
                  <a:pt x="20536" y="626"/>
                  <a:pt x="26405" y="0"/>
                  <a:pt x="31750" y="1762"/>
                </a:cubicBezTo>
                <a:cubicBezTo>
                  <a:pt x="37096" y="3481"/>
                  <a:pt x="41130" y="7239"/>
                  <a:pt x="43810" y="13093"/>
                </a:cubicBezTo>
                <a:cubicBezTo>
                  <a:pt x="46257" y="18380"/>
                  <a:pt x="46490" y="23274"/>
                  <a:pt x="44494" y="27935"/>
                </a:cubicBezTo>
                <a:cubicBezTo>
                  <a:pt x="42557" y="32551"/>
                  <a:pt x="38683" y="36193"/>
                  <a:pt x="32886" y="38858"/>
                </a:cubicBezTo>
                <a:close/>
                <a:moveTo>
                  <a:pt x="31809" y="31576"/>
                </a:moveTo>
                <a:cubicBezTo>
                  <a:pt x="35275" y="29930"/>
                  <a:pt x="37605" y="27658"/>
                  <a:pt x="38800" y="24759"/>
                </a:cubicBezTo>
                <a:cubicBezTo>
                  <a:pt x="39994" y="21847"/>
                  <a:pt x="39877" y="18832"/>
                  <a:pt x="38406" y="15715"/>
                </a:cubicBezTo>
                <a:cubicBezTo>
                  <a:pt x="36761" y="12118"/>
                  <a:pt x="34416" y="9729"/>
                  <a:pt x="31401" y="8476"/>
                </a:cubicBezTo>
                <a:cubicBezTo>
                  <a:pt x="28386" y="7282"/>
                  <a:pt x="24978" y="7340"/>
                  <a:pt x="21162" y="8710"/>
                </a:cubicBezTo>
                <a:lnTo>
                  <a:pt x="31809" y="31576"/>
                </a:lnTo>
                <a:close/>
                <a:moveTo>
                  <a:pt x="31809" y="315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94B91-ADDC-4D67-89C5-C9ECEBCD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466" y="5591107"/>
            <a:ext cx="64913" cy="51937"/>
          </a:xfrm>
          <a:custGeom xmlns:a="http://schemas.openxmlformats.org/drawingml/2006/main">
            <a:pathLst>
              <a:path w="64913" h="51937">
                <a:moveTo>
                  <a:pt x="0" y="43970"/>
                </a:moveTo>
                <a:lnTo>
                  <a:pt x="42848" y="0"/>
                </a:lnTo>
                <a:lnTo>
                  <a:pt x="46257" y="7399"/>
                </a:lnTo>
                <a:lnTo>
                  <a:pt x="10079" y="44145"/>
                </a:lnTo>
                <a:lnTo>
                  <a:pt x="61505" y="40387"/>
                </a:lnTo>
                <a:lnTo>
                  <a:pt x="64913" y="47728"/>
                </a:lnTo>
                <a:lnTo>
                  <a:pt x="3699" y="51937"/>
                </a:lnTo>
                <a:lnTo>
                  <a:pt x="0" y="43970"/>
                </a:lnTo>
                <a:close/>
                <a:moveTo>
                  <a:pt x="0" y="439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E54B8-D5D6-4A14-9967-DAB0306D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885" y="5649481"/>
            <a:ext cx="46475" cy="46184"/>
          </a:xfrm>
          <a:custGeom xmlns:a="http://schemas.openxmlformats.org/drawingml/2006/main">
            <a:pathLst>
              <a:path w="46475" h="46184">
                <a:moveTo>
                  <a:pt x="32828" y="38800"/>
                </a:moveTo>
                <a:lnTo>
                  <a:pt x="29697" y="40271"/>
                </a:lnTo>
                <a:lnTo>
                  <a:pt x="16094" y="10749"/>
                </a:lnTo>
                <a:cubicBezTo>
                  <a:pt x="11768" y="13079"/>
                  <a:pt x="9044" y="15977"/>
                  <a:pt x="7850" y="19458"/>
                </a:cubicBezTo>
                <a:cubicBezTo>
                  <a:pt x="6598" y="22866"/>
                  <a:pt x="6991" y="26740"/>
                  <a:pt x="8928" y="30993"/>
                </a:cubicBezTo>
                <a:cubicBezTo>
                  <a:pt x="10064" y="33440"/>
                  <a:pt x="11491" y="35668"/>
                  <a:pt x="13195" y="37707"/>
                </a:cubicBezTo>
                <a:cubicBezTo>
                  <a:pt x="14841" y="39761"/>
                  <a:pt x="16836" y="41640"/>
                  <a:pt x="19050" y="43344"/>
                </a:cubicBezTo>
                <a:lnTo>
                  <a:pt x="13021" y="46184"/>
                </a:lnTo>
                <a:cubicBezTo>
                  <a:pt x="10982" y="44319"/>
                  <a:pt x="9161" y="42266"/>
                  <a:pt x="7501" y="40110"/>
                </a:cubicBezTo>
                <a:cubicBezTo>
                  <a:pt x="5855" y="37940"/>
                  <a:pt x="4486" y="35610"/>
                  <a:pt x="3350" y="33105"/>
                </a:cubicBezTo>
                <a:cubicBezTo>
                  <a:pt x="451" y="26900"/>
                  <a:pt x="0" y="21104"/>
                  <a:pt x="1922" y="15817"/>
                </a:cubicBezTo>
                <a:cubicBezTo>
                  <a:pt x="3860" y="10457"/>
                  <a:pt x="7967" y="6423"/>
                  <a:pt x="14098" y="3525"/>
                </a:cubicBezTo>
                <a:cubicBezTo>
                  <a:pt x="20536" y="568"/>
                  <a:pt x="26391" y="0"/>
                  <a:pt x="31736" y="1704"/>
                </a:cubicBezTo>
                <a:cubicBezTo>
                  <a:pt x="37096" y="3408"/>
                  <a:pt x="41130" y="7166"/>
                  <a:pt x="43795" y="13021"/>
                </a:cubicBezTo>
                <a:cubicBezTo>
                  <a:pt x="46242" y="18307"/>
                  <a:pt x="46475" y="23259"/>
                  <a:pt x="44480" y="27876"/>
                </a:cubicBezTo>
                <a:cubicBezTo>
                  <a:pt x="42557" y="32479"/>
                  <a:pt x="38625" y="36120"/>
                  <a:pt x="32828" y="38800"/>
                </a:cubicBezTo>
                <a:close/>
                <a:moveTo>
                  <a:pt x="31736" y="31517"/>
                </a:moveTo>
                <a:cubicBezTo>
                  <a:pt x="35275" y="29857"/>
                  <a:pt x="37605" y="27585"/>
                  <a:pt x="38800" y="24687"/>
                </a:cubicBezTo>
                <a:cubicBezTo>
                  <a:pt x="39994" y="21847"/>
                  <a:pt x="39877" y="18774"/>
                  <a:pt x="38392" y="15642"/>
                </a:cubicBezTo>
                <a:cubicBezTo>
                  <a:pt x="36746" y="12059"/>
                  <a:pt x="34416" y="9671"/>
                  <a:pt x="31401" y="8418"/>
                </a:cubicBezTo>
                <a:cubicBezTo>
                  <a:pt x="28386" y="7224"/>
                  <a:pt x="24978" y="7340"/>
                  <a:pt x="21162" y="8695"/>
                </a:cubicBezTo>
                <a:lnTo>
                  <a:pt x="31736" y="31517"/>
                </a:lnTo>
                <a:close/>
                <a:moveTo>
                  <a:pt x="31736" y="315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C173B-9FFB-4112-A624-6E3A9B9F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328" y="5690261"/>
            <a:ext cx="50233" cy="25662"/>
          </a:xfrm>
          <a:custGeom xmlns:a="http://schemas.openxmlformats.org/drawingml/2006/main">
            <a:pathLst>
              <a:path w="50233" h="25662">
                <a:moveTo>
                  <a:pt x="43635" y="25662"/>
                </a:moveTo>
                <a:cubicBezTo>
                  <a:pt x="43737" y="24759"/>
                  <a:pt x="43693" y="23842"/>
                  <a:pt x="43460" y="22881"/>
                </a:cubicBezTo>
                <a:cubicBezTo>
                  <a:pt x="43285" y="21963"/>
                  <a:pt x="42950" y="20944"/>
                  <a:pt x="42499" y="19924"/>
                </a:cubicBezTo>
                <a:cubicBezTo>
                  <a:pt x="40780" y="16327"/>
                  <a:pt x="38333" y="14055"/>
                  <a:pt x="35100" y="13210"/>
                </a:cubicBezTo>
                <a:cubicBezTo>
                  <a:pt x="31794" y="12351"/>
                  <a:pt x="27978" y="12977"/>
                  <a:pt x="23551" y="15030"/>
                </a:cubicBezTo>
                <a:lnTo>
                  <a:pt x="3015" y="24526"/>
                </a:lnTo>
                <a:lnTo>
                  <a:pt x="0" y="18104"/>
                </a:lnTo>
                <a:lnTo>
                  <a:pt x="39076" y="0"/>
                </a:lnTo>
                <a:lnTo>
                  <a:pt x="42033" y="6496"/>
                </a:lnTo>
                <a:lnTo>
                  <a:pt x="35945" y="9278"/>
                </a:lnTo>
                <a:cubicBezTo>
                  <a:pt x="38960" y="9569"/>
                  <a:pt x="41523" y="10472"/>
                  <a:pt x="43693" y="12118"/>
                </a:cubicBezTo>
                <a:cubicBezTo>
                  <a:pt x="45849" y="13720"/>
                  <a:pt x="47611" y="16108"/>
                  <a:pt x="49038" y="19181"/>
                </a:cubicBezTo>
                <a:cubicBezTo>
                  <a:pt x="49257" y="19633"/>
                  <a:pt x="49432" y="20143"/>
                  <a:pt x="49665" y="20711"/>
                </a:cubicBezTo>
                <a:cubicBezTo>
                  <a:pt x="49825" y="21220"/>
                  <a:pt x="50000" y="21905"/>
                  <a:pt x="50233" y="22589"/>
                </a:cubicBezTo>
                <a:lnTo>
                  <a:pt x="43635" y="25662"/>
                </a:lnTo>
                <a:close/>
                <a:moveTo>
                  <a:pt x="43635" y="256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C5A86-FCB5-47D1-AE87-50B71C59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033" y="5712850"/>
            <a:ext cx="57238" cy="31517"/>
          </a:xfrm>
          <a:custGeom xmlns:a="http://schemas.openxmlformats.org/drawingml/2006/main">
            <a:pathLst>
              <a:path w="57238" h="31517">
                <a:moveTo>
                  <a:pt x="39033" y="7064"/>
                </a:moveTo>
                <a:lnTo>
                  <a:pt x="41989" y="13428"/>
                </a:lnTo>
                <a:lnTo>
                  <a:pt x="2957" y="31517"/>
                </a:lnTo>
                <a:lnTo>
                  <a:pt x="0" y="25094"/>
                </a:lnTo>
                <a:lnTo>
                  <a:pt x="39033" y="7064"/>
                </a:lnTo>
                <a:close/>
                <a:moveTo>
                  <a:pt x="54223" y="0"/>
                </a:moveTo>
                <a:lnTo>
                  <a:pt x="57238" y="6437"/>
                </a:lnTo>
                <a:lnTo>
                  <a:pt x="49097" y="10181"/>
                </a:lnTo>
                <a:lnTo>
                  <a:pt x="46082" y="3758"/>
                </a:lnTo>
                <a:lnTo>
                  <a:pt x="54223" y="0"/>
                </a:lnTo>
                <a:close/>
                <a:moveTo>
                  <a:pt x="542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3012F-CA01-4724-8084-A29FD145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704" y="5734639"/>
            <a:ext cx="62860" cy="30614"/>
          </a:xfrm>
          <a:custGeom xmlns:a="http://schemas.openxmlformats.org/drawingml/2006/main">
            <a:pathLst>
              <a:path w="62860" h="30614">
                <a:moveTo>
                  <a:pt x="62860" y="17812"/>
                </a:moveTo>
                <a:lnTo>
                  <a:pt x="57515" y="20259"/>
                </a:lnTo>
                <a:lnTo>
                  <a:pt x="54675" y="14171"/>
                </a:lnTo>
                <a:cubicBezTo>
                  <a:pt x="53655" y="11841"/>
                  <a:pt x="52461" y="10472"/>
                  <a:pt x="51092" y="10020"/>
                </a:cubicBezTo>
                <a:cubicBezTo>
                  <a:pt x="49723" y="9569"/>
                  <a:pt x="47844" y="9846"/>
                  <a:pt x="45455" y="10982"/>
                </a:cubicBezTo>
                <a:lnTo>
                  <a:pt x="41989" y="12584"/>
                </a:lnTo>
                <a:lnTo>
                  <a:pt x="46883" y="23157"/>
                </a:lnTo>
                <a:lnTo>
                  <a:pt x="41873" y="25429"/>
                </a:lnTo>
                <a:lnTo>
                  <a:pt x="37037" y="14856"/>
                </a:lnTo>
                <a:lnTo>
                  <a:pt x="2957" y="30614"/>
                </a:lnTo>
                <a:lnTo>
                  <a:pt x="0" y="24177"/>
                </a:lnTo>
                <a:lnTo>
                  <a:pt x="34022" y="8418"/>
                </a:lnTo>
                <a:lnTo>
                  <a:pt x="31182" y="2287"/>
                </a:lnTo>
                <a:lnTo>
                  <a:pt x="36178" y="0"/>
                </a:lnTo>
                <a:lnTo>
                  <a:pt x="39033" y="6146"/>
                </a:lnTo>
                <a:lnTo>
                  <a:pt x="41756" y="4894"/>
                </a:lnTo>
                <a:cubicBezTo>
                  <a:pt x="46082" y="2855"/>
                  <a:pt x="49723" y="2389"/>
                  <a:pt x="52621" y="3525"/>
                </a:cubicBezTo>
                <a:cubicBezTo>
                  <a:pt x="55578" y="4617"/>
                  <a:pt x="58025" y="7340"/>
                  <a:pt x="60078" y="11724"/>
                </a:cubicBezTo>
                <a:lnTo>
                  <a:pt x="62860" y="17812"/>
                </a:lnTo>
                <a:close/>
                <a:moveTo>
                  <a:pt x="62860" y="178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BD886-D2B1-4C0B-84D1-F77CC7E9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802" y="5757796"/>
            <a:ext cx="57223" cy="31517"/>
          </a:xfrm>
          <a:custGeom xmlns:a="http://schemas.openxmlformats.org/drawingml/2006/main">
            <a:pathLst>
              <a:path w="57223" h="31517">
                <a:moveTo>
                  <a:pt x="39076" y="7049"/>
                </a:moveTo>
                <a:lnTo>
                  <a:pt x="42033" y="13487"/>
                </a:lnTo>
                <a:lnTo>
                  <a:pt x="2957" y="31517"/>
                </a:lnTo>
                <a:lnTo>
                  <a:pt x="0" y="25094"/>
                </a:lnTo>
                <a:lnTo>
                  <a:pt x="39076" y="7049"/>
                </a:lnTo>
                <a:close/>
                <a:moveTo>
                  <a:pt x="54267" y="0"/>
                </a:moveTo>
                <a:lnTo>
                  <a:pt x="57223" y="6423"/>
                </a:lnTo>
                <a:lnTo>
                  <a:pt x="49097" y="10181"/>
                </a:lnTo>
                <a:lnTo>
                  <a:pt x="46140" y="3758"/>
                </a:lnTo>
                <a:lnTo>
                  <a:pt x="54267" y="0"/>
                </a:lnTo>
                <a:close/>
                <a:moveTo>
                  <a:pt x="5426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A3432-221C-4A3F-A246-08CB97F6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706" y="5787493"/>
            <a:ext cx="46490" cy="46198"/>
          </a:xfrm>
          <a:custGeom xmlns:a="http://schemas.openxmlformats.org/drawingml/2006/main">
            <a:pathLst>
              <a:path w="46490" h="46198">
                <a:moveTo>
                  <a:pt x="32828" y="38858"/>
                </a:moveTo>
                <a:lnTo>
                  <a:pt x="29711" y="40343"/>
                </a:lnTo>
                <a:lnTo>
                  <a:pt x="16050" y="10807"/>
                </a:lnTo>
                <a:cubicBezTo>
                  <a:pt x="11783" y="13137"/>
                  <a:pt x="9059" y="16050"/>
                  <a:pt x="7865" y="19458"/>
                </a:cubicBezTo>
                <a:cubicBezTo>
                  <a:pt x="6612" y="22924"/>
                  <a:pt x="7005" y="26798"/>
                  <a:pt x="8943" y="31066"/>
                </a:cubicBezTo>
                <a:cubicBezTo>
                  <a:pt x="10079" y="33513"/>
                  <a:pt x="11506" y="35726"/>
                  <a:pt x="13152" y="37780"/>
                </a:cubicBezTo>
                <a:cubicBezTo>
                  <a:pt x="14856" y="39834"/>
                  <a:pt x="16793" y="41698"/>
                  <a:pt x="19065" y="43416"/>
                </a:cubicBezTo>
                <a:lnTo>
                  <a:pt x="13035" y="46198"/>
                </a:lnTo>
                <a:cubicBezTo>
                  <a:pt x="10982" y="44378"/>
                  <a:pt x="9161" y="42324"/>
                  <a:pt x="7515" y="40169"/>
                </a:cubicBezTo>
                <a:cubicBezTo>
                  <a:pt x="5869" y="38013"/>
                  <a:pt x="4500" y="35668"/>
                  <a:pt x="3364" y="33178"/>
                </a:cubicBezTo>
                <a:cubicBezTo>
                  <a:pt x="466" y="26973"/>
                  <a:pt x="0" y="21162"/>
                  <a:pt x="1937" y="15875"/>
                </a:cubicBezTo>
                <a:cubicBezTo>
                  <a:pt x="3874" y="10530"/>
                  <a:pt x="7967" y="6481"/>
                  <a:pt x="14113" y="3583"/>
                </a:cubicBezTo>
                <a:cubicBezTo>
                  <a:pt x="20550" y="626"/>
                  <a:pt x="26405" y="0"/>
                  <a:pt x="31750" y="1762"/>
                </a:cubicBezTo>
                <a:cubicBezTo>
                  <a:pt x="37096" y="3466"/>
                  <a:pt x="41086" y="7224"/>
                  <a:pt x="43810" y="13093"/>
                </a:cubicBezTo>
                <a:cubicBezTo>
                  <a:pt x="46257" y="18380"/>
                  <a:pt x="46490" y="23274"/>
                  <a:pt x="44494" y="27935"/>
                </a:cubicBezTo>
                <a:cubicBezTo>
                  <a:pt x="42557" y="32551"/>
                  <a:pt x="38639" y="36193"/>
                  <a:pt x="32828" y="38858"/>
                </a:cubicBezTo>
                <a:close/>
                <a:moveTo>
                  <a:pt x="31750" y="31576"/>
                </a:moveTo>
                <a:cubicBezTo>
                  <a:pt x="35217" y="29930"/>
                  <a:pt x="37620" y="27658"/>
                  <a:pt x="38814" y="24745"/>
                </a:cubicBezTo>
                <a:cubicBezTo>
                  <a:pt x="40008" y="21847"/>
                  <a:pt x="39892" y="18832"/>
                  <a:pt x="38406" y="15700"/>
                </a:cubicBezTo>
                <a:cubicBezTo>
                  <a:pt x="36761" y="12118"/>
                  <a:pt x="34430" y="9729"/>
                  <a:pt x="31415" y="8476"/>
                </a:cubicBezTo>
                <a:cubicBezTo>
                  <a:pt x="28401" y="7282"/>
                  <a:pt x="24978" y="7340"/>
                  <a:pt x="21177" y="8768"/>
                </a:cubicBezTo>
                <a:lnTo>
                  <a:pt x="31750" y="31576"/>
                </a:lnTo>
                <a:close/>
                <a:moveTo>
                  <a:pt x="31750" y="315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99BD8-6902-4D0E-9EC1-0005DB5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164" y="5831186"/>
            <a:ext cx="66224" cy="47567"/>
          </a:xfrm>
          <a:custGeom xmlns:a="http://schemas.openxmlformats.org/drawingml/2006/main">
            <a:pathLst>
              <a:path w="66224" h="47567">
                <a:moveTo>
                  <a:pt x="42106" y="25837"/>
                </a:moveTo>
                <a:lnTo>
                  <a:pt x="63268" y="16108"/>
                </a:lnTo>
                <a:lnTo>
                  <a:pt x="66224" y="22473"/>
                </a:lnTo>
                <a:lnTo>
                  <a:pt x="11957" y="47567"/>
                </a:lnTo>
                <a:lnTo>
                  <a:pt x="9001" y="41130"/>
                </a:lnTo>
                <a:lnTo>
                  <a:pt x="14856" y="38465"/>
                </a:lnTo>
                <a:cubicBezTo>
                  <a:pt x="11899" y="38173"/>
                  <a:pt x="9394" y="37270"/>
                  <a:pt x="7340" y="35726"/>
                </a:cubicBezTo>
                <a:cubicBezTo>
                  <a:pt x="5243" y="34197"/>
                  <a:pt x="3539" y="31969"/>
                  <a:pt x="2228" y="29129"/>
                </a:cubicBezTo>
                <a:cubicBezTo>
                  <a:pt x="0" y="24410"/>
                  <a:pt x="117" y="19691"/>
                  <a:pt x="2505" y="14972"/>
                </a:cubicBezTo>
                <a:cubicBezTo>
                  <a:pt x="4894" y="10297"/>
                  <a:pt x="9161" y="6481"/>
                  <a:pt x="15307" y="3641"/>
                </a:cubicBezTo>
                <a:cubicBezTo>
                  <a:pt x="21453" y="859"/>
                  <a:pt x="27090" y="0"/>
                  <a:pt x="32202" y="1253"/>
                </a:cubicBezTo>
                <a:cubicBezTo>
                  <a:pt x="37387" y="2447"/>
                  <a:pt x="41028" y="5462"/>
                  <a:pt x="43183" y="10122"/>
                </a:cubicBezTo>
                <a:cubicBezTo>
                  <a:pt x="44552" y="13035"/>
                  <a:pt x="45120" y="15759"/>
                  <a:pt x="44946" y="18322"/>
                </a:cubicBezTo>
                <a:cubicBezTo>
                  <a:pt x="44786" y="20944"/>
                  <a:pt x="43810" y="23449"/>
                  <a:pt x="42106" y="25837"/>
                </a:cubicBezTo>
                <a:close/>
                <a:moveTo>
                  <a:pt x="18380" y="10297"/>
                </a:moveTo>
                <a:cubicBezTo>
                  <a:pt x="13661" y="12467"/>
                  <a:pt x="10414" y="15132"/>
                  <a:pt x="8651" y="18322"/>
                </a:cubicBezTo>
                <a:cubicBezTo>
                  <a:pt x="6831" y="21512"/>
                  <a:pt x="6714" y="24803"/>
                  <a:pt x="8316" y="28226"/>
                </a:cubicBezTo>
                <a:cubicBezTo>
                  <a:pt x="9846" y="31576"/>
                  <a:pt x="12467" y="33629"/>
                  <a:pt x="16050" y="34372"/>
                </a:cubicBezTo>
                <a:cubicBezTo>
                  <a:pt x="19633" y="35042"/>
                  <a:pt x="23784" y="34314"/>
                  <a:pt x="28503" y="32144"/>
                </a:cubicBezTo>
                <a:cubicBezTo>
                  <a:pt x="33236" y="29988"/>
                  <a:pt x="36469" y="27250"/>
                  <a:pt x="38232" y="24060"/>
                </a:cubicBezTo>
                <a:cubicBezTo>
                  <a:pt x="40008" y="20885"/>
                  <a:pt x="40110" y="17579"/>
                  <a:pt x="38581" y="14229"/>
                </a:cubicBezTo>
                <a:cubicBezTo>
                  <a:pt x="36979" y="10807"/>
                  <a:pt x="34430" y="8768"/>
                  <a:pt x="30847" y="8083"/>
                </a:cubicBezTo>
                <a:cubicBezTo>
                  <a:pt x="27250" y="7399"/>
                  <a:pt x="23099" y="8141"/>
                  <a:pt x="18380" y="10297"/>
                </a:cubicBezTo>
                <a:close/>
                <a:moveTo>
                  <a:pt x="18380" y="10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C0864-590F-412A-B236-EF50162D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244" y="5863563"/>
            <a:ext cx="76463" cy="76856"/>
          </a:xfrm>
          <a:custGeom xmlns:a="http://schemas.openxmlformats.org/drawingml/2006/main">
            <a:pathLst>
              <a:path w="76463" h="76856">
                <a:moveTo>
                  <a:pt x="46023" y="0"/>
                </a:moveTo>
                <a:lnTo>
                  <a:pt x="49330" y="7107"/>
                </a:lnTo>
                <a:lnTo>
                  <a:pt x="10355" y="38406"/>
                </a:lnTo>
                <a:lnTo>
                  <a:pt x="59394" y="28954"/>
                </a:lnTo>
                <a:lnTo>
                  <a:pt x="63093" y="36862"/>
                </a:lnTo>
                <a:lnTo>
                  <a:pt x="24119" y="68147"/>
                </a:lnTo>
                <a:lnTo>
                  <a:pt x="73157" y="58709"/>
                </a:lnTo>
                <a:lnTo>
                  <a:pt x="76463" y="65875"/>
                </a:lnTo>
                <a:lnTo>
                  <a:pt x="18380" y="76856"/>
                </a:lnTo>
                <a:lnTo>
                  <a:pt x="14288" y="67987"/>
                </a:lnTo>
                <a:lnTo>
                  <a:pt x="54383" y="36120"/>
                </a:lnTo>
                <a:lnTo>
                  <a:pt x="4093" y="45965"/>
                </a:lnTo>
                <a:lnTo>
                  <a:pt x="0" y="37096"/>
                </a:lnTo>
                <a:lnTo>
                  <a:pt x="46023" y="0"/>
                </a:lnTo>
                <a:close/>
                <a:moveTo>
                  <a:pt x="460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E0C9A-C195-41B3-8AB8-736FDD3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120" y="5935875"/>
            <a:ext cx="57238" cy="31517"/>
          </a:xfrm>
          <a:custGeom xmlns:a="http://schemas.openxmlformats.org/drawingml/2006/main">
            <a:pathLst>
              <a:path w="57238" h="31517">
                <a:moveTo>
                  <a:pt x="39033" y="7049"/>
                </a:moveTo>
                <a:lnTo>
                  <a:pt x="41989" y="13428"/>
                </a:lnTo>
                <a:lnTo>
                  <a:pt x="2957" y="31517"/>
                </a:lnTo>
                <a:lnTo>
                  <a:pt x="0" y="25080"/>
                </a:lnTo>
                <a:lnTo>
                  <a:pt x="39033" y="7049"/>
                </a:lnTo>
                <a:close/>
                <a:moveTo>
                  <a:pt x="54281" y="0"/>
                </a:moveTo>
                <a:lnTo>
                  <a:pt x="57238" y="6423"/>
                </a:lnTo>
                <a:lnTo>
                  <a:pt x="49097" y="10181"/>
                </a:lnTo>
                <a:lnTo>
                  <a:pt x="46140" y="3743"/>
                </a:lnTo>
                <a:lnTo>
                  <a:pt x="54281" y="0"/>
                </a:lnTo>
                <a:close/>
                <a:moveTo>
                  <a:pt x="542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3EC4A-5A84-4B49-85CB-D4F60C2F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354" y="5957488"/>
            <a:ext cx="50014" cy="42834"/>
          </a:xfrm>
          <a:custGeom xmlns:a="http://schemas.openxmlformats.org/drawingml/2006/main">
            <a:pathLst>
              <a:path w="50014" h="42834">
                <a:moveTo>
                  <a:pt x="50014" y="6481"/>
                </a:moveTo>
                <a:lnTo>
                  <a:pt x="38916" y="11608"/>
                </a:lnTo>
                <a:lnTo>
                  <a:pt x="45004" y="24803"/>
                </a:lnTo>
                <a:lnTo>
                  <a:pt x="40052" y="27075"/>
                </a:lnTo>
                <a:lnTo>
                  <a:pt x="33906" y="13880"/>
                </a:lnTo>
                <a:lnTo>
                  <a:pt x="12744" y="23667"/>
                </a:lnTo>
                <a:cubicBezTo>
                  <a:pt x="9554" y="25153"/>
                  <a:pt x="7734" y="26565"/>
                  <a:pt x="7224" y="27818"/>
                </a:cubicBezTo>
                <a:cubicBezTo>
                  <a:pt x="6714" y="29129"/>
                  <a:pt x="7049" y="31124"/>
                  <a:pt x="8302" y="33789"/>
                </a:cubicBezTo>
                <a:lnTo>
                  <a:pt x="11375" y="40387"/>
                </a:lnTo>
                <a:lnTo>
                  <a:pt x="5971" y="42834"/>
                </a:lnTo>
                <a:lnTo>
                  <a:pt x="2957" y="36236"/>
                </a:lnTo>
                <a:cubicBezTo>
                  <a:pt x="626" y="31284"/>
                  <a:pt x="0" y="27483"/>
                  <a:pt x="961" y="24745"/>
                </a:cubicBezTo>
                <a:cubicBezTo>
                  <a:pt x="1937" y="22021"/>
                  <a:pt x="4894" y="19516"/>
                  <a:pt x="9787" y="17244"/>
                </a:cubicBezTo>
                <a:lnTo>
                  <a:pt x="30949" y="7457"/>
                </a:lnTo>
                <a:lnTo>
                  <a:pt x="28794" y="2738"/>
                </a:lnTo>
                <a:lnTo>
                  <a:pt x="33731" y="451"/>
                </a:lnTo>
                <a:lnTo>
                  <a:pt x="35959" y="5127"/>
                </a:lnTo>
                <a:lnTo>
                  <a:pt x="47043" y="0"/>
                </a:lnTo>
                <a:lnTo>
                  <a:pt x="50014" y="6481"/>
                </a:lnTo>
                <a:close/>
                <a:moveTo>
                  <a:pt x="50014" y="64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B8E38-887E-4AE8-B984-3522901A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141" y="5983428"/>
            <a:ext cx="57223" cy="57806"/>
          </a:xfrm>
          <a:custGeom xmlns:a="http://schemas.openxmlformats.org/drawingml/2006/main">
            <a:pathLst>
              <a:path w="57223" h="57806">
                <a:moveTo>
                  <a:pt x="38683" y="46883"/>
                </a:moveTo>
                <a:lnTo>
                  <a:pt x="15132" y="57806"/>
                </a:lnTo>
                <a:lnTo>
                  <a:pt x="12118" y="51383"/>
                </a:lnTo>
                <a:lnTo>
                  <a:pt x="35493" y="40562"/>
                </a:lnTo>
                <a:cubicBezTo>
                  <a:pt x="39193" y="38858"/>
                  <a:pt x="41640" y="36877"/>
                  <a:pt x="42776" y="34590"/>
                </a:cubicBezTo>
                <a:cubicBezTo>
                  <a:pt x="43970" y="32318"/>
                  <a:pt x="43868" y="29697"/>
                  <a:pt x="42557" y="26857"/>
                </a:cubicBezTo>
                <a:cubicBezTo>
                  <a:pt x="40955" y="23390"/>
                  <a:pt x="38567" y="21162"/>
                  <a:pt x="35435" y="20201"/>
                </a:cubicBezTo>
                <a:cubicBezTo>
                  <a:pt x="32318" y="19181"/>
                  <a:pt x="28837" y="19575"/>
                  <a:pt x="25036" y="21337"/>
                </a:cubicBezTo>
                <a:lnTo>
                  <a:pt x="2957" y="31517"/>
                </a:lnTo>
                <a:lnTo>
                  <a:pt x="0" y="25094"/>
                </a:lnTo>
                <a:lnTo>
                  <a:pt x="54209" y="0"/>
                </a:lnTo>
                <a:lnTo>
                  <a:pt x="57223" y="6496"/>
                </a:lnTo>
                <a:lnTo>
                  <a:pt x="35959" y="16268"/>
                </a:lnTo>
                <a:cubicBezTo>
                  <a:pt x="39018" y="16734"/>
                  <a:pt x="41581" y="17754"/>
                  <a:pt x="43693" y="19298"/>
                </a:cubicBezTo>
                <a:cubicBezTo>
                  <a:pt x="45849" y="20827"/>
                  <a:pt x="47509" y="22983"/>
                  <a:pt x="48747" y="25721"/>
                </a:cubicBezTo>
                <a:cubicBezTo>
                  <a:pt x="50859" y="30163"/>
                  <a:pt x="51034" y="34197"/>
                  <a:pt x="49330" y="37780"/>
                </a:cubicBezTo>
                <a:cubicBezTo>
                  <a:pt x="47611" y="41363"/>
                  <a:pt x="44086" y="44436"/>
                  <a:pt x="38683" y="46883"/>
                </a:cubicBezTo>
                <a:close/>
                <a:moveTo>
                  <a:pt x="38683" y="468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6D2D8-07C4-4AB7-A299-CE992DA5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303" y="6030252"/>
            <a:ext cx="62918" cy="64579"/>
          </a:xfrm>
          <a:custGeom xmlns:a="http://schemas.openxmlformats.org/drawingml/2006/main">
            <a:pathLst>
              <a:path w="62918" h="64579">
                <a:moveTo>
                  <a:pt x="35785" y="37430"/>
                </a:moveTo>
                <a:cubicBezTo>
                  <a:pt x="35959" y="39207"/>
                  <a:pt x="35552" y="41188"/>
                  <a:pt x="34532" y="43358"/>
                </a:cubicBezTo>
                <a:cubicBezTo>
                  <a:pt x="33571" y="45572"/>
                  <a:pt x="31911" y="48077"/>
                  <a:pt x="29639" y="50859"/>
                </a:cubicBezTo>
                <a:lnTo>
                  <a:pt x="18715" y="64579"/>
                </a:lnTo>
                <a:lnTo>
                  <a:pt x="15249" y="57005"/>
                </a:lnTo>
                <a:lnTo>
                  <a:pt x="25488" y="44203"/>
                </a:lnTo>
                <a:cubicBezTo>
                  <a:pt x="28211" y="40853"/>
                  <a:pt x="29755" y="38115"/>
                  <a:pt x="30148" y="35959"/>
                </a:cubicBezTo>
                <a:cubicBezTo>
                  <a:pt x="30498" y="33848"/>
                  <a:pt x="30090" y="31343"/>
                  <a:pt x="28779" y="28561"/>
                </a:cubicBezTo>
                <a:lnTo>
                  <a:pt x="25255" y="20944"/>
                </a:lnTo>
                <a:lnTo>
                  <a:pt x="3248" y="31066"/>
                </a:lnTo>
                <a:lnTo>
                  <a:pt x="0" y="24060"/>
                </a:lnTo>
                <a:lnTo>
                  <a:pt x="52053" y="0"/>
                </a:lnTo>
                <a:lnTo>
                  <a:pt x="59394" y="15875"/>
                </a:lnTo>
                <a:cubicBezTo>
                  <a:pt x="62132" y="21847"/>
                  <a:pt x="62918" y="26857"/>
                  <a:pt x="61782" y="30949"/>
                </a:cubicBezTo>
                <a:cubicBezTo>
                  <a:pt x="60646" y="34984"/>
                  <a:pt x="57573" y="38173"/>
                  <a:pt x="52563" y="40504"/>
                </a:cubicBezTo>
                <a:cubicBezTo>
                  <a:pt x="49271" y="42047"/>
                  <a:pt x="46198" y="42557"/>
                  <a:pt x="43344" y="41989"/>
                </a:cubicBezTo>
                <a:cubicBezTo>
                  <a:pt x="40504" y="41479"/>
                  <a:pt x="37940" y="39936"/>
                  <a:pt x="35785" y="37430"/>
                </a:cubicBezTo>
                <a:close/>
                <a:moveTo>
                  <a:pt x="49490" y="9671"/>
                </a:moveTo>
                <a:lnTo>
                  <a:pt x="31008" y="18264"/>
                </a:lnTo>
                <a:lnTo>
                  <a:pt x="35100" y="27090"/>
                </a:lnTo>
                <a:cubicBezTo>
                  <a:pt x="36688" y="30498"/>
                  <a:pt x="38625" y="32653"/>
                  <a:pt x="41013" y="33687"/>
                </a:cubicBezTo>
                <a:cubicBezTo>
                  <a:pt x="43402" y="34707"/>
                  <a:pt x="46082" y="34474"/>
                  <a:pt x="49155" y="33119"/>
                </a:cubicBezTo>
                <a:cubicBezTo>
                  <a:pt x="52170" y="31692"/>
                  <a:pt x="54048" y="29755"/>
                  <a:pt x="54849" y="27308"/>
                </a:cubicBezTo>
                <a:cubicBezTo>
                  <a:pt x="55578" y="24861"/>
                  <a:pt x="55126" y="21963"/>
                  <a:pt x="53597" y="18555"/>
                </a:cubicBezTo>
                <a:lnTo>
                  <a:pt x="49490" y="9671"/>
                </a:lnTo>
                <a:close/>
                <a:moveTo>
                  <a:pt x="49490" y="96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A0D09-2827-4037-8FD8-6F04F3E5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340" y="6085218"/>
            <a:ext cx="46475" cy="46184"/>
          </a:xfrm>
          <a:custGeom xmlns:a="http://schemas.openxmlformats.org/drawingml/2006/main">
            <a:pathLst>
              <a:path w="46475" h="46184">
                <a:moveTo>
                  <a:pt x="32828" y="38800"/>
                </a:moveTo>
                <a:lnTo>
                  <a:pt x="29697" y="40271"/>
                </a:lnTo>
                <a:lnTo>
                  <a:pt x="16035" y="10807"/>
                </a:lnTo>
                <a:cubicBezTo>
                  <a:pt x="11768" y="13079"/>
                  <a:pt x="9044" y="15977"/>
                  <a:pt x="7792" y="19458"/>
                </a:cubicBezTo>
                <a:cubicBezTo>
                  <a:pt x="6598" y="22866"/>
                  <a:pt x="6991" y="26740"/>
                  <a:pt x="8928" y="30993"/>
                </a:cubicBezTo>
                <a:cubicBezTo>
                  <a:pt x="10064" y="33440"/>
                  <a:pt x="11491" y="35726"/>
                  <a:pt x="13137" y="37707"/>
                </a:cubicBezTo>
                <a:cubicBezTo>
                  <a:pt x="14841" y="39761"/>
                  <a:pt x="16778" y="41640"/>
                  <a:pt x="19050" y="43344"/>
                </a:cubicBezTo>
                <a:lnTo>
                  <a:pt x="12962" y="46184"/>
                </a:lnTo>
                <a:cubicBezTo>
                  <a:pt x="10982" y="44319"/>
                  <a:pt x="9103" y="42324"/>
                  <a:pt x="7501" y="40096"/>
                </a:cubicBezTo>
                <a:cubicBezTo>
                  <a:pt x="5855" y="37940"/>
                  <a:pt x="4486" y="35610"/>
                  <a:pt x="3292" y="33105"/>
                </a:cubicBezTo>
                <a:cubicBezTo>
                  <a:pt x="451" y="26900"/>
                  <a:pt x="0" y="21104"/>
                  <a:pt x="1937" y="15817"/>
                </a:cubicBezTo>
                <a:cubicBezTo>
                  <a:pt x="3860" y="10515"/>
                  <a:pt x="7908" y="6423"/>
                  <a:pt x="14098" y="3583"/>
                </a:cubicBezTo>
                <a:cubicBezTo>
                  <a:pt x="20478" y="626"/>
                  <a:pt x="26391" y="0"/>
                  <a:pt x="31678" y="1704"/>
                </a:cubicBezTo>
                <a:cubicBezTo>
                  <a:pt x="37037" y="3408"/>
                  <a:pt x="41072" y="7224"/>
                  <a:pt x="43795" y="13079"/>
                </a:cubicBezTo>
                <a:cubicBezTo>
                  <a:pt x="46242" y="18307"/>
                  <a:pt x="46475" y="23259"/>
                  <a:pt x="44480" y="27876"/>
                </a:cubicBezTo>
                <a:cubicBezTo>
                  <a:pt x="42499" y="32479"/>
                  <a:pt x="38625" y="36120"/>
                  <a:pt x="32828" y="38800"/>
                </a:cubicBezTo>
                <a:close/>
                <a:moveTo>
                  <a:pt x="31736" y="31517"/>
                </a:moveTo>
                <a:cubicBezTo>
                  <a:pt x="35217" y="29857"/>
                  <a:pt x="37547" y="27585"/>
                  <a:pt x="38800" y="24687"/>
                </a:cubicBezTo>
                <a:cubicBezTo>
                  <a:pt x="39994" y="21847"/>
                  <a:pt x="39877" y="18832"/>
                  <a:pt x="38392" y="15642"/>
                </a:cubicBezTo>
                <a:cubicBezTo>
                  <a:pt x="36746" y="12059"/>
                  <a:pt x="34416" y="9671"/>
                  <a:pt x="31401" y="8476"/>
                </a:cubicBezTo>
                <a:cubicBezTo>
                  <a:pt x="28386" y="7224"/>
                  <a:pt x="24978" y="7326"/>
                  <a:pt x="21162" y="8695"/>
                </a:cubicBezTo>
                <a:lnTo>
                  <a:pt x="31736" y="31517"/>
                </a:lnTo>
                <a:close/>
                <a:moveTo>
                  <a:pt x="31736" y="315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766BD-826C-45E2-9AD2-170BB91A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927" y="6126057"/>
            <a:ext cx="65773" cy="47626"/>
          </a:xfrm>
          <a:custGeom xmlns:a="http://schemas.openxmlformats.org/drawingml/2006/main">
            <a:pathLst>
              <a:path w="65773" h="47626">
                <a:moveTo>
                  <a:pt x="23725" y="21788"/>
                </a:moveTo>
                <a:lnTo>
                  <a:pt x="3015" y="31357"/>
                </a:lnTo>
                <a:lnTo>
                  <a:pt x="0" y="24861"/>
                </a:lnTo>
                <a:lnTo>
                  <a:pt x="53874" y="0"/>
                </a:lnTo>
                <a:lnTo>
                  <a:pt x="56889" y="6437"/>
                </a:lnTo>
                <a:lnTo>
                  <a:pt x="50975" y="9161"/>
                </a:lnTo>
                <a:cubicBezTo>
                  <a:pt x="53932" y="9452"/>
                  <a:pt x="56437" y="10355"/>
                  <a:pt x="58491" y="11899"/>
                </a:cubicBezTo>
                <a:cubicBezTo>
                  <a:pt x="60588" y="13428"/>
                  <a:pt x="62292" y="15598"/>
                  <a:pt x="63603" y="18497"/>
                </a:cubicBezTo>
                <a:cubicBezTo>
                  <a:pt x="65773" y="23216"/>
                  <a:pt x="65715" y="27935"/>
                  <a:pt x="63268" y="32653"/>
                </a:cubicBezTo>
                <a:cubicBezTo>
                  <a:pt x="60879" y="37329"/>
                  <a:pt x="56612" y="41130"/>
                  <a:pt x="50524" y="43926"/>
                </a:cubicBezTo>
                <a:cubicBezTo>
                  <a:pt x="44378" y="46766"/>
                  <a:pt x="38741" y="47626"/>
                  <a:pt x="33571" y="46373"/>
                </a:cubicBezTo>
                <a:cubicBezTo>
                  <a:pt x="28444" y="45179"/>
                  <a:pt x="24803" y="42164"/>
                  <a:pt x="22589" y="37445"/>
                </a:cubicBezTo>
                <a:cubicBezTo>
                  <a:pt x="21279" y="34590"/>
                  <a:pt x="20711" y="31867"/>
                  <a:pt x="20885" y="29245"/>
                </a:cubicBezTo>
                <a:cubicBezTo>
                  <a:pt x="21046" y="26682"/>
                  <a:pt x="22021" y="24177"/>
                  <a:pt x="23725" y="21788"/>
                </a:cubicBezTo>
                <a:close/>
                <a:moveTo>
                  <a:pt x="47451" y="37270"/>
                </a:moveTo>
                <a:cubicBezTo>
                  <a:pt x="52111" y="35100"/>
                  <a:pt x="55418" y="32435"/>
                  <a:pt x="57180" y="29245"/>
                </a:cubicBezTo>
                <a:cubicBezTo>
                  <a:pt x="58942" y="26056"/>
                  <a:pt x="59059" y="22764"/>
                  <a:pt x="57515" y="19400"/>
                </a:cubicBezTo>
                <a:cubicBezTo>
                  <a:pt x="55927" y="15992"/>
                  <a:pt x="53364" y="13938"/>
                  <a:pt x="49781" y="13254"/>
                </a:cubicBezTo>
                <a:cubicBezTo>
                  <a:pt x="46198" y="12525"/>
                  <a:pt x="42047" y="13254"/>
                  <a:pt x="37329" y="15482"/>
                </a:cubicBezTo>
                <a:cubicBezTo>
                  <a:pt x="32595" y="17637"/>
                  <a:pt x="29362" y="20317"/>
                  <a:pt x="27600" y="23507"/>
                </a:cubicBezTo>
                <a:cubicBezTo>
                  <a:pt x="25779" y="26682"/>
                  <a:pt x="25662" y="29988"/>
                  <a:pt x="27250" y="33396"/>
                </a:cubicBezTo>
                <a:cubicBezTo>
                  <a:pt x="28852" y="36761"/>
                  <a:pt x="31401" y="38800"/>
                  <a:pt x="34984" y="39484"/>
                </a:cubicBezTo>
                <a:cubicBezTo>
                  <a:pt x="38567" y="40227"/>
                  <a:pt x="42732" y="39484"/>
                  <a:pt x="47451" y="37270"/>
                </a:cubicBezTo>
                <a:close/>
                <a:moveTo>
                  <a:pt x="47451" y="372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00E2E-C289-4368-AD85-8B8072E7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018" y="6174134"/>
            <a:ext cx="46591" cy="43242"/>
          </a:xfrm>
          <a:custGeom xmlns:a="http://schemas.openxmlformats.org/drawingml/2006/main">
            <a:pathLst>
              <a:path w="46591" h="43242">
                <a:moveTo>
                  <a:pt x="38392" y="14681"/>
                </a:moveTo>
                <a:cubicBezTo>
                  <a:pt x="36804" y="11215"/>
                  <a:pt x="34183" y="9103"/>
                  <a:pt x="30600" y="8360"/>
                </a:cubicBezTo>
                <a:cubicBezTo>
                  <a:pt x="26959" y="7617"/>
                  <a:pt x="22808" y="8302"/>
                  <a:pt x="18147" y="10472"/>
                </a:cubicBezTo>
                <a:cubicBezTo>
                  <a:pt x="13472" y="12627"/>
                  <a:pt x="10297" y="15307"/>
                  <a:pt x="8535" y="18540"/>
                </a:cubicBezTo>
                <a:cubicBezTo>
                  <a:pt x="6758" y="21788"/>
                  <a:pt x="6656" y="25153"/>
                  <a:pt x="8243" y="28561"/>
                </a:cubicBezTo>
                <a:cubicBezTo>
                  <a:pt x="9831" y="32027"/>
                  <a:pt x="12453" y="34081"/>
                  <a:pt x="16035" y="34823"/>
                </a:cubicBezTo>
                <a:cubicBezTo>
                  <a:pt x="19676" y="35610"/>
                  <a:pt x="23827" y="34882"/>
                  <a:pt x="28444" y="32770"/>
                </a:cubicBezTo>
                <a:cubicBezTo>
                  <a:pt x="33105" y="30614"/>
                  <a:pt x="36294" y="27935"/>
                  <a:pt x="38057" y="24628"/>
                </a:cubicBezTo>
                <a:cubicBezTo>
                  <a:pt x="39877" y="21395"/>
                  <a:pt x="39936" y="18089"/>
                  <a:pt x="38392" y="14681"/>
                </a:cubicBezTo>
                <a:close/>
                <a:moveTo>
                  <a:pt x="43795" y="12176"/>
                </a:moveTo>
                <a:cubicBezTo>
                  <a:pt x="46358" y="17754"/>
                  <a:pt x="46591" y="22924"/>
                  <a:pt x="44421" y="27818"/>
                </a:cubicBezTo>
                <a:cubicBezTo>
                  <a:pt x="42266" y="32653"/>
                  <a:pt x="37998" y="36586"/>
                  <a:pt x="31634" y="39542"/>
                </a:cubicBezTo>
                <a:cubicBezTo>
                  <a:pt x="25196" y="42499"/>
                  <a:pt x="19458" y="43242"/>
                  <a:pt x="14331" y="41698"/>
                </a:cubicBezTo>
                <a:cubicBezTo>
                  <a:pt x="9205" y="40227"/>
                  <a:pt x="5403" y="36702"/>
                  <a:pt x="2840" y="31124"/>
                </a:cubicBezTo>
                <a:cubicBezTo>
                  <a:pt x="218" y="25488"/>
                  <a:pt x="0" y="20259"/>
                  <a:pt x="2156" y="15424"/>
                </a:cubicBezTo>
                <a:cubicBezTo>
                  <a:pt x="4369" y="10588"/>
                  <a:pt x="8637" y="6656"/>
                  <a:pt x="15016" y="3699"/>
                </a:cubicBezTo>
                <a:cubicBezTo>
                  <a:pt x="21439" y="743"/>
                  <a:pt x="27192" y="0"/>
                  <a:pt x="32246" y="1486"/>
                </a:cubicBezTo>
                <a:cubicBezTo>
                  <a:pt x="37372" y="3015"/>
                  <a:pt x="41246" y="6539"/>
                  <a:pt x="43795" y="12176"/>
                </a:cubicBezTo>
                <a:close/>
                <a:moveTo>
                  <a:pt x="43795" y="121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C0028-9714-410B-A7C4-AD5A29E5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913" y="6215045"/>
            <a:ext cx="50233" cy="25590"/>
          </a:xfrm>
          <a:custGeom xmlns:a="http://schemas.openxmlformats.org/drawingml/2006/main">
            <a:pathLst>
              <a:path w="50233" h="25590">
                <a:moveTo>
                  <a:pt x="43635" y="25590"/>
                </a:moveTo>
                <a:cubicBezTo>
                  <a:pt x="43751" y="24687"/>
                  <a:pt x="43693" y="23769"/>
                  <a:pt x="43460" y="22866"/>
                </a:cubicBezTo>
                <a:cubicBezTo>
                  <a:pt x="43285" y="21905"/>
                  <a:pt x="42950" y="20929"/>
                  <a:pt x="42499" y="19910"/>
                </a:cubicBezTo>
                <a:cubicBezTo>
                  <a:pt x="40795" y="16268"/>
                  <a:pt x="38348" y="14040"/>
                  <a:pt x="35100" y="13195"/>
                </a:cubicBezTo>
                <a:cubicBezTo>
                  <a:pt x="31794" y="12336"/>
                  <a:pt x="27993" y="12904"/>
                  <a:pt x="23551" y="14958"/>
                </a:cubicBezTo>
                <a:lnTo>
                  <a:pt x="3015" y="24454"/>
                </a:lnTo>
                <a:lnTo>
                  <a:pt x="0" y="18031"/>
                </a:lnTo>
                <a:lnTo>
                  <a:pt x="39076" y="0"/>
                </a:lnTo>
                <a:lnTo>
                  <a:pt x="42047" y="6423"/>
                </a:lnTo>
                <a:lnTo>
                  <a:pt x="35959" y="9205"/>
                </a:lnTo>
                <a:cubicBezTo>
                  <a:pt x="38974" y="9496"/>
                  <a:pt x="41523" y="10399"/>
                  <a:pt x="43693" y="12059"/>
                </a:cubicBezTo>
                <a:cubicBezTo>
                  <a:pt x="45849" y="13705"/>
                  <a:pt x="47611" y="16035"/>
                  <a:pt x="49038" y="19167"/>
                </a:cubicBezTo>
                <a:cubicBezTo>
                  <a:pt x="49271" y="19560"/>
                  <a:pt x="49432" y="20084"/>
                  <a:pt x="49665" y="20652"/>
                </a:cubicBezTo>
                <a:cubicBezTo>
                  <a:pt x="49839" y="21220"/>
                  <a:pt x="50000" y="21847"/>
                  <a:pt x="50233" y="22517"/>
                </a:cubicBezTo>
                <a:lnTo>
                  <a:pt x="43635" y="25590"/>
                </a:lnTo>
                <a:close/>
                <a:moveTo>
                  <a:pt x="43635" y="255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3F6B5-5D7D-4926-A979-773A81B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633" y="6239397"/>
            <a:ext cx="50072" cy="42834"/>
          </a:xfrm>
          <a:custGeom xmlns:a="http://schemas.openxmlformats.org/drawingml/2006/main">
            <a:pathLst>
              <a:path w="50072" h="42834">
                <a:moveTo>
                  <a:pt x="50072" y="6423"/>
                </a:moveTo>
                <a:lnTo>
                  <a:pt x="38974" y="11593"/>
                </a:lnTo>
                <a:lnTo>
                  <a:pt x="45062" y="24803"/>
                </a:lnTo>
                <a:lnTo>
                  <a:pt x="40052" y="27075"/>
                </a:lnTo>
                <a:lnTo>
                  <a:pt x="33964" y="13880"/>
                </a:lnTo>
                <a:lnTo>
                  <a:pt x="12802" y="23653"/>
                </a:lnTo>
                <a:cubicBezTo>
                  <a:pt x="9612" y="25138"/>
                  <a:pt x="7748" y="26507"/>
                  <a:pt x="7224" y="27818"/>
                </a:cubicBezTo>
                <a:cubicBezTo>
                  <a:pt x="6714" y="29129"/>
                  <a:pt x="7122" y="31110"/>
                  <a:pt x="8360" y="33789"/>
                </a:cubicBezTo>
                <a:lnTo>
                  <a:pt x="11389" y="40329"/>
                </a:lnTo>
                <a:lnTo>
                  <a:pt x="6030" y="42834"/>
                </a:lnTo>
                <a:lnTo>
                  <a:pt x="2957" y="36236"/>
                </a:lnTo>
                <a:cubicBezTo>
                  <a:pt x="685" y="31284"/>
                  <a:pt x="0" y="27468"/>
                  <a:pt x="1034" y="24745"/>
                </a:cubicBezTo>
                <a:cubicBezTo>
                  <a:pt x="1995" y="21949"/>
                  <a:pt x="4894" y="19502"/>
                  <a:pt x="9787" y="17230"/>
                </a:cubicBezTo>
                <a:lnTo>
                  <a:pt x="31008" y="7442"/>
                </a:lnTo>
                <a:lnTo>
                  <a:pt x="28794" y="2724"/>
                </a:lnTo>
                <a:lnTo>
                  <a:pt x="33804" y="393"/>
                </a:lnTo>
                <a:lnTo>
                  <a:pt x="35959" y="5112"/>
                </a:lnTo>
                <a:lnTo>
                  <a:pt x="47058" y="0"/>
                </a:lnTo>
                <a:lnTo>
                  <a:pt x="50072" y="6423"/>
                </a:lnTo>
                <a:close/>
                <a:moveTo>
                  <a:pt x="50072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B8618-3C6E-4D2F-B100-FF10EE6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881" y="6259641"/>
            <a:ext cx="63894" cy="49606"/>
          </a:xfrm>
          <a:custGeom xmlns:a="http://schemas.openxmlformats.org/drawingml/2006/main">
            <a:pathLst>
              <a:path w="63894" h="49606">
                <a:moveTo>
                  <a:pt x="43518" y="0"/>
                </a:moveTo>
                <a:lnTo>
                  <a:pt x="63894" y="44043"/>
                </a:lnTo>
                <a:lnTo>
                  <a:pt x="57923" y="46766"/>
                </a:lnTo>
                <a:lnTo>
                  <a:pt x="49388" y="28328"/>
                </a:lnTo>
                <a:lnTo>
                  <a:pt x="3306" y="49606"/>
                </a:lnTo>
                <a:lnTo>
                  <a:pt x="0" y="42557"/>
                </a:lnTo>
                <a:lnTo>
                  <a:pt x="46140" y="21220"/>
                </a:lnTo>
                <a:lnTo>
                  <a:pt x="37547" y="2796"/>
                </a:lnTo>
                <a:lnTo>
                  <a:pt x="43518" y="0"/>
                </a:lnTo>
                <a:close/>
                <a:moveTo>
                  <a:pt x="4351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4CFE6-9557-491C-A712-DE6798FF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7" y="6300494"/>
            <a:ext cx="69865" cy="40897"/>
          </a:xfrm>
          <a:custGeom xmlns:a="http://schemas.openxmlformats.org/drawingml/2006/main">
            <a:pathLst>
              <a:path w="69865" h="40897">
                <a:moveTo>
                  <a:pt x="19240" y="40562"/>
                </a:moveTo>
                <a:cubicBezTo>
                  <a:pt x="13778" y="40897"/>
                  <a:pt x="9904" y="40504"/>
                  <a:pt x="7690" y="39426"/>
                </a:cubicBezTo>
                <a:cubicBezTo>
                  <a:pt x="5520" y="38406"/>
                  <a:pt x="3699" y="36411"/>
                  <a:pt x="2403" y="33513"/>
                </a:cubicBezTo>
                <a:lnTo>
                  <a:pt x="0" y="28386"/>
                </a:lnTo>
                <a:lnTo>
                  <a:pt x="5418" y="25939"/>
                </a:lnTo>
                <a:lnTo>
                  <a:pt x="7122" y="29697"/>
                </a:lnTo>
                <a:cubicBezTo>
                  <a:pt x="7967" y="31459"/>
                  <a:pt x="9001" y="32653"/>
                  <a:pt x="10312" y="33221"/>
                </a:cubicBezTo>
                <a:cubicBezTo>
                  <a:pt x="11550" y="33789"/>
                  <a:pt x="14055" y="33964"/>
                  <a:pt x="17696" y="33731"/>
                </a:cubicBezTo>
                <a:lnTo>
                  <a:pt x="21177" y="33513"/>
                </a:lnTo>
                <a:lnTo>
                  <a:pt x="52286" y="0"/>
                </a:lnTo>
                <a:lnTo>
                  <a:pt x="55418" y="6772"/>
                </a:lnTo>
                <a:lnTo>
                  <a:pt x="30556" y="33105"/>
                </a:lnTo>
                <a:lnTo>
                  <a:pt x="66690" y="31168"/>
                </a:lnTo>
                <a:lnTo>
                  <a:pt x="69865" y="37940"/>
                </a:lnTo>
                <a:lnTo>
                  <a:pt x="19240" y="40562"/>
                </a:lnTo>
                <a:close/>
                <a:moveTo>
                  <a:pt x="19240" y="405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86F2C-2D27-4F2E-A3F3-734CC68A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111" y="6347086"/>
            <a:ext cx="65758" cy="47626"/>
          </a:xfrm>
          <a:custGeom xmlns:a="http://schemas.openxmlformats.org/drawingml/2006/main">
            <a:pathLst>
              <a:path w="65758" h="47626">
                <a:moveTo>
                  <a:pt x="23725" y="21788"/>
                </a:moveTo>
                <a:lnTo>
                  <a:pt x="3015" y="31343"/>
                </a:lnTo>
                <a:lnTo>
                  <a:pt x="0" y="24920"/>
                </a:lnTo>
                <a:lnTo>
                  <a:pt x="53932" y="0"/>
                </a:lnTo>
                <a:lnTo>
                  <a:pt x="56889" y="6423"/>
                </a:lnTo>
                <a:lnTo>
                  <a:pt x="50975" y="9161"/>
                </a:lnTo>
                <a:cubicBezTo>
                  <a:pt x="53932" y="9438"/>
                  <a:pt x="56437" y="10355"/>
                  <a:pt x="58476" y="11885"/>
                </a:cubicBezTo>
                <a:cubicBezTo>
                  <a:pt x="60588" y="13428"/>
                  <a:pt x="62292" y="15642"/>
                  <a:pt x="63603" y="18497"/>
                </a:cubicBezTo>
                <a:cubicBezTo>
                  <a:pt x="65758" y="23216"/>
                  <a:pt x="65700" y="27935"/>
                  <a:pt x="63311" y="32653"/>
                </a:cubicBezTo>
                <a:cubicBezTo>
                  <a:pt x="60865" y="37329"/>
                  <a:pt x="56655" y="41130"/>
                  <a:pt x="50509" y="43984"/>
                </a:cubicBezTo>
                <a:cubicBezTo>
                  <a:pt x="44378" y="46766"/>
                  <a:pt x="38741" y="47626"/>
                  <a:pt x="33556" y="46373"/>
                </a:cubicBezTo>
                <a:cubicBezTo>
                  <a:pt x="28444" y="45179"/>
                  <a:pt x="24803" y="42164"/>
                  <a:pt x="22575" y="37430"/>
                </a:cubicBezTo>
                <a:cubicBezTo>
                  <a:pt x="21279" y="34590"/>
                  <a:pt x="20711" y="31867"/>
                  <a:pt x="20871" y="29245"/>
                </a:cubicBezTo>
                <a:cubicBezTo>
                  <a:pt x="21046" y="26682"/>
                  <a:pt x="22007" y="24177"/>
                  <a:pt x="23725" y="21788"/>
                </a:cubicBezTo>
                <a:close/>
                <a:moveTo>
                  <a:pt x="47451" y="37329"/>
                </a:moveTo>
                <a:cubicBezTo>
                  <a:pt x="52111" y="35100"/>
                  <a:pt x="55403" y="32435"/>
                  <a:pt x="57165" y="29245"/>
                </a:cubicBezTo>
                <a:cubicBezTo>
                  <a:pt x="58942" y="26056"/>
                  <a:pt x="59044" y="22764"/>
                  <a:pt x="57515" y="19400"/>
                </a:cubicBezTo>
                <a:cubicBezTo>
                  <a:pt x="55927" y="15992"/>
                  <a:pt x="53364" y="13938"/>
                  <a:pt x="49781" y="13254"/>
                </a:cubicBezTo>
                <a:cubicBezTo>
                  <a:pt x="46198" y="12569"/>
                  <a:pt x="42033" y="13312"/>
                  <a:pt x="37314" y="15482"/>
                </a:cubicBezTo>
                <a:cubicBezTo>
                  <a:pt x="32595" y="17637"/>
                  <a:pt x="29347" y="20317"/>
                  <a:pt x="27585" y="23492"/>
                </a:cubicBezTo>
                <a:cubicBezTo>
                  <a:pt x="25764" y="26682"/>
                  <a:pt x="25648" y="29988"/>
                  <a:pt x="27250" y="33396"/>
                </a:cubicBezTo>
                <a:cubicBezTo>
                  <a:pt x="28837" y="36746"/>
                  <a:pt x="31401" y="38800"/>
                  <a:pt x="34984" y="39542"/>
                </a:cubicBezTo>
                <a:cubicBezTo>
                  <a:pt x="38567" y="40227"/>
                  <a:pt x="42717" y="39484"/>
                  <a:pt x="47451" y="37329"/>
                </a:cubicBezTo>
                <a:close/>
                <a:moveTo>
                  <a:pt x="47451" y="373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58CA7-E507-44D4-AF27-9466C312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755" y="6395440"/>
            <a:ext cx="46490" cy="46198"/>
          </a:xfrm>
          <a:custGeom xmlns:a="http://schemas.openxmlformats.org/drawingml/2006/main">
            <a:pathLst>
              <a:path w="46490" h="46198">
                <a:moveTo>
                  <a:pt x="32828" y="38858"/>
                </a:moveTo>
                <a:lnTo>
                  <a:pt x="29697" y="40343"/>
                </a:lnTo>
                <a:lnTo>
                  <a:pt x="16108" y="10821"/>
                </a:lnTo>
                <a:cubicBezTo>
                  <a:pt x="11783" y="13152"/>
                  <a:pt x="9044" y="16050"/>
                  <a:pt x="7850" y="19458"/>
                </a:cubicBezTo>
                <a:cubicBezTo>
                  <a:pt x="6598" y="22939"/>
                  <a:pt x="7005" y="26798"/>
                  <a:pt x="8943" y="31008"/>
                </a:cubicBezTo>
                <a:cubicBezTo>
                  <a:pt x="10079" y="33513"/>
                  <a:pt x="11491" y="35726"/>
                  <a:pt x="13152" y="37780"/>
                </a:cubicBezTo>
                <a:cubicBezTo>
                  <a:pt x="14856" y="39834"/>
                  <a:pt x="16793" y="41712"/>
                  <a:pt x="19065" y="43416"/>
                </a:cubicBezTo>
                <a:lnTo>
                  <a:pt x="13035" y="46198"/>
                </a:lnTo>
                <a:cubicBezTo>
                  <a:pt x="10982" y="44378"/>
                  <a:pt x="9161" y="42339"/>
                  <a:pt x="7515" y="40169"/>
                </a:cubicBezTo>
                <a:cubicBezTo>
                  <a:pt x="5869" y="38013"/>
                  <a:pt x="4500" y="35683"/>
                  <a:pt x="3364" y="33178"/>
                </a:cubicBezTo>
                <a:cubicBezTo>
                  <a:pt x="466" y="26915"/>
                  <a:pt x="0" y="21162"/>
                  <a:pt x="1937" y="15875"/>
                </a:cubicBezTo>
                <a:cubicBezTo>
                  <a:pt x="3874" y="10530"/>
                  <a:pt x="7967" y="6437"/>
                  <a:pt x="14113" y="3583"/>
                </a:cubicBezTo>
                <a:cubicBezTo>
                  <a:pt x="20536" y="626"/>
                  <a:pt x="26405" y="0"/>
                  <a:pt x="31750" y="1762"/>
                </a:cubicBezTo>
                <a:cubicBezTo>
                  <a:pt x="37096" y="3481"/>
                  <a:pt x="41086" y="7224"/>
                  <a:pt x="43810" y="13093"/>
                </a:cubicBezTo>
                <a:cubicBezTo>
                  <a:pt x="46257" y="18380"/>
                  <a:pt x="46490" y="23274"/>
                  <a:pt x="44494" y="27935"/>
                </a:cubicBezTo>
                <a:cubicBezTo>
                  <a:pt x="42557" y="32551"/>
                  <a:pt x="38639" y="36193"/>
                  <a:pt x="32828" y="38858"/>
                </a:cubicBezTo>
                <a:close/>
                <a:moveTo>
                  <a:pt x="31750" y="31576"/>
                </a:moveTo>
                <a:cubicBezTo>
                  <a:pt x="35217" y="29930"/>
                  <a:pt x="37605" y="27658"/>
                  <a:pt x="38800" y="24759"/>
                </a:cubicBezTo>
                <a:cubicBezTo>
                  <a:pt x="39994" y="21847"/>
                  <a:pt x="39892" y="18832"/>
                  <a:pt x="38406" y="15700"/>
                </a:cubicBezTo>
                <a:cubicBezTo>
                  <a:pt x="36761" y="12118"/>
                  <a:pt x="34430" y="9729"/>
                  <a:pt x="31415" y="8476"/>
                </a:cubicBezTo>
                <a:cubicBezTo>
                  <a:pt x="28401" y="7282"/>
                  <a:pt x="24978" y="7340"/>
                  <a:pt x="21162" y="8710"/>
                </a:cubicBezTo>
                <a:lnTo>
                  <a:pt x="31750" y="31576"/>
                </a:lnTo>
                <a:close/>
                <a:moveTo>
                  <a:pt x="31750" y="315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F54BF-FAEB-44FD-B599-D66A78F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694" y="6424350"/>
            <a:ext cx="64913" cy="51937"/>
          </a:xfrm>
          <a:custGeom xmlns:a="http://schemas.openxmlformats.org/drawingml/2006/main">
            <a:pathLst>
              <a:path w="64913" h="51937">
                <a:moveTo>
                  <a:pt x="0" y="43912"/>
                </a:moveTo>
                <a:lnTo>
                  <a:pt x="42834" y="0"/>
                </a:lnTo>
                <a:lnTo>
                  <a:pt x="46242" y="7399"/>
                </a:lnTo>
                <a:lnTo>
                  <a:pt x="10064" y="44145"/>
                </a:lnTo>
                <a:lnTo>
                  <a:pt x="61491" y="40387"/>
                </a:lnTo>
                <a:lnTo>
                  <a:pt x="64913" y="47728"/>
                </a:lnTo>
                <a:lnTo>
                  <a:pt x="3685" y="51937"/>
                </a:lnTo>
                <a:lnTo>
                  <a:pt x="0" y="43912"/>
                </a:lnTo>
                <a:close/>
                <a:moveTo>
                  <a:pt x="0" y="439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1D050-8D7F-40DD-B053-100D39CB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20" y="6479360"/>
            <a:ext cx="63093" cy="55636"/>
          </a:xfrm>
          <a:custGeom xmlns:a="http://schemas.openxmlformats.org/drawingml/2006/main">
            <a:pathLst>
              <a:path w="63093" h="55636">
                <a:moveTo>
                  <a:pt x="9846" y="28269"/>
                </a:moveTo>
                <a:lnTo>
                  <a:pt x="21220" y="52854"/>
                </a:lnTo>
                <a:lnTo>
                  <a:pt x="15307" y="55636"/>
                </a:lnTo>
                <a:lnTo>
                  <a:pt x="0" y="22589"/>
                </a:lnTo>
                <a:lnTo>
                  <a:pt x="5913" y="19851"/>
                </a:lnTo>
                <a:cubicBezTo>
                  <a:pt x="9962" y="21220"/>
                  <a:pt x="15307" y="23157"/>
                  <a:pt x="22123" y="25604"/>
                </a:cubicBezTo>
                <a:cubicBezTo>
                  <a:pt x="28896" y="28051"/>
                  <a:pt x="33280" y="29580"/>
                  <a:pt x="35158" y="30148"/>
                </a:cubicBezTo>
                <a:cubicBezTo>
                  <a:pt x="38741" y="31241"/>
                  <a:pt x="41581" y="31809"/>
                  <a:pt x="43751" y="31867"/>
                </a:cubicBezTo>
                <a:cubicBezTo>
                  <a:pt x="45907" y="31969"/>
                  <a:pt x="47844" y="31634"/>
                  <a:pt x="49548" y="30833"/>
                </a:cubicBezTo>
                <a:cubicBezTo>
                  <a:pt x="52344" y="29580"/>
                  <a:pt x="54107" y="27541"/>
                  <a:pt x="54951" y="24803"/>
                </a:cubicBezTo>
                <a:cubicBezTo>
                  <a:pt x="55811" y="22080"/>
                  <a:pt x="55519" y="19123"/>
                  <a:pt x="54107" y="15992"/>
                </a:cubicBezTo>
                <a:cubicBezTo>
                  <a:pt x="53087" y="13822"/>
                  <a:pt x="51602" y="11666"/>
                  <a:pt x="49723" y="9554"/>
                </a:cubicBezTo>
                <a:cubicBezTo>
                  <a:pt x="47786" y="7457"/>
                  <a:pt x="45455" y="5403"/>
                  <a:pt x="42615" y="3306"/>
                </a:cubicBezTo>
                <a:lnTo>
                  <a:pt x="49723" y="0"/>
                </a:lnTo>
                <a:cubicBezTo>
                  <a:pt x="52170" y="2330"/>
                  <a:pt x="54223" y="4559"/>
                  <a:pt x="55927" y="6772"/>
                </a:cubicBezTo>
                <a:cubicBezTo>
                  <a:pt x="57690" y="8986"/>
                  <a:pt x="59000" y="11098"/>
                  <a:pt x="59962" y="13137"/>
                </a:cubicBezTo>
                <a:cubicBezTo>
                  <a:pt x="62467" y="18555"/>
                  <a:pt x="63093" y="23434"/>
                  <a:pt x="61840" y="27935"/>
                </a:cubicBezTo>
                <a:cubicBezTo>
                  <a:pt x="60646" y="32377"/>
                  <a:pt x="57806" y="35610"/>
                  <a:pt x="53306" y="37722"/>
                </a:cubicBezTo>
                <a:cubicBezTo>
                  <a:pt x="51150" y="38683"/>
                  <a:pt x="48922" y="39251"/>
                  <a:pt x="46650" y="39309"/>
                </a:cubicBezTo>
                <a:cubicBezTo>
                  <a:pt x="44378" y="39426"/>
                  <a:pt x="41421" y="38974"/>
                  <a:pt x="37838" y="38057"/>
                </a:cubicBezTo>
                <a:cubicBezTo>
                  <a:pt x="36921" y="37838"/>
                  <a:pt x="34081" y="36862"/>
                  <a:pt x="29406" y="35217"/>
                </a:cubicBezTo>
                <a:cubicBezTo>
                  <a:pt x="24803" y="33629"/>
                  <a:pt x="18264" y="31284"/>
                  <a:pt x="9846" y="28269"/>
                </a:cubicBezTo>
                <a:close/>
                <a:moveTo>
                  <a:pt x="9846" y="282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E3311-7CF3-40D7-B437-5CD921C0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066" y="6525048"/>
            <a:ext cx="64680" cy="60588"/>
          </a:xfrm>
          <a:custGeom xmlns:a="http://schemas.openxmlformats.org/drawingml/2006/main">
            <a:pathLst>
              <a:path w="64680" h="60588">
                <a:moveTo>
                  <a:pt x="49490" y="9729"/>
                </a:moveTo>
                <a:lnTo>
                  <a:pt x="9044" y="28444"/>
                </a:lnTo>
                <a:lnTo>
                  <a:pt x="12977" y="36979"/>
                </a:lnTo>
                <a:cubicBezTo>
                  <a:pt x="16268" y="44145"/>
                  <a:pt x="20317" y="48645"/>
                  <a:pt x="25153" y="50466"/>
                </a:cubicBezTo>
                <a:cubicBezTo>
                  <a:pt x="29930" y="52286"/>
                  <a:pt x="35843" y="51602"/>
                  <a:pt x="42834" y="48354"/>
                </a:cubicBezTo>
                <a:cubicBezTo>
                  <a:pt x="49839" y="45106"/>
                  <a:pt x="54165" y="41072"/>
                  <a:pt x="55869" y="36294"/>
                </a:cubicBezTo>
                <a:cubicBezTo>
                  <a:pt x="57573" y="31459"/>
                  <a:pt x="56728" y="25429"/>
                  <a:pt x="53422" y="18264"/>
                </a:cubicBezTo>
                <a:lnTo>
                  <a:pt x="49490" y="9729"/>
                </a:lnTo>
                <a:close/>
                <a:moveTo>
                  <a:pt x="51995" y="0"/>
                </a:moveTo>
                <a:lnTo>
                  <a:pt x="58709" y="14506"/>
                </a:lnTo>
                <a:cubicBezTo>
                  <a:pt x="63384" y="24570"/>
                  <a:pt x="64680" y="32930"/>
                  <a:pt x="62700" y="39601"/>
                </a:cubicBezTo>
                <a:cubicBezTo>
                  <a:pt x="60646" y="46257"/>
                  <a:pt x="55184" y="51660"/>
                  <a:pt x="46257" y="55752"/>
                </a:cubicBezTo>
                <a:cubicBezTo>
                  <a:pt x="37314" y="59903"/>
                  <a:pt x="29639" y="60588"/>
                  <a:pt x="23216" y="57806"/>
                </a:cubicBezTo>
                <a:cubicBezTo>
                  <a:pt x="16836" y="55010"/>
                  <a:pt x="11317" y="48587"/>
                  <a:pt x="6656" y="38567"/>
                </a:cubicBezTo>
                <a:lnTo>
                  <a:pt x="0" y="24060"/>
                </a:lnTo>
                <a:lnTo>
                  <a:pt x="51995" y="0"/>
                </a:lnTo>
                <a:close/>
                <a:moveTo>
                  <a:pt x="519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AE170-AD5C-497E-B16F-7C6263A8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297" y="6582053"/>
            <a:ext cx="60588" cy="53874"/>
          </a:xfrm>
          <a:custGeom xmlns:a="http://schemas.openxmlformats.org/drawingml/2006/main">
            <a:pathLst>
              <a:path w="60588" h="53874">
                <a:moveTo>
                  <a:pt x="5913" y="21162"/>
                </a:moveTo>
                <a:lnTo>
                  <a:pt x="11258" y="32653"/>
                </a:lnTo>
                <a:lnTo>
                  <a:pt x="50975" y="14273"/>
                </a:lnTo>
                <a:lnTo>
                  <a:pt x="42659" y="2957"/>
                </a:lnTo>
                <a:lnTo>
                  <a:pt x="49097" y="0"/>
                </a:lnTo>
                <a:lnTo>
                  <a:pt x="57340" y="11258"/>
                </a:lnTo>
                <a:lnTo>
                  <a:pt x="60588" y="18322"/>
                </a:lnTo>
                <a:lnTo>
                  <a:pt x="14506" y="39659"/>
                </a:lnTo>
                <a:lnTo>
                  <a:pt x="19793" y="51150"/>
                </a:lnTo>
                <a:lnTo>
                  <a:pt x="13880" y="53874"/>
                </a:lnTo>
                <a:lnTo>
                  <a:pt x="0" y="23886"/>
                </a:lnTo>
                <a:lnTo>
                  <a:pt x="5913" y="21162"/>
                </a:lnTo>
                <a:close/>
                <a:moveTo>
                  <a:pt x="5913" y="211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43B58-F585-4E81-BC66-D821EB93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702" y="6637179"/>
            <a:ext cx="55243" cy="41072"/>
          </a:xfrm>
          <a:custGeom xmlns:a="http://schemas.openxmlformats.org/drawingml/2006/main">
            <a:pathLst>
              <a:path w="55243" h="41072">
                <a:moveTo>
                  <a:pt x="45922" y="11098"/>
                </a:moveTo>
                <a:lnTo>
                  <a:pt x="9904" y="6146"/>
                </a:lnTo>
                <a:lnTo>
                  <a:pt x="18089" y="23958"/>
                </a:lnTo>
                <a:lnTo>
                  <a:pt x="45922" y="11098"/>
                </a:lnTo>
                <a:close/>
                <a:moveTo>
                  <a:pt x="51150" y="6423"/>
                </a:moveTo>
                <a:lnTo>
                  <a:pt x="55243" y="15249"/>
                </a:lnTo>
                <a:lnTo>
                  <a:pt x="21337" y="30949"/>
                </a:lnTo>
                <a:lnTo>
                  <a:pt x="24803" y="38348"/>
                </a:lnTo>
                <a:lnTo>
                  <a:pt x="18948" y="41072"/>
                </a:lnTo>
                <a:lnTo>
                  <a:pt x="15482" y="33629"/>
                </a:lnTo>
                <a:lnTo>
                  <a:pt x="3248" y="39309"/>
                </a:lnTo>
                <a:lnTo>
                  <a:pt x="0" y="32318"/>
                </a:lnTo>
                <a:lnTo>
                  <a:pt x="12234" y="26624"/>
                </a:lnTo>
                <a:lnTo>
                  <a:pt x="1369" y="3131"/>
                </a:lnTo>
                <a:lnTo>
                  <a:pt x="8200" y="0"/>
                </a:lnTo>
                <a:lnTo>
                  <a:pt x="51150" y="6423"/>
                </a:lnTo>
                <a:close/>
                <a:moveTo>
                  <a:pt x="51150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E41CF-3A63-4526-82BE-F6B49F6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320" y="5274040"/>
            <a:ext cx="69749" cy="64229"/>
          </a:xfrm>
          <a:custGeom xmlns:a="http://schemas.openxmlformats.org/drawingml/2006/main">
            <a:pathLst>
              <a:path w="69749" h="64229">
                <a:moveTo>
                  <a:pt x="52854" y="0"/>
                </a:moveTo>
                <a:lnTo>
                  <a:pt x="55869" y="7166"/>
                </a:lnTo>
                <a:lnTo>
                  <a:pt x="33513" y="16618"/>
                </a:lnTo>
                <a:lnTo>
                  <a:pt x="65816" y="30891"/>
                </a:lnTo>
                <a:lnTo>
                  <a:pt x="69749" y="40110"/>
                </a:lnTo>
                <a:lnTo>
                  <a:pt x="34022" y="24235"/>
                </a:lnTo>
                <a:lnTo>
                  <a:pt x="17696" y="64229"/>
                </a:lnTo>
                <a:lnTo>
                  <a:pt x="13705" y="54849"/>
                </a:lnTo>
                <a:lnTo>
                  <a:pt x="28444" y="18715"/>
                </a:lnTo>
                <a:lnTo>
                  <a:pt x="3015" y="29478"/>
                </a:lnTo>
                <a:lnTo>
                  <a:pt x="0" y="22313"/>
                </a:lnTo>
                <a:lnTo>
                  <a:pt x="52854" y="0"/>
                </a:lnTo>
                <a:close/>
                <a:moveTo>
                  <a:pt x="528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0EA0F-3B87-4384-9796-96B8D0AA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225" y="5325816"/>
            <a:ext cx="46358" cy="45688"/>
          </a:xfrm>
          <a:custGeom xmlns:a="http://schemas.openxmlformats.org/drawingml/2006/main">
            <a:pathLst>
              <a:path w="46358" h="45688">
                <a:moveTo>
                  <a:pt x="32246" y="39033"/>
                </a:moveTo>
                <a:lnTo>
                  <a:pt x="29071" y="40329"/>
                </a:lnTo>
                <a:lnTo>
                  <a:pt x="16443" y="10414"/>
                </a:lnTo>
                <a:cubicBezTo>
                  <a:pt x="12059" y="12569"/>
                  <a:pt x="9205" y="15365"/>
                  <a:pt x="7908" y="18774"/>
                </a:cubicBezTo>
                <a:cubicBezTo>
                  <a:pt x="6539" y="22182"/>
                  <a:pt x="6816" y="26056"/>
                  <a:pt x="8637" y="30381"/>
                </a:cubicBezTo>
                <a:cubicBezTo>
                  <a:pt x="9671" y="32886"/>
                  <a:pt x="10982" y="35158"/>
                  <a:pt x="12627" y="37270"/>
                </a:cubicBezTo>
                <a:cubicBezTo>
                  <a:pt x="14215" y="39368"/>
                  <a:pt x="16094" y="41305"/>
                  <a:pt x="18307" y="43067"/>
                </a:cubicBezTo>
                <a:lnTo>
                  <a:pt x="12176" y="45688"/>
                </a:lnTo>
                <a:cubicBezTo>
                  <a:pt x="10181" y="43751"/>
                  <a:pt x="8418" y="41698"/>
                  <a:pt x="6874" y="39426"/>
                </a:cubicBezTo>
                <a:cubicBezTo>
                  <a:pt x="5287" y="37212"/>
                  <a:pt x="3976" y="34823"/>
                  <a:pt x="2957" y="32318"/>
                </a:cubicBezTo>
                <a:cubicBezTo>
                  <a:pt x="277" y="25997"/>
                  <a:pt x="0" y="20201"/>
                  <a:pt x="2097" y="14958"/>
                </a:cubicBezTo>
                <a:cubicBezTo>
                  <a:pt x="4267" y="9729"/>
                  <a:pt x="8418" y="5738"/>
                  <a:pt x="14725" y="3131"/>
                </a:cubicBezTo>
                <a:cubicBezTo>
                  <a:pt x="21220" y="393"/>
                  <a:pt x="27075" y="0"/>
                  <a:pt x="32362" y="1879"/>
                </a:cubicBezTo>
                <a:cubicBezTo>
                  <a:pt x="37664" y="3758"/>
                  <a:pt x="41581" y="7675"/>
                  <a:pt x="44086" y="13647"/>
                </a:cubicBezTo>
                <a:cubicBezTo>
                  <a:pt x="46300" y="18948"/>
                  <a:pt x="46358" y="23900"/>
                  <a:pt x="44261" y="28444"/>
                </a:cubicBezTo>
                <a:cubicBezTo>
                  <a:pt x="42149" y="33003"/>
                  <a:pt x="38115" y="36527"/>
                  <a:pt x="32246" y="39033"/>
                </a:cubicBezTo>
                <a:close/>
                <a:moveTo>
                  <a:pt x="31401" y="31692"/>
                </a:moveTo>
                <a:cubicBezTo>
                  <a:pt x="34925" y="30148"/>
                  <a:pt x="37372" y="27935"/>
                  <a:pt x="38625" y="25094"/>
                </a:cubicBezTo>
                <a:cubicBezTo>
                  <a:pt x="39936" y="22240"/>
                  <a:pt x="39936" y="19225"/>
                  <a:pt x="38567" y="16035"/>
                </a:cubicBezTo>
                <a:cubicBezTo>
                  <a:pt x="37037" y="12394"/>
                  <a:pt x="34809" y="9904"/>
                  <a:pt x="31852" y="8593"/>
                </a:cubicBezTo>
                <a:cubicBezTo>
                  <a:pt x="28837" y="7282"/>
                  <a:pt x="25429" y="7282"/>
                  <a:pt x="21555" y="8476"/>
                </a:cubicBezTo>
                <a:lnTo>
                  <a:pt x="31401" y="31692"/>
                </a:lnTo>
                <a:close/>
                <a:moveTo>
                  <a:pt x="31401" y="316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D6731-07EF-4213-A197-5A10D5CC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992" y="5363188"/>
            <a:ext cx="69472" cy="39542"/>
          </a:xfrm>
          <a:custGeom xmlns:a="http://schemas.openxmlformats.org/drawingml/2006/main">
            <a:pathLst>
              <a:path w="69472" h="39542">
                <a:moveTo>
                  <a:pt x="18774" y="39368"/>
                </a:moveTo>
                <a:cubicBezTo>
                  <a:pt x="13312" y="39542"/>
                  <a:pt x="9438" y="39033"/>
                  <a:pt x="7282" y="37897"/>
                </a:cubicBezTo>
                <a:cubicBezTo>
                  <a:pt x="5127" y="36761"/>
                  <a:pt x="3408" y="34765"/>
                  <a:pt x="2156" y="31809"/>
                </a:cubicBezTo>
                <a:lnTo>
                  <a:pt x="0" y="26624"/>
                </a:lnTo>
                <a:lnTo>
                  <a:pt x="5403" y="24293"/>
                </a:lnTo>
                <a:lnTo>
                  <a:pt x="7049" y="28168"/>
                </a:lnTo>
                <a:cubicBezTo>
                  <a:pt x="7792" y="29930"/>
                  <a:pt x="8811" y="31124"/>
                  <a:pt x="10064" y="31750"/>
                </a:cubicBezTo>
                <a:cubicBezTo>
                  <a:pt x="11317" y="32435"/>
                  <a:pt x="13822" y="32668"/>
                  <a:pt x="17463" y="32551"/>
                </a:cubicBezTo>
                <a:lnTo>
                  <a:pt x="20929" y="32435"/>
                </a:lnTo>
                <a:lnTo>
                  <a:pt x="53189" y="0"/>
                </a:lnTo>
                <a:lnTo>
                  <a:pt x="56102" y="6889"/>
                </a:lnTo>
                <a:lnTo>
                  <a:pt x="30323" y="32318"/>
                </a:lnTo>
                <a:lnTo>
                  <a:pt x="66559" y="31634"/>
                </a:lnTo>
                <a:lnTo>
                  <a:pt x="69472" y="38581"/>
                </a:lnTo>
                <a:lnTo>
                  <a:pt x="18774" y="39368"/>
                </a:lnTo>
                <a:close/>
                <a:moveTo>
                  <a:pt x="18774" y="393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40110-B785-4F8A-B690-118A2DAE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04" y="5403983"/>
            <a:ext cx="57806" cy="53597"/>
          </a:xfrm>
          <a:custGeom xmlns:a="http://schemas.openxmlformats.org/drawingml/2006/main">
            <a:pathLst>
              <a:path w="57806" h="53597">
                <a:moveTo>
                  <a:pt x="31852" y="43577"/>
                </a:moveTo>
                <a:cubicBezTo>
                  <a:pt x="36629" y="41538"/>
                  <a:pt x="39994" y="38974"/>
                  <a:pt x="41873" y="35843"/>
                </a:cubicBezTo>
                <a:cubicBezTo>
                  <a:pt x="43810" y="32712"/>
                  <a:pt x="44028" y="29478"/>
                  <a:pt x="42557" y="25997"/>
                </a:cubicBezTo>
                <a:cubicBezTo>
                  <a:pt x="41130" y="22589"/>
                  <a:pt x="38567" y="20419"/>
                  <a:pt x="35042" y="19633"/>
                </a:cubicBezTo>
                <a:cubicBezTo>
                  <a:pt x="31459" y="18774"/>
                  <a:pt x="27308" y="19400"/>
                  <a:pt x="22531" y="21395"/>
                </a:cubicBezTo>
                <a:cubicBezTo>
                  <a:pt x="17754" y="23449"/>
                  <a:pt x="14390" y="25997"/>
                  <a:pt x="12511" y="29129"/>
                </a:cubicBezTo>
                <a:cubicBezTo>
                  <a:pt x="10632" y="32260"/>
                  <a:pt x="10414" y="35508"/>
                  <a:pt x="11826" y="38974"/>
                </a:cubicBezTo>
                <a:cubicBezTo>
                  <a:pt x="13312" y="42382"/>
                  <a:pt x="15817" y="44552"/>
                  <a:pt x="19342" y="45339"/>
                </a:cubicBezTo>
                <a:cubicBezTo>
                  <a:pt x="22924" y="46198"/>
                  <a:pt x="27075" y="45572"/>
                  <a:pt x="31852" y="43577"/>
                </a:cubicBezTo>
                <a:close/>
                <a:moveTo>
                  <a:pt x="36353" y="15584"/>
                </a:moveTo>
                <a:cubicBezTo>
                  <a:pt x="39309" y="15933"/>
                  <a:pt x="41756" y="16953"/>
                  <a:pt x="43810" y="18555"/>
                </a:cubicBezTo>
                <a:cubicBezTo>
                  <a:pt x="45849" y="20143"/>
                  <a:pt x="47451" y="22415"/>
                  <a:pt x="48703" y="25313"/>
                </a:cubicBezTo>
                <a:cubicBezTo>
                  <a:pt x="50684" y="30105"/>
                  <a:pt x="50466" y="34823"/>
                  <a:pt x="47902" y="39426"/>
                </a:cubicBezTo>
                <a:cubicBezTo>
                  <a:pt x="45339" y="44086"/>
                  <a:pt x="40955" y="47684"/>
                  <a:pt x="34707" y="50349"/>
                </a:cubicBezTo>
                <a:cubicBezTo>
                  <a:pt x="28503" y="52971"/>
                  <a:pt x="22808" y="53597"/>
                  <a:pt x="17754" y="52170"/>
                </a:cubicBezTo>
                <a:cubicBezTo>
                  <a:pt x="12627" y="50742"/>
                  <a:pt x="9103" y="47684"/>
                  <a:pt x="7049" y="42848"/>
                </a:cubicBezTo>
                <a:cubicBezTo>
                  <a:pt x="5855" y="39936"/>
                  <a:pt x="5345" y="37212"/>
                  <a:pt x="5622" y="34649"/>
                </a:cubicBezTo>
                <a:cubicBezTo>
                  <a:pt x="5913" y="32085"/>
                  <a:pt x="6933" y="29580"/>
                  <a:pt x="8695" y="27250"/>
                </a:cubicBezTo>
                <a:lnTo>
                  <a:pt x="2724" y="29755"/>
                </a:lnTo>
                <a:lnTo>
                  <a:pt x="0" y="23216"/>
                </a:lnTo>
                <a:lnTo>
                  <a:pt x="55068" y="0"/>
                </a:lnTo>
                <a:lnTo>
                  <a:pt x="57806" y="6539"/>
                </a:lnTo>
                <a:lnTo>
                  <a:pt x="36353" y="15584"/>
                </a:lnTo>
                <a:close/>
                <a:moveTo>
                  <a:pt x="36353" y="155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3CAB2-68DF-4F61-8AB5-AE0D2BEC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036" y="5458993"/>
            <a:ext cx="46417" cy="42907"/>
          </a:xfrm>
          <a:custGeom xmlns:a="http://schemas.openxmlformats.org/drawingml/2006/main">
            <a:pathLst>
              <a:path w="46417" h="42907">
                <a:moveTo>
                  <a:pt x="38508" y="15030"/>
                </a:moveTo>
                <a:cubicBezTo>
                  <a:pt x="37037" y="11506"/>
                  <a:pt x="34532" y="9336"/>
                  <a:pt x="30949" y="8491"/>
                </a:cubicBezTo>
                <a:cubicBezTo>
                  <a:pt x="27366" y="7573"/>
                  <a:pt x="23201" y="8141"/>
                  <a:pt x="18424" y="10137"/>
                </a:cubicBezTo>
                <a:cubicBezTo>
                  <a:pt x="13705" y="12132"/>
                  <a:pt x="10414" y="14739"/>
                  <a:pt x="8535" y="17871"/>
                </a:cubicBezTo>
                <a:cubicBezTo>
                  <a:pt x="6656" y="21060"/>
                  <a:pt x="6423" y="24410"/>
                  <a:pt x="7908" y="27891"/>
                </a:cubicBezTo>
                <a:cubicBezTo>
                  <a:pt x="9379" y="31357"/>
                  <a:pt x="11943" y="33571"/>
                  <a:pt x="15526" y="34430"/>
                </a:cubicBezTo>
                <a:cubicBezTo>
                  <a:pt x="19108" y="35275"/>
                  <a:pt x="23259" y="34707"/>
                  <a:pt x="27993" y="32726"/>
                </a:cubicBezTo>
                <a:cubicBezTo>
                  <a:pt x="32653" y="30789"/>
                  <a:pt x="35945" y="28168"/>
                  <a:pt x="37882" y="24978"/>
                </a:cubicBezTo>
                <a:cubicBezTo>
                  <a:pt x="39761" y="21803"/>
                  <a:pt x="39994" y="18497"/>
                  <a:pt x="38508" y="15030"/>
                </a:cubicBezTo>
                <a:close/>
                <a:moveTo>
                  <a:pt x="44028" y="12700"/>
                </a:moveTo>
                <a:cubicBezTo>
                  <a:pt x="46417" y="18322"/>
                  <a:pt x="46417" y="23565"/>
                  <a:pt x="44145" y="28342"/>
                </a:cubicBezTo>
                <a:cubicBezTo>
                  <a:pt x="41814" y="33119"/>
                  <a:pt x="37372" y="36935"/>
                  <a:pt x="30891" y="39659"/>
                </a:cubicBezTo>
                <a:cubicBezTo>
                  <a:pt x="24395" y="42397"/>
                  <a:pt x="18657" y="42907"/>
                  <a:pt x="13589" y="41261"/>
                </a:cubicBezTo>
                <a:cubicBezTo>
                  <a:pt x="8535" y="39542"/>
                  <a:pt x="4777" y="35901"/>
                  <a:pt x="2389" y="30221"/>
                </a:cubicBezTo>
                <a:cubicBezTo>
                  <a:pt x="0" y="24526"/>
                  <a:pt x="0" y="19298"/>
                  <a:pt x="2330" y="14521"/>
                </a:cubicBezTo>
                <a:cubicBezTo>
                  <a:pt x="4661" y="9729"/>
                  <a:pt x="9044" y="5986"/>
                  <a:pt x="15526" y="3248"/>
                </a:cubicBezTo>
                <a:cubicBezTo>
                  <a:pt x="22065" y="524"/>
                  <a:pt x="27818" y="0"/>
                  <a:pt x="32872" y="1660"/>
                </a:cubicBezTo>
                <a:cubicBezTo>
                  <a:pt x="37882" y="3306"/>
                  <a:pt x="41640" y="7005"/>
                  <a:pt x="44028" y="12700"/>
                </a:cubicBezTo>
                <a:close/>
                <a:moveTo>
                  <a:pt x="44028" y="127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07DE9-CE3D-4E28-B90A-BFA92BB4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265" y="5502235"/>
            <a:ext cx="47626" cy="46548"/>
          </a:xfrm>
          <a:custGeom xmlns:a="http://schemas.openxmlformats.org/drawingml/2006/main">
            <a:pathLst>
              <a:path w="47626" h="46548">
                <a:moveTo>
                  <a:pt x="25954" y="25153"/>
                </a:moveTo>
                <a:cubicBezTo>
                  <a:pt x="23725" y="19910"/>
                  <a:pt x="21570" y="16501"/>
                  <a:pt x="19516" y="14972"/>
                </a:cubicBezTo>
                <a:cubicBezTo>
                  <a:pt x="17463" y="13428"/>
                  <a:pt x="14972" y="13312"/>
                  <a:pt x="12059" y="14506"/>
                </a:cubicBezTo>
                <a:cubicBezTo>
                  <a:pt x="9787" y="15482"/>
                  <a:pt x="8258" y="17011"/>
                  <a:pt x="7573" y="19123"/>
                </a:cubicBezTo>
                <a:cubicBezTo>
                  <a:pt x="6831" y="21220"/>
                  <a:pt x="7064" y="23551"/>
                  <a:pt x="8141" y="26172"/>
                </a:cubicBezTo>
                <a:cubicBezTo>
                  <a:pt x="9671" y="29813"/>
                  <a:pt x="12176" y="32144"/>
                  <a:pt x="15642" y="33280"/>
                </a:cubicBezTo>
                <a:cubicBezTo>
                  <a:pt x="19123" y="34372"/>
                  <a:pt x="22983" y="34022"/>
                  <a:pt x="27192" y="32260"/>
                </a:cubicBezTo>
                <a:lnTo>
                  <a:pt x="28677" y="31634"/>
                </a:lnTo>
                <a:lnTo>
                  <a:pt x="25954" y="25153"/>
                </a:lnTo>
                <a:close/>
                <a:moveTo>
                  <a:pt x="34139" y="36979"/>
                </a:moveTo>
                <a:lnTo>
                  <a:pt x="11491" y="46548"/>
                </a:lnTo>
                <a:lnTo>
                  <a:pt x="8768" y="40052"/>
                </a:lnTo>
                <a:lnTo>
                  <a:pt x="14797" y="37489"/>
                </a:lnTo>
                <a:cubicBezTo>
                  <a:pt x="11724" y="37037"/>
                  <a:pt x="9161" y="35901"/>
                  <a:pt x="7122" y="34197"/>
                </a:cubicBezTo>
                <a:cubicBezTo>
                  <a:pt x="5010" y="32435"/>
                  <a:pt x="3306" y="29988"/>
                  <a:pt x="1937" y="26740"/>
                </a:cubicBezTo>
                <a:cubicBezTo>
                  <a:pt x="233" y="22706"/>
                  <a:pt x="0" y="19007"/>
                  <a:pt x="1311" y="15642"/>
                </a:cubicBezTo>
                <a:cubicBezTo>
                  <a:pt x="2563" y="12292"/>
                  <a:pt x="5127" y="9787"/>
                  <a:pt x="8943" y="8200"/>
                </a:cubicBezTo>
                <a:cubicBezTo>
                  <a:pt x="13370" y="6321"/>
                  <a:pt x="17361" y="6379"/>
                  <a:pt x="20885" y="8418"/>
                </a:cubicBezTo>
                <a:cubicBezTo>
                  <a:pt x="24410" y="10472"/>
                  <a:pt x="27425" y="14448"/>
                  <a:pt x="29930" y="20376"/>
                </a:cubicBezTo>
                <a:lnTo>
                  <a:pt x="33746" y="29478"/>
                </a:lnTo>
                <a:lnTo>
                  <a:pt x="34430" y="29187"/>
                </a:lnTo>
                <a:cubicBezTo>
                  <a:pt x="37387" y="27935"/>
                  <a:pt x="39309" y="25997"/>
                  <a:pt x="40110" y="23332"/>
                </a:cubicBezTo>
                <a:cubicBezTo>
                  <a:pt x="40911" y="20652"/>
                  <a:pt x="40562" y="17521"/>
                  <a:pt x="39091" y="13996"/>
                </a:cubicBezTo>
                <a:cubicBezTo>
                  <a:pt x="38115" y="11724"/>
                  <a:pt x="36921" y="9612"/>
                  <a:pt x="35450" y="7690"/>
                </a:cubicBezTo>
                <a:cubicBezTo>
                  <a:pt x="34022" y="5811"/>
                  <a:pt x="32318" y="4093"/>
                  <a:pt x="30440" y="2563"/>
                </a:cubicBezTo>
                <a:lnTo>
                  <a:pt x="36411" y="0"/>
                </a:lnTo>
                <a:cubicBezTo>
                  <a:pt x="38348" y="1995"/>
                  <a:pt x="39994" y="4049"/>
                  <a:pt x="41421" y="6088"/>
                </a:cubicBezTo>
                <a:cubicBezTo>
                  <a:pt x="42848" y="8141"/>
                  <a:pt x="43984" y="10181"/>
                  <a:pt x="44887" y="12351"/>
                </a:cubicBezTo>
                <a:cubicBezTo>
                  <a:pt x="47276" y="18089"/>
                  <a:pt x="47626" y="22983"/>
                  <a:pt x="45863" y="27090"/>
                </a:cubicBezTo>
                <a:cubicBezTo>
                  <a:pt x="44043" y="31124"/>
                  <a:pt x="40169" y="34474"/>
                  <a:pt x="34139" y="36979"/>
                </a:cubicBezTo>
                <a:close/>
                <a:moveTo>
                  <a:pt x="34139" y="369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CC596-3B1D-48B0-B03F-817202B2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35" y="5545243"/>
            <a:ext cx="50014" cy="25779"/>
          </a:xfrm>
          <a:custGeom xmlns:a="http://schemas.openxmlformats.org/drawingml/2006/main">
            <a:pathLst>
              <a:path w="50014" h="25779">
                <a:moveTo>
                  <a:pt x="43300" y="25779"/>
                </a:moveTo>
                <a:cubicBezTo>
                  <a:pt x="43416" y="24861"/>
                  <a:pt x="43416" y="23900"/>
                  <a:pt x="43242" y="22983"/>
                </a:cubicBezTo>
                <a:cubicBezTo>
                  <a:pt x="43067" y="22021"/>
                  <a:pt x="42790" y="21060"/>
                  <a:pt x="42324" y="19968"/>
                </a:cubicBezTo>
                <a:cubicBezTo>
                  <a:pt x="40795" y="16327"/>
                  <a:pt x="38406" y="13996"/>
                  <a:pt x="35158" y="13035"/>
                </a:cubicBezTo>
                <a:cubicBezTo>
                  <a:pt x="31969" y="12059"/>
                  <a:pt x="28109" y="12525"/>
                  <a:pt x="23609" y="14462"/>
                </a:cubicBezTo>
                <a:lnTo>
                  <a:pt x="2738" y="23216"/>
                </a:lnTo>
                <a:lnTo>
                  <a:pt x="0" y="16676"/>
                </a:lnTo>
                <a:lnTo>
                  <a:pt x="39601" y="0"/>
                </a:lnTo>
                <a:lnTo>
                  <a:pt x="42382" y="6554"/>
                </a:lnTo>
                <a:lnTo>
                  <a:pt x="36178" y="9103"/>
                </a:lnTo>
                <a:cubicBezTo>
                  <a:pt x="39207" y="9452"/>
                  <a:pt x="41756" y="10530"/>
                  <a:pt x="43810" y="12176"/>
                </a:cubicBezTo>
                <a:cubicBezTo>
                  <a:pt x="45907" y="13880"/>
                  <a:pt x="47626" y="16327"/>
                  <a:pt x="48936" y="19458"/>
                </a:cubicBezTo>
                <a:cubicBezTo>
                  <a:pt x="49155" y="19924"/>
                  <a:pt x="49330" y="20434"/>
                  <a:pt x="49504" y="21002"/>
                </a:cubicBezTo>
                <a:cubicBezTo>
                  <a:pt x="49665" y="21570"/>
                  <a:pt x="49839" y="22196"/>
                  <a:pt x="50014" y="22881"/>
                </a:cubicBezTo>
                <a:lnTo>
                  <a:pt x="43300" y="25779"/>
                </a:lnTo>
                <a:close/>
                <a:moveTo>
                  <a:pt x="43300" y="257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C0DB6-6FCF-48C9-98DA-4421DCD4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016" y="5576309"/>
            <a:ext cx="66224" cy="46999"/>
          </a:xfrm>
          <a:custGeom xmlns:a="http://schemas.openxmlformats.org/drawingml/2006/main">
            <a:pathLst>
              <a:path w="66224" h="46999">
                <a:moveTo>
                  <a:pt x="42047" y="26289"/>
                </a:moveTo>
                <a:lnTo>
                  <a:pt x="63486" y="17244"/>
                </a:lnTo>
                <a:lnTo>
                  <a:pt x="66224" y="23784"/>
                </a:lnTo>
                <a:lnTo>
                  <a:pt x="11156" y="46999"/>
                </a:lnTo>
                <a:lnTo>
                  <a:pt x="8418" y="40460"/>
                </a:lnTo>
                <a:lnTo>
                  <a:pt x="14390" y="37955"/>
                </a:lnTo>
                <a:cubicBezTo>
                  <a:pt x="11433" y="37605"/>
                  <a:pt x="8986" y="36586"/>
                  <a:pt x="6933" y="34984"/>
                </a:cubicBezTo>
                <a:cubicBezTo>
                  <a:pt x="4894" y="33396"/>
                  <a:pt x="3292" y="31124"/>
                  <a:pt x="2054" y="28226"/>
                </a:cubicBezTo>
                <a:cubicBezTo>
                  <a:pt x="0" y="23449"/>
                  <a:pt x="277" y="18715"/>
                  <a:pt x="2840" y="14113"/>
                </a:cubicBezTo>
                <a:cubicBezTo>
                  <a:pt x="5403" y="9452"/>
                  <a:pt x="9787" y="5855"/>
                  <a:pt x="16050" y="3248"/>
                </a:cubicBezTo>
                <a:cubicBezTo>
                  <a:pt x="22240" y="568"/>
                  <a:pt x="27876" y="0"/>
                  <a:pt x="33003" y="1369"/>
                </a:cubicBezTo>
                <a:cubicBezTo>
                  <a:pt x="38057" y="2796"/>
                  <a:pt x="41640" y="5855"/>
                  <a:pt x="43635" y="10647"/>
                </a:cubicBezTo>
                <a:cubicBezTo>
                  <a:pt x="44887" y="13603"/>
                  <a:pt x="45397" y="16327"/>
                  <a:pt x="45120" y="18890"/>
                </a:cubicBezTo>
                <a:cubicBezTo>
                  <a:pt x="44829" y="21453"/>
                  <a:pt x="43810" y="23958"/>
                  <a:pt x="42047" y="26289"/>
                </a:cubicBezTo>
                <a:close/>
                <a:moveTo>
                  <a:pt x="18832" y="9962"/>
                </a:moveTo>
                <a:cubicBezTo>
                  <a:pt x="14055" y="11943"/>
                  <a:pt x="10749" y="14506"/>
                  <a:pt x="8811" y="17637"/>
                </a:cubicBezTo>
                <a:cubicBezTo>
                  <a:pt x="6933" y="20769"/>
                  <a:pt x="6714" y="24060"/>
                  <a:pt x="8185" y="27483"/>
                </a:cubicBezTo>
                <a:cubicBezTo>
                  <a:pt x="9612" y="30949"/>
                  <a:pt x="12118" y="33061"/>
                  <a:pt x="15700" y="33906"/>
                </a:cubicBezTo>
                <a:cubicBezTo>
                  <a:pt x="19225" y="34765"/>
                  <a:pt x="23434" y="34139"/>
                  <a:pt x="28211" y="32144"/>
                </a:cubicBezTo>
                <a:cubicBezTo>
                  <a:pt x="33003" y="30105"/>
                  <a:pt x="36353" y="27541"/>
                  <a:pt x="38232" y="24410"/>
                </a:cubicBezTo>
                <a:cubicBezTo>
                  <a:pt x="40110" y="21279"/>
                  <a:pt x="40329" y="17987"/>
                  <a:pt x="38858" y="14564"/>
                </a:cubicBezTo>
                <a:cubicBezTo>
                  <a:pt x="37430" y="11098"/>
                  <a:pt x="34925" y="8986"/>
                  <a:pt x="31343" y="8141"/>
                </a:cubicBezTo>
                <a:cubicBezTo>
                  <a:pt x="27818" y="7340"/>
                  <a:pt x="23667" y="7908"/>
                  <a:pt x="18832" y="9962"/>
                </a:cubicBezTo>
                <a:close/>
                <a:moveTo>
                  <a:pt x="18832" y="9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38FBF-04DC-46F1-92A7-8301D009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804" y="5607375"/>
            <a:ext cx="63777" cy="48237"/>
          </a:xfrm>
          <a:custGeom xmlns:a="http://schemas.openxmlformats.org/drawingml/2006/main">
            <a:pathLst>
              <a:path w="63777" h="48237">
                <a:moveTo>
                  <a:pt x="44887" y="0"/>
                </a:moveTo>
                <a:lnTo>
                  <a:pt x="63777" y="44713"/>
                </a:lnTo>
                <a:lnTo>
                  <a:pt x="57748" y="47218"/>
                </a:lnTo>
                <a:lnTo>
                  <a:pt x="49839" y="28503"/>
                </a:lnTo>
                <a:lnTo>
                  <a:pt x="3015" y="48237"/>
                </a:lnTo>
                <a:lnTo>
                  <a:pt x="0" y="41072"/>
                </a:lnTo>
                <a:lnTo>
                  <a:pt x="46766" y="21337"/>
                </a:lnTo>
                <a:lnTo>
                  <a:pt x="38858" y="2563"/>
                </a:lnTo>
                <a:lnTo>
                  <a:pt x="44887" y="0"/>
                </a:lnTo>
                <a:close/>
                <a:moveTo>
                  <a:pt x="448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D4B48-8F29-4EA3-BBD9-FA6068F8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805" y="5654476"/>
            <a:ext cx="46431" cy="45688"/>
          </a:xfrm>
          <a:custGeom xmlns:a="http://schemas.openxmlformats.org/drawingml/2006/main">
            <a:pathLst>
              <a:path w="46431" h="45688">
                <a:moveTo>
                  <a:pt x="32260" y="39033"/>
                </a:moveTo>
                <a:lnTo>
                  <a:pt x="29071" y="40402"/>
                </a:lnTo>
                <a:lnTo>
                  <a:pt x="16443" y="10414"/>
                </a:lnTo>
                <a:cubicBezTo>
                  <a:pt x="12059" y="12642"/>
                  <a:pt x="9219" y="15424"/>
                  <a:pt x="7908" y="18832"/>
                </a:cubicBezTo>
                <a:cubicBezTo>
                  <a:pt x="6598" y="22196"/>
                  <a:pt x="6831" y="26056"/>
                  <a:pt x="8651" y="30381"/>
                </a:cubicBezTo>
                <a:cubicBezTo>
                  <a:pt x="9671" y="32886"/>
                  <a:pt x="11040" y="35158"/>
                  <a:pt x="12627" y="37270"/>
                </a:cubicBezTo>
                <a:cubicBezTo>
                  <a:pt x="14229" y="39368"/>
                  <a:pt x="16166" y="41305"/>
                  <a:pt x="18322" y="43125"/>
                </a:cubicBezTo>
                <a:lnTo>
                  <a:pt x="12176" y="45688"/>
                </a:lnTo>
                <a:cubicBezTo>
                  <a:pt x="10181" y="43810"/>
                  <a:pt x="8418" y="41712"/>
                  <a:pt x="6889" y="39484"/>
                </a:cubicBezTo>
                <a:cubicBezTo>
                  <a:pt x="5345" y="37270"/>
                  <a:pt x="4049" y="34882"/>
                  <a:pt x="2957" y="32318"/>
                </a:cubicBezTo>
                <a:cubicBezTo>
                  <a:pt x="291" y="25997"/>
                  <a:pt x="0" y="20259"/>
                  <a:pt x="2170" y="14972"/>
                </a:cubicBezTo>
                <a:cubicBezTo>
                  <a:pt x="4267" y="9729"/>
                  <a:pt x="8476" y="5811"/>
                  <a:pt x="14739" y="3131"/>
                </a:cubicBezTo>
                <a:cubicBezTo>
                  <a:pt x="21220" y="408"/>
                  <a:pt x="27148" y="0"/>
                  <a:pt x="32377" y="1879"/>
                </a:cubicBezTo>
                <a:cubicBezTo>
                  <a:pt x="37664" y="3816"/>
                  <a:pt x="41596" y="7748"/>
                  <a:pt x="44101" y="13661"/>
                </a:cubicBezTo>
                <a:cubicBezTo>
                  <a:pt x="46315" y="19007"/>
                  <a:pt x="46431" y="23958"/>
                  <a:pt x="44261" y="28503"/>
                </a:cubicBezTo>
                <a:cubicBezTo>
                  <a:pt x="42164" y="33061"/>
                  <a:pt x="38173" y="36527"/>
                  <a:pt x="32260" y="39033"/>
                </a:cubicBezTo>
                <a:close/>
                <a:moveTo>
                  <a:pt x="31401" y="31692"/>
                </a:moveTo>
                <a:cubicBezTo>
                  <a:pt x="34940" y="30163"/>
                  <a:pt x="37387" y="27993"/>
                  <a:pt x="38683" y="25153"/>
                </a:cubicBezTo>
                <a:cubicBezTo>
                  <a:pt x="39994" y="22313"/>
                  <a:pt x="39936" y="19298"/>
                  <a:pt x="38639" y="16050"/>
                </a:cubicBezTo>
                <a:cubicBezTo>
                  <a:pt x="37096" y="12409"/>
                  <a:pt x="34823" y="9962"/>
                  <a:pt x="31867" y="8651"/>
                </a:cubicBezTo>
                <a:cubicBezTo>
                  <a:pt x="28910" y="7340"/>
                  <a:pt x="25429" y="7282"/>
                  <a:pt x="21570" y="8535"/>
                </a:cubicBezTo>
                <a:lnTo>
                  <a:pt x="31401" y="31692"/>
                </a:lnTo>
                <a:close/>
                <a:moveTo>
                  <a:pt x="31401" y="316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A30C3-11D8-4910-8207-78857B78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607" y="5691805"/>
            <a:ext cx="55534" cy="53874"/>
          </a:xfrm>
          <a:custGeom xmlns:a="http://schemas.openxmlformats.org/drawingml/2006/main">
            <a:pathLst>
              <a:path w="55534" h="53874">
                <a:moveTo>
                  <a:pt x="55534" y="36411"/>
                </a:moveTo>
                <a:lnTo>
                  <a:pt x="30148" y="30207"/>
                </a:lnTo>
                <a:lnTo>
                  <a:pt x="16166" y="53874"/>
                </a:lnTo>
                <a:lnTo>
                  <a:pt x="12919" y="46198"/>
                </a:lnTo>
                <a:lnTo>
                  <a:pt x="23667" y="28051"/>
                </a:lnTo>
                <a:lnTo>
                  <a:pt x="3248" y="23099"/>
                </a:lnTo>
                <a:lnTo>
                  <a:pt x="0" y="15409"/>
                </a:lnTo>
                <a:lnTo>
                  <a:pt x="27192" y="22065"/>
                </a:lnTo>
                <a:lnTo>
                  <a:pt x="40169" y="0"/>
                </a:lnTo>
                <a:lnTo>
                  <a:pt x="43416" y="7675"/>
                </a:lnTo>
                <a:lnTo>
                  <a:pt x="33687" y="24177"/>
                </a:lnTo>
                <a:lnTo>
                  <a:pt x="52286" y="28721"/>
                </a:lnTo>
                <a:lnTo>
                  <a:pt x="55534" y="36411"/>
                </a:lnTo>
                <a:close/>
                <a:moveTo>
                  <a:pt x="55534" y="364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012B8-D130-4F8B-BD9A-AA0AC728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590" y="5733284"/>
            <a:ext cx="50699" cy="41407"/>
          </a:xfrm>
          <a:custGeom xmlns:a="http://schemas.openxmlformats.org/drawingml/2006/main">
            <a:pathLst>
              <a:path w="50699" h="41407">
                <a:moveTo>
                  <a:pt x="50699" y="6539"/>
                </a:moveTo>
                <a:lnTo>
                  <a:pt x="39426" y="11317"/>
                </a:lnTo>
                <a:lnTo>
                  <a:pt x="45062" y="24687"/>
                </a:lnTo>
                <a:lnTo>
                  <a:pt x="39994" y="26842"/>
                </a:lnTo>
                <a:lnTo>
                  <a:pt x="34372" y="13414"/>
                </a:lnTo>
                <a:lnTo>
                  <a:pt x="12860" y="22517"/>
                </a:lnTo>
                <a:cubicBezTo>
                  <a:pt x="9612" y="23886"/>
                  <a:pt x="7748" y="25196"/>
                  <a:pt x="7166" y="26449"/>
                </a:cubicBezTo>
                <a:cubicBezTo>
                  <a:pt x="6656" y="27760"/>
                  <a:pt x="6947" y="29740"/>
                  <a:pt x="8083" y="32420"/>
                </a:cubicBezTo>
                <a:lnTo>
                  <a:pt x="10865" y="39135"/>
                </a:lnTo>
                <a:lnTo>
                  <a:pt x="5462" y="41407"/>
                </a:lnTo>
                <a:lnTo>
                  <a:pt x="2622" y="34751"/>
                </a:lnTo>
                <a:cubicBezTo>
                  <a:pt x="510" y="29697"/>
                  <a:pt x="0" y="25881"/>
                  <a:pt x="1034" y="23143"/>
                </a:cubicBezTo>
                <a:cubicBezTo>
                  <a:pt x="2112" y="20478"/>
                  <a:pt x="5127" y="18031"/>
                  <a:pt x="10079" y="15977"/>
                </a:cubicBezTo>
                <a:lnTo>
                  <a:pt x="31576" y="6874"/>
                </a:lnTo>
                <a:lnTo>
                  <a:pt x="29595" y="2097"/>
                </a:lnTo>
                <a:lnTo>
                  <a:pt x="34649" y="0"/>
                </a:lnTo>
                <a:lnTo>
                  <a:pt x="36644" y="4777"/>
                </a:lnTo>
                <a:lnTo>
                  <a:pt x="47902" y="0"/>
                </a:lnTo>
                <a:lnTo>
                  <a:pt x="50699" y="6539"/>
                </a:lnTo>
                <a:close/>
                <a:moveTo>
                  <a:pt x="50699" y="65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BD70B-6EC0-4B3D-BDFD-2664FAA0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751" y="5761262"/>
            <a:ext cx="55869" cy="29420"/>
          </a:xfrm>
          <a:custGeom xmlns:a="http://schemas.openxmlformats.org/drawingml/2006/main">
            <a:pathLst>
              <a:path w="55869" h="29420">
                <a:moveTo>
                  <a:pt x="52854" y="0"/>
                </a:moveTo>
                <a:lnTo>
                  <a:pt x="55869" y="7180"/>
                </a:lnTo>
                <a:lnTo>
                  <a:pt x="3015" y="29420"/>
                </a:lnTo>
                <a:lnTo>
                  <a:pt x="0" y="22313"/>
                </a:lnTo>
                <a:lnTo>
                  <a:pt x="52854" y="0"/>
                </a:lnTo>
                <a:close/>
                <a:moveTo>
                  <a:pt x="528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89BF6-F9F1-4743-ADCC-A6963E3E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577" y="5787668"/>
            <a:ext cx="50684" cy="49956"/>
          </a:xfrm>
          <a:custGeom xmlns:a="http://schemas.openxmlformats.org/drawingml/2006/main">
            <a:pathLst>
              <a:path w="50684" h="49956">
                <a:moveTo>
                  <a:pt x="37882" y="39819"/>
                </a:moveTo>
                <a:lnTo>
                  <a:pt x="13996" y="49956"/>
                </a:lnTo>
                <a:lnTo>
                  <a:pt x="11258" y="43402"/>
                </a:lnTo>
                <a:lnTo>
                  <a:pt x="34925" y="33396"/>
                </a:lnTo>
                <a:cubicBezTo>
                  <a:pt x="38683" y="31852"/>
                  <a:pt x="41188" y="29930"/>
                  <a:pt x="42441" y="27643"/>
                </a:cubicBezTo>
                <a:cubicBezTo>
                  <a:pt x="43693" y="25429"/>
                  <a:pt x="43693" y="22808"/>
                  <a:pt x="42441" y="19910"/>
                </a:cubicBezTo>
                <a:cubicBezTo>
                  <a:pt x="40955" y="16385"/>
                  <a:pt x="38683" y="14113"/>
                  <a:pt x="35610" y="13021"/>
                </a:cubicBezTo>
                <a:cubicBezTo>
                  <a:pt x="32479" y="11943"/>
                  <a:pt x="29012" y="12176"/>
                  <a:pt x="25138" y="13822"/>
                </a:cubicBezTo>
                <a:lnTo>
                  <a:pt x="2724" y="23274"/>
                </a:lnTo>
                <a:lnTo>
                  <a:pt x="0" y="16720"/>
                </a:lnTo>
                <a:lnTo>
                  <a:pt x="39586" y="0"/>
                </a:lnTo>
                <a:lnTo>
                  <a:pt x="42382" y="6539"/>
                </a:lnTo>
                <a:lnTo>
                  <a:pt x="36236" y="9161"/>
                </a:lnTo>
                <a:cubicBezTo>
                  <a:pt x="39251" y="9729"/>
                  <a:pt x="41814" y="10807"/>
                  <a:pt x="43853" y="12394"/>
                </a:cubicBezTo>
                <a:cubicBezTo>
                  <a:pt x="45965" y="14055"/>
                  <a:pt x="47553" y="16210"/>
                  <a:pt x="48747" y="19007"/>
                </a:cubicBezTo>
                <a:cubicBezTo>
                  <a:pt x="50626" y="23551"/>
                  <a:pt x="50684" y="27585"/>
                  <a:pt x="48864" y="31066"/>
                </a:cubicBezTo>
                <a:cubicBezTo>
                  <a:pt x="47043" y="34590"/>
                  <a:pt x="43402" y="37547"/>
                  <a:pt x="37882" y="39819"/>
                </a:cubicBezTo>
                <a:close/>
                <a:moveTo>
                  <a:pt x="37882" y="398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926EB-A727-492A-BC20-286503A6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844" y="5833633"/>
            <a:ext cx="65816" cy="47058"/>
          </a:xfrm>
          <a:custGeom xmlns:a="http://schemas.openxmlformats.org/drawingml/2006/main">
            <a:pathLst>
              <a:path w="65816" h="47058">
                <a:moveTo>
                  <a:pt x="23769" y="20711"/>
                </a:moveTo>
                <a:lnTo>
                  <a:pt x="2782" y="29580"/>
                </a:lnTo>
                <a:lnTo>
                  <a:pt x="0" y="23041"/>
                </a:lnTo>
                <a:lnTo>
                  <a:pt x="54718" y="0"/>
                </a:lnTo>
                <a:lnTo>
                  <a:pt x="57457" y="6539"/>
                </a:lnTo>
                <a:lnTo>
                  <a:pt x="51485" y="9044"/>
                </a:lnTo>
                <a:cubicBezTo>
                  <a:pt x="54383" y="9452"/>
                  <a:pt x="56889" y="10414"/>
                  <a:pt x="58884" y="12001"/>
                </a:cubicBezTo>
                <a:cubicBezTo>
                  <a:pt x="60923" y="13661"/>
                  <a:pt x="62525" y="15875"/>
                  <a:pt x="63777" y="18774"/>
                </a:cubicBezTo>
                <a:cubicBezTo>
                  <a:pt x="65816" y="23609"/>
                  <a:pt x="65540" y="28328"/>
                  <a:pt x="62976" y="32945"/>
                </a:cubicBezTo>
                <a:cubicBezTo>
                  <a:pt x="60413" y="37547"/>
                  <a:pt x="56029" y="41188"/>
                  <a:pt x="49825" y="43810"/>
                </a:cubicBezTo>
                <a:cubicBezTo>
                  <a:pt x="43577" y="46431"/>
                  <a:pt x="37940" y="47058"/>
                  <a:pt x="32828" y="45630"/>
                </a:cubicBezTo>
                <a:cubicBezTo>
                  <a:pt x="27760" y="44261"/>
                  <a:pt x="24177" y="41130"/>
                  <a:pt x="22182" y="36353"/>
                </a:cubicBezTo>
                <a:cubicBezTo>
                  <a:pt x="20929" y="33454"/>
                  <a:pt x="20478" y="30731"/>
                  <a:pt x="20696" y="28109"/>
                </a:cubicBezTo>
                <a:cubicBezTo>
                  <a:pt x="20987" y="25546"/>
                  <a:pt x="22007" y="23099"/>
                  <a:pt x="23769" y="20711"/>
                </a:cubicBezTo>
                <a:close/>
                <a:moveTo>
                  <a:pt x="46985" y="37037"/>
                </a:moveTo>
                <a:cubicBezTo>
                  <a:pt x="51762" y="35042"/>
                  <a:pt x="55068" y="32493"/>
                  <a:pt x="57005" y="29362"/>
                </a:cubicBezTo>
                <a:cubicBezTo>
                  <a:pt x="58884" y="26230"/>
                  <a:pt x="59102" y="22924"/>
                  <a:pt x="57631" y="19516"/>
                </a:cubicBezTo>
                <a:cubicBezTo>
                  <a:pt x="56204" y="16050"/>
                  <a:pt x="53699" y="13938"/>
                  <a:pt x="50116" y="13093"/>
                </a:cubicBezTo>
                <a:cubicBezTo>
                  <a:pt x="46591" y="12292"/>
                  <a:pt x="42441" y="12860"/>
                  <a:pt x="37605" y="14914"/>
                </a:cubicBezTo>
                <a:cubicBezTo>
                  <a:pt x="32828" y="16895"/>
                  <a:pt x="29522" y="19458"/>
                  <a:pt x="27585" y="22589"/>
                </a:cubicBezTo>
                <a:cubicBezTo>
                  <a:pt x="25706" y="25721"/>
                  <a:pt x="25488" y="29012"/>
                  <a:pt x="26959" y="32435"/>
                </a:cubicBezTo>
                <a:cubicBezTo>
                  <a:pt x="28386" y="35901"/>
                  <a:pt x="30891" y="38013"/>
                  <a:pt x="34474" y="38858"/>
                </a:cubicBezTo>
                <a:cubicBezTo>
                  <a:pt x="37998" y="39659"/>
                  <a:pt x="42208" y="39091"/>
                  <a:pt x="46985" y="37037"/>
                </a:cubicBezTo>
                <a:close/>
                <a:moveTo>
                  <a:pt x="46985" y="37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BE85B-53E4-4CD4-84DF-66E547C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042" y="5879205"/>
            <a:ext cx="50757" cy="49898"/>
          </a:xfrm>
          <a:custGeom xmlns:a="http://schemas.openxmlformats.org/drawingml/2006/main">
            <a:pathLst>
              <a:path w="50757" h="49898">
                <a:moveTo>
                  <a:pt x="12744" y="10122"/>
                </a:moveTo>
                <a:lnTo>
                  <a:pt x="36761" y="0"/>
                </a:lnTo>
                <a:lnTo>
                  <a:pt x="39484" y="6481"/>
                </a:lnTo>
                <a:lnTo>
                  <a:pt x="15759" y="16501"/>
                </a:lnTo>
                <a:cubicBezTo>
                  <a:pt x="12016" y="18089"/>
                  <a:pt x="9511" y="20026"/>
                  <a:pt x="8200" y="22240"/>
                </a:cubicBezTo>
                <a:cubicBezTo>
                  <a:pt x="6947" y="24526"/>
                  <a:pt x="6947" y="27075"/>
                  <a:pt x="8200" y="30046"/>
                </a:cubicBezTo>
                <a:cubicBezTo>
                  <a:pt x="9671" y="33571"/>
                  <a:pt x="11957" y="35843"/>
                  <a:pt x="15074" y="36921"/>
                </a:cubicBezTo>
                <a:cubicBezTo>
                  <a:pt x="18147" y="38057"/>
                  <a:pt x="21628" y="37780"/>
                  <a:pt x="25546" y="36134"/>
                </a:cubicBezTo>
                <a:lnTo>
                  <a:pt x="47961" y="26682"/>
                </a:lnTo>
                <a:lnTo>
                  <a:pt x="50757" y="33163"/>
                </a:lnTo>
                <a:lnTo>
                  <a:pt x="11098" y="49898"/>
                </a:lnTo>
                <a:lnTo>
                  <a:pt x="8375" y="43358"/>
                </a:lnTo>
                <a:lnTo>
                  <a:pt x="14462" y="40795"/>
                </a:lnTo>
                <a:cubicBezTo>
                  <a:pt x="11389" y="40227"/>
                  <a:pt x="8826" y="39149"/>
                  <a:pt x="6772" y="37547"/>
                </a:cubicBezTo>
                <a:cubicBezTo>
                  <a:pt x="4733" y="35959"/>
                  <a:pt x="3073" y="33789"/>
                  <a:pt x="1937" y="31066"/>
                </a:cubicBezTo>
                <a:cubicBezTo>
                  <a:pt x="0" y="26507"/>
                  <a:pt x="0" y="22415"/>
                  <a:pt x="1821" y="18890"/>
                </a:cubicBezTo>
                <a:cubicBezTo>
                  <a:pt x="3641" y="15307"/>
                  <a:pt x="7282" y="12409"/>
                  <a:pt x="12744" y="10122"/>
                </a:cubicBezTo>
                <a:close/>
                <a:moveTo>
                  <a:pt x="12744" y="10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E185A-CC3B-483C-9765-6AE882D6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733" y="5920903"/>
            <a:ext cx="50684" cy="41421"/>
          </a:xfrm>
          <a:custGeom xmlns:a="http://schemas.openxmlformats.org/drawingml/2006/main">
            <a:pathLst>
              <a:path w="50684" h="41421">
                <a:moveTo>
                  <a:pt x="50684" y="6598"/>
                </a:moveTo>
                <a:lnTo>
                  <a:pt x="39426" y="11331"/>
                </a:lnTo>
                <a:lnTo>
                  <a:pt x="45062" y="24759"/>
                </a:lnTo>
                <a:lnTo>
                  <a:pt x="39994" y="26857"/>
                </a:lnTo>
                <a:lnTo>
                  <a:pt x="34357" y="13487"/>
                </a:lnTo>
                <a:lnTo>
                  <a:pt x="12860" y="22531"/>
                </a:lnTo>
                <a:cubicBezTo>
                  <a:pt x="9612" y="23900"/>
                  <a:pt x="7734" y="25211"/>
                  <a:pt x="7166" y="26463"/>
                </a:cubicBezTo>
                <a:cubicBezTo>
                  <a:pt x="6598" y="27774"/>
                  <a:pt x="6933" y="29755"/>
                  <a:pt x="8083" y="32493"/>
                </a:cubicBezTo>
                <a:lnTo>
                  <a:pt x="10865" y="39149"/>
                </a:lnTo>
                <a:lnTo>
                  <a:pt x="5462" y="41421"/>
                </a:lnTo>
                <a:lnTo>
                  <a:pt x="2622" y="34765"/>
                </a:lnTo>
                <a:cubicBezTo>
                  <a:pt x="510" y="29755"/>
                  <a:pt x="0" y="25895"/>
                  <a:pt x="1020" y="23157"/>
                </a:cubicBezTo>
                <a:cubicBezTo>
                  <a:pt x="2097" y="20492"/>
                  <a:pt x="5112" y="18089"/>
                  <a:pt x="10064" y="15992"/>
                </a:cubicBezTo>
                <a:lnTo>
                  <a:pt x="31576" y="6947"/>
                </a:lnTo>
                <a:lnTo>
                  <a:pt x="29580" y="2170"/>
                </a:lnTo>
                <a:lnTo>
                  <a:pt x="34649" y="0"/>
                </a:lnTo>
                <a:lnTo>
                  <a:pt x="36629" y="4777"/>
                </a:lnTo>
                <a:lnTo>
                  <a:pt x="47902" y="58"/>
                </a:lnTo>
                <a:lnTo>
                  <a:pt x="50684" y="6598"/>
                </a:lnTo>
                <a:close/>
                <a:moveTo>
                  <a:pt x="50684" y="6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40161-40A9-43AD-9F06-1F0FDB58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476" y="5944235"/>
            <a:ext cx="75487" cy="75895"/>
          </a:xfrm>
          <a:custGeom xmlns:a="http://schemas.openxmlformats.org/drawingml/2006/main">
            <a:pathLst>
              <a:path w="75487" h="75895">
                <a:moveTo>
                  <a:pt x="47276" y="0"/>
                </a:moveTo>
                <a:lnTo>
                  <a:pt x="50291" y="7224"/>
                </a:lnTo>
                <a:lnTo>
                  <a:pt x="10355" y="37154"/>
                </a:lnTo>
                <a:lnTo>
                  <a:pt x="59685" y="29362"/>
                </a:lnTo>
                <a:lnTo>
                  <a:pt x="63035" y="37430"/>
                </a:lnTo>
                <a:lnTo>
                  <a:pt x="23099" y="67360"/>
                </a:lnTo>
                <a:lnTo>
                  <a:pt x="72429" y="59627"/>
                </a:lnTo>
                <a:lnTo>
                  <a:pt x="75487" y="66851"/>
                </a:lnTo>
                <a:lnTo>
                  <a:pt x="17069" y="75895"/>
                </a:lnTo>
                <a:lnTo>
                  <a:pt x="13254" y="66909"/>
                </a:lnTo>
                <a:lnTo>
                  <a:pt x="54383" y="36411"/>
                </a:lnTo>
                <a:lnTo>
                  <a:pt x="3816" y="44494"/>
                </a:lnTo>
                <a:lnTo>
                  <a:pt x="0" y="35493"/>
                </a:lnTo>
                <a:lnTo>
                  <a:pt x="47276" y="0"/>
                </a:lnTo>
                <a:close/>
                <a:moveTo>
                  <a:pt x="472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26628-4265-4037-A952-6801112C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236" y="6023887"/>
            <a:ext cx="46431" cy="42892"/>
          </a:xfrm>
          <a:custGeom xmlns:a="http://schemas.openxmlformats.org/drawingml/2006/main">
            <a:pathLst>
              <a:path w="46431" h="42892">
                <a:moveTo>
                  <a:pt x="38523" y="15016"/>
                </a:moveTo>
                <a:cubicBezTo>
                  <a:pt x="37037" y="11491"/>
                  <a:pt x="34532" y="9321"/>
                  <a:pt x="30949" y="8418"/>
                </a:cubicBezTo>
                <a:cubicBezTo>
                  <a:pt x="27366" y="7559"/>
                  <a:pt x="23216" y="8127"/>
                  <a:pt x="18439" y="10122"/>
                </a:cubicBezTo>
                <a:cubicBezTo>
                  <a:pt x="13720" y="12118"/>
                  <a:pt x="10414" y="14666"/>
                  <a:pt x="8535" y="17856"/>
                </a:cubicBezTo>
                <a:cubicBezTo>
                  <a:pt x="6656" y="21046"/>
                  <a:pt x="6437" y="24395"/>
                  <a:pt x="7908" y="27876"/>
                </a:cubicBezTo>
                <a:cubicBezTo>
                  <a:pt x="9394" y="31343"/>
                  <a:pt x="11943" y="33498"/>
                  <a:pt x="15540" y="34416"/>
                </a:cubicBezTo>
                <a:cubicBezTo>
                  <a:pt x="19123" y="35260"/>
                  <a:pt x="23274" y="34692"/>
                  <a:pt x="27993" y="32712"/>
                </a:cubicBezTo>
                <a:cubicBezTo>
                  <a:pt x="32653" y="30775"/>
                  <a:pt x="35959" y="28153"/>
                  <a:pt x="37838" y="24963"/>
                </a:cubicBezTo>
                <a:cubicBezTo>
                  <a:pt x="39775" y="21788"/>
                  <a:pt x="39994" y="18482"/>
                  <a:pt x="38523" y="15016"/>
                </a:cubicBezTo>
                <a:close/>
                <a:moveTo>
                  <a:pt x="44043" y="12686"/>
                </a:moveTo>
                <a:cubicBezTo>
                  <a:pt x="46431" y="18307"/>
                  <a:pt x="46431" y="23551"/>
                  <a:pt x="44086" y="28328"/>
                </a:cubicBezTo>
                <a:cubicBezTo>
                  <a:pt x="41814" y="33105"/>
                  <a:pt x="37387" y="36921"/>
                  <a:pt x="30891" y="39644"/>
                </a:cubicBezTo>
                <a:cubicBezTo>
                  <a:pt x="24410" y="42382"/>
                  <a:pt x="18657" y="42892"/>
                  <a:pt x="13545" y="41246"/>
                </a:cubicBezTo>
                <a:cubicBezTo>
                  <a:pt x="8535" y="39528"/>
                  <a:pt x="4777" y="35887"/>
                  <a:pt x="2389" y="30207"/>
                </a:cubicBezTo>
                <a:cubicBezTo>
                  <a:pt x="0" y="24512"/>
                  <a:pt x="0" y="19283"/>
                  <a:pt x="2330" y="14506"/>
                </a:cubicBezTo>
                <a:cubicBezTo>
                  <a:pt x="4661" y="9729"/>
                  <a:pt x="9044" y="5971"/>
                  <a:pt x="15540" y="3233"/>
                </a:cubicBezTo>
                <a:cubicBezTo>
                  <a:pt x="22080" y="510"/>
                  <a:pt x="27818" y="0"/>
                  <a:pt x="32886" y="1646"/>
                </a:cubicBezTo>
                <a:cubicBezTo>
                  <a:pt x="37897" y="3292"/>
                  <a:pt x="41654" y="6991"/>
                  <a:pt x="44043" y="12686"/>
                </a:cubicBezTo>
                <a:close/>
                <a:moveTo>
                  <a:pt x="44043" y="126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EC856-8D15-41CA-ABF8-2B30999E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76" y="6065702"/>
            <a:ext cx="50000" cy="25764"/>
          </a:xfrm>
          <a:custGeom xmlns:a="http://schemas.openxmlformats.org/drawingml/2006/main">
            <a:pathLst>
              <a:path w="50000" h="25764">
                <a:moveTo>
                  <a:pt x="43344" y="25764"/>
                </a:moveTo>
                <a:cubicBezTo>
                  <a:pt x="43460" y="24861"/>
                  <a:pt x="43460" y="23944"/>
                  <a:pt x="43285" y="22983"/>
                </a:cubicBezTo>
                <a:cubicBezTo>
                  <a:pt x="43111" y="22007"/>
                  <a:pt x="42834" y="21046"/>
                  <a:pt x="42382" y="20026"/>
                </a:cubicBezTo>
                <a:cubicBezTo>
                  <a:pt x="40839" y="16327"/>
                  <a:pt x="38450" y="13996"/>
                  <a:pt x="35202" y="13021"/>
                </a:cubicBezTo>
                <a:cubicBezTo>
                  <a:pt x="31969" y="12059"/>
                  <a:pt x="28153" y="12569"/>
                  <a:pt x="23667" y="14448"/>
                </a:cubicBezTo>
                <a:lnTo>
                  <a:pt x="2782" y="23259"/>
                </a:lnTo>
                <a:lnTo>
                  <a:pt x="0" y="16720"/>
                </a:lnTo>
                <a:lnTo>
                  <a:pt x="39644" y="0"/>
                </a:lnTo>
                <a:lnTo>
                  <a:pt x="42382" y="6539"/>
                </a:lnTo>
                <a:lnTo>
                  <a:pt x="36236" y="9161"/>
                </a:lnTo>
                <a:cubicBezTo>
                  <a:pt x="39251" y="9496"/>
                  <a:pt x="41756" y="10515"/>
                  <a:pt x="43853" y="12234"/>
                </a:cubicBezTo>
                <a:cubicBezTo>
                  <a:pt x="45965" y="13938"/>
                  <a:pt x="47669" y="16327"/>
                  <a:pt x="48980" y="19458"/>
                </a:cubicBezTo>
                <a:cubicBezTo>
                  <a:pt x="49155" y="19910"/>
                  <a:pt x="49373" y="20419"/>
                  <a:pt x="49548" y="20987"/>
                </a:cubicBezTo>
                <a:cubicBezTo>
                  <a:pt x="49723" y="21555"/>
                  <a:pt x="49883" y="22182"/>
                  <a:pt x="50000" y="22924"/>
                </a:cubicBezTo>
                <a:lnTo>
                  <a:pt x="43344" y="25764"/>
                </a:lnTo>
                <a:close/>
                <a:moveTo>
                  <a:pt x="43344" y="257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41F0C-E2F7-470C-B872-89101E42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501" y="6096768"/>
            <a:ext cx="66224" cy="46985"/>
          </a:xfrm>
          <a:custGeom xmlns:a="http://schemas.openxmlformats.org/drawingml/2006/main">
            <a:pathLst>
              <a:path w="66224" h="46985">
                <a:moveTo>
                  <a:pt x="42047" y="26332"/>
                </a:moveTo>
                <a:lnTo>
                  <a:pt x="63501" y="17288"/>
                </a:lnTo>
                <a:lnTo>
                  <a:pt x="66224" y="23769"/>
                </a:lnTo>
                <a:lnTo>
                  <a:pt x="11156" y="46985"/>
                </a:lnTo>
                <a:lnTo>
                  <a:pt x="8418" y="40504"/>
                </a:lnTo>
                <a:lnTo>
                  <a:pt x="14346" y="37998"/>
                </a:lnTo>
                <a:cubicBezTo>
                  <a:pt x="11433" y="37605"/>
                  <a:pt x="8943" y="36629"/>
                  <a:pt x="6947" y="34984"/>
                </a:cubicBezTo>
                <a:cubicBezTo>
                  <a:pt x="4894" y="33396"/>
                  <a:pt x="3248" y="31168"/>
                  <a:pt x="2054" y="28211"/>
                </a:cubicBezTo>
                <a:cubicBezTo>
                  <a:pt x="0" y="23434"/>
                  <a:pt x="291" y="18715"/>
                  <a:pt x="2855" y="14098"/>
                </a:cubicBezTo>
                <a:cubicBezTo>
                  <a:pt x="5403" y="9496"/>
                  <a:pt x="9787" y="5855"/>
                  <a:pt x="15992" y="3233"/>
                </a:cubicBezTo>
                <a:cubicBezTo>
                  <a:pt x="22254" y="626"/>
                  <a:pt x="27876" y="0"/>
                  <a:pt x="33003" y="1354"/>
                </a:cubicBezTo>
                <a:cubicBezTo>
                  <a:pt x="38071" y="2782"/>
                  <a:pt x="41654" y="5855"/>
                  <a:pt x="43635" y="10690"/>
                </a:cubicBezTo>
                <a:cubicBezTo>
                  <a:pt x="44887" y="13589"/>
                  <a:pt x="45354" y="16327"/>
                  <a:pt x="45120" y="18934"/>
                </a:cubicBezTo>
                <a:cubicBezTo>
                  <a:pt x="44829" y="21497"/>
                  <a:pt x="43810" y="23944"/>
                  <a:pt x="42047" y="26332"/>
                </a:cubicBezTo>
                <a:close/>
                <a:moveTo>
                  <a:pt x="18832" y="9947"/>
                </a:moveTo>
                <a:cubicBezTo>
                  <a:pt x="14055" y="12001"/>
                  <a:pt x="10705" y="14564"/>
                  <a:pt x="8826" y="17681"/>
                </a:cubicBezTo>
                <a:cubicBezTo>
                  <a:pt x="6947" y="20754"/>
                  <a:pt x="6714" y="24060"/>
                  <a:pt x="8141" y="27527"/>
                </a:cubicBezTo>
                <a:cubicBezTo>
                  <a:pt x="9612" y="30949"/>
                  <a:pt x="12118" y="33105"/>
                  <a:pt x="15700" y="33906"/>
                </a:cubicBezTo>
                <a:cubicBezTo>
                  <a:pt x="19240" y="34751"/>
                  <a:pt x="23449" y="34183"/>
                  <a:pt x="28226" y="32144"/>
                </a:cubicBezTo>
                <a:cubicBezTo>
                  <a:pt x="33003" y="30148"/>
                  <a:pt x="36294" y="27527"/>
                  <a:pt x="38232" y="24395"/>
                </a:cubicBezTo>
                <a:cubicBezTo>
                  <a:pt x="40110" y="21264"/>
                  <a:pt x="40343" y="18031"/>
                  <a:pt x="38858" y="14564"/>
                </a:cubicBezTo>
                <a:cubicBezTo>
                  <a:pt x="37445" y="11142"/>
                  <a:pt x="34940" y="8986"/>
                  <a:pt x="31357" y="8185"/>
                </a:cubicBezTo>
                <a:cubicBezTo>
                  <a:pt x="27818" y="7326"/>
                  <a:pt x="23609" y="7952"/>
                  <a:pt x="18832" y="9947"/>
                </a:cubicBezTo>
                <a:close/>
                <a:moveTo>
                  <a:pt x="18832" y="99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BD6D3-C80D-4099-B62C-D12CEC32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445" y="6134373"/>
            <a:ext cx="65540" cy="57733"/>
          </a:xfrm>
          <a:custGeom xmlns:a="http://schemas.openxmlformats.org/drawingml/2006/main">
            <a:pathLst>
              <a:path w="65540" h="57733">
                <a:moveTo>
                  <a:pt x="48470" y="0"/>
                </a:moveTo>
                <a:lnTo>
                  <a:pt x="51543" y="7166"/>
                </a:lnTo>
                <a:lnTo>
                  <a:pt x="19400" y="20696"/>
                </a:lnTo>
                <a:cubicBezTo>
                  <a:pt x="13763" y="23085"/>
                  <a:pt x="10122" y="25823"/>
                  <a:pt x="8476" y="28954"/>
                </a:cubicBezTo>
                <a:cubicBezTo>
                  <a:pt x="6874" y="32027"/>
                  <a:pt x="7049" y="35887"/>
                  <a:pt x="8986" y="40504"/>
                </a:cubicBezTo>
                <a:cubicBezTo>
                  <a:pt x="10923" y="45048"/>
                  <a:pt x="13530" y="47844"/>
                  <a:pt x="16895" y="48864"/>
                </a:cubicBezTo>
                <a:cubicBezTo>
                  <a:pt x="20245" y="49883"/>
                  <a:pt x="24745" y="49199"/>
                  <a:pt x="30440" y="46810"/>
                </a:cubicBezTo>
                <a:lnTo>
                  <a:pt x="62525" y="33280"/>
                </a:lnTo>
                <a:lnTo>
                  <a:pt x="65540" y="40445"/>
                </a:lnTo>
                <a:lnTo>
                  <a:pt x="32537" y="54325"/>
                </a:lnTo>
                <a:cubicBezTo>
                  <a:pt x="25648" y="57223"/>
                  <a:pt x="19735" y="57733"/>
                  <a:pt x="14783" y="55811"/>
                </a:cubicBezTo>
                <a:cubicBezTo>
                  <a:pt x="9846" y="53874"/>
                  <a:pt x="5971" y="49606"/>
                  <a:pt x="3175" y="42950"/>
                </a:cubicBezTo>
                <a:cubicBezTo>
                  <a:pt x="335" y="36294"/>
                  <a:pt x="0" y="30483"/>
                  <a:pt x="2039" y="25590"/>
                </a:cubicBezTo>
                <a:cubicBezTo>
                  <a:pt x="4151" y="20696"/>
                  <a:pt x="8651" y="16778"/>
                  <a:pt x="15526" y="13880"/>
                </a:cubicBezTo>
                <a:lnTo>
                  <a:pt x="48470" y="0"/>
                </a:lnTo>
                <a:close/>
                <a:moveTo>
                  <a:pt x="4847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DA786-1A5D-42DA-ABE4-5D7841F9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592" y="6193257"/>
            <a:ext cx="50684" cy="49883"/>
          </a:xfrm>
          <a:custGeom xmlns:a="http://schemas.openxmlformats.org/drawingml/2006/main">
            <a:pathLst>
              <a:path w="50684" h="49883">
                <a:moveTo>
                  <a:pt x="37940" y="39819"/>
                </a:moveTo>
                <a:lnTo>
                  <a:pt x="13996" y="49883"/>
                </a:lnTo>
                <a:lnTo>
                  <a:pt x="11258" y="43402"/>
                </a:lnTo>
                <a:lnTo>
                  <a:pt x="34984" y="33382"/>
                </a:lnTo>
                <a:cubicBezTo>
                  <a:pt x="38683" y="31794"/>
                  <a:pt x="41188" y="29915"/>
                  <a:pt x="42441" y="27643"/>
                </a:cubicBezTo>
                <a:cubicBezTo>
                  <a:pt x="43693" y="25429"/>
                  <a:pt x="43693" y="22808"/>
                  <a:pt x="42499" y="19910"/>
                </a:cubicBezTo>
                <a:cubicBezTo>
                  <a:pt x="40955" y="16385"/>
                  <a:pt x="38683" y="14098"/>
                  <a:pt x="35610" y="13021"/>
                </a:cubicBezTo>
                <a:cubicBezTo>
                  <a:pt x="32479" y="11885"/>
                  <a:pt x="29012" y="12161"/>
                  <a:pt x="25138" y="13822"/>
                </a:cubicBezTo>
                <a:lnTo>
                  <a:pt x="2724" y="23259"/>
                </a:lnTo>
                <a:lnTo>
                  <a:pt x="0" y="16720"/>
                </a:lnTo>
                <a:lnTo>
                  <a:pt x="39644" y="0"/>
                </a:lnTo>
                <a:lnTo>
                  <a:pt x="42382" y="6539"/>
                </a:lnTo>
                <a:lnTo>
                  <a:pt x="36236" y="9146"/>
                </a:lnTo>
                <a:cubicBezTo>
                  <a:pt x="39251" y="9729"/>
                  <a:pt x="41814" y="10807"/>
                  <a:pt x="43912" y="12394"/>
                </a:cubicBezTo>
                <a:cubicBezTo>
                  <a:pt x="45965" y="13982"/>
                  <a:pt x="47553" y="16210"/>
                  <a:pt x="48762" y="18934"/>
                </a:cubicBezTo>
                <a:cubicBezTo>
                  <a:pt x="50684" y="23492"/>
                  <a:pt x="50684" y="27527"/>
                  <a:pt x="48864" y="31051"/>
                </a:cubicBezTo>
                <a:cubicBezTo>
                  <a:pt x="47043" y="34590"/>
                  <a:pt x="43402" y="37489"/>
                  <a:pt x="37940" y="39819"/>
                </a:cubicBezTo>
                <a:close/>
                <a:moveTo>
                  <a:pt x="37940" y="398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66CD3-FA06-4DB2-A876-15666414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050" y="6232901"/>
            <a:ext cx="57806" cy="29755"/>
          </a:xfrm>
          <a:custGeom xmlns:a="http://schemas.openxmlformats.org/drawingml/2006/main">
            <a:pathLst>
              <a:path w="57806" h="29755">
                <a:moveTo>
                  <a:pt x="39644" y="6539"/>
                </a:moveTo>
                <a:lnTo>
                  <a:pt x="42382" y="13035"/>
                </a:lnTo>
                <a:lnTo>
                  <a:pt x="2724" y="29755"/>
                </a:lnTo>
                <a:lnTo>
                  <a:pt x="0" y="23274"/>
                </a:lnTo>
                <a:lnTo>
                  <a:pt x="39644" y="6539"/>
                </a:lnTo>
                <a:close/>
                <a:moveTo>
                  <a:pt x="55068" y="0"/>
                </a:moveTo>
                <a:lnTo>
                  <a:pt x="57806" y="6539"/>
                </a:lnTo>
                <a:lnTo>
                  <a:pt x="49548" y="10020"/>
                </a:lnTo>
                <a:lnTo>
                  <a:pt x="46825" y="3525"/>
                </a:lnTo>
                <a:lnTo>
                  <a:pt x="55068" y="0"/>
                </a:lnTo>
                <a:close/>
                <a:moveTo>
                  <a:pt x="550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F4F04-E1D7-4F90-B695-7AB643F8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409" y="6261753"/>
            <a:ext cx="65540" cy="48529"/>
          </a:xfrm>
          <a:custGeom xmlns:a="http://schemas.openxmlformats.org/drawingml/2006/main">
            <a:pathLst>
              <a:path w="65540" h="48529">
                <a:moveTo>
                  <a:pt x="43402" y="32027"/>
                </a:moveTo>
                <a:cubicBezTo>
                  <a:pt x="48121" y="30090"/>
                  <a:pt x="51369" y="27527"/>
                  <a:pt x="53131" y="24512"/>
                </a:cubicBezTo>
                <a:cubicBezTo>
                  <a:pt x="54893" y="21497"/>
                  <a:pt x="55068" y="18205"/>
                  <a:pt x="53582" y="14666"/>
                </a:cubicBezTo>
                <a:cubicBezTo>
                  <a:pt x="52111" y="11200"/>
                  <a:pt x="49665" y="9044"/>
                  <a:pt x="46257" y="8185"/>
                </a:cubicBezTo>
                <a:cubicBezTo>
                  <a:pt x="42834" y="7340"/>
                  <a:pt x="38800" y="7908"/>
                  <a:pt x="34081" y="9889"/>
                </a:cubicBezTo>
                <a:cubicBezTo>
                  <a:pt x="29347" y="11826"/>
                  <a:pt x="26114" y="14390"/>
                  <a:pt x="24352" y="17404"/>
                </a:cubicBezTo>
                <a:cubicBezTo>
                  <a:pt x="22589" y="20419"/>
                  <a:pt x="22415" y="23725"/>
                  <a:pt x="23886" y="27192"/>
                </a:cubicBezTo>
                <a:cubicBezTo>
                  <a:pt x="25371" y="30716"/>
                  <a:pt x="27818" y="32872"/>
                  <a:pt x="31226" y="33731"/>
                </a:cubicBezTo>
                <a:cubicBezTo>
                  <a:pt x="34649" y="34590"/>
                  <a:pt x="38741" y="34022"/>
                  <a:pt x="43402" y="32027"/>
                </a:cubicBezTo>
                <a:close/>
                <a:moveTo>
                  <a:pt x="30775" y="45048"/>
                </a:moveTo>
                <a:cubicBezTo>
                  <a:pt x="24060" y="47902"/>
                  <a:pt x="18424" y="48529"/>
                  <a:pt x="13880" y="46868"/>
                </a:cubicBezTo>
                <a:cubicBezTo>
                  <a:pt x="9321" y="45281"/>
                  <a:pt x="5738" y="41407"/>
                  <a:pt x="3131" y="35217"/>
                </a:cubicBezTo>
                <a:cubicBezTo>
                  <a:pt x="2156" y="32930"/>
                  <a:pt x="1413" y="30716"/>
                  <a:pt x="903" y="28503"/>
                </a:cubicBezTo>
                <a:cubicBezTo>
                  <a:pt x="393" y="26332"/>
                  <a:pt x="58" y="24177"/>
                  <a:pt x="0" y="21949"/>
                </a:cubicBezTo>
                <a:lnTo>
                  <a:pt x="6306" y="19283"/>
                </a:lnTo>
                <a:cubicBezTo>
                  <a:pt x="6088" y="21614"/>
                  <a:pt x="6088" y="23827"/>
                  <a:pt x="6423" y="25881"/>
                </a:cubicBezTo>
                <a:cubicBezTo>
                  <a:pt x="6714" y="27993"/>
                  <a:pt x="7224" y="29974"/>
                  <a:pt x="8069" y="31911"/>
                </a:cubicBezTo>
                <a:cubicBezTo>
                  <a:pt x="9846" y="36178"/>
                  <a:pt x="12336" y="38916"/>
                  <a:pt x="15467" y="40110"/>
                </a:cubicBezTo>
                <a:cubicBezTo>
                  <a:pt x="18540" y="41305"/>
                  <a:pt x="22356" y="40897"/>
                  <a:pt x="26900" y="39018"/>
                </a:cubicBezTo>
                <a:lnTo>
                  <a:pt x="30090" y="37664"/>
                </a:lnTo>
                <a:cubicBezTo>
                  <a:pt x="27192" y="37314"/>
                  <a:pt x="24745" y="36353"/>
                  <a:pt x="22691" y="34692"/>
                </a:cubicBezTo>
                <a:cubicBezTo>
                  <a:pt x="20652" y="33105"/>
                  <a:pt x="18992" y="30833"/>
                  <a:pt x="17798" y="27876"/>
                </a:cubicBezTo>
                <a:cubicBezTo>
                  <a:pt x="15759" y="23041"/>
                  <a:pt x="15933" y="18366"/>
                  <a:pt x="18380" y="13822"/>
                </a:cubicBezTo>
                <a:cubicBezTo>
                  <a:pt x="20813" y="9263"/>
                  <a:pt x="25080" y="5738"/>
                  <a:pt x="31226" y="3131"/>
                </a:cubicBezTo>
                <a:cubicBezTo>
                  <a:pt x="37372" y="568"/>
                  <a:pt x="42892" y="0"/>
                  <a:pt x="47844" y="1354"/>
                </a:cubicBezTo>
                <a:cubicBezTo>
                  <a:pt x="52796" y="2782"/>
                  <a:pt x="56321" y="5913"/>
                  <a:pt x="58374" y="10807"/>
                </a:cubicBezTo>
                <a:cubicBezTo>
                  <a:pt x="59627" y="13705"/>
                  <a:pt x="60078" y="16487"/>
                  <a:pt x="59787" y="19050"/>
                </a:cubicBezTo>
                <a:cubicBezTo>
                  <a:pt x="59568" y="21672"/>
                  <a:pt x="58534" y="24119"/>
                  <a:pt x="56772" y="26449"/>
                </a:cubicBezTo>
                <a:lnTo>
                  <a:pt x="62743" y="23886"/>
                </a:lnTo>
                <a:lnTo>
                  <a:pt x="65540" y="30381"/>
                </a:lnTo>
                <a:lnTo>
                  <a:pt x="30775" y="45048"/>
                </a:lnTo>
                <a:close/>
                <a:moveTo>
                  <a:pt x="30775" y="450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79707-C660-4DF7-867B-467A0BD3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868" y="6305330"/>
            <a:ext cx="50014" cy="25764"/>
          </a:xfrm>
          <a:custGeom xmlns:a="http://schemas.openxmlformats.org/drawingml/2006/main">
            <a:pathLst>
              <a:path w="50014" h="25764">
                <a:moveTo>
                  <a:pt x="43300" y="25764"/>
                </a:moveTo>
                <a:cubicBezTo>
                  <a:pt x="43402" y="24861"/>
                  <a:pt x="43402" y="23944"/>
                  <a:pt x="43242" y="22983"/>
                </a:cubicBezTo>
                <a:cubicBezTo>
                  <a:pt x="43067" y="22021"/>
                  <a:pt x="42776" y="21046"/>
                  <a:pt x="42324" y="20026"/>
                </a:cubicBezTo>
                <a:cubicBezTo>
                  <a:pt x="40795" y="16327"/>
                  <a:pt x="38406" y="13996"/>
                  <a:pt x="35158" y="13021"/>
                </a:cubicBezTo>
                <a:cubicBezTo>
                  <a:pt x="31969" y="12059"/>
                  <a:pt x="28109" y="12569"/>
                  <a:pt x="23609" y="14448"/>
                </a:cubicBezTo>
                <a:lnTo>
                  <a:pt x="2724" y="23259"/>
                </a:lnTo>
                <a:lnTo>
                  <a:pt x="0" y="16720"/>
                </a:lnTo>
                <a:lnTo>
                  <a:pt x="39601" y="0"/>
                </a:lnTo>
                <a:lnTo>
                  <a:pt x="42382" y="6539"/>
                </a:lnTo>
                <a:lnTo>
                  <a:pt x="36178" y="9161"/>
                </a:lnTo>
                <a:cubicBezTo>
                  <a:pt x="39193" y="9496"/>
                  <a:pt x="41756" y="10530"/>
                  <a:pt x="43810" y="12234"/>
                </a:cubicBezTo>
                <a:cubicBezTo>
                  <a:pt x="45907" y="13938"/>
                  <a:pt x="47611" y="16327"/>
                  <a:pt x="48922" y="19458"/>
                </a:cubicBezTo>
                <a:cubicBezTo>
                  <a:pt x="49155" y="19910"/>
                  <a:pt x="49330" y="20419"/>
                  <a:pt x="49490" y="20987"/>
                </a:cubicBezTo>
                <a:cubicBezTo>
                  <a:pt x="49665" y="21555"/>
                  <a:pt x="49839" y="22182"/>
                  <a:pt x="50014" y="22924"/>
                </a:cubicBezTo>
                <a:lnTo>
                  <a:pt x="43300" y="25764"/>
                </a:lnTo>
                <a:close/>
                <a:moveTo>
                  <a:pt x="43300" y="257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E77B5-8757-43B6-9CC9-0F4663AF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83" y="6336556"/>
            <a:ext cx="47626" cy="46548"/>
          </a:xfrm>
          <a:custGeom xmlns:a="http://schemas.openxmlformats.org/drawingml/2006/main">
            <a:pathLst>
              <a:path w="47626" h="46548">
                <a:moveTo>
                  <a:pt x="25954" y="25153"/>
                </a:moveTo>
                <a:cubicBezTo>
                  <a:pt x="23725" y="19866"/>
                  <a:pt x="21570" y="16501"/>
                  <a:pt x="19516" y="14972"/>
                </a:cubicBezTo>
                <a:cubicBezTo>
                  <a:pt x="17477" y="13428"/>
                  <a:pt x="14972" y="13268"/>
                  <a:pt x="12074" y="14506"/>
                </a:cubicBezTo>
                <a:cubicBezTo>
                  <a:pt x="9787" y="15482"/>
                  <a:pt x="8258" y="17011"/>
                  <a:pt x="7573" y="19123"/>
                </a:cubicBezTo>
                <a:cubicBezTo>
                  <a:pt x="6831" y="21220"/>
                  <a:pt x="7064" y="23565"/>
                  <a:pt x="8141" y="26172"/>
                </a:cubicBezTo>
                <a:cubicBezTo>
                  <a:pt x="9685" y="29813"/>
                  <a:pt x="12176" y="32144"/>
                  <a:pt x="15657" y="33236"/>
                </a:cubicBezTo>
                <a:cubicBezTo>
                  <a:pt x="19123" y="34372"/>
                  <a:pt x="22997" y="34022"/>
                  <a:pt x="27206" y="32202"/>
                </a:cubicBezTo>
                <a:lnTo>
                  <a:pt x="28677" y="31634"/>
                </a:lnTo>
                <a:lnTo>
                  <a:pt x="25954" y="25153"/>
                </a:lnTo>
                <a:close/>
                <a:moveTo>
                  <a:pt x="34139" y="36979"/>
                </a:moveTo>
                <a:lnTo>
                  <a:pt x="11506" y="46548"/>
                </a:lnTo>
                <a:lnTo>
                  <a:pt x="8768" y="39994"/>
                </a:lnTo>
                <a:lnTo>
                  <a:pt x="14739" y="37503"/>
                </a:lnTo>
                <a:cubicBezTo>
                  <a:pt x="11724" y="36979"/>
                  <a:pt x="9161" y="35901"/>
                  <a:pt x="7122" y="34139"/>
                </a:cubicBezTo>
                <a:cubicBezTo>
                  <a:pt x="5010" y="32435"/>
                  <a:pt x="3306" y="29930"/>
                  <a:pt x="1937" y="26740"/>
                </a:cubicBezTo>
                <a:cubicBezTo>
                  <a:pt x="233" y="22706"/>
                  <a:pt x="0" y="19007"/>
                  <a:pt x="1253" y="15598"/>
                </a:cubicBezTo>
                <a:cubicBezTo>
                  <a:pt x="2563" y="12292"/>
                  <a:pt x="5127" y="9787"/>
                  <a:pt x="8943" y="8200"/>
                </a:cubicBezTo>
                <a:cubicBezTo>
                  <a:pt x="13370" y="6321"/>
                  <a:pt x="17361" y="6379"/>
                  <a:pt x="20885" y="8375"/>
                </a:cubicBezTo>
                <a:cubicBezTo>
                  <a:pt x="24410" y="10414"/>
                  <a:pt x="27425" y="14404"/>
                  <a:pt x="29930" y="20317"/>
                </a:cubicBezTo>
                <a:lnTo>
                  <a:pt x="33746" y="29478"/>
                </a:lnTo>
                <a:lnTo>
                  <a:pt x="34430" y="29187"/>
                </a:lnTo>
                <a:cubicBezTo>
                  <a:pt x="37387" y="27935"/>
                  <a:pt x="39324" y="25954"/>
                  <a:pt x="40110" y="23332"/>
                </a:cubicBezTo>
                <a:cubicBezTo>
                  <a:pt x="40911" y="20652"/>
                  <a:pt x="40576" y="17521"/>
                  <a:pt x="39091" y="13938"/>
                </a:cubicBezTo>
                <a:cubicBezTo>
                  <a:pt x="38130" y="11724"/>
                  <a:pt x="36935" y="9627"/>
                  <a:pt x="35450" y="7690"/>
                </a:cubicBezTo>
                <a:cubicBezTo>
                  <a:pt x="34022" y="5753"/>
                  <a:pt x="32318" y="4049"/>
                  <a:pt x="30440" y="2505"/>
                </a:cubicBezTo>
                <a:lnTo>
                  <a:pt x="36411" y="0"/>
                </a:lnTo>
                <a:cubicBezTo>
                  <a:pt x="38348" y="1995"/>
                  <a:pt x="40008" y="3991"/>
                  <a:pt x="41421" y="6030"/>
                </a:cubicBezTo>
                <a:cubicBezTo>
                  <a:pt x="42848" y="8083"/>
                  <a:pt x="43984" y="10195"/>
                  <a:pt x="44902" y="12292"/>
                </a:cubicBezTo>
                <a:cubicBezTo>
                  <a:pt x="47291" y="18045"/>
                  <a:pt x="47626" y="22939"/>
                  <a:pt x="45805" y="27032"/>
                </a:cubicBezTo>
                <a:cubicBezTo>
                  <a:pt x="44043" y="31124"/>
                  <a:pt x="40169" y="34430"/>
                  <a:pt x="34139" y="36979"/>
                </a:cubicBezTo>
                <a:close/>
                <a:moveTo>
                  <a:pt x="34139" y="369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D044A-E5D0-4CC1-9CAA-F95A99DF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152" y="6379521"/>
            <a:ext cx="61272" cy="74584"/>
          </a:xfrm>
          <a:custGeom xmlns:a="http://schemas.openxmlformats.org/drawingml/2006/main">
            <a:pathLst>
              <a:path w="61272" h="74584">
                <a:moveTo>
                  <a:pt x="45120" y="34299"/>
                </a:moveTo>
                <a:cubicBezTo>
                  <a:pt x="48762" y="34692"/>
                  <a:pt x="51718" y="35726"/>
                  <a:pt x="54048" y="37430"/>
                </a:cubicBezTo>
                <a:cubicBezTo>
                  <a:pt x="56379" y="39076"/>
                  <a:pt x="58199" y="41465"/>
                  <a:pt x="59510" y="44538"/>
                </a:cubicBezTo>
                <a:cubicBezTo>
                  <a:pt x="61272" y="48689"/>
                  <a:pt x="61170" y="52446"/>
                  <a:pt x="59233" y="55913"/>
                </a:cubicBezTo>
                <a:cubicBezTo>
                  <a:pt x="57296" y="59394"/>
                  <a:pt x="53655" y="62234"/>
                  <a:pt x="48310" y="64506"/>
                </a:cubicBezTo>
                <a:lnTo>
                  <a:pt x="24352" y="74584"/>
                </a:lnTo>
                <a:lnTo>
                  <a:pt x="21628" y="68030"/>
                </a:lnTo>
                <a:lnTo>
                  <a:pt x="45354" y="58025"/>
                </a:lnTo>
                <a:cubicBezTo>
                  <a:pt x="49097" y="56437"/>
                  <a:pt x="51660" y="54558"/>
                  <a:pt x="52912" y="52446"/>
                </a:cubicBezTo>
                <a:cubicBezTo>
                  <a:pt x="54223" y="50349"/>
                  <a:pt x="54281" y="47902"/>
                  <a:pt x="53087" y="45106"/>
                </a:cubicBezTo>
                <a:cubicBezTo>
                  <a:pt x="51660" y="41756"/>
                  <a:pt x="49446" y="39528"/>
                  <a:pt x="46373" y="38567"/>
                </a:cubicBezTo>
                <a:cubicBezTo>
                  <a:pt x="43300" y="37547"/>
                  <a:pt x="39834" y="37824"/>
                  <a:pt x="35959" y="39484"/>
                </a:cubicBezTo>
                <a:lnTo>
                  <a:pt x="13545" y="48922"/>
                </a:lnTo>
                <a:lnTo>
                  <a:pt x="10821" y="42382"/>
                </a:lnTo>
                <a:lnTo>
                  <a:pt x="34532" y="32362"/>
                </a:lnTo>
                <a:cubicBezTo>
                  <a:pt x="38348" y="30775"/>
                  <a:pt x="40853" y="28896"/>
                  <a:pt x="42106" y="26784"/>
                </a:cubicBezTo>
                <a:cubicBezTo>
                  <a:pt x="43416" y="24687"/>
                  <a:pt x="43416" y="22182"/>
                  <a:pt x="42222" y="19400"/>
                </a:cubicBezTo>
                <a:cubicBezTo>
                  <a:pt x="40853" y="16094"/>
                  <a:pt x="38581" y="13880"/>
                  <a:pt x="35508" y="12904"/>
                </a:cubicBezTo>
                <a:cubicBezTo>
                  <a:pt x="32435" y="11885"/>
                  <a:pt x="28969" y="12176"/>
                  <a:pt x="25153" y="13822"/>
                </a:cubicBezTo>
                <a:lnTo>
                  <a:pt x="2738" y="23259"/>
                </a:lnTo>
                <a:lnTo>
                  <a:pt x="0" y="16720"/>
                </a:lnTo>
                <a:lnTo>
                  <a:pt x="39601" y="0"/>
                </a:lnTo>
                <a:lnTo>
                  <a:pt x="42397" y="6539"/>
                </a:lnTo>
                <a:lnTo>
                  <a:pt x="36193" y="9161"/>
                </a:lnTo>
                <a:cubicBezTo>
                  <a:pt x="39266" y="9612"/>
                  <a:pt x="41814" y="10632"/>
                  <a:pt x="43868" y="12220"/>
                </a:cubicBezTo>
                <a:cubicBezTo>
                  <a:pt x="45863" y="13822"/>
                  <a:pt x="47509" y="16035"/>
                  <a:pt x="48703" y="18875"/>
                </a:cubicBezTo>
                <a:cubicBezTo>
                  <a:pt x="49898" y="21788"/>
                  <a:pt x="50189" y="24512"/>
                  <a:pt x="49621" y="27133"/>
                </a:cubicBezTo>
                <a:cubicBezTo>
                  <a:pt x="48995" y="29799"/>
                  <a:pt x="47509" y="32202"/>
                  <a:pt x="45120" y="34299"/>
                </a:cubicBezTo>
                <a:close/>
                <a:moveTo>
                  <a:pt x="45120" y="342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37C3F-537C-4C9B-9537-FF8D59E5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092" y="6449095"/>
            <a:ext cx="61272" cy="56102"/>
          </a:xfrm>
          <a:custGeom xmlns:a="http://schemas.openxmlformats.org/drawingml/2006/main">
            <a:pathLst>
              <a:path w="61272" h="56102">
                <a:moveTo>
                  <a:pt x="60471" y="37270"/>
                </a:moveTo>
                <a:lnTo>
                  <a:pt x="52971" y="40445"/>
                </a:lnTo>
                <a:cubicBezTo>
                  <a:pt x="54165" y="37096"/>
                  <a:pt x="54791" y="33789"/>
                  <a:pt x="54733" y="30614"/>
                </a:cubicBezTo>
                <a:cubicBezTo>
                  <a:pt x="54675" y="27425"/>
                  <a:pt x="53990" y="24293"/>
                  <a:pt x="52738" y="21220"/>
                </a:cubicBezTo>
                <a:cubicBezTo>
                  <a:pt x="50174" y="15191"/>
                  <a:pt x="46358" y="11375"/>
                  <a:pt x="41363" y="9729"/>
                </a:cubicBezTo>
                <a:cubicBezTo>
                  <a:pt x="36294" y="8083"/>
                  <a:pt x="30265" y="8710"/>
                  <a:pt x="23259" y="11666"/>
                </a:cubicBezTo>
                <a:cubicBezTo>
                  <a:pt x="16327" y="14564"/>
                  <a:pt x="11666" y="18439"/>
                  <a:pt x="9321" y="23216"/>
                </a:cubicBezTo>
                <a:cubicBezTo>
                  <a:pt x="6991" y="27935"/>
                  <a:pt x="7107" y="33338"/>
                  <a:pt x="9671" y="39426"/>
                </a:cubicBezTo>
                <a:cubicBezTo>
                  <a:pt x="10923" y="42441"/>
                  <a:pt x="12744" y="45120"/>
                  <a:pt x="14958" y="47393"/>
                </a:cubicBezTo>
                <a:cubicBezTo>
                  <a:pt x="17230" y="49606"/>
                  <a:pt x="20026" y="51485"/>
                  <a:pt x="23259" y="52971"/>
                </a:cubicBezTo>
                <a:lnTo>
                  <a:pt x="15759" y="56102"/>
                </a:lnTo>
                <a:cubicBezTo>
                  <a:pt x="13021" y="54325"/>
                  <a:pt x="10632" y="52228"/>
                  <a:pt x="8593" y="49781"/>
                </a:cubicBezTo>
                <a:cubicBezTo>
                  <a:pt x="6598" y="47334"/>
                  <a:pt x="4894" y="44552"/>
                  <a:pt x="3583" y="41479"/>
                </a:cubicBezTo>
                <a:cubicBezTo>
                  <a:pt x="218" y="33454"/>
                  <a:pt x="0" y="26114"/>
                  <a:pt x="2957" y="19458"/>
                </a:cubicBezTo>
                <a:cubicBezTo>
                  <a:pt x="5913" y="12802"/>
                  <a:pt x="11666" y="7675"/>
                  <a:pt x="20143" y="4093"/>
                </a:cubicBezTo>
                <a:cubicBezTo>
                  <a:pt x="28619" y="510"/>
                  <a:pt x="36236" y="0"/>
                  <a:pt x="43125" y="2505"/>
                </a:cubicBezTo>
                <a:cubicBezTo>
                  <a:pt x="49941" y="5068"/>
                  <a:pt x="55068" y="10355"/>
                  <a:pt x="58432" y="18322"/>
                </a:cubicBezTo>
                <a:cubicBezTo>
                  <a:pt x="59729" y="21497"/>
                  <a:pt x="60588" y="24628"/>
                  <a:pt x="60923" y="27818"/>
                </a:cubicBezTo>
                <a:cubicBezTo>
                  <a:pt x="61272" y="30949"/>
                  <a:pt x="61098" y="34081"/>
                  <a:pt x="60471" y="37270"/>
                </a:cubicBezTo>
                <a:close/>
                <a:moveTo>
                  <a:pt x="60471" y="372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F5D79-88B3-4982-9833-2E04BE96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244" y="6494215"/>
            <a:ext cx="57806" cy="56437"/>
          </a:xfrm>
          <a:custGeom xmlns:a="http://schemas.openxmlformats.org/drawingml/2006/main">
            <a:pathLst>
              <a:path w="57806" h="56437">
                <a:moveTo>
                  <a:pt x="37897" y="46300"/>
                </a:moveTo>
                <a:lnTo>
                  <a:pt x="13996" y="56437"/>
                </a:lnTo>
                <a:lnTo>
                  <a:pt x="11273" y="49883"/>
                </a:lnTo>
                <a:lnTo>
                  <a:pt x="34940" y="39877"/>
                </a:lnTo>
                <a:cubicBezTo>
                  <a:pt x="38683" y="38333"/>
                  <a:pt x="41188" y="36411"/>
                  <a:pt x="42441" y="34124"/>
                </a:cubicBezTo>
                <a:cubicBezTo>
                  <a:pt x="43693" y="31911"/>
                  <a:pt x="43693" y="29289"/>
                  <a:pt x="42441" y="26391"/>
                </a:cubicBezTo>
                <a:cubicBezTo>
                  <a:pt x="40970" y="22866"/>
                  <a:pt x="38683" y="20594"/>
                  <a:pt x="35625" y="19502"/>
                </a:cubicBezTo>
                <a:cubicBezTo>
                  <a:pt x="32493" y="18424"/>
                  <a:pt x="29012" y="18657"/>
                  <a:pt x="25153" y="20303"/>
                </a:cubicBezTo>
                <a:lnTo>
                  <a:pt x="2738" y="29755"/>
                </a:lnTo>
                <a:lnTo>
                  <a:pt x="0" y="23201"/>
                </a:lnTo>
                <a:lnTo>
                  <a:pt x="55068" y="0"/>
                </a:lnTo>
                <a:lnTo>
                  <a:pt x="57806" y="6539"/>
                </a:lnTo>
                <a:lnTo>
                  <a:pt x="36236" y="15642"/>
                </a:lnTo>
                <a:cubicBezTo>
                  <a:pt x="39266" y="16210"/>
                  <a:pt x="41814" y="17288"/>
                  <a:pt x="43868" y="18875"/>
                </a:cubicBezTo>
                <a:cubicBezTo>
                  <a:pt x="45965" y="20536"/>
                  <a:pt x="47567" y="22691"/>
                  <a:pt x="48762" y="25488"/>
                </a:cubicBezTo>
                <a:cubicBezTo>
                  <a:pt x="50640" y="30032"/>
                  <a:pt x="50699" y="34066"/>
                  <a:pt x="48878" y="37547"/>
                </a:cubicBezTo>
                <a:cubicBezTo>
                  <a:pt x="47058" y="41072"/>
                  <a:pt x="43416" y="44028"/>
                  <a:pt x="37897" y="46300"/>
                </a:cubicBezTo>
                <a:close/>
                <a:moveTo>
                  <a:pt x="37897" y="463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2E46D-EA14-48D7-9951-086FF849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324" y="6546210"/>
            <a:ext cx="50742" cy="49898"/>
          </a:xfrm>
          <a:custGeom xmlns:a="http://schemas.openxmlformats.org/drawingml/2006/main">
            <a:pathLst>
              <a:path w="50742" h="49898">
                <a:moveTo>
                  <a:pt x="12744" y="10122"/>
                </a:moveTo>
                <a:lnTo>
                  <a:pt x="36746" y="0"/>
                </a:lnTo>
                <a:lnTo>
                  <a:pt x="39484" y="6539"/>
                </a:lnTo>
                <a:lnTo>
                  <a:pt x="15759" y="16560"/>
                </a:lnTo>
                <a:cubicBezTo>
                  <a:pt x="12001" y="18147"/>
                  <a:pt x="9496" y="20026"/>
                  <a:pt x="8185" y="22298"/>
                </a:cubicBezTo>
                <a:cubicBezTo>
                  <a:pt x="6933" y="24526"/>
                  <a:pt x="6933" y="27133"/>
                  <a:pt x="8185" y="30032"/>
                </a:cubicBezTo>
                <a:cubicBezTo>
                  <a:pt x="9671" y="33571"/>
                  <a:pt x="11943" y="35901"/>
                  <a:pt x="15074" y="36979"/>
                </a:cubicBezTo>
                <a:cubicBezTo>
                  <a:pt x="18147" y="38057"/>
                  <a:pt x="21672" y="37780"/>
                  <a:pt x="25546" y="36178"/>
                </a:cubicBezTo>
                <a:lnTo>
                  <a:pt x="48019" y="26682"/>
                </a:lnTo>
                <a:lnTo>
                  <a:pt x="50742" y="33221"/>
                </a:lnTo>
                <a:lnTo>
                  <a:pt x="11098" y="49898"/>
                </a:lnTo>
                <a:lnTo>
                  <a:pt x="8360" y="43402"/>
                </a:lnTo>
                <a:lnTo>
                  <a:pt x="14448" y="40853"/>
                </a:lnTo>
                <a:cubicBezTo>
                  <a:pt x="11375" y="40285"/>
                  <a:pt x="8811" y="39193"/>
                  <a:pt x="6772" y="37605"/>
                </a:cubicBezTo>
                <a:cubicBezTo>
                  <a:pt x="4719" y="36018"/>
                  <a:pt x="3131" y="33848"/>
                  <a:pt x="1937" y="31066"/>
                </a:cubicBezTo>
                <a:cubicBezTo>
                  <a:pt x="0" y="26507"/>
                  <a:pt x="0" y="22473"/>
                  <a:pt x="1821" y="18890"/>
                </a:cubicBezTo>
                <a:cubicBezTo>
                  <a:pt x="3641" y="15365"/>
                  <a:pt x="7282" y="12453"/>
                  <a:pt x="12744" y="10122"/>
                </a:cubicBezTo>
                <a:close/>
                <a:moveTo>
                  <a:pt x="12744" y="10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D3441-7BC5-4B20-B46B-F9B4A2BB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985" y="6592583"/>
            <a:ext cx="50699" cy="49883"/>
          </a:xfrm>
          <a:custGeom xmlns:a="http://schemas.openxmlformats.org/drawingml/2006/main">
            <a:pathLst>
              <a:path w="50699" h="49883">
                <a:moveTo>
                  <a:pt x="37897" y="39819"/>
                </a:moveTo>
                <a:lnTo>
                  <a:pt x="13996" y="49883"/>
                </a:lnTo>
                <a:lnTo>
                  <a:pt x="11273" y="43402"/>
                </a:lnTo>
                <a:lnTo>
                  <a:pt x="34940" y="33382"/>
                </a:lnTo>
                <a:cubicBezTo>
                  <a:pt x="38698" y="31794"/>
                  <a:pt x="41188" y="29915"/>
                  <a:pt x="42441" y="27643"/>
                </a:cubicBezTo>
                <a:cubicBezTo>
                  <a:pt x="43693" y="25429"/>
                  <a:pt x="43693" y="22808"/>
                  <a:pt x="42441" y="19910"/>
                </a:cubicBezTo>
                <a:cubicBezTo>
                  <a:pt x="40970" y="16370"/>
                  <a:pt x="38698" y="14040"/>
                  <a:pt x="35625" y="12962"/>
                </a:cubicBezTo>
                <a:cubicBezTo>
                  <a:pt x="32493" y="11885"/>
                  <a:pt x="29027" y="12161"/>
                  <a:pt x="25153" y="13822"/>
                </a:cubicBezTo>
                <a:lnTo>
                  <a:pt x="2738" y="23259"/>
                </a:lnTo>
                <a:lnTo>
                  <a:pt x="0" y="16720"/>
                </a:lnTo>
                <a:lnTo>
                  <a:pt x="39601" y="0"/>
                </a:lnTo>
                <a:lnTo>
                  <a:pt x="42382" y="6539"/>
                </a:lnTo>
                <a:lnTo>
                  <a:pt x="36251" y="9146"/>
                </a:lnTo>
                <a:cubicBezTo>
                  <a:pt x="39266" y="9671"/>
                  <a:pt x="41814" y="10749"/>
                  <a:pt x="43868" y="12394"/>
                </a:cubicBezTo>
                <a:cubicBezTo>
                  <a:pt x="45980" y="13982"/>
                  <a:pt x="47567" y="16210"/>
                  <a:pt x="48762" y="18934"/>
                </a:cubicBezTo>
                <a:cubicBezTo>
                  <a:pt x="50640" y="23492"/>
                  <a:pt x="50699" y="27527"/>
                  <a:pt x="48878" y="31051"/>
                </a:cubicBezTo>
                <a:cubicBezTo>
                  <a:pt x="47058" y="34576"/>
                  <a:pt x="43416" y="37489"/>
                  <a:pt x="37897" y="39819"/>
                </a:cubicBezTo>
                <a:close/>
                <a:moveTo>
                  <a:pt x="37897" y="398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5FE9C-AABF-464F-BCEB-778B1EAF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327" y="6632009"/>
            <a:ext cx="57864" cy="58360"/>
          </a:xfrm>
          <a:custGeom xmlns:a="http://schemas.openxmlformats.org/drawingml/2006/main">
            <a:pathLst>
              <a:path w="57864" h="58360">
                <a:moveTo>
                  <a:pt x="55083" y="0"/>
                </a:moveTo>
                <a:lnTo>
                  <a:pt x="57864" y="6539"/>
                </a:lnTo>
                <a:lnTo>
                  <a:pt x="25327" y="20245"/>
                </a:lnTo>
                <a:lnTo>
                  <a:pt x="50582" y="32479"/>
                </a:lnTo>
                <a:lnTo>
                  <a:pt x="54107" y="40780"/>
                </a:lnTo>
                <a:lnTo>
                  <a:pt x="26682" y="27585"/>
                </a:lnTo>
                <a:lnTo>
                  <a:pt x="14856" y="58360"/>
                </a:lnTo>
                <a:lnTo>
                  <a:pt x="11273" y="49883"/>
                </a:lnTo>
                <a:lnTo>
                  <a:pt x="22138" y="21614"/>
                </a:lnTo>
                <a:lnTo>
                  <a:pt x="2796" y="29755"/>
                </a:lnTo>
                <a:lnTo>
                  <a:pt x="0" y="23201"/>
                </a:lnTo>
                <a:lnTo>
                  <a:pt x="55083" y="0"/>
                </a:lnTo>
                <a:close/>
                <a:moveTo>
                  <a:pt x="550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139F6-AA14-4879-93F8-7269E3B2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139" y="6674217"/>
            <a:ext cx="57806" cy="29697"/>
          </a:xfrm>
          <a:custGeom xmlns:a="http://schemas.openxmlformats.org/drawingml/2006/main">
            <a:pathLst>
              <a:path w="57806" h="29697">
                <a:moveTo>
                  <a:pt x="39659" y="6481"/>
                </a:moveTo>
                <a:lnTo>
                  <a:pt x="42382" y="13035"/>
                </a:lnTo>
                <a:lnTo>
                  <a:pt x="2738" y="29697"/>
                </a:lnTo>
                <a:lnTo>
                  <a:pt x="0" y="23216"/>
                </a:lnTo>
                <a:lnTo>
                  <a:pt x="39659" y="6481"/>
                </a:lnTo>
                <a:close/>
                <a:moveTo>
                  <a:pt x="55068" y="0"/>
                </a:moveTo>
                <a:lnTo>
                  <a:pt x="57806" y="6481"/>
                </a:lnTo>
                <a:lnTo>
                  <a:pt x="49548" y="9962"/>
                </a:lnTo>
                <a:lnTo>
                  <a:pt x="46825" y="3466"/>
                </a:lnTo>
                <a:lnTo>
                  <a:pt x="55068" y="0"/>
                </a:lnTo>
                <a:close/>
                <a:moveTo>
                  <a:pt x="550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F8B13-A503-4D50-BF76-B03735E4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499" y="6700607"/>
            <a:ext cx="50757" cy="49898"/>
          </a:xfrm>
          <a:custGeom xmlns:a="http://schemas.openxmlformats.org/drawingml/2006/main">
            <a:pathLst>
              <a:path w="50757" h="49898">
                <a:moveTo>
                  <a:pt x="37955" y="39834"/>
                </a:moveTo>
                <a:lnTo>
                  <a:pt x="14055" y="49898"/>
                </a:lnTo>
                <a:lnTo>
                  <a:pt x="11273" y="43416"/>
                </a:lnTo>
                <a:lnTo>
                  <a:pt x="34998" y="33396"/>
                </a:lnTo>
                <a:cubicBezTo>
                  <a:pt x="38756" y="31809"/>
                  <a:pt x="41246" y="29872"/>
                  <a:pt x="42499" y="27658"/>
                </a:cubicBezTo>
                <a:cubicBezTo>
                  <a:pt x="43751" y="25386"/>
                  <a:pt x="43751" y="22822"/>
                  <a:pt x="42499" y="19924"/>
                </a:cubicBezTo>
                <a:cubicBezTo>
                  <a:pt x="41028" y="16385"/>
                  <a:pt x="38756" y="14055"/>
                  <a:pt x="35625" y="12977"/>
                </a:cubicBezTo>
                <a:cubicBezTo>
                  <a:pt x="32551" y="11899"/>
                  <a:pt x="29071" y="12176"/>
                  <a:pt x="25211" y="13836"/>
                </a:cubicBezTo>
                <a:lnTo>
                  <a:pt x="2796" y="23274"/>
                </a:lnTo>
                <a:lnTo>
                  <a:pt x="0" y="16734"/>
                </a:lnTo>
                <a:lnTo>
                  <a:pt x="39659" y="0"/>
                </a:lnTo>
                <a:lnTo>
                  <a:pt x="42441" y="6554"/>
                </a:lnTo>
                <a:lnTo>
                  <a:pt x="36251" y="9103"/>
                </a:lnTo>
                <a:cubicBezTo>
                  <a:pt x="39324" y="9685"/>
                  <a:pt x="41873" y="10763"/>
                  <a:pt x="43926" y="12409"/>
                </a:cubicBezTo>
                <a:cubicBezTo>
                  <a:pt x="45980" y="13996"/>
                  <a:pt x="47626" y="16225"/>
                  <a:pt x="48762" y="18948"/>
                </a:cubicBezTo>
                <a:cubicBezTo>
                  <a:pt x="50699" y="23507"/>
                  <a:pt x="50757" y="27541"/>
                  <a:pt x="48936" y="31066"/>
                </a:cubicBezTo>
                <a:cubicBezTo>
                  <a:pt x="47058" y="34590"/>
                  <a:pt x="43416" y="37503"/>
                  <a:pt x="37955" y="39834"/>
                </a:cubicBezTo>
                <a:close/>
                <a:moveTo>
                  <a:pt x="37955" y="398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C65FD-BFA2-4269-AB78-5D53C7FB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839" y="6748917"/>
            <a:ext cx="65540" cy="48529"/>
          </a:xfrm>
          <a:custGeom xmlns:a="http://schemas.openxmlformats.org/drawingml/2006/main">
            <a:pathLst>
              <a:path w="65540" h="48529">
                <a:moveTo>
                  <a:pt x="43475" y="32085"/>
                </a:moveTo>
                <a:cubicBezTo>
                  <a:pt x="48135" y="30090"/>
                  <a:pt x="51383" y="27585"/>
                  <a:pt x="53204" y="24570"/>
                </a:cubicBezTo>
                <a:cubicBezTo>
                  <a:pt x="54966" y="21497"/>
                  <a:pt x="55068" y="18264"/>
                  <a:pt x="53597" y="14739"/>
                </a:cubicBezTo>
                <a:cubicBezTo>
                  <a:pt x="52111" y="11258"/>
                  <a:pt x="49665" y="9044"/>
                  <a:pt x="46257" y="8185"/>
                </a:cubicBezTo>
                <a:cubicBezTo>
                  <a:pt x="42848" y="7340"/>
                  <a:pt x="38800" y="7908"/>
                  <a:pt x="34081" y="9904"/>
                </a:cubicBezTo>
                <a:cubicBezTo>
                  <a:pt x="29420" y="11885"/>
                  <a:pt x="26172" y="14390"/>
                  <a:pt x="24352" y="17463"/>
                </a:cubicBezTo>
                <a:cubicBezTo>
                  <a:pt x="22589" y="20478"/>
                  <a:pt x="22473" y="23784"/>
                  <a:pt x="23900" y="27250"/>
                </a:cubicBezTo>
                <a:cubicBezTo>
                  <a:pt x="25429" y="30775"/>
                  <a:pt x="27876" y="32945"/>
                  <a:pt x="31299" y="33789"/>
                </a:cubicBezTo>
                <a:cubicBezTo>
                  <a:pt x="34707" y="34649"/>
                  <a:pt x="38741" y="34081"/>
                  <a:pt x="43475" y="32085"/>
                </a:cubicBezTo>
                <a:close/>
                <a:moveTo>
                  <a:pt x="30833" y="45120"/>
                </a:moveTo>
                <a:cubicBezTo>
                  <a:pt x="24075" y="47961"/>
                  <a:pt x="18439" y="48529"/>
                  <a:pt x="13880" y="46941"/>
                </a:cubicBezTo>
                <a:cubicBezTo>
                  <a:pt x="9336" y="45339"/>
                  <a:pt x="5753" y="41479"/>
                  <a:pt x="3131" y="35275"/>
                </a:cubicBezTo>
                <a:cubicBezTo>
                  <a:pt x="2170" y="33003"/>
                  <a:pt x="1427" y="30716"/>
                  <a:pt x="918" y="28561"/>
                </a:cubicBezTo>
                <a:cubicBezTo>
                  <a:pt x="408" y="26391"/>
                  <a:pt x="117" y="24235"/>
                  <a:pt x="0" y="22021"/>
                </a:cubicBezTo>
                <a:lnTo>
                  <a:pt x="6321" y="19342"/>
                </a:lnTo>
                <a:cubicBezTo>
                  <a:pt x="6088" y="21672"/>
                  <a:pt x="6146" y="23886"/>
                  <a:pt x="6437" y="25939"/>
                </a:cubicBezTo>
                <a:cubicBezTo>
                  <a:pt x="6714" y="28051"/>
                  <a:pt x="7282" y="30032"/>
                  <a:pt x="8083" y="31969"/>
                </a:cubicBezTo>
                <a:cubicBezTo>
                  <a:pt x="9904" y="36236"/>
                  <a:pt x="12351" y="38974"/>
                  <a:pt x="15482" y="40169"/>
                </a:cubicBezTo>
                <a:cubicBezTo>
                  <a:pt x="18613" y="41363"/>
                  <a:pt x="22415" y="40955"/>
                  <a:pt x="26915" y="39076"/>
                </a:cubicBezTo>
                <a:lnTo>
                  <a:pt x="30163" y="37722"/>
                </a:lnTo>
                <a:cubicBezTo>
                  <a:pt x="27250" y="37372"/>
                  <a:pt x="24745" y="36353"/>
                  <a:pt x="22706" y="34765"/>
                </a:cubicBezTo>
                <a:cubicBezTo>
                  <a:pt x="20652" y="33163"/>
                  <a:pt x="19065" y="30891"/>
                  <a:pt x="17812" y="27935"/>
                </a:cubicBezTo>
                <a:cubicBezTo>
                  <a:pt x="15759" y="23099"/>
                  <a:pt x="15933" y="18380"/>
                  <a:pt x="18380" y="13880"/>
                </a:cubicBezTo>
                <a:cubicBezTo>
                  <a:pt x="20827" y="9321"/>
                  <a:pt x="25153" y="5738"/>
                  <a:pt x="31241" y="3190"/>
                </a:cubicBezTo>
                <a:cubicBezTo>
                  <a:pt x="37387" y="626"/>
                  <a:pt x="42907" y="0"/>
                  <a:pt x="47844" y="1427"/>
                </a:cubicBezTo>
                <a:cubicBezTo>
                  <a:pt x="52854" y="2840"/>
                  <a:pt x="56321" y="5971"/>
                  <a:pt x="58374" y="10807"/>
                </a:cubicBezTo>
                <a:cubicBezTo>
                  <a:pt x="59627" y="13763"/>
                  <a:pt x="60078" y="16501"/>
                  <a:pt x="59860" y="19108"/>
                </a:cubicBezTo>
                <a:cubicBezTo>
                  <a:pt x="59568" y="21672"/>
                  <a:pt x="58549" y="24119"/>
                  <a:pt x="56787" y="26449"/>
                </a:cubicBezTo>
                <a:lnTo>
                  <a:pt x="62816" y="23944"/>
                </a:lnTo>
                <a:lnTo>
                  <a:pt x="65540" y="30440"/>
                </a:lnTo>
                <a:lnTo>
                  <a:pt x="30833" y="45120"/>
                </a:lnTo>
                <a:close/>
                <a:moveTo>
                  <a:pt x="30833" y="451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92AE7-8F53-4030-9E8A-B82376CD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553" y="5579149"/>
            <a:ext cx="66501" cy="55024"/>
          </a:xfrm>
          <a:custGeom xmlns:a="http://schemas.openxmlformats.org/drawingml/2006/main">
            <a:pathLst>
              <a:path w="66501" h="55024">
                <a:moveTo>
                  <a:pt x="53597" y="0"/>
                </a:moveTo>
                <a:lnTo>
                  <a:pt x="66501" y="33920"/>
                </a:lnTo>
                <a:lnTo>
                  <a:pt x="60413" y="36251"/>
                </a:lnTo>
                <a:lnTo>
                  <a:pt x="50233" y="9627"/>
                </a:lnTo>
                <a:lnTo>
                  <a:pt x="34357" y="15657"/>
                </a:lnTo>
                <a:lnTo>
                  <a:pt x="44145" y="41203"/>
                </a:lnTo>
                <a:lnTo>
                  <a:pt x="38057" y="43533"/>
                </a:lnTo>
                <a:lnTo>
                  <a:pt x="28269" y="17987"/>
                </a:lnTo>
                <a:lnTo>
                  <a:pt x="8870" y="25444"/>
                </a:lnTo>
                <a:lnTo>
                  <a:pt x="19283" y="52694"/>
                </a:lnTo>
                <a:lnTo>
                  <a:pt x="13195" y="55024"/>
                </a:lnTo>
                <a:lnTo>
                  <a:pt x="0" y="20492"/>
                </a:lnTo>
                <a:lnTo>
                  <a:pt x="53597" y="0"/>
                </a:lnTo>
                <a:close/>
                <a:moveTo>
                  <a:pt x="5359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3A10C-0106-4B4F-9BA3-8967E8EA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307" y="5625580"/>
            <a:ext cx="69064" cy="61039"/>
          </a:xfrm>
          <a:custGeom xmlns:a="http://schemas.openxmlformats.org/drawingml/2006/main">
            <a:pathLst>
              <a:path w="69064" h="61039">
                <a:moveTo>
                  <a:pt x="53582" y="0"/>
                </a:moveTo>
                <a:lnTo>
                  <a:pt x="57282" y="9787"/>
                </a:lnTo>
                <a:lnTo>
                  <a:pt x="21555" y="50640"/>
                </a:lnTo>
                <a:lnTo>
                  <a:pt x="66384" y="33513"/>
                </a:lnTo>
                <a:lnTo>
                  <a:pt x="69064" y="40562"/>
                </a:lnTo>
                <a:lnTo>
                  <a:pt x="15467" y="61039"/>
                </a:lnTo>
                <a:lnTo>
                  <a:pt x="11768" y="51252"/>
                </a:lnTo>
                <a:lnTo>
                  <a:pt x="47494" y="10414"/>
                </a:lnTo>
                <a:lnTo>
                  <a:pt x="2665" y="27541"/>
                </a:lnTo>
                <a:lnTo>
                  <a:pt x="0" y="20478"/>
                </a:lnTo>
                <a:lnTo>
                  <a:pt x="53582" y="0"/>
                </a:lnTo>
                <a:close/>
                <a:moveTo>
                  <a:pt x="535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AD1DF-6E34-4141-86C9-D708414D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838" y="5681843"/>
            <a:ext cx="62569" cy="50859"/>
          </a:xfrm>
          <a:custGeom xmlns:a="http://schemas.openxmlformats.org/drawingml/2006/main">
            <a:pathLst>
              <a:path w="62569" h="50859">
                <a:moveTo>
                  <a:pt x="62569" y="31459"/>
                </a:moveTo>
                <a:lnTo>
                  <a:pt x="55461" y="34197"/>
                </a:lnTo>
                <a:cubicBezTo>
                  <a:pt x="55752" y="30949"/>
                  <a:pt x="55752" y="27993"/>
                  <a:pt x="55461" y="25269"/>
                </a:cubicBezTo>
                <a:cubicBezTo>
                  <a:pt x="55184" y="22589"/>
                  <a:pt x="54616" y="20084"/>
                  <a:pt x="53699" y="17812"/>
                </a:cubicBezTo>
                <a:cubicBezTo>
                  <a:pt x="52228" y="13880"/>
                  <a:pt x="50291" y="11156"/>
                  <a:pt x="47961" y="9554"/>
                </a:cubicBezTo>
                <a:cubicBezTo>
                  <a:pt x="45557" y="8025"/>
                  <a:pt x="43009" y="7792"/>
                  <a:pt x="40154" y="8884"/>
                </a:cubicBezTo>
                <a:cubicBezTo>
                  <a:pt x="37824" y="9787"/>
                  <a:pt x="36294" y="11156"/>
                  <a:pt x="35610" y="13093"/>
                </a:cubicBezTo>
                <a:cubicBezTo>
                  <a:pt x="34984" y="14972"/>
                  <a:pt x="35042" y="18045"/>
                  <a:pt x="35785" y="22254"/>
                </a:cubicBezTo>
                <a:lnTo>
                  <a:pt x="36571" y="26973"/>
                </a:lnTo>
                <a:cubicBezTo>
                  <a:pt x="37605" y="32770"/>
                  <a:pt x="37314" y="37445"/>
                  <a:pt x="35726" y="41028"/>
                </a:cubicBezTo>
                <a:cubicBezTo>
                  <a:pt x="34066" y="44611"/>
                  <a:pt x="31110" y="47218"/>
                  <a:pt x="26784" y="48878"/>
                </a:cubicBezTo>
                <a:cubicBezTo>
                  <a:pt x="21555" y="50859"/>
                  <a:pt x="16953" y="50640"/>
                  <a:pt x="12962" y="48135"/>
                </a:cubicBezTo>
                <a:cubicBezTo>
                  <a:pt x="8928" y="45688"/>
                  <a:pt x="5680" y="41130"/>
                  <a:pt x="3117" y="34430"/>
                </a:cubicBezTo>
                <a:cubicBezTo>
                  <a:pt x="2097" y="31867"/>
                  <a:pt x="1354" y="29071"/>
                  <a:pt x="845" y="25997"/>
                </a:cubicBezTo>
                <a:cubicBezTo>
                  <a:pt x="335" y="22924"/>
                  <a:pt x="44" y="19633"/>
                  <a:pt x="0" y="16108"/>
                </a:cubicBezTo>
                <a:lnTo>
                  <a:pt x="7501" y="13254"/>
                </a:lnTo>
                <a:cubicBezTo>
                  <a:pt x="6933" y="16836"/>
                  <a:pt x="6816" y="20201"/>
                  <a:pt x="7049" y="23332"/>
                </a:cubicBezTo>
                <a:cubicBezTo>
                  <a:pt x="7282" y="26522"/>
                  <a:pt x="7952" y="29420"/>
                  <a:pt x="8986" y="32144"/>
                </a:cubicBezTo>
                <a:cubicBezTo>
                  <a:pt x="10574" y="36294"/>
                  <a:pt x="12569" y="39149"/>
                  <a:pt x="15074" y="40795"/>
                </a:cubicBezTo>
                <a:cubicBezTo>
                  <a:pt x="17579" y="42441"/>
                  <a:pt x="20303" y="42674"/>
                  <a:pt x="23318" y="41479"/>
                </a:cubicBezTo>
                <a:cubicBezTo>
                  <a:pt x="25939" y="40518"/>
                  <a:pt x="27701" y="38916"/>
                  <a:pt x="28546" y="36702"/>
                </a:cubicBezTo>
                <a:cubicBezTo>
                  <a:pt x="29464" y="34532"/>
                  <a:pt x="29522" y="31459"/>
                  <a:pt x="28896" y="27483"/>
                </a:cubicBezTo>
                <a:lnTo>
                  <a:pt x="28036" y="22764"/>
                </a:lnTo>
                <a:cubicBezTo>
                  <a:pt x="27075" y="16953"/>
                  <a:pt x="27250" y="12409"/>
                  <a:pt x="28604" y="9103"/>
                </a:cubicBezTo>
                <a:cubicBezTo>
                  <a:pt x="29974" y="5811"/>
                  <a:pt x="32712" y="3364"/>
                  <a:pt x="36804" y="1821"/>
                </a:cubicBezTo>
                <a:cubicBezTo>
                  <a:pt x="41523" y="0"/>
                  <a:pt x="45907" y="233"/>
                  <a:pt x="49941" y="2563"/>
                </a:cubicBezTo>
                <a:cubicBezTo>
                  <a:pt x="53932" y="4835"/>
                  <a:pt x="57063" y="8943"/>
                  <a:pt x="59277" y="14739"/>
                </a:cubicBezTo>
                <a:cubicBezTo>
                  <a:pt x="60238" y="17302"/>
                  <a:pt x="60981" y="19910"/>
                  <a:pt x="61549" y="22706"/>
                </a:cubicBezTo>
                <a:cubicBezTo>
                  <a:pt x="62059" y="25488"/>
                  <a:pt x="62408" y="28386"/>
                  <a:pt x="62569" y="31459"/>
                </a:cubicBezTo>
                <a:close/>
                <a:moveTo>
                  <a:pt x="62569" y="314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6864E-DB6A-45BC-A71E-577FD47C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39" y="5734245"/>
            <a:ext cx="46315" cy="45164"/>
          </a:xfrm>
          <a:custGeom xmlns:a="http://schemas.openxmlformats.org/drawingml/2006/main">
            <a:pathLst>
              <a:path w="46315" h="45164">
                <a:moveTo>
                  <a:pt x="31576" y="39193"/>
                </a:moveTo>
                <a:lnTo>
                  <a:pt x="28342" y="40387"/>
                </a:lnTo>
                <a:lnTo>
                  <a:pt x="16734" y="10064"/>
                </a:lnTo>
                <a:cubicBezTo>
                  <a:pt x="12292" y="12118"/>
                  <a:pt x="9394" y="14797"/>
                  <a:pt x="7908" y="18147"/>
                </a:cubicBezTo>
                <a:cubicBezTo>
                  <a:pt x="6496" y="21497"/>
                  <a:pt x="6612" y="25371"/>
                  <a:pt x="8258" y="29755"/>
                </a:cubicBezTo>
                <a:cubicBezTo>
                  <a:pt x="9219" y="32260"/>
                  <a:pt x="10472" y="34590"/>
                  <a:pt x="12016" y="36746"/>
                </a:cubicBezTo>
                <a:cubicBezTo>
                  <a:pt x="13545" y="38916"/>
                  <a:pt x="15365" y="40897"/>
                  <a:pt x="17536" y="42776"/>
                </a:cubicBezTo>
                <a:lnTo>
                  <a:pt x="11273" y="45164"/>
                </a:lnTo>
                <a:cubicBezTo>
                  <a:pt x="9394" y="43183"/>
                  <a:pt x="7690" y="41013"/>
                  <a:pt x="6204" y="38741"/>
                </a:cubicBezTo>
                <a:cubicBezTo>
                  <a:pt x="4733" y="36469"/>
                  <a:pt x="3481" y="34081"/>
                  <a:pt x="2505" y="31517"/>
                </a:cubicBezTo>
                <a:cubicBezTo>
                  <a:pt x="58" y="25094"/>
                  <a:pt x="0" y="19283"/>
                  <a:pt x="2287" y="14113"/>
                </a:cubicBezTo>
                <a:cubicBezTo>
                  <a:pt x="4617" y="8928"/>
                  <a:pt x="8943" y="5170"/>
                  <a:pt x="15307" y="2724"/>
                </a:cubicBezTo>
                <a:cubicBezTo>
                  <a:pt x="21847" y="233"/>
                  <a:pt x="27774" y="0"/>
                  <a:pt x="32945" y="2054"/>
                </a:cubicBezTo>
                <a:cubicBezTo>
                  <a:pt x="38173" y="4151"/>
                  <a:pt x="41931" y="8185"/>
                  <a:pt x="44261" y="14215"/>
                </a:cubicBezTo>
                <a:cubicBezTo>
                  <a:pt x="46315" y="19633"/>
                  <a:pt x="46198" y="24570"/>
                  <a:pt x="43926" y="29071"/>
                </a:cubicBezTo>
                <a:cubicBezTo>
                  <a:pt x="41654" y="33513"/>
                  <a:pt x="37562" y="36921"/>
                  <a:pt x="31576" y="39193"/>
                </a:cubicBezTo>
                <a:close/>
                <a:moveTo>
                  <a:pt x="30949" y="31852"/>
                </a:moveTo>
                <a:cubicBezTo>
                  <a:pt x="34590" y="30440"/>
                  <a:pt x="37037" y="28328"/>
                  <a:pt x="38465" y="25488"/>
                </a:cubicBezTo>
                <a:cubicBezTo>
                  <a:pt x="39892" y="22691"/>
                  <a:pt x="39950" y="19676"/>
                  <a:pt x="38698" y="16443"/>
                </a:cubicBezTo>
                <a:cubicBezTo>
                  <a:pt x="37270" y="12744"/>
                  <a:pt x="35115" y="10181"/>
                  <a:pt x="32202" y="8753"/>
                </a:cubicBezTo>
                <a:cubicBezTo>
                  <a:pt x="29245" y="7399"/>
                  <a:pt x="25837" y="7224"/>
                  <a:pt x="21963" y="8302"/>
                </a:cubicBezTo>
                <a:lnTo>
                  <a:pt x="30949" y="31852"/>
                </a:lnTo>
                <a:close/>
                <a:moveTo>
                  <a:pt x="30949" y="318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41465-7956-469B-B543-72B1418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409" y="5779366"/>
            <a:ext cx="46708" cy="41523"/>
          </a:xfrm>
          <a:custGeom xmlns:a="http://schemas.openxmlformats.org/drawingml/2006/main">
            <a:pathLst>
              <a:path w="46708" h="41523">
                <a:moveTo>
                  <a:pt x="46591" y="27352"/>
                </a:moveTo>
                <a:lnTo>
                  <a:pt x="40402" y="29697"/>
                </a:lnTo>
                <a:cubicBezTo>
                  <a:pt x="40737" y="27410"/>
                  <a:pt x="40795" y="25255"/>
                  <a:pt x="40562" y="23201"/>
                </a:cubicBezTo>
                <a:cubicBezTo>
                  <a:pt x="40402" y="21162"/>
                  <a:pt x="39892" y="19167"/>
                  <a:pt x="39207" y="17230"/>
                </a:cubicBezTo>
                <a:cubicBezTo>
                  <a:pt x="37547" y="12962"/>
                  <a:pt x="34940" y="10122"/>
                  <a:pt x="31299" y="8811"/>
                </a:cubicBezTo>
                <a:cubicBezTo>
                  <a:pt x="27658" y="7442"/>
                  <a:pt x="23449" y="7734"/>
                  <a:pt x="18497" y="9612"/>
                </a:cubicBezTo>
                <a:cubicBezTo>
                  <a:pt x="13603" y="11491"/>
                  <a:pt x="10239" y="14157"/>
                  <a:pt x="8418" y="17521"/>
                </a:cubicBezTo>
                <a:cubicBezTo>
                  <a:pt x="6598" y="20929"/>
                  <a:pt x="6539" y="24803"/>
                  <a:pt x="8200" y="29071"/>
                </a:cubicBezTo>
                <a:cubicBezTo>
                  <a:pt x="8943" y="30993"/>
                  <a:pt x="9904" y="32770"/>
                  <a:pt x="11156" y="34474"/>
                </a:cubicBezTo>
                <a:cubicBezTo>
                  <a:pt x="12351" y="36120"/>
                  <a:pt x="13822" y="37707"/>
                  <a:pt x="15598" y="39193"/>
                </a:cubicBezTo>
                <a:lnTo>
                  <a:pt x="9511" y="41523"/>
                </a:lnTo>
                <a:cubicBezTo>
                  <a:pt x="7908" y="39994"/>
                  <a:pt x="6539" y="38333"/>
                  <a:pt x="5345" y="36513"/>
                </a:cubicBezTo>
                <a:cubicBezTo>
                  <a:pt x="4151" y="34751"/>
                  <a:pt x="3131" y="32712"/>
                  <a:pt x="2330" y="30483"/>
                </a:cubicBezTo>
                <a:cubicBezTo>
                  <a:pt x="0" y="24454"/>
                  <a:pt x="58" y="18875"/>
                  <a:pt x="2505" y="13880"/>
                </a:cubicBezTo>
                <a:cubicBezTo>
                  <a:pt x="4952" y="8870"/>
                  <a:pt x="9394" y="5112"/>
                  <a:pt x="15875" y="2665"/>
                </a:cubicBezTo>
                <a:cubicBezTo>
                  <a:pt x="22415" y="160"/>
                  <a:pt x="28226" y="0"/>
                  <a:pt x="33338" y="2156"/>
                </a:cubicBezTo>
                <a:cubicBezTo>
                  <a:pt x="38523" y="4311"/>
                  <a:pt x="42280" y="8535"/>
                  <a:pt x="44669" y="14783"/>
                </a:cubicBezTo>
                <a:cubicBezTo>
                  <a:pt x="45455" y="16836"/>
                  <a:pt x="45980" y="18875"/>
                  <a:pt x="46315" y="20987"/>
                </a:cubicBezTo>
                <a:cubicBezTo>
                  <a:pt x="46650" y="23099"/>
                  <a:pt x="46708" y="25196"/>
                  <a:pt x="46591" y="27352"/>
                </a:cubicBezTo>
                <a:close/>
                <a:moveTo>
                  <a:pt x="46591" y="273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0C081-A37D-41AD-B854-4CCD9A66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439" y="5819578"/>
            <a:ext cx="46591" cy="42557"/>
          </a:xfrm>
          <a:custGeom xmlns:a="http://schemas.openxmlformats.org/drawingml/2006/main">
            <a:pathLst>
              <a:path w="46591" h="42557">
                <a:moveTo>
                  <a:pt x="38800" y="15365"/>
                </a:moveTo>
                <a:cubicBezTo>
                  <a:pt x="37430" y="11841"/>
                  <a:pt x="34984" y="9569"/>
                  <a:pt x="31459" y="8535"/>
                </a:cubicBezTo>
                <a:cubicBezTo>
                  <a:pt x="27920" y="7573"/>
                  <a:pt x="23711" y="7967"/>
                  <a:pt x="18934" y="9787"/>
                </a:cubicBezTo>
                <a:cubicBezTo>
                  <a:pt x="14098" y="11608"/>
                  <a:pt x="10749" y="14113"/>
                  <a:pt x="8753" y="17186"/>
                </a:cubicBezTo>
                <a:cubicBezTo>
                  <a:pt x="6758" y="20317"/>
                  <a:pt x="6423" y="23609"/>
                  <a:pt x="7792" y="27192"/>
                </a:cubicBezTo>
                <a:cubicBezTo>
                  <a:pt x="9146" y="30731"/>
                  <a:pt x="11593" y="33003"/>
                  <a:pt x="15191" y="33964"/>
                </a:cubicBezTo>
                <a:cubicBezTo>
                  <a:pt x="18715" y="34998"/>
                  <a:pt x="22924" y="34532"/>
                  <a:pt x="27701" y="32712"/>
                </a:cubicBezTo>
                <a:cubicBezTo>
                  <a:pt x="32420" y="30891"/>
                  <a:pt x="35828" y="28444"/>
                  <a:pt x="37824" y="25327"/>
                </a:cubicBezTo>
                <a:cubicBezTo>
                  <a:pt x="39819" y="22196"/>
                  <a:pt x="40154" y="18890"/>
                  <a:pt x="38800" y="15365"/>
                </a:cubicBezTo>
                <a:close/>
                <a:moveTo>
                  <a:pt x="44363" y="13210"/>
                </a:moveTo>
                <a:cubicBezTo>
                  <a:pt x="46591" y="18948"/>
                  <a:pt x="46417" y="24177"/>
                  <a:pt x="43970" y="28910"/>
                </a:cubicBezTo>
                <a:cubicBezTo>
                  <a:pt x="41465" y="33571"/>
                  <a:pt x="36979" y="37212"/>
                  <a:pt x="30367" y="39717"/>
                </a:cubicBezTo>
                <a:cubicBezTo>
                  <a:pt x="23769" y="42222"/>
                  <a:pt x="17972" y="42557"/>
                  <a:pt x="12962" y="40737"/>
                </a:cubicBezTo>
                <a:cubicBezTo>
                  <a:pt x="8010" y="38858"/>
                  <a:pt x="4369" y="35100"/>
                  <a:pt x="2214" y="29362"/>
                </a:cubicBezTo>
                <a:cubicBezTo>
                  <a:pt x="0" y="23551"/>
                  <a:pt x="160" y="18322"/>
                  <a:pt x="2665" y="13661"/>
                </a:cubicBezTo>
                <a:cubicBezTo>
                  <a:pt x="5170" y="8943"/>
                  <a:pt x="9671" y="5345"/>
                  <a:pt x="16268" y="2855"/>
                </a:cubicBezTo>
                <a:cubicBezTo>
                  <a:pt x="22866" y="350"/>
                  <a:pt x="28663" y="0"/>
                  <a:pt x="33615" y="1821"/>
                </a:cubicBezTo>
                <a:cubicBezTo>
                  <a:pt x="38625" y="3641"/>
                  <a:pt x="42208" y="7457"/>
                  <a:pt x="44363" y="13210"/>
                </a:cubicBezTo>
                <a:close/>
                <a:moveTo>
                  <a:pt x="44363" y="132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D876C-44AD-4ACD-8A8B-DED00B4C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829" y="5862310"/>
            <a:ext cx="50407" cy="48980"/>
          </a:xfrm>
          <a:custGeom xmlns:a="http://schemas.openxmlformats.org/drawingml/2006/main">
            <a:pathLst>
              <a:path w="50407" h="48980">
                <a:moveTo>
                  <a:pt x="37096" y="39703"/>
                </a:moveTo>
                <a:lnTo>
                  <a:pt x="12860" y="48980"/>
                </a:lnTo>
                <a:lnTo>
                  <a:pt x="10355" y="42382"/>
                </a:lnTo>
                <a:lnTo>
                  <a:pt x="34357" y="33221"/>
                </a:lnTo>
                <a:cubicBezTo>
                  <a:pt x="38173" y="31750"/>
                  <a:pt x="40737" y="29930"/>
                  <a:pt x="42047" y="27701"/>
                </a:cubicBezTo>
                <a:cubicBezTo>
                  <a:pt x="43344" y="25488"/>
                  <a:pt x="43460" y="22924"/>
                  <a:pt x="42324" y="19968"/>
                </a:cubicBezTo>
                <a:cubicBezTo>
                  <a:pt x="40955" y="16385"/>
                  <a:pt x="38741" y="14055"/>
                  <a:pt x="35726" y="12860"/>
                </a:cubicBezTo>
                <a:cubicBezTo>
                  <a:pt x="32653" y="11666"/>
                  <a:pt x="29187" y="11768"/>
                  <a:pt x="25255" y="13312"/>
                </a:cubicBezTo>
                <a:lnTo>
                  <a:pt x="2563" y="21963"/>
                </a:lnTo>
                <a:lnTo>
                  <a:pt x="0" y="15365"/>
                </a:lnTo>
                <a:lnTo>
                  <a:pt x="40169" y="0"/>
                </a:lnTo>
                <a:lnTo>
                  <a:pt x="42717" y="6598"/>
                </a:lnTo>
                <a:lnTo>
                  <a:pt x="36469" y="8986"/>
                </a:lnTo>
                <a:cubicBezTo>
                  <a:pt x="39484" y="9671"/>
                  <a:pt x="41989" y="10807"/>
                  <a:pt x="44028" y="12511"/>
                </a:cubicBezTo>
                <a:cubicBezTo>
                  <a:pt x="46023" y="14215"/>
                  <a:pt x="47553" y="16443"/>
                  <a:pt x="48645" y="19225"/>
                </a:cubicBezTo>
                <a:cubicBezTo>
                  <a:pt x="50407" y="23842"/>
                  <a:pt x="50291" y="27876"/>
                  <a:pt x="48354" y="31343"/>
                </a:cubicBezTo>
                <a:cubicBezTo>
                  <a:pt x="46417" y="34823"/>
                  <a:pt x="42659" y="37605"/>
                  <a:pt x="37096" y="39703"/>
                </a:cubicBezTo>
                <a:close/>
                <a:moveTo>
                  <a:pt x="37096" y="397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30469-67B2-4DB5-9FE5-519D966E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030" y="5911072"/>
            <a:ext cx="66151" cy="46417"/>
          </a:xfrm>
          <a:custGeom xmlns:a="http://schemas.openxmlformats.org/drawingml/2006/main">
            <a:pathLst>
              <a:path w="66151" h="46417">
                <a:moveTo>
                  <a:pt x="41873" y="26784"/>
                </a:moveTo>
                <a:lnTo>
                  <a:pt x="63603" y="18482"/>
                </a:lnTo>
                <a:lnTo>
                  <a:pt x="66151" y="25080"/>
                </a:lnTo>
                <a:lnTo>
                  <a:pt x="10297" y="46417"/>
                </a:lnTo>
                <a:lnTo>
                  <a:pt x="7792" y="39819"/>
                </a:lnTo>
                <a:lnTo>
                  <a:pt x="13822" y="37547"/>
                </a:lnTo>
                <a:cubicBezTo>
                  <a:pt x="10923" y="37037"/>
                  <a:pt x="8476" y="35945"/>
                  <a:pt x="6481" y="34299"/>
                </a:cubicBezTo>
                <a:cubicBezTo>
                  <a:pt x="4486" y="32653"/>
                  <a:pt x="2957" y="30323"/>
                  <a:pt x="1821" y="27352"/>
                </a:cubicBezTo>
                <a:cubicBezTo>
                  <a:pt x="0" y="22517"/>
                  <a:pt x="393" y="17798"/>
                  <a:pt x="3117" y="13254"/>
                </a:cubicBezTo>
                <a:cubicBezTo>
                  <a:pt x="5797" y="8753"/>
                  <a:pt x="10341" y="5287"/>
                  <a:pt x="16662" y="2840"/>
                </a:cubicBezTo>
                <a:cubicBezTo>
                  <a:pt x="22983" y="451"/>
                  <a:pt x="28604" y="0"/>
                  <a:pt x="33673" y="1588"/>
                </a:cubicBezTo>
                <a:cubicBezTo>
                  <a:pt x="38741" y="3175"/>
                  <a:pt x="42149" y="6365"/>
                  <a:pt x="44028" y="11200"/>
                </a:cubicBezTo>
                <a:cubicBezTo>
                  <a:pt x="45164" y="14215"/>
                  <a:pt x="45557" y="16953"/>
                  <a:pt x="45164" y="19502"/>
                </a:cubicBezTo>
                <a:cubicBezTo>
                  <a:pt x="44829" y="22065"/>
                  <a:pt x="43737" y="24512"/>
                  <a:pt x="41873" y="26784"/>
                </a:cubicBezTo>
                <a:close/>
                <a:moveTo>
                  <a:pt x="19283" y="9671"/>
                </a:moveTo>
                <a:cubicBezTo>
                  <a:pt x="14390" y="11550"/>
                  <a:pt x="10967" y="13982"/>
                  <a:pt x="8986" y="17055"/>
                </a:cubicBezTo>
                <a:cubicBezTo>
                  <a:pt x="6991" y="20070"/>
                  <a:pt x="6656" y="23376"/>
                  <a:pt x="7952" y="26842"/>
                </a:cubicBezTo>
                <a:cubicBezTo>
                  <a:pt x="9321" y="30323"/>
                  <a:pt x="11768" y="32537"/>
                  <a:pt x="15293" y="33498"/>
                </a:cubicBezTo>
                <a:cubicBezTo>
                  <a:pt x="18817" y="34474"/>
                  <a:pt x="22983" y="34008"/>
                  <a:pt x="27876" y="32144"/>
                </a:cubicBezTo>
                <a:cubicBezTo>
                  <a:pt x="32712" y="30323"/>
                  <a:pt x="36120" y="27876"/>
                  <a:pt x="38115" y="24803"/>
                </a:cubicBezTo>
                <a:cubicBezTo>
                  <a:pt x="40096" y="21730"/>
                  <a:pt x="40445" y="18424"/>
                  <a:pt x="39135" y="14958"/>
                </a:cubicBezTo>
                <a:cubicBezTo>
                  <a:pt x="37765" y="11491"/>
                  <a:pt x="35319" y="9263"/>
                  <a:pt x="31794" y="8302"/>
                </a:cubicBezTo>
                <a:cubicBezTo>
                  <a:pt x="28269" y="7384"/>
                  <a:pt x="24119" y="7850"/>
                  <a:pt x="19283" y="9671"/>
                </a:cubicBezTo>
                <a:close/>
                <a:moveTo>
                  <a:pt x="19283" y="96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AA110-9D2C-4CD5-8481-995649EE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041" y="5956862"/>
            <a:ext cx="47378" cy="45688"/>
          </a:xfrm>
          <a:custGeom xmlns:a="http://schemas.openxmlformats.org/drawingml/2006/main">
            <a:pathLst>
              <a:path w="47378" h="45688">
                <a:moveTo>
                  <a:pt x="25648" y="24803"/>
                </a:moveTo>
                <a:cubicBezTo>
                  <a:pt x="23653" y="19458"/>
                  <a:pt x="21614" y="15992"/>
                  <a:pt x="19618" y="14390"/>
                </a:cubicBezTo>
                <a:cubicBezTo>
                  <a:pt x="17623" y="12802"/>
                  <a:pt x="15132" y="12569"/>
                  <a:pt x="12161" y="13705"/>
                </a:cubicBezTo>
                <a:cubicBezTo>
                  <a:pt x="9831" y="14564"/>
                  <a:pt x="8302" y="16050"/>
                  <a:pt x="7501" y="18147"/>
                </a:cubicBezTo>
                <a:cubicBezTo>
                  <a:pt x="6700" y="20201"/>
                  <a:pt x="6816" y="22589"/>
                  <a:pt x="7850" y="25211"/>
                </a:cubicBezTo>
                <a:cubicBezTo>
                  <a:pt x="9263" y="28896"/>
                  <a:pt x="11652" y="31343"/>
                  <a:pt x="15132" y="32537"/>
                </a:cubicBezTo>
                <a:cubicBezTo>
                  <a:pt x="18540" y="33731"/>
                  <a:pt x="22415" y="33571"/>
                  <a:pt x="26726" y="31911"/>
                </a:cubicBezTo>
                <a:lnTo>
                  <a:pt x="28211" y="31343"/>
                </a:lnTo>
                <a:lnTo>
                  <a:pt x="25648" y="24803"/>
                </a:lnTo>
                <a:close/>
                <a:moveTo>
                  <a:pt x="33440" y="36921"/>
                </a:moveTo>
                <a:lnTo>
                  <a:pt x="10515" y="45688"/>
                </a:lnTo>
                <a:lnTo>
                  <a:pt x="8010" y="39091"/>
                </a:lnTo>
                <a:lnTo>
                  <a:pt x="14098" y="36746"/>
                </a:lnTo>
                <a:cubicBezTo>
                  <a:pt x="11084" y="36134"/>
                  <a:pt x="8578" y="34984"/>
                  <a:pt x="6539" y="33163"/>
                </a:cubicBezTo>
                <a:cubicBezTo>
                  <a:pt x="4544" y="31343"/>
                  <a:pt x="2898" y="28852"/>
                  <a:pt x="1646" y="25546"/>
                </a:cubicBezTo>
                <a:cubicBezTo>
                  <a:pt x="44" y="21453"/>
                  <a:pt x="0" y="17754"/>
                  <a:pt x="1354" y="14448"/>
                </a:cubicBezTo>
                <a:cubicBezTo>
                  <a:pt x="2724" y="11098"/>
                  <a:pt x="5345" y="8710"/>
                  <a:pt x="9263" y="7224"/>
                </a:cubicBezTo>
                <a:cubicBezTo>
                  <a:pt x="13763" y="5520"/>
                  <a:pt x="17739" y="5753"/>
                  <a:pt x="21220" y="7850"/>
                </a:cubicBezTo>
                <a:cubicBezTo>
                  <a:pt x="24628" y="10020"/>
                  <a:pt x="27527" y="14113"/>
                  <a:pt x="29799" y="20084"/>
                </a:cubicBezTo>
                <a:lnTo>
                  <a:pt x="33338" y="29362"/>
                </a:lnTo>
                <a:lnTo>
                  <a:pt x="34008" y="29129"/>
                </a:lnTo>
                <a:cubicBezTo>
                  <a:pt x="37023" y="27935"/>
                  <a:pt x="39018" y="26056"/>
                  <a:pt x="39936" y="23434"/>
                </a:cubicBezTo>
                <a:cubicBezTo>
                  <a:pt x="40780" y="20827"/>
                  <a:pt x="40562" y="17696"/>
                  <a:pt x="39193" y="14055"/>
                </a:cubicBezTo>
                <a:cubicBezTo>
                  <a:pt x="38275" y="11783"/>
                  <a:pt x="37197" y="9612"/>
                  <a:pt x="35785" y="7675"/>
                </a:cubicBezTo>
                <a:cubicBezTo>
                  <a:pt x="34416" y="5695"/>
                  <a:pt x="32770" y="3932"/>
                  <a:pt x="30935" y="2330"/>
                </a:cubicBezTo>
                <a:lnTo>
                  <a:pt x="37023" y="0"/>
                </a:lnTo>
                <a:cubicBezTo>
                  <a:pt x="38843" y="2054"/>
                  <a:pt x="40445" y="4151"/>
                  <a:pt x="41814" y="6263"/>
                </a:cubicBezTo>
                <a:cubicBezTo>
                  <a:pt x="43111" y="8302"/>
                  <a:pt x="44203" y="10472"/>
                  <a:pt x="45048" y="12627"/>
                </a:cubicBezTo>
                <a:cubicBezTo>
                  <a:pt x="47276" y="18439"/>
                  <a:pt x="47378" y="23332"/>
                  <a:pt x="45499" y="27366"/>
                </a:cubicBezTo>
                <a:cubicBezTo>
                  <a:pt x="43577" y="31401"/>
                  <a:pt x="39586" y="34532"/>
                  <a:pt x="33440" y="36921"/>
                </a:cubicBezTo>
                <a:close/>
                <a:moveTo>
                  <a:pt x="33440" y="369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AA929-4CEC-4C30-A335-5AEB1FDF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683" y="6000497"/>
            <a:ext cx="49723" cy="25881"/>
          </a:xfrm>
          <a:custGeom xmlns:a="http://schemas.openxmlformats.org/drawingml/2006/main">
            <a:pathLst>
              <a:path w="49723" h="25881">
                <a:moveTo>
                  <a:pt x="43009" y="25881"/>
                </a:moveTo>
                <a:cubicBezTo>
                  <a:pt x="43125" y="24978"/>
                  <a:pt x="43125" y="24075"/>
                  <a:pt x="43009" y="23099"/>
                </a:cubicBezTo>
                <a:cubicBezTo>
                  <a:pt x="42892" y="22138"/>
                  <a:pt x="42615" y="21162"/>
                  <a:pt x="42208" y="20084"/>
                </a:cubicBezTo>
                <a:cubicBezTo>
                  <a:pt x="40780" y="16385"/>
                  <a:pt x="38450" y="13996"/>
                  <a:pt x="35275" y="12919"/>
                </a:cubicBezTo>
                <a:cubicBezTo>
                  <a:pt x="32085" y="11841"/>
                  <a:pt x="28211" y="12176"/>
                  <a:pt x="23667" y="13880"/>
                </a:cubicBezTo>
                <a:lnTo>
                  <a:pt x="2505" y="22021"/>
                </a:lnTo>
                <a:lnTo>
                  <a:pt x="0" y="15365"/>
                </a:lnTo>
                <a:lnTo>
                  <a:pt x="40169" y="0"/>
                </a:lnTo>
                <a:lnTo>
                  <a:pt x="42659" y="6656"/>
                </a:lnTo>
                <a:lnTo>
                  <a:pt x="36469" y="9044"/>
                </a:lnTo>
                <a:cubicBezTo>
                  <a:pt x="39426" y="9511"/>
                  <a:pt x="41931" y="10588"/>
                  <a:pt x="43912" y="12351"/>
                </a:cubicBezTo>
                <a:cubicBezTo>
                  <a:pt x="45965" y="14171"/>
                  <a:pt x="47611" y="16618"/>
                  <a:pt x="48805" y="19808"/>
                </a:cubicBezTo>
                <a:cubicBezTo>
                  <a:pt x="48980" y="20259"/>
                  <a:pt x="49155" y="20769"/>
                  <a:pt x="49315" y="21337"/>
                </a:cubicBezTo>
                <a:cubicBezTo>
                  <a:pt x="49432" y="21905"/>
                  <a:pt x="49606" y="22531"/>
                  <a:pt x="49723" y="23274"/>
                </a:cubicBezTo>
                <a:lnTo>
                  <a:pt x="43009" y="25881"/>
                </a:lnTo>
                <a:close/>
                <a:moveTo>
                  <a:pt x="43009" y="258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8F99E-5460-4946-ADFD-7DC8DCF2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576" y="6026218"/>
            <a:ext cx="69021" cy="39076"/>
          </a:xfrm>
          <a:custGeom xmlns:a="http://schemas.openxmlformats.org/drawingml/2006/main">
            <a:pathLst>
              <a:path w="69021" h="39076">
                <a:moveTo>
                  <a:pt x="18380" y="38232"/>
                </a:moveTo>
                <a:cubicBezTo>
                  <a:pt x="12860" y="38232"/>
                  <a:pt x="9059" y="37605"/>
                  <a:pt x="6947" y="36353"/>
                </a:cubicBezTo>
                <a:cubicBezTo>
                  <a:pt x="4792" y="35158"/>
                  <a:pt x="3190" y="33047"/>
                  <a:pt x="2054" y="30090"/>
                </a:cubicBezTo>
                <a:lnTo>
                  <a:pt x="0" y="24803"/>
                </a:lnTo>
                <a:lnTo>
                  <a:pt x="5520" y="22691"/>
                </a:lnTo>
                <a:lnTo>
                  <a:pt x="7005" y="26624"/>
                </a:lnTo>
                <a:cubicBezTo>
                  <a:pt x="7690" y="28386"/>
                  <a:pt x="8710" y="29639"/>
                  <a:pt x="9904" y="30323"/>
                </a:cubicBezTo>
                <a:cubicBezTo>
                  <a:pt x="11156" y="31008"/>
                  <a:pt x="13661" y="31343"/>
                  <a:pt x="17302" y="31343"/>
                </a:cubicBezTo>
                <a:lnTo>
                  <a:pt x="20769" y="31343"/>
                </a:lnTo>
                <a:lnTo>
                  <a:pt x="54107" y="0"/>
                </a:lnTo>
                <a:lnTo>
                  <a:pt x="56787" y="6991"/>
                </a:lnTo>
                <a:lnTo>
                  <a:pt x="30163" y="31576"/>
                </a:lnTo>
                <a:lnTo>
                  <a:pt x="66341" y="32144"/>
                </a:lnTo>
                <a:lnTo>
                  <a:pt x="69021" y="39076"/>
                </a:lnTo>
                <a:lnTo>
                  <a:pt x="18380" y="38232"/>
                </a:lnTo>
                <a:close/>
                <a:moveTo>
                  <a:pt x="18380" y="382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18049-E5A0-4C4D-8A47-173D6B5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506" y="6083398"/>
            <a:ext cx="64520" cy="49097"/>
          </a:xfrm>
          <a:custGeom xmlns:a="http://schemas.openxmlformats.org/drawingml/2006/main">
            <a:pathLst>
              <a:path w="64520" h="49097">
                <a:moveTo>
                  <a:pt x="55752" y="6816"/>
                </a:moveTo>
                <a:lnTo>
                  <a:pt x="25371" y="7224"/>
                </a:lnTo>
                <a:lnTo>
                  <a:pt x="32886" y="26900"/>
                </a:lnTo>
                <a:lnTo>
                  <a:pt x="55752" y="6816"/>
                </a:lnTo>
                <a:close/>
                <a:moveTo>
                  <a:pt x="61331" y="0"/>
                </a:moveTo>
                <a:lnTo>
                  <a:pt x="64520" y="8243"/>
                </a:lnTo>
                <a:lnTo>
                  <a:pt x="18715" y="49097"/>
                </a:lnTo>
                <a:lnTo>
                  <a:pt x="15875" y="41581"/>
                </a:lnTo>
                <a:lnTo>
                  <a:pt x="27760" y="31459"/>
                </a:lnTo>
                <a:lnTo>
                  <a:pt x="18497" y="7326"/>
                </a:lnTo>
                <a:lnTo>
                  <a:pt x="2898" y="7675"/>
                </a:lnTo>
                <a:lnTo>
                  <a:pt x="0" y="44"/>
                </a:lnTo>
                <a:lnTo>
                  <a:pt x="61331" y="0"/>
                </a:lnTo>
                <a:close/>
                <a:moveTo>
                  <a:pt x="6133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5C955-42DA-4570-B3FC-8D78F6DE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406" y="6118439"/>
            <a:ext cx="51310" cy="40445"/>
          </a:xfrm>
          <a:custGeom xmlns:a="http://schemas.openxmlformats.org/drawingml/2006/main">
            <a:pathLst>
              <a:path w="51310" h="40445">
                <a:moveTo>
                  <a:pt x="51310" y="7107"/>
                </a:moveTo>
                <a:lnTo>
                  <a:pt x="39877" y="11491"/>
                </a:lnTo>
                <a:lnTo>
                  <a:pt x="45106" y="25080"/>
                </a:lnTo>
                <a:lnTo>
                  <a:pt x="39994" y="27017"/>
                </a:lnTo>
                <a:lnTo>
                  <a:pt x="34751" y="13487"/>
                </a:lnTo>
                <a:lnTo>
                  <a:pt x="12962" y="21788"/>
                </a:lnTo>
                <a:cubicBezTo>
                  <a:pt x="9671" y="23041"/>
                  <a:pt x="7734" y="24293"/>
                  <a:pt x="7166" y="25546"/>
                </a:cubicBezTo>
                <a:cubicBezTo>
                  <a:pt x="6598" y="26798"/>
                  <a:pt x="6831" y="28779"/>
                  <a:pt x="7850" y="31576"/>
                </a:cubicBezTo>
                <a:lnTo>
                  <a:pt x="10472" y="38348"/>
                </a:lnTo>
                <a:lnTo>
                  <a:pt x="4952" y="40445"/>
                </a:lnTo>
                <a:lnTo>
                  <a:pt x="2330" y="33673"/>
                </a:lnTo>
                <a:cubicBezTo>
                  <a:pt x="393" y="28561"/>
                  <a:pt x="0" y="24687"/>
                  <a:pt x="1136" y="22021"/>
                </a:cubicBezTo>
                <a:cubicBezTo>
                  <a:pt x="2330" y="19400"/>
                  <a:pt x="5403" y="17069"/>
                  <a:pt x="10414" y="15191"/>
                </a:cubicBezTo>
                <a:lnTo>
                  <a:pt x="32260" y="6831"/>
                </a:lnTo>
                <a:lnTo>
                  <a:pt x="30381" y="1995"/>
                </a:lnTo>
                <a:lnTo>
                  <a:pt x="35493" y="0"/>
                </a:lnTo>
                <a:lnTo>
                  <a:pt x="37372" y="4894"/>
                </a:lnTo>
                <a:lnTo>
                  <a:pt x="48747" y="510"/>
                </a:lnTo>
                <a:lnTo>
                  <a:pt x="51310" y="7107"/>
                </a:lnTo>
                <a:close/>
                <a:moveTo>
                  <a:pt x="51310" y="7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A0F2D-454D-4869-87B1-AEDE2E6B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87" y="6147277"/>
            <a:ext cx="51310" cy="40402"/>
          </a:xfrm>
          <a:custGeom xmlns:a="http://schemas.openxmlformats.org/drawingml/2006/main">
            <a:pathLst>
              <a:path w="51310" h="40402">
                <a:moveTo>
                  <a:pt x="51310" y="7122"/>
                </a:moveTo>
                <a:lnTo>
                  <a:pt x="39936" y="11433"/>
                </a:lnTo>
                <a:lnTo>
                  <a:pt x="45106" y="25036"/>
                </a:lnTo>
                <a:lnTo>
                  <a:pt x="39994" y="27032"/>
                </a:lnTo>
                <a:lnTo>
                  <a:pt x="34809" y="13428"/>
                </a:lnTo>
                <a:lnTo>
                  <a:pt x="12962" y="21730"/>
                </a:lnTo>
                <a:cubicBezTo>
                  <a:pt x="9729" y="22983"/>
                  <a:pt x="7792" y="24235"/>
                  <a:pt x="7166" y="25488"/>
                </a:cubicBezTo>
                <a:cubicBezTo>
                  <a:pt x="6598" y="26740"/>
                  <a:pt x="6816" y="28794"/>
                  <a:pt x="7908" y="31517"/>
                </a:cubicBezTo>
                <a:lnTo>
                  <a:pt x="10457" y="38290"/>
                </a:lnTo>
                <a:lnTo>
                  <a:pt x="4952" y="40402"/>
                </a:lnTo>
                <a:lnTo>
                  <a:pt x="2389" y="33629"/>
                </a:lnTo>
                <a:cubicBezTo>
                  <a:pt x="393" y="28561"/>
                  <a:pt x="0" y="24643"/>
                  <a:pt x="1194" y="22021"/>
                </a:cubicBezTo>
                <a:cubicBezTo>
                  <a:pt x="2330" y="19342"/>
                  <a:pt x="5462" y="17069"/>
                  <a:pt x="10457" y="15132"/>
                </a:cubicBezTo>
                <a:lnTo>
                  <a:pt x="32260" y="6772"/>
                </a:lnTo>
                <a:lnTo>
                  <a:pt x="30440" y="1937"/>
                </a:lnTo>
                <a:lnTo>
                  <a:pt x="35552" y="0"/>
                </a:lnTo>
                <a:lnTo>
                  <a:pt x="37372" y="4835"/>
                </a:lnTo>
                <a:lnTo>
                  <a:pt x="48805" y="466"/>
                </a:lnTo>
                <a:lnTo>
                  <a:pt x="51310" y="7122"/>
                </a:lnTo>
                <a:close/>
                <a:moveTo>
                  <a:pt x="51310" y="7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C8296-0DE1-4DEB-83C4-167BD257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116" y="6182159"/>
            <a:ext cx="47436" cy="45630"/>
          </a:xfrm>
          <a:custGeom xmlns:a="http://schemas.openxmlformats.org/drawingml/2006/main">
            <a:pathLst>
              <a:path w="47436" h="45630">
                <a:moveTo>
                  <a:pt x="25706" y="24745"/>
                </a:moveTo>
                <a:cubicBezTo>
                  <a:pt x="23667" y="19400"/>
                  <a:pt x="21672" y="15977"/>
                  <a:pt x="19618" y="14390"/>
                </a:cubicBezTo>
                <a:cubicBezTo>
                  <a:pt x="17637" y="12802"/>
                  <a:pt x="15191" y="12511"/>
                  <a:pt x="12234" y="13647"/>
                </a:cubicBezTo>
                <a:cubicBezTo>
                  <a:pt x="9889" y="14564"/>
                  <a:pt x="8302" y="16035"/>
                  <a:pt x="7501" y="18089"/>
                </a:cubicBezTo>
                <a:cubicBezTo>
                  <a:pt x="6758" y="20201"/>
                  <a:pt x="6874" y="22531"/>
                  <a:pt x="7908" y="25196"/>
                </a:cubicBezTo>
                <a:cubicBezTo>
                  <a:pt x="9263" y="28837"/>
                  <a:pt x="11710" y="31284"/>
                  <a:pt x="15132" y="32537"/>
                </a:cubicBezTo>
                <a:cubicBezTo>
                  <a:pt x="18599" y="33731"/>
                  <a:pt x="22473" y="33513"/>
                  <a:pt x="26740" y="31852"/>
                </a:cubicBezTo>
                <a:lnTo>
                  <a:pt x="28211" y="31343"/>
                </a:lnTo>
                <a:lnTo>
                  <a:pt x="25706" y="24745"/>
                </a:lnTo>
                <a:close/>
                <a:moveTo>
                  <a:pt x="33454" y="36862"/>
                </a:moveTo>
                <a:lnTo>
                  <a:pt x="10574" y="45630"/>
                </a:lnTo>
                <a:lnTo>
                  <a:pt x="8010" y="39033"/>
                </a:lnTo>
                <a:lnTo>
                  <a:pt x="14098" y="36688"/>
                </a:lnTo>
                <a:cubicBezTo>
                  <a:pt x="11084" y="36120"/>
                  <a:pt x="8593" y="34925"/>
                  <a:pt x="6598" y="33105"/>
                </a:cubicBezTo>
                <a:cubicBezTo>
                  <a:pt x="4544" y="31343"/>
                  <a:pt x="2898" y="28779"/>
                  <a:pt x="1704" y="25546"/>
                </a:cubicBezTo>
                <a:cubicBezTo>
                  <a:pt x="102" y="21439"/>
                  <a:pt x="0" y="17754"/>
                  <a:pt x="1413" y="14390"/>
                </a:cubicBezTo>
                <a:cubicBezTo>
                  <a:pt x="2782" y="11098"/>
                  <a:pt x="5403" y="8695"/>
                  <a:pt x="9263" y="7224"/>
                </a:cubicBezTo>
                <a:cubicBezTo>
                  <a:pt x="13763" y="5520"/>
                  <a:pt x="17739" y="5680"/>
                  <a:pt x="21220" y="7850"/>
                </a:cubicBezTo>
                <a:cubicBezTo>
                  <a:pt x="24687" y="10006"/>
                  <a:pt x="27527" y="14113"/>
                  <a:pt x="29857" y="20084"/>
                </a:cubicBezTo>
                <a:lnTo>
                  <a:pt x="33396" y="29347"/>
                </a:lnTo>
                <a:lnTo>
                  <a:pt x="34022" y="29129"/>
                </a:lnTo>
                <a:cubicBezTo>
                  <a:pt x="37096" y="27935"/>
                  <a:pt x="39018" y="26056"/>
                  <a:pt x="39936" y="23376"/>
                </a:cubicBezTo>
                <a:cubicBezTo>
                  <a:pt x="40839" y="20769"/>
                  <a:pt x="40620" y="17637"/>
                  <a:pt x="39193" y="14055"/>
                </a:cubicBezTo>
                <a:cubicBezTo>
                  <a:pt x="38333" y="11768"/>
                  <a:pt x="37197" y="9612"/>
                  <a:pt x="35843" y="7617"/>
                </a:cubicBezTo>
                <a:cubicBezTo>
                  <a:pt x="34416" y="5680"/>
                  <a:pt x="32828" y="3918"/>
                  <a:pt x="30949" y="2330"/>
                </a:cubicBezTo>
                <a:lnTo>
                  <a:pt x="37037" y="0"/>
                </a:lnTo>
                <a:cubicBezTo>
                  <a:pt x="38916" y="2039"/>
                  <a:pt x="40504" y="4093"/>
                  <a:pt x="41814" y="6204"/>
                </a:cubicBezTo>
                <a:cubicBezTo>
                  <a:pt x="43169" y="8302"/>
                  <a:pt x="44261" y="10414"/>
                  <a:pt x="45048" y="12569"/>
                </a:cubicBezTo>
                <a:cubicBezTo>
                  <a:pt x="47276" y="18380"/>
                  <a:pt x="47436" y="23318"/>
                  <a:pt x="45514" y="27366"/>
                </a:cubicBezTo>
                <a:cubicBezTo>
                  <a:pt x="43635" y="31343"/>
                  <a:pt x="39586" y="34532"/>
                  <a:pt x="33454" y="36862"/>
                </a:cubicBezTo>
                <a:close/>
                <a:moveTo>
                  <a:pt x="33454" y="368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BA499-BCCE-4EAD-BCA8-A952A14F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948" y="6228182"/>
            <a:ext cx="46766" cy="41538"/>
          </a:xfrm>
          <a:custGeom xmlns:a="http://schemas.openxmlformats.org/drawingml/2006/main">
            <a:pathLst>
              <a:path w="46766" h="41538">
                <a:moveTo>
                  <a:pt x="46591" y="27366"/>
                </a:moveTo>
                <a:lnTo>
                  <a:pt x="40445" y="29697"/>
                </a:lnTo>
                <a:cubicBezTo>
                  <a:pt x="40737" y="27483"/>
                  <a:pt x="40780" y="25255"/>
                  <a:pt x="40620" y="23216"/>
                </a:cubicBezTo>
                <a:cubicBezTo>
                  <a:pt x="40387" y="21162"/>
                  <a:pt x="39936" y="19167"/>
                  <a:pt x="39193" y="17244"/>
                </a:cubicBezTo>
                <a:cubicBezTo>
                  <a:pt x="37547" y="12977"/>
                  <a:pt x="34925" y="10122"/>
                  <a:pt x="31284" y="8811"/>
                </a:cubicBezTo>
                <a:cubicBezTo>
                  <a:pt x="27701" y="7457"/>
                  <a:pt x="23434" y="7734"/>
                  <a:pt x="18540" y="9612"/>
                </a:cubicBezTo>
                <a:cubicBezTo>
                  <a:pt x="13647" y="11491"/>
                  <a:pt x="10297" y="14171"/>
                  <a:pt x="8476" y="17521"/>
                </a:cubicBezTo>
                <a:cubicBezTo>
                  <a:pt x="6656" y="20929"/>
                  <a:pt x="6598" y="24803"/>
                  <a:pt x="8185" y="29071"/>
                </a:cubicBezTo>
                <a:cubicBezTo>
                  <a:pt x="8928" y="31008"/>
                  <a:pt x="9889" y="32770"/>
                  <a:pt x="11142" y="34474"/>
                </a:cubicBezTo>
                <a:cubicBezTo>
                  <a:pt x="12394" y="36120"/>
                  <a:pt x="13880" y="37722"/>
                  <a:pt x="15642" y="39193"/>
                </a:cubicBezTo>
                <a:lnTo>
                  <a:pt x="9496" y="41538"/>
                </a:lnTo>
                <a:cubicBezTo>
                  <a:pt x="7967" y="39994"/>
                  <a:pt x="6598" y="38348"/>
                  <a:pt x="5403" y="36527"/>
                </a:cubicBezTo>
                <a:cubicBezTo>
                  <a:pt x="4209" y="34765"/>
                  <a:pt x="3175" y="32712"/>
                  <a:pt x="2330" y="30498"/>
                </a:cubicBezTo>
                <a:cubicBezTo>
                  <a:pt x="0" y="24468"/>
                  <a:pt x="58" y="18890"/>
                  <a:pt x="2491" y="13880"/>
                </a:cubicBezTo>
                <a:cubicBezTo>
                  <a:pt x="4937" y="8870"/>
                  <a:pt x="9438" y="5127"/>
                  <a:pt x="15861" y="2680"/>
                </a:cubicBezTo>
                <a:cubicBezTo>
                  <a:pt x="22415" y="175"/>
                  <a:pt x="28269" y="0"/>
                  <a:pt x="33396" y="2156"/>
                </a:cubicBezTo>
                <a:cubicBezTo>
                  <a:pt x="38508" y="4326"/>
                  <a:pt x="42266" y="8535"/>
                  <a:pt x="44654" y="14797"/>
                </a:cubicBezTo>
                <a:cubicBezTo>
                  <a:pt x="45455" y="16836"/>
                  <a:pt x="46023" y="18890"/>
                  <a:pt x="46300" y="20987"/>
                </a:cubicBezTo>
                <a:cubicBezTo>
                  <a:pt x="46650" y="23099"/>
                  <a:pt x="46766" y="25196"/>
                  <a:pt x="46591" y="27366"/>
                </a:cubicBezTo>
                <a:close/>
                <a:moveTo>
                  <a:pt x="46591" y="273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DE4A5-2A5F-4D4D-9DC3-488EBA1E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226" y="6260209"/>
            <a:ext cx="58316" cy="57005"/>
          </a:xfrm>
          <a:custGeom xmlns:a="http://schemas.openxmlformats.org/drawingml/2006/main">
            <a:pathLst>
              <a:path w="58316" h="57005">
                <a:moveTo>
                  <a:pt x="55811" y="0"/>
                </a:moveTo>
                <a:lnTo>
                  <a:pt x="58316" y="6598"/>
                </a:lnTo>
                <a:lnTo>
                  <a:pt x="25386" y="19240"/>
                </a:lnTo>
                <a:lnTo>
                  <a:pt x="50247" y="32318"/>
                </a:lnTo>
                <a:lnTo>
                  <a:pt x="53422" y="40737"/>
                </a:lnTo>
                <a:lnTo>
                  <a:pt x="26522" y="26565"/>
                </a:lnTo>
                <a:lnTo>
                  <a:pt x="13603" y="57005"/>
                </a:lnTo>
                <a:lnTo>
                  <a:pt x="10297" y="48368"/>
                </a:lnTo>
                <a:lnTo>
                  <a:pt x="22138" y="20434"/>
                </a:lnTo>
                <a:lnTo>
                  <a:pt x="2505" y="27935"/>
                </a:lnTo>
                <a:lnTo>
                  <a:pt x="0" y="21337"/>
                </a:lnTo>
                <a:lnTo>
                  <a:pt x="55811" y="0"/>
                </a:lnTo>
                <a:close/>
                <a:moveTo>
                  <a:pt x="558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BFDD7-8C3A-4D28-BD79-F7182367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971" y="6297480"/>
            <a:ext cx="64506" cy="49155"/>
          </a:xfrm>
          <a:custGeom xmlns:a="http://schemas.openxmlformats.org/drawingml/2006/main">
            <a:pathLst>
              <a:path w="64506" h="49155">
                <a:moveTo>
                  <a:pt x="0" y="40955"/>
                </a:moveTo>
                <a:lnTo>
                  <a:pt x="45732" y="0"/>
                </a:lnTo>
                <a:lnTo>
                  <a:pt x="48631" y="7559"/>
                </a:lnTo>
                <a:lnTo>
                  <a:pt x="10006" y="41814"/>
                </a:lnTo>
                <a:lnTo>
                  <a:pt x="61607" y="41581"/>
                </a:lnTo>
                <a:lnTo>
                  <a:pt x="64506" y="49097"/>
                </a:lnTo>
                <a:lnTo>
                  <a:pt x="3117" y="49155"/>
                </a:lnTo>
                <a:lnTo>
                  <a:pt x="0" y="40955"/>
                </a:lnTo>
                <a:close/>
                <a:moveTo>
                  <a:pt x="0" y="409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925497-CE10-4482-ADDC-70B25AA4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166" y="6353917"/>
            <a:ext cx="62860" cy="53131"/>
          </a:xfrm>
          <a:custGeom xmlns:a="http://schemas.openxmlformats.org/drawingml/2006/main">
            <a:pathLst>
              <a:path w="62860" h="53131">
                <a:moveTo>
                  <a:pt x="9438" y="25488"/>
                </a:moveTo>
                <a:lnTo>
                  <a:pt x="19108" y="50801"/>
                </a:lnTo>
                <a:lnTo>
                  <a:pt x="13021" y="53131"/>
                </a:lnTo>
                <a:lnTo>
                  <a:pt x="0" y="19108"/>
                </a:lnTo>
                <a:lnTo>
                  <a:pt x="6146" y="16778"/>
                </a:lnTo>
                <a:cubicBezTo>
                  <a:pt x="10006" y="18424"/>
                  <a:pt x="15249" y="20769"/>
                  <a:pt x="21847" y="23667"/>
                </a:cubicBezTo>
                <a:cubicBezTo>
                  <a:pt x="28503" y="26565"/>
                  <a:pt x="32712" y="28386"/>
                  <a:pt x="34590" y="29071"/>
                </a:cubicBezTo>
                <a:cubicBezTo>
                  <a:pt x="38057" y="30381"/>
                  <a:pt x="40897" y="31168"/>
                  <a:pt x="43067" y="31401"/>
                </a:cubicBezTo>
                <a:cubicBezTo>
                  <a:pt x="45222" y="31634"/>
                  <a:pt x="47160" y="31401"/>
                  <a:pt x="48922" y="30716"/>
                </a:cubicBezTo>
                <a:cubicBezTo>
                  <a:pt x="51776" y="29639"/>
                  <a:pt x="53699" y="27760"/>
                  <a:pt x="54733" y="25080"/>
                </a:cubicBezTo>
                <a:cubicBezTo>
                  <a:pt x="55752" y="22415"/>
                  <a:pt x="55636" y="19458"/>
                  <a:pt x="54442" y="16268"/>
                </a:cubicBezTo>
                <a:cubicBezTo>
                  <a:pt x="53539" y="13996"/>
                  <a:pt x="52228" y="11710"/>
                  <a:pt x="50524" y="9496"/>
                </a:cubicBezTo>
                <a:cubicBezTo>
                  <a:pt x="48747" y="7282"/>
                  <a:pt x="46533" y="5054"/>
                  <a:pt x="43810" y="2782"/>
                </a:cubicBezTo>
                <a:lnTo>
                  <a:pt x="51150" y="0"/>
                </a:lnTo>
                <a:cubicBezTo>
                  <a:pt x="53422" y="2447"/>
                  <a:pt x="55359" y="4835"/>
                  <a:pt x="56889" y="7166"/>
                </a:cubicBezTo>
                <a:cubicBezTo>
                  <a:pt x="58476" y="9438"/>
                  <a:pt x="59670" y="11666"/>
                  <a:pt x="60471" y="13763"/>
                </a:cubicBezTo>
                <a:cubicBezTo>
                  <a:pt x="62583" y="19342"/>
                  <a:pt x="62860" y="24293"/>
                  <a:pt x="61389" y="28619"/>
                </a:cubicBezTo>
                <a:cubicBezTo>
                  <a:pt x="59845" y="32988"/>
                  <a:pt x="56772" y="36061"/>
                  <a:pt x="52170" y="37824"/>
                </a:cubicBezTo>
                <a:cubicBezTo>
                  <a:pt x="49941" y="38683"/>
                  <a:pt x="47669" y="39076"/>
                  <a:pt x="45397" y="38974"/>
                </a:cubicBezTo>
                <a:cubicBezTo>
                  <a:pt x="43125" y="38916"/>
                  <a:pt x="40227" y="38290"/>
                  <a:pt x="36746" y="37154"/>
                </a:cubicBezTo>
                <a:cubicBezTo>
                  <a:pt x="35785" y="36804"/>
                  <a:pt x="33047" y="35668"/>
                  <a:pt x="28503" y="33731"/>
                </a:cubicBezTo>
                <a:cubicBezTo>
                  <a:pt x="24002" y="31794"/>
                  <a:pt x="17637" y="29071"/>
                  <a:pt x="9438" y="25488"/>
                </a:cubicBezTo>
                <a:close/>
                <a:moveTo>
                  <a:pt x="9438" y="254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F4288-D663-4A8C-8980-7B580B0B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765" y="6401134"/>
            <a:ext cx="63952" cy="58942"/>
          </a:xfrm>
          <a:custGeom xmlns:a="http://schemas.openxmlformats.org/drawingml/2006/main">
            <a:pathLst>
              <a:path w="63952" h="58942">
                <a:moveTo>
                  <a:pt x="50349" y="9496"/>
                </a:moveTo>
                <a:lnTo>
                  <a:pt x="8710" y="25429"/>
                </a:lnTo>
                <a:lnTo>
                  <a:pt x="12059" y="34197"/>
                </a:lnTo>
                <a:cubicBezTo>
                  <a:pt x="14914" y="41581"/>
                  <a:pt x="18613" y="46373"/>
                  <a:pt x="23274" y="48529"/>
                </a:cubicBezTo>
                <a:cubicBezTo>
                  <a:pt x="27935" y="50640"/>
                  <a:pt x="33906" y="50349"/>
                  <a:pt x="41130" y="47567"/>
                </a:cubicBezTo>
                <a:cubicBezTo>
                  <a:pt x="48310" y="44829"/>
                  <a:pt x="52854" y="41130"/>
                  <a:pt x="54908" y="36411"/>
                </a:cubicBezTo>
                <a:cubicBezTo>
                  <a:pt x="56947" y="31692"/>
                  <a:pt x="56554" y="25662"/>
                  <a:pt x="53713" y="18264"/>
                </a:cubicBezTo>
                <a:lnTo>
                  <a:pt x="50349" y="9496"/>
                </a:lnTo>
                <a:close/>
                <a:moveTo>
                  <a:pt x="53539" y="0"/>
                </a:moveTo>
                <a:lnTo>
                  <a:pt x="59233" y="14899"/>
                </a:lnTo>
                <a:cubicBezTo>
                  <a:pt x="63209" y="25255"/>
                  <a:pt x="63952" y="33673"/>
                  <a:pt x="61505" y="40227"/>
                </a:cubicBezTo>
                <a:cubicBezTo>
                  <a:pt x="59059" y="46708"/>
                  <a:pt x="53189" y="51718"/>
                  <a:pt x="44043" y="55243"/>
                </a:cubicBezTo>
                <a:cubicBezTo>
                  <a:pt x="34823" y="58767"/>
                  <a:pt x="27090" y="58942"/>
                  <a:pt x="20885" y="55694"/>
                </a:cubicBezTo>
                <a:cubicBezTo>
                  <a:pt x="14681" y="52461"/>
                  <a:pt x="9612" y="45688"/>
                  <a:pt x="5695" y="35391"/>
                </a:cubicBezTo>
                <a:lnTo>
                  <a:pt x="0" y="20478"/>
                </a:lnTo>
                <a:lnTo>
                  <a:pt x="53539" y="0"/>
                </a:lnTo>
                <a:close/>
                <a:moveTo>
                  <a:pt x="535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DF5F3-97C6-4C60-9548-2EA9F435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121" y="6459567"/>
            <a:ext cx="60821" cy="51369"/>
          </a:xfrm>
          <a:custGeom xmlns:a="http://schemas.openxmlformats.org/drawingml/2006/main">
            <a:pathLst>
              <a:path w="60821" h="51369">
                <a:moveTo>
                  <a:pt x="6088" y="18205"/>
                </a:moveTo>
                <a:lnTo>
                  <a:pt x="10588" y="30032"/>
                </a:lnTo>
                <a:lnTo>
                  <a:pt x="51441" y="14390"/>
                </a:lnTo>
                <a:lnTo>
                  <a:pt x="43984" y="2505"/>
                </a:lnTo>
                <a:lnTo>
                  <a:pt x="50582" y="0"/>
                </a:lnTo>
                <a:lnTo>
                  <a:pt x="58039" y="11826"/>
                </a:lnTo>
                <a:lnTo>
                  <a:pt x="60821" y="19050"/>
                </a:lnTo>
                <a:lnTo>
                  <a:pt x="13312" y="37197"/>
                </a:lnTo>
                <a:lnTo>
                  <a:pt x="17871" y="49038"/>
                </a:lnTo>
                <a:lnTo>
                  <a:pt x="11783" y="51369"/>
                </a:lnTo>
                <a:lnTo>
                  <a:pt x="0" y="20536"/>
                </a:lnTo>
                <a:lnTo>
                  <a:pt x="6088" y="18205"/>
                </a:lnTo>
                <a:close/>
                <a:moveTo>
                  <a:pt x="6088" y="182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F53A9-F690-4559-B90C-01C28D9F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099" y="6513775"/>
            <a:ext cx="56321" cy="41712"/>
          </a:xfrm>
          <a:custGeom xmlns:a="http://schemas.openxmlformats.org/drawingml/2006/main">
            <a:pathLst>
              <a:path w="56321" h="41712">
                <a:moveTo>
                  <a:pt x="47218" y="13661"/>
                </a:moveTo>
                <a:lnTo>
                  <a:pt x="11666" y="6263"/>
                </a:lnTo>
                <a:lnTo>
                  <a:pt x="18657" y="24585"/>
                </a:lnTo>
                <a:lnTo>
                  <a:pt x="47218" y="13661"/>
                </a:lnTo>
                <a:close/>
                <a:moveTo>
                  <a:pt x="52854" y="9336"/>
                </a:moveTo>
                <a:lnTo>
                  <a:pt x="56321" y="18439"/>
                </a:lnTo>
                <a:lnTo>
                  <a:pt x="21395" y="31750"/>
                </a:lnTo>
                <a:lnTo>
                  <a:pt x="24352" y="39426"/>
                </a:lnTo>
                <a:lnTo>
                  <a:pt x="18322" y="41712"/>
                </a:lnTo>
                <a:lnTo>
                  <a:pt x="15365" y="34081"/>
                </a:lnTo>
                <a:lnTo>
                  <a:pt x="2738" y="38916"/>
                </a:lnTo>
                <a:lnTo>
                  <a:pt x="0" y="31692"/>
                </a:lnTo>
                <a:lnTo>
                  <a:pt x="12627" y="26857"/>
                </a:lnTo>
                <a:lnTo>
                  <a:pt x="3364" y="2680"/>
                </a:lnTo>
                <a:lnTo>
                  <a:pt x="10355" y="0"/>
                </a:lnTo>
                <a:lnTo>
                  <a:pt x="52854" y="9336"/>
                </a:lnTo>
                <a:close/>
                <a:moveTo>
                  <a:pt x="52854" y="93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A039E-13B7-4888-B1C0-4F203EC8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063" y="5657098"/>
            <a:ext cx="56714" cy="25939"/>
          </a:xfrm>
          <a:custGeom xmlns:a="http://schemas.openxmlformats.org/drawingml/2006/main">
            <a:pathLst>
              <a:path w="56714" h="25939">
                <a:moveTo>
                  <a:pt x="54209" y="0"/>
                </a:moveTo>
                <a:lnTo>
                  <a:pt x="56714" y="7340"/>
                </a:lnTo>
                <a:lnTo>
                  <a:pt x="2491" y="25939"/>
                </a:lnTo>
                <a:lnTo>
                  <a:pt x="0" y="18657"/>
                </a:lnTo>
                <a:lnTo>
                  <a:pt x="54209" y="0"/>
                </a:lnTo>
                <a:close/>
                <a:moveTo>
                  <a:pt x="542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5D5DA-5A57-4480-BDE9-6B0BA3A2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389" y="5683153"/>
            <a:ext cx="50072" cy="48019"/>
          </a:xfrm>
          <a:custGeom xmlns:a="http://schemas.openxmlformats.org/drawingml/2006/main">
            <a:pathLst>
              <a:path w="50072" h="48019">
                <a:moveTo>
                  <a:pt x="36251" y="39601"/>
                </a:moveTo>
                <a:lnTo>
                  <a:pt x="11724" y="48019"/>
                </a:lnTo>
                <a:lnTo>
                  <a:pt x="9394" y="41363"/>
                </a:lnTo>
                <a:lnTo>
                  <a:pt x="33746" y="33003"/>
                </a:lnTo>
                <a:cubicBezTo>
                  <a:pt x="37605" y="31692"/>
                  <a:pt x="40227" y="29930"/>
                  <a:pt x="41596" y="27760"/>
                </a:cubicBezTo>
                <a:cubicBezTo>
                  <a:pt x="43023" y="25604"/>
                  <a:pt x="43183" y="23041"/>
                  <a:pt x="42164" y="20026"/>
                </a:cubicBezTo>
                <a:cubicBezTo>
                  <a:pt x="40911" y="16443"/>
                  <a:pt x="38800" y="13996"/>
                  <a:pt x="35785" y="12686"/>
                </a:cubicBezTo>
                <a:cubicBezTo>
                  <a:pt x="32770" y="11375"/>
                  <a:pt x="29245" y="11433"/>
                  <a:pt x="25269" y="12802"/>
                </a:cubicBezTo>
                <a:lnTo>
                  <a:pt x="2287" y="20711"/>
                </a:lnTo>
                <a:lnTo>
                  <a:pt x="0" y="13996"/>
                </a:lnTo>
                <a:lnTo>
                  <a:pt x="40678" y="0"/>
                </a:lnTo>
                <a:lnTo>
                  <a:pt x="42965" y="6714"/>
                </a:lnTo>
                <a:lnTo>
                  <a:pt x="36644" y="8870"/>
                </a:lnTo>
                <a:cubicBezTo>
                  <a:pt x="39659" y="9612"/>
                  <a:pt x="42106" y="10865"/>
                  <a:pt x="44101" y="12627"/>
                </a:cubicBezTo>
                <a:cubicBezTo>
                  <a:pt x="46038" y="14390"/>
                  <a:pt x="47509" y="16676"/>
                  <a:pt x="48485" y="19516"/>
                </a:cubicBezTo>
                <a:cubicBezTo>
                  <a:pt x="50072" y="24177"/>
                  <a:pt x="49839" y="28226"/>
                  <a:pt x="47800" y="31634"/>
                </a:cubicBezTo>
                <a:cubicBezTo>
                  <a:pt x="45747" y="34984"/>
                  <a:pt x="41873" y="37664"/>
                  <a:pt x="36251" y="39601"/>
                </a:cubicBezTo>
                <a:close/>
                <a:moveTo>
                  <a:pt x="36251" y="396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C8F66-9652-4C22-9786-A5AEC1DB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123" y="5730313"/>
            <a:ext cx="48019" cy="39775"/>
          </a:xfrm>
          <a:custGeom xmlns:a="http://schemas.openxmlformats.org/drawingml/2006/main">
            <a:pathLst>
              <a:path w="48019" h="39775">
                <a:moveTo>
                  <a:pt x="47961" y="26580"/>
                </a:moveTo>
                <a:lnTo>
                  <a:pt x="41640" y="28736"/>
                </a:lnTo>
                <a:cubicBezTo>
                  <a:pt x="41931" y="26522"/>
                  <a:pt x="41989" y="24293"/>
                  <a:pt x="41756" y="22080"/>
                </a:cubicBezTo>
                <a:cubicBezTo>
                  <a:pt x="41581" y="19924"/>
                  <a:pt x="41072" y="17696"/>
                  <a:pt x="40329" y="15540"/>
                </a:cubicBezTo>
                <a:cubicBezTo>
                  <a:pt x="39193" y="12234"/>
                  <a:pt x="37838" y="9904"/>
                  <a:pt x="36236" y="8593"/>
                </a:cubicBezTo>
                <a:cubicBezTo>
                  <a:pt x="34649" y="7282"/>
                  <a:pt x="32828" y="7005"/>
                  <a:pt x="30833" y="7690"/>
                </a:cubicBezTo>
                <a:cubicBezTo>
                  <a:pt x="29245" y="8200"/>
                  <a:pt x="28269" y="9219"/>
                  <a:pt x="27760" y="10705"/>
                </a:cubicBezTo>
                <a:cubicBezTo>
                  <a:pt x="27308" y="12176"/>
                  <a:pt x="27308" y="14856"/>
                  <a:pt x="27701" y="18730"/>
                </a:cubicBezTo>
                <a:lnTo>
                  <a:pt x="27993" y="21220"/>
                </a:lnTo>
                <a:cubicBezTo>
                  <a:pt x="28619" y="26289"/>
                  <a:pt x="28328" y="30163"/>
                  <a:pt x="27192" y="32770"/>
                </a:cubicBezTo>
                <a:cubicBezTo>
                  <a:pt x="25997" y="35450"/>
                  <a:pt x="23784" y="37329"/>
                  <a:pt x="20419" y="38465"/>
                </a:cubicBezTo>
                <a:cubicBezTo>
                  <a:pt x="16662" y="39775"/>
                  <a:pt x="13137" y="39266"/>
                  <a:pt x="9904" y="37037"/>
                </a:cubicBezTo>
                <a:cubicBezTo>
                  <a:pt x="6714" y="34823"/>
                  <a:pt x="4151" y="31066"/>
                  <a:pt x="2389" y="25837"/>
                </a:cubicBezTo>
                <a:cubicBezTo>
                  <a:pt x="1646" y="23667"/>
                  <a:pt x="1078" y="21337"/>
                  <a:pt x="685" y="18832"/>
                </a:cubicBezTo>
                <a:cubicBezTo>
                  <a:pt x="277" y="16327"/>
                  <a:pt x="58" y="13603"/>
                  <a:pt x="0" y="10705"/>
                </a:cubicBezTo>
                <a:lnTo>
                  <a:pt x="6933" y="8375"/>
                </a:lnTo>
                <a:cubicBezTo>
                  <a:pt x="6481" y="11273"/>
                  <a:pt x="6365" y="13996"/>
                  <a:pt x="6539" y="16618"/>
                </a:cubicBezTo>
                <a:cubicBezTo>
                  <a:pt x="6714" y="19240"/>
                  <a:pt x="7224" y="21745"/>
                  <a:pt x="8025" y="24075"/>
                </a:cubicBezTo>
                <a:cubicBezTo>
                  <a:pt x="9103" y="27250"/>
                  <a:pt x="10472" y="29478"/>
                  <a:pt x="12118" y="30789"/>
                </a:cubicBezTo>
                <a:cubicBezTo>
                  <a:pt x="13822" y="32100"/>
                  <a:pt x="15584" y="32435"/>
                  <a:pt x="17579" y="31750"/>
                </a:cubicBezTo>
                <a:cubicBezTo>
                  <a:pt x="19400" y="31124"/>
                  <a:pt x="20594" y="30046"/>
                  <a:pt x="21104" y="28503"/>
                </a:cubicBezTo>
                <a:cubicBezTo>
                  <a:pt x="21672" y="26915"/>
                  <a:pt x="21672" y="23958"/>
                  <a:pt x="21162" y="19458"/>
                </a:cubicBezTo>
                <a:lnTo>
                  <a:pt x="20871" y="16953"/>
                </a:lnTo>
                <a:cubicBezTo>
                  <a:pt x="20361" y="12525"/>
                  <a:pt x="20652" y="9103"/>
                  <a:pt x="21847" y="6612"/>
                </a:cubicBezTo>
                <a:cubicBezTo>
                  <a:pt x="22983" y="4165"/>
                  <a:pt x="25138" y="2389"/>
                  <a:pt x="28269" y="1311"/>
                </a:cubicBezTo>
                <a:cubicBezTo>
                  <a:pt x="32144" y="0"/>
                  <a:pt x="35552" y="350"/>
                  <a:pt x="38567" y="2345"/>
                </a:cubicBezTo>
                <a:cubicBezTo>
                  <a:pt x="41581" y="4326"/>
                  <a:pt x="43912" y="7850"/>
                  <a:pt x="45630" y="12802"/>
                </a:cubicBezTo>
                <a:cubicBezTo>
                  <a:pt x="46475" y="15307"/>
                  <a:pt x="47101" y="17637"/>
                  <a:pt x="47509" y="19968"/>
                </a:cubicBezTo>
                <a:cubicBezTo>
                  <a:pt x="47902" y="22254"/>
                  <a:pt x="48019" y="24468"/>
                  <a:pt x="47961" y="26580"/>
                </a:cubicBezTo>
                <a:close/>
                <a:moveTo>
                  <a:pt x="47961" y="265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18D96-F48E-4611-9E36-6059AD38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983" y="5763826"/>
            <a:ext cx="58826" cy="26114"/>
          </a:xfrm>
          <a:custGeom xmlns:a="http://schemas.openxmlformats.org/drawingml/2006/main">
            <a:pathLst>
              <a:path w="58826" h="26114">
                <a:moveTo>
                  <a:pt x="40678" y="5462"/>
                </a:moveTo>
                <a:lnTo>
                  <a:pt x="43009" y="12118"/>
                </a:lnTo>
                <a:lnTo>
                  <a:pt x="2330" y="26114"/>
                </a:lnTo>
                <a:lnTo>
                  <a:pt x="0" y="19458"/>
                </a:lnTo>
                <a:lnTo>
                  <a:pt x="40678" y="5462"/>
                </a:lnTo>
                <a:close/>
                <a:moveTo>
                  <a:pt x="56539" y="0"/>
                </a:moveTo>
                <a:lnTo>
                  <a:pt x="58826" y="6714"/>
                </a:lnTo>
                <a:lnTo>
                  <a:pt x="50349" y="9612"/>
                </a:lnTo>
                <a:lnTo>
                  <a:pt x="48062" y="2898"/>
                </a:lnTo>
                <a:lnTo>
                  <a:pt x="56539" y="0"/>
                </a:lnTo>
                <a:close/>
                <a:moveTo>
                  <a:pt x="565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9C076-1703-4F47-B26F-26AB17F5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405" y="5791483"/>
            <a:ext cx="64855" cy="46766"/>
          </a:xfrm>
          <a:custGeom xmlns:a="http://schemas.openxmlformats.org/drawingml/2006/main">
            <a:pathLst>
              <a:path w="64855" h="46766">
                <a:moveTo>
                  <a:pt x="42717" y="32085"/>
                </a:moveTo>
                <a:cubicBezTo>
                  <a:pt x="47553" y="30381"/>
                  <a:pt x="50975" y="28095"/>
                  <a:pt x="52912" y="25196"/>
                </a:cubicBezTo>
                <a:cubicBezTo>
                  <a:pt x="54893" y="22298"/>
                  <a:pt x="55301" y="18992"/>
                  <a:pt x="54048" y="15409"/>
                </a:cubicBezTo>
                <a:cubicBezTo>
                  <a:pt x="52796" y="11826"/>
                  <a:pt x="50524" y="9496"/>
                  <a:pt x="47160" y="8418"/>
                </a:cubicBezTo>
                <a:cubicBezTo>
                  <a:pt x="43810" y="7340"/>
                  <a:pt x="39703" y="7617"/>
                  <a:pt x="34867" y="9263"/>
                </a:cubicBezTo>
                <a:cubicBezTo>
                  <a:pt x="30090" y="10923"/>
                  <a:pt x="26682" y="13254"/>
                  <a:pt x="24687" y="16152"/>
                </a:cubicBezTo>
                <a:cubicBezTo>
                  <a:pt x="22691" y="19050"/>
                  <a:pt x="22356" y="22298"/>
                  <a:pt x="23551" y="25881"/>
                </a:cubicBezTo>
                <a:cubicBezTo>
                  <a:pt x="24803" y="29522"/>
                  <a:pt x="27075" y="31852"/>
                  <a:pt x="30440" y="32930"/>
                </a:cubicBezTo>
                <a:cubicBezTo>
                  <a:pt x="33789" y="34022"/>
                  <a:pt x="37882" y="33731"/>
                  <a:pt x="42717" y="32085"/>
                </a:cubicBezTo>
                <a:close/>
                <a:moveTo>
                  <a:pt x="29245" y="44145"/>
                </a:moveTo>
                <a:cubicBezTo>
                  <a:pt x="22298" y="46533"/>
                  <a:pt x="16662" y="46766"/>
                  <a:pt x="12234" y="44887"/>
                </a:cubicBezTo>
                <a:cubicBezTo>
                  <a:pt x="7792" y="42950"/>
                  <a:pt x="4486" y="38800"/>
                  <a:pt x="2272" y="32479"/>
                </a:cubicBezTo>
                <a:cubicBezTo>
                  <a:pt x="1471" y="30148"/>
                  <a:pt x="903" y="27876"/>
                  <a:pt x="510" y="25648"/>
                </a:cubicBezTo>
                <a:cubicBezTo>
                  <a:pt x="175" y="23434"/>
                  <a:pt x="0" y="21220"/>
                  <a:pt x="58" y="19050"/>
                </a:cubicBezTo>
                <a:lnTo>
                  <a:pt x="6539" y="16778"/>
                </a:lnTo>
                <a:cubicBezTo>
                  <a:pt x="6146" y="19108"/>
                  <a:pt x="6030" y="21322"/>
                  <a:pt x="6204" y="23434"/>
                </a:cubicBezTo>
                <a:cubicBezTo>
                  <a:pt x="6365" y="25488"/>
                  <a:pt x="6772" y="27527"/>
                  <a:pt x="7457" y="29522"/>
                </a:cubicBezTo>
                <a:cubicBezTo>
                  <a:pt x="8928" y="33906"/>
                  <a:pt x="11200" y="36804"/>
                  <a:pt x="14273" y="38173"/>
                </a:cubicBezTo>
                <a:cubicBezTo>
                  <a:pt x="17288" y="39586"/>
                  <a:pt x="21104" y="39484"/>
                  <a:pt x="25764" y="37882"/>
                </a:cubicBezTo>
                <a:lnTo>
                  <a:pt x="29071" y="36746"/>
                </a:lnTo>
                <a:cubicBezTo>
                  <a:pt x="26172" y="36178"/>
                  <a:pt x="23784" y="35042"/>
                  <a:pt x="21847" y="33280"/>
                </a:cubicBezTo>
                <a:cubicBezTo>
                  <a:pt x="19910" y="31576"/>
                  <a:pt x="18424" y="29187"/>
                  <a:pt x="17404" y="26158"/>
                </a:cubicBezTo>
                <a:cubicBezTo>
                  <a:pt x="15700" y="21220"/>
                  <a:pt x="16210" y="16487"/>
                  <a:pt x="18948" y="12176"/>
                </a:cubicBezTo>
                <a:cubicBezTo>
                  <a:pt x="21730" y="7792"/>
                  <a:pt x="26230" y="4544"/>
                  <a:pt x="32537" y="2389"/>
                </a:cubicBezTo>
                <a:cubicBezTo>
                  <a:pt x="38800" y="218"/>
                  <a:pt x="44378" y="0"/>
                  <a:pt x="49213" y="1762"/>
                </a:cubicBezTo>
                <a:cubicBezTo>
                  <a:pt x="54048" y="3525"/>
                  <a:pt x="57340" y="6874"/>
                  <a:pt x="59059" y="11826"/>
                </a:cubicBezTo>
                <a:cubicBezTo>
                  <a:pt x="60078" y="14841"/>
                  <a:pt x="60413" y="17637"/>
                  <a:pt x="59962" y="20186"/>
                </a:cubicBezTo>
                <a:cubicBezTo>
                  <a:pt x="59510" y="22750"/>
                  <a:pt x="58316" y="25138"/>
                  <a:pt x="56379" y="27352"/>
                </a:cubicBezTo>
                <a:lnTo>
                  <a:pt x="62583" y="25196"/>
                </a:lnTo>
                <a:lnTo>
                  <a:pt x="64855" y="31911"/>
                </a:lnTo>
                <a:lnTo>
                  <a:pt x="29245" y="44145"/>
                </a:lnTo>
                <a:close/>
                <a:moveTo>
                  <a:pt x="29245" y="441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923C8-82B0-4099-B730-A2F7D420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243" y="5831477"/>
            <a:ext cx="58826" cy="53480"/>
          </a:xfrm>
          <a:custGeom xmlns:a="http://schemas.openxmlformats.org/drawingml/2006/main">
            <a:pathLst>
              <a:path w="58826" h="53480">
                <a:moveTo>
                  <a:pt x="36294" y="45048"/>
                </a:moveTo>
                <a:lnTo>
                  <a:pt x="11724" y="53480"/>
                </a:lnTo>
                <a:lnTo>
                  <a:pt x="9452" y="46825"/>
                </a:lnTo>
                <a:lnTo>
                  <a:pt x="33746" y="38450"/>
                </a:lnTo>
                <a:cubicBezTo>
                  <a:pt x="37605" y="37096"/>
                  <a:pt x="40227" y="35377"/>
                  <a:pt x="41596" y="33221"/>
                </a:cubicBezTo>
                <a:cubicBezTo>
                  <a:pt x="43009" y="31051"/>
                  <a:pt x="43183" y="28444"/>
                  <a:pt x="42164" y="25488"/>
                </a:cubicBezTo>
                <a:cubicBezTo>
                  <a:pt x="40911" y="21847"/>
                  <a:pt x="38800" y="19400"/>
                  <a:pt x="35785" y="18089"/>
                </a:cubicBezTo>
                <a:cubicBezTo>
                  <a:pt x="32770" y="16836"/>
                  <a:pt x="29245" y="16836"/>
                  <a:pt x="25327" y="18205"/>
                </a:cubicBezTo>
                <a:lnTo>
                  <a:pt x="2330" y="26114"/>
                </a:lnTo>
                <a:lnTo>
                  <a:pt x="0" y="19400"/>
                </a:lnTo>
                <a:lnTo>
                  <a:pt x="56495" y="0"/>
                </a:lnTo>
                <a:lnTo>
                  <a:pt x="58826" y="6714"/>
                </a:lnTo>
                <a:lnTo>
                  <a:pt x="36644" y="14331"/>
                </a:lnTo>
                <a:cubicBezTo>
                  <a:pt x="39659" y="15074"/>
                  <a:pt x="42164" y="16327"/>
                  <a:pt x="44101" y="18089"/>
                </a:cubicBezTo>
                <a:cubicBezTo>
                  <a:pt x="46023" y="19851"/>
                  <a:pt x="47509" y="22123"/>
                  <a:pt x="48470" y="24978"/>
                </a:cubicBezTo>
                <a:cubicBezTo>
                  <a:pt x="50072" y="29639"/>
                  <a:pt x="49839" y="33673"/>
                  <a:pt x="47800" y="37037"/>
                </a:cubicBezTo>
                <a:cubicBezTo>
                  <a:pt x="45747" y="40445"/>
                  <a:pt x="41873" y="43125"/>
                  <a:pt x="36294" y="45048"/>
                </a:cubicBezTo>
                <a:close/>
                <a:moveTo>
                  <a:pt x="36294" y="450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8CCF9-1C04-4FB3-B941-D4A2B220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133" y="5879263"/>
            <a:ext cx="51893" cy="39368"/>
          </a:xfrm>
          <a:custGeom xmlns:a="http://schemas.openxmlformats.org/drawingml/2006/main">
            <a:pathLst>
              <a:path w="51893" h="39368">
                <a:moveTo>
                  <a:pt x="51893" y="7675"/>
                </a:moveTo>
                <a:lnTo>
                  <a:pt x="40343" y="11666"/>
                </a:lnTo>
                <a:lnTo>
                  <a:pt x="45062" y="25429"/>
                </a:lnTo>
                <a:lnTo>
                  <a:pt x="39877" y="27192"/>
                </a:lnTo>
                <a:lnTo>
                  <a:pt x="35158" y="13428"/>
                </a:lnTo>
                <a:lnTo>
                  <a:pt x="13093" y="21046"/>
                </a:lnTo>
                <a:cubicBezTo>
                  <a:pt x="9787" y="22182"/>
                  <a:pt x="7792" y="23318"/>
                  <a:pt x="7166" y="24570"/>
                </a:cubicBezTo>
                <a:cubicBezTo>
                  <a:pt x="6539" y="25823"/>
                  <a:pt x="6656" y="27818"/>
                  <a:pt x="7632" y="30600"/>
                </a:cubicBezTo>
                <a:lnTo>
                  <a:pt x="10020" y="37489"/>
                </a:lnTo>
                <a:lnTo>
                  <a:pt x="4442" y="39368"/>
                </a:lnTo>
                <a:lnTo>
                  <a:pt x="2054" y="32537"/>
                </a:lnTo>
                <a:cubicBezTo>
                  <a:pt x="291" y="27366"/>
                  <a:pt x="0" y="23492"/>
                  <a:pt x="1253" y="20885"/>
                </a:cubicBezTo>
                <a:cubicBezTo>
                  <a:pt x="2505" y="18264"/>
                  <a:pt x="5695" y="16035"/>
                  <a:pt x="10749" y="14273"/>
                </a:cubicBezTo>
                <a:lnTo>
                  <a:pt x="32828" y="6714"/>
                </a:lnTo>
                <a:lnTo>
                  <a:pt x="31182" y="1821"/>
                </a:lnTo>
                <a:lnTo>
                  <a:pt x="36353" y="0"/>
                </a:lnTo>
                <a:lnTo>
                  <a:pt x="38057" y="4952"/>
                </a:lnTo>
                <a:lnTo>
                  <a:pt x="49606" y="961"/>
                </a:lnTo>
                <a:lnTo>
                  <a:pt x="51893" y="7675"/>
                </a:lnTo>
                <a:close/>
                <a:moveTo>
                  <a:pt x="51893" y="76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29D4D-952B-4BA1-8015-9B5EA7F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041" y="5913227"/>
            <a:ext cx="48019" cy="39761"/>
          </a:xfrm>
          <a:custGeom xmlns:a="http://schemas.openxmlformats.org/drawingml/2006/main">
            <a:pathLst>
              <a:path w="48019" h="39761">
                <a:moveTo>
                  <a:pt x="47902" y="26565"/>
                </a:moveTo>
                <a:lnTo>
                  <a:pt x="41596" y="28736"/>
                </a:lnTo>
                <a:cubicBezTo>
                  <a:pt x="41931" y="26507"/>
                  <a:pt x="41989" y="24293"/>
                  <a:pt x="41756" y="22123"/>
                </a:cubicBezTo>
                <a:cubicBezTo>
                  <a:pt x="41538" y="19910"/>
                  <a:pt x="41072" y="17754"/>
                  <a:pt x="40285" y="15526"/>
                </a:cubicBezTo>
                <a:cubicBezTo>
                  <a:pt x="39149" y="12234"/>
                  <a:pt x="37780" y="9904"/>
                  <a:pt x="36236" y="8593"/>
                </a:cubicBezTo>
                <a:cubicBezTo>
                  <a:pt x="34649" y="7282"/>
                  <a:pt x="32828" y="6991"/>
                  <a:pt x="30775" y="7675"/>
                </a:cubicBezTo>
                <a:cubicBezTo>
                  <a:pt x="29245" y="8243"/>
                  <a:pt x="28226" y="9219"/>
                  <a:pt x="27760" y="10690"/>
                </a:cubicBezTo>
                <a:cubicBezTo>
                  <a:pt x="27250" y="12234"/>
                  <a:pt x="27250" y="14899"/>
                  <a:pt x="27701" y="18774"/>
                </a:cubicBezTo>
                <a:lnTo>
                  <a:pt x="27935" y="21220"/>
                </a:lnTo>
                <a:cubicBezTo>
                  <a:pt x="28561" y="26289"/>
                  <a:pt x="28284" y="30148"/>
                  <a:pt x="27133" y="32828"/>
                </a:cubicBezTo>
                <a:cubicBezTo>
                  <a:pt x="25939" y="35450"/>
                  <a:pt x="23725" y="37314"/>
                  <a:pt x="20419" y="38465"/>
                </a:cubicBezTo>
                <a:cubicBezTo>
                  <a:pt x="16618" y="39761"/>
                  <a:pt x="13137" y="39309"/>
                  <a:pt x="9904" y="37096"/>
                </a:cubicBezTo>
                <a:cubicBezTo>
                  <a:pt x="6656" y="34823"/>
                  <a:pt x="4151" y="31124"/>
                  <a:pt x="2330" y="25881"/>
                </a:cubicBezTo>
                <a:cubicBezTo>
                  <a:pt x="1602" y="23667"/>
                  <a:pt x="1020" y="21337"/>
                  <a:pt x="626" y="18832"/>
                </a:cubicBezTo>
                <a:cubicBezTo>
                  <a:pt x="291" y="16327"/>
                  <a:pt x="58" y="13647"/>
                  <a:pt x="0" y="10749"/>
                </a:cubicBezTo>
                <a:lnTo>
                  <a:pt x="6889" y="8360"/>
                </a:lnTo>
                <a:cubicBezTo>
                  <a:pt x="6437" y="11258"/>
                  <a:pt x="6321" y="14055"/>
                  <a:pt x="6481" y="16676"/>
                </a:cubicBezTo>
                <a:cubicBezTo>
                  <a:pt x="6714" y="19283"/>
                  <a:pt x="7166" y="21730"/>
                  <a:pt x="8025" y="24119"/>
                </a:cubicBezTo>
                <a:cubicBezTo>
                  <a:pt x="9103" y="27250"/>
                  <a:pt x="10472" y="29464"/>
                  <a:pt x="12118" y="30775"/>
                </a:cubicBezTo>
                <a:cubicBezTo>
                  <a:pt x="13763" y="32144"/>
                  <a:pt x="15584" y="32435"/>
                  <a:pt x="17521" y="31750"/>
                </a:cubicBezTo>
                <a:cubicBezTo>
                  <a:pt x="19342" y="31182"/>
                  <a:pt x="20536" y="30032"/>
                  <a:pt x="21104" y="28503"/>
                </a:cubicBezTo>
                <a:cubicBezTo>
                  <a:pt x="21628" y="26973"/>
                  <a:pt x="21628" y="23958"/>
                  <a:pt x="21104" y="19516"/>
                </a:cubicBezTo>
                <a:lnTo>
                  <a:pt x="20885" y="17011"/>
                </a:lnTo>
                <a:cubicBezTo>
                  <a:pt x="20317" y="12569"/>
                  <a:pt x="20594" y="9103"/>
                  <a:pt x="21788" y="6656"/>
                </a:cubicBezTo>
                <a:cubicBezTo>
                  <a:pt x="22983" y="4151"/>
                  <a:pt x="25153" y="2389"/>
                  <a:pt x="28284" y="1311"/>
                </a:cubicBezTo>
                <a:cubicBezTo>
                  <a:pt x="32085" y="0"/>
                  <a:pt x="35508" y="335"/>
                  <a:pt x="38523" y="2330"/>
                </a:cubicBezTo>
                <a:cubicBezTo>
                  <a:pt x="41538" y="4326"/>
                  <a:pt x="43926" y="7850"/>
                  <a:pt x="45630" y="12802"/>
                </a:cubicBezTo>
                <a:cubicBezTo>
                  <a:pt x="46490" y="15307"/>
                  <a:pt x="47116" y="17696"/>
                  <a:pt x="47451" y="19968"/>
                </a:cubicBezTo>
                <a:cubicBezTo>
                  <a:pt x="47844" y="22298"/>
                  <a:pt x="48019" y="24468"/>
                  <a:pt x="47902" y="26565"/>
                </a:cubicBezTo>
                <a:close/>
                <a:moveTo>
                  <a:pt x="47902" y="265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E20DE-07BF-40CB-B3A9-43098EE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8" y="5947818"/>
            <a:ext cx="62175" cy="42441"/>
          </a:xfrm>
          <a:custGeom xmlns:a="http://schemas.openxmlformats.org/drawingml/2006/main">
            <a:pathLst>
              <a:path w="62175" h="42441">
                <a:moveTo>
                  <a:pt x="50684" y="9438"/>
                </a:moveTo>
                <a:lnTo>
                  <a:pt x="30323" y="16443"/>
                </a:lnTo>
                <a:lnTo>
                  <a:pt x="33513" y="25662"/>
                </a:lnTo>
                <a:cubicBezTo>
                  <a:pt x="34649" y="29071"/>
                  <a:pt x="36469" y="31401"/>
                  <a:pt x="38858" y="32653"/>
                </a:cubicBezTo>
                <a:cubicBezTo>
                  <a:pt x="41246" y="33906"/>
                  <a:pt x="44086" y="33964"/>
                  <a:pt x="47393" y="32886"/>
                </a:cubicBezTo>
                <a:cubicBezTo>
                  <a:pt x="50626" y="31750"/>
                  <a:pt x="52796" y="29930"/>
                  <a:pt x="53932" y="27483"/>
                </a:cubicBezTo>
                <a:cubicBezTo>
                  <a:pt x="55068" y="25036"/>
                  <a:pt x="55010" y="22080"/>
                  <a:pt x="53874" y="18657"/>
                </a:cubicBezTo>
                <a:lnTo>
                  <a:pt x="50684" y="9438"/>
                </a:lnTo>
                <a:close/>
                <a:moveTo>
                  <a:pt x="54209" y="0"/>
                </a:moveTo>
                <a:lnTo>
                  <a:pt x="59903" y="16560"/>
                </a:lnTo>
                <a:cubicBezTo>
                  <a:pt x="61957" y="22648"/>
                  <a:pt x="62175" y="27701"/>
                  <a:pt x="60471" y="31809"/>
                </a:cubicBezTo>
                <a:cubicBezTo>
                  <a:pt x="58826" y="35843"/>
                  <a:pt x="55359" y="38800"/>
                  <a:pt x="50000" y="40620"/>
                </a:cubicBezTo>
                <a:cubicBezTo>
                  <a:pt x="44654" y="42441"/>
                  <a:pt x="40110" y="42266"/>
                  <a:pt x="36294" y="40110"/>
                </a:cubicBezTo>
                <a:cubicBezTo>
                  <a:pt x="32479" y="37940"/>
                  <a:pt x="29522" y="33789"/>
                  <a:pt x="27483" y="27701"/>
                </a:cubicBezTo>
                <a:lnTo>
                  <a:pt x="24293" y="18497"/>
                </a:lnTo>
                <a:lnTo>
                  <a:pt x="2505" y="25997"/>
                </a:lnTo>
                <a:lnTo>
                  <a:pt x="0" y="18657"/>
                </a:lnTo>
                <a:lnTo>
                  <a:pt x="54209" y="0"/>
                </a:lnTo>
                <a:close/>
                <a:moveTo>
                  <a:pt x="542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700BB-FB29-40AE-A583-2BDEB8BB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09" y="5991336"/>
            <a:ext cx="58826" cy="53539"/>
          </a:xfrm>
          <a:custGeom xmlns:a="http://schemas.openxmlformats.org/drawingml/2006/main">
            <a:pathLst>
              <a:path w="58826" h="53539">
                <a:moveTo>
                  <a:pt x="36294" y="45062"/>
                </a:moveTo>
                <a:lnTo>
                  <a:pt x="11710" y="53539"/>
                </a:lnTo>
                <a:lnTo>
                  <a:pt x="9438" y="46825"/>
                </a:lnTo>
                <a:lnTo>
                  <a:pt x="33789" y="38465"/>
                </a:lnTo>
                <a:cubicBezTo>
                  <a:pt x="37605" y="37154"/>
                  <a:pt x="40212" y="35391"/>
                  <a:pt x="41640" y="33236"/>
                </a:cubicBezTo>
                <a:cubicBezTo>
                  <a:pt x="43009" y="31066"/>
                  <a:pt x="43183" y="28503"/>
                  <a:pt x="42149" y="25488"/>
                </a:cubicBezTo>
                <a:cubicBezTo>
                  <a:pt x="40897" y="21905"/>
                  <a:pt x="38800" y="19458"/>
                  <a:pt x="35785" y="18147"/>
                </a:cubicBezTo>
                <a:cubicBezTo>
                  <a:pt x="32770" y="16836"/>
                  <a:pt x="29289" y="16895"/>
                  <a:pt x="25313" y="18264"/>
                </a:cubicBezTo>
                <a:lnTo>
                  <a:pt x="2330" y="26172"/>
                </a:lnTo>
                <a:lnTo>
                  <a:pt x="0" y="19458"/>
                </a:lnTo>
                <a:lnTo>
                  <a:pt x="56554" y="0"/>
                </a:lnTo>
                <a:lnTo>
                  <a:pt x="58826" y="6714"/>
                </a:lnTo>
                <a:lnTo>
                  <a:pt x="36688" y="14346"/>
                </a:lnTo>
                <a:cubicBezTo>
                  <a:pt x="39644" y="15132"/>
                  <a:pt x="42149" y="16385"/>
                  <a:pt x="44086" y="18089"/>
                </a:cubicBezTo>
                <a:cubicBezTo>
                  <a:pt x="46082" y="19866"/>
                  <a:pt x="47494" y="22196"/>
                  <a:pt x="48470" y="24978"/>
                </a:cubicBezTo>
                <a:cubicBezTo>
                  <a:pt x="50116" y="29639"/>
                  <a:pt x="49898" y="33687"/>
                  <a:pt x="47786" y="37096"/>
                </a:cubicBezTo>
                <a:cubicBezTo>
                  <a:pt x="45732" y="40518"/>
                  <a:pt x="41931" y="43125"/>
                  <a:pt x="36294" y="45062"/>
                </a:cubicBezTo>
                <a:close/>
                <a:moveTo>
                  <a:pt x="36294" y="450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16535-3568-4AAC-BC8B-9669E4A2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866" y="6045836"/>
            <a:ext cx="46708" cy="42222"/>
          </a:xfrm>
          <a:custGeom xmlns:a="http://schemas.openxmlformats.org/drawingml/2006/main">
            <a:pathLst>
              <a:path w="46708" h="42222">
                <a:moveTo>
                  <a:pt x="39091" y="15715"/>
                </a:moveTo>
                <a:cubicBezTo>
                  <a:pt x="37838" y="12118"/>
                  <a:pt x="35450" y="9787"/>
                  <a:pt x="31911" y="8651"/>
                </a:cubicBezTo>
                <a:cubicBezTo>
                  <a:pt x="28444" y="7573"/>
                  <a:pt x="24235" y="7807"/>
                  <a:pt x="19400" y="9511"/>
                </a:cubicBezTo>
                <a:cubicBezTo>
                  <a:pt x="14506" y="11156"/>
                  <a:pt x="11040" y="13545"/>
                  <a:pt x="8928" y="16560"/>
                </a:cubicBezTo>
                <a:cubicBezTo>
                  <a:pt x="6889" y="19575"/>
                  <a:pt x="6423" y="22939"/>
                  <a:pt x="7675" y="26522"/>
                </a:cubicBezTo>
                <a:cubicBezTo>
                  <a:pt x="8928" y="30105"/>
                  <a:pt x="11258" y="32435"/>
                  <a:pt x="14797" y="33513"/>
                </a:cubicBezTo>
                <a:cubicBezTo>
                  <a:pt x="18322" y="34649"/>
                  <a:pt x="22531" y="34372"/>
                  <a:pt x="27366" y="32726"/>
                </a:cubicBezTo>
                <a:cubicBezTo>
                  <a:pt x="32144" y="31066"/>
                  <a:pt x="35610" y="28677"/>
                  <a:pt x="37722" y="25662"/>
                </a:cubicBezTo>
                <a:cubicBezTo>
                  <a:pt x="39819" y="22589"/>
                  <a:pt x="40285" y="19298"/>
                  <a:pt x="39091" y="15715"/>
                </a:cubicBezTo>
                <a:close/>
                <a:moveTo>
                  <a:pt x="44713" y="13778"/>
                </a:moveTo>
                <a:cubicBezTo>
                  <a:pt x="46708" y="19575"/>
                  <a:pt x="46373" y="24818"/>
                  <a:pt x="43751" y="29420"/>
                </a:cubicBezTo>
                <a:cubicBezTo>
                  <a:pt x="41130" y="34022"/>
                  <a:pt x="36469" y="37503"/>
                  <a:pt x="29813" y="39775"/>
                </a:cubicBezTo>
                <a:cubicBezTo>
                  <a:pt x="23157" y="42106"/>
                  <a:pt x="17346" y="42222"/>
                  <a:pt x="12409" y="40169"/>
                </a:cubicBezTo>
                <a:cubicBezTo>
                  <a:pt x="7457" y="38188"/>
                  <a:pt x="3976" y="34255"/>
                  <a:pt x="1995" y="28459"/>
                </a:cubicBezTo>
                <a:cubicBezTo>
                  <a:pt x="0" y="22648"/>
                  <a:pt x="335" y="17419"/>
                  <a:pt x="2957" y="12802"/>
                </a:cubicBezTo>
                <a:cubicBezTo>
                  <a:pt x="5636" y="8200"/>
                  <a:pt x="10297" y="4733"/>
                  <a:pt x="16953" y="2447"/>
                </a:cubicBezTo>
                <a:cubicBezTo>
                  <a:pt x="23609" y="175"/>
                  <a:pt x="29420" y="0"/>
                  <a:pt x="34299" y="1995"/>
                </a:cubicBezTo>
                <a:cubicBezTo>
                  <a:pt x="39251" y="4049"/>
                  <a:pt x="42732" y="7967"/>
                  <a:pt x="44713" y="13778"/>
                </a:cubicBezTo>
                <a:close/>
                <a:moveTo>
                  <a:pt x="44713" y="137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473CF-DD02-43BD-9C7D-8F6A6485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799" y="6084694"/>
            <a:ext cx="51878" cy="39382"/>
          </a:xfrm>
          <a:custGeom xmlns:a="http://schemas.openxmlformats.org/drawingml/2006/main">
            <a:pathLst>
              <a:path w="51878" h="39382">
                <a:moveTo>
                  <a:pt x="51878" y="7632"/>
                </a:moveTo>
                <a:lnTo>
                  <a:pt x="40329" y="11608"/>
                </a:lnTo>
                <a:lnTo>
                  <a:pt x="45048" y="25386"/>
                </a:lnTo>
                <a:lnTo>
                  <a:pt x="39819" y="27148"/>
                </a:lnTo>
                <a:lnTo>
                  <a:pt x="35100" y="13370"/>
                </a:lnTo>
                <a:lnTo>
                  <a:pt x="13021" y="21002"/>
                </a:lnTo>
                <a:cubicBezTo>
                  <a:pt x="9729" y="22138"/>
                  <a:pt x="7734" y="23332"/>
                  <a:pt x="7107" y="24526"/>
                </a:cubicBezTo>
                <a:cubicBezTo>
                  <a:pt x="6481" y="25779"/>
                  <a:pt x="6656" y="27774"/>
                  <a:pt x="7617" y="30556"/>
                </a:cubicBezTo>
                <a:lnTo>
                  <a:pt x="9947" y="37445"/>
                </a:lnTo>
                <a:lnTo>
                  <a:pt x="4384" y="39382"/>
                </a:lnTo>
                <a:lnTo>
                  <a:pt x="1981" y="32493"/>
                </a:lnTo>
                <a:cubicBezTo>
                  <a:pt x="218" y="27308"/>
                  <a:pt x="0" y="23449"/>
                  <a:pt x="1194" y="20827"/>
                </a:cubicBezTo>
                <a:cubicBezTo>
                  <a:pt x="2505" y="18205"/>
                  <a:pt x="5622" y="16050"/>
                  <a:pt x="10749" y="14288"/>
                </a:cubicBezTo>
                <a:lnTo>
                  <a:pt x="32828" y="6656"/>
                </a:lnTo>
                <a:lnTo>
                  <a:pt x="31110" y="1777"/>
                </a:lnTo>
                <a:lnTo>
                  <a:pt x="36294" y="0"/>
                </a:lnTo>
                <a:lnTo>
                  <a:pt x="37998" y="4894"/>
                </a:lnTo>
                <a:lnTo>
                  <a:pt x="49548" y="918"/>
                </a:lnTo>
                <a:lnTo>
                  <a:pt x="51878" y="7632"/>
                </a:lnTo>
                <a:close/>
                <a:moveTo>
                  <a:pt x="51878" y="76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263CB-D088-402E-895B-BBF22F7F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528" y="6120537"/>
            <a:ext cx="46708" cy="42164"/>
          </a:xfrm>
          <a:custGeom xmlns:a="http://schemas.openxmlformats.org/drawingml/2006/main">
            <a:pathLst>
              <a:path w="46708" h="42164">
                <a:moveTo>
                  <a:pt x="39076" y="15700"/>
                </a:moveTo>
                <a:cubicBezTo>
                  <a:pt x="37824" y="12118"/>
                  <a:pt x="35435" y="9729"/>
                  <a:pt x="31969" y="8651"/>
                </a:cubicBezTo>
                <a:cubicBezTo>
                  <a:pt x="28444" y="7515"/>
                  <a:pt x="24235" y="7792"/>
                  <a:pt x="19400" y="9452"/>
                </a:cubicBezTo>
                <a:cubicBezTo>
                  <a:pt x="14506" y="11156"/>
                  <a:pt x="11040" y="13487"/>
                  <a:pt x="8928" y="16501"/>
                </a:cubicBezTo>
                <a:cubicBezTo>
                  <a:pt x="6874" y="19575"/>
                  <a:pt x="6423" y="22881"/>
                  <a:pt x="7675" y="26463"/>
                </a:cubicBezTo>
                <a:cubicBezTo>
                  <a:pt x="8928" y="30046"/>
                  <a:pt x="11258" y="32377"/>
                  <a:pt x="14783" y="33513"/>
                </a:cubicBezTo>
                <a:cubicBezTo>
                  <a:pt x="18322" y="34590"/>
                  <a:pt x="22531" y="34314"/>
                  <a:pt x="27366" y="32668"/>
                </a:cubicBezTo>
                <a:cubicBezTo>
                  <a:pt x="32202" y="31008"/>
                  <a:pt x="35668" y="28677"/>
                  <a:pt x="37722" y="25604"/>
                </a:cubicBezTo>
                <a:cubicBezTo>
                  <a:pt x="39819" y="22531"/>
                  <a:pt x="40271" y="19240"/>
                  <a:pt x="39076" y="15700"/>
                </a:cubicBezTo>
                <a:close/>
                <a:moveTo>
                  <a:pt x="44713" y="13778"/>
                </a:moveTo>
                <a:cubicBezTo>
                  <a:pt x="46708" y="19575"/>
                  <a:pt x="46417" y="24759"/>
                  <a:pt x="43751" y="29362"/>
                </a:cubicBezTo>
                <a:cubicBezTo>
                  <a:pt x="41130" y="34022"/>
                  <a:pt x="36469" y="37445"/>
                  <a:pt x="29813" y="39775"/>
                </a:cubicBezTo>
                <a:cubicBezTo>
                  <a:pt x="23157" y="42047"/>
                  <a:pt x="17346" y="42164"/>
                  <a:pt x="12394" y="40169"/>
                </a:cubicBezTo>
                <a:cubicBezTo>
                  <a:pt x="7442" y="38130"/>
                  <a:pt x="4034" y="34255"/>
                  <a:pt x="2039" y="28444"/>
                </a:cubicBezTo>
                <a:cubicBezTo>
                  <a:pt x="0" y="22589"/>
                  <a:pt x="335" y="17361"/>
                  <a:pt x="3015" y="12744"/>
                </a:cubicBezTo>
                <a:cubicBezTo>
                  <a:pt x="5622" y="8141"/>
                  <a:pt x="10297" y="4733"/>
                  <a:pt x="16953" y="2389"/>
                </a:cubicBezTo>
                <a:cubicBezTo>
                  <a:pt x="23667" y="117"/>
                  <a:pt x="29406" y="0"/>
                  <a:pt x="34357" y="1995"/>
                </a:cubicBezTo>
                <a:cubicBezTo>
                  <a:pt x="39251" y="3991"/>
                  <a:pt x="42717" y="7908"/>
                  <a:pt x="44713" y="13778"/>
                </a:cubicBezTo>
                <a:close/>
                <a:moveTo>
                  <a:pt x="44713" y="137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42671-A4C7-4914-A613-54C64E43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2292" y="6164128"/>
            <a:ext cx="48019" cy="39761"/>
          </a:xfrm>
          <a:custGeom xmlns:a="http://schemas.openxmlformats.org/drawingml/2006/main">
            <a:pathLst>
              <a:path w="48019" h="39761">
                <a:moveTo>
                  <a:pt x="47902" y="26565"/>
                </a:moveTo>
                <a:lnTo>
                  <a:pt x="41596" y="28721"/>
                </a:lnTo>
                <a:cubicBezTo>
                  <a:pt x="41931" y="26507"/>
                  <a:pt x="41989" y="24337"/>
                  <a:pt x="41756" y="22123"/>
                </a:cubicBezTo>
                <a:cubicBezTo>
                  <a:pt x="41538" y="19910"/>
                  <a:pt x="41072" y="17739"/>
                  <a:pt x="40343" y="15526"/>
                </a:cubicBezTo>
                <a:cubicBezTo>
                  <a:pt x="39193" y="12220"/>
                  <a:pt x="37838" y="9889"/>
                  <a:pt x="36236" y="8578"/>
                </a:cubicBezTo>
                <a:cubicBezTo>
                  <a:pt x="34649" y="7282"/>
                  <a:pt x="32828" y="6991"/>
                  <a:pt x="30775" y="7675"/>
                </a:cubicBezTo>
                <a:cubicBezTo>
                  <a:pt x="29245" y="8243"/>
                  <a:pt x="28226" y="9263"/>
                  <a:pt x="27760" y="10749"/>
                </a:cubicBezTo>
                <a:cubicBezTo>
                  <a:pt x="27308" y="12220"/>
                  <a:pt x="27250" y="14899"/>
                  <a:pt x="27701" y="18774"/>
                </a:cubicBezTo>
                <a:lnTo>
                  <a:pt x="27993" y="21220"/>
                </a:lnTo>
                <a:cubicBezTo>
                  <a:pt x="28561" y="26332"/>
                  <a:pt x="28328" y="30148"/>
                  <a:pt x="27133" y="32814"/>
                </a:cubicBezTo>
                <a:cubicBezTo>
                  <a:pt x="25997" y="35435"/>
                  <a:pt x="23725" y="37314"/>
                  <a:pt x="20419" y="38450"/>
                </a:cubicBezTo>
                <a:cubicBezTo>
                  <a:pt x="16676" y="39761"/>
                  <a:pt x="13137" y="39309"/>
                  <a:pt x="9904" y="37081"/>
                </a:cubicBezTo>
                <a:cubicBezTo>
                  <a:pt x="6656" y="34809"/>
                  <a:pt x="4151" y="31110"/>
                  <a:pt x="2389" y="25881"/>
                </a:cubicBezTo>
                <a:cubicBezTo>
                  <a:pt x="1588" y="23711"/>
                  <a:pt x="1020" y="21381"/>
                  <a:pt x="685" y="18817"/>
                </a:cubicBezTo>
                <a:cubicBezTo>
                  <a:pt x="291" y="16327"/>
                  <a:pt x="58" y="13647"/>
                  <a:pt x="0" y="10749"/>
                </a:cubicBezTo>
                <a:lnTo>
                  <a:pt x="6889" y="8360"/>
                </a:lnTo>
                <a:cubicBezTo>
                  <a:pt x="6481" y="11258"/>
                  <a:pt x="6321" y="14040"/>
                  <a:pt x="6539" y="16662"/>
                </a:cubicBezTo>
                <a:cubicBezTo>
                  <a:pt x="6714" y="19283"/>
                  <a:pt x="7224" y="21730"/>
                  <a:pt x="8025" y="24119"/>
                </a:cubicBezTo>
                <a:cubicBezTo>
                  <a:pt x="9103" y="27250"/>
                  <a:pt x="10472" y="29464"/>
                  <a:pt x="12118" y="30775"/>
                </a:cubicBezTo>
                <a:cubicBezTo>
                  <a:pt x="13763" y="32144"/>
                  <a:pt x="15584" y="32479"/>
                  <a:pt x="17579" y="31794"/>
                </a:cubicBezTo>
                <a:cubicBezTo>
                  <a:pt x="19342" y="31168"/>
                  <a:pt x="20536" y="30090"/>
                  <a:pt x="21104" y="28503"/>
                </a:cubicBezTo>
                <a:cubicBezTo>
                  <a:pt x="21614" y="26959"/>
                  <a:pt x="21672" y="23944"/>
                  <a:pt x="21104" y="19502"/>
                </a:cubicBezTo>
                <a:lnTo>
                  <a:pt x="20885" y="17011"/>
                </a:lnTo>
                <a:cubicBezTo>
                  <a:pt x="20317" y="12569"/>
                  <a:pt x="20652" y="9103"/>
                  <a:pt x="21788" y="6656"/>
                </a:cubicBezTo>
                <a:cubicBezTo>
                  <a:pt x="22983" y="4209"/>
                  <a:pt x="25153" y="2447"/>
                  <a:pt x="28269" y="1354"/>
                </a:cubicBezTo>
                <a:cubicBezTo>
                  <a:pt x="32085" y="0"/>
                  <a:pt x="35508" y="335"/>
                  <a:pt x="38523" y="2389"/>
                </a:cubicBezTo>
                <a:cubicBezTo>
                  <a:pt x="41538" y="4369"/>
                  <a:pt x="43926" y="7850"/>
                  <a:pt x="45630" y="12846"/>
                </a:cubicBezTo>
                <a:cubicBezTo>
                  <a:pt x="46475" y="15293"/>
                  <a:pt x="47101" y="17681"/>
                  <a:pt x="47509" y="19968"/>
                </a:cubicBezTo>
                <a:cubicBezTo>
                  <a:pt x="47902" y="22298"/>
                  <a:pt x="48019" y="24512"/>
                  <a:pt x="47902" y="26565"/>
                </a:cubicBezTo>
                <a:close/>
                <a:moveTo>
                  <a:pt x="47902" y="265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7E6F5-81FB-444B-ABAA-1B385469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924" y="6210661"/>
            <a:ext cx="64244" cy="49665"/>
          </a:xfrm>
          <a:custGeom xmlns:a="http://schemas.openxmlformats.org/drawingml/2006/main">
            <a:pathLst>
              <a:path w="64244" h="49665">
                <a:moveTo>
                  <a:pt x="55534" y="8695"/>
                </a:moveTo>
                <a:lnTo>
                  <a:pt x="25153" y="8025"/>
                </a:lnTo>
                <a:lnTo>
                  <a:pt x="31983" y="27935"/>
                </a:lnTo>
                <a:lnTo>
                  <a:pt x="55534" y="8695"/>
                </a:lnTo>
                <a:close/>
                <a:moveTo>
                  <a:pt x="61331" y="2039"/>
                </a:moveTo>
                <a:lnTo>
                  <a:pt x="64244" y="10414"/>
                </a:lnTo>
                <a:lnTo>
                  <a:pt x="17069" y="49665"/>
                </a:lnTo>
                <a:lnTo>
                  <a:pt x="14462" y="42047"/>
                </a:lnTo>
                <a:lnTo>
                  <a:pt x="26697" y="32377"/>
                </a:lnTo>
                <a:lnTo>
                  <a:pt x="18264" y="7908"/>
                </a:lnTo>
                <a:lnTo>
                  <a:pt x="2680" y="7734"/>
                </a:lnTo>
                <a:lnTo>
                  <a:pt x="0" y="0"/>
                </a:lnTo>
                <a:lnTo>
                  <a:pt x="61331" y="2039"/>
                </a:lnTo>
                <a:close/>
                <a:moveTo>
                  <a:pt x="61331" y="20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C6B55-2FE3-43A3-9A1D-31239B9D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556" y="6253728"/>
            <a:ext cx="50072" cy="48077"/>
          </a:xfrm>
          <a:custGeom xmlns:a="http://schemas.openxmlformats.org/drawingml/2006/main">
            <a:pathLst>
              <a:path w="50072" h="48077">
                <a:moveTo>
                  <a:pt x="36236" y="39601"/>
                </a:moveTo>
                <a:lnTo>
                  <a:pt x="11724" y="48077"/>
                </a:lnTo>
                <a:lnTo>
                  <a:pt x="9394" y="41363"/>
                </a:lnTo>
                <a:lnTo>
                  <a:pt x="33746" y="33003"/>
                </a:lnTo>
                <a:cubicBezTo>
                  <a:pt x="37605" y="31692"/>
                  <a:pt x="40227" y="29930"/>
                  <a:pt x="41596" y="27818"/>
                </a:cubicBezTo>
                <a:cubicBezTo>
                  <a:pt x="43009" y="25662"/>
                  <a:pt x="43183" y="23041"/>
                  <a:pt x="42164" y="20084"/>
                </a:cubicBezTo>
                <a:cubicBezTo>
                  <a:pt x="40911" y="16443"/>
                  <a:pt x="38800" y="13996"/>
                  <a:pt x="35785" y="12686"/>
                </a:cubicBezTo>
                <a:cubicBezTo>
                  <a:pt x="32770" y="11375"/>
                  <a:pt x="29245" y="11433"/>
                  <a:pt x="25313" y="12802"/>
                </a:cubicBezTo>
                <a:lnTo>
                  <a:pt x="2330" y="20711"/>
                </a:lnTo>
                <a:lnTo>
                  <a:pt x="0" y="13996"/>
                </a:lnTo>
                <a:lnTo>
                  <a:pt x="40678" y="0"/>
                </a:lnTo>
                <a:lnTo>
                  <a:pt x="42950" y="6714"/>
                </a:lnTo>
                <a:lnTo>
                  <a:pt x="36644" y="8870"/>
                </a:lnTo>
                <a:cubicBezTo>
                  <a:pt x="39659" y="9671"/>
                  <a:pt x="42164" y="10923"/>
                  <a:pt x="44101" y="12686"/>
                </a:cubicBezTo>
                <a:cubicBezTo>
                  <a:pt x="46023" y="14390"/>
                  <a:pt x="47509" y="16720"/>
                  <a:pt x="48470" y="19575"/>
                </a:cubicBezTo>
                <a:cubicBezTo>
                  <a:pt x="50072" y="24235"/>
                  <a:pt x="49839" y="28211"/>
                  <a:pt x="47786" y="31634"/>
                </a:cubicBezTo>
                <a:cubicBezTo>
                  <a:pt x="45747" y="35042"/>
                  <a:pt x="41873" y="37722"/>
                  <a:pt x="36236" y="39601"/>
                </a:cubicBezTo>
                <a:close/>
                <a:moveTo>
                  <a:pt x="36236" y="396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E2FD8-605F-4029-BDA1-D1B85245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194" y="6302198"/>
            <a:ext cx="47218" cy="44713"/>
          </a:xfrm>
          <a:custGeom xmlns:a="http://schemas.openxmlformats.org/drawingml/2006/main">
            <a:pathLst>
              <a:path w="47218" h="44713">
                <a:moveTo>
                  <a:pt x="25429" y="24352"/>
                </a:moveTo>
                <a:cubicBezTo>
                  <a:pt x="23609" y="19007"/>
                  <a:pt x="21672" y="15424"/>
                  <a:pt x="19749" y="13763"/>
                </a:cubicBezTo>
                <a:cubicBezTo>
                  <a:pt x="17812" y="12118"/>
                  <a:pt x="15307" y="11826"/>
                  <a:pt x="12351" y="12860"/>
                </a:cubicBezTo>
                <a:cubicBezTo>
                  <a:pt x="9962" y="13661"/>
                  <a:pt x="8360" y="15074"/>
                  <a:pt x="7515" y="17128"/>
                </a:cubicBezTo>
                <a:cubicBezTo>
                  <a:pt x="6656" y="19167"/>
                  <a:pt x="6714" y="21512"/>
                  <a:pt x="7632" y="24177"/>
                </a:cubicBezTo>
                <a:cubicBezTo>
                  <a:pt x="8870" y="27935"/>
                  <a:pt x="11215" y="30440"/>
                  <a:pt x="14623" y="31809"/>
                </a:cubicBezTo>
                <a:cubicBezTo>
                  <a:pt x="18031" y="33105"/>
                  <a:pt x="21905" y="33061"/>
                  <a:pt x="26230" y="31517"/>
                </a:cubicBezTo>
                <a:lnTo>
                  <a:pt x="27760" y="31008"/>
                </a:lnTo>
                <a:lnTo>
                  <a:pt x="25429" y="24352"/>
                </a:lnTo>
                <a:close/>
                <a:moveTo>
                  <a:pt x="32828" y="36746"/>
                </a:moveTo>
                <a:lnTo>
                  <a:pt x="9612" y="44713"/>
                </a:lnTo>
                <a:lnTo>
                  <a:pt x="7282" y="38057"/>
                </a:lnTo>
                <a:lnTo>
                  <a:pt x="13487" y="35959"/>
                </a:lnTo>
                <a:cubicBezTo>
                  <a:pt x="10472" y="35275"/>
                  <a:pt x="8025" y="33964"/>
                  <a:pt x="6030" y="32085"/>
                </a:cubicBezTo>
                <a:cubicBezTo>
                  <a:pt x="4093" y="30207"/>
                  <a:pt x="2563" y="27643"/>
                  <a:pt x="1427" y="24352"/>
                </a:cubicBezTo>
                <a:cubicBezTo>
                  <a:pt x="0" y="20201"/>
                  <a:pt x="0" y="16501"/>
                  <a:pt x="1486" y="13195"/>
                </a:cubicBezTo>
                <a:cubicBezTo>
                  <a:pt x="3015" y="9962"/>
                  <a:pt x="5695" y="7617"/>
                  <a:pt x="9612" y="6321"/>
                </a:cubicBezTo>
                <a:cubicBezTo>
                  <a:pt x="14171" y="4719"/>
                  <a:pt x="18147" y="5068"/>
                  <a:pt x="21570" y="7340"/>
                </a:cubicBezTo>
                <a:cubicBezTo>
                  <a:pt x="24920" y="9612"/>
                  <a:pt x="27658" y="13763"/>
                  <a:pt x="29755" y="19851"/>
                </a:cubicBezTo>
                <a:lnTo>
                  <a:pt x="32945" y="29245"/>
                </a:lnTo>
                <a:lnTo>
                  <a:pt x="33629" y="29012"/>
                </a:lnTo>
                <a:cubicBezTo>
                  <a:pt x="36702" y="27935"/>
                  <a:pt x="38741" y="26114"/>
                  <a:pt x="39717" y="23492"/>
                </a:cubicBezTo>
                <a:cubicBezTo>
                  <a:pt x="40737" y="20944"/>
                  <a:pt x="40562" y="17812"/>
                  <a:pt x="39309" y="14113"/>
                </a:cubicBezTo>
                <a:cubicBezTo>
                  <a:pt x="38523" y="11783"/>
                  <a:pt x="37430" y="9612"/>
                  <a:pt x="36134" y="7617"/>
                </a:cubicBezTo>
                <a:cubicBezTo>
                  <a:pt x="34823" y="5636"/>
                  <a:pt x="33280" y="3758"/>
                  <a:pt x="31459" y="2112"/>
                </a:cubicBezTo>
                <a:lnTo>
                  <a:pt x="37605" y="0"/>
                </a:lnTo>
                <a:cubicBezTo>
                  <a:pt x="39426" y="2112"/>
                  <a:pt x="40970" y="4267"/>
                  <a:pt x="42222" y="6379"/>
                </a:cubicBezTo>
                <a:cubicBezTo>
                  <a:pt x="43460" y="8535"/>
                  <a:pt x="44436" y="10690"/>
                  <a:pt x="45237" y="12860"/>
                </a:cubicBezTo>
                <a:cubicBezTo>
                  <a:pt x="47218" y="18774"/>
                  <a:pt x="47218" y="23667"/>
                  <a:pt x="45179" y="27643"/>
                </a:cubicBezTo>
                <a:cubicBezTo>
                  <a:pt x="43125" y="31576"/>
                  <a:pt x="38974" y="34649"/>
                  <a:pt x="32828" y="36746"/>
                </a:cubicBezTo>
                <a:close/>
                <a:moveTo>
                  <a:pt x="32828" y="36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1683F-7E36-4240-B00F-E893AAB9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6341289"/>
            <a:ext cx="58782" cy="26114"/>
          </a:xfrm>
          <a:custGeom xmlns:a="http://schemas.openxmlformats.org/drawingml/2006/main">
            <a:pathLst>
              <a:path w="58782" h="26114">
                <a:moveTo>
                  <a:pt x="56495" y="0"/>
                </a:moveTo>
                <a:lnTo>
                  <a:pt x="58782" y="6656"/>
                </a:lnTo>
                <a:lnTo>
                  <a:pt x="2287" y="26114"/>
                </a:lnTo>
                <a:lnTo>
                  <a:pt x="0" y="19400"/>
                </a:lnTo>
                <a:lnTo>
                  <a:pt x="56495" y="0"/>
                </a:lnTo>
                <a:close/>
                <a:moveTo>
                  <a:pt x="564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D40A7-3F9A-4933-8046-4943A9E6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772" y="6362568"/>
            <a:ext cx="68496" cy="39586"/>
          </a:xfrm>
          <a:custGeom xmlns:a="http://schemas.openxmlformats.org/drawingml/2006/main">
            <a:pathLst>
              <a:path w="68496" h="39586">
                <a:moveTo>
                  <a:pt x="17856" y="37037"/>
                </a:moveTo>
                <a:cubicBezTo>
                  <a:pt x="12394" y="36804"/>
                  <a:pt x="8593" y="36003"/>
                  <a:pt x="6539" y="34751"/>
                </a:cubicBezTo>
                <a:cubicBezTo>
                  <a:pt x="4442" y="33440"/>
                  <a:pt x="2840" y="31343"/>
                  <a:pt x="1821" y="28328"/>
                </a:cubicBezTo>
                <a:lnTo>
                  <a:pt x="0" y="22983"/>
                </a:lnTo>
                <a:lnTo>
                  <a:pt x="5578" y="21046"/>
                </a:lnTo>
                <a:lnTo>
                  <a:pt x="6933" y="24963"/>
                </a:lnTo>
                <a:cubicBezTo>
                  <a:pt x="7559" y="26784"/>
                  <a:pt x="8476" y="28095"/>
                  <a:pt x="9729" y="28779"/>
                </a:cubicBezTo>
                <a:cubicBezTo>
                  <a:pt x="10923" y="29522"/>
                  <a:pt x="13370" y="29974"/>
                  <a:pt x="17069" y="30090"/>
                </a:cubicBezTo>
                <a:lnTo>
                  <a:pt x="20478" y="30207"/>
                </a:lnTo>
                <a:lnTo>
                  <a:pt x="54893" y="0"/>
                </a:lnTo>
                <a:lnTo>
                  <a:pt x="57296" y="7107"/>
                </a:lnTo>
                <a:lnTo>
                  <a:pt x="29872" y="30716"/>
                </a:lnTo>
                <a:lnTo>
                  <a:pt x="66050" y="32537"/>
                </a:lnTo>
                <a:lnTo>
                  <a:pt x="68496" y="39586"/>
                </a:lnTo>
                <a:lnTo>
                  <a:pt x="17856" y="37037"/>
                </a:lnTo>
                <a:close/>
                <a:moveTo>
                  <a:pt x="17856" y="37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03954-F60E-4F32-ABF6-0669AB77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343" y="6406363"/>
            <a:ext cx="51937" cy="39368"/>
          </a:xfrm>
          <a:custGeom xmlns:a="http://schemas.openxmlformats.org/drawingml/2006/main">
            <a:pathLst>
              <a:path w="51937" h="39368">
                <a:moveTo>
                  <a:pt x="51937" y="7690"/>
                </a:moveTo>
                <a:lnTo>
                  <a:pt x="40329" y="11608"/>
                </a:lnTo>
                <a:lnTo>
                  <a:pt x="45106" y="25386"/>
                </a:lnTo>
                <a:lnTo>
                  <a:pt x="39877" y="27206"/>
                </a:lnTo>
                <a:lnTo>
                  <a:pt x="35158" y="13428"/>
                </a:lnTo>
                <a:lnTo>
                  <a:pt x="13079" y="21002"/>
                </a:lnTo>
                <a:cubicBezTo>
                  <a:pt x="9773" y="22138"/>
                  <a:pt x="7792" y="23332"/>
                  <a:pt x="7166" y="24585"/>
                </a:cubicBezTo>
                <a:cubicBezTo>
                  <a:pt x="6539" y="25779"/>
                  <a:pt x="6714" y="27818"/>
                  <a:pt x="7675" y="30614"/>
                </a:cubicBezTo>
                <a:lnTo>
                  <a:pt x="10006" y="37445"/>
                </a:lnTo>
                <a:lnTo>
                  <a:pt x="4428" y="39368"/>
                </a:lnTo>
                <a:lnTo>
                  <a:pt x="2039" y="32551"/>
                </a:lnTo>
                <a:cubicBezTo>
                  <a:pt x="277" y="27366"/>
                  <a:pt x="0" y="23449"/>
                  <a:pt x="1253" y="20827"/>
                </a:cubicBezTo>
                <a:cubicBezTo>
                  <a:pt x="2491" y="18205"/>
                  <a:pt x="5680" y="16050"/>
                  <a:pt x="10749" y="14288"/>
                </a:cubicBezTo>
                <a:lnTo>
                  <a:pt x="32872" y="6714"/>
                </a:lnTo>
                <a:lnTo>
                  <a:pt x="31168" y="1821"/>
                </a:lnTo>
                <a:lnTo>
                  <a:pt x="36353" y="0"/>
                </a:lnTo>
                <a:lnTo>
                  <a:pt x="38057" y="4894"/>
                </a:lnTo>
                <a:lnTo>
                  <a:pt x="49606" y="976"/>
                </a:lnTo>
                <a:lnTo>
                  <a:pt x="51937" y="7690"/>
                </a:lnTo>
                <a:close/>
                <a:moveTo>
                  <a:pt x="51937" y="76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01CD8-828E-48ED-94E4-980FCC89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785" y="6435098"/>
            <a:ext cx="58826" cy="26114"/>
          </a:xfrm>
          <a:custGeom xmlns:a="http://schemas.openxmlformats.org/drawingml/2006/main">
            <a:pathLst>
              <a:path w="58826" h="26114">
                <a:moveTo>
                  <a:pt x="40678" y="5462"/>
                </a:moveTo>
                <a:lnTo>
                  <a:pt x="42965" y="12118"/>
                </a:lnTo>
                <a:lnTo>
                  <a:pt x="2287" y="26114"/>
                </a:lnTo>
                <a:lnTo>
                  <a:pt x="0" y="19458"/>
                </a:lnTo>
                <a:lnTo>
                  <a:pt x="40678" y="5462"/>
                </a:lnTo>
                <a:close/>
                <a:moveTo>
                  <a:pt x="56495" y="0"/>
                </a:moveTo>
                <a:lnTo>
                  <a:pt x="58826" y="6656"/>
                </a:lnTo>
                <a:lnTo>
                  <a:pt x="50349" y="9612"/>
                </a:lnTo>
                <a:lnTo>
                  <a:pt x="48019" y="2898"/>
                </a:lnTo>
                <a:lnTo>
                  <a:pt x="56495" y="0"/>
                </a:lnTo>
                <a:close/>
                <a:moveTo>
                  <a:pt x="564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656E2-A910-432E-ADD8-A89127D2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73" y="6463033"/>
            <a:ext cx="46708" cy="40911"/>
          </a:xfrm>
          <a:custGeom xmlns:a="http://schemas.openxmlformats.org/drawingml/2006/main">
            <a:pathLst>
              <a:path w="46708" h="40911">
                <a:moveTo>
                  <a:pt x="46490" y="27993"/>
                </a:moveTo>
                <a:lnTo>
                  <a:pt x="40227" y="30148"/>
                </a:lnTo>
                <a:cubicBezTo>
                  <a:pt x="40620" y="27876"/>
                  <a:pt x="40795" y="25721"/>
                  <a:pt x="40620" y="23667"/>
                </a:cubicBezTo>
                <a:cubicBezTo>
                  <a:pt x="40504" y="21555"/>
                  <a:pt x="40110" y="19575"/>
                  <a:pt x="39426" y="17637"/>
                </a:cubicBezTo>
                <a:cubicBezTo>
                  <a:pt x="37955" y="13312"/>
                  <a:pt x="35391" y="10414"/>
                  <a:pt x="31809" y="8928"/>
                </a:cubicBezTo>
                <a:cubicBezTo>
                  <a:pt x="28284" y="7515"/>
                  <a:pt x="24017" y="7617"/>
                  <a:pt x="19065" y="9336"/>
                </a:cubicBezTo>
                <a:cubicBezTo>
                  <a:pt x="14055" y="11040"/>
                  <a:pt x="10647" y="13545"/>
                  <a:pt x="8710" y="16895"/>
                </a:cubicBezTo>
                <a:cubicBezTo>
                  <a:pt x="6772" y="20259"/>
                  <a:pt x="6539" y="24060"/>
                  <a:pt x="8083" y="28386"/>
                </a:cubicBezTo>
                <a:cubicBezTo>
                  <a:pt x="8710" y="30323"/>
                  <a:pt x="9612" y="32202"/>
                  <a:pt x="10807" y="33906"/>
                </a:cubicBezTo>
                <a:cubicBezTo>
                  <a:pt x="12001" y="35610"/>
                  <a:pt x="13428" y="37270"/>
                  <a:pt x="15132" y="38800"/>
                </a:cubicBezTo>
                <a:lnTo>
                  <a:pt x="8928" y="40911"/>
                </a:lnTo>
                <a:cubicBezTo>
                  <a:pt x="7399" y="39309"/>
                  <a:pt x="6088" y="37605"/>
                  <a:pt x="5010" y="35785"/>
                </a:cubicBezTo>
                <a:cubicBezTo>
                  <a:pt x="3874" y="33906"/>
                  <a:pt x="2898" y="31852"/>
                  <a:pt x="2112" y="29639"/>
                </a:cubicBezTo>
                <a:cubicBezTo>
                  <a:pt x="0" y="23492"/>
                  <a:pt x="291" y="17972"/>
                  <a:pt x="2898" y="13035"/>
                </a:cubicBezTo>
                <a:cubicBezTo>
                  <a:pt x="5520" y="8141"/>
                  <a:pt x="10079" y="4500"/>
                  <a:pt x="16618" y="2272"/>
                </a:cubicBezTo>
                <a:cubicBezTo>
                  <a:pt x="23274" y="0"/>
                  <a:pt x="29071" y="0"/>
                  <a:pt x="34139" y="2330"/>
                </a:cubicBezTo>
                <a:cubicBezTo>
                  <a:pt x="39207" y="4719"/>
                  <a:pt x="42790" y="9044"/>
                  <a:pt x="45004" y="15365"/>
                </a:cubicBezTo>
                <a:cubicBezTo>
                  <a:pt x="45688" y="17463"/>
                  <a:pt x="46198" y="19516"/>
                  <a:pt x="46431" y="21614"/>
                </a:cubicBezTo>
                <a:cubicBezTo>
                  <a:pt x="46650" y="23725"/>
                  <a:pt x="46708" y="25823"/>
                  <a:pt x="46490" y="27993"/>
                </a:cubicBezTo>
                <a:close/>
                <a:moveTo>
                  <a:pt x="46490" y="279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AE33A-0E3C-49A9-B86C-785AA0ED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413" y="6501891"/>
            <a:ext cx="48019" cy="39761"/>
          </a:xfrm>
          <a:custGeom xmlns:a="http://schemas.openxmlformats.org/drawingml/2006/main">
            <a:pathLst>
              <a:path w="48019" h="39761">
                <a:moveTo>
                  <a:pt x="47902" y="26565"/>
                </a:moveTo>
                <a:lnTo>
                  <a:pt x="41581" y="28736"/>
                </a:lnTo>
                <a:cubicBezTo>
                  <a:pt x="41931" y="26507"/>
                  <a:pt x="41989" y="24293"/>
                  <a:pt x="41756" y="22080"/>
                </a:cubicBezTo>
                <a:cubicBezTo>
                  <a:pt x="41523" y="19910"/>
                  <a:pt x="41072" y="17696"/>
                  <a:pt x="40329" y="15526"/>
                </a:cubicBezTo>
                <a:cubicBezTo>
                  <a:pt x="39193" y="12234"/>
                  <a:pt x="37824" y="9904"/>
                  <a:pt x="36236" y="8593"/>
                </a:cubicBezTo>
                <a:cubicBezTo>
                  <a:pt x="34649" y="7282"/>
                  <a:pt x="32828" y="6991"/>
                  <a:pt x="30775" y="7675"/>
                </a:cubicBezTo>
                <a:cubicBezTo>
                  <a:pt x="29231" y="8185"/>
                  <a:pt x="28211" y="9219"/>
                  <a:pt x="27760" y="10690"/>
                </a:cubicBezTo>
                <a:cubicBezTo>
                  <a:pt x="27250" y="12176"/>
                  <a:pt x="27250" y="14841"/>
                  <a:pt x="27701" y="18715"/>
                </a:cubicBezTo>
                <a:lnTo>
                  <a:pt x="27993" y="21220"/>
                </a:lnTo>
                <a:cubicBezTo>
                  <a:pt x="28561" y="26289"/>
                  <a:pt x="28328" y="30148"/>
                  <a:pt x="27133" y="32770"/>
                </a:cubicBezTo>
                <a:cubicBezTo>
                  <a:pt x="25997" y="35450"/>
                  <a:pt x="23725" y="37314"/>
                  <a:pt x="20419" y="38465"/>
                </a:cubicBezTo>
                <a:cubicBezTo>
                  <a:pt x="16662" y="39761"/>
                  <a:pt x="13137" y="39251"/>
                  <a:pt x="9889" y="37037"/>
                </a:cubicBezTo>
                <a:cubicBezTo>
                  <a:pt x="6656" y="34823"/>
                  <a:pt x="4151" y="31066"/>
                  <a:pt x="2330" y="25823"/>
                </a:cubicBezTo>
                <a:cubicBezTo>
                  <a:pt x="1588" y="23667"/>
                  <a:pt x="1020" y="21337"/>
                  <a:pt x="685" y="18832"/>
                </a:cubicBezTo>
                <a:cubicBezTo>
                  <a:pt x="277" y="16327"/>
                  <a:pt x="58" y="13603"/>
                  <a:pt x="0" y="10690"/>
                </a:cubicBezTo>
                <a:lnTo>
                  <a:pt x="6874" y="8302"/>
                </a:lnTo>
                <a:cubicBezTo>
                  <a:pt x="6481" y="11258"/>
                  <a:pt x="6306" y="13996"/>
                  <a:pt x="6539" y="16618"/>
                </a:cubicBezTo>
                <a:cubicBezTo>
                  <a:pt x="6714" y="19225"/>
                  <a:pt x="7224" y="21730"/>
                  <a:pt x="8010" y="24060"/>
                </a:cubicBezTo>
                <a:cubicBezTo>
                  <a:pt x="9103" y="27250"/>
                  <a:pt x="10457" y="29464"/>
                  <a:pt x="12118" y="30775"/>
                </a:cubicBezTo>
                <a:cubicBezTo>
                  <a:pt x="13763" y="32085"/>
                  <a:pt x="15584" y="32435"/>
                  <a:pt x="17579" y="31750"/>
                </a:cubicBezTo>
                <a:cubicBezTo>
                  <a:pt x="19342" y="31124"/>
                  <a:pt x="20536" y="30032"/>
                  <a:pt x="21104" y="28503"/>
                </a:cubicBezTo>
                <a:cubicBezTo>
                  <a:pt x="21614" y="26915"/>
                  <a:pt x="21672" y="23944"/>
                  <a:pt x="21104" y="19458"/>
                </a:cubicBezTo>
                <a:lnTo>
                  <a:pt x="20871" y="16953"/>
                </a:lnTo>
                <a:cubicBezTo>
                  <a:pt x="20303" y="12511"/>
                  <a:pt x="20652" y="9103"/>
                  <a:pt x="21788" y="6598"/>
                </a:cubicBezTo>
                <a:cubicBezTo>
                  <a:pt x="22983" y="4151"/>
                  <a:pt x="25138" y="2389"/>
                  <a:pt x="28269" y="1311"/>
                </a:cubicBezTo>
                <a:cubicBezTo>
                  <a:pt x="32085" y="0"/>
                  <a:pt x="35493" y="335"/>
                  <a:pt x="38508" y="2330"/>
                </a:cubicBezTo>
                <a:cubicBezTo>
                  <a:pt x="41523" y="4326"/>
                  <a:pt x="43912" y="7792"/>
                  <a:pt x="45630" y="12802"/>
                </a:cubicBezTo>
                <a:cubicBezTo>
                  <a:pt x="46475" y="15249"/>
                  <a:pt x="47101" y="17637"/>
                  <a:pt x="47494" y="19968"/>
                </a:cubicBezTo>
                <a:cubicBezTo>
                  <a:pt x="47844" y="22240"/>
                  <a:pt x="48019" y="24468"/>
                  <a:pt x="47902" y="26565"/>
                </a:cubicBezTo>
                <a:close/>
                <a:moveTo>
                  <a:pt x="47902" y="265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4DA24-CC33-4BF4-96E0-A8D7880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263" y="5793013"/>
            <a:ext cx="57063" cy="24235"/>
          </a:xfrm>
          <a:custGeom xmlns:a="http://schemas.openxmlformats.org/drawingml/2006/main">
            <a:pathLst>
              <a:path w="57063" h="24235">
                <a:moveTo>
                  <a:pt x="54849" y="0"/>
                </a:moveTo>
                <a:lnTo>
                  <a:pt x="57063" y="7399"/>
                </a:lnTo>
                <a:lnTo>
                  <a:pt x="2287" y="24235"/>
                </a:lnTo>
                <a:lnTo>
                  <a:pt x="0" y="16778"/>
                </a:lnTo>
                <a:lnTo>
                  <a:pt x="54849" y="0"/>
                </a:lnTo>
                <a:close/>
                <a:moveTo>
                  <a:pt x="5484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3FACF-66C6-4E55-A905-83A4FC70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876" y="5818835"/>
            <a:ext cx="49723" cy="47058"/>
          </a:xfrm>
          <a:custGeom xmlns:a="http://schemas.openxmlformats.org/drawingml/2006/main">
            <a:pathLst>
              <a:path w="49723" h="47058">
                <a:moveTo>
                  <a:pt x="35377" y="39440"/>
                </a:moveTo>
                <a:lnTo>
                  <a:pt x="10574" y="47058"/>
                </a:lnTo>
                <a:lnTo>
                  <a:pt x="8476" y="40285"/>
                </a:lnTo>
                <a:lnTo>
                  <a:pt x="33105" y="32770"/>
                </a:lnTo>
                <a:cubicBezTo>
                  <a:pt x="36979" y="31576"/>
                  <a:pt x="39644" y="29930"/>
                  <a:pt x="41130" y="27833"/>
                </a:cubicBezTo>
                <a:cubicBezTo>
                  <a:pt x="42601" y="25721"/>
                  <a:pt x="42892" y="23099"/>
                  <a:pt x="41916" y="20084"/>
                </a:cubicBezTo>
                <a:cubicBezTo>
                  <a:pt x="40839" y="16443"/>
                  <a:pt x="38800" y="13953"/>
                  <a:pt x="35785" y="12525"/>
                </a:cubicBezTo>
                <a:cubicBezTo>
                  <a:pt x="32828" y="11098"/>
                  <a:pt x="29347" y="11040"/>
                  <a:pt x="25313" y="12292"/>
                </a:cubicBezTo>
                <a:lnTo>
                  <a:pt x="2097" y="19414"/>
                </a:lnTo>
                <a:lnTo>
                  <a:pt x="0" y="12584"/>
                </a:lnTo>
                <a:lnTo>
                  <a:pt x="41130" y="0"/>
                </a:lnTo>
                <a:lnTo>
                  <a:pt x="43227" y="6772"/>
                </a:lnTo>
                <a:lnTo>
                  <a:pt x="36804" y="8768"/>
                </a:lnTo>
                <a:cubicBezTo>
                  <a:pt x="39819" y="9627"/>
                  <a:pt x="42208" y="10923"/>
                  <a:pt x="44145" y="12758"/>
                </a:cubicBezTo>
                <a:cubicBezTo>
                  <a:pt x="46023" y="14564"/>
                  <a:pt x="47393" y="16909"/>
                  <a:pt x="48296" y="19808"/>
                </a:cubicBezTo>
                <a:cubicBezTo>
                  <a:pt x="49723" y="24526"/>
                  <a:pt x="49373" y="28561"/>
                  <a:pt x="47160" y="31867"/>
                </a:cubicBezTo>
                <a:cubicBezTo>
                  <a:pt x="44989" y="35173"/>
                  <a:pt x="41072" y="37722"/>
                  <a:pt x="35377" y="39440"/>
                </a:cubicBezTo>
                <a:close/>
                <a:moveTo>
                  <a:pt x="35377" y="394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F95EE-368F-4339-80D3-33583F0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110" y="5866286"/>
            <a:ext cx="47567" cy="39207"/>
          </a:xfrm>
          <a:custGeom xmlns:a="http://schemas.openxmlformats.org/drawingml/2006/main">
            <a:pathLst>
              <a:path w="47567" h="39207">
                <a:moveTo>
                  <a:pt x="47393" y="27090"/>
                </a:moveTo>
                <a:lnTo>
                  <a:pt x="41028" y="29012"/>
                </a:lnTo>
                <a:cubicBezTo>
                  <a:pt x="41421" y="26798"/>
                  <a:pt x="41538" y="24585"/>
                  <a:pt x="41363" y="22415"/>
                </a:cubicBezTo>
                <a:cubicBezTo>
                  <a:pt x="41246" y="20201"/>
                  <a:pt x="40853" y="17987"/>
                  <a:pt x="40169" y="15759"/>
                </a:cubicBezTo>
                <a:cubicBezTo>
                  <a:pt x="39149" y="12409"/>
                  <a:pt x="37838" y="10079"/>
                  <a:pt x="36309" y="8710"/>
                </a:cubicBezTo>
                <a:cubicBezTo>
                  <a:pt x="34765" y="7340"/>
                  <a:pt x="32945" y="7005"/>
                  <a:pt x="30906" y="7632"/>
                </a:cubicBezTo>
                <a:cubicBezTo>
                  <a:pt x="29362" y="8083"/>
                  <a:pt x="28284" y="9044"/>
                  <a:pt x="27774" y="10530"/>
                </a:cubicBezTo>
                <a:cubicBezTo>
                  <a:pt x="27265" y="12016"/>
                  <a:pt x="27148" y="14681"/>
                  <a:pt x="27425" y="18555"/>
                </a:cubicBezTo>
                <a:lnTo>
                  <a:pt x="27658" y="21060"/>
                </a:lnTo>
                <a:cubicBezTo>
                  <a:pt x="28051" y="26114"/>
                  <a:pt x="27658" y="29988"/>
                  <a:pt x="26405" y="32610"/>
                </a:cubicBezTo>
                <a:cubicBezTo>
                  <a:pt x="25153" y="35158"/>
                  <a:pt x="22881" y="36979"/>
                  <a:pt x="19516" y="38013"/>
                </a:cubicBezTo>
                <a:cubicBezTo>
                  <a:pt x="15715" y="39207"/>
                  <a:pt x="12176" y="38581"/>
                  <a:pt x="9059" y="36251"/>
                </a:cubicBezTo>
                <a:cubicBezTo>
                  <a:pt x="5869" y="33906"/>
                  <a:pt x="3481" y="30105"/>
                  <a:pt x="1879" y="24803"/>
                </a:cubicBezTo>
                <a:cubicBezTo>
                  <a:pt x="1194" y="22589"/>
                  <a:pt x="743" y="20259"/>
                  <a:pt x="408" y="17754"/>
                </a:cubicBezTo>
                <a:cubicBezTo>
                  <a:pt x="117" y="15191"/>
                  <a:pt x="0" y="12525"/>
                  <a:pt x="58" y="9612"/>
                </a:cubicBezTo>
                <a:lnTo>
                  <a:pt x="7005" y="7457"/>
                </a:lnTo>
                <a:cubicBezTo>
                  <a:pt x="6496" y="10355"/>
                  <a:pt x="6263" y="13152"/>
                  <a:pt x="6321" y="15759"/>
                </a:cubicBezTo>
                <a:cubicBezTo>
                  <a:pt x="6437" y="18380"/>
                  <a:pt x="6831" y="20827"/>
                  <a:pt x="7573" y="23216"/>
                </a:cubicBezTo>
                <a:cubicBezTo>
                  <a:pt x="8535" y="26405"/>
                  <a:pt x="9846" y="28677"/>
                  <a:pt x="11448" y="30046"/>
                </a:cubicBezTo>
                <a:cubicBezTo>
                  <a:pt x="13093" y="31459"/>
                  <a:pt x="14856" y="31867"/>
                  <a:pt x="16851" y="31241"/>
                </a:cubicBezTo>
                <a:cubicBezTo>
                  <a:pt x="18730" y="30673"/>
                  <a:pt x="19924" y="29639"/>
                  <a:pt x="20492" y="28109"/>
                </a:cubicBezTo>
                <a:cubicBezTo>
                  <a:pt x="21118" y="26580"/>
                  <a:pt x="21235" y="23565"/>
                  <a:pt x="20827" y="19065"/>
                </a:cubicBezTo>
                <a:lnTo>
                  <a:pt x="20711" y="16560"/>
                </a:lnTo>
                <a:cubicBezTo>
                  <a:pt x="20259" y="12118"/>
                  <a:pt x="20711" y="8651"/>
                  <a:pt x="21963" y="6263"/>
                </a:cubicBezTo>
                <a:cubicBezTo>
                  <a:pt x="23216" y="3816"/>
                  <a:pt x="25444" y="2170"/>
                  <a:pt x="28619" y="1136"/>
                </a:cubicBezTo>
                <a:cubicBezTo>
                  <a:pt x="32493" y="0"/>
                  <a:pt x="35901" y="466"/>
                  <a:pt x="38814" y="2563"/>
                </a:cubicBezTo>
                <a:cubicBezTo>
                  <a:pt x="41771" y="4617"/>
                  <a:pt x="44043" y="8200"/>
                  <a:pt x="45572" y="13254"/>
                </a:cubicBezTo>
                <a:cubicBezTo>
                  <a:pt x="46315" y="15759"/>
                  <a:pt x="46883" y="18147"/>
                  <a:pt x="47174" y="20492"/>
                </a:cubicBezTo>
                <a:cubicBezTo>
                  <a:pt x="47509" y="22764"/>
                  <a:pt x="47567" y="24978"/>
                  <a:pt x="47393" y="27090"/>
                </a:cubicBezTo>
                <a:close/>
                <a:moveTo>
                  <a:pt x="47393" y="270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EC90B-B2C7-41C1-ACE9-AF892CC1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558" y="5901051"/>
            <a:ext cx="59219" cy="24235"/>
          </a:xfrm>
          <a:custGeom xmlns:a="http://schemas.openxmlformats.org/drawingml/2006/main">
            <a:pathLst>
              <a:path w="59219" h="24235">
                <a:moveTo>
                  <a:pt x="41130" y="4894"/>
                </a:moveTo>
                <a:lnTo>
                  <a:pt x="43169" y="11666"/>
                </a:lnTo>
                <a:lnTo>
                  <a:pt x="2097" y="24235"/>
                </a:lnTo>
                <a:lnTo>
                  <a:pt x="0" y="17463"/>
                </a:lnTo>
                <a:lnTo>
                  <a:pt x="41130" y="4894"/>
                </a:lnTo>
                <a:close/>
                <a:moveTo>
                  <a:pt x="57165" y="0"/>
                </a:moveTo>
                <a:lnTo>
                  <a:pt x="59219" y="6714"/>
                </a:lnTo>
                <a:lnTo>
                  <a:pt x="50626" y="9394"/>
                </a:lnTo>
                <a:lnTo>
                  <a:pt x="48587" y="2622"/>
                </a:lnTo>
                <a:lnTo>
                  <a:pt x="57165" y="0"/>
                </a:lnTo>
                <a:close/>
                <a:moveTo>
                  <a:pt x="5716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BB473-A323-4431-8A98-9A161660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945" y="5928068"/>
            <a:ext cx="64520" cy="45805"/>
          </a:xfrm>
          <a:custGeom xmlns:a="http://schemas.openxmlformats.org/drawingml/2006/main">
            <a:pathLst>
              <a:path w="64520" h="45805">
                <a:moveTo>
                  <a:pt x="42339" y="31983"/>
                </a:moveTo>
                <a:cubicBezTo>
                  <a:pt x="47232" y="30498"/>
                  <a:pt x="50699" y="28284"/>
                  <a:pt x="52810" y="25444"/>
                </a:cubicBezTo>
                <a:cubicBezTo>
                  <a:pt x="54849" y="22648"/>
                  <a:pt x="55359" y="19356"/>
                  <a:pt x="54223" y="15715"/>
                </a:cubicBezTo>
                <a:cubicBezTo>
                  <a:pt x="53145" y="12132"/>
                  <a:pt x="50932" y="9685"/>
                  <a:pt x="47626" y="8491"/>
                </a:cubicBezTo>
                <a:cubicBezTo>
                  <a:pt x="44276" y="7282"/>
                  <a:pt x="40169" y="7457"/>
                  <a:pt x="35275" y="8943"/>
                </a:cubicBezTo>
                <a:cubicBezTo>
                  <a:pt x="30440" y="10472"/>
                  <a:pt x="26973" y="12642"/>
                  <a:pt x="24876" y="15482"/>
                </a:cubicBezTo>
                <a:cubicBezTo>
                  <a:pt x="22822" y="18322"/>
                  <a:pt x="22313" y="21570"/>
                  <a:pt x="23449" y="25153"/>
                </a:cubicBezTo>
                <a:cubicBezTo>
                  <a:pt x="24526" y="28794"/>
                  <a:pt x="26740" y="31241"/>
                  <a:pt x="30046" y="32435"/>
                </a:cubicBezTo>
                <a:cubicBezTo>
                  <a:pt x="33396" y="33629"/>
                  <a:pt x="37503" y="33454"/>
                  <a:pt x="42339" y="31983"/>
                </a:cubicBezTo>
                <a:close/>
                <a:moveTo>
                  <a:pt x="28459" y="43591"/>
                </a:moveTo>
                <a:cubicBezTo>
                  <a:pt x="21453" y="45747"/>
                  <a:pt x="15773" y="45805"/>
                  <a:pt x="11448" y="43751"/>
                </a:cubicBezTo>
                <a:cubicBezTo>
                  <a:pt x="7064" y="41654"/>
                  <a:pt x="3874" y="37445"/>
                  <a:pt x="1937" y="31008"/>
                </a:cubicBezTo>
                <a:cubicBezTo>
                  <a:pt x="1209" y="28619"/>
                  <a:pt x="685" y="26347"/>
                  <a:pt x="408" y="24133"/>
                </a:cubicBezTo>
                <a:cubicBezTo>
                  <a:pt x="117" y="21905"/>
                  <a:pt x="0" y="19691"/>
                  <a:pt x="175" y="17536"/>
                </a:cubicBezTo>
                <a:lnTo>
                  <a:pt x="6714" y="15482"/>
                </a:lnTo>
                <a:cubicBezTo>
                  <a:pt x="6263" y="17812"/>
                  <a:pt x="6044" y="20041"/>
                  <a:pt x="6146" y="22080"/>
                </a:cubicBezTo>
                <a:cubicBezTo>
                  <a:pt x="6204" y="24191"/>
                  <a:pt x="6554" y="26230"/>
                  <a:pt x="7180" y="28226"/>
                </a:cubicBezTo>
                <a:cubicBezTo>
                  <a:pt x="8535" y="32668"/>
                  <a:pt x="10705" y="35625"/>
                  <a:pt x="13720" y="37154"/>
                </a:cubicBezTo>
                <a:cubicBezTo>
                  <a:pt x="16676" y="38639"/>
                  <a:pt x="20492" y="38639"/>
                  <a:pt x="25211" y="37212"/>
                </a:cubicBezTo>
                <a:lnTo>
                  <a:pt x="28561" y="36193"/>
                </a:lnTo>
                <a:cubicBezTo>
                  <a:pt x="25662" y="35566"/>
                  <a:pt x="23332" y="34314"/>
                  <a:pt x="21453" y="32493"/>
                </a:cubicBezTo>
                <a:cubicBezTo>
                  <a:pt x="19575" y="30731"/>
                  <a:pt x="18205" y="28284"/>
                  <a:pt x="17244" y="25211"/>
                </a:cubicBezTo>
                <a:cubicBezTo>
                  <a:pt x="15715" y="20201"/>
                  <a:pt x="16400" y="15540"/>
                  <a:pt x="19298" y="11273"/>
                </a:cubicBezTo>
                <a:cubicBezTo>
                  <a:pt x="22196" y="7005"/>
                  <a:pt x="26798" y="3932"/>
                  <a:pt x="33178" y="1995"/>
                </a:cubicBezTo>
                <a:cubicBezTo>
                  <a:pt x="39542" y="0"/>
                  <a:pt x="45062" y="0"/>
                  <a:pt x="49898" y="1937"/>
                </a:cubicBezTo>
                <a:cubicBezTo>
                  <a:pt x="54675" y="3816"/>
                  <a:pt x="57806" y="7282"/>
                  <a:pt x="59408" y="12351"/>
                </a:cubicBezTo>
                <a:cubicBezTo>
                  <a:pt x="60311" y="15365"/>
                  <a:pt x="60486" y="18162"/>
                  <a:pt x="59976" y="20711"/>
                </a:cubicBezTo>
                <a:cubicBezTo>
                  <a:pt x="59466" y="23274"/>
                  <a:pt x="58214" y="25604"/>
                  <a:pt x="56160" y="27716"/>
                </a:cubicBezTo>
                <a:lnTo>
                  <a:pt x="62423" y="25837"/>
                </a:lnTo>
                <a:lnTo>
                  <a:pt x="64520" y="32610"/>
                </a:lnTo>
                <a:lnTo>
                  <a:pt x="28459" y="43591"/>
                </a:lnTo>
                <a:close/>
                <a:moveTo>
                  <a:pt x="28459" y="435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514F0-EDEC-4A6A-987F-D9735975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87" y="5969373"/>
            <a:ext cx="59233" cy="52009"/>
          </a:xfrm>
          <a:custGeom xmlns:a="http://schemas.openxmlformats.org/drawingml/2006/main">
            <a:pathLst>
              <a:path w="59233" h="52009">
                <a:moveTo>
                  <a:pt x="35391" y="44378"/>
                </a:moveTo>
                <a:lnTo>
                  <a:pt x="10588" y="52009"/>
                </a:lnTo>
                <a:lnTo>
                  <a:pt x="8476" y="45237"/>
                </a:lnTo>
                <a:lnTo>
                  <a:pt x="33119" y="37664"/>
                </a:lnTo>
                <a:cubicBezTo>
                  <a:pt x="36979" y="36469"/>
                  <a:pt x="39659" y="34823"/>
                  <a:pt x="41130" y="32726"/>
                </a:cubicBezTo>
                <a:cubicBezTo>
                  <a:pt x="42615" y="30614"/>
                  <a:pt x="42892" y="28051"/>
                  <a:pt x="41931" y="25036"/>
                </a:cubicBezTo>
                <a:cubicBezTo>
                  <a:pt x="40853" y="21395"/>
                  <a:pt x="38800" y="18832"/>
                  <a:pt x="35785" y="17477"/>
                </a:cubicBezTo>
                <a:cubicBezTo>
                  <a:pt x="32828" y="16050"/>
                  <a:pt x="29362" y="15992"/>
                  <a:pt x="25313" y="17186"/>
                </a:cubicBezTo>
                <a:lnTo>
                  <a:pt x="2112" y="24293"/>
                </a:lnTo>
                <a:lnTo>
                  <a:pt x="0" y="17536"/>
                </a:lnTo>
                <a:lnTo>
                  <a:pt x="57180" y="0"/>
                </a:lnTo>
                <a:lnTo>
                  <a:pt x="59233" y="6831"/>
                </a:lnTo>
                <a:lnTo>
                  <a:pt x="36804" y="13661"/>
                </a:lnTo>
                <a:cubicBezTo>
                  <a:pt x="39775" y="14564"/>
                  <a:pt x="42222" y="15875"/>
                  <a:pt x="44086" y="17696"/>
                </a:cubicBezTo>
                <a:cubicBezTo>
                  <a:pt x="46023" y="19516"/>
                  <a:pt x="47393" y="21847"/>
                  <a:pt x="48310" y="24759"/>
                </a:cubicBezTo>
                <a:cubicBezTo>
                  <a:pt x="49723" y="29478"/>
                  <a:pt x="49388" y="33454"/>
                  <a:pt x="47160" y="36761"/>
                </a:cubicBezTo>
                <a:cubicBezTo>
                  <a:pt x="45004" y="40110"/>
                  <a:pt x="41072" y="42615"/>
                  <a:pt x="35391" y="44378"/>
                </a:cubicBezTo>
                <a:close/>
                <a:moveTo>
                  <a:pt x="35391" y="443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ED328-73BF-4E2A-A06A-EBDC43EB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614" y="6017173"/>
            <a:ext cx="52403" cy="38232"/>
          </a:xfrm>
          <a:custGeom xmlns:a="http://schemas.openxmlformats.org/drawingml/2006/main">
            <a:pathLst>
              <a:path w="52403" h="38232">
                <a:moveTo>
                  <a:pt x="52403" y="8185"/>
                </a:moveTo>
                <a:lnTo>
                  <a:pt x="40737" y="11710"/>
                </a:lnTo>
                <a:lnTo>
                  <a:pt x="45004" y="25648"/>
                </a:lnTo>
                <a:lnTo>
                  <a:pt x="39761" y="27250"/>
                </a:lnTo>
                <a:lnTo>
                  <a:pt x="35493" y="13370"/>
                </a:lnTo>
                <a:lnTo>
                  <a:pt x="13137" y="20186"/>
                </a:lnTo>
                <a:cubicBezTo>
                  <a:pt x="9787" y="21220"/>
                  <a:pt x="7792" y="22356"/>
                  <a:pt x="7107" y="23551"/>
                </a:cubicBezTo>
                <a:cubicBezTo>
                  <a:pt x="6423" y="24745"/>
                  <a:pt x="6539" y="26798"/>
                  <a:pt x="7399" y="29580"/>
                </a:cubicBezTo>
                <a:lnTo>
                  <a:pt x="9496" y="36527"/>
                </a:lnTo>
                <a:lnTo>
                  <a:pt x="3874" y="38232"/>
                </a:lnTo>
                <a:lnTo>
                  <a:pt x="1762" y="31343"/>
                </a:lnTo>
                <a:cubicBezTo>
                  <a:pt x="175" y="26114"/>
                  <a:pt x="0" y="22182"/>
                  <a:pt x="1369" y="19618"/>
                </a:cubicBezTo>
                <a:cubicBezTo>
                  <a:pt x="2665" y="17069"/>
                  <a:pt x="5913" y="14958"/>
                  <a:pt x="11098" y="13428"/>
                </a:cubicBezTo>
                <a:lnTo>
                  <a:pt x="33396" y="6539"/>
                </a:lnTo>
                <a:lnTo>
                  <a:pt x="31852" y="1588"/>
                </a:lnTo>
                <a:lnTo>
                  <a:pt x="37154" y="0"/>
                </a:lnTo>
                <a:lnTo>
                  <a:pt x="38625" y="4952"/>
                </a:lnTo>
                <a:lnTo>
                  <a:pt x="50349" y="1354"/>
                </a:lnTo>
                <a:lnTo>
                  <a:pt x="52403" y="8185"/>
                </a:lnTo>
                <a:close/>
                <a:moveTo>
                  <a:pt x="52403" y="81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0F6C8-8A8A-4850-BE65-1648C499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722" y="6051254"/>
            <a:ext cx="47567" cy="39193"/>
          </a:xfrm>
          <a:custGeom xmlns:a="http://schemas.openxmlformats.org/drawingml/2006/main">
            <a:pathLst>
              <a:path w="47567" h="39193">
                <a:moveTo>
                  <a:pt x="47451" y="27075"/>
                </a:moveTo>
                <a:lnTo>
                  <a:pt x="41028" y="29012"/>
                </a:lnTo>
                <a:cubicBezTo>
                  <a:pt x="41421" y="26784"/>
                  <a:pt x="41538" y="24570"/>
                  <a:pt x="41421" y="22415"/>
                </a:cubicBezTo>
                <a:cubicBezTo>
                  <a:pt x="41246" y="20186"/>
                  <a:pt x="40853" y="17972"/>
                  <a:pt x="40169" y="15759"/>
                </a:cubicBezTo>
                <a:cubicBezTo>
                  <a:pt x="39149" y="12394"/>
                  <a:pt x="37897" y="10064"/>
                  <a:pt x="36353" y="8695"/>
                </a:cubicBezTo>
                <a:cubicBezTo>
                  <a:pt x="34823" y="7326"/>
                  <a:pt x="33003" y="6991"/>
                  <a:pt x="30949" y="7617"/>
                </a:cubicBezTo>
                <a:cubicBezTo>
                  <a:pt x="29362" y="8069"/>
                  <a:pt x="28328" y="9044"/>
                  <a:pt x="27818" y="10515"/>
                </a:cubicBezTo>
                <a:cubicBezTo>
                  <a:pt x="27250" y="12001"/>
                  <a:pt x="27133" y="14666"/>
                  <a:pt x="27483" y="18540"/>
                </a:cubicBezTo>
                <a:lnTo>
                  <a:pt x="27658" y="21046"/>
                </a:lnTo>
                <a:cubicBezTo>
                  <a:pt x="28109" y="26099"/>
                  <a:pt x="27716" y="29974"/>
                  <a:pt x="26463" y="32595"/>
                </a:cubicBezTo>
                <a:cubicBezTo>
                  <a:pt x="25211" y="35158"/>
                  <a:pt x="22881" y="36979"/>
                  <a:pt x="19516" y="37998"/>
                </a:cubicBezTo>
                <a:cubicBezTo>
                  <a:pt x="15700" y="39193"/>
                  <a:pt x="12234" y="38567"/>
                  <a:pt x="9044" y="36236"/>
                </a:cubicBezTo>
                <a:cubicBezTo>
                  <a:pt x="5913" y="33906"/>
                  <a:pt x="3525" y="30090"/>
                  <a:pt x="1937" y="24803"/>
                </a:cubicBezTo>
                <a:cubicBezTo>
                  <a:pt x="1253" y="22575"/>
                  <a:pt x="743" y="20245"/>
                  <a:pt x="451" y="17739"/>
                </a:cubicBezTo>
                <a:cubicBezTo>
                  <a:pt x="175" y="15176"/>
                  <a:pt x="0" y="12511"/>
                  <a:pt x="58" y="9612"/>
                </a:cubicBezTo>
                <a:lnTo>
                  <a:pt x="7064" y="7442"/>
                </a:lnTo>
                <a:cubicBezTo>
                  <a:pt x="6481" y="10341"/>
                  <a:pt x="6263" y="13079"/>
                  <a:pt x="6379" y="15759"/>
                </a:cubicBezTo>
                <a:cubicBezTo>
                  <a:pt x="6481" y="18366"/>
                  <a:pt x="6889" y="20813"/>
                  <a:pt x="7632" y="23201"/>
                </a:cubicBezTo>
                <a:cubicBezTo>
                  <a:pt x="8593" y="26391"/>
                  <a:pt x="9904" y="28663"/>
                  <a:pt x="11491" y="30032"/>
                </a:cubicBezTo>
                <a:cubicBezTo>
                  <a:pt x="13093" y="31459"/>
                  <a:pt x="14914" y="31794"/>
                  <a:pt x="16895" y="31226"/>
                </a:cubicBezTo>
                <a:cubicBezTo>
                  <a:pt x="18715" y="30658"/>
                  <a:pt x="19910" y="29639"/>
                  <a:pt x="20536" y="28036"/>
                </a:cubicBezTo>
                <a:cubicBezTo>
                  <a:pt x="21162" y="26565"/>
                  <a:pt x="21279" y="23551"/>
                  <a:pt x="20885" y="19050"/>
                </a:cubicBezTo>
                <a:lnTo>
                  <a:pt x="20711" y="16545"/>
                </a:lnTo>
                <a:cubicBezTo>
                  <a:pt x="20317" y="12118"/>
                  <a:pt x="20711" y="8637"/>
                  <a:pt x="22021" y="6248"/>
                </a:cubicBezTo>
                <a:cubicBezTo>
                  <a:pt x="23274" y="3801"/>
                  <a:pt x="25488" y="2156"/>
                  <a:pt x="28677" y="1136"/>
                </a:cubicBezTo>
                <a:cubicBezTo>
                  <a:pt x="32551" y="0"/>
                  <a:pt x="35901" y="451"/>
                  <a:pt x="38858" y="2549"/>
                </a:cubicBezTo>
                <a:cubicBezTo>
                  <a:pt x="41814" y="4602"/>
                  <a:pt x="44043" y="8185"/>
                  <a:pt x="45572" y="13254"/>
                </a:cubicBezTo>
                <a:cubicBezTo>
                  <a:pt x="46373" y="15759"/>
                  <a:pt x="46883" y="18147"/>
                  <a:pt x="47218" y="20419"/>
                </a:cubicBezTo>
                <a:cubicBezTo>
                  <a:pt x="47509" y="22750"/>
                  <a:pt x="47567" y="24963"/>
                  <a:pt x="47451" y="27075"/>
                </a:cubicBezTo>
                <a:close/>
                <a:moveTo>
                  <a:pt x="47451" y="270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B1AE7-F08E-4EC4-8152-CE7E1CD9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912" y="6079407"/>
            <a:ext cx="63093" cy="48252"/>
          </a:xfrm>
          <a:custGeom xmlns:a="http://schemas.openxmlformats.org/drawingml/2006/main">
            <a:pathLst>
              <a:path w="63093" h="48252">
                <a:moveTo>
                  <a:pt x="48878" y="0"/>
                </a:moveTo>
                <a:lnTo>
                  <a:pt x="63093" y="46373"/>
                </a:lnTo>
                <a:lnTo>
                  <a:pt x="56830" y="48252"/>
                </a:lnTo>
                <a:lnTo>
                  <a:pt x="50859" y="28794"/>
                </a:lnTo>
                <a:lnTo>
                  <a:pt x="2272" y="43693"/>
                </a:lnTo>
                <a:lnTo>
                  <a:pt x="0" y="36236"/>
                </a:lnTo>
                <a:lnTo>
                  <a:pt x="48587" y="21395"/>
                </a:lnTo>
                <a:lnTo>
                  <a:pt x="42615" y="1879"/>
                </a:lnTo>
                <a:lnTo>
                  <a:pt x="48878" y="0"/>
                </a:lnTo>
                <a:close/>
                <a:moveTo>
                  <a:pt x="4887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4C1F1-35D3-4DEB-8212-643CEAC0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899" y="6125489"/>
            <a:ext cx="46548" cy="44101"/>
          </a:xfrm>
          <a:custGeom xmlns:a="http://schemas.openxmlformats.org/drawingml/2006/main">
            <a:pathLst>
              <a:path w="46548" h="44101">
                <a:moveTo>
                  <a:pt x="30498" y="39542"/>
                </a:moveTo>
                <a:lnTo>
                  <a:pt x="27206" y="40504"/>
                </a:lnTo>
                <a:lnTo>
                  <a:pt x="17637" y="9452"/>
                </a:lnTo>
                <a:cubicBezTo>
                  <a:pt x="13093" y="11156"/>
                  <a:pt x="10020" y="13661"/>
                  <a:pt x="8316" y="16895"/>
                </a:cubicBezTo>
                <a:cubicBezTo>
                  <a:pt x="6656" y="20201"/>
                  <a:pt x="6496" y="24075"/>
                  <a:pt x="7850" y="28503"/>
                </a:cubicBezTo>
                <a:cubicBezTo>
                  <a:pt x="8651" y="31124"/>
                  <a:pt x="9729" y="33513"/>
                  <a:pt x="11156" y="35785"/>
                </a:cubicBezTo>
                <a:cubicBezTo>
                  <a:pt x="12525" y="38013"/>
                  <a:pt x="14229" y="40169"/>
                  <a:pt x="16225" y="42164"/>
                </a:cubicBezTo>
                <a:lnTo>
                  <a:pt x="9846" y="44101"/>
                </a:lnTo>
                <a:cubicBezTo>
                  <a:pt x="8083" y="41989"/>
                  <a:pt x="6554" y="39775"/>
                  <a:pt x="5185" y="37387"/>
                </a:cubicBezTo>
                <a:cubicBezTo>
                  <a:pt x="3874" y="34998"/>
                  <a:pt x="2855" y="32493"/>
                  <a:pt x="1995" y="29872"/>
                </a:cubicBezTo>
                <a:cubicBezTo>
                  <a:pt x="0" y="23332"/>
                  <a:pt x="350" y="17521"/>
                  <a:pt x="2957" y="12525"/>
                </a:cubicBezTo>
                <a:cubicBezTo>
                  <a:pt x="5636" y="7515"/>
                  <a:pt x="10195" y="4049"/>
                  <a:pt x="16734" y="2054"/>
                </a:cubicBezTo>
                <a:cubicBezTo>
                  <a:pt x="23449" y="0"/>
                  <a:pt x="29362" y="175"/>
                  <a:pt x="34430" y="2563"/>
                </a:cubicBezTo>
                <a:cubicBezTo>
                  <a:pt x="39484" y="5010"/>
                  <a:pt x="42965" y="9336"/>
                  <a:pt x="44829" y="15482"/>
                </a:cubicBezTo>
                <a:cubicBezTo>
                  <a:pt x="46548" y="21002"/>
                  <a:pt x="46082" y="25939"/>
                  <a:pt x="43533" y="30265"/>
                </a:cubicBezTo>
                <a:cubicBezTo>
                  <a:pt x="40970" y="34532"/>
                  <a:pt x="36586" y="37664"/>
                  <a:pt x="30498" y="39542"/>
                </a:cubicBezTo>
                <a:close/>
                <a:moveTo>
                  <a:pt x="30381" y="32144"/>
                </a:moveTo>
                <a:cubicBezTo>
                  <a:pt x="34081" y="30949"/>
                  <a:pt x="36702" y="29012"/>
                  <a:pt x="38290" y="26347"/>
                </a:cubicBezTo>
                <a:cubicBezTo>
                  <a:pt x="39892" y="23667"/>
                  <a:pt x="40169" y="20652"/>
                  <a:pt x="39149" y="17302"/>
                </a:cubicBezTo>
                <a:cubicBezTo>
                  <a:pt x="38013" y="13545"/>
                  <a:pt x="36018" y="10865"/>
                  <a:pt x="33178" y="9219"/>
                </a:cubicBezTo>
                <a:cubicBezTo>
                  <a:pt x="30323" y="7632"/>
                  <a:pt x="26973" y="7224"/>
                  <a:pt x="22983" y="8083"/>
                </a:cubicBezTo>
                <a:lnTo>
                  <a:pt x="30381" y="32144"/>
                </a:lnTo>
                <a:close/>
                <a:moveTo>
                  <a:pt x="30381" y="321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806D9-4C0E-46AE-9505-8C01636A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507" y="6165424"/>
            <a:ext cx="59233" cy="24235"/>
          </a:xfrm>
          <a:custGeom xmlns:a="http://schemas.openxmlformats.org/drawingml/2006/main">
            <a:pathLst>
              <a:path w="59233" h="24235">
                <a:moveTo>
                  <a:pt x="57180" y="0"/>
                </a:moveTo>
                <a:lnTo>
                  <a:pt x="59233" y="6714"/>
                </a:lnTo>
                <a:lnTo>
                  <a:pt x="2112" y="24235"/>
                </a:lnTo>
                <a:lnTo>
                  <a:pt x="0" y="17477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DDB48-82ED-4B02-9FE0-64B2446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493" y="6192630"/>
            <a:ext cx="46490" cy="44145"/>
          </a:xfrm>
          <a:custGeom xmlns:a="http://schemas.openxmlformats.org/drawingml/2006/main">
            <a:pathLst>
              <a:path w="46490" h="44145">
                <a:moveTo>
                  <a:pt x="30440" y="39528"/>
                </a:moveTo>
                <a:lnTo>
                  <a:pt x="27148" y="40562"/>
                </a:lnTo>
                <a:lnTo>
                  <a:pt x="17637" y="9496"/>
                </a:lnTo>
                <a:cubicBezTo>
                  <a:pt x="13093" y="11200"/>
                  <a:pt x="9962" y="13705"/>
                  <a:pt x="8316" y="16953"/>
                </a:cubicBezTo>
                <a:cubicBezTo>
                  <a:pt x="6612" y="20186"/>
                  <a:pt x="6496" y="24060"/>
                  <a:pt x="7850" y="28561"/>
                </a:cubicBezTo>
                <a:cubicBezTo>
                  <a:pt x="8651" y="31110"/>
                  <a:pt x="9729" y="33556"/>
                  <a:pt x="11098" y="35785"/>
                </a:cubicBezTo>
                <a:cubicBezTo>
                  <a:pt x="12525" y="38057"/>
                  <a:pt x="14171" y="40154"/>
                  <a:pt x="16225" y="42149"/>
                </a:cubicBezTo>
                <a:lnTo>
                  <a:pt x="9787" y="44145"/>
                </a:lnTo>
                <a:cubicBezTo>
                  <a:pt x="8025" y="42033"/>
                  <a:pt x="6496" y="39761"/>
                  <a:pt x="5185" y="37372"/>
                </a:cubicBezTo>
                <a:cubicBezTo>
                  <a:pt x="3874" y="35042"/>
                  <a:pt x="2796" y="32537"/>
                  <a:pt x="1995" y="29915"/>
                </a:cubicBezTo>
                <a:cubicBezTo>
                  <a:pt x="0" y="23318"/>
                  <a:pt x="291" y="17579"/>
                  <a:pt x="2971" y="12569"/>
                </a:cubicBezTo>
                <a:cubicBezTo>
                  <a:pt x="5578" y="7559"/>
                  <a:pt x="10195" y="4034"/>
                  <a:pt x="16676" y="2039"/>
                </a:cubicBezTo>
                <a:cubicBezTo>
                  <a:pt x="23449" y="0"/>
                  <a:pt x="29304" y="160"/>
                  <a:pt x="34372" y="2607"/>
                </a:cubicBezTo>
                <a:cubicBezTo>
                  <a:pt x="39426" y="4996"/>
                  <a:pt x="42907" y="9321"/>
                  <a:pt x="44844" y="15526"/>
                </a:cubicBezTo>
                <a:cubicBezTo>
                  <a:pt x="46490" y="21046"/>
                  <a:pt x="46082" y="25939"/>
                  <a:pt x="43475" y="30265"/>
                </a:cubicBezTo>
                <a:cubicBezTo>
                  <a:pt x="40911" y="34590"/>
                  <a:pt x="36586" y="37649"/>
                  <a:pt x="30440" y="39528"/>
                </a:cubicBezTo>
                <a:close/>
                <a:moveTo>
                  <a:pt x="30381" y="32202"/>
                </a:moveTo>
                <a:cubicBezTo>
                  <a:pt x="34022" y="30993"/>
                  <a:pt x="36702" y="29071"/>
                  <a:pt x="38232" y="26332"/>
                </a:cubicBezTo>
                <a:cubicBezTo>
                  <a:pt x="39834" y="23667"/>
                  <a:pt x="40110" y="20652"/>
                  <a:pt x="39091" y="17346"/>
                </a:cubicBezTo>
                <a:cubicBezTo>
                  <a:pt x="37955" y="13530"/>
                  <a:pt x="35959" y="10865"/>
                  <a:pt x="33178" y="9263"/>
                </a:cubicBezTo>
                <a:cubicBezTo>
                  <a:pt x="30323" y="7617"/>
                  <a:pt x="26915" y="7282"/>
                  <a:pt x="22939" y="8069"/>
                </a:cubicBezTo>
                <a:lnTo>
                  <a:pt x="30381" y="32202"/>
                </a:lnTo>
                <a:close/>
                <a:moveTo>
                  <a:pt x="30381" y="322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3BC14-3CBE-43D1-BA92-F7C54F8F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84" y="6237227"/>
            <a:ext cx="57748" cy="72589"/>
          </a:xfrm>
          <a:custGeom xmlns:a="http://schemas.openxmlformats.org/drawingml/2006/main">
            <a:pathLst>
              <a:path w="57748" h="72589">
                <a:moveTo>
                  <a:pt x="43125" y="34707"/>
                </a:moveTo>
                <a:cubicBezTo>
                  <a:pt x="46723" y="35450"/>
                  <a:pt x="49563" y="36746"/>
                  <a:pt x="51718" y="38683"/>
                </a:cubicBezTo>
                <a:cubicBezTo>
                  <a:pt x="53888" y="40620"/>
                  <a:pt x="55418" y="43125"/>
                  <a:pt x="56437" y="46315"/>
                </a:cubicBezTo>
                <a:cubicBezTo>
                  <a:pt x="57748" y="50582"/>
                  <a:pt x="57238" y="54383"/>
                  <a:pt x="54966" y="57631"/>
                </a:cubicBezTo>
                <a:cubicBezTo>
                  <a:pt x="52694" y="60879"/>
                  <a:pt x="48762" y="63326"/>
                  <a:pt x="43242" y="65030"/>
                </a:cubicBezTo>
                <a:lnTo>
                  <a:pt x="18439" y="72589"/>
                </a:lnTo>
                <a:lnTo>
                  <a:pt x="16341" y="65831"/>
                </a:lnTo>
                <a:lnTo>
                  <a:pt x="40911" y="58316"/>
                </a:lnTo>
                <a:cubicBezTo>
                  <a:pt x="44887" y="57063"/>
                  <a:pt x="47567" y="55476"/>
                  <a:pt x="49053" y="53480"/>
                </a:cubicBezTo>
                <a:cubicBezTo>
                  <a:pt x="50524" y="51543"/>
                  <a:pt x="50873" y="49097"/>
                  <a:pt x="49956" y="46257"/>
                </a:cubicBezTo>
                <a:cubicBezTo>
                  <a:pt x="48878" y="42732"/>
                  <a:pt x="46883" y="40343"/>
                  <a:pt x="43926" y="39033"/>
                </a:cubicBezTo>
                <a:cubicBezTo>
                  <a:pt x="41028" y="37722"/>
                  <a:pt x="37503" y="37664"/>
                  <a:pt x="33513" y="38858"/>
                </a:cubicBezTo>
                <a:lnTo>
                  <a:pt x="10253" y="45965"/>
                </a:lnTo>
                <a:lnTo>
                  <a:pt x="8200" y="39193"/>
                </a:lnTo>
                <a:lnTo>
                  <a:pt x="32770" y="31692"/>
                </a:lnTo>
                <a:cubicBezTo>
                  <a:pt x="36761" y="30440"/>
                  <a:pt x="39484" y="28852"/>
                  <a:pt x="40911" y="26915"/>
                </a:cubicBezTo>
                <a:cubicBezTo>
                  <a:pt x="42397" y="24920"/>
                  <a:pt x="42674" y="22473"/>
                  <a:pt x="41829" y="19575"/>
                </a:cubicBezTo>
                <a:cubicBezTo>
                  <a:pt x="40737" y="16108"/>
                  <a:pt x="38756" y="13705"/>
                  <a:pt x="35799" y="12409"/>
                </a:cubicBezTo>
                <a:cubicBezTo>
                  <a:pt x="32828" y="11098"/>
                  <a:pt x="29362" y="11040"/>
                  <a:pt x="25327" y="12234"/>
                </a:cubicBezTo>
                <a:lnTo>
                  <a:pt x="2112" y="19342"/>
                </a:lnTo>
                <a:lnTo>
                  <a:pt x="0" y="12569"/>
                </a:lnTo>
                <a:lnTo>
                  <a:pt x="41144" y="0"/>
                </a:lnTo>
                <a:lnTo>
                  <a:pt x="43242" y="6772"/>
                </a:lnTo>
                <a:lnTo>
                  <a:pt x="36819" y="8768"/>
                </a:lnTo>
                <a:cubicBezTo>
                  <a:pt x="39834" y="9496"/>
                  <a:pt x="42280" y="10807"/>
                  <a:pt x="44101" y="12569"/>
                </a:cubicBezTo>
                <a:cubicBezTo>
                  <a:pt x="45980" y="14331"/>
                  <a:pt x="47334" y="16734"/>
                  <a:pt x="48252" y="19691"/>
                </a:cubicBezTo>
                <a:cubicBezTo>
                  <a:pt x="49155" y="22706"/>
                  <a:pt x="49213" y="25429"/>
                  <a:pt x="48310" y="27993"/>
                </a:cubicBezTo>
                <a:cubicBezTo>
                  <a:pt x="47451" y="30556"/>
                  <a:pt x="45747" y="32770"/>
                  <a:pt x="43125" y="34707"/>
                </a:cubicBezTo>
                <a:close/>
                <a:moveTo>
                  <a:pt x="43125" y="347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CB568-3DE4-4C7F-B94C-575785D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079" y="6312160"/>
            <a:ext cx="46533" cy="44145"/>
          </a:xfrm>
          <a:custGeom xmlns:a="http://schemas.openxmlformats.org/drawingml/2006/main">
            <a:pathLst>
              <a:path w="46533" h="44145">
                <a:moveTo>
                  <a:pt x="30498" y="39528"/>
                </a:moveTo>
                <a:lnTo>
                  <a:pt x="27192" y="40562"/>
                </a:lnTo>
                <a:lnTo>
                  <a:pt x="17637" y="9438"/>
                </a:lnTo>
                <a:cubicBezTo>
                  <a:pt x="13093" y="11200"/>
                  <a:pt x="9962" y="13705"/>
                  <a:pt x="8302" y="16953"/>
                </a:cubicBezTo>
                <a:cubicBezTo>
                  <a:pt x="6656" y="20186"/>
                  <a:pt x="6481" y="24060"/>
                  <a:pt x="7850" y="28561"/>
                </a:cubicBezTo>
                <a:cubicBezTo>
                  <a:pt x="8651" y="31110"/>
                  <a:pt x="9729" y="33556"/>
                  <a:pt x="11156" y="35785"/>
                </a:cubicBezTo>
                <a:cubicBezTo>
                  <a:pt x="12511" y="37998"/>
                  <a:pt x="14229" y="40154"/>
                  <a:pt x="16210" y="42149"/>
                </a:cubicBezTo>
                <a:lnTo>
                  <a:pt x="9846" y="44145"/>
                </a:lnTo>
                <a:cubicBezTo>
                  <a:pt x="8083" y="41975"/>
                  <a:pt x="6481" y="39761"/>
                  <a:pt x="5185" y="37372"/>
                </a:cubicBezTo>
                <a:cubicBezTo>
                  <a:pt x="3874" y="34984"/>
                  <a:pt x="2796" y="32479"/>
                  <a:pt x="1995" y="29857"/>
                </a:cubicBezTo>
                <a:cubicBezTo>
                  <a:pt x="0" y="23318"/>
                  <a:pt x="350" y="17521"/>
                  <a:pt x="2957" y="12569"/>
                </a:cubicBezTo>
                <a:cubicBezTo>
                  <a:pt x="5636" y="7559"/>
                  <a:pt x="10181" y="4034"/>
                  <a:pt x="16734" y="2039"/>
                </a:cubicBezTo>
                <a:cubicBezTo>
                  <a:pt x="23434" y="0"/>
                  <a:pt x="29362" y="160"/>
                  <a:pt x="34416" y="2607"/>
                </a:cubicBezTo>
                <a:cubicBezTo>
                  <a:pt x="39484" y="4996"/>
                  <a:pt x="42950" y="9321"/>
                  <a:pt x="44829" y="15467"/>
                </a:cubicBezTo>
                <a:cubicBezTo>
                  <a:pt x="46533" y="21046"/>
                  <a:pt x="46082" y="25939"/>
                  <a:pt x="43518" y="30265"/>
                </a:cubicBezTo>
                <a:cubicBezTo>
                  <a:pt x="40970" y="34590"/>
                  <a:pt x="36586" y="37664"/>
                  <a:pt x="30498" y="39528"/>
                </a:cubicBezTo>
                <a:close/>
                <a:moveTo>
                  <a:pt x="30381" y="32144"/>
                </a:moveTo>
                <a:cubicBezTo>
                  <a:pt x="34081" y="30993"/>
                  <a:pt x="36702" y="29071"/>
                  <a:pt x="38290" y="26332"/>
                </a:cubicBezTo>
                <a:cubicBezTo>
                  <a:pt x="39877" y="23667"/>
                  <a:pt x="40169" y="20652"/>
                  <a:pt x="39149" y="17288"/>
                </a:cubicBezTo>
                <a:cubicBezTo>
                  <a:pt x="37998" y="13530"/>
                  <a:pt x="36018" y="10865"/>
                  <a:pt x="33163" y="9263"/>
                </a:cubicBezTo>
                <a:cubicBezTo>
                  <a:pt x="30323" y="7617"/>
                  <a:pt x="26973" y="7224"/>
                  <a:pt x="22983" y="8069"/>
                </a:cubicBezTo>
                <a:lnTo>
                  <a:pt x="30381" y="32144"/>
                </a:lnTo>
                <a:close/>
                <a:moveTo>
                  <a:pt x="30381" y="321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18BF9-9FEE-42AF-B627-D1B2A894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133" y="6351921"/>
            <a:ext cx="52403" cy="38290"/>
          </a:xfrm>
          <a:custGeom xmlns:a="http://schemas.openxmlformats.org/drawingml/2006/main">
            <a:pathLst>
              <a:path w="52403" h="38290">
                <a:moveTo>
                  <a:pt x="52403" y="8200"/>
                </a:moveTo>
                <a:lnTo>
                  <a:pt x="40737" y="11783"/>
                </a:lnTo>
                <a:lnTo>
                  <a:pt x="45004" y="25662"/>
                </a:lnTo>
                <a:lnTo>
                  <a:pt x="39761" y="27250"/>
                </a:lnTo>
                <a:lnTo>
                  <a:pt x="35493" y="13370"/>
                </a:lnTo>
                <a:lnTo>
                  <a:pt x="13137" y="20201"/>
                </a:lnTo>
                <a:cubicBezTo>
                  <a:pt x="9787" y="21220"/>
                  <a:pt x="7792" y="22356"/>
                  <a:pt x="7107" y="23551"/>
                </a:cubicBezTo>
                <a:cubicBezTo>
                  <a:pt x="6423" y="24745"/>
                  <a:pt x="6539" y="26798"/>
                  <a:pt x="7399" y="29580"/>
                </a:cubicBezTo>
                <a:lnTo>
                  <a:pt x="9496" y="36527"/>
                </a:lnTo>
                <a:lnTo>
                  <a:pt x="3874" y="38290"/>
                </a:lnTo>
                <a:lnTo>
                  <a:pt x="1762" y="31343"/>
                </a:lnTo>
                <a:cubicBezTo>
                  <a:pt x="175" y="26114"/>
                  <a:pt x="0" y="22196"/>
                  <a:pt x="1369" y="19633"/>
                </a:cubicBezTo>
                <a:cubicBezTo>
                  <a:pt x="2680" y="17069"/>
                  <a:pt x="5913" y="14958"/>
                  <a:pt x="11098" y="13428"/>
                </a:cubicBezTo>
                <a:lnTo>
                  <a:pt x="33396" y="6539"/>
                </a:lnTo>
                <a:lnTo>
                  <a:pt x="31852" y="1588"/>
                </a:lnTo>
                <a:lnTo>
                  <a:pt x="37154" y="0"/>
                </a:lnTo>
                <a:lnTo>
                  <a:pt x="38625" y="4952"/>
                </a:lnTo>
                <a:lnTo>
                  <a:pt x="50349" y="1369"/>
                </a:lnTo>
                <a:lnTo>
                  <a:pt x="52403" y="8200"/>
                </a:lnTo>
                <a:close/>
                <a:moveTo>
                  <a:pt x="52403" y="82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B95B0-631B-41D9-9088-A4FDDFD9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614" y="6386235"/>
            <a:ext cx="49155" cy="25997"/>
          </a:xfrm>
          <a:custGeom xmlns:a="http://schemas.openxmlformats.org/drawingml/2006/main">
            <a:pathLst>
              <a:path w="49155" h="25997">
                <a:moveTo>
                  <a:pt x="42222" y="25997"/>
                </a:moveTo>
                <a:cubicBezTo>
                  <a:pt x="42441" y="25080"/>
                  <a:pt x="42499" y="24177"/>
                  <a:pt x="42441" y="23201"/>
                </a:cubicBezTo>
                <a:cubicBezTo>
                  <a:pt x="42382" y="22298"/>
                  <a:pt x="42164" y="21264"/>
                  <a:pt x="41814" y="20186"/>
                </a:cubicBezTo>
                <a:cubicBezTo>
                  <a:pt x="40678" y="16385"/>
                  <a:pt x="38523" y="13822"/>
                  <a:pt x="35450" y="12511"/>
                </a:cubicBezTo>
                <a:cubicBezTo>
                  <a:pt x="32318" y="11258"/>
                  <a:pt x="28444" y="11317"/>
                  <a:pt x="23784" y="12744"/>
                </a:cubicBezTo>
                <a:lnTo>
                  <a:pt x="2112" y="19400"/>
                </a:lnTo>
                <a:lnTo>
                  <a:pt x="0" y="12569"/>
                </a:lnTo>
                <a:lnTo>
                  <a:pt x="41144" y="0"/>
                </a:lnTo>
                <a:lnTo>
                  <a:pt x="43242" y="6758"/>
                </a:lnTo>
                <a:lnTo>
                  <a:pt x="36877" y="8753"/>
                </a:lnTo>
                <a:cubicBezTo>
                  <a:pt x="39775" y="9379"/>
                  <a:pt x="42222" y="10690"/>
                  <a:pt x="44101" y="12569"/>
                </a:cubicBezTo>
                <a:cubicBezTo>
                  <a:pt x="46023" y="14506"/>
                  <a:pt x="47451" y="17055"/>
                  <a:pt x="48470" y="20303"/>
                </a:cubicBezTo>
                <a:cubicBezTo>
                  <a:pt x="48587" y="20754"/>
                  <a:pt x="48703" y="21322"/>
                  <a:pt x="48820" y="21890"/>
                </a:cubicBezTo>
                <a:cubicBezTo>
                  <a:pt x="48936" y="22458"/>
                  <a:pt x="49038" y="23143"/>
                  <a:pt x="49155" y="23827"/>
                </a:cubicBezTo>
                <a:lnTo>
                  <a:pt x="42222" y="25997"/>
                </a:lnTo>
                <a:close/>
                <a:moveTo>
                  <a:pt x="42222" y="259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656CE-E219-4EAE-B018-F646DB33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191" y="6412567"/>
            <a:ext cx="67870" cy="39994"/>
          </a:xfrm>
          <a:custGeom xmlns:a="http://schemas.openxmlformats.org/drawingml/2006/main">
            <a:pathLst>
              <a:path w="67870" h="39994">
                <a:moveTo>
                  <a:pt x="17404" y="35668"/>
                </a:moveTo>
                <a:cubicBezTo>
                  <a:pt x="11943" y="35275"/>
                  <a:pt x="8185" y="34416"/>
                  <a:pt x="6146" y="33061"/>
                </a:cubicBezTo>
                <a:cubicBezTo>
                  <a:pt x="4093" y="31692"/>
                  <a:pt x="2622" y="29522"/>
                  <a:pt x="1646" y="26463"/>
                </a:cubicBezTo>
                <a:lnTo>
                  <a:pt x="0" y="21046"/>
                </a:lnTo>
                <a:lnTo>
                  <a:pt x="5680" y="19342"/>
                </a:lnTo>
                <a:lnTo>
                  <a:pt x="6889" y="23332"/>
                </a:lnTo>
                <a:cubicBezTo>
                  <a:pt x="7457" y="25153"/>
                  <a:pt x="8302" y="26463"/>
                  <a:pt x="9554" y="27250"/>
                </a:cubicBezTo>
                <a:cubicBezTo>
                  <a:pt x="10749" y="27993"/>
                  <a:pt x="13137" y="28503"/>
                  <a:pt x="16836" y="28736"/>
                </a:cubicBezTo>
                <a:lnTo>
                  <a:pt x="20245" y="29012"/>
                </a:lnTo>
                <a:lnTo>
                  <a:pt x="55636" y="0"/>
                </a:lnTo>
                <a:lnTo>
                  <a:pt x="57864" y="7107"/>
                </a:lnTo>
                <a:lnTo>
                  <a:pt x="29639" y="29872"/>
                </a:lnTo>
                <a:lnTo>
                  <a:pt x="65715" y="32828"/>
                </a:lnTo>
                <a:lnTo>
                  <a:pt x="67870" y="39994"/>
                </a:lnTo>
                <a:lnTo>
                  <a:pt x="17404" y="35668"/>
                </a:lnTo>
                <a:close/>
                <a:moveTo>
                  <a:pt x="17404" y="356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93C8A-E99D-4CD6-83DE-93D1A9E5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010" y="5857810"/>
            <a:ext cx="64797" cy="50582"/>
          </a:xfrm>
          <a:custGeom xmlns:a="http://schemas.openxmlformats.org/drawingml/2006/main">
            <a:pathLst>
              <a:path w="64797" h="50582">
                <a:moveTo>
                  <a:pt x="55359" y="0"/>
                </a:moveTo>
                <a:lnTo>
                  <a:pt x="64797" y="34998"/>
                </a:lnTo>
                <a:lnTo>
                  <a:pt x="58476" y="36702"/>
                </a:lnTo>
                <a:lnTo>
                  <a:pt x="51092" y="9161"/>
                </a:lnTo>
                <a:lnTo>
                  <a:pt x="34707" y="13603"/>
                </a:lnTo>
                <a:lnTo>
                  <a:pt x="41814" y="39936"/>
                </a:lnTo>
                <a:lnTo>
                  <a:pt x="35493" y="41654"/>
                </a:lnTo>
                <a:lnTo>
                  <a:pt x="28386" y="15307"/>
                </a:lnTo>
                <a:lnTo>
                  <a:pt x="8302" y="20711"/>
                </a:lnTo>
                <a:lnTo>
                  <a:pt x="15919" y="48878"/>
                </a:lnTo>
                <a:lnTo>
                  <a:pt x="9612" y="50582"/>
                </a:lnTo>
                <a:lnTo>
                  <a:pt x="0" y="14914"/>
                </a:lnTo>
                <a:lnTo>
                  <a:pt x="55359" y="0"/>
                </a:lnTo>
                <a:close/>
                <a:moveTo>
                  <a:pt x="553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FB576-C35D-4DF4-BB18-3FE4031D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914" y="5905770"/>
            <a:ext cx="66690" cy="56845"/>
          </a:xfrm>
          <a:custGeom xmlns:a="http://schemas.openxmlformats.org/drawingml/2006/main">
            <a:pathLst>
              <a:path w="66690" h="56845">
                <a:moveTo>
                  <a:pt x="55418" y="0"/>
                </a:moveTo>
                <a:lnTo>
                  <a:pt x="58097" y="10079"/>
                </a:lnTo>
                <a:lnTo>
                  <a:pt x="18439" y="47116"/>
                </a:lnTo>
                <a:lnTo>
                  <a:pt x="64753" y="34649"/>
                </a:lnTo>
                <a:lnTo>
                  <a:pt x="66690" y="41931"/>
                </a:lnTo>
                <a:lnTo>
                  <a:pt x="11331" y="56845"/>
                </a:lnTo>
                <a:lnTo>
                  <a:pt x="8593" y="46766"/>
                </a:lnTo>
                <a:lnTo>
                  <a:pt x="48310" y="9729"/>
                </a:lnTo>
                <a:lnTo>
                  <a:pt x="1995" y="22196"/>
                </a:lnTo>
                <a:lnTo>
                  <a:pt x="0" y="14914"/>
                </a:lnTo>
                <a:lnTo>
                  <a:pt x="55418" y="0"/>
                </a:lnTo>
                <a:close/>
                <a:moveTo>
                  <a:pt x="5541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16134-4F59-4A5D-9A16-E242B485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53" y="5964479"/>
            <a:ext cx="60996" cy="53320"/>
          </a:xfrm>
          <a:custGeom xmlns:a="http://schemas.openxmlformats.org/drawingml/2006/main">
            <a:pathLst>
              <a:path w="60996" h="53320">
                <a:moveTo>
                  <a:pt x="59175" y="40737"/>
                </a:moveTo>
                <a:lnTo>
                  <a:pt x="51267" y="42848"/>
                </a:lnTo>
                <a:cubicBezTo>
                  <a:pt x="52971" y="39717"/>
                  <a:pt x="53990" y="36527"/>
                  <a:pt x="54340" y="33352"/>
                </a:cubicBezTo>
                <a:cubicBezTo>
                  <a:pt x="54733" y="30221"/>
                  <a:pt x="54500" y="26973"/>
                  <a:pt x="53655" y="23784"/>
                </a:cubicBezTo>
                <a:cubicBezTo>
                  <a:pt x="51937" y="17477"/>
                  <a:pt x="48703" y="13152"/>
                  <a:pt x="43926" y="10821"/>
                </a:cubicBezTo>
                <a:cubicBezTo>
                  <a:pt x="39149" y="8491"/>
                  <a:pt x="33105" y="8316"/>
                  <a:pt x="25779" y="10312"/>
                </a:cubicBezTo>
                <a:cubicBezTo>
                  <a:pt x="18497" y="12234"/>
                  <a:pt x="13370" y="15424"/>
                  <a:pt x="10414" y="19866"/>
                </a:cubicBezTo>
                <a:cubicBezTo>
                  <a:pt x="7457" y="24250"/>
                  <a:pt x="6831" y="29653"/>
                  <a:pt x="8535" y="35959"/>
                </a:cubicBezTo>
                <a:cubicBezTo>
                  <a:pt x="9394" y="39149"/>
                  <a:pt x="10807" y="42047"/>
                  <a:pt x="12744" y="44552"/>
                </a:cubicBezTo>
                <a:cubicBezTo>
                  <a:pt x="14681" y="47116"/>
                  <a:pt x="17128" y="49330"/>
                  <a:pt x="20143" y="51208"/>
                </a:cubicBezTo>
                <a:lnTo>
                  <a:pt x="12351" y="53320"/>
                </a:lnTo>
                <a:cubicBezTo>
                  <a:pt x="9846" y="51208"/>
                  <a:pt x="7734" y="48762"/>
                  <a:pt x="6088" y="46096"/>
                </a:cubicBezTo>
                <a:cubicBezTo>
                  <a:pt x="4384" y="43416"/>
                  <a:pt x="3131" y="40460"/>
                  <a:pt x="2214" y="37154"/>
                </a:cubicBezTo>
                <a:cubicBezTo>
                  <a:pt x="0" y="28794"/>
                  <a:pt x="801" y="21512"/>
                  <a:pt x="4602" y="15307"/>
                </a:cubicBezTo>
                <a:cubicBezTo>
                  <a:pt x="8418" y="9117"/>
                  <a:pt x="14797" y="4792"/>
                  <a:pt x="23667" y="2403"/>
                </a:cubicBezTo>
                <a:cubicBezTo>
                  <a:pt x="32537" y="0"/>
                  <a:pt x="40227" y="524"/>
                  <a:pt x="46650" y="3932"/>
                </a:cubicBezTo>
                <a:cubicBezTo>
                  <a:pt x="53087" y="7399"/>
                  <a:pt x="57398" y="13326"/>
                  <a:pt x="59685" y="21686"/>
                </a:cubicBezTo>
                <a:cubicBezTo>
                  <a:pt x="60588" y="24978"/>
                  <a:pt x="60996" y="28226"/>
                  <a:pt x="60879" y="31415"/>
                </a:cubicBezTo>
                <a:cubicBezTo>
                  <a:pt x="60821" y="34547"/>
                  <a:pt x="60253" y="37664"/>
                  <a:pt x="59175" y="40737"/>
                </a:cubicBezTo>
                <a:close/>
                <a:moveTo>
                  <a:pt x="59175" y="407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67CDC-2343-4857-8053-1756E85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097" y="6019839"/>
            <a:ext cx="46825" cy="41814"/>
          </a:xfrm>
          <a:custGeom xmlns:a="http://schemas.openxmlformats.org/drawingml/2006/main">
            <a:pathLst>
              <a:path w="46825" h="41814">
                <a:moveTo>
                  <a:pt x="39426" y="16560"/>
                </a:moveTo>
                <a:cubicBezTo>
                  <a:pt x="38465" y="12919"/>
                  <a:pt x="36236" y="10414"/>
                  <a:pt x="32828" y="9044"/>
                </a:cubicBezTo>
                <a:cubicBezTo>
                  <a:pt x="29420" y="7690"/>
                  <a:pt x="25211" y="7690"/>
                  <a:pt x="20259" y="9044"/>
                </a:cubicBezTo>
                <a:cubicBezTo>
                  <a:pt x="15249" y="10355"/>
                  <a:pt x="11666" y="12467"/>
                  <a:pt x="9336" y="15365"/>
                </a:cubicBezTo>
                <a:cubicBezTo>
                  <a:pt x="7049" y="18264"/>
                  <a:pt x="6423" y="21570"/>
                  <a:pt x="7399" y="25211"/>
                </a:cubicBezTo>
                <a:cubicBezTo>
                  <a:pt x="8360" y="28852"/>
                  <a:pt x="10588" y="31357"/>
                  <a:pt x="14055" y="32712"/>
                </a:cubicBezTo>
                <a:cubicBezTo>
                  <a:pt x="17463" y="34022"/>
                  <a:pt x="21672" y="34081"/>
                  <a:pt x="26624" y="32712"/>
                </a:cubicBezTo>
                <a:cubicBezTo>
                  <a:pt x="31517" y="31415"/>
                  <a:pt x="35158" y="29304"/>
                  <a:pt x="37430" y="26405"/>
                </a:cubicBezTo>
                <a:cubicBezTo>
                  <a:pt x="39775" y="23507"/>
                  <a:pt x="40445" y="20201"/>
                  <a:pt x="39426" y="16560"/>
                </a:cubicBezTo>
                <a:close/>
                <a:moveTo>
                  <a:pt x="45237" y="15030"/>
                </a:moveTo>
                <a:cubicBezTo>
                  <a:pt x="46825" y="20944"/>
                  <a:pt x="46140" y="26114"/>
                  <a:pt x="43183" y="30556"/>
                </a:cubicBezTo>
                <a:cubicBezTo>
                  <a:pt x="40285" y="34998"/>
                  <a:pt x="35391" y="38115"/>
                  <a:pt x="28561" y="39936"/>
                </a:cubicBezTo>
                <a:cubicBezTo>
                  <a:pt x="21788" y="41814"/>
                  <a:pt x="15992" y="41538"/>
                  <a:pt x="11215" y="39207"/>
                </a:cubicBezTo>
                <a:cubicBezTo>
                  <a:pt x="6423" y="36877"/>
                  <a:pt x="3248" y="32712"/>
                  <a:pt x="1588" y="26798"/>
                </a:cubicBezTo>
                <a:cubicBezTo>
                  <a:pt x="0" y="20827"/>
                  <a:pt x="685" y="15657"/>
                  <a:pt x="3641" y="11215"/>
                </a:cubicBezTo>
                <a:cubicBezTo>
                  <a:pt x="6598" y="6772"/>
                  <a:pt x="11491" y="3699"/>
                  <a:pt x="18322" y="1821"/>
                </a:cubicBezTo>
                <a:cubicBezTo>
                  <a:pt x="25094" y="0"/>
                  <a:pt x="30891" y="233"/>
                  <a:pt x="35668" y="2563"/>
                </a:cubicBezTo>
                <a:cubicBezTo>
                  <a:pt x="40445" y="4894"/>
                  <a:pt x="43635" y="9044"/>
                  <a:pt x="45237" y="15030"/>
                </a:cubicBezTo>
                <a:close/>
                <a:moveTo>
                  <a:pt x="45237" y="150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78F98-2E26-4121-B830-ED0BF30C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331" y="6066386"/>
            <a:ext cx="65540" cy="44480"/>
          </a:xfrm>
          <a:custGeom xmlns:a="http://schemas.openxmlformats.org/drawingml/2006/main">
            <a:pathLst>
              <a:path w="65540" h="44480">
                <a:moveTo>
                  <a:pt x="41246" y="28153"/>
                </a:moveTo>
                <a:lnTo>
                  <a:pt x="63719" y="22065"/>
                </a:lnTo>
                <a:lnTo>
                  <a:pt x="65540" y="28896"/>
                </a:lnTo>
                <a:lnTo>
                  <a:pt x="7850" y="44480"/>
                </a:lnTo>
                <a:lnTo>
                  <a:pt x="6030" y="37664"/>
                </a:lnTo>
                <a:lnTo>
                  <a:pt x="12234" y="35945"/>
                </a:lnTo>
                <a:cubicBezTo>
                  <a:pt x="9379" y="35217"/>
                  <a:pt x="7049" y="33906"/>
                  <a:pt x="5287" y="32027"/>
                </a:cubicBezTo>
                <a:cubicBezTo>
                  <a:pt x="3466" y="30148"/>
                  <a:pt x="2156" y="27701"/>
                  <a:pt x="1369" y="24628"/>
                </a:cubicBezTo>
                <a:cubicBezTo>
                  <a:pt x="0" y="19618"/>
                  <a:pt x="903" y="14958"/>
                  <a:pt x="4034" y="10749"/>
                </a:cubicBezTo>
                <a:cubicBezTo>
                  <a:pt x="7224" y="6539"/>
                  <a:pt x="12059" y="3525"/>
                  <a:pt x="18599" y="1762"/>
                </a:cubicBezTo>
                <a:cubicBezTo>
                  <a:pt x="25094" y="0"/>
                  <a:pt x="30775" y="160"/>
                  <a:pt x="35668" y="2214"/>
                </a:cubicBezTo>
                <a:cubicBezTo>
                  <a:pt x="40504" y="4311"/>
                  <a:pt x="43577" y="7850"/>
                  <a:pt x="44946" y="12846"/>
                </a:cubicBezTo>
                <a:cubicBezTo>
                  <a:pt x="45790" y="15919"/>
                  <a:pt x="45907" y="18715"/>
                  <a:pt x="45281" y="21220"/>
                </a:cubicBezTo>
                <a:cubicBezTo>
                  <a:pt x="44654" y="23725"/>
                  <a:pt x="43344" y="26056"/>
                  <a:pt x="41246" y="28153"/>
                </a:cubicBezTo>
                <a:close/>
                <a:moveTo>
                  <a:pt x="20478" y="8811"/>
                </a:moveTo>
                <a:cubicBezTo>
                  <a:pt x="15467" y="10181"/>
                  <a:pt x="11826" y="12220"/>
                  <a:pt x="9496" y="15074"/>
                </a:cubicBezTo>
                <a:cubicBezTo>
                  <a:pt x="7224" y="17914"/>
                  <a:pt x="6539" y="21162"/>
                  <a:pt x="7515" y="24745"/>
                </a:cubicBezTo>
                <a:cubicBezTo>
                  <a:pt x="8476" y="28328"/>
                  <a:pt x="10690" y="30833"/>
                  <a:pt x="14113" y="32144"/>
                </a:cubicBezTo>
                <a:cubicBezTo>
                  <a:pt x="17521" y="33440"/>
                  <a:pt x="21730" y="33396"/>
                  <a:pt x="26740" y="32027"/>
                </a:cubicBezTo>
                <a:cubicBezTo>
                  <a:pt x="31750" y="30716"/>
                  <a:pt x="35391" y="28604"/>
                  <a:pt x="37722" y="25764"/>
                </a:cubicBezTo>
                <a:cubicBezTo>
                  <a:pt x="39994" y="22924"/>
                  <a:pt x="40678" y="19676"/>
                  <a:pt x="39703" y="16094"/>
                </a:cubicBezTo>
                <a:cubicBezTo>
                  <a:pt x="38741" y="12453"/>
                  <a:pt x="36527" y="10006"/>
                  <a:pt x="33105" y="8695"/>
                </a:cubicBezTo>
                <a:cubicBezTo>
                  <a:pt x="29697" y="7442"/>
                  <a:pt x="25488" y="7442"/>
                  <a:pt x="20478" y="8811"/>
                </a:cubicBezTo>
                <a:close/>
                <a:moveTo>
                  <a:pt x="20478" y="8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FE305-BB81-48AD-9976-7F33810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94" y="6114624"/>
            <a:ext cx="46591" cy="43635"/>
          </a:xfrm>
          <a:custGeom xmlns:a="http://schemas.openxmlformats.org/drawingml/2006/main">
            <a:pathLst>
              <a:path w="46591" h="43635">
                <a:moveTo>
                  <a:pt x="29930" y="39775"/>
                </a:moveTo>
                <a:lnTo>
                  <a:pt x="26565" y="40620"/>
                </a:lnTo>
                <a:lnTo>
                  <a:pt x="18147" y="9278"/>
                </a:lnTo>
                <a:cubicBezTo>
                  <a:pt x="13545" y="10865"/>
                  <a:pt x="10297" y="13195"/>
                  <a:pt x="8535" y="16385"/>
                </a:cubicBezTo>
                <a:cubicBezTo>
                  <a:pt x="6772" y="19633"/>
                  <a:pt x="6496" y="23434"/>
                  <a:pt x="7690" y="27993"/>
                </a:cubicBezTo>
                <a:cubicBezTo>
                  <a:pt x="8418" y="30614"/>
                  <a:pt x="9394" y="33061"/>
                  <a:pt x="10705" y="35333"/>
                </a:cubicBezTo>
                <a:cubicBezTo>
                  <a:pt x="12001" y="37664"/>
                  <a:pt x="13661" y="39819"/>
                  <a:pt x="15598" y="41931"/>
                </a:cubicBezTo>
                <a:lnTo>
                  <a:pt x="9103" y="43635"/>
                </a:lnTo>
                <a:cubicBezTo>
                  <a:pt x="7457" y="41479"/>
                  <a:pt x="5971" y="39193"/>
                  <a:pt x="4719" y="36761"/>
                </a:cubicBezTo>
                <a:cubicBezTo>
                  <a:pt x="3481" y="34314"/>
                  <a:pt x="2505" y="31809"/>
                  <a:pt x="1821" y="29129"/>
                </a:cubicBezTo>
                <a:cubicBezTo>
                  <a:pt x="0" y="22531"/>
                  <a:pt x="510" y="16734"/>
                  <a:pt x="3364" y="11841"/>
                </a:cubicBezTo>
                <a:cubicBezTo>
                  <a:pt x="6146" y="6947"/>
                  <a:pt x="10865" y="3583"/>
                  <a:pt x="17419" y="1821"/>
                </a:cubicBezTo>
                <a:cubicBezTo>
                  <a:pt x="24235" y="0"/>
                  <a:pt x="30105" y="393"/>
                  <a:pt x="35100" y="2957"/>
                </a:cubicBezTo>
                <a:cubicBezTo>
                  <a:pt x="40052" y="5578"/>
                  <a:pt x="43416" y="9962"/>
                  <a:pt x="45062" y="16210"/>
                </a:cubicBezTo>
                <a:cubicBezTo>
                  <a:pt x="46591" y="21788"/>
                  <a:pt x="45965" y="26682"/>
                  <a:pt x="43242" y="30891"/>
                </a:cubicBezTo>
                <a:cubicBezTo>
                  <a:pt x="40562" y="35158"/>
                  <a:pt x="36076" y="38057"/>
                  <a:pt x="29930" y="39775"/>
                </a:cubicBezTo>
                <a:close/>
                <a:moveTo>
                  <a:pt x="30105" y="32377"/>
                </a:moveTo>
                <a:cubicBezTo>
                  <a:pt x="33804" y="31343"/>
                  <a:pt x="36469" y="29478"/>
                  <a:pt x="38173" y="26857"/>
                </a:cubicBezTo>
                <a:cubicBezTo>
                  <a:pt x="39834" y="24177"/>
                  <a:pt x="40227" y="21220"/>
                  <a:pt x="39309" y="17871"/>
                </a:cubicBezTo>
                <a:cubicBezTo>
                  <a:pt x="38290" y="14055"/>
                  <a:pt x="36411" y="11273"/>
                  <a:pt x="33629" y="9554"/>
                </a:cubicBezTo>
                <a:cubicBezTo>
                  <a:pt x="30891" y="7850"/>
                  <a:pt x="27483" y="7340"/>
                  <a:pt x="23492" y="8083"/>
                </a:cubicBezTo>
                <a:lnTo>
                  <a:pt x="30105" y="32377"/>
                </a:lnTo>
                <a:close/>
                <a:moveTo>
                  <a:pt x="30105" y="323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D1E23-D033-4AED-A17A-0F85962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498" y="6150132"/>
            <a:ext cx="63311" cy="50742"/>
          </a:xfrm>
          <a:custGeom xmlns:a="http://schemas.openxmlformats.org/drawingml/2006/main">
            <a:pathLst>
              <a:path w="63311" h="50742">
                <a:moveTo>
                  <a:pt x="0" y="36061"/>
                </a:moveTo>
                <a:lnTo>
                  <a:pt x="49665" y="0"/>
                </a:lnTo>
                <a:lnTo>
                  <a:pt x="51762" y="7850"/>
                </a:lnTo>
                <a:lnTo>
                  <a:pt x="9889" y="37940"/>
                </a:lnTo>
                <a:lnTo>
                  <a:pt x="61214" y="42950"/>
                </a:lnTo>
                <a:lnTo>
                  <a:pt x="63311" y="50742"/>
                </a:lnTo>
                <a:lnTo>
                  <a:pt x="2272" y="44538"/>
                </a:lnTo>
                <a:lnTo>
                  <a:pt x="0" y="36061"/>
                </a:lnTo>
                <a:close/>
                <a:moveTo>
                  <a:pt x="0" y="36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127A9-CFC0-4F2C-887E-D9000D47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130" y="6207413"/>
            <a:ext cx="46533" cy="43635"/>
          </a:xfrm>
          <a:custGeom xmlns:a="http://schemas.openxmlformats.org/drawingml/2006/main">
            <a:pathLst>
              <a:path w="46533" h="43635">
                <a:moveTo>
                  <a:pt x="29872" y="39717"/>
                </a:moveTo>
                <a:lnTo>
                  <a:pt x="26565" y="40620"/>
                </a:lnTo>
                <a:lnTo>
                  <a:pt x="18089" y="9278"/>
                </a:lnTo>
                <a:cubicBezTo>
                  <a:pt x="13487" y="10807"/>
                  <a:pt x="10297" y="13195"/>
                  <a:pt x="8535" y="16385"/>
                </a:cubicBezTo>
                <a:cubicBezTo>
                  <a:pt x="6714" y="19633"/>
                  <a:pt x="6423" y="23449"/>
                  <a:pt x="7675" y="27993"/>
                </a:cubicBezTo>
                <a:cubicBezTo>
                  <a:pt x="8360" y="30614"/>
                  <a:pt x="9379" y="33061"/>
                  <a:pt x="10690" y="35333"/>
                </a:cubicBezTo>
                <a:cubicBezTo>
                  <a:pt x="12001" y="37605"/>
                  <a:pt x="13603" y="39834"/>
                  <a:pt x="15526" y="41873"/>
                </a:cubicBezTo>
                <a:lnTo>
                  <a:pt x="9103" y="43635"/>
                </a:lnTo>
                <a:cubicBezTo>
                  <a:pt x="7399" y="41479"/>
                  <a:pt x="5913" y="39149"/>
                  <a:pt x="4719" y="36761"/>
                </a:cubicBezTo>
                <a:cubicBezTo>
                  <a:pt x="3466" y="34314"/>
                  <a:pt x="2505" y="31809"/>
                  <a:pt x="1762" y="29129"/>
                </a:cubicBezTo>
                <a:cubicBezTo>
                  <a:pt x="0" y="22531"/>
                  <a:pt x="510" y="16734"/>
                  <a:pt x="3306" y="11841"/>
                </a:cubicBezTo>
                <a:cubicBezTo>
                  <a:pt x="6146" y="6947"/>
                  <a:pt x="10807" y="3583"/>
                  <a:pt x="17404" y="1821"/>
                </a:cubicBezTo>
                <a:cubicBezTo>
                  <a:pt x="24177" y="0"/>
                  <a:pt x="30090" y="350"/>
                  <a:pt x="35042" y="2957"/>
                </a:cubicBezTo>
                <a:cubicBezTo>
                  <a:pt x="40052" y="5578"/>
                  <a:pt x="43358" y="9962"/>
                  <a:pt x="45062" y="16210"/>
                </a:cubicBezTo>
                <a:cubicBezTo>
                  <a:pt x="46533" y="21788"/>
                  <a:pt x="45965" y="26682"/>
                  <a:pt x="43242" y="30891"/>
                </a:cubicBezTo>
                <a:cubicBezTo>
                  <a:pt x="40504" y="35158"/>
                  <a:pt x="36076" y="38057"/>
                  <a:pt x="29872" y="39717"/>
                </a:cubicBezTo>
                <a:close/>
                <a:moveTo>
                  <a:pt x="30032" y="32377"/>
                </a:moveTo>
                <a:cubicBezTo>
                  <a:pt x="33789" y="31357"/>
                  <a:pt x="36469" y="29478"/>
                  <a:pt x="38115" y="26857"/>
                </a:cubicBezTo>
                <a:cubicBezTo>
                  <a:pt x="39819" y="24177"/>
                  <a:pt x="40227" y="21220"/>
                  <a:pt x="39309" y="17812"/>
                </a:cubicBezTo>
                <a:cubicBezTo>
                  <a:pt x="38290" y="14055"/>
                  <a:pt x="36353" y="11273"/>
                  <a:pt x="33629" y="9554"/>
                </a:cubicBezTo>
                <a:cubicBezTo>
                  <a:pt x="30833" y="7850"/>
                  <a:pt x="27483" y="7340"/>
                  <a:pt x="23434" y="8083"/>
                </a:cubicBezTo>
                <a:lnTo>
                  <a:pt x="30032" y="32377"/>
                </a:lnTo>
                <a:close/>
                <a:moveTo>
                  <a:pt x="30032" y="323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7AC8E-1B73-412F-AA45-328A4EE4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486" y="6252927"/>
            <a:ext cx="48703" cy="26056"/>
          </a:xfrm>
          <a:custGeom xmlns:a="http://schemas.openxmlformats.org/drawingml/2006/main">
            <a:pathLst>
              <a:path w="48703" h="26056">
                <a:moveTo>
                  <a:pt x="41698" y="26056"/>
                </a:moveTo>
                <a:cubicBezTo>
                  <a:pt x="41931" y="25211"/>
                  <a:pt x="42047" y="24235"/>
                  <a:pt x="42047" y="23332"/>
                </a:cubicBezTo>
                <a:cubicBezTo>
                  <a:pt x="41989" y="22356"/>
                  <a:pt x="41814" y="21337"/>
                  <a:pt x="41523" y="20259"/>
                </a:cubicBezTo>
                <a:cubicBezTo>
                  <a:pt x="40504" y="16385"/>
                  <a:pt x="38465" y="13763"/>
                  <a:pt x="35391" y="12351"/>
                </a:cubicBezTo>
                <a:cubicBezTo>
                  <a:pt x="32318" y="10982"/>
                  <a:pt x="28444" y="10923"/>
                  <a:pt x="23725" y="12176"/>
                </a:cubicBezTo>
                <a:lnTo>
                  <a:pt x="1879" y="18089"/>
                </a:lnTo>
                <a:lnTo>
                  <a:pt x="0" y="11215"/>
                </a:lnTo>
                <a:lnTo>
                  <a:pt x="41523" y="0"/>
                </a:lnTo>
                <a:lnTo>
                  <a:pt x="43402" y="6889"/>
                </a:lnTo>
                <a:lnTo>
                  <a:pt x="36921" y="8651"/>
                </a:lnTo>
                <a:cubicBezTo>
                  <a:pt x="39819" y="9394"/>
                  <a:pt x="42208" y="10749"/>
                  <a:pt x="44028" y="12686"/>
                </a:cubicBezTo>
                <a:cubicBezTo>
                  <a:pt x="45907" y="14681"/>
                  <a:pt x="47276" y="17302"/>
                  <a:pt x="48135" y="20594"/>
                </a:cubicBezTo>
                <a:cubicBezTo>
                  <a:pt x="48296" y="21046"/>
                  <a:pt x="48354" y="21628"/>
                  <a:pt x="48470" y="22196"/>
                </a:cubicBezTo>
                <a:cubicBezTo>
                  <a:pt x="48587" y="22764"/>
                  <a:pt x="48645" y="23449"/>
                  <a:pt x="48703" y="24119"/>
                </a:cubicBezTo>
                <a:lnTo>
                  <a:pt x="41698" y="26056"/>
                </a:lnTo>
                <a:close/>
                <a:moveTo>
                  <a:pt x="41698" y="260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16227-392B-4BFF-A018-D7F4809A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962" y="6280060"/>
            <a:ext cx="59568" cy="22371"/>
          </a:xfrm>
          <a:custGeom xmlns:a="http://schemas.openxmlformats.org/drawingml/2006/main">
            <a:pathLst>
              <a:path w="59568" h="22371">
                <a:moveTo>
                  <a:pt x="41523" y="4384"/>
                </a:moveTo>
                <a:lnTo>
                  <a:pt x="43402" y="11215"/>
                </a:lnTo>
                <a:lnTo>
                  <a:pt x="1879" y="22371"/>
                </a:lnTo>
                <a:lnTo>
                  <a:pt x="0" y="15540"/>
                </a:lnTo>
                <a:lnTo>
                  <a:pt x="41523" y="4384"/>
                </a:lnTo>
                <a:close/>
                <a:moveTo>
                  <a:pt x="57690" y="0"/>
                </a:moveTo>
                <a:lnTo>
                  <a:pt x="59568" y="6831"/>
                </a:lnTo>
                <a:lnTo>
                  <a:pt x="50917" y="9161"/>
                </a:lnTo>
                <a:lnTo>
                  <a:pt x="49038" y="2345"/>
                </a:lnTo>
                <a:lnTo>
                  <a:pt x="57690" y="0"/>
                </a:lnTo>
                <a:close/>
                <a:moveTo>
                  <a:pt x="5769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6ACF6-035F-496D-86F5-FB371CDE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934" y="6300145"/>
            <a:ext cx="63093" cy="26012"/>
          </a:xfrm>
          <a:custGeom xmlns:a="http://schemas.openxmlformats.org/drawingml/2006/main">
            <a:pathLst>
              <a:path w="63093" h="26012">
                <a:moveTo>
                  <a:pt x="63093" y="22080"/>
                </a:moveTo>
                <a:lnTo>
                  <a:pt x="57398" y="23609"/>
                </a:lnTo>
                <a:lnTo>
                  <a:pt x="55636" y="17069"/>
                </a:lnTo>
                <a:cubicBezTo>
                  <a:pt x="55010" y="14623"/>
                  <a:pt x="54048" y="13035"/>
                  <a:pt x="52796" y="12351"/>
                </a:cubicBezTo>
                <a:cubicBezTo>
                  <a:pt x="51543" y="11666"/>
                  <a:pt x="49665" y="11666"/>
                  <a:pt x="47058" y="12351"/>
                </a:cubicBezTo>
                <a:lnTo>
                  <a:pt x="43416" y="13370"/>
                </a:lnTo>
                <a:lnTo>
                  <a:pt x="46431" y="24585"/>
                </a:lnTo>
                <a:lnTo>
                  <a:pt x="41130" y="26012"/>
                </a:lnTo>
                <a:lnTo>
                  <a:pt x="38115" y="14797"/>
                </a:lnTo>
                <a:lnTo>
                  <a:pt x="1879" y="24526"/>
                </a:lnTo>
                <a:lnTo>
                  <a:pt x="0" y="17696"/>
                </a:lnTo>
                <a:lnTo>
                  <a:pt x="36236" y="7908"/>
                </a:lnTo>
                <a:lnTo>
                  <a:pt x="34474" y="1427"/>
                </a:lnTo>
                <a:lnTo>
                  <a:pt x="39775" y="0"/>
                </a:lnTo>
                <a:lnTo>
                  <a:pt x="41538" y="6496"/>
                </a:lnTo>
                <a:lnTo>
                  <a:pt x="44436" y="5753"/>
                </a:lnTo>
                <a:cubicBezTo>
                  <a:pt x="49038" y="4500"/>
                  <a:pt x="52738" y="4675"/>
                  <a:pt x="55418" y="6204"/>
                </a:cubicBezTo>
                <a:cubicBezTo>
                  <a:pt x="58141" y="7807"/>
                  <a:pt x="60078" y="10923"/>
                  <a:pt x="61331" y="15598"/>
                </a:cubicBezTo>
                <a:lnTo>
                  <a:pt x="63093" y="22080"/>
                </a:lnTo>
                <a:close/>
                <a:moveTo>
                  <a:pt x="63093" y="22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588CF-B496-42BA-A7F5-9513361C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881" y="6327919"/>
            <a:ext cx="59510" cy="22356"/>
          </a:xfrm>
          <a:custGeom xmlns:a="http://schemas.openxmlformats.org/drawingml/2006/main">
            <a:pathLst>
              <a:path w="59510" h="22356">
                <a:moveTo>
                  <a:pt x="41523" y="4369"/>
                </a:moveTo>
                <a:lnTo>
                  <a:pt x="43344" y="11142"/>
                </a:lnTo>
                <a:lnTo>
                  <a:pt x="1821" y="22356"/>
                </a:lnTo>
                <a:lnTo>
                  <a:pt x="0" y="15526"/>
                </a:lnTo>
                <a:lnTo>
                  <a:pt x="41523" y="4369"/>
                </a:lnTo>
                <a:close/>
                <a:moveTo>
                  <a:pt x="57690" y="0"/>
                </a:moveTo>
                <a:lnTo>
                  <a:pt x="59510" y="6816"/>
                </a:lnTo>
                <a:lnTo>
                  <a:pt x="50859" y="9161"/>
                </a:lnTo>
                <a:lnTo>
                  <a:pt x="49038" y="2330"/>
                </a:lnTo>
                <a:lnTo>
                  <a:pt x="57690" y="0"/>
                </a:lnTo>
                <a:close/>
                <a:moveTo>
                  <a:pt x="5769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54EC9-62A1-4038-BE57-75AF00B4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673" y="6354252"/>
            <a:ext cx="46591" cy="43693"/>
          </a:xfrm>
          <a:custGeom xmlns:a="http://schemas.openxmlformats.org/drawingml/2006/main">
            <a:pathLst>
              <a:path w="46591" h="43693">
                <a:moveTo>
                  <a:pt x="29930" y="39775"/>
                </a:moveTo>
                <a:lnTo>
                  <a:pt x="26565" y="40678"/>
                </a:lnTo>
                <a:lnTo>
                  <a:pt x="18147" y="9278"/>
                </a:lnTo>
                <a:cubicBezTo>
                  <a:pt x="13530" y="10865"/>
                  <a:pt x="10297" y="13254"/>
                  <a:pt x="8535" y="16443"/>
                </a:cubicBezTo>
                <a:cubicBezTo>
                  <a:pt x="6772" y="19633"/>
                  <a:pt x="6481" y="23507"/>
                  <a:pt x="7675" y="27993"/>
                </a:cubicBezTo>
                <a:cubicBezTo>
                  <a:pt x="8418" y="30614"/>
                  <a:pt x="9379" y="33119"/>
                  <a:pt x="10690" y="35391"/>
                </a:cubicBezTo>
                <a:cubicBezTo>
                  <a:pt x="12001" y="37664"/>
                  <a:pt x="13647" y="39834"/>
                  <a:pt x="15584" y="41931"/>
                </a:cubicBezTo>
                <a:lnTo>
                  <a:pt x="9161" y="43693"/>
                </a:lnTo>
                <a:cubicBezTo>
                  <a:pt x="7457" y="41479"/>
                  <a:pt x="5971" y="39207"/>
                  <a:pt x="4719" y="36761"/>
                </a:cubicBezTo>
                <a:cubicBezTo>
                  <a:pt x="3466" y="34372"/>
                  <a:pt x="2505" y="31809"/>
                  <a:pt x="1821" y="29187"/>
                </a:cubicBezTo>
                <a:cubicBezTo>
                  <a:pt x="0" y="22531"/>
                  <a:pt x="510" y="16793"/>
                  <a:pt x="3350" y="11899"/>
                </a:cubicBezTo>
                <a:cubicBezTo>
                  <a:pt x="6146" y="6947"/>
                  <a:pt x="10865" y="3641"/>
                  <a:pt x="17463" y="1821"/>
                </a:cubicBezTo>
                <a:cubicBezTo>
                  <a:pt x="24235" y="0"/>
                  <a:pt x="30090" y="408"/>
                  <a:pt x="35100" y="3015"/>
                </a:cubicBezTo>
                <a:cubicBezTo>
                  <a:pt x="40052" y="5578"/>
                  <a:pt x="43402" y="10020"/>
                  <a:pt x="45106" y="16225"/>
                </a:cubicBezTo>
                <a:cubicBezTo>
                  <a:pt x="46591" y="21847"/>
                  <a:pt x="45965" y="26740"/>
                  <a:pt x="43242" y="30949"/>
                </a:cubicBezTo>
                <a:cubicBezTo>
                  <a:pt x="40562" y="35158"/>
                  <a:pt x="36120" y="38115"/>
                  <a:pt x="29930" y="39775"/>
                </a:cubicBezTo>
                <a:close/>
                <a:moveTo>
                  <a:pt x="30090" y="32435"/>
                </a:moveTo>
                <a:cubicBezTo>
                  <a:pt x="33789" y="31357"/>
                  <a:pt x="36527" y="29537"/>
                  <a:pt x="38173" y="26857"/>
                </a:cubicBezTo>
                <a:cubicBezTo>
                  <a:pt x="39819" y="24235"/>
                  <a:pt x="40227" y="21220"/>
                  <a:pt x="39309" y="17871"/>
                </a:cubicBezTo>
                <a:cubicBezTo>
                  <a:pt x="38290" y="14055"/>
                  <a:pt x="36411" y="11331"/>
                  <a:pt x="33615" y="9612"/>
                </a:cubicBezTo>
                <a:cubicBezTo>
                  <a:pt x="30891" y="7908"/>
                  <a:pt x="27483" y="7399"/>
                  <a:pt x="23492" y="8083"/>
                </a:cubicBezTo>
                <a:lnTo>
                  <a:pt x="30090" y="32435"/>
                </a:lnTo>
                <a:close/>
                <a:moveTo>
                  <a:pt x="30090" y="324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2D6BC-C34F-4365-A92D-0F6C0BCD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499" y="6400960"/>
            <a:ext cx="65540" cy="44494"/>
          </a:xfrm>
          <a:custGeom xmlns:a="http://schemas.openxmlformats.org/drawingml/2006/main">
            <a:pathLst>
              <a:path w="65540" h="44494">
                <a:moveTo>
                  <a:pt x="41246" y="28168"/>
                </a:moveTo>
                <a:lnTo>
                  <a:pt x="63719" y="22080"/>
                </a:lnTo>
                <a:lnTo>
                  <a:pt x="65540" y="28910"/>
                </a:lnTo>
                <a:lnTo>
                  <a:pt x="7850" y="44494"/>
                </a:lnTo>
                <a:lnTo>
                  <a:pt x="5971" y="37664"/>
                </a:lnTo>
                <a:lnTo>
                  <a:pt x="12234" y="35959"/>
                </a:lnTo>
                <a:cubicBezTo>
                  <a:pt x="9394" y="35217"/>
                  <a:pt x="7064" y="33848"/>
                  <a:pt x="5243" y="32027"/>
                </a:cubicBezTo>
                <a:cubicBezTo>
                  <a:pt x="3481" y="30163"/>
                  <a:pt x="2170" y="27716"/>
                  <a:pt x="1311" y="24643"/>
                </a:cubicBezTo>
                <a:cubicBezTo>
                  <a:pt x="0" y="19633"/>
                  <a:pt x="859" y="14972"/>
                  <a:pt x="4049" y="10763"/>
                </a:cubicBezTo>
                <a:cubicBezTo>
                  <a:pt x="7180" y="6496"/>
                  <a:pt x="12059" y="3525"/>
                  <a:pt x="18555" y="1762"/>
                </a:cubicBezTo>
                <a:cubicBezTo>
                  <a:pt x="25094" y="0"/>
                  <a:pt x="30789" y="175"/>
                  <a:pt x="35625" y="2228"/>
                </a:cubicBezTo>
                <a:cubicBezTo>
                  <a:pt x="40518" y="4326"/>
                  <a:pt x="43591" y="7850"/>
                  <a:pt x="44946" y="12860"/>
                </a:cubicBezTo>
                <a:cubicBezTo>
                  <a:pt x="45747" y="15933"/>
                  <a:pt x="45863" y="18715"/>
                  <a:pt x="45237" y="21220"/>
                </a:cubicBezTo>
                <a:cubicBezTo>
                  <a:pt x="44669" y="23725"/>
                  <a:pt x="43300" y="26056"/>
                  <a:pt x="41246" y="28168"/>
                </a:cubicBezTo>
                <a:close/>
                <a:moveTo>
                  <a:pt x="20492" y="8826"/>
                </a:moveTo>
                <a:cubicBezTo>
                  <a:pt x="15482" y="10181"/>
                  <a:pt x="11783" y="12234"/>
                  <a:pt x="9511" y="15074"/>
                </a:cubicBezTo>
                <a:cubicBezTo>
                  <a:pt x="7180" y="17929"/>
                  <a:pt x="6554" y="21162"/>
                  <a:pt x="7515" y="24745"/>
                </a:cubicBezTo>
                <a:cubicBezTo>
                  <a:pt x="8476" y="28342"/>
                  <a:pt x="10647" y="30833"/>
                  <a:pt x="14055" y="32085"/>
                </a:cubicBezTo>
                <a:cubicBezTo>
                  <a:pt x="17521" y="33454"/>
                  <a:pt x="21745" y="33396"/>
                  <a:pt x="26740" y="32027"/>
                </a:cubicBezTo>
                <a:cubicBezTo>
                  <a:pt x="31750" y="30731"/>
                  <a:pt x="35391" y="28619"/>
                  <a:pt x="37722" y="25779"/>
                </a:cubicBezTo>
                <a:cubicBezTo>
                  <a:pt x="39994" y="22924"/>
                  <a:pt x="40678" y="19691"/>
                  <a:pt x="39659" y="16108"/>
                </a:cubicBezTo>
                <a:cubicBezTo>
                  <a:pt x="38698" y="12467"/>
                  <a:pt x="36527" y="10020"/>
                  <a:pt x="33119" y="8710"/>
                </a:cubicBezTo>
                <a:cubicBezTo>
                  <a:pt x="29697" y="7457"/>
                  <a:pt x="25488" y="7457"/>
                  <a:pt x="20492" y="8826"/>
                </a:cubicBezTo>
                <a:close/>
                <a:moveTo>
                  <a:pt x="20492" y="88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4D6CF-765C-4A8B-A651-FE0E99C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56" y="5820263"/>
            <a:ext cx="60981" cy="52621"/>
          </a:xfrm>
          <a:custGeom xmlns:a="http://schemas.openxmlformats.org/drawingml/2006/main">
            <a:pathLst>
              <a:path w="60981" h="52621">
                <a:moveTo>
                  <a:pt x="58709" y="41596"/>
                </a:moveTo>
                <a:lnTo>
                  <a:pt x="50742" y="43475"/>
                </a:lnTo>
                <a:cubicBezTo>
                  <a:pt x="52563" y="40343"/>
                  <a:pt x="53641" y="37212"/>
                  <a:pt x="54150" y="34081"/>
                </a:cubicBezTo>
                <a:cubicBezTo>
                  <a:pt x="54675" y="30949"/>
                  <a:pt x="54558" y="27701"/>
                  <a:pt x="53757" y="24468"/>
                </a:cubicBezTo>
                <a:cubicBezTo>
                  <a:pt x="52286" y="18089"/>
                  <a:pt x="49213" y="13661"/>
                  <a:pt x="44480" y="11215"/>
                </a:cubicBezTo>
                <a:cubicBezTo>
                  <a:pt x="39819" y="8710"/>
                  <a:pt x="33789" y="8360"/>
                  <a:pt x="26391" y="10079"/>
                </a:cubicBezTo>
                <a:cubicBezTo>
                  <a:pt x="19050" y="11783"/>
                  <a:pt x="13822" y="14797"/>
                  <a:pt x="10690" y="19065"/>
                </a:cubicBezTo>
                <a:cubicBezTo>
                  <a:pt x="7559" y="23390"/>
                  <a:pt x="6758" y="28736"/>
                  <a:pt x="8243" y="35100"/>
                </a:cubicBezTo>
                <a:cubicBezTo>
                  <a:pt x="9044" y="38348"/>
                  <a:pt x="10355" y="41246"/>
                  <a:pt x="12176" y="43868"/>
                </a:cubicBezTo>
                <a:cubicBezTo>
                  <a:pt x="13996" y="46490"/>
                  <a:pt x="16443" y="48762"/>
                  <a:pt x="19400" y="50801"/>
                </a:cubicBezTo>
                <a:lnTo>
                  <a:pt x="11491" y="52621"/>
                </a:lnTo>
                <a:cubicBezTo>
                  <a:pt x="9103" y="50407"/>
                  <a:pt x="7049" y="47902"/>
                  <a:pt x="5462" y="45179"/>
                </a:cubicBezTo>
                <a:cubicBezTo>
                  <a:pt x="3918" y="42441"/>
                  <a:pt x="2724" y="39426"/>
                  <a:pt x="1922" y="36134"/>
                </a:cubicBezTo>
                <a:cubicBezTo>
                  <a:pt x="0" y="27658"/>
                  <a:pt x="1020" y="20376"/>
                  <a:pt x="5054" y="14346"/>
                </a:cubicBezTo>
                <a:cubicBezTo>
                  <a:pt x="9103" y="8258"/>
                  <a:pt x="15584" y="4151"/>
                  <a:pt x="24512" y="2112"/>
                </a:cubicBezTo>
                <a:cubicBezTo>
                  <a:pt x="33498" y="0"/>
                  <a:pt x="41130" y="801"/>
                  <a:pt x="47436" y="4442"/>
                </a:cubicBezTo>
                <a:cubicBezTo>
                  <a:pt x="53757" y="8083"/>
                  <a:pt x="57908" y="14171"/>
                  <a:pt x="59903" y="22589"/>
                </a:cubicBezTo>
                <a:cubicBezTo>
                  <a:pt x="60646" y="25939"/>
                  <a:pt x="60981" y="29187"/>
                  <a:pt x="60763" y="32318"/>
                </a:cubicBezTo>
                <a:cubicBezTo>
                  <a:pt x="60588" y="35508"/>
                  <a:pt x="59903" y="38581"/>
                  <a:pt x="58709" y="41596"/>
                </a:cubicBezTo>
                <a:close/>
                <a:moveTo>
                  <a:pt x="58709" y="415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A6CE8-6DA3-4715-8F00-77172CB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979" y="5874763"/>
            <a:ext cx="48805" cy="44829"/>
          </a:xfrm>
          <a:custGeom xmlns:a="http://schemas.openxmlformats.org/drawingml/2006/main">
            <a:pathLst>
              <a:path w="48805" h="44829">
                <a:moveTo>
                  <a:pt x="15293" y="5928"/>
                </a:moveTo>
                <a:lnTo>
                  <a:pt x="40620" y="0"/>
                </a:lnTo>
                <a:lnTo>
                  <a:pt x="42266" y="6889"/>
                </a:lnTo>
                <a:lnTo>
                  <a:pt x="17113" y="12744"/>
                </a:lnTo>
                <a:cubicBezTo>
                  <a:pt x="13195" y="13661"/>
                  <a:pt x="10399" y="15132"/>
                  <a:pt x="8753" y="17128"/>
                </a:cubicBezTo>
                <a:cubicBezTo>
                  <a:pt x="7166" y="19181"/>
                  <a:pt x="6714" y="21686"/>
                  <a:pt x="7384" y="24803"/>
                </a:cubicBezTo>
                <a:cubicBezTo>
                  <a:pt x="8302" y="28503"/>
                  <a:pt x="10181" y="31182"/>
                  <a:pt x="13021" y="32770"/>
                </a:cubicBezTo>
                <a:cubicBezTo>
                  <a:pt x="15919" y="34372"/>
                  <a:pt x="19400" y="34707"/>
                  <a:pt x="23492" y="33746"/>
                </a:cubicBezTo>
                <a:lnTo>
                  <a:pt x="47218" y="28226"/>
                </a:lnTo>
                <a:lnTo>
                  <a:pt x="48805" y="35100"/>
                </a:lnTo>
                <a:lnTo>
                  <a:pt x="6933" y="44829"/>
                </a:lnTo>
                <a:lnTo>
                  <a:pt x="5345" y="37955"/>
                </a:lnTo>
                <a:lnTo>
                  <a:pt x="11768" y="36469"/>
                </a:lnTo>
                <a:cubicBezTo>
                  <a:pt x="8811" y="35391"/>
                  <a:pt x="6481" y="33906"/>
                  <a:pt x="4719" y="31983"/>
                </a:cubicBezTo>
                <a:cubicBezTo>
                  <a:pt x="3015" y="30046"/>
                  <a:pt x="1762" y="27658"/>
                  <a:pt x="1078" y="24759"/>
                </a:cubicBezTo>
                <a:cubicBezTo>
                  <a:pt x="0" y="19924"/>
                  <a:pt x="626" y="15933"/>
                  <a:pt x="3015" y="12744"/>
                </a:cubicBezTo>
                <a:cubicBezTo>
                  <a:pt x="5462" y="9569"/>
                  <a:pt x="9496" y="7282"/>
                  <a:pt x="15293" y="5928"/>
                </a:cubicBezTo>
                <a:close/>
                <a:moveTo>
                  <a:pt x="15293" y="59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3211B-2DD1-4919-A413-8C161B7E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160" y="5923757"/>
            <a:ext cx="48237" cy="26056"/>
          </a:xfrm>
          <a:custGeom xmlns:a="http://schemas.openxmlformats.org/drawingml/2006/main">
            <a:pathLst>
              <a:path w="48237" h="26056">
                <a:moveTo>
                  <a:pt x="41188" y="26056"/>
                </a:moveTo>
                <a:cubicBezTo>
                  <a:pt x="41479" y="25138"/>
                  <a:pt x="41581" y="24235"/>
                  <a:pt x="41581" y="23259"/>
                </a:cubicBezTo>
                <a:cubicBezTo>
                  <a:pt x="41581" y="22298"/>
                  <a:pt x="41479" y="21279"/>
                  <a:pt x="41188" y="20186"/>
                </a:cubicBezTo>
                <a:cubicBezTo>
                  <a:pt x="40271" y="16327"/>
                  <a:pt x="38348" y="13589"/>
                  <a:pt x="35333" y="12118"/>
                </a:cubicBezTo>
                <a:cubicBezTo>
                  <a:pt x="32318" y="10632"/>
                  <a:pt x="28444" y="10457"/>
                  <a:pt x="23667" y="11550"/>
                </a:cubicBezTo>
                <a:lnTo>
                  <a:pt x="1588" y="16662"/>
                </a:lnTo>
                <a:lnTo>
                  <a:pt x="0" y="9787"/>
                </a:lnTo>
                <a:lnTo>
                  <a:pt x="41873" y="0"/>
                </a:lnTo>
                <a:lnTo>
                  <a:pt x="43518" y="6933"/>
                </a:lnTo>
                <a:lnTo>
                  <a:pt x="36979" y="8418"/>
                </a:lnTo>
                <a:cubicBezTo>
                  <a:pt x="39877" y="9263"/>
                  <a:pt x="42208" y="10749"/>
                  <a:pt x="43970" y="12744"/>
                </a:cubicBezTo>
                <a:cubicBezTo>
                  <a:pt x="45747" y="14783"/>
                  <a:pt x="47043" y="17463"/>
                  <a:pt x="47786" y="20813"/>
                </a:cubicBezTo>
                <a:cubicBezTo>
                  <a:pt x="47902" y="21279"/>
                  <a:pt x="48019" y="21788"/>
                  <a:pt x="48077" y="22415"/>
                </a:cubicBezTo>
                <a:cubicBezTo>
                  <a:pt x="48135" y="22983"/>
                  <a:pt x="48179" y="23609"/>
                  <a:pt x="48237" y="24352"/>
                </a:cubicBezTo>
                <a:lnTo>
                  <a:pt x="41188" y="26056"/>
                </a:lnTo>
                <a:close/>
                <a:moveTo>
                  <a:pt x="41188" y="260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BDCFA-C6DE-47A7-B45C-300CD26D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126" y="5956411"/>
            <a:ext cx="47160" cy="41640"/>
          </a:xfrm>
          <a:custGeom xmlns:a="http://schemas.openxmlformats.org/drawingml/2006/main">
            <a:pathLst>
              <a:path w="47160" h="41640">
                <a:moveTo>
                  <a:pt x="24920" y="22983"/>
                </a:moveTo>
                <a:cubicBezTo>
                  <a:pt x="23667" y="17463"/>
                  <a:pt x="22123" y="13705"/>
                  <a:pt x="20361" y="11885"/>
                </a:cubicBezTo>
                <a:cubicBezTo>
                  <a:pt x="18540" y="10006"/>
                  <a:pt x="16152" y="9438"/>
                  <a:pt x="13079" y="10181"/>
                </a:cubicBezTo>
                <a:cubicBezTo>
                  <a:pt x="10632" y="10749"/>
                  <a:pt x="8870" y="12001"/>
                  <a:pt x="7850" y="13938"/>
                </a:cubicBezTo>
                <a:cubicBezTo>
                  <a:pt x="6772" y="15933"/>
                  <a:pt x="6598" y="18264"/>
                  <a:pt x="7224" y="20987"/>
                </a:cubicBezTo>
                <a:cubicBezTo>
                  <a:pt x="8127" y="24861"/>
                  <a:pt x="10181" y="27585"/>
                  <a:pt x="13428" y="29245"/>
                </a:cubicBezTo>
                <a:cubicBezTo>
                  <a:pt x="16662" y="30949"/>
                  <a:pt x="20536" y="31226"/>
                  <a:pt x="25022" y="30207"/>
                </a:cubicBezTo>
                <a:lnTo>
                  <a:pt x="26507" y="29872"/>
                </a:lnTo>
                <a:lnTo>
                  <a:pt x="24920" y="22983"/>
                </a:lnTo>
                <a:close/>
                <a:moveTo>
                  <a:pt x="31008" y="36061"/>
                </a:moveTo>
                <a:lnTo>
                  <a:pt x="7107" y="41640"/>
                </a:lnTo>
                <a:lnTo>
                  <a:pt x="5462" y="34765"/>
                </a:lnTo>
                <a:lnTo>
                  <a:pt x="11826" y="33280"/>
                </a:lnTo>
                <a:cubicBezTo>
                  <a:pt x="8928" y="32318"/>
                  <a:pt x="6598" y="30775"/>
                  <a:pt x="4835" y="28721"/>
                </a:cubicBezTo>
                <a:cubicBezTo>
                  <a:pt x="3073" y="26624"/>
                  <a:pt x="1821" y="23944"/>
                  <a:pt x="1020" y="20536"/>
                </a:cubicBezTo>
                <a:cubicBezTo>
                  <a:pt x="0" y="16268"/>
                  <a:pt x="451" y="12569"/>
                  <a:pt x="2272" y="9438"/>
                </a:cubicBezTo>
                <a:cubicBezTo>
                  <a:pt x="4034" y="6365"/>
                  <a:pt x="6991" y="4326"/>
                  <a:pt x="11040" y="3408"/>
                </a:cubicBezTo>
                <a:cubicBezTo>
                  <a:pt x="15759" y="2330"/>
                  <a:pt x="19676" y="3073"/>
                  <a:pt x="22808" y="5636"/>
                </a:cubicBezTo>
                <a:cubicBezTo>
                  <a:pt x="25939" y="8243"/>
                  <a:pt x="28211" y="12686"/>
                  <a:pt x="29697" y="18948"/>
                </a:cubicBezTo>
                <a:lnTo>
                  <a:pt x="31911" y="28619"/>
                </a:lnTo>
                <a:lnTo>
                  <a:pt x="32595" y="28444"/>
                </a:lnTo>
                <a:cubicBezTo>
                  <a:pt x="35785" y="27701"/>
                  <a:pt x="37998" y="26056"/>
                  <a:pt x="39193" y="23609"/>
                </a:cubicBezTo>
                <a:cubicBezTo>
                  <a:pt x="40445" y="21104"/>
                  <a:pt x="40678" y="17972"/>
                  <a:pt x="39761" y="14215"/>
                </a:cubicBezTo>
                <a:cubicBezTo>
                  <a:pt x="39193" y="11826"/>
                  <a:pt x="38392" y="9554"/>
                  <a:pt x="37256" y="7399"/>
                </a:cubicBezTo>
                <a:cubicBezTo>
                  <a:pt x="36178" y="5287"/>
                  <a:pt x="34809" y="3292"/>
                  <a:pt x="33163" y="1471"/>
                </a:cubicBezTo>
                <a:lnTo>
                  <a:pt x="39542" y="0"/>
                </a:lnTo>
                <a:cubicBezTo>
                  <a:pt x="41072" y="2272"/>
                  <a:pt x="42382" y="4544"/>
                  <a:pt x="43402" y="6831"/>
                </a:cubicBezTo>
                <a:cubicBezTo>
                  <a:pt x="44480" y="9044"/>
                  <a:pt x="45222" y="11317"/>
                  <a:pt x="45732" y="13545"/>
                </a:cubicBezTo>
                <a:cubicBezTo>
                  <a:pt x="47160" y="19618"/>
                  <a:pt x="46650" y="24512"/>
                  <a:pt x="44203" y="28211"/>
                </a:cubicBezTo>
                <a:cubicBezTo>
                  <a:pt x="41756" y="31969"/>
                  <a:pt x="37372" y="34590"/>
                  <a:pt x="31008" y="36061"/>
                </a:cubicBezTo>
                <a:close/>
                <a:moveTo>
                  <a:pt x="31008" y="360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0A1D2-CE1A-454E-9D84-B77236AC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482" y="6002201"/>
            <a:ext cx="48237" cy="26012"/>
          </a:xfrm>
          <a:custGeom xmlns:a="http://schemas.openxmlformats.org/drawingml/2006/main">
            <a:pathLst>
              <a:path w="48237" h="26012">
                <a:moveTo>
                  <a:pt x="41188" y="26012"/>
                </a:moveTo>
                <a:cubicBezTo>
                  <a:pt x="41407" y="25153"/>
                  <a:pt x="41581" y="24235"/>
                  <a:pt x="41581" y="23274"/>
                </a:cubicBezTo>
                <a:cubicBezTo>
                  <a:pt x="41581" y="22313"/>
                  <a:pt x="41407" y="21279"/>
                  <a:pt x="41188" y="20201"/>
                </a:cubicBezTo>
                <a:cubicBezTo>
                  <a:pt x="40271" y="16283"/>
                  <a:pt x="38290" y="13603"/>
                  <a:pt x="35275" y="12118"/>
                </a:cubicBezTo>
                <a:cubicBezTo>
                  <a:pt x="32260" y="10588"/>
                  <a:pt x="28386" y="10414"/>
                  <a:pt x="23667" y="11491"/>
                </a:cubicBezTo>
                <a:lnTo>
                  <a:pt x="1588" y="16676"/>
                </a:lnTo>
                <a:lnTo>
                  <a:pt x="0" y="9729"/>
                </a:lnTo>
                <a:lnTo>
                  <a:pt x="41873" y="0"/>
                </a:lnTo>
                <a:lnTo>
                  <a:pt x="43460" y="6889"/>
                </a:lnTo>
                <a:lnTo>
                  <a:pt x="36979" y="8418"/>
                </a:lnTo>
                <a:cubicBezTo>
                  <a:pt x="39877" y="9278"/>
                  <a:pt x="42149" y="10705"/>
                  <a:pt x="43970" y="12744"/>
                </a:cubicBezTo>
                <a:cubicBezTo>
                  <a:pt x="45732" y="14797"/>
                  <a:pt x="46985" y="17477"/>
                  <a:pt x="47786" y="20769"/>
                </a:cubicBezTo>
                <a:cubicBezTo>
                  <a:pt x="47902" y="21220"/>
                  <a:pt x="47961" y="21788"/>
                  <a:pt x="48062" y="22371"/>
                </a:cubicBezTo>
                <a:cubicBezTo>
                  <a:pt x="48121" y="22939"/>
                  <a:pt x="48179" y="23609"/>
                  <a:pt x="48237" y="24352"/>
                </a:cubicBezTo>
                <a:lnTo>
                  <a:pt x="41188" y="26012"/>
                </a:lnTo>
                <a:close/>
                <a:moveTo>
                  <a:pt x="41188" y="260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60FEB-232D-440D-9117-1EF2AE1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177" y="6032582"/>
            <a:ext cx="46606" cy="43125"/>
          </a:xfrm>
          <a:custGeom xmlns:a="http://schemas.openxmlformats.org/drawingml/2006/main">
            <a:pathLst>
              <a:path w="46606" h="43125">
                <a:moveTo>
                  <a:pt x="29304" y="39936"/>
                </a:moveTo>
                <a:lnTo>
                  <a:pt x="25954" y="40737"/>
                </a:lnTo>
                <a:lnTo>
                  <a:pt x="18555" y="9103"/>
                </a:lnTo>
                <a:cubicBezTo>
                  <a:pt x="13880" y="10472"/>
                  <a:pt x="10647" y="12744"/>
                  <a:pt x="8768" y="15875"/>
                </a:cubicBezTo>
                <a:cubicBezTo>
                  <a:pt x="6831" y="19007"/>
                  <a:pt x="6437" y="22881"/>
                  <a:pt x="7515" y="27425"/>
                </a:cubicBezTo>
                <a:cubicBezTo>
                  <a:pt x="8141" y="30105"/>
                  <a:pt x="9044" y="32551"/>
                  <a:pt x="10297" y="34882"/>
                </a:cubicBezTo>
                <a:cubicBezTo>
                  <a:pt x="11491" y="37212"/>
                  <a:pt x="13035" y="39484"/>
                  <a:pt x="14914" y="41596"/>
                </a:cubicBezTo>
                <a:lnTo>
                  <a:pt x="8418" y="43125"/>
                </a:lnTo>
                <a:cubicBezTo>
                  <a:pt x="6772" y="40911"/>
                  <a:pt x="5403" y="38581"/>
                  <a:pt x="4209" y="36076"/>
                </a:cubicBezTo>
                <a:cubicBezTo>
                  <a:pt x="3073" y="33629"/>
                  <a:pt x="2228" y="31066"/>
                  <a:pt x="1602" y="28401"/>
                </a:cubicBezTo>
                <a:cubicBezTo>
                  <a:pt x="0" y="21730"/>
                  <a:pt x="743" y="15992"/>
                  <a:pt x="3699" y="11156"/>
                </a:cubicBezTo>
                <a:cubicBezTo>
                  <a:pt x="6656" y="6321"/>
                  <a:pt x="11491" y="3190"/>
                  <a:pt x="18147" y="1602"/>
                </a:cubicBezTo>
                <a:cubicBezTo>
                  <a:pt x="24978" y="0"/>
                  <a:pt x="30847" y="568"/>
                  <a:pt x="35726" y="3364"/>
                </a:cubicBezTo>
                <a:cubicBezTo>
                  <a:pt x="40620" y="6146"/>
                  <a:pt x="43810" y="10647"/>
                  <a:pt x="45295" y="16953"/>
                </a:cubicBezTo>
                <a:cubicBezTo>
                  <a:pt x="46606" y="22589"/>
                  <a:pt x="45805" y="27425"/>
                  <a:pt x="42965" y="31576"/>
                </a:cubicBezTo>
                <a:cubicBezTo>
                  <a:pt x="40110" y="35683"/>
                  <a:pt x="35566" y="38465"/>
                  <a:pt x="29304" y="39936"/>
                </a:cubicBezTo>
                <a:close/>
                <a:moveTo>
                  <a:pt x="29755" y="32610"/>
                </a:moveTo>
                <a:cubicBezTo>
                  <a:pt x="33454" y="31634"/>
                  <a:pt x="36251" y="29930"/>
                  <a:pt x="38013" y="27308"/>
                </a:cubicBezTo>
                <a:cubicBezTo>
                  <a:pt x="39775" y="24759"/>
                  <a:pt x="40285" y="21730"/>
                  <a:pt x="39484" y="18380"/>
                </a:cubicBezTo>
                <a:cubicBezTo>
                  <a:pt x="38581" y="14506"/>
                  <a:pt x="36761" y="11724"/>
                  <a:pt x="34081" y="9904"/>
                </a:cubicBezTo>
                <a:cubicBezTo>
                  <a:pt x="31357" y="8141"/>
                  <a:pt x="27993" y="7515"/>
                  <a:pt x="23958" y="8083"/>
                </a:cubicBezTo>
                <a:lnTo>
                  <a:pt x="29755" y="32610"/>
                </a:lnTo>
                <a:close/>
                <a:moveTo>
                  <a:pt x="29755" y="326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2E28C-6D0D-402D-8A59-D31BC92B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512" y="6076392"/>
            <a:ext cx="67754" cy="64112"/>
          </a:xfrm>
          <a:custGeom xmlns:a="http://schemas.openxmlformats.org/drawingml/2006/main">
            <a:pathLst>
              <a:path w="67754" h="64112">
                <a:moveTo>
                  <a:pt x="55869" y="0"/>
                </a:moveTo>
                <a:lnTo>
                  <a:pt x="58491" y="11273"/>
                </a:lnTo>
                <a:lnTo>
                  <a:pt x="23842" y="34357"/>
                </a:lnTo>
                <a:lnTo>
                  <a:pt x="65147" y="39819"/>
                </a:lnTo>
                <a:lnTo>
                  <a:pt x="67754" y="51092"/>
                </a:lnTo>
                <a:lnTo>
                  <a:pt x="11943" y="64112"/>
                </a:lnTo>
                <a:lnTo>
                  <a:pt x="10239" y="56728"/>
                </a:lnTo>
                <a:lnTo>
                  <a:pt x="59277" y="45281"/>
                </a:lnTo>
                <a:lnTo>
                  <a:pt x="17579" y="39819"/>
                </a:lnTo>
                <a:lnTo>
                  <a:pt x="15817" y="32260"/>
                </a:lnTo>
                <a:lnTo>
                  <a:pt x="50742" y="8928"/>
                </a:lnTo>
                <a:lnTo>
                  <a:pt x="1704" y="20376"/>
                </a:lnTo>
                <a:lnTo>
                  <a:pt x="0" y="13035"/>
                </a:lnTo>
                <a:lnTo>
                  <a:pt x="55869" y="0"/>
                </a:lnTo>
                <a:close/>
                <a:moveTo>
                  <a:pt x="558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D2C0B-60E8-48ED-8DEA-21AEF4DE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640" y="6145806"/>
            <a:ext cx="46533" cy="43125"/>
          </a:xfrm>
          <a:custGeom xmlns:a="http://schemas.openxmlformats.org/drawingml/2006/main">
            <a:pathLst>
              <a:path w="46533" h="43125">
                <a:moveTo>
                  <a:pt x="29289" y="39936"/>
                </a:moveTo>
                <a:lnTo>
                  <a:pt x="25881" y="40737"/>
                </a:lnTo>
                <a:lnTo>
                  <a:pt x="18540" y="9044"/>
                </a:lnTo>
                <a:cubicBezTo>
                  <a:pt x="13880" y="10457"/>
                  <a:pt x="10574" y="12744"/>
                  <a:pt x="8695" y="15875"/>
                </a:cubicBezTo>
                <a:cubicBezTo>
                  <a:pt x="6831" y="18992"/>
                  <a:pt x="6423" y="22866"/>
                  <a:pt x="7442" y="27425"/>
                </a:cubicBezTo>
                <a:cubicBezTo>
                  <a:pt x="8069" y="30032"/>
                  <a:pt x="8986" y="32537"/>
                  <a:pt x="10239" y="34867"/>
                </a:cubicBezTo>
                <a:cubicBezTo>
                  <a:pt x="11433" y="37197"/>
                  <a:pt x="13021" y="39426"/>
                  <a:pt x="14841" y="41581"/>
                </a:cubicBezTo>
                <a:lnTo>
                  <a:pt x="8360" y="43125"/>
                </a:lnTo>
                <a:cubicBezTo>
                  <a:pt x="6772" y="40897"/>
                  <a:pt x="5345" y="38508"/>
                  <a:pt x="4209" y="36061"/>
                </a:cubicBezTo>
                <a:cubicBezTo>
                  <a:pt x="3073" y="33615"/>
                  <a:pt x="2156" y="31066"/>
                  <a:pt x="1529" y="28386"/>
                </a:cubicBezTo>
                <a:cubicBezTo>
                  <a:pt x="0" y="21672"/>
                  <a:pt x="685" y="15919"/>
                  <a:pt x="3641" y="11142"/>
                </a:cubicBezTo>
                <a:cubicBezTo>
                  <a:pt x="6656" y="6306"/>
                  <a:pt x="11433" y="3131"/>
                  <a:pt x="18089" y="1588"/>
                </a:cubicBezTo>
                <a:cubicBezTo>
                  <a:pt x="24920" y="0"/>
                  <a:pt x="30833" y="568"/>
                  <a:pt x="35668" y="3350"/>
                </a:cubicBezTo>
                <a:cubicBezTo>
                  <a:pt x="40562" y="6088"/>
                  <a:pt x="43751" y="10632"/>
                  <a:pt x="45222" y="16895"/>
                </a:cubicBezTo>
                <a:cubicBezTo>
                  <a:pt x="46533" y="22531"/>
                  <a:pt x="45790" y="27425"/>
                  <a:pt x="42892" y="31576"/>
                </a:cubicBezTo>
                <a:cubicBezTo>
                  <a:pt x="40052" y="35668"/>
                  <a:pt x="35493" y="38450"/>
                  <a:pt x="29289" y="39936"/>
                </a:cubicBezTo>
                <a:close/>
                <a:moveTo>
                  <a:pt x="29697" y="32537"/>
                </a:moveTo>
                <a:cubicBezTo>
                  <a:pt x="33454" y="31634"/>
                  <a:pt x="36178" y="29857"/>
                  <a:pt x="37940" y="27308"/>
                </a:cubicBezTo>
                <a:cubicBezTo>
                  <a:pt x="39703" y="24745"/>
                  <a:pt x="40212" y="21730"/>
                  <a:pt x="39426" y="18366"/>
                </a:cubicBezTo>
                <a:cubicBezTo>
                  <a:pt x="38508" y="14506"/>
                  <a:pt x="36746" y="11710"/>
                  <a:pt x="34022" y="9889"/>
                </a:cubicBezTo>
                <a:cubicBezTo>
                  <a:pt x="31284" y="8069"/>
                  <a:pt x="27935" y="7442"/>
                  <a:pt x="23886" y="8010"/>
                </a:cubicBezTo>
                <a:lnTo>
                  <a:pt x="29697" y="32537"/>
                </a:lnTo>
                <a:close/>
                <a:moveTo>
                  <a:pt x="29697" y="32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1C6F1-D63D-4A75-AAB3-844AB36A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898" y="6187387"/>
            <a:ext cx="53364" cy="35901"/>
          </a:xfrm>
          <a:custGeom xmlns:a="http://schemas.openxmlformats.org/drawingml/2006/main">
            <a:pathLst>
              <a:path w="53364" h="35901">
                <a:moveTo>
                  <a:pt x="53364" y="9161"/>
                </a:moveTo>
                <a:lnTo>
                  <a:pt x="41479" y="11957"/>
                </a:lnTo>
                <a:lnTo>
                  <a:pt x="44771" y="26114"/>
                </a:lnTo>
                <a:lnTo>
                  <a:pt x="39426" y="27366"/>
                </a:lnTo>
                <a:lnTo>
                  <a:pt x="36134" y="13195"/>
                </a:lnTo>
                <a:lnTo>
                  <a:pt x="13370" y="18497"/>
                </a:lnTo>
                <a:cubicBezTo>
                  <a:pt x="9962" y="19283"/>
                  <a:pt x="7850" y="20259"/>
                  <a:pt x="7107" y="21453"/>
                </a:cubicBezTo>
                <a:cubicBezTo>
                  <a:pt x="6379" y="22589"/>
                  <a:pt x="6321" y="24643"/>
                  <a:pt x="7005" y="27483"/>
                </a:cubicBezTo>
                <a:lnTo>
                  <a:pt x="8651" y="34532"/>
                </a:lnTo>
                <a:lnTo>
                  <a:pt x="2898" y="35901"/>
                </a:lnTo>
                <a:lnTo>
                  <a:pt x="1253" y="28852"/>
                </a:lnTo>
                <a:cubicBezTo>
                  <a:pt x="0" y="23492"/>
                  <a:pt x="117" y="19633"/>
                  <a:pt x="1646" y="17128"/>
                </a:cubicBezTo>
                <a:cubicBezTo>
                  <a:pt x="3131" y="14681"/>
                  <a:pt x="6539" y="12802"/>
                  <a:pt x="11783" y="11608"/>
                </a:cubicBezTo>
                <a:lnTo>
                  <a:pt x="34474" y="6263"/>
                </a:lnTo>
                <a:lnTo>
                  <a:pt x="33338" y="1253"/>
                </a:lnTo>
                <a:lnTo>
                  <a:pt x="38683" y="0"/>
                </a:lnTo>
                <a:lnTo>
                  <a:pt x="39834" y="5010"/>
                </a:lnTo>
                <a:lnTo>
                  <a:pt x="51718" y="2272"/>
                </a:lnTo>
                <a:lnTo>
                  <a:pt x="53364" y="9161"/>
                </a:lnTo>
                <a:close/>
                <a:moveTo>
                  <a:pt x="53364" y="91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0246B-3841-445D-AA40-B8EC0A85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850" y="6222327"/>
            <a:ext cx="48194" cy="25997"/>
          </a:xfrm>
          <a:custGeom xmlns:a="http://schemas.openxmlformats.org/drawingml/2006/main">
            <a:pathLst>
              <a:path w="48194" h="25997">
                <a:moveTo>
                  <a:pt x="41130" y="25997"/>
                </a:moveTo>
                <a:cubicBezTo>
                  <a:pt x="41421" y="25138"/>
                  <a:pt x="41538" y="24235"/>
                  <a:pt x="41538" y="23259"/>
                </a:cubicBezTo>
                <a:cubicBezTo>
                  <a:pt x="41538" y="22298"/>
                  <a:pt x="41421" y="21279"/>
                  <a:pt x="41188" y="20186"/>
                </a:cubicBezTo>
                <a:cubicBezTo>
                  <a:pt x="40285" y="16268"/>
                  <a:pt x="38290" y="13589"/>
                  <a:pt x="35275" y="12118"/>
                </a:cubicBezTo>
                <a:cubicBezTo>
                  <a:pt x="32260" y="10574"/>
                  <a:pt x="28386" y="10399"/>
                  <a:pt x="23667" y="11491"/>
                </a:cubicBezTo>
                <a:lnTo>
                  <a:pt x="1588" y="16662"/>
                </a:lnTo>
                <a:lnTo>
                  <a:pt x="0" y="9729"/>
                </a:lnTo>
                <a:lnTo>
                  <a:pt x="41873" y="0"/>
                </a:lnTo>
                <a:lnTo>
                  <a:pt x="43460" y="6874"/>
                </a:lnTo>
                <a:lnTo>
                  <a:pt x="36979" y="8418"/>
                </a:lnTo>
                <a:cubicBezTo>
                  <a:pt x="39819" y="9263"/>
                  <a:pt x="42164" y="10690"/>
                  <a:pt x="43926" y="12744"/>
                </a:cubicBezTo>
                <a:cubicBezTo>
                  <a:pt x="45747" y="14783"/>
                  <a:pt x="46999" y="17463"/>
                  <a:pt x="47786" y="20754"/>
                </a:cubicBezTo>
                <a:cubicBezTo>
                  <a:pt x="47902" y="21220"/>
                  <a:pt x="47961" y="21788"/>
                  <a:pt x="48019" y="22356"/>
                </a:cubicBezTo>
                <a:cubicBezTo>
                  <a:pt x="48135" y="22924"/>
                  <a:pt x="48194" y="23609"/>
                  <a:pt x="48194" y="24352"/>
                </a:cubicBezTo>
                <a:lnTo>
                  <a:pt x="41130" y="25997"/>
                </a:lnTo>
                <a:close/>
                <a:moveTo>
                  <a:pt x="41130" y="259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B6510-5931-487D-A9EA-EB979492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249" y="6250262"/>
            <a:ext cx="59787" cy="20419"/>
          </a:xfrm>
          <a:custGeom xmlns:a="http://schemas.openxmlformats.org/drawingml/2006/main">
            <a:pathLst>
              <a:path w="59787" h="20419">
                <a:moveTo>
                  <a:pt x="41873" y="3801"/>
                </a:moveTo>
                <a:lnTo>
                  <a:pt x="43460" y="10690"/>
                </a:lnTo>
                <a:lnTo>
                  <a:pt x="1588" y="20419"/>
                </a:lnTo>
                <a:lnTo>
                  <a:pt x="0" y="13530"/>
                </a:lnTo>
                <a:lnTo>
                  <a:pt x="41873" y="3801"/>
                </a:lnTo>
                <a:close/>
                <a:moveTo>
                  <a:pt x="58199" y="0"/>
                </a:moveTo>
                <a:lnTo>
                  <a:pt x="59787" y="6874"/>
                </a:lnTo>
                <a:lnTo>
                  <a:pt x="51092" y="8928"/>
                </a:lnTo>
                <a:lnTo>
                  <a:pt x="49432" y="2039"/>
                </a:lnTo>
                <a:lnTo>
                  <a:pt x="58199" y="0"/>
                </a:lnTo>
                <a:close/>
                <a:moveTo>
                  <a:pt x="581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64AFA-7648-4A9D-9C3D-B62B5F23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730" y="6275633"/>
            <a:ext cx="46431" cy="39251"/>
          </a:xfrm>
          <a:custGeom xmlns:a="http://schemas.openxmlformats.org/drawingml/2006/main">
            <a:pathLst>
              <a:path w="46431" h="39251">
                <a:moveTo>
                  <a:pt x="45805" y="30207"/>
                </a:moveTo>
                <a:lnTo>
                  <a:pt x="39368" y="31736"/>
                </a:lnTo>
                <a:cubicBezTo>
                  <a:pt x="39994" y="29522"/>
                  <a:pt x="40343" y="27366"/>
                  <a:pt x="40402" y="25313"/>
                </a:cubicBezTo>
                <a:cubicBezTo>
                  <a:pt x="40445" y="23216"/>
                  <a:pt x="40285" y="21162"/>
                  <a:pt x="39834" y="19167"/>
                </a:cubicBezTo>
                <a:cubicBezTo>
                  <a:pt x="38800" y="14739"/>
                  <a:pt x="36527" y="11608"/>
                  <a:pt x="33163" y="9787"/>
                </a:cubicBezTo>
                <a:cubicBezTo>
                  <a:pt x="29755" y="7967"/>
                  <a:pt x="25488" y="7675"/>
                  <a:pt x="20376" y="8870"/>
                </a:cubicBezTo>
                <a:cubicBezTo>
                  <a:pt x="15249" y="10064"/>
                  <a:pt x="11550" y="12234"/>
                  <a:pt x="9336" y="15351"/>
                </a:cubicBezTo>
                <a:cubicBezTo>
                  <a:pt x="7064" y="18482"/>
                  <a:pt x="6481" y="22240"/>
                  <a:pt x="7515" y="26740"/>
                </a:cubicBezTo>
                <a:cubicBezTo>
                  <a:pt x="7967" y="28721"/>
                  <a:pt x="8710" y="30658"/>
                  <a:pt x="9671" y="32479"/>
                </a:cubicBezTo>
                <a:cubicBezTo>
                  <a:pt x="10705" y="34299"/>
                  <a:pt x="11943" y="36061"/>
                  <a:pt x="13487" y="37780"/>
                </a:cubicBezTo>
                <a:lnTo>
                  <a:pt x="7107" y="39251"/>
                </a:lnTo>
                <a:cubicBezTo>
                  <a:pt x="5753" y="37547"/>
                  <a:pt x="4617" y="35668"/>
                  <a:pt x="3699" y="33731"/>
                </a:cubicBezTo>
                <a:cubicBezTo>
                  <a:pt x="2796" y="31794"/>
                  <a:pt x="2054" y="29639"/>
                  <a:pt x="1486" y="27366"/>
                </a:cubicBezTo>
                <a:cubicBezTo>
                  <a:pt x="0" y="21046"/>
                  <a:pt x="859" y="15526"/>
                  <a:pt x="3932" y="10923"/>
                </a:cubicBezTo>
                <a:cubicBezTo>
                  <a:pt x="7064" y="6248"/>
                  <a:pt x="11943" y="3190"/>
                  <a:pt x="18657" y="1588"/>
                </a:cubicBezTo>
                <a:cubicBezTo>
                  <a:pt x="25488" y="0"/>
                  <a:pt x="31299" y="626"/>
                  <a:pt x="36134" y="3466"/>
                </a:cubicBezTo>
                <a:cubicBezTo>
                  <a:pt x="40911" y="6306"/>
                  <a:pt x="44043" y="10982"/>
                  <a:pt x="45572" y="17521"/>
                </a:cubicBezTo>
                <a:cubicBezTo>
                  <a:pt x="46082" y="19618"/>
                  <a:pt x="46315" y="21788"/>
                  <a:pt x="46373" y="23886"/>
                </a:cubicBezTo>
                <a:cubicBezTo>
                  <a:pt x="46431" y="25997"/>
                  <a:pt x="46198" y="28095"/>
                  <a:pt x="45805" y="30207"/>
                </a:cubicBezTo>
                <a:close/>
                <a:moveTo>
                  <a:pt x="45805" y="302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3DEC5-AD4E-435E-904C-B18064A2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556" y="6316428"/>
            <a:ext cx="46766" cy="37940"/>
          </a:xfrm>
          <a:custGeom xmlns:a="http://schemas.openxmlformats.org/drawingml/2006/main">
            <a:pathLst>
              <a:path w="46766" h="37940">
                <a:moveTo>
                  <a:pt x="46358" y="27978"/>
                </a:moveTo>
                <a:lnTo>
                  <a:pt x="39819" y="29522"/>
                </a:lnTo>
                <a:cubicBezTo>
                  <a:pt x="40387" y="27352"/>
                  <a:pt x="40678" y="25138"/>
                  <a:pt x="40678" y="22924"/>
                </a:cubicBezTo>
                <a:cubicBezTo>
                  <a:pt x="40678" y="20754"/>
                  <a:pt x="40445" y="18482"/>
                  <a:pt x="39936" y="16268"/>
                </a:cubicBezTo>
                <a:cubicBezTo>
                  <a:pt x="39135" y="12846"/>
                  <a:pt x="37998" y="10399"/>
                  <a:pt x="36513" y="8928"/>
                </a:cubicBezTo>
                <a:cubicBezTo>
                  <a:pt x="35100" y="7442"/>
                  <a:pt x="33338" y="6991"/>
                  <a:pt x="31226" y="7501"/>
                </a:cubicBezTo>
                <a:cubicBezTo>
                  <a:pt x="29639" y="7850"/>
                  <a:pt x="28561" y="8753"/>
                  <a:pt x="27935" y="10181"/>
                </a:cubicBezTo>
                <a:cubicBezTo>
                  <a:pt x="27308" y="11593"/>
                  <a:pt x="26959" y="14273"/>
                  <a:pt x="27017" y="18147"/>
                </a:cubicBezTo>
                <a:lnTo>
                  <a:pt x="27075" y="20652"/>
                </a:lnTo>
                <a:cubicBezTo>
                  <a:pt x="27133" y="25764"/>
                  <a:pt x="26449" y="29580"/>
                  <a:pt x="25022" y="32085"/>
                </a:cubicBezTo>
                <a:cubicBezTo>
                  <a:pt x="23609" y="34590"/>
                  <a:pt x="21220" y="36236"/>
                  <a:pt x="17798" y="37037"/>
                </a:cubicBezTo>
                <a:cubicBezTo>
                  <a:pt x="13880" y="37940"/>
                  <a:pt x="10457" y="37139"/>
                  <a:pt x="7442" y="34590"/>
                </a:cubicBezTo>
                <a:cubicBezTo>
                  <a:pt x="4486" y="32027"/>
                  <a:pt x="2330" y="28036"/>
                  <a:pt x="1078" y="22691"/>
                </a:cubicBezTo>
                <a:cubicBezTo>
                  <a:pt x="568" y="20419"/>
                  <a:pt x="218" y="18031"/>
                  <a:pt x="102" y="15526"/>
                </a:cubicBezTo>
                <a:cubicBezTo>
                  <a:pt x="0" y="12962"/>
                  <a:pt x="58" y="10239"/>
                  <a:pt x="277" y="7384"/>
                </a:cubicBezTo>
                <a:lnTo>
                  <a:pt x="7384" y="5680"/>
                </a:lnTo>
                <a:cubicBezTo>
                  <a:pt x="6656" y="8578"/>
                  <a:pt x="6248" y="11317"/>
                  <a:pt x="6190" y="13938"/>
                </a:cubicBezTo>
                <a:cubicBezTo>
                  <a:pt x="6088" y="16545"/>
                  <a:pt x="6306" y="19050"/>
                  <a:pt x="6874" y="21497"/>
                </a:cubicBezTo>
                <a:cubicBezTo>
                  <a:pt x="7675" y="24745"/>
                  <a:pt x="8811" y="27075"/>
                  <a:pt x="10297" y="28561"/>
                </a:cubicBezTo>
                <a:cubicBezTo>
                  <a:pt x="11826" y="30032"/>
                  <a:pt x="13589" y="30542"/>
                  <a:pt x="15642" y="30090"/>
                </a:cubicBezTo>
                <a:cubicBezTo>
                  <a:pt x="17463" y="29639"/>
                  <a:pt x="18774" y="28663"/>
                  <a:pt x="19458" y="27192"/>
                </a:cubicBezTo>
                <a:cubicBezTo>
                  <a:pt x="20186" y="25706"/>
                  <a:pt x="20478" y="22750"/>
                  <a:pt x="20419" y="18249"/>
                </a:cubicBezTo>
                <a:lnTo>
                  <a:pt x="20419" y="15700"/>
                </a:lnTo>
                <a:cubicBezTo>
                  <a:pt x="20303" y="11258"/>
                  <a:pt x="20987" y="7850"/>
                  <a:pt x="22415" y="5505"/>
                </a:cubicBezTo>
                <a:cubicBezTo>
                  <a:pt x="23827" y="3175"/>
                  <a:pt x="26172" y="1646"/>
                  <a:pt x="29406" y="903"/>
                </a:cubicBezTo>
                <a:cubicBezTo>
                  <a:pt x="33338" y="0"/>
                  <a:pt x="36688" y="670"/>
                  <a:pt x="39484" y="2957"/>
                </a:cubicBezTo>
                <a:cubicBezTo>
                  <a:pt x="42266" y="5229"/>
                  <a:pt x="44261" y="8986"/>
                  <a:pt x="45455" y="14098"/>
                </a:cubicBezTo>
                <a:cubicBezTo>
                  <a:pt x="46082" y="16603"/>
                  <a:pt x="46417" y="19050"/>
                  <a:pt x="46591" y="21381"/>
                </a:cubicBezTo>
                <a:cubicBezTo>
                  <a:pt x="46766" y="23711"/>
                  <a:pt x="46650" y="25939"/>
                  <a:pt x="46358" y="27978"/>
                </a:cubicBezTo>
                <a:close/>
                <a:moveTo>
                  <a:pt x="46358" y="279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26FD7-9A3A-4418-A1AE-F4DDBB4D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737" y="6354252"/>
            <a:ext cx="60821" cy="47684"/>
          </a:xfrm>
          <a:custGeom xmlns:a="http://schemas.openxmlformats.org/drawingml/2006/main">
            <a:pathLst>
              <a:path w="60821" h="47684">
                <a:moveTo>
                  <a:pt x="60471" y="34022"/>
                </a:moveTo>
                <a:lnTo>
                  <a:pt x="53131" y="35726"/>
                </a:lnTo>
                <a:cubicBezTo>
                  <a:pt x="53815" y="32551"/>
                  <a:pt x="54209" y="29639"/>
                  <a:pt x="54267" y="26915"/>
                </a:cubicBezTo>
                <a:cubicBezTo>
                  <a:pt x="54383" y="24235"/>
                  <a:pt x="54165" y="21672"/>
                  <a:pt x="53597" y="19283"/>
                </a:cubicBezTo>
                <a:cubicBezTo>
                  <a:pt x="52621" y="15191"/>
                  <a:pt x="51092" y="12234"/>
                  <a:pt x="48980" y="10355"/>
                </a:cubicBezTo>
                <a:cubicBezTo>
                  <a:pt x="46883" y="8476"/>
                  <a:pt x="44319" y="7908"/>
                  <a:pt x="41363" y="8593"/>
                </a:cubicBezTo>
                <a:cubicBezTo>
                  <a:pt x="38916" y="9161"/>
                  <a:pt x="37212" y="10355"/>
                  <a:pt x="36294" y="12118"/>
                </a:cubicBezTo>
                <a:cubicBezTo>
                  <a:pt x="35391" y="13880"/>
                  <a:pt x="35042" y="16953"/>
                  <a:pt x="35217" y="21279"/>
                </a:cubicBezTo>
                <a:lnTo>
                  <a:pt x="35391" y="26056"/>
                </a:lnTo>
                <a:cubicBezTo>
                  <a:pt x="35610" y="31925"/>
                  <a:pt x="34707" y="36527"/>
                  <a:pt x="32595" y="39834"/>
                </a:cubicBezTo>
                <a:cubicBezTo>
                  <a:pt x="30498" y="43183"/>
                  <a:pt x="27192" y="45354"/>
                  <a:pt x="22691" y="46431"/>
                </a:cubicBezTo>
                <a:cubicBezTo>
                  <a:pt x="17288" y="47684"/>
                  <a:pt x="12744" y="46825"/>
                  <a:pt x="9103" y="43810"/>
                </a:cubicBezTo>
                <a:cubicBezTo>
                  <a:pt x="5462" y="40853"/>
                  <a:pt x="2840" y="35843"/>
                  <a:pt x="1194" y="28852"/>
                </a:cubicBezTo>
                <a:cubicBezTo>
                  <a:pt x="568" y="26230"/>
                  <a:pt x="218" y="23332"/>
                  <a:pt x="117" y="20201"/>
                </a:cubicBezTo>
                <a:cubicBezTo>
                  <a:pt x="0" y="17128"/>
                  <a:pt x="175" y="13822"/>
                  <a:pt x="626" y="10355"/>
                </a:cubicBezTo>
                <a:lnTo>
                  <a:pt x="8418" y="8535"/>
                </a:lnTo>
                <a:cubicBezTo>
                  <a:pt x="7399" y="12001"/>
                  <a:pt x="6831" y="15307"/>
                  <a:pt x="6598" y="18439"/>
                </a:cubicBezTo>
                <a:cubicBezTo>
                  <a:pt x="6423" y="21628"/>
                  <a:pt x="6656" y="24585"/>
                  <a:pt x="7340" y="27425"/>
                </a:cubicBezTo>
                <a:cubicBezTo>
                  <a:pt x="8360" y="31750"/>
                  <a:pt x="9947" y="34882"/>
                  <a:pt x="12176" y="36819"/>
                </a:cubicBezTo>
                <a:cubicBezTo>
                  <a:pt x="14448" y="38741"/>
                  <a:pt x="17128" y="39368"/>
                  <a:pt x="20303" y="38639"/>
                </a:cubicBezTo>
                <a:cubicBezTo>
                  <a:pt x="23041" y="38013"/>
                  <a:pt x="24978" y="36644"/>
                  <a:pt x="26114" y="34649"/>
                </a:cubicBezTo>
                <a:cubicBezTo>
                  <a:pt x="27250" y="32595"/>
                  <a:pt x="27760" y="29537"/>
                  <a:pt x="27643" y="25546"/>
                </a:cubicBezTo>
                <a:lnTo>
                  <a:pt x="27483" y="20711"/>
                </a:lnTo>
                <a:cubicBezTo>
                  <a:pt x="27308" y="14797"/>
                  <a:pt x="28109" y="10355"/>
                  <a:pt x="29930" y="7224"/>
                </a:cubicBezTo>
                <a:cubicBezTo>
                  <a:pt x="31692" y="4151"/>
                  <a:pt x="34765" y="2170"/>
                  <a:pt x="39033" y="1136"/>
                </a:cubicBezTo>
                <a:cubicBezTo>
                  <a:pt x="43970" y="0"/>
                  <a:pt x="48237" y="859"/>
                  <a:pt x="51878" y="3641"/>
                </a:cubicBezTo>
                <a:cubicBezTo>
                  <a:pt x="55519" y="6496"/>
                  <a:pt x="58083" y="10923"/>
                  <a:pt x="59510" y="17011"/>
                </a:cubicBezTo>
                <a:cubicBezTo>
                  <a:pt x="60136" y="19633"/>
                  <a:pt x="60530" y="22356"/>
                  <a:pt x="60646" y="25211"/>
                </a:cubicBezTo>
                <a:cubicBezTo>
                  <a:pt x="60821" y="28051"/>
                  <a:pt x="60763" y="30949"/>
                  <a:pt x="60471" y="34022"/>
                </a:cubicBezTo>
                <a:close/>
                <a:moveTo>
                  <a:pt x="60471" y="340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3E4AF-070C-4DA0-9EBB-CFE3DCDE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84" y="6402154"/>
            <a:ext cx="59801" cy="20492"/>
          </a:xfrm>
          <a:custGeom xmlns:a="http://schemas.openxmlformats.org/drawingml/2006/main">
            <a:pathLst>
              <a:path w="59801" h="20492">
                <a:moveTo>
                  <a:pt x="41873" y="3816"/>
                </a:moveTo>
                <a:lnTo>
                  <a:pt x="43475" y="10705"/>
                </a:lnTo>
                <a:lnTo>
                  <a:pt x="1602" y="20492"/>
                </a:lnTo>
                <a:lnTo>
                  <a:pt x="0" y="13603"/>
                </a:lnTo>
                <a:lnTo>
                  <a:pt x="41873" y="3816"/>
                </a:lnTo>
                <a:close/>
                <a:moveTo>
                  <a:pt x="58214" y="0"/>
                </a:moveTo>
                <a:lnTo>
                  <a:pt x="59801" y="6889"/>
                </a:lnTo>
                <a:lnTo>
                  <a:pt x="51092" y="8943"/>
                </a:lnTo>
                <a:lnTo>
                  <a:pt x="49446" y="2054"/>
                </a:lnTo>
                <a:lnTo>
                  <a:pt x="58214" y="0"/>
                </a:lnTo>
                <a:close/>
                <a:moveTo>
                  <a:pt x="582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1C984-D4AF-4355-956B-1F854D69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578" y="6426957"/>
            <a:ext cx="48252" cy="26056"/>
          </a:xfrm>
          <a:custGeom xmlns:a="http://schemas.openxmlformats.org/drawingml/2006/main">
            <a:pathLst>
              <a:path w="48252" h="26056">
                <a:moveTo>
                  <a:pt x="41203" y="26056"/>
                </a:moveTo>
                <a:cubicBezTo>
                  <a:pt x="41479" y="25153"/>
                  <a:pt x="41596" y="24235"/>
                  <a:pt x="41596" y="23274"/>
                </a:cubicBezTo>
                <a:cubicBezTo>
                  <a:pt x="41596" y="22371"/>
                  <a:pt x="41479" y="21279"/>
                  <a:pt x="41203" y="20201"/>
                </a:cubicBezTo>
                <a:cubicBezTo>
                  <a:pt x="40285" y="16341"/>
                  <a:pt x="38348" y="13603"/>
                  <a:pt x="35333" y="12118"/>
                </a:cubicBezTo>
                <a:cubicBezTo>
                  <a:pt x="32318" y="10647"/>
                  <a:pt x="28444" y="10472"/>
                  <a:pt x="23667" y="11550"/>
                </a:cubicBezTo>
                <a:lnTo>
                  <a:pt x="1602" y="16734"/>
                </a:lnTo>
                <a:lnTo>
                  <a:pt x="0" y="9787"/>
                </a:lnTo>
                <a:lnTo>
                  <a:pt x="41873" y="0"/>
                </a:lnTo>
                <a:lnTo>
                  <a:pt x="43533" y="6947"/>
                </a:lnTo>
                <a:lnTo>
                  <a:pt x="36979" y="8433"/>
                </a:lnTo>
                <a:cubicBezTo>
                  <a:pt x="39892" y="9336"/>
                  <a:pt x="42222" y="10763"/>
                  <a:pt x="43984" y="12802"/>
                </a:cubicBezTo>
                <a:cubicBezTo>
                  <a:pt x="45747" y="14797"/>
                  <a:pt x="47058" y="17477"/>
                  <a:pt x="47800" y="20827"/>
                </a:cubicBezTo>
                <a:cubicBezTo>
                  <a:pt x="47902" y="21279"/>
                  <a:pt x="48019" y="21788"/>
                  <a:pt x="48077" y="22415"/>
                </a:cubicBezTo>
                <a:cubicBezTo>
                  <a:pt x="48135" y="22997"/>
                  <a:pt x="48194" y="23623"/>
                  <a:pt x="48252" y="24352"/>
                </a:cubicBezTo>
                <a:lnTo>
                  <a:pt x="41203" y="26056"/>
                </a:lnTo>
                <a:close/>
                <a:moveTo>
                  <a:pt x="41203" y="260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0E992-73D1-4901-854A-D0EB297C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977" y="6454891"/>
            <a:ext cx="59860" cy="20492"/>
          </a:xfrm>
          <a:custGeom xmlns:a="http://schemas.openxmlformats.org/drawingml/2006/main">
            <a:pathLst>
              <a:path w="59860" h="20492">
                <a:moveTo>
                  <a:pt x="41931" y="3816"/>
                </a:moveTo>
                <a:lnTo>
                  <a:pt x="43518" y="10705"/>
                </a:lnTo>
                <a:lnTo>
                  <a:pt x="1646" y="20492"/>
                </a:lnTo>
                <a:lnTo>
                  <a:pt x="0" y="13603"/>
                </a:lnTo>
                <a:lnTo>
                  <a:pt x="41931" y="3816"/>
                </a:lnTo>
                <a:close/>
                <a:moveTo>
                  <a:pt x="58199" y="0"/>
                </a:moveTo>
                <a:lnTo>
                  <a:pt x="59860" y="6889"/>
                </a:lnTo>
                <a:lnTo>
                  <a:pt x="51092" y="8943"/>
                </a:lnTo>
                <a:lnTo>
                  <a:pt x="49504" y="2054"/>
                </a:lnTo>
                <a:lnTo>
                  <a:pt x="58199" y="0"/>
                </a:lnTo>
                <a:close/>
                <a:moveTo>
                  <a:pt x="581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08CC1-5A0F-4636-A1C1-0B9ACB97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792" y="6474349"/>
            <a:ext cx="66734" cy="58258"/>
          </a:xfrm>
          <a:custGeom xmlns:a="http://schemas.openxmlformats.org/drawingml/2006/main">
            <a:pathLst>
              <a:path w="66734" h="58258">
                <a:moveTo>
                  <a:pt x="56437" y="0"/>
                </a:moveTo>
                <a:lnTo>
                  <a:pt x="58374" y="8141"/>
                </a:lnTo>
                <a:lnTo>
                  <a:pt x="40853" y="26857"/>
                </a:lnTo>
                <a:lnTo>
                  <a:pt x="64855" y="35959"/>
                </a:lnTo>
                <a:lnTo>
                  <a:pt x="66734" y="44043"/>
                </a:lnTo>
                <a:lnTo>
                  <a:pt x="35726" y="32377"/>
                </a:lnTo>
                <a:lnTo>
                  <a:pt x="11156" y="58258"/>
                </a:lnTo>
                <a:lnTo>
                  <a:pt x="9278" y="50189"/>
                </a:lnTo>
                <a:lnTo>
                  <a:pt x="29362" y="28910"/>
                </a:lnTo>
                <a:lnTo>
                  <a:pt x="1937" y="18672"/>
                </a:lnTo>
                <a:lnTo>
                  <a:pt x="0" y="10472"/>
                </a:lnTo>
                <a:lnTo>
                  <a:pt x="34474" y="23449"/>
                </a:lnTo>
                <a:lnTo>
                  <a:pt x="56437" y="0"/>
                </a:lnTo>
                <a:close/>
                <a:moveTo>
                  <a:pt x="5643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312CD-ED7F-4A7B-B6D8-65C94045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504" y="5767132"/>
            <a:ext cx="57748" cy="18715"/>
          </a:xfrm>
          <a:custGeom xmlns:a="http://schemas.openxmlformats.org/drawingml/2006/main">
            <a:pathLst>
              <a:path w="57748" h="18715">
                <a:moveTo>
                  <a:pt x="56219" y="0"/>
                </a:moveTo>
                <a:lnTo>
                  <a:pt x="57748" y="7617"/>
                </a:lnTo>
                <a:lnTo>
                  <a:pt x="1486" y="18715"/>
                </a:lnTo>
                <a:lnTo>
                  <a:pt x="0" y="11142"/>
                </a:lnTo>
                <a:lnTo>
                  <a:pt x="56219" y="0"/>
                </a:lnTo>
                <a:close/>
                <a:moveTo>
                  <a:pt x="562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4C722-7388-4741-887D-04AFCC04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888" y="5792110"/>
            <a:ext cx="48252" cy="43693"/>
          </a:xfrm>
          <a:custGeom xmlns:a="http://schemas.openxmlformats.org/drawingml/2006/main">
            <a:pathLst>
              <a:path w="48252" h="43693">
                <a:moveTo>
                  <a:pt x="32435" y="38625"/>
                </a:moveTo>
                <a:lnTo>
                  <a:pt x="7005" y="43693"/>
                </a:lnTo>
                <a:lnTo>
                  <a:pt x="5636" y="36746"/>
                </a:lnTo>
                <a:lnTo>
                  <a:pt x="30833" y="31736"/>
                </a:lnTo>
                <a:cubicBezTo>
                  <a:pt x="34823" y="30949"/>
                  <a:pt x="37664" y="29580"/>
                  <a:pt x="39368" y="27643"/>
                </a:cubicBezTo>
                <a:cubicBezTo>
                  <a:pt x="41028" y="25706"/>
                  <a:pt x="41538" y="23143"/>
                  <a:pt x="40970" y="20026"/>
                </a:cubicBezTo>
                <a:cubicBezTo>
                  <a:pt x="40227" y="16327"/>
                  <a:pt x="38406" y="13589"/>
                  <a:pt x="35625" y="11885"/>
                </a:cubicBezTo>
                <a:cubicBezTo>
                  <a:pt x="32828" y="10181"/>
                  <a:pt x="29362" y="9773"/>
                  <a:pt x="25211" y="10574"/>
                </a:cubicBezTo>
                <a:lnTo>
                  <a:pt x="1369" y="15293"/>
                </a:lnTo>
                <a:lnTo>
                  <a:pt x="0" y="8360"/>
                </a:lnTo>
                <a:lnTo>
                  <a:pt x="42164" y="0"/>
                </a:lnTo>
                <a:lnTo>
                  <a:pt x="43577" y="6933"/>
                </a:lnTo>
                <a:lnTo>
                  <a:pt x="36979" y="8243"/>
                </a:lnTo>
                <a:cubicBezTo>
                  <a:pt x="39892" y="9438"/>
                  <a:pt x="42164" y="10967"/>
                  <a:pt x="43868" y="12962"/>
                </a:cubicBezTo>
                <a:cubicBezTo>
                  <a:pt x="45572" y="15016"/>
                  <a:pt x="46708" y="17463"/>
                  <a:pt x="47276" y="20419"/>
                </a:cubicBezTo>
                <a:cubicBezTo>
                  <a:pt x="48252" y="25255"/>
                  <a:pt x="47451" y="29172"/>
                  <a:pt x="44946" y="32304"/>
                </a:cubicBezTo>
                <a:cubicBezTo>
                  <a:pt x="42441" y="35377"/>
                  <a:pt x="38290" y="37489"/>
                  <a:pt x="32435" y="38625"/>
                </a:cubicBezTo>
                <a:close/>
                <a:moveTo>
                  <a:pt x="32435" y="386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D5271-BD5F-48C5-A39D-E5784D1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069" y="5839954"/>
            <a:ext cx="46315" cy="37256"/>
          </a:xfrm>
          <a:custGeom xmlns:a="http://schemas.openxmlformats.org/drawingml/2006/main">
            <a:pathLst>
              <a:path w="46315" h="37256">
                <a:moveTo>
                  <a:pt x="45805" y="28444"/>
                </a:moveTo>
                <a:lnTo>
                  <a:pt x="39266" y="29755"/>
                </a:lnTo>
                <a:cubicBezTo>
                  <a:pt x="39892" y="27585"/>
                  <a:pt x="40227" y="25429"/>
                  <a:pt x="40285" y="23201"/>
                </a:cubicBezTo>
                <a:cubicBezTo>
                  <a:pt x="40402" y="20987"/>
                  <a:pt x="40227" y="18774"/>
                  <a:pt x="39775" y="16501"/>
                </a:cubicBezTo>
                <a:cubicBezTo>
                  <a:pt x="39091" y="13021"/>
                  <a:pt x="38071" y="10574"/>
                  <a:pt x="36644" y="9044"/>
                </a:cubicBezTo>
                <a:cubicBezTo>
                  <a:pt x="35275" y="7559"/>
                  <a:pt x="33513" y="6991"/>
                  <a:pt x="31415" y="7442"/>
                </a:cubicBezTo>
                <a:cubicBezTo>
                  <a:pt x="29755" y="7734"/>
                  <a:pt x="28619" y="8593"/>
                  <a:pt x="27935" y="10006"/>
                </a:cubicBezTo>
                <a:cubicBezTo>
                  <a:pt x="27323" y="11433"/>
                  <a:pt x="26915" y="14055"/>
                  <a:pt x="26798" y="17972"/>
                </a:cubicBezTo>
                <a:lnTo>
                  <a:pt x="26740" y="20419"/>
                </a:lnTo>
                <a:cubicBezTo>
                  <a:pt x="26697" y="25546"/>
                  <a:pt x="25895" y="29347"/>
                  <a:pt x="24352" y="31794"/>
                </a:cubicBezTo>
                <a:cubicBezTo>
                  <a:pt x="22881" y="34241"/>
                  <a:pt x="20376" y="35843"/>
                  <a:pt x="16968" y="36527"/>
                </a:cubicBezTo>
                <a:cubicBezTo>
                  <a:pt x="13035" y="37256"/>
                  <a:pt x="9627" y="36353"/>
                  <a:pt x="6714" y="33673"/>
                </a:cubicBezTo>
                <a:cubicBezTo>
                  <a:pt x="3816" y="31066"/>
                  <a:pt x="1835" y="27017"/>
                  <a:pt x="743" y="21555"/>
                </a:cubicBezTo>
                <a:cubicBezTo>
                  <a:pt x="291" y="19342"/>
                  <a:pt x="58" y="16953"/>
                  <a:pt x="0" y="14390"/>
                </a:cubicBezTo>
                <a:cubicBezTo>
                  <a:pt x="0" y="11826"/>
                  <a:pt x="117" y="9161"/>
                  <a:pt x="466" y="6248"/>
                </a:cubicBezTo>
                <a:lnTo>
                  <a:pt x="7632" y="4835"/>
                </a:lnTo>
                <a:cubicBezTo>
                  <a:pt x="6772" y="7675"/>
                  <a:pt x="6321" y="10414"/>
                  <a:pt x="6146" y="13021"/>
                </a:cubicBezTo>
                <a:cubicBezTo>
                  <a:pt x="5986" y="15642"/>
                  <a:pt x="6088" y="18147"/>
                  <a:pt x="6612" y="20594"/>
                </a:cubicBezTo>
                <a:cubicBezTo>
                  <a:pt x="7239" y="23827"/>
                  <a:pt x="8316" y="26274"/>
                  <a:pt x="9729" y="27760"/>
                </a:cubicBezTo>
                <a:cubicBezTo>
                  <a:pt x="11215" y="29289"/>
                  <a:pt x="12977" y="29857"/>
                  <a:pt x="15030" y="29464"/>
                </a:cubicBezTo>
                <a:cubicBezTo>
                  <a:pt x="16909" y="29129"/>
                  <a:pt x="18205" y="28211"/>
                  <a:pt x="18948" y="26740"/>
                </a:cubicBezTo>
                <a:cubicBezTo>
                  <a:pt x="19691" y="25255"/>
                  <a:pt x="20143" y="22298"/>
                  <a:pt x="20201" y="17798"/>
                </a:cubicBezTo>
                <a:lnTo>
                  <a:pt x="20317" y="15293"/>
                </a:lnTo>
                <a:cubicBezTo>
                  <a:pt x="20376" y="10807"/>
                  <a:pt x="21118" y="7442"/>
                  <a:pt x="22648" y="5170"/>
                </a:cubicBezTo>
                <a:cubicBezTo>
                  <a:pt x="24133" y="2898"/>
                  <a:pt x="26522" y="1413"/>
                  <a:pt x="29755" y="786"/>
                </a:cubicBezTo>
                <a:cubicBezTo>
                  <a:pt x="33746" y="0"/>
                  <a:pt x="37096" y="786"/>
                  <a:pt x="39775" y="3175"/>
                </a:cubicBezTo>
                <a:cubicBezTo>
                  <a:pt x="42499" y="5578"/>
                  <a:pt x="44378" y="9321"/>
                  <a:pt x="45412" y="14506"/>
                </a:cubicBezTo>
                <a:cubicBezTo>
                  <a:pt x="45922" y="17069"/>
                  <a:pt x="46198" y="19516"/>
                  <a:pt x="46257" y="21847"/>
                </a:cubicBezTo>
                <a:cubicBezTo>
                  <a:pt x="46315" y="24177"/>
                  <a:pt x="46198" y="26391"/>
                  <a:pt x="45805" y="28444"/>
                </a:cubicBezTo>
                <a:close/>
                <a:moveTo>
                  <a:pt x="45805" y="284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4BC41-95AE-4481-9F34-1EFCDC9D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526" y="5878185"/>
            <a:ext cx="60020" cy="18540"/>
          </a:xfrm>
          <a:custGeom xmlns:a="http://schemas.openxmlformats.org/drawingml/2006/main">
            <a:pathLst>
              <a:path w="60020" h="18540">
                <a:moveTo>
                  <a:pt x="42222" y="3292"/>
                </a:moveTo>
                <a:lnTo>
                  <a:pt x="43577" y="10181"/>
                </a:lnTo>
                <a:lnTo>
                  <a:pt x="1427" y="18540"/>
                </a:lnTo>
                <a:lnTo>
                  <a:pt x="0" y="11608"/>
                </a:lnTo>
                <a:lnTo>
                  <a:pt x="42222" y="3292"/>
                </a:lnTo>
                <a:close/>
                <a:moveTo>
                  <a:pt x="58665" y="0"/>
                </a:moveTo>
                <a:lnTo>
                  <a:pt x="60020" y="6933"/>
                </a:lnTo>
                <a:lnTo>
                  <a:pt x="51267" y="8695"/>
                </a:lnTo>
                <a:lnTo>
                  <a:pt x="49839" y="1762"/>
                </a:lnTo>
                <a:lnTo>
                  <a:pt x="58665" y="0"/>
                </a:lnTo>
                <a:close/>
                <a:moveTo>
                  <a:pt x="5866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0CCD6-489B-4796-B801-1286611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55" y="5902639"/>
            <a:ext cx="62976" cy="43693"/>
          </a:xfrm>
          <a:custGeom xmlns:a="http://schemas.openxmlformats.org/drawingml/2006/main">
            <a:pathLst>
              <a:path w="62976" h="43693">
                <a:moveTo>
                  <a:pt x="41028" y="32100"/>
                </a:moveTo>
                <a:cubicBezTo>
                  <a:pt x="46023" y="31066"/>
                  <a:pt x="49723" y="29304"/>
                  <a:pt x="52053" y="26682"/>
                </a:cubicBezTo>
                <a:cubicBezTo>
                  <a:pt x="54442" y="24075"/>
                  <a:pt x="55243" y="20885"/>
                  <a:pt x="54500" y="17128"/>
                </a:cubicBezTo>
                <a:cubicBezTo>
                  <a:pt x="53772" y="13428"/>
                  <a:pt x="51835" y="10821"/>
                  <a:pt x="48645" y="9278"/>
                </a:cubicBezTo>
                <a:cubicBezTo>
                  <a:pt x="45455" y="7748"/>
                  <a:pt x="41363" y="7457"/>
                  <a:pt x="36353" y="8476"/>
                </a:cubicBezTo>
                <a:cubicBezTo>
                  <a:pt x="31343" y="9452"/>
                  <a:pt x="27658" y="11273"/>
                  <a:pt x="25313" y="13894"/>
                </a:cubicBezTo>
                <a:cubicBezTo>
                  <a:pt x="22983" y="16501"/>
                  <a:pt x="22138" y="19691"/>
                  <a:pt x="22866" y="23390"/>
                </a:cubicBezTo>
                <a:cubicBezTo>
                  <a:pt x="23609" y="27148"/>
                  <a:pt x="25604" y="29755"/>
                  <a:pt x="28794" y="31299"/>
                </a:cubicBezTo>
                <a:cubicBezTo>
                  <a:pt x="31925" y="32828"/>
                  <a:pt x="36018" y="33061"/>
                  <a:pt x="41028" y="32100"/>
                </a:cubicBezTo>
                <a:close/>
                <a:moveTo>
                  <a:pt x="26056" y="42280"/>
                </a:moveTo>
                <a:cubicBezTo>
                  <a:pt x="18832" y="43693"/>
                  <a:pt x="13195" y="43125"/>
                  <a:pt x="9044" y="40620"/>
                </a:cubicBezTo>
                <a:cubicBezTo>
                  <a:pt x="4952" y="38130"/>
                  <a:pt x="2214" y="33629"/>
                  <a:pt x="918" y="27032"/>
                </a:cubicBezTo>
                <a:cubicBezTo>
                  <a:pt x="451" y="24585"/>
                  <a:pt x="175" y="22254"/>
                  <a:pt x="117" y="20026"/>
                </a:cubicBezTo>
                <a:cubicBezTo>
                  <a:pt x="0" y="17812"/>
                  <a:pt x="175" y="15598"/>
                  <a:pt x="510" y="13428"/>
                </a:cubicBezTo>
                <a:lnTo>
                  <a:pt x="7282" y="12074"/>
                </a:lnTo>
                <a:cubicBezTo>
                  <a:pt x="6539" y="14346"/>
                  <a:pt x="6146" y="16501"/>
                  <a:pt x="6030" y="18613"/>
                </a:cubicBezTo>
                <a:cubicBezTo>
                  <a:pt x="5855" y="20652"/>
                  <a:pt x="6030" y="22764"/>
                  <a:pt x="6437" y="24818"/>
                </a:cubicBezTo>
                <a:cubicBezTo>
                  <a:pt x="7340" y="29362"/>
                  <a:pt x="9161" y="32551"/>
                  <a:pt x="12001" y="34314"/>
                </a:cubicBezTo>
                <a:cubicBezTo>
                  <a:pt x="14797" y="36076"/>
                  <a:pt x="18613" y="36527"/>
                  <a:pt x="23449" y="35566"/>
                </a:cubicBezTo>
                <a:lnTo>
                  <a:pt x="26857" y="34882"/>
                </a:lnTo>
                <a:cubicBezTo>
                  <a:pt x="24060" y="33964"/>
                  <a:pt x="21847" y="32493"/>
                  <a:pt x="20201" y="30498"/>
                </a:cubicBezTo>
                <a:cubicBezTo>
                  <a:pt x="18497" y="28503"/>
                  <a:pt x="17361" y="25954"/>
                  <a:pt x="16778" y="22822"/>
                </a:cubicBezTo>
                <a:cubicBezTo>
                  <a:pt x="15759" y="17637"/>
                  <a:pt x="16895" y="13093"/>
                  <a:pt x="20201" y="9161"/>
                </a:cubicBezTo>
                <a:cubicBezTo>
                  <a:pt x="23492" y="5243"/>
                  <a:pt x="28444" y="2622"/>
                  <a:pt x="34940" y="1311"/>
                </a:cubicBezTo>
                <a:cubicBezTo>
                  <a:pt x="41479" y="0"/>
                  <a:pt x="46999" y="568"/>
                  <a:pt x="51543" y="2971"/>
                </a:cubicBezTo>
                <a:cubicBezTo>
                  <a:pt x="56160" y="5360"/>
                  <a:pt x="58942" y="9103"/>
                  <a:pt x="59962" y="14288"/>
                </a:cubicBezTo>
                <a:cubicBezTo>
                  <a:pt x="60588" y="17419"/>
                  <a:pt x="60471" y="20201"/>
                  <a:pt x="59685" y="22706"/>
                </a:cubicBezTo>
                <a:cubicBezTo>
                  <a:pt x="58942" y="25153"/>
                  <a:pt x="57413" y="27366"/>
                  <a:pt x="55243" y="29304"/>
                </a:cubicBezTo>
                <a:lnTo>
                  <a:pt x="61622" y="27993"/>
                </a:lnTo>
                <a:lnTo>
                  <a:pt x="62976" y="34940"/>
                </a:lnTo>
                <a:lnTo>
                  <a:pt x="26056" y="42280"/>
                </a:lnTo>
                <a:close/>
                <a:moveTo>
                  <a:pt x="26056" y="422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BBA9B-BA8A-4C42-8637-42E87563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405" y="5948327"/>
            <a:ext cx="60020" cy="46941"/>
          </a:xfrm>
          <a:custGeom xmlns:a="http://schemas.openxmlformats.org/drawingml/2006/main">
            <a:pathLst>
              <a:path w="60020" h="46941">
                <a:moveTo>
                  <a:pt x="32493" y="41931"/>
                </a:moveTo>
                <a:lnTo>
                  <a:pt x="7005" y="46941"/>
                </a:lnTo>
                <a:lnTo>
                  <a:pt x="5636" y="40052"/>
                </a:lnTo>
                <a:lnTo>
                  <a:pt x="30891" y="35042"/>
                </a:lnTo>
                <a:cubicBezTo>
                  <a:pt x="34882" y="34255"/>
                  <a:pt x="37722" y="32886"/>
                  <a:pt x="39368" y="30949"/>
                </a:cubicBezTo>
                <a:cubicBezTo>
                  <a:pt x="41086" y="28954"/>
                  <a:pt x="41596" y="26463"/>
                  <a:pt x="40970" y="23332"/>
                </a:cubicBezTo>
                <a:cubicBezTo>
                  <a:pt x="40227" y="19575"/>
                  <a:pt x="38465" y="16895"/>
                  <a:pt x="35625" y="15191"/>
                </a:cubicBezTo>
                <a:cubicBezTo>
                  <a:pt x="32828" y="13487"/>
                  <a:pt x="29362" y="13035"/>
                  <a:pt x="25269" y="13880"/>
                </a:cubicBezTo>
                <a:lnTo>
                  <a:pt x="1427" y="18599"/>
                </a:lnTo>
                <a:lnTo>
                  <a:pt x="0" y="11608"/>
                </a:lnTo>
                <a:lnTo>
                  <a:pt x="58665" y="0"/>
                </a:lnTo>
                <a:lnTo>
                  <a:pt x="60020" y="7005"/>
                </a:lnTo>
                <a:lnTo>
                  <a:pt x="37037" y="11550"/>
                </a:lnTo>
                <a:cubicBezTo>
                  <a:pt x="39892" y="12686"/>
                  <a:pt x="42222" y="14288"/>
                  <a:pt x="43868" y="16268"/>
                </a:cubicBezTo>
                <a:cubicBezTo>
                  <a:pt x="45572" y="18264"/>
                  <a:pt x="46708" y="20769"/>
                  <a:pt x="47276" y="23667"/>
                </a:cubicBezTo>
                <a:cubicBezTo>
                  <a:pt x="48252" y="28503"/>
                  <a:pt x="47509" y="32493"/>
                  <a:pt x="45004" y="35566"/>
                </a:cubicBezTo>
                <a:cubicBezTo>
                  <a:pt x="42499" y="38625"/>
                  <a:pt x="38290" y="40795"/>
                  <a:pt x="32493" y="41931"/>
                </a:cubicBezTo>
                <a:close/>
                <a:moveTo>
                  <a:pt x="32493" y="419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EE1E6-71BA-4B08-BCFC-0A4878C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38" y="5995545"/>
            <a:ext cx="53830" cy="34707"/>
          </a:xfrm>
          <a:custGeom xmlns:a="http://schemas.openxmlformats.org/drawingml/2006/main">
            <a:pathLst>
              <a:path w="53830" h="34707">
                <a:moveTo>
                  <a:pt x="53830" y="9729"/>
                </a:moveTo>
                <a:lnTo>
                  <a:pt x="41887" y="12059"/>
                </a:lnTo>
                <a:lnTo>
                  <a:pt x="44669" y="26347"/>
                </a:lnTo>
                <a:lnTo>
                  <a:pt x="39324" y="27425"/>
                </a:lnTo>
                <a:lnTo>
                  <a:pt x="36469" y="13152"/>
                </a:lnTo>
                <a:lnTo>
                  <a:pt x="13545" y="17696"/>
                </a:lnTo>
                <a:cubicBezTo>
                  <a:pt x="10137" y="18380"/>
                  <a:pt x="8025" y="19240"/>
                  <a:pt x="7239" y="20376"/>
                </a:cubicBezTo>
                <a:cubicBezTo>
                  <a:pt x="6437" y="21512"/>
                  <a:pt x="6321" y="23551"/>
                  <a:pt x="6889" y="26463"/>
                </a:cubicBezTo>
                <a:lnTo>
                  <a:pt x="8316" y="33571"/>
                </a:lnTo>
                <a:lnTo>
                  <a:pt x="2505" y="34707"/>
                </a:lnTo>
                <a:lnTo>
                  <a:pt x="1092" y="27600"/>
                </a:lnTo>
                <a:cubicBezTo>
                  <a:pt x="0" y="22254"/>
                  <a:pt x="291" y="18322"/>
                  <a:pt x="1879" y="15933"/>
                </a:cubicBezTo>
                <a:cubicBezTo>
                  <a:pt x="3481" y="13487"/>
                  <a:pt x="6947" y="11724"/>
                  <a:pt x="12176" y="10705"/>
                </a:cubicBezTo>
                <a:lnTo>
                  <a:pt x="35115" y="6146"/>
                </a:lnTo>
                <a:lnTo>
                  <a:pt x="34081" y="1092"/>
                </a:lnTo>
                <a:lnTo>
                  <a:pt x="39484" y="0"/>
                </a:lnTo>
                <a:lnTo>
                  <a:pt x="40518" y="5127"/>
                </a:lnTo>
                <a:lnTo>
                  <a:pt x="52461" y="2738"/>
                </a:lnTo>
                <a:lnTo>
                  <a:pt x="53830" y="9729"/>
                </a:lnTo>
                <a:close/>
                <a:moveTo>
                  <a:pt x="53830" y="97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B45D5-BC39-42B6-AA25-FF3E2AF4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572" y="6029684"/>
            <a:ext cx="46358" cy="37329"/>
          </a:xfrm>
          <a:custGeom xmlns:a="http://schemas.openxmlformats.org/drawingml/2006/main">
            <a:pathLst>
              <a:path w="46358" h="37329">
                <a:moveTo>
                  <a:pt x="45849" y="28444"/>
                </a:moveTo>
                <a:lnTo>
                  <a:pt x="39309" y="29755"/>
                </a:lnTo>
                <a:cubicBezTo>
                  <a:pt x="39877" y="27600"/>
                  <a:pt x="40271" y="25429"/>
                  <a:pt x="40329" y="23216"/>
                </a:cubicBezTo>
                <a:cubicBezTo>
                  <a:pt x="40445" y="20987"/>
                  <a:pt x="40212" y="18774"/>
                  <a:pt x="39761" y="16501"/>
                </a:cubicBezTo>
                <a:cubicBezTo>
                  <a:pt x="39135" y="13093"/>
                  <a:pt x="38057" y="10588"/>
                  <a:pt x="36688" y="9103"/>
                </a:cubicBezTo>
                <a:cubicBezTo>
                  <a:pt x="35275" y="7573"/>
                  <a:pt x="33556" y="7049"/>
                  <a:pt x="31401" y="7457"/>
                </a:cubicBezTo>
                <a:cubicBezTo>
                  <a:pt x="29813" y="7734"/>
                  <a:pt x="28663" y="8651"/>
                  <a:pt x="27993" y="10020"/>
                </a:cubicBezTo>
                <a:cubicBezTo>
                  <a:pt x="27308" y="11433"/>
                  <a:pt x="26959" y="14113"/>
                  <a:pt x="26842" y="17972"/>
                </a:cubicBezTo>
                <a:lnTo>
                  <a:pt x="26798" y="20478"/>
                </a:lnTo>
                <a:cubicBezTo>
                  <a:pt x="26740" y="25604"/>
                  <a:pt x="25939" y="29362"/>
                  <a:pt x="24395" y="31809"/>
                </a:cubicBezTo>
                <a:cubicBezTo>
                  <a:pt x="22924" y="34314"/>
                  <a:pt x="20419" y="35843"/>
                  <a:pt x="17011" y="36527"/>
                </a:cubicBezTo>
                <a:cubicBezTo>
                  <a:pt x="13079" y="37329"/>
                  <a:pt x="9671" y="36353"/>
                  <a:pt x="6772" y="33731"/>
                </a:cubicBezTo>
                <a:cubicBezTo>
                  <a:pt x="3860" y="31066"/>
                  <a:pt x="1879" y="27032"/>
                  <a:pt x="786" y="21614"/>
                </a:cubicBezTo>
                <a:cubicBezTo>
                  <a:pt x="335" y="19342"/>
                  <a:pt x="117" y="16953"/>
                  <a:pt x="58" y="14390"/>
                </a:cubicBezTo>
                <a:cubicBezTo>
                  <a:pt x="0" y="11885"/>
                  <a:pt x="160" y="9161"/>
                  <a:pt x="510" y="6263"/>
                </a:cubicBezTo>
                <a:lnTo>
                  <a:pt x="7675" y="4894"/>
                </a:lnTo>
                <a:cubicBezTo>
                  <a:pt x="6816" y="7675"/>
                  <a:pt x="6306" y="10414"/>
                  <a:pt x="6146" y="13035"/>
                </a:cubicBezTo>
                <a:cubicBezTo>
                  <a:pt x="5971" y="15642"/>
                  <a:pt x="6146" y="18147"/>
                  <a:pt x="6656" y="20594"/>
                </a:cubicBezTo>
                <a:cubicBezTo>
                  <a:pt x="7282" y="23900"/>
                  <a:pt x="8360" y="26289"/>
                  <a:pt x="9787" y="27818"/>
                </a:cubicBezTo>
                <a:cubicBezTo>
                  <a:pt x="11258" y="29362"/>
                  <a:pt x="13021" y="29930"/>
                  <a:pt x="15016" y="29522"/>
                </a:cubicBezTo>
                <a:cubicBezTo>
                  <a:pt x="16953" y="29129"/>
                  <a:pt x="18264" y="28226"/>
                  <a:pt x="18992" y="26740"/>
                </a:cubicBezTo>
                <a:cubicBezTo>
                  <a:pt x="19735" y="25313"/>
                  <a:pt x="20186" y="22298"/>
                  <a:pt x="20245" y="17812"/>
                </a:cubicBezTo>
                <a:lnTo>
                  <a:pt x="20361" y="15307"/>
                </a:lnTo>
                <a:cubicBezTo>
                  <a:pt x="20361" y="10865"/>
                  <a:pt x="21162" y="7457"/>
                  <a:pt x="22633" y="5185"/>
                </a:cubicBezTo>
                <a:cubicBezTo>
                  <a:pt x="24177" y="2898"/>
                  <a:pt x="26507" y="1427"/>
                  <a:pt x="29813" y="801"/>
                </a:cubicBezTo>
                <a:cubicBezTo>
                  <a:pt x="33789" y="0"/>
                  <a:pt x="37096" y="801"/>
                  <a:pt x="39819" y="3190"/>
                </a:cubicBezTo>
                <a:cubicBezTo>
                  <a:pt x="42557" y="5578"/>
                  <a:pt x="44436" y="9394"/>
                  <a:pt x="45455" y="14564"/>
                </a:cubicBezTo>
                <a:cubicBezTo>
                  <a:pt x="45907" y="17128"/>
                  <a:pt x="46198" y="19575"/>
                  <a:pt x="46300" y="21905"/>
                </a:cubicBezTo>
                <a:cubicBezTo>
                  <a:pt x="46358" y="24235"/>
                  <a:pt x="46198" y="26405"/>
                  <a:pt x="45849" y="28444"/>
                </a:cubicBezTo>
                <a:close/>
                <a:moveTo>
                  <a:pt x="45849" y="284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28FFE-336D-4DD2-84F7-22C9A880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131" y="6068717"/>
            <a:ext cx="66457" cy="62583"/>
          </a:xfrm>
          <a:custGeom xmlns:a="http://schemas.openxmlformats.org/drawingml/2006/main">
            <a:pathLst>
              <a:path w="66457" h="62583">
                <a:moveTo>
                  <a:pt x="56277" y="0"/>
                </a:moveTo>
                <a:lnTo>
                  <a:pt x="58491" y="11375"/>
                </a:lnTo>
                <a:lnTo>
                  <a:pt x="23099" y="33280"/>
                </a:lnTo>
                <a:lnTo>
                  <a:pt x="64171" y="40110"/>
                </a:lnTo>
                <a:lnTo>
                  <a:pt x="66457" y="51485"/>
                </a:lnTo>
                <a:lnTo>
                  <a:pt x="10181" y="62583"/>
                </a:lnTo>
                <a:lnTo>
                  <a:pt x="8710" y="55184"/>
                </a:lnTo>
                <a:lnTo>
                  <a:pt x="58141" y="45397"/>
                </a:lnTo>
                <a:lnTo>
                  <a:pt x="16676" y="38508"/>
                </a:lnTo>
                <a:lnTo>
                  <a:pt x="15132" y="30891"/>
                </a:lnTo>
                <a:lnTo>
                  <a:pt x="50859" y="8753"/>
                </a:lnTo>
                <a:lnTo>
                  <a:pt x="1486" y="18540"/>
                </a:lnTo>
                <a:lnTo>
                  <a:pt x="0" y="11142"/>
                </a:lnTo>
                <a:lnTo>
                  <a:pt x="56277" y="0"/>
                </a:lnTo>
                <a:close/>
                <a:moveTo>
                  <a:pt x="562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C2D39-A9FD-46EC-A3BF-864C587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185" y="6137548"/>
            <a:ext cx="46708" cy="41479"/>
          </a:xfrm>
          <a:custGeom xmlns:a="http://schemas.openxmlformats.org/drawingml/2006/main">
            <a:pathLst>
              <a:path w="46708" h="41479">
                <a:moveTo>
                  <a:pt x="39659" y="17521"/>
                </a:moveTo>
                <a:cubicBezTo>
                  <a:pt x="38916" y="13836"/>
                  <a:pt x="36862" y="11156"/>
                  <a:pt x="33571" y="9569"/>
                </a:cubicBezTo>
                <a:cubicBezTo>
                  <a:pt x="30207" y="7967"/>
                  <a:pt x="26056" y="7690"/>
                  <a:pt x="20987" y="8710"/>
                </a:cubicBezTo>
                <a:cubicBezTo>
                  <a:pt x="15933" y="9671"/>
                  <a:pt x="12176" y="11550"/>
                  <a:pt x="9671" y="14288"/>
                </a:cubicBezTo>
                <a:cubicBezTo>
                  <a:pt x="7224" y="17011"/>
                  <a:pt x="6379" y="20259"/>
                  <a:pt x="7107" y="23958"/>
                </a:cubicBezTo>
                <a:cubicBezTo>
                  <a:pt x="7850" y="27658"/>
                  <a:pt x="9846" y="30323"/>
                  <a:pt x="13195" y="31867"/>
                </a:cubicBezTo>
                <a:cubicBezTo>
                  <a:pt x="16560" y="33454"/>
                  <a:pt x="20711" y="33746"/>
                  <a:pt x="25721" y="32770"/>
                </a:cubicBezTo>
                <a:cubicBezTo>
                  <a:pt x="30716" y="31809"/>
                  <a:pt x="34474" y="29930"/>
                  <a:pt x="36979" y="27192"/>
                </a:cubicBezTo>
                <a:cubicBezTo>
                  <a:pt x="39484" y="24468"/>
                  <a:pt x="40402" y="21220"/>
                  <a:pt x="39659" y="17521"/>
                </a:cubicBezTo>
                <a:close/>
                <a:moveTo>
                  <a:pt x="45514" y="16385"/>
                </a:moveTo>
                <a:cubicBezTo>
                  <a:pt x="46708" y="22415"/>
                  <a:pt x="45688" y="27541"/>
                  <a:pt x="42441" y="31750"/>
                </a:cubicBezTo>
                <a:cubicBezTo>
                  <a:pt x="39193" y="35959"/>
                  <a:pt x="34139" y="38741"/>
                  <a:pt x="27192" y="40110"/>
                </a:cubicBezTo>
                <a:cubicBezTo>
                  <a:pt x="20317" y="41479"/>
                  <a:pt x="14506" y="40853"/>
                  <a:pt x="9904" y="38173"/>
                </a:cubicBezTo>
                <a:cubicBezTo>
                  <a:pt x="5287" y="35508"/>
                  <a:pt x="2389" y="31182"/>
                  <a:pt x="1194" y="25153"/>
                </a:cubicBezTo>
                <a:cubicBezTo>
                  <a:pt x="0" y="19065"/>
                  <a:pt x="1020" y="13938"/>
                  <a:pt x="4267" y="9729"/>
                </a:cubicBezTo>
                <a:cubicBezTo>
                  <a:pt x="7573" y="5520"/>
                  <a:pt x="12627" y="2738"/>
                  <a:pt x="19516" y="1369"/>
                </a:cubicBezTo>
                <a:cubicBezTo>
                  <a:pt x="26463" y="0"/>
                  <a:pt x="32202" y="685"/>
                  <a:pt x="36804" y="3306"/>
                </a:cubicBezTo>
                <a:cubicBezTo>
                  <a:pt x="41421" y="5971"/>
                  <a:pt x="44319" y="10297"/>
                  <a:pt x="45514" y="16385"/>
                </a:cubicBezTo>
                <a:close/>
                <a:moveTo>
                  <a:pt x="45514" y="163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9BE92-A50D-4CD8-BD0B-5A8DF41A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545" y="6184722"/>
            <a:ext cx="53539" cy="69909"/>
          </a:xfrm>
          <a:custGeom xmlns:a="http://schemas.openxmlformats.org/drawingml/2006/main">
            <a:pathLst>
              <a:path w="53539" h="69909">
                <a:moveTo>
                  <a:pt x="40620" y="34692"/>
                </a:moveTo>
                <a:cubicBezTo>
                  <a:pt x="44101" y="35843"/>
                  <a:pt x="46825" y="37430"/>
                  <a:pt x="48762" y="39586"/>
                </a:cubicBezTo>
                <a:cubicBezTo>
                  <a:pt x="50699" y="41698"/>
                  <a:pt x="52009" y="44363"/>
                  <a:pt x="52679" y="47611"/>
                </a:cubicBezTo>
                <a:cubicBezTo>
                  <a:pt x="53539" y="52053"/>
                  <a:pt x="52679" y="55752"/>
                  <a:pt x="50072" y="58709"/>
                </a:cubicBezTo>
                <a:cubicBezTo>
                  <a:pt x="47451" y="61724"/>
                  <a:pt x="43358" y="63763"/>
                  <a:pt x="37664" y="64913"/>
                </a:cubicBezTo>
                <a:lnTo>
                  <a:pt x="12176" y="69909"/>
                </a:lnTo>
                <a:lnTo>
                  <a:pt x="10821" y="62976"/>
                </a:lnTo>
                <a:lnTo>
                  <a:pt x="36076" y="57966"/>
                </a:lnTo>
                <a:cubicBezTo>
                  <a:pt x="40110" y="57165"/>
                  <a:pt x="42965" y="55869"/>
                  <a:pt x="44611" y="54048"/>
                </a:cubicBezTo>
                <a:cubicBezTo>
                  <a:pt x="46315" y="52228"/>
                  <a:pt x="46825" y="49825"/>
                  <a:pt x="46257" y="46926"/>
                </a:cubicBezTo>
                <a:cubicBezTo>
                  <a:pt x="45572" y="43344"/>
                  <a:pt x="43810" y="40722"/>
                  <a:pt x="41028" y="39076"/>
                </a:cubicBezTo>
                <a:cubicBezTo>
                  <a:pt x="38173" y="37489"/>
                  <a:pt x="34765" y="37081"/>
                  <a:pt x="30614" y="37882"/>
                </a:cubicBezTo>
                <a:lnTo>
                  <a:pt x="6772" y="42601"/>
                </a:lnTo>
                <a:lnTo>
                  <a:pt x="5403" y="35668"/>
                </a:lnTo>
                <a:lnTo>
                  <a:pt x="30673" y="30658"/>
                </a:lnTo>
                <a:cubicBezTo>
                  <a:pt x="34707" y="29857"/>
                  <a:pt x="37547" y="28561"/>
                  <a:pt x="39266" y="26740"/>
                </a:cubicBezTo>
                <a:cubicBezTo>
                  <a:pt x="40911" y="24920"/>
                  <a:pt x="41421" y="22517"/>
                  <a:pt x="40853" y="19502"/>
                </a:cubicBezTo>
                <a:cubicBezTo>
                  <a:pt x="40169" y="15977"/>
                  <a:pt x="38406" y="13414"/>
                  <a:pt x="35566" y="11768"/>
                </a:cubicBezTo>
                <a:cubicBezTo>
                  <a:pt x="32770" y="10181"/>
                  <a:pt x="29304" y="9773"/>
                  <a:pt x="25211" y="10574"/>
                </a:cubicBezTo>
                <a:lnTo>
                  <a:pt x="1369" y="15293"/>
                </a:lnTo>
                <a:lnTo>
                  <a:pt x="0" y="8360"/>
                </a:lnTo>
                <a:lnTo>
                  <a:pt x="42222" y="0"/>
                </a:lnTo>
                <a:lnTo>
                  <a:pt x="43591" y="6933"/>
                </a:lnTo>
                <a:lnTo>
                  <a:pt x="36979" y="8243"/>
                </a:lnTo>
                <a:cubicBezTo>
                  <a:pt x="39892" y="9321"/>
                  <a:pt x="42222" y="10865"/>
                  <a:pt x="43868" y="12788"/>
                </a:cubicBezTo>
                <a:cubicBezTo>
                  <a:pt x="45514" y="14783"/>
                  <a:pt x="46650" y="17288"/>
                  <a:pt x="47276" y="20303"/>
                </a:cubicBezTo>
                <a:cubicBezTo>
                  <a:pt x="47844" y="23376"/>
                  <a:pt x="47626" y="26158"/>
                  <a:pt x="46490" y="28604"/>
                </a:cubicBezTo>
                <a:cubicBezTo>
                  <a:pt x="45354" y="31051"/>
                  <a:pt x="43416" y="33105"/>
                  <a:pt x="40620" y="34692"/>
                </a:cubicBezTo>
                <a:close/>
                <a:moveTo>
                  <a:pt x="40620" y="346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FFB06-3887-497F-89D5-1834D34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770" y="6259991"/>
            <a:ext cx="46533" cy="42543"/>
          </a:xfrm>
          <a:custGeom xmlns:a="http://schemas.openxmlformats.org/drawingml/2006/main">
            <a:pathLst>
              <a:path w="46533" h="42543">
                <a:moveTo>
                  <a:pt x="28663" y="40052"/>
                </a:moveTo>
                <a:lnTo>
                  <a:pt x="25255" y="40722"/>
                </a:lnTo>
                <a:lnTo>
                  <a:pt x="18992" y="8870"/>
                </a:lnTo>
                <a:cubicBezTo>
                  <a:pt x="14273" y="10122"/>
                  <a:pt x="10923" y="12278"/>
                  <a:pt x="8928" y="15351"/>
                </a:cubicBezTo>
                <a:cubicBezTo>
                  <a:pt x="6933" y="18424"/>
                  <a:pt x="6365" y="22240"/>
                  <a:pt x="7282" y="26842"/>
                </a:cubicBezTo>
                <a:cubicBezTo>
                  <a:pt x="7850" y="29522"/>
                  <a:pt x="8637" y="32027"/>
                  <a:pt x="9773" y="34357"/>
                </a:cubicBezTo>
                <a:cubicBezTo>
                  <a:pt x="10967" y="36746"/>
                  <a:pt x="12394" y="39018"/>
                  <a:pt x="14215" y="41246"/>
                </a:cubicBezTo>
                <a:lnTo>
                  <a:pt x="7675" y="42543"/>
                </a:lnTo>
                <a:cubicBezTo>
                  <a:pt x="6132" y="40271"/>
                  <a:pt x="4835" y="37882"/>
                  <a:pt x="3743" y="35377"/>
                </a:cubicBezTo>
                <a:cubicBezTo>
                  <a:pt x="2665" y="32872"/>
                  <a:pt x="1879" y="30265"/>
                  <a:pt x="1296" y="27585"/>
                </a:cubicBezTo>
                <a:cubicBezTo>
                  <a:pt x="0" y="20871"/>
                  <a:pt x="903" y="15132"/>
                  <a:pt x="4034" y="10399"/>
                </a:cubicBezTo>
                <a:cubicBezTo>
                  <a:pt x="7166" y="5738"/>
                  <a:pt x="12118" y="2724"/>
                  <a:pt x="18774" y="1354"/>
                </a:cubicBezTo>
                <a:cubicBezTo>
                  <a:pt x="25706" y="0"/>
                  <a:pt x="31517" y="786"/>
                  <a:pt x="36353" y="3743"/>
                </a:cubicBezTo>
                <a:cubicBezTo>
                  <a:pt x="41130" y="6656"/>
                  <a:pt x="44145" y="11258"/>
                  <a:pt x="45397" y="17623"/>
                </a:cubicBezTo>
                <a:cubicBezTo>
                  <a:pt x="46533" y="23318"/>
                  <a:pt x="45572" y="28153"/>
                  <a:pt x="42543" y="32187"/>
                </a:cubicBezTo>
                <a:cubicBezTo>
                  <a:pt x="39586" y="36178"/>
                  <a:pt x="34925" y="38858"/>
                  <a:pt x="28663" y="40052"/>
                </a:cubicBezTo>
                <a:close/>
                <a:moveTo>
                  <a:pt x="29347" y="32712"/>
                </a:moveTo>
                <a:cubicBezTo>
                  <a:pt x="33105" y="31911"/>
                  <a:pt x="35887" y="30265"/>
                  <a:pt x="37765" y="27760"/>
                </a:cubicBezTo>
                <a:cubicBezTo>
                  <a:pt x="39644" y="25255"/>
                  <a:pt x="40212" y="22240"/>
                  <a:pt x="39528" y="18832"/>
                </a:cubicBezTo>
                <a:cubicBezTo>
                  <a:pt x="38800" y="15016"/>
                  <a:pt x="37081" y="12118"/>
                  <a:pt x="34416" y="10239"/>
                </a:cubicBezTo>
                <a:cubicBezTo>
                  <a:pt x="31794" y="8302"/>
                  <a:pt x="28444" y="7617"/>
                  <a:pt x="24395" y="8010"/>
                </a:cubicBezTo>
                <a:lnTo>
                  <a:pt x="29347" y="32712"/>
                </a:lnTo>
                <a:close/>
                <a:moveTo>
                  <a:pt x="29347" y="327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DF982-CD96-4B48-A9DA-556368B1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781" y="6307325"/>
            <a:ext cx="48252" cy="43693"/>
          </a:xfrm>
          <a:custGeom xmlns:a="http://schemas.openxmlformats.org/drawingml/2006/main">
            <a:pathLst>
              <a:path w="48252" h="43693">
                <a:moveTo>
                  <a:pt x="32493" y="38683"/>
                </a:moveTo>
                <a:lnTo>
                  <a:pt x="7005" y="43693"/>
                </a:lnTo>
                <a:lnTo>
                  <a:pt x="5636" y="36746"/>
                </a:lnTo>
                <a:lnTo>
                  <a:pt x="30891" y="31794"/>
                </a:lnTo>
                <a:cubicBezTo>
                  <a:pt x="34882" y="30993"/>
                  <a:pt x="37722" y="29639"/>
                  <a:pt x="39368" y="27643"/>
                </a:cubicBezTo>
                <a:cubicBezTo>
                  <a:pt x="41086" y="25706"/>
                  <a:pt x="41596" y="23201"/>
                  <a:pt x="40970" y="20070"/>
                </a:cubicBezTo>
                <a:cubicBezTo>
                  <a:pt x="40227" y="16327"/>
                  <a:pt x="38465" y="13589"/>
                  <a:pt x="35625" y="11943"/>
                </a:cubicBezTo>
                <a:cubicBezTo>
                  <a:pt x="32828" y="10239"/>
                  <a:pt x="29362" y="9773"/>
                  <a:pt x="25269" y="10632"/>
                </a:cubicBezTo>
                <a:lnTo>
                  <a:pt x="1369" y="15351"/>
                </a:lnTo>
                <a:lnTo>
                  <a:pt x="0" y="8360"/>
                </a:lnTo>
                <a:lnTo>
                  <a:pt x="42222" y="0"/>
                </a:lnTo>
                <a:lnTo>
                  <a:pt x="43591" y="6991"/>
                </a:lnTo>
                <a:lnTo>
                  <a:pt x="37037" y="8302"/>
                </a:lnTo>
                <a:cubicBezTo>
                  <a:pt x="39892" y="9438"/>
                  <a:pt x="42164" y="11025"/>
                  <a:pt x="43868" y="13021"/>
                </a:cubicBezTo>
                <a:cubicBezTo>
                  <a:pt x="45572" y="15016"/>
                  <a:pt x="46708" y="17463"/>
                  <a:pt x="47276" y="20419"/>
                </a:cubicBezTo>
                <a:cubicBezTo>
                  <a:pt x="48252" y="25255"/>
                  <a:pt x="47509" y="29231"/>
                  <a:pt x="45004" y="32304"/>
                </a:cubicBezTo>
                <a:cubicBezTo>
                  <a:pt x="42499" y="35377"/>
                  <a:pt x="38290" y="37489"/>
                  <a:pt x="32493" y="38683"/>
                </a:cubicBezTo>
                <a:close/>
                <a:moveTo>
                  <a:pt x="32493" y="386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75B2D-D3D1-4AB3-966D-77509A66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228" y="6351295"/>
            <a:ext cx="53815" cy="34707"/>
          </a:xfrm>
          <a:custGeom xmlns:a="http://schemas.openxmlformats.org/drawingml/2006/main">
            <a:pathLst>
              <a:path w="53815" h="34707">
                <a:moveTo>
                  <a:pt x="53815" y="9671"/>
                </a:moveTo>
                <a:lnTo>
                  <a:pt x="41873" y="12059"/>
                </a:lnTo>
                <a:lnTo>
                  <a:pt x="44654" y="26347"/>
                </a:lnTo>
                <a:lnTo>
                  <a:pt x="39309" y="27425"/>
                </a:lnTo>
                <a:lnTo>
                  <a:pt x="36455" y="13137"/>
                </a:lnTo>
                <a:lnTo>
                  <a:pt x="13530" y="17637"/>
                </a:lnTo>
                <a:cubicBezTo>
                  <a:pt x="10122" y="18322"/>
                  <a:pt x="8010" y="19225"/>
                  <a:pt x="7224" y="20376"/>
                </a:cubicBezTo>
                <a:cubicBezTo>
                  <a:pt x="6423" y="21512"/>
                  <a:pt x="6306" y="23551"/>
                  <a:pt x="6874" y="26405"/>
                </a:cubicBezTo>
                <a:lnTo>
                  <a:pt x="8302" y="33513"/>
                </a:lnTo>
                <a:lnTo>
                  <a:pt x="2491" y="34707"/>
                </a:lnTo>
                <a:lnTo>
                  <a:pt x="1078" y="27600"/>
                </a:lnTo>
                <a:cubicBezTo>
                  <a:pt x="0" y="22240"/>
                  <a:pt x="277" y="18322"/>
                  <a:pt x="1864" y="15875"/>
                </a:cubicBezTo>
                <a:cubicBezTo>
                  <a:pt x="3466" y="13487"/>
                  <a:pt x="6874" y="11724"/>
                  <a:pt x="12161" y="10690"/>
                </a:cubicBezTo>
                <a:lnTo>
                  <a:pt x="35100" y="6146"/>
                </a:lnTo>
                <a:lnTo>
                  <a:pt x="34066" y="1078"/>
                </a:lnTo>
                <a:lnTo>
                  <a:pt x="39470" y="0"/>
                </a:lnTo>
                <a:lnTo>
                  <a:pt x="40445" y="5127"/>
                </a:lnTo>
                <a:lnTo>
                  <a:pt x="52446" y="2738"/>
                </a:lnTo>
                <a:lnTo>
                  <a:pt x="53815" y="9671"/>
                </a:lnTo>
                <a:close/>
                <a:moveTo>
                  <a:pt x="53815" y="96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6DE2B-8BB8-4461-BBC5-4D600C28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947" y="6385434"/>
            <a:ext cx="46358" cy="37314"/>
          </a:xfrm>
          <a:custGeom xmlns:a="http://schemas.openxmlformats.org/drawingml/2006/main">
            <a:pathLst>
              <a:path w="46358" h="37314">
                <a:moveTo>
                  <a:pt x="45849" y="28444"/>
                </a:moveTo>
                <a:lnTo>
                  <a:pt x="39251" y="29755"/>
                </a:lnTo>
                <a:cubicBezTo>
                  <a:pt x="39877" y="27585"/>
                  <a:pt x="40212" y="25429"/>
                  <a:pt x="40329" y="23216"/>
                </a:cubicBezTo>
                <a:cubicBezTo>
                  <a:pt x="40387" y="20987"/>
                  <a:pt x="40212" y="18774"/>
                  <a:pt x="39761" y="16501"/>
                </a:cubicBezTo>
                <a:cubicBezTo>
                  <a:pt x="39076" y="13079"/>
                  <a:pt x="38057" y="10574"/>
                  <a:pt x="36688" y="9103"/>
                </a:cubicBezTo>
                <a:cubicBezTo>
                  <a:pt x="35275" y="7559"/>
                  <a:pt x="33513" y="6991"/>
                  <a:pt x="31401" y="7457"/>
                </a:cubicBezTo>
                <a:cubicBezTo>
                  <a:pt x="29813" y="7734"/>
                  <a:pt x="28677" y="8651"/>
                  <a:pt x="27993" y="10006"/>
                </a:cubicBezTo>
                <a:cubicBezTo>
                  <a:pt x="27308" y="11433"/>
                  <a:pt x="26959" y="14113"/>
                  <a:pt x="26842" y="17972"/>
                </a:cubicBezTo>
                <a:lnTo>
                  <a:pt x="26798" y="20478"/>
                </a:lnTo>
                <a:cubicBezTo>
                  <a:pt x="26682" y="25604"/>
                  <a:pt x="25939" y="29347"/>
                  <a:pt x="24410" y="31794"/>
                </a:cubicBezTo>
                <a:cubicBezTo>
                  <a:pt x="22866" y="34241"/>
                  <a:pt x="20419" y="35843"/>
                  <a:pt x="16953" y="36527"/>
                </a:cubicBezTo>
                <a:cubicBezTo>
                  <a:pt x="13079" y="37314"/>
                  <a:pt x="9671" y="36353"/>
                  <a:pt x="6714" y="33731"/>
                </a:cubicBezTo>
                <a:cubicBezTo>
                  <a:pt x="3860" y="31066"/>
                  <a:pt x="1879" y="27017"/>
                  <a:pt x="786" y="21614"/>
                </a:cubicBezTo>
                <a:cubicBezTo>
                  <a:pt x="335" y="19342"/>
                  <a:pt x="117" y="16953"/>
                  <a:pt x="58" y="14390"/>
                </a:cubicBezTo>
                <a:cubicBezTo>
                  <a:pt x="0" y="11885"/>
                  <a:pt x="160" y="9161"/>
                  <a:pt x="510" y="6263"/>
                </a:cubicBezTo>
                <a:lnTo>
                  <a:pt x="7675" y="4835"/>
                </a:lnTo>
                <a:cubicBezTo>
                  <a:pt x="6831" y="7675"/>
                  <a:pt x="6306" y="10414"/>
                  <a:pt x="6146" y="13021"/>
                </a:cubicBezTo>
                <a:cubicBezTo>
                  <a:pt x="5971" y="15642"/>
                  <a:pt x="6146" y="18147"/>
                  <a:pt x="6598" y="20594"/>
                </a:cubicBezTo>
                <a:cubicBezTo>
                  <a:pt x="7282" y="23886"/>
                  <a:pt x="8302" y="26289"/>
                  <a:pt x="9787" y="27818"/>
                </a:cubicBezTo>
                <a:cubicBezTo>
                  <a:pt x="11258" y="29347"/>
                  <a:pt x="13021" y="29930"/>
                  <a:pt x="15016" y="29522"/>
                </a:cubicBezTo>
                <a:cubicBezTo>
                  <a:pt x="16895" y="29129"/>
                  <a:pt x="18264" y="28211"/>
                  <a:pt x="18992" y="26740"/>
                </a:cubicBezTo>
                <a:cubicBezTo>
                  <a:pt x="19735" y="25255"/>
                  <a:pt x="20143" y="22298"/>
                  <a:pt x="20245" y="17812"/>
                </a:cubicBezTo>
                <a:lnTo>
                  <a:pt x="20303" y="15307"/>
                </a:lnTo>
                <a:cubicBezTo>
                  <a:pt x="20361" y="10807"/>
                  <a:pt x="21162" y="7457"/>
                  <a:pt x="22633" y="5170"/>
                </a:cubicBezTo>
                <a:cubicBezTo>
                  <a:pt x="24119" y="2898"/>
                  <a:pt x="26507" y="1413"/>
                  <a:pt x="29813" y="801"/>
                </a:cubicBezTo>
                <a:cubicBezTo>
                  <a:pt x="33731" y="0"/>
                  <a:pt x="37096" y="801"/>
                  <a:pt x="39819" y="3190"/>
                </a:cubicBezTo>
                <a:cubicBezTo>
                  <a:pt x="42557" y="5578"/>
                  <a:pt x="44378" y="9379"/>
                  <a:pt x="45397" y="14564"/>
                </a:cubicBezTo>
                <a:cubicBezTo>
                  <a:pt x="45907" y="17069"/>
                  <a:pt x="46198" y="19516"/>
                  <a:pt x="46300" y="21847"/>
                </a:cubicBezTo>
                <a:cubicBezTo>
                  <a:pt x="46358" y="24235"/>
                  <a:pt x="46198" y="26391"/>
                  <a:pt x="45849" y="28444"/>
                </a:cubicBezTo>
                <a:close/>
                <a:moveTo>
                  <a:pt x="45849" y="284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75805-3861-4F8D-81E8-11862B60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700" y="6423942"/>
            <a:ext cx="60428" cy="46766"/>
          </a:xfrm>
          <a:custGeom xmlns:a="http://schemas.openxmlformats.org/drawingml/2006/main">
            <a:pathLst>
              <a:path w="60428" h="46766">
                <a:moveTo>
                  <a:pt x="59918" y="34590"/>
                </a:moveTo>
                <a:lnTo>
                  <a:pt x="52461" y="36076"/>
                </a:lnTo>
                <a:cubicBezTo>
                  <a:pt x="53262" y="32945"/>
                  <a:pt x="53772" y="29988"/>
                  <a:pt x="53932" y="27308"/>
                </a:cubicBezTo>
                <a:cubicBezTo>
                  <a:pt x="54107" y="24585"/>
                  <a:pt x="53932" y="22080"/>
                  <a:pt x="53480" y="19691"/>
                </a:cubicBezTo>
                <a:cubicBezTo>
                  <a:pt x="52694" y="15540"/>
                  <a:pt x="51267" y="12467"/>
                  <a:pt x="49155" y="10588"/>
                </a:cubicBezTo>
                <a:cubicBezTo>
                  <a:pt x="47116" y="8651"/>
                  <a:pt x="44611" y="7967"/>
                  <a:pt x="41654" y="8535"/>
                </a:cubicBezTo>
                <a:cubicBezTo>
                  <a:pt x="39149" y="9044"/>
                  <a:pt x="37445" y="10137"/>
                  <a:pt x="36469" y="11899"/>
                </a:cubicBezTo>
                <a:cubicBezTo>
                  <a:pt x="35508" y="13661"/>
                  <a:pt x="35056" y="16676"/>
                  <a:pt x="35100" y="21002"/>
                </a:cubicBezTo>
                <a:lnTo>
                  <a:pt x="35056" y="25779"/>
                </a:lnTo>
                <a:cubicBezTo>
                  <a:pt x="35100" y="31692"/>
                  <a:pt x="34022" y="36251"/>
                  <a:pt x="31809" y="39484"/>
                </a:cubicBezTo>
                <a:cubicBezTo>
                  <a:pt x="29639" y="42732"/>
                  <a:pt x="26230" y="44786"/>
                  <a:pt x="21686" y="45688"/>
                </a:cubicBezTo>
                <a:cubicBezTo>
                  <a:pt x="16225" y="46766"/>
                  <a:pt x="11724" y="45747"/>
                  <a:pt x="8200" y="42674"/>
                </a:cubicBezTo>
                <a:cubicBezTo>
                  <a:pt x="4675" y="39542"/>
                  <a:pt x="2228" y="34488"/>
                  <a:pt x="801" y="27425"/>
                </a:cubicBezTo>
                <a:cubicBezTo>
                  <a:pt x="291" y="24759"/>
                  <a:pt x="0" y="21905"/>
                  <a:pt x="0" y="18774"/>
                </a:cubicBezTo>
                <a:cubicBezTo>
                  <a:pt x="58" y="15657"/>
                  <a:pt x="291" y="12351"/>
                  <a:pt x="859" y="8884"/>
                </a:cubicBezTo>
                <a:lnTo>
                  <a:pt x="8710" y="7340"/>
                </a:lnTo>
                <a:cubicBezTo>
                  <a:pt x="7573" y="10763"/>
                  <a:pt x="6889" y="14055"/>
                  <a:pt x="6554" y="17186"/>
                </a:cubicBezTo>
                <a:cubicBezTo>
                  <a:pt x="6263" y="20376"/>
                  <a:pt x="6437" y="23332"/>
                  <a:pt x="7005" y="26230"/>
                </a:cubicBezTo>
                <a:cubicBezTo>
                  <a:pt x="7850" y="30556"/>
                  <a:pt x="9336" y="33746"/>
                  <a:pt x="11550" y="35726"/>
                </a:cubicBezTo>
                <a:cubicBezTo>
                  <a:pt x="13720" y="37780"/>
                  <a:pt x="16385" y="38465"/>
                  <a:pt x="19575" y="37838"/>
                </a:cubicBezTo>
                <a:cubicBezTo>
                  <a:pt x="22313" y="37329"/>
                  <a:pt x="24293" y="36018"/>
                  <a:pt x="25488" y="34022"/>
                </a:cubicBezTo>
                <a:cubicBezTo>
                  <a:pt x="26740" y="32042"/>
                  <a:pt x="27366" y="29027"/>
                  <a:pt x="27366" y="24978"/>
                </a:cubicBezTo>
                <a:lnTo>
                  <a:pt x="27366" y="20201"/>
                </a:lnTo>
                <a:cubicBezTo>
                  <a:pt x="27366" y="14288"/>
                  <a:pt x="28342" y="9846"/>
                  <a:pt x="30221" y="6831"/>
                </a:cubicBezTo>
                <a:cubicBezTo>
                  <a:pt x="32144" y="3816"/>
                  <a:pt x="35217" y="1879"/>
                  <a:pt x="39542" y="1034"/>
                </a:cubicBezTo>
                <a:cubicBezTo>
                  <a:pt x="44494" y="0"/>
                  <a:pt x="48762" y="1034"/>
                  <a:pt x="52344" y="3932"/>
                </a:cubicBezTo>
                <a:cubicBezTo>
                  <a:pt x="55869" y="6889"/>
                  <a:pt x="58258" y="11448"/>
                  <a:pt x="59510" y="17579"/>
                </a:cubicBezTo>
                <a:cubicBezTo>
                  <a:pt x="60020" y="20201"/>
                  <a:pt x="60311" y="22939"/>
                  <a:pt x="60369" y="25779"/>
                </a:cubicBezTo>
                <a:cubicBezTo>
                  <a:pt x="60428" y="28619"/>
                  <a:pt x="60253" y="31576"/>
                  <a:pt x="59918" y="34590"/>
                </a:cubicBezTo>
                <a:close/>
                <a:moveTo>
                  <a:pt x="59918" y="345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7025A3-A5FC-47C4-82D6-3D58D1CB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895" y="6470708"/>
            <a:ext cx="53757" cy="34707"/>
          </a:xfrm>
          <a:custGeom xmlns:a="http://schemas.openxmlformats.org/drawingml/2006/main">
            <a:pathLst>
              <a:path w="53757" h="34707">
                <a:moveTo>
                  <a:pt x="53757" y="9671"/>
                </a:moveTo>
                <a:lnTo>
                  <a:pt x="41814" y="12059"/>
                </a:lnTo>
                <a:lnTo>
                  <a:pt x="44654" y="26347"/>
                </a:lnTo>
                <a:lnTo>
                  <a:pt x="39251" y="27425"/>
                </a:lnTo>
                <a:lnTo>
                  <a:pt x="36411" y="13152"/>
                </a:lnTo>
                <a:lnTo>
                  <a:pt x="13530" y="17696"/>
                </a:lnTo>
                <a:cubicBezTo>
                  <a:pt x="10064" y="18322"/>
                  <a:pt x="7952" y="19240"/>
                  <a:pt x="7166" y="20376"/>
                </a:cubicBezTo>
                <a:cubicBezTo>
                  <a:pt x="6365" y="21512"/>
                  <a:pt x="6248" y="23565"/>
                  <a:pt x="6816" y="26463"/>
                </a:cubicBezTo>
                <a:lnTo>
                  <a:pt x="8243" y="33571"/>
                </a:lnTo>
                <a:lnTo>
                  <a:pt x="2447" y="34707"/>
                </a:lnTo>
                <a:lnTo>
                  <a:pt x="1020" y="27600"/>
                </a:lnTo>
                <a:cubicBezTo>
                  <a:pt x="0" y="22254"/>
                  <a:pt x="218" y="18322"/>
                  <a:pt x="1821" y="15933"/>
                </a:cubicBezTo>
                <a:cubicBezTo>
                  <a:pt x="3408" y="13487"/>
                  <a:pt x="6874" y="11724"/>
                  <a:pt x="12118" y="10705"/>
                </a:cubicBezTo>
                <a:lnTo>
                  <a:pt x="35042" y="6146"/>
                </a:lnTo>
                <a:lnTo>
                  <a:pt x="34008" y="1092"/>
                </a:lnTo>
                <a:lnTo>
                  <a:pt x="39426" y="0"/>
                </a:lnTo>
                <a:lnTo>
                  <a:pt x="40445" y="5127"/>
                </a:lnTo>
                <a:lnTo>
                  <a:pt x="52388" y="2738"/>
                </a:lnTo>
                <a:lnTo>
                  <a:pt x="53757" y="9671"/>
                </a:lnTo>
                <a:close/>
                <a:moveTo>
                  <a:pt x="53757" y="96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C1ECD-DC4A-428C-9F7C-31CA6852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439" y="6507003"/>
            <a:ext cx="47043" cy="40518"/>
          </a:xfrm>
          <a:custGeom xmlns:a="http://schemas.openxmlformats.org/drawingml/2006/main">
            <a:pathLst>
              <a:path w="47043" h="40518">
                <a:moveTo>
                  <a:pt x="24687" y="22473"/>
                </a:moveTo>
                <a:cubicBezTo>
                  <a:pt x="23609" y="16909"/>
                  <a:pt x="22182" y="13152"/>
                  <a:pt x="20478" y="11215"/>
                </a:cubicBezTo>
                <a:cubicBezTo>
                  <a:pt x="18774" y="9336"/>
                  <a:pt x="16385" y="8651"/>
                  <a:pt x="13254" y="9278"/>
                </a:cubicBezTo>
                <a:cubicBezTo>
                  <a:pt x="10807" y="9787"/>
                  <a:pt x="9044" y="10982"/>
                  <a:pt x="7908" y="12860"/>
                </a:cubicBezTo>
                <a:cubicBezTo>
                  <a:pt x="6772" y="14797"/>
                  <a:pt x="6481" y="17128"/>
                  <a:pt x="7049" y="19924"/>
                </a:cubicBezTo>
                <a:cubicBezTo>
                  <a:pt x="7792" y="23784"/>
                  <a:pt x="9787" y="26580"/>
                  <a:pt x="12977" y="28342"/>
                </a:cubicBezTo>
                <a:cubicBezTo>
                  <a:pt x="16152" y="30163"/>
                  <a:pt x="19968" y="30614"/>
                  <a:pt x="24526" y="29711"/>
                </a:cubicBezTo>
                <a:lnTo>
                  <a:pt x="26056" y="29420"/>
                </a:lnTo>
                <a:lnTo>
                  <a:pt x="24687" y="22473"/>
                </a:lnTo>
                <a:close/>
                <a:moveTo>
                  <a:pt x="30265" y="35741"/>
                </a:moveTo>
                <a:lnTo>
                  <a:pt x="6204" y="40518"/>
                </a:lnTo>
                <a:lnTo>
                  <a:pt x="4835" y="33571"/>
                </a:lnTo>
                <a:lnTo>
                  <a:pt x="11258" y="32318"/>
                </a:lnTo>
                <a:cubicBezTo>
                  <a:pt x="8360" y="31241"/>
                  <a:pt x="6088" y="29653"/>
                  <a:pt x="4442" y="27541"/>
                </a:cubicBezTo>
                <a:cubicBezTo>
                  <a:pt x="2738" y="25386"/>
                  <a:pt x="1544" y="22648"/>
                  <a:pt x="859" y="19240"/>
                </a:cubicBezTo>
                <a:cubicBezTo>
                  <a:pt x="0" y="14914"/>
                  <a:pt x="568" y="11215"/>
                  <a:pt x="2447" y="8200"/>
                </a:cubicBezTo>
                <a:cubicBezTo>
                  <a:pt x="4384" y="5185"/>
                  <a:pt x="7399" y="3248"/>
                  <a:pt x="11433" y="2447"/>
                </a:cubicBezTo>
                <a:cubicBezTo>
                  <a:pt x="16210" y="1486"/>
                  <a:pt x="20084" y="2403"/>
                  <a:pt x="23099" y="5068"/>
                </a:cubicBezTo>
                <a:cubicBezTo>
                  <a:pt x="26172" y="7807"/>
                  <a:pt x="28328" y="12292"/>
                  <a:pt x="29522" y="18613"/>
                </a:cubicBezTo>
                <a:lnTo>
                  <a:pt x="31459" y="28342"/>
                </a:lnTo>
                <a:lnTo>
                  <a:pt x="32144" y="28168"/>
                </a:lnTo>
                <a:cubicBezTo>
                  <a:pt x="35333" y="27541"/>
                  <a:pt x="37605" y="26012"/>
                  <a:pt x="38974" y="23565"/>
                </a:cubicBezTo>
                <a:cubicBezTo>
                  <a:pt x="40285" y="21118"/>
                  <a:pt x="40562" y="18045"/>
                  <a:pt x="39819" y="14229"/>
                </a:cubicBezTo>
                <a:cubicBezTo>
                  <a:pt x="39309" y="11841"/>
                  <a:pt x="38567" y="9511"/>
                  <a:pt x="37547" y="7340"/>
                </a:cubicBezTo>
                <a:cubicBezTo>
                  <a:pt x="36527" y="5185"/>
                  <a:pt x="35217" y="3131"/>
                  <a:pt x="33629" y="1253"/>
                </a:cubicBezTo>
                <a:lnTo>
                  <a:pt x="40052" y="0"/>
                </a:lnTo>
                <a:cubicBezTo>
                  <a:pt x="41538" y="2345"/>
                  <a:pt x="42790" y="4675"/>
                  <a:pt x="43693" y="6947"/>
                </a:cubicBezTo>
                <a:cubicBezTo>
                  <a:pt x="44654" y="9219"/>
                  <a:pt x="45397" y="11506"/>
                  <a:pt x="45805" y="13778"/>
                </a:cubicBezTo>
                <a:cubicBezTo>
                  <a:pt x="47043" y="19866"/>
                  <a:pt x="46373" y="24759"/>
                  <a:pt x="43810" y="28401"/>
                </a:cubicBezTo>
                <a:cubicBezTo>
                  <a:pt x="41246" y="32042"/>
                  <a:pt x="36746" y="34488"/>
                  <a:pt x="30265" y="35741"/>
                </a:cubicBezTo>
                <a:close/>
                <a:moveTo>
                  <a:pt x="30265" y="357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741A7-209A-4F41-A329-F1553051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188" y="6548264"/>
            <a:ext cx="53830" cy="34634"/>
          </a:xfrm>
          <a:custGeom xmlns:a="http://schemas.openxmlformats.org/drawingml/2006/main">
            <a:pathLst>
              <a:path w="53830" h="34634">
                <a:moveTo>
                  <a:pt x="53830" y="9671"/>
                </a:moveTo>
                <a:lnTo>
                  <a:pt x="41814" y="12059"/>
                </a:lnTo>
                <a:lnTo>
                  <a:pt x="44669" y="26332"/>
                </a:lnTo>
                <a:lnTo>
                  <a:pt x="39266" y="27352"/>
                </a:lnTo>
                <a:lnTo>
                  <a:pt x="36469" y="13137"/>
                </a:lnTo>
                <a:lnTo>
                  <a:pt x="13545" y="17623"/>
                </a:lnTo>
                <a:cubicBezTo>
                  <a:pt x="10137" y="18307"/>
                  <a:pt x="7967" y="19225"/>
                  <a:pt x="7166" y="20361"/>
                </a:cubicBezTo>
                <a:cubicBezTo>
                  <a:pt x="6437" y="21497"/>
                  <a:pt x="6321" y="23492"/>
                  <a:pt x="6889" y="26391"/>
                </a:cubicBezTo>
                <a:lnTo>
                  <a:pt x="8258" y="33498"/>
                </a:lnTo>
                <a:lnTo>
                  <a:pt x="2447" y="34634"/>
                </a:lnTo>
                <a:lnTo>
                  <a:pt x="1092" y="27527"/>
                </a:lnTo>
                <a:cubicBezTo>
                  <a:pt x="0" y="22182"/>
                  <a:pt x="291" y="18307"/>
                  <a:pt x="1879" y="15861"/>
                </a:cubicBezTo>
                <a:cubicBezTo>
                  <a:pt x="3481" y="13472"/>
                  <a:pt x="6889" y="11710"/>
                  <a:pt x="12176" y="10690"/>
                </a:cubicBezTo>
                <a:lnTo>
                  <a:pt x="35056" y="6132"/>
                </a:lnTo>
                <a:lnTo>
                  <a:pt x="34081" y="1078"/>
                </a:lnTo>
                <a:lnTo>
                  <a:pt x="39484" y="0"/>
                </a:lnTo>
                <a:lnTo>
                  <a:pt x="40460" y="5054"/>
                </a:lnTo>
                <a:lnTo>
                  <a:pt x="52461" y="2724"/>
                </a:lnTo>
                <a:lnTo>
                  <a:pt x="53830" y="9671"/>
                </a:lnTo>
                <a:close/>
                <a:moveTo>
                  <a:pt x="53830" y="96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01741-8D68-4D87-9BE2-78253065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921" y="6582388"/>
            <a:ext cx="46358" cy="37270"/>
          </a:xfrm>
          <a:custGeom xmlns:a="http://schemas.openxmlformats.org/drawingml/2006/main">
            <a:pathLst>
              <a:path w="46358" h="37270">
                <a:moveTo>
                  <a:pt x="45790" y="28444"/>
                </a:moveTo>
                <a:lnTo>
                  <a:pt x="39251" y="29755"/>
                </a:lnTo>
                <a:cubicBezTo>
                  <a:pt x="39877" y="27600"/>
                  <a:pt x="40212" y="25429"/>
                  <a:pt x="40329" y="23216"/>
                </a:cubicBezTo>
                <a:cubicBezTo>
                  <a:pt x="40387" y="21002"/>
                  <a:pt x="40212" y="18774"/>
                  <a:pt x="39761" y="16501"/>
                </a:cubicBezTo>
                <a:cubicBezTo>
                  <a:pt x="39076" y="13035"/>
                  <a:pt x="38057" y="10588"/>
                  <a:pt x="36629" y="9044"/>
                </a:cubicBezTo>
                <a:cubicBezTo>
                  <a:pt x="35260" y="7573"/>
                  <a:pt x="33498" y="7005"/>
                  <a:pt x="31401" y="7457"/>
                </a:cubicBezTo>
                <a:cubicBezTo>
                  <a:pt x="29799" y="7748"/>
                  <a:pt x="28663" y="8593"/>
                  <a:pt x="27978" y="10020"/>
                </a:cubicBezTo>
                <a:cubicBezTo>
                  <a:pt x="27308" y="11433"/>
                  <a:pt x="26900" y="14055"/>
                  <a:pt x="26842" y="17987"/>
                </a:cubicBezTo>
                <a:lnTo>
                  <a:pt x="26784" y="20434"/>
                </a:lnTo>
                <a:cubicBezTo>
                  <a:pt x="26682" y="25546"/>
                  <a:pt x="25881" y="29362"/>
                  <a:pt x="24395" y="31809"/>
                </a:cubicBezTo>
                <a:cubicBezTo>
                  <a:pt x="22866" y="34255"/>
                  <a:pt x="20419" y="35843"/>
                  <a:pt x="16953" y="36527"/>
                </a:cubicBezTo>
                <a:cubicBezTo>
                  <a:pt x="13021" y="37270"/>
                  <a:pt x="9612" y="36353"/>
                  <a:pt x="6700" y="33687"/>
                </a:cubicBezTo>
                <a:cubicBezTo>
                  <a:pt x="3801" y="31066"/>
                  <a:pt x="1821" y="27032"/>
                  <a:pt x="786" y="21628"/>
                </a:cubicBezTo>
                <a:cubicBezTo>
                  <a:pt x="335" y="19342"/>
                  <a:pt x="44" y="16953"/>
                  <a:pt x="44" y="14404"/>
                </a:cubicBezTo>
                <a:cubicBezTo>
                  <a:pt x="0" y="11841"/>
                  <a:pt x="160" y="9161"/>
                  <a:pt x="510" y="6263"/>
                </a:cubicBezTo>
                <a:lnTo>
                  <a:pt x="7617" y="4835"/>
                </a:lnTo>
                <a:cubicBezTo>
                  <a:pt x="6816" y="7690"/>
                  <a:pt x="6306" y="10414"/>
                  <a:pt x="6132" y="13035"/>
                </a:cubicBezTo>
                <a:cubicBezTo>
                  <a:pt x="5971" y="15642"/>
                  <a:pt x="6132" y="18147"/>
                  <a:pt x="6598" y="20594"/>
                </a:cubicBezTo>
                <a:cubicBezTo>
                  <a:pt x="7282" y="23842"/>
                  <a:pt x="8302" y="26289"/>
                  <a:pt x="9773" y="27774"/>
                </a:cubicBezTo>
                <a:cubicBezTo>
                  <a:pt x="11258" y="29362"/>
                  <a:pt x="12962" y="29872"/>
                  <a:pt x="15016" y="29478"/>
                </a:cubicBezTo>
                <a:cubicBezTo>
                  <a:pt x="16895" y="29129"/>
                  <a:pt x="18205" y="28226"/>
                  <a:pt x="18992" y="26740"/>
                </a:cubicBezTo>
                <a:cubicBezTo>
                  <a:pt x="19735" y="25269"/>
                  <a:pt x="20128" y="22313"/>
                  <a:pt x="20245" y="17812"/>
                </a:cubicBezTo>
                <a:lnTo>
                  <a:pt x="20303" y="15307"/>
                </a:lnTo>
                <a:cubicBezTo>
                  <a:pt x="20361" y="10807"/>
                  <a:pt x="21162" y="7457"/>
                  <a:pt x="22633" y="5185"/>
                </a:cubicBezTo>
                <a:cubicBezTo>
                  <a:pt x="24119" y="2913"/>
                  <a:pt x="26507" y="1427"/>
                  <a:pt x="29755" y="801"/>
                </a:cubicBezTo>
                <a:cubicBezTo>
                  <a:pt x="33731" y="0"/>
                  <a:pt x="37081" y="801"/>
                  <a:pt x="39819" y="3190"/>
                </a:cubicBezTo>
                <a:cubicBezTo>
                  <a:pt x="42484" y="5578"/>
                  <a:pt x="44363" y="9336"/>
                  <a:pt x="45397" y="14506"/>
                </a:cubicBezTo>
                <a:cubicBezTo>
                  <a:pt x="45907" y="17069"/>
                  <a:pt x="46184" y="19516"/>
                  <a:pt x="46242" y="21847"/>
                </a:cubicBezTo>
                <a:cubicBezTo>
                  <a:pt x="46358" y="24177"/>
                  <a:pt x="46184" y="26405"/>
                  <a:pt x="45790" y="28444"/>
                </a:cubicBezTo>
                <a:close/>
                <a:moveTo>
                  <a:pt x="45790" y="284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C2345-8B17-4EDB-BE4C-2FF006B6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81" y="5950090"/>
            <a:ext cx="62467" cy="45688"/>
          </a:xfrm>
          <a:custGeom xmlns:a="http://schemas.openxmlformats.org/drawingml/2006/main">
            <a:pathLst>
              <a:path w="62467" h="45688">
                <a:moveTo>
                  <a:pt x="56612" y="0"/>
                </a:moveTo>
                <a:lnTo>
                  <a:pt x="62467" y="35785"/>
                </a:lnTo>
                <a:lnTo>
                  <a:pt x="55986" y="36819"/>
                </a:lnTo>
                <a:lnTo>
                  <a:pt x="51441" y="8710"/>
                </a:lnTo>
                <a:lnTo>
                  <a:pt x="34649" y="11433"/>
                </a:lnTo>
                <a:lnTo>
                  <a:pt x="39033" y="38406"/>
                </a:lnTo>
                <a:lnTo>
                  <a:pt x="32610" y="39426"/>
                </a:lnTo>
                <a:lnTo>
                  <a:pt x="28226" y="12467"/>
                </a:lnTo>
                <a:lnTo>
                  <a:pt x="7748" y="15817"/>
                </a:lnTo>
                <a:lnTo>
                  <a:pt x="12409" y="44611"/>
                </a:lnTo>
                <a:lnTo>
                  <a:pt x="5971" y="45688"/>
                </a:lnTo>
                <a:lnTo>
                  <a:pt x="0" y="9219"/>
                </a:lnTo>
                <a:lnTo>
                  <a:pt x="56612" y="0"/>
                </a:lnTo>
                <a:close/>
                <a:moveTo>
                  <a:pt x="566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4AD85-3DBD-40E5-A43B-343543C4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389" y="6000847"/>
            <a:ext cx="52068" cy="68890"/>
          </a:xfrm>
          <a:custGeom xmlns:a="http://schemas.openxmlformats.org/drawingml/2006/main">
            <a:pathLst>
              <a:path w="52068" h="68890">
                <a:moveTo>
                  <a:pt x="39717" y="34649"/>
                </a:moveTo>
                <a:cubicBezTo>
                  <a:pt x="43183" y="35887"/>
                  <a:pt x="45805" y="37605"/>
                  <a:pt x="47684" y="39819"/>
                </a:cubicBezTo>
                <a:cubicBezTo>
                  <a:pt x="49563" y="41975"/>
                  <a:pt x="50815" y="44713"/>
                  <a:pt x="51325" y="48004"/>
                </a:cubicBezTo>
                <a:cubicBezTo>
                  <a:pt x="52068" y="52388"/>
                  <a:pt x="51034" y="56087"/>
                  <a:pt x="48368" y="58986"/>
                </a:cubicBezTo>
                <a:cubicBezTo>
                  <a:pt x="45630" y="61899"/>
                  <a:pt x="41421" y="63821"/>
                  <a:pt x="35726" y="64739"/>
                </a:cubicBezTo>
                <a:lnTo>
                  <a:pt x="10079" y="68890"/>
                </a:lnTo>
                <a:lnTo>
                  <a:pt x="8943" y="61899"/>
                </a:lnTo>
                <a:lnTo>
                  <a:pt x="34372" y="57733"/>
                </a:lnTo>
                <a:cubicBezTo>
                  <a:pt x="38406" y="57107"/>
                  <a:pt x="41305" y="55869"/>
                  <a:pt x="43067" y="54092"/>
                </a:cubicBezTo>
                <a:cubicBezTo>
                  <a:pt x="44786" y="52330"/>
                  <a:pt x="45397" y="50000"/>
                  <a:pt x="44946" y="47043"/>
                </a:cubicBezTo>
                <a:cubicBezTo>
                  <a:pt x="44319" y="43460"/>
                  <a:pt x="42674" y="40780"/>
                  <a:pt x="39950" y="39076"/>
                </a:cubicBezTo>
                <a:cubicBezTo>
                  <a:pt x="37212" y="37372"/>
                  <a:pt x="33746" y="36862"/>
                  <a:pt x="29639" y="37547"/>
                </a:cubicBezTo>
                <a:lnTo>
                  <a:pt x="5636" y="41407"/>
                </a:lnTo>
                <a:lnTo>
                  <a:pt x="4500" y="34416"/>
                </a:lnTo>
                <a:lnTo>
                  <a:pt x="29872" y="30265"/>
                </a:lnTo>
                <a:cubicBezTo>
                  <a:pt x="33964" y="29639"/>
                  <a:pt x="36877" y="28386"/>
                  <a:pt x="38581" y="26624"/>
                </a:cubicBezTo>
                <a:cubicBezTo>
                  <a:pt x="40343" y="24920"/>
                  <a:pt x="40970" y="22517"/>
                  <a:pt x="40460" y="19502"/>
                </a:cubicBezTo>
                <a:cubicBezTo>
                  <a:pt x="39892" y="15919"/>
                  <a:pt x="38232" y="13312"/>
                  <a:pt x="35450" y="11593"/>
                </a:cubicBezTo>
                <a:cubicBezTo>
                  <a:pt x="32712" y="9889"/>
                  <a:pt x="29245" y="9379"/>
                  <a:pt x="25153" y="10006"/>
                </a:cubicBezTo>
                <a:lnTo>
                  <a:pt x="1136" y="13938"/>
                </a:lnTo>
                <a:lnTo>
                  <a:pt x="0" y="6933"/>
                </a:lnTo>
                <a:lnTo>
                  <a:pt x="42441" y="0"/>
                </a:lnTo>
                <a:lnTo>
                  <a:pt x="43591" y="7049"/>
                </a:lnTo>
                <a:lnTo>
                  <a:pt x="36979" y="8127"/>
                </a:lnTo>
                <a:cubicBezTo>
                  <a:pt x="39892" y="9263"/>
                  <a:pt x="42106" y="10865"/>
                  <a:pt x="43693" y="12904"/>
                </a:cubicBezTo>
                <a:cubicBezTo>
                  <a:pt x="45295" y="14899"/>
                  <a:pt x="46373" y="17463"/>
                  <a:pt x="46825" y="20536"/>
                </a:cubicBezTo>
                <a:cubicBezTo>
                  <a:pt x="47334" y="23609"/>
                  <a:pt x="46999" y="26332"/>
                  <a:pt x="45747" y="28779"/>
                </a:cubicBezTo>
                <a:cubicBezTo>
                  <a:pt x="44552" y="31168"/>
                  <a:pt x="42557" y="33163"/>
                  <a:pt x="39717" y="34649"/>
                </a:cubicBezTo>
                <a:close/>
                <a:moveTo>
                  <a:pt x="39717" y="346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476B0-DB0A-4B56-BBC8-0F0388F2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308" y="6076057"/>
            <a:ext cx="46591" cy="41246"/>
          </a:xfrm>
          <a:custGeom xmlns:a="http://schemas.openxmlformats.org/drawingml/2006/main">
            <a:pathLst>
              <a:path w="46591" h="41246">
                <a:moveTo>
                  <a:pt x="39717" y="17914"/>
                </a:moveTo>
                <a:cubicBezTo>
                  <a:pt x="39091" y="14215"/>
                  <a:pt x="37154" y="11491"/>
                  <a:pt x="33848" y="9787"/>
                </a:cubicBezTo>
                <a:cubicBezTo>
                  <a:pt x="30614" y="8069"/>
                  <a:pt x="26405" y="7617"/>
                  <a:pt x="21337" y="8476"/>
                </a:cubicBezTo>
                <a:cubicBezTo>
                  <a:pt x="16268" y="9321"/>
                  <a:pt x="12467" y="11025"/>
                  <a:pt x="9846" y="13647"/>
                </a:cubicBezTo>
                <a:cubicBezTo>
                  <a:pt x="7282" y="16327"/>
                  <a:pt x="6321" y="19502"/>
                  <a:pt x="6947" y="23259"/>
                </a:cubicBezTo>
                <a:cubicBezTo>
                  <a:pt x="7573" y="26959"/>
                  <a:pt x="9496" y="29697"/>
                  <a:pt x="12744" y="31401"/>
                </a:cubicBezTo>
                <a:cubicBezTo>
                  <a:pt x="16050" y="33105"/>
                  <a:pt x="20201" y="33498"/>
                  <a:pt x="25255" y="32712"/>
                </a:cubicBezTo>
                <a:cubicBezTo>
                  <a:pt x="30323" y="31852"/>
                  <a:pt x="34139" y="30148"/>
                  <a:pt x="36702" y="27468"/>
                </a:cubicBezTo>
                <a:cubicBezTo>
                  <a:pt x="39309" y="24861"/>
                  <a:pt x="40285" y="21672"/>
                  <a:pt x="39717" y="17914"/>
                </a:cubicBezTo>
                <a:close/>
                <a:moveTo>
                  <a:pt x="45572" y="16953"/>
                </a:moveTo>
                <a:cubicBezTo>
                  <a:pt x="46591" y="23041"/>
                  <a:pt x="45397" y="28095"/>
                  <a:pt x="41989" y="32260"/>
                </a:cubicBezTo>
                <a:cubicBezTo>
                  <a:pt x="38625" y="36353"/>
                  <a:pt x="33454" y="38960"/>
                  <a:pt x="26449" y="40110"/>
                </a:cubicBezTo>
                <a:cubicBezTo>
                  <a:pt x="19516" y="41246"/>
                  <a:pt x="13822" y="40387"/>
                  <a:pt x="9278" y="37547"/>
                </a:cubicBezTo>
                <a:cubicBezTo>
                  <a:pt x="4777" y="34751"/>
                  <a:pt x="1995" y="30323"/>
                  <a:pt x="1020" y="24235"/>
                </a:cubicBezTo>
                <a:cubicBezTo>
                  <a:pt x="0" y="18147"/>
                  <a:pt x="1253" y="13021"/>
                  <a:pt x="4602" y="8928"/>
                </a:cubicBezTo>
                <a:cubicBezTo>
                  <a:pt x="8025" y="4894"/>
                  <a:pt x="13195" y="2272"/>
                  <a:pt x="20143" y="1136"/>
                </a:cubicBezTo>
                <a:cubicBezTo>
                  <a:pt x="27133" y="0"/>
                  <a:pt x="32828" y="845"/>
                  <a:pt x="37329" y="3641"/>
                </a:cubicBezTo>
                <a:cubicBezTo>
                  <a:pt x="41873" y="6423"/>
                  <a:pt x="44611" y="10865"/>
                  <a:pt x="45572" y="16953"/>
                </a:cubicBezTo>
                <a:close/>
                <a:moveTo>
                  <a:pt x="45572" y="169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E6FD5-7129-4A64-B378-0E19B6E2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894" y="6121571"/>
            <a:ext cx="77716" cy="17579"/>
          </a:xfrm>
          <a:custGeom xmlns:a="http://schemas.openxmlformats.org/drawingml/2006/main">
            <a:pathLst>
              <a:path w="77716" h="17579">
                <a:moveTo>
                  <a:pt x="60020" y="2665"/>
                </a:moveTo>
                <a:lnTo>
                  <a:pt x="61156" y="9671"/>
                </a:lnTo>
                <a:lnTo>
                  <a:pt x="17987" y="16662"/>
                </a:lnTo>
                <a:cubicBezTo>
                  <a:pt x="12569" y="17579"/>
                  <a:pt x="8476" y="17171"/>
                  <a:pt x="5695" y="15526"/>
                </a:cubicBezTo>
                <a:cubicBezTo>
                  <a:pt x="2957" y="13822"/>
                  <a:pt x="1194" y="10749"/>
                  <a:pt x="451" y="6146"/>
                </a:cubicBezTo>
                <a:lnTo>
                  <a:pt x="0" y="3466"/>
                </a:lnTo>
                <a:lnTo>
                  <a:pt x="5913" y="2549"/>
                </a:lnTo>
                <a:lnTo>
                  <a:pt x="6263" y="4369"/>
                </a:lnTo>
                <a:cubicBezTo>
                  <a:pt x="6656" y="7049"/>
                  <a:pt x="7573" y="8753"/>
                  <a:pt x="8928" y="9496"/>
                </a:cubicBezTo>
                <a:cubicBezTo>
                  <a:pt x="10355" y="10297"/>
                  <a:pt x="12977" y="10355"/>
                  <a:pt x="16836" y="9729"/>
                </a:cubicBezTo>
                <a:lnTo>
                  <a:pt x="60020" y="2665"/>
                </a:lnTo>
                <a:close/>
                <a:moveTo>
                  <a:pt x="76580" y="0"/>
                </a:moveTo>
                <a:lnTo>
                  <a:pt x="77716" y="6933"/>
                </a:lnTo>
                <a:lnTo>
                  <a:pt x="68846" y="8418"/>
                </a:lnTo>
                <a:lnTo>
                  <a:pt x="67710" y="1413"/>
                </a:lnTo>
                <a:lnTo>
                  <a:pt x="76580" y="0"/>
                </a:lnTo>
                <a:close/>
                <a:moveTo>
                  <a:pt x="76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F37BD-276E-421E-BD4E-D7205C80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998" y="6143126"/>
            <a:ext cx="60078" cy="16560"/>
          </a:xfrm>
          <a:custGeom xmlns:a="http://schemas.openxmlformats.org/drawingml/2006/main">
            <a:pathLst>
              <a:path w="60078" h="16560">
                <a:moveTo>
                  <a:pt x="42441" y="2680"/>
                </a:moveTo>
                <a:lnTo>
                  <a:pt x="43591" y="9671"/>
                </a:lnTo>
                <a:lnTo>
                  <a:pt x="1151" y="16560"/>
                </a:lnTo>
                <a:lnTo>
                  <a:pt x="0" y="9612"/>
                </a:lnTo>
                <a:lnTo>
                  <a:pt x="42441" y="2680"/>
                </a:lnTo>
                <a:close/>
                <a:moveTo>
                  <a:pt x="59000" y="0"/>
                </a:moveTo>
                <a:lnTo>
                  <a:pt x="60078" y="6947"/>
                </a:lnTo>
                <a:lnTo>
                  <a:pt x="51267" y="8418"/>
                </a:lnTo>
                <a:lnTo>
                  <a:pt x="50131" y="1427"/>
                </a:lnTo>
                <a:lnTo>
                  <a:pt x="59000" y="0"/>
                </a:lnTo>
                <a:close/>
                <a:moveTo>
                  <a:pt x="590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60C03-574A-49A6-9434-030FBC79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756" y="6165774"/>
            <a:ext cx="46023" cy="36586"/>
          </a:xfrm>
          <a:custGeom xmlns:a="http://schemas.openxmlformats.org/drawingml/2006/main">
            <a:pathLst>
              <a:path w="46023" h="36586">
                <a:moveTo>
                  <a:pt x="45354" y="28837"/>
                </a:moveTo>
                <a:lnTo>
                  <a:pt x="38741" y="29930"/>
                </a:lnTo>
                <a:cubicBezTo>
                  <a:pt x="39426" y="27818"/>
                  <a:pt x="39877" y="25662"/>
                  <a:pt x="39994" y="23434"/>
                </a:cubicBezTo>
                <a:cubicBezTo>
                  <a:pt x="40169" y="21220"/>
                  <a:pt x="40052" y="19007"/>
                  <a:pt x="39717" y="16720"/>
                </a:cubicBezTo>
                <a:cubicBezTo>
                  <a:pt x="39149" y="13254"/>
                  <a:pt x="38173" y="10749"/>
                  <a:pt x="36862" y="9161"/>
                </a:cubicBezTo>
                <a:cubicBezTo>
                  <a:pt x="35508" y="7617"/>
                  <a:pt x="33804" y="6991"/>
                  <a:pt x="31634" y="7399"/>
                </a:cubicBezTo>
                <a:cubicBezTo>
                  <a:pt x="30046" y="7617"/>
                  <a:pt x="28852" y="8476"/>
                  <a:pt x="28168" y="9846"/>
                </a:cubicBezTo>
                <a:cubicBezTo>
                  <a:pt x="27425" y="11200"/>
                  <a:pt x="26973" y="13880"/>
                  <a:pt x="26740" y="17754"/>
                </a:cubicBezTo>
                <a:lnTo>
                  <a:pt x="26565" y="20201"/>
                </a:lnTo>
                <a:cubicBezTo>
                  <a:pt x="26347" y="25313"/>
                  <a:pt x="25429" y="29129"/>
                  <a:pt x="23842" y="31517"/>
                </a:cubicBezTo>
                <a:cubicBezTo>
                  <a:pt x="22254" y="33906"/>
                  <a:pt x="19691" y="35377"/>
                  <a:pt x="16225" y="35959"/>
                </a:cubicBezTo>
                <a:cubicBezTo>
                  <a:pt x="12292" y="36586"/>
                  <a:pt x="8943" y="35552"/>
                  <a:pt x="6088" y="32770"/>
                </a:cubicBezTo>
                <a:cubicBezTo>
                  <a:pt x="3306" y="30032"/>
                  <a:pt x="1427" y="25939"/>
                  <a:pt x="568" y="20478"/>
                </a:cubicBezTo>
                <a:cubicBezTo>
                  <a:pt x="175" y="18205"/>
                  <a:pt x="0" y="15817"/>
                  <a:pt x="58" y="13254"/>
                </a:cubicBezTo>
                <a:cubicBezTo>
                  <a:pt x="117" y="10749"/>
                  <a:pt x="350" y="8025"/>
                  <a:pt x="801" y="5170"/>
                </a:cubicBezTo>
                <a:lnTo>
                  <a:pt x="8025" y="3976"/>
                </a:lnTo>
                <a:cubicBezTo>
                  <a:pt x="7064" y="6772"/>
                  <a:pt x="6496" y="9496"/>
                  <a:pt x="6204" y="12118"/>
                </a:cubicBezTo>
                <a:cubicBezTo>
                  <a:pt x="5971" y="14681"/>
                  <a:pt x="6030" y="17230"/>
                  <a:pt x="6437" y="19676"/>
                </a:cubicBezTo>
                <a:cubicBezTo>
                  <a:pt x="6947" y="22983"/>
                  <a:pt x="7908" y="25429"/>
                  <a:pt x="9336" y="26959"/>
                </a:cubicBezTo>
                <a:cubicBezTo>
                  <a:pt x="10749" y="28561"/>
                  <a:pt x="12467" y="29187"/>
                  <a:pt x="14506" y="28837"/>
                </a:cubicBezTo>
                <a:cubicBezTo>
                  <a:pt x="16443" y="28561"/>
                  <a:pt x="17754" y="27701"/>
                  <a:pt x="18555" y="26230"/>
                </a:cubicBezTo>
                <a:cubicBezTo>
                  <a:pt x="19400" y="24803"/>
                  <a:pt x="19910" y="21847"/>
                  <a:pt x="20143" y="17346"/>
                </a:cubicBezTo>
                <a:lnTo>
                  <a:pt x="20317" y="14841"/>
                </a:lnTo>
                <a:cubicBezTo>
                  <a:pt x="20536" y="10414"/>
                  <a:pt x="21395" y="7049"/>
                  <a:pt x="22983" y="4835"/>
                </a:cubicBezTo>
                <a:cubicBezTo>
                  <a:pt x="24526" y="2563"/>
                  <a:pt x="26973" y="1194"/>
                  <a:pt x="30265" y="685"/>
                </a:cubicBezTo>
                <a:cubicBezTo>
                  <a:pt x="34255" y="0"/>
                  <a:pt x="37547" y="961"/>
                  <a:pt x="40169" y="3408"/>
                </a:cubicBezTo>
                <a:cubicBezTo>
                  <a:pt x="42848" y="5913"/>
                  <a:pt x="44552" y="9729"/>
                  <a:pt x="45397" y="14958"/>
                </a:cubicBezTo>
                <a:cubicBezTo>
                  <a:pt x="45863" y="17521"/>
                  <a:pt x="46023" y="19968"/>
                  <a:pt x="46023" y="22298"/>
                </a:cubicBezTo>
                <a:cubicBezTo>
                  <a:pt x="46023" y="24628"/>
                  <a:pt x="45805" y="26857"/>
                  <a:pt x="45354" y="28837"/>
                </a:cubicBezTo>
                <a:close/>
                <a:moveTo>
                  <a:pt x="45354" y="288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D0D6D-D3DF-4E37-B0B3-8C71ABC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80" y="6204966"/>
            <a:ext cx="60195" cy="45747"/>
          </a:xfrm>
          <a:custGeom xmlns:a="http://schemas.openxmlformats.org/drawingml/2006/main">
            <a:pathLst>
              <a:path w="60195" h="45747">
                <a:moveTo>
                  <a:pt x="59394" y="35100"/>
                </a:moveTo>
                <a:lnTo>
                  <a:pt x="51951" y="36294"/>
                </a:lnTo>
                <a:cubicBezTo>
                  <a:pt x="52854" y="33178"/>
                  <a:pt x="53422" y="30265"/>
                  <a:pt x="53713" y="27600"/>
                </a:cubicBezTo>
                <a:cubicBezTo>
                  <a:pt x="53990" y="24861"/>
                  <a:pt x="53932" y="22356"/>
                  <a:pt x="53539" y="19910"/>
                </a:cubicBezTo>
                <a:cubicBezTo>
                  <a:pt x="52854" y="15759"/>
                  <a:pt x="51485" y="12686"/>
                  <a:pt x="49504" y="10705"/>
                </a:cubicBezTo>
                <a:cubicBezTo>
                  <a:pt x="47567" y="8710"/>
                  <a:pt x="45062" y="7908"/>
                  <a:pt x="42047" y="8418"/>
                </a:cubicBezTo>
                <a:cubicBezTo>
                  <a:pt x="39542" y="8826"/>
                  <a:pt x="37780" y="9904"/>
                  <a:pt x="36761" y="11608"/>
                </a:cubicBezTo>
                <a:cubicBezTo>
                  <a:pt x="35726" y="13312"/>
                  <a:pt x="35158" y="16327"/>
                  <a:pt x="35056" y="20652"/>
                </a:cubicBezTo>
                <a:lnTo>
                  <a:pt x="34882" y="25429"/>
                </a:lnTo>
                <a:cubicBezTo>
                  <a:pt x="34707" y="31299"/>
                  <a:pt x="33513" y="35843"/>
                  <a:pt x="31182" y="38974"/>
                </a:cubicBezTo>
                <a:cubicBezTo>
                  <a:pt x="28910" y="42164"/>
                  <a:pt x="25429" y="44101"/>
                  <a:pt x="20827" y="44829"/>
                </a:cubicBezTo>
                <a:cubicBezTo>
                  <a:pt x="15365" y="45747"/>
                  <a:pt x="10923" y="44611"/>
                  <a:pt x="7457" y="41363"/>
                </a:cubicBezTo>
                <a:cubicBezTo>
                  <a:pt x="4049" y="38173"/>
                  <a:pt x="1762" y="33003"/>
                  <a:pt x="568" y="25895"/>
                </a:cubicBezTo>
                <a:cubicBezTo>
                  <a:pt x="175" y="23216"/>
                  <a:pt x="0" y="20317"/>
                  <a:pt x="117" y="17186"/>
                </a:cubicBezTo>
                <a:cubicBezTo>
                  <a:pt x="233" y="14113"/>
                  <a:pt x="626" y="10807"/>
                  <a:pt x="1253" y="7399"/>
                </a:cubicBezTo>
                <a:lnTo>
                  <a:pt x="9161" y="6088"/>
                </a:lnTo>
                <a:cubicBezTo>
                  <a:pt x="7908" y="9511"/>
                  <a:pt x="7122" y="12744"/>
                  <a:pt x="6714" y="15875"/>
                </a:cubicBezTo>
                <a:cubicBezTo>
                  <a:pt x="6321" y="19007"/>
                  <a:pt x="6379" y="22021"/>
                  <a:pt x="6831" y="24861"/>
                </a:cubicBezTo>
                <a:cubicBezTo>
                  <a:pt x="7515" y="29245"/>
                  <a:pt x="8943" y="32493"/>
                  <a:pt x="11040" y="34590"/>
                </a:cubicBezTo>
                <a:cubicBezTo>
                  <a:pt x="13152" y="36702"/>
                  <a:pt x="15817" y="37489"/>
                  <a:pt x="19007" y="36979"/>
                </a:cubicBezTo>
                <a:cubicBezTo>
                  <a:pt x="21730" y="36527"/>
                  <a:pt x="23784" y="35275"/>
                  <a:pt x="25094" y="33338"/>
                </a:cubicBezTo>
                <a:cubicBezTo>
                  <a:pt x="26347" y="31357"/>
                  <a:pt x="27090" y="28386"/>
                  <a:pt x="27250" y="24352"/>
                </a:cubicBezTo>
                <a:lnTo>
                  <a:pt x="27366" y="19575"/>
                </a:lnTo>
                <a:cubicBezTo>
                  <a:pt x="27600" y="13661"/>
                  <a:pt x="28677" y="9219"/>
                  <a:pt x="30731" y="6263"/>
                </a:cubicBezTo>
                <a:cubicBezTo>
                  <a:pt x="32712" y="3364"/>
                  <a:pt x="35901" y="1544"/>
                  <a:pt x="40227" y="801"/>
                </a:cubicBezTo>
                <a:cubicBezTo>
                  <a:pt x="45237" y="0"/>
                  <a:pt x="49446" y="1136"/>
                  <a:pt x="52912" y="4151"/>
                </a:cubicBezTo>
                <a:cubicBezTo>
                  <a:pt x="56335" y="7224"/>
                  <a:pt x="58607" y="11841"/>
                  <a:pt x="59568" y="18031"/>
                </a:cubicBezTo>
                <a:cubicBezTo>
                  <a:pt x="60020" y="20711"/>
                  <a:pt x="60195" y="23449"/>
                  <a:pt x="60195" y="26289"/>
                </a:cubicBezTo>
                <a:cubicBezTo>
                  <a:pt x="60136" y="29129"/>
                  <a:pt x="59918" y="32027"/>
                  <a:pt x="59394" y="35100"/>
                </a:cubicBezTo>
                <a:close/>
                <a:moveTo>
                  <a:pt x="59394" y="351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9C7D0-1449-4C77-A180-6A1B60FC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005" y="6256452"/>
            <a:ext cx="46373" cy="41873"/>
          </a:xfrm>
          <a:custGeom xmlns:a="http://schemas.openxmlformats.org/drawingml/2006/main">
            <a:pathLst>
              <a:path w="46373" h="41873">
                <a:moveTo>
                  <a:pt x="27993" y="40110"/>
                </a:moveTo>
                <a:lnTo>
                  <a:pt x="24585" y="40678"/>
                </a:lnTo>
                <a:lnTo>
                  <a:pt x="19342" y="8593"/>
                </a:lnTo>
                <a:cubicBezTo>
                  <a:pt x="14623" y="9671"/>
                  <a:pt x="11156" y="11724"/>
                  <a:pt x="9103" y="14739"/>
                </a:cubicBezTo>
                <a:cubicBezTo>
                  <a:pt x="7005" y="17754"/>
                  <a:pt x="6321" y="21570"/>
                  <a:pt x="7049" y="26172"/>
                </a:cubicBezTo>
                <a:cubicBezTo>
                  <a:pt x="7515" y="28852"/>
                  <a:pt x="8258" y="31415"/>
                  <a:pt x="9336" y="33804"/>
                </a:cubicBezTo>
                <a:cubicBezTo>
                  <a:pt x="10355" y="36193"/>
                  <a:pt x="11783" y="38581"/>
                  <a:pt x="13487" y="40795"/>
                </a:cubicBezTo>
                <a:lnTo>
                  <a:pt x="6889" y="41873"/>
                </a:lnTo>
                <a:cubicBezTo>
                  <a:pt x="5403" y="39542"/>
                  <a:pt x="4209" y="37096"/>
                  <a:pt x="3248" y="34590"/>
                </a:cubicBezTo>
                <a:cubicBezTo>
                  <a:pt x="2214" y="32042"/>
                  <a:pt x="1544" y="29420"/>
                  <a:pt x="1078" y="26740"/>
                </a:cubicBezTo>
                <a:cubicBezTo>
                  <a:pt x="0" y="19968"/>
                  <a:pt x="1078" y="14288"/>
                  <a:pt x="4384" y="9671"/>
                </a:cubicBezTo>
                <a:cubicBezTo>
                  <a:pt x="7675" y="5068"/>
                  <a:pt x="12686" y="2228"/>
                  <a:pt x="19400" y="1151"/>
                </a:cubicBezTo>
                <a:cubicBezTo>
                  <a:pt x="26347" y="0"/>
                  <a:pt x="32202" y="976"/>
                  <a:pt x="36862" y="4049"/>
                </a:cubicBezTo>
                <a:cubicBezTo>
                  <a:pt x="41538" y="7180"/>
                  <a:pt x="44436" y="11899"/>
                  <a:pt x="45455" y="18264"/>
                </a:cubicBezTo>
                <a:cubicBezTo>
                  <a:pt x="46373" y="23958"/>
                  <a:pt x="45281" y="28794"/>
                  <a:pt x="42164" y="32712"/>
                </a:cubicBezTo>
                <a:cubicBezTo>
                  <a:pt x="39033" y="36644"/>
                  <a:pt x="34314" y="39091"/>
                  <a:pt x="27993" y="40110"/>
                </a:cubicBezTo>
                <a:close/>
                <a:moveTo>
                  <a:pt x="28896" y="32828"/>
                </a:moveTo>
                <a:cubicBezTo>
                  <a:pt x="32712" y="32144"/>
                  <a:pt x="35552" y="30614"/>
                  <a:pt x="37489" y="28109"/>
                </a:cubicBezTo>
                <a:cubicBezTo>
                  <a:pt x="39426" y="25662"/>
                  <a:pt x="40110" y="22706"/>
                  <a:pt x="39542" y="19298"/>
                </a:cubicBezTo>
                <a:cubicBezTo>
                  <a:pt x="38916" y="15424"/>
                  <a:pt x="37329" y="12467"/>
                  <a:pt x="34765" y="10472"/>
                </a:cubicBezTo>
                <a:cubicBezTo>
                  <a:pt x="32144" y="8535"/>
                  <a:pt x="28852" y="7690"/>
                  <a:pt x="24803" y="7967"/>
                </a:cubicBezTo>
                <a:lnTo>
                  <a:pt x="28896" y="32828"/>
                </a:lnTo>
                <a:close/>
                <a:moveTo>
                  <a:pt x="28896" y="328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52BFD-CD72-4F5B-A699-739DF204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952" y="6305606"/>
            <a:ext cx="46810" cy="39382"/>
          </a:xfrm>
          <a:custGeom xmlns:a="http://schemas.openxmlformats.org/drawingml/2006/main">
            <a:pathLst>
              <a:path w="46810" h="39382">
                <a:moveTo>
                  <a:pt x="24395" y="21963"/>
                </a:moveTo>
                <a:cubicBezTo>
                  <a:pt x="23492" y="16327"/>
                  <a:pt x="22182" y="12525"/>
                  <a:pt x="20594" y="10588"/>
                </a:cubicBezTo>
                <a:cubicBezTo>
                  <a:pt x="18934" y="8593"/>
                  <a:pt x="16545" y="7850"/>
                  <a:pt x="13428" y="8375"/>
                </a:cubicBezTo>
                <a:cubicBezTo>
                  <a:pt x="10982" y="8768"/>
                  <a:pt x="9103" y="9904"/>
                  <a:pt x="7967" y="11783"/>
                </a:cubicBezTo>
                <a:cubicBezTo>
                  <a:pt x="6758" y="13661"/>
                  <a:pt x="6365" y="15992"/>
                  <a:pt x="6816" y="18774"/>
                </a:cubicBezTo>
                <a:cubicBezTo>
                  <a:pt x="7501" y="22648"/>
                  <a:pt x="9321" y="25546"/>
                  <a:pt x="12453" y="27425"/>
                </a:cubicBezTo>
                <a:cubicBezTo>
                  <a:pt x="15584" y="29362"/>
                  <a:pt x="19458" y="29930"/>
                  <a:pt x="23944" y="29187"/>
                </a:cubicBezTo>
                <a:lnTo>
                  <a:pt x="25546" y="28910"/>
                </a:lnTo>
                <a:lnTo>
                  <a:pt x="24395" y="21963"/>
                </a:lnTo>
                <a:close/>
                <a:moveTo>
                  <a:pt x="29522" y="35450"/>
                </a:moveTo>
                <a:lnTo>
                  <a:pt x="5345" y="39382"/>
                </a:lnTo>
                <a:lnTo>
                  <a:pt x="4209" y="32377"/>
                </a:lnTo>
                <a:lnTo>
                  <a:pt x="10632" y="31357"/>
                </a:lnTo>
                <a:cubicBezTo>
                  <a:pt x="7792" y="30163"/>
                  <a:pt x="5564" y="28503"/>
                  <a:pt x="3976" y="26289"/>
                </a:cubicBezTo>
                <a:cubicBezTo>
                  <a:pt x="2330" y="24133"/>
                  <a:pt x="1253" y="21337"/>
                  <a:pt x="685" y="17871"/>
                </a:cubicBezTo>
                <a:cubicBezTo>
                  <a:pt x="0" y="13545"/>
                  <a:pt x="685" y="9904"/>
                  <a:pt x="2665" y="6947"/>
                </a:cubicBezTo>
                <a:cubicBezTo>
                  <a:pt x="4719" y="3991"/>
                  <a:pt x="7734" y="2170"/>
                  <a:pt x="11826" y="1486"/>
                </a:cubicBezTo>
                <a:cubicBezTo>
                  <a:pt x="16603" y="685"/>
                  <a:pt x="20478" y="1719"/>
                  <a:pt x="23434" y="4500"/>
                </a:cubicBezTo>
                <a:cubicBezTo>
                  <a:pt x="26391" y="7340"/>
                  <a:pt x="28386" y="11899"/>
                  <a:pt x="29406" y="18264"/>
                </a:cubicBezTo>
                <a:lnTo>
                  <a:pt x="31008" y="28051"/>
                </a:lnTo>
                <a:lnTo>
                  <a:pt x="31678" y="27935"/>
                </a:lnTo>
                <a:cubicBezTo>
                  <a:pt x="34867" y="27366"/>
                  <a:pt x="37197" y="25954"/>
                  <a:pt x="38625" y="23565"/>
                </a:cubicBezTo>
                <a:cubicBezTo>
                  <a:pt x="40052" y="21177"/>
                  <a:pt x="40387" y="18045"/>
                  <a:pt x="39819" y="14229"/>
                </a:cubicBezTo>
                <a:cubicBezTo>
                  <a:pt x="39426" y="11783"/>
                  <a:pt x="38741" y="9511"/>
                  <a:pt x="37765" y="7282"/>
                </a:cubicBezTo>
                <a:cubicBezTo>
                  <a:pt x="36804" y="5068"/>
                  <a:pt x="35552" y="3015"/>
                  <a:pt x="34081" y="1092"/>
                </a:cubicBezTo>
                <a:lnTo>
                  <a:pt x="40504" y="0"/>
                </a:lnTo>
                <a:cubicBezTo>
                  <a:pt x="41931" y="2389"/>
                  <a:pt x="43067" y="4777"/>
                  <a:pt x="43912" y="7064"/>
                </a:cubicBezTo>
                <a:cubicBezTo>
                  <a:pt x="44829" y="9394"/>
                  <a:pt x="45455" y="11724"/>
                  <a:pt x="45790" y="13996"/>
                </a:cubicBezTo>
                <a:cubicBezTo>
                  <a:pt x="46810" y="20143"/>
                  <a:pt x="45965" y="24978"/>
                  <a:pt x="43285" y="28503"/>
                </a:cubicBezTo>
                <a:cubicBezTo>
                  <a:pt x="40620" y="32100"/>
                  <a:pt x="36003" y="34372"/>
                  <a:pt x="29522" y="35450"/>
                </a:cubicBezTo>
                <a:close/>
                <a:moveTo>
                  <a:pt x="29522" y="354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8FFFD-1928-4CDE-BE02-7BB005B5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569" y="6352154"/>
            <a:ext cx="47160" cy="25939"/>
          </a:xfrm>
          <a:custGeom xmlns:a="http://schemas.openxmlformats.org/drawingml/2006/main">
            <a:pathLst>
              <a:path w="47160" h="25939">
                <a:moveTo>
                  <a:pt x="39994" y="25939"/>
                </a:moveTo>
                <a:cubicBezTo>
                  <a:pt x="40343" y="25080"/>
                  <a:pt x="40504" y="24177"/>
                  <a:pt x="40562" y="23201"/>
                </a:cubicBezTo>
                <a:cubicBezTo>
                  <a:pt x="40620" y="22240"/>
                  <a:pt x="40562" y="21220"/>
                  <a:pt x="40402" y="20128"/>
                </a:cubicBezTo>
                <a:cubicBezTo>
                  <a:pt x="39775" y="16152"/>
                  <a:pt x="37998" y="13370"/>
                  <a:pt x="35042" y="11652"/>
                </a:cubicBezTo>
                <a:cubicBezTo>
                  <a:pt x="32144" y="9947"/>
                  <a:pt x="28328" y="9496"/>
                  <a:pt x="23492" y="10297"/>
                </a:cubicBezTo>
                <a:lnTo>
                  <a:pt x="1136" y="13938"/>
                </a:lnTo>
                <a:lnTo>
                  <a:pt x="0" y="6933"/>
                </a:lnTo>
                <a:lnTo>
                  <a:pt x="42441" y="0"/>
                </a:lnTo>
                <a:lnTo>
                  <a:pt x="43577" y="6991"/>
                </a:lnTo>
                <a:lnTo>
                  <a:pt x="36979" y="8069"/>
                </a:lnTo>
                <a:cubicBezTo>
                  <a:pt x="39819" y="9161"/>
                  <a:pt x="42047" y="10749"/>
                  <a:pt x="43635" y="12846"/>
                </a:cubicBezTo>
                <a:cubicBezTo>
                  <a:pt x="45281" y="15016"/>
                  <a:pt x="46373" y="17798"/>
                  <a:pt x="46941" y="21162"/>
                </a:cubicBezTo>
                <a:cubicBezTo>
                  <a:pt x="46999" y="21614"/>
                  <a:pt x="47058" y="22182"/>
                  <a:pt x="47101" y="22750"/>
                </a:cubicBezTo>
                <a:cubicBezTo>
                  <a:pt x="47160" y="23318"/>
                  <a:pt x="47160" y="24002"/>
                  <a:pt x="47160" y="24745"/>
                </a:cubicBezTo>
                <a:lnTo>
                  <a:pt x="39994" y="25939"/>
                </a:lnTo>
                <a:close/>
                <a:moveTo>
                  <a:pt x="39994" y="259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60BAD-3EA4-440B-98D7-781D2B2B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64" y="6381909"/>
            <a:ext cx="46198" cy="37882"/>
          </a:xfrm>
          <a:custGeom xmlns:a="http://schemas.openxmlformats.org/drawingml/2006/main">
            <a:pathLst>
              <a:path w="46198" h="37882">
                <a:moveTo>
                  <a:pt x="45048" y="31517"/>
                </a:moveTo>
                <a:lnTo>
                  <a:pt x="38508" y="32537"/>
                </a:lnTo>
                <a:cubicBezTo>
                  <a:pt x="39309" y="30425"/>
                  <a:pt x="39819" y="28328"/>
                  <a:pt x="39994" y="26216"/>
                </a:cubicBezTo>
                <a:cubicBezTo>
                  <a:pt x="40212" y="24177"/>
                  <a:pt x="40169" y="22123"/>
                  <a:pt x="39877" y="20084"/>
                </a:cubicBezTo>
                <a:cubicBezTo>
                  <a:pt x="39135" y="15584"/>
                  <a:pt x="37096" y="12278"/>
                  <a:pt x="33848" y="10239"/>
                </a:cubicBezTo>
                <a:cubicBezTo>
                  <a:pt x="30542" y="8185"/>
                  <a:pt x="26332" y="7617"/>
                  <a:pt x="21162" y="8476"/>
                </a:cubicBezTo>
                <a:cubicBezTo>
                  <a:pt x="15977" y="9321"/>
                  <a:pt x="12176" y="11200"/>
                  <a:pt x="9671" y="14157"/>
                </a:cubicBezTo>
                <a:cubicBezTo>
                  <a:pt x="7224" y="17113"/>
                  <a:pt x="6365" y="20871"/>
                  <a:pt x="7107" y="25429"/>
                </a:cubicBezTo>
                <a:cubicBezTo>
                  <a:pt x="7442" y="27468"/>
                  <a:pt x="8010" y="29406"/>
                  <a:pt x="8870" y="31284"/>
                </a:cubicBezTo>
                <a:cubicBezTo>
                  <a:pt x="9787" y="33163"/>
                  <a:pt x="10923" y="35042"/>
                  <a:pt x="12278" y="36804"/>
                </a:cubicBezTo>
                <a:lnTo>
                  <a:pt x="5855" y="37882"/>
                </a:lnTo>
                <a:cubicBezTo>
                  <a:pt x="4661" y="36061"/>
                  <a:pt x="3641" y="34183"/>
                  <a:pt x="2840" y="32144"/>
                </a:cubicBezTo>
                <a:cubicBezTo>
                  <a:pt x="2039" y="30148"/>
                  <a:pt x="1413" y="27993"/>
                  <a:pt x="1078" y="25648"/>
                </a:cubicBezTo>
                <a:cubicBezTo>
                  <a:pt x="0" y="19225"/>
                  <a:pt x="1194" y="13822"/>
                  <a:pt x="4602" y="9379"/>
                </a:cubicBezTo>
                <a:cubicBezTo>
                  <a:pt x="8010" y="4996"/>
                  <a:pt x="13137" y="2214"/>
                  <a:pt x="19968" y="1136"/>
                </a:cubicBezTo>
                <a:cubicBezTo>
                  <a:pt x="26900" y="0"/>
                  <a:pt x="32653" y="1020"/>
                  <a:pt x="37197" y="4151"/>
                </a:cubicBezTo>
                <a:cubicBezTo>
                  <a:pt x="41814" y="7340"/>
                  <a:pt x="44654" y="12220"/>
                  <a:pt x="45732" y="18832"/>
                </a:cubicBezTo>
                <a:cubicBezTo>
                  <a:pt x="46082" y="20987"/>
                  <a:pt x="46198" y="23099"/>
                  <a:pt x="46082" y="25196"/>
                </a:cubicBezTo>
                <a:cubicBezTo>
                  <a:pt x="45965" y="27366"/>
                  <a:pt x="45630" y="29406"/>
                  <a:pt x="45048" y="31517"/>
                </a:cubicBezTo>
                <a:close/>
                <a:moveTo>
                  <a:pt x="45048" y="315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F760B-7D35-4117-9E37-A017C0C9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410" y="6422296"/>
            <a:ext cx="60122" cy="45179"/>
          </a:xfrm>
          <a:custGeom xmlns:a="http://schemas.openxmlformats.org/drawingml/2006/main">
            <a:pathLst>
              <a:path w="60122" h="45179">
                <a:moveTo>
                  <a:pt x="31459" y="41013"/>
                </a:moveTo>
                <a:lnTo>
                  <a:pt x="5797" y="45179"/>
                </a:lnTo>
                <a:lnTo>
                  <a:pt x="4661" y="38232"/>
                </a:lnTo>
                <a:lnTo>
                  <a:pt x="30090" y="34081"/>
                </a:lnTo>
                <a:cubicBezTo>
                  <a:pt x="34066" y="33396"/>
                  <a:pt x="36979" y="32144"/>
                  <a:pt x="38683" y="30265"/>
                </a:cubicBezTo>
                <a:cubicBezTo>
                  <a:pt x="40445" y="28328"/>
                  <a:pt x="41072" y="25837"/>
                  <a:pt x="40562" y="22706"/>
                </a:cubicBezTo>
                <a:cubicBezTo>
                  <a:pt x="39936" y="18948"/>
                  <a:pt x="38232" y="16152"/>
                  <a:pt x="35493" y="14390"/>
                </a:cubicBezTo>
                <a:cubicBezTo>
                  <a:pt x="32770" y="12627"/>
                  <a:pt x="29289" y="12059"/>
                  <a:pt x="25138" y="12744"/>
                </a:cubicBezTo>
                <a:lnTo>
                  <a:pt x="1136" y="16618"/>
                </a:lnTo>
                <a:lnTo>
                  <a:pt x="0" y="9612"/>
                </a:lnTo>
                <a:lnTo>
                  <a:pt x="58986" y="0"/>
                </a:lnTo>
                <a:lnTo>
                  <a:pt x="60122" y="7049"/>
                </a:lnTo>
                <a:lnTo>
                  <a:pt x="37037" y="10807"/>
                </a:lnTo>
                <a:cubicBezTo>
                  <a:pt x="39819" y="12059"/>
                  <a:pt x="42091" y="13720"/>
                  <a:pt x="43693" y="15759"/>
                </a:cubicBezTo>
                <a:cubicBezTo>
                  <a:pt x="45339" y="17812"/>
                  <a:pt x="46358" y="20317"/>
                  <a:pt x="46868" y="23274"/>
                </a:cubicBezTo>
                <a:cubicBezTo>
                  <a:pt x="47669" y="28168"/>
                  <a:pt x="46766" y="32085"/>
                  <a:pt x="44145" y="35100"/>
                </a:cubicBezTo>
                <a:cubicBezTo>
                  <a:pt x="41523" y="38057"/>
                  <a:pt x="37314" y="40052"/>
                  <a:pt x="31459" y="41013"/>
                </a:cubicBezTo>
                <a:close/>
                <a:moveTo>
                  <a:pt x="31459" y="410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4CE27-ABBB-423A-9532-D12C086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024" y="5674342"/>
            <a:ext cx="57864" cy="14958"/>
          </a:xfrm>
          <a:custGeom xmlns:a="http://schemas.openxmlformats.org/drawingml/2006/main">
            <a:pathLst>
              <a:path w="57864" h="14958">
                <a:moveTo>
                  <a:pt x="56889" y="0"/>
                </a:moveTo>
                <a:lnTo>
                  <a:pt x="57864" y="7675"/>
                </a:lnTo>
                <a:lnTo>
                  <a:pt x="976" y="14958"/>
                </a:lnTo>
                <a:lnTo>
                  <a:pt x="0" y="7282"/>
                </a:lnTo>
                <a:lnTo>
                  <a:pt x="56889" y="0"/>
                </a:lnTo>
                <a:close/>
                <a:moveTo>
                  <a:pt x="568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53D07-30F6-4741-B329-87BB446C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922" y="5698577"/>
            <a:ext cx="46941" cy="41188"/>
          </a:xfrm>
          <a:custGeom xmlns:a="http://schemas.openxmlformats.org/drawingml/2006/main">
            <a:pathLst>
              <a:path w="46941" h="41188">
                <a:moveTo>
                  <a:pt x="30338" y="37882"/>
                </a:moveTo>
                <a:lnTo>
                  <a:pt x="4559" y="41188"/>
                </a:lnTo>
                <a:lnTo>
                  <a:pt x="3641" y="34183"/>
                </a:lnTo>
                <a:lnTo>
                  <a:pt x="29187" y="30949"/>
                </a:lnTo>
                <a:cubicBezTo>
                  <a:pt x="33236" y="30381"/>
                  <a:pt x="36134" y="29231"/>
                  <a:pt x="37955" y="27425"/>
                </a:cubicBezTo>
                <a:cubicBezTo>
                  <a:pt x="39775" y="25546"/>
                  <a:pt x="40460" y="23099"/>
                  <a:pt x="40052" y="19910"/>
                </a:cubicBezTo>
                <a:cubicBezTo>
                  <a:pt x="39542" y="16152"/>
                  <a:pt x="37955" y="13312"/>
                  <a:pt x="35275" y="11433"/>
                </a:cubicBezTo>
                <a:cubicBezTo>
                  <a:pt x="32610" y="9554"/>
                  <a:pt x="29187" y="8870"/>
                  <a:pt x="24978" y="9438"/>
                </a:cubicBezTo>
                <a:lnTo>
                  <a:pt x="918" y="12511"/>
                </a:lnTo>
                <a:lnTo>
                  <a:pt x="0" y="5462"/>
                </a:lnTo>
                <a:lnTo>
                  <a:pt x="42674" y="0"/>
                </a:lnTo>
                <a:lnTo>
                  <a:pt x="43533" y="7049"/>
                </a:lnTo>
                <a:lnTo>
                  <a:pt x="36935" y="7908"/>
                </a:lnTo>
                <a:cubicBezTo>
                  <a:pt x="39717" y="9263"/>
                  <a:pt x="41873" y="10982"/>
                  <a:pt x="43416" y="13079"/>
                </a:cubicBezTo>
                <a:cubicBezTo>
                  <a:pt x="45004" y="15191"/>
                  <a:pt x="45980" y="17739"/>
                  <a:pt x="46315" y="20711"/>
                </a:cubicBezTo>
                <a:cubicBezTo>
                  <a:pt x="46941" y="25590"/>
                  <a:pt x="45922" y="29522"/>
                  <a:pt x="43242" y="32420"/>
                </a:cubicBezTo>
                <a:cubicBezTo>
                  <a:pt x="40518" y="35319"/>
                  <a:pt x="36193" y="37139"/>
                  <a:pt x="30338" y="37882"/>
                </a:cubicBezTo>
                <a:close/>
                <a:moveTo>
                  <a:pt x="30338" y="378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1E2E8-8E76-4D6C-8765-CCCAC729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301" y="5746421"/>
            <a:ext cx="45849" cy="35843"/>
          </a:xfrm>
          <a:custGeom xmlns:a="http://schemas.openxmlformats.org/drawingml/2006/main">
            <a:pathLst>
              <a:path w="45849" h="35843">
                <a:moveTo>
                  <a:pt x="44887" y="29245"/>
                </a:moveTo>
                <a:lnTo>
                  <a:pt x="38232" y="30090"/>
                </a:lnTo>
                <a:cubicBezTo>
                  <a:pt x="38974" y="27993"/>
                  <a:pt x="39484" y="25823"/>
                  <a:pt x="39717" y="23609"/>
                </a:cubicBezTo>
                <a:cubicBezTo>
                  <a:pt x="39936" y="21395"/>
                  <a:pt x="39936" y="19167"/>
                  <a:pt x="39659" y="16895"/>
                </a:cubicBezTo>
                <a:cubicBezTo>
                  <a:pt x="39193" y="13428"/>
                  <a:pt x="38348" y="10865"/>
                  <a:pt x="37037" y="9278"/>
                </a:cubicBezTo>
                <a:cubicBezTo>
                  <a:pt x="35726" y="7675"/>
                  <a:pt x="34022" y="6991"/>
                  <a:pt x="31911" y="7282"/>
                </a:cubicBezTo>
                <a:cubicBezTo>
                  <a:pt x="30265" y="7457"/>
                  <a:pt x="29071" y="8243"/>
                  <a:pt x="28328" y="9612"/>
                </a:cubicBezTo>
                <a:cubicBezTo>
                  <a:pt x="27541" y="10982"/>
                  <a:pt x="26973" y="13589"/>
                  <a:pt x="26624" y="17463"/>
                </a:cubicBezTo>
                <a:lnTo>
                  <a:pt x="26391" y="19910"/>
                </a:lnTo>
                <a:cubicBezTo>
                  <a:pt x="25997" y="25036"/>
                  <a:pt x="24920" y="28779"/>
                  <a:pt x="23274" y="31124"/>
                </a:cubicBezTo>
                <a:cubicBezTo>
                  <a:pt x="21555" y="33454"/>
                  <a:pt x="19007" y="34867"/>
                  <a:pt x="15526" y="35333"/>
                </a:cubicBezTo>
                <a:cubicBezTo>
                  <a:pt x="11550" y="35843"/>
                  <a:pt x="8185" y="34649"/>
                  <a:pt x="5520" y="31794"/>
                </a:cubicBezTo>
                <a:cubicBezTo>
                  <a:pt x="2782" y="28954"/>
                  <a:pt x="1078" y="24803"/>
                  <a:pt x="393" y="19342"/>
                </a:cubicBezTo>
                <a:cubicBezTo>
                  <a:pt x="117" y="17011"/>
                  <a:pt x="0" y="14623"/>
                  <a:pt x="117" y="12059"/>
                </a:cubicBezTo>
                <a:cubicBezTo>
                  <a:pt x="277" y="9554"/>
                  <a:pt x="626" y="6874"/>
                  <a:pt x="1136" y="3976"/>
                </a:cubicBezTo>
                <a:lnTo>
                  <a:pt x="8360" y="3073"/>
                </a:lnTo>
                <a:cubicBezTo>
                  <a:pt x="7340" y="5855"/>
                  <a:pt x="6656" y="8535"/>
                  <a:pt x="6321" y="11142"/>
                </a:cubicBezTo>
                <a:cubicBezTo>
                  <a:pt x="5971" y="13705"/>
                  <a:pt x="5971" y="16268"/>
                  <a:pt x="6263" y="18715"/>
                </a:cubicBezTo>
                <a:cubicBezTo>
                  <a:pt x="6714" y="22021"/>
                  <a:pt x="7559" y="24468"/>
                  <a:pt x="8928" y="26114"/>
                </a:cubicBezTo>
                <a:cubicBezTo>
                  <a:pt x="10297" y="27760"/>
                  <a:pt x="12001" y="28444"/>
                  <a:pt x="14055" y="28153"/>
                </a:cubicBezTo>
                <a:cubicBezTo>
                  <a:pt x="15992" y="27935"/>
                  <a:pt x="17346" y="27075"/>
                  <a:pt x="18205" y="25662"/>
                </a:cubicBezTo>
                <a:cubicBezTo>
                  <a:pt x="19065" y="24293"/>
                  <a:pt x="19691" y="21337"/>
                  <a:pt x="20026" y="16895"/>
                </a:cubicBezTo>
                <a:lnTo>
                  <a:pt x="20317" y="14331"/>
                </a:lnTo>
                <a:cubicBezTo>
                  <a:pt x="20652" y="9904"/>
                  <a:pt x="21672" y="6598"/>
                  <a:pt x="23332" y="4442"/>
                </a:cubicBezTo>
                <a:cubicBezTo>
                  <a:pt x="24978" y="2214"/>
                  <a:pt x="27425" y="961"/>
                  <a:pt x="30716" y="510"/>
                </a:cubicBezTo>
                <a:cubicBezTo>
                  <a:pt x="34765" y="0"/>
                  <a:pt x="37998" y="1020"/>
                  <a:pt x="40562" y="3583"/>
                </a:cubicBezTo>
                <a:cubicBezTo>
                  <a:pt x="43125" y="6146"/>
                  <a:pt x="44713" y="10064"/>
                  <a:pt x="45397" y="15307"/>
                </a:cubicBezTo>
                <a:cubicBezTo>
                  <a:pt x="45747" y="17856"/>
                  <a:pt x="45849" y="20361"/>
                  <a:pt x="45747" y="22691"/>
                </a:cubicBezTo>
                <a:cubicBezTo>
                  <a:pt x="45688" y="25036"/>
                  <a:pt x="45397" y="27192"/>
                  <a:pt x="44887" y="29245"/>
                </a:cubicBezTo>
                <a:close/>
                <a:moveTo>
                  <a:pt x="44887" y="292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EF525-E175-421D-81A8-85A4F747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472" y="5786808"/>
            <a:ext cx="60195" cy="14564"/>
          </a:xfrm>
          <a:custGeom xmlns:a="http://schemas.openxmlformats.org/drawingml/2006/main">
            <a:pathLst>
              <a:path w="60195" h="14564">
                <a:moveTo>
                  <a:pt x="42674" y="2112"/>
                </a:moveTo>
                <a:lnTo>
                  <a:pt x="43591" y="9103"/>
                </a:lnTo>
                <a:lnTo>
                  <a:pt x="918" y="14564"/>
                </a:lnTo>
                <a:lnTo>
                  <a:pt x="0" y="7573"/>
                </a:lnTo>
                <a:lnTo>
                  <a:pt x="42674" y="2112"/>
                </a:lnTo>
                <a:close/>
                <a:moveTo>
                  <a:pt x="59292" y="0"/>
                </a:moveTo>
                <a:lnTo>
                  <a:pt x="60195" y="7005"/>
                </a:lnTo>
                <a:lnTo>
                  <a:pt x="51325" y="8141"/>
                </a:lnTo>
                <a:lnTo>
                  <a:pt x="50407" y="1136"/>
                </a:lnTo>
                <a:lnTo>
                  <a:pt x="59292" y="0"/>
                </a:lnTo>
                <a:close/>
                <a:moveTo>
                  <a:pt x="5929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E28BE-C8EF-45DF-B363-C5E5CA51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587" y="5809398"/>
            <a:ext cx="61840" cy="41989"/>
          </a:xfrm>
          <a:custGeom xmlns:a="http://schemas.openxmlformats.org/drawingml/2006/main">
            <a:pathLst>
              <a:path w="61840" h="41989">
                <a:moveTo>
                  <a:pt x="40110" y="31911"/>
                </a:moveTo>
                <a:cubicBezTo>
                  <a:pt x="45179" y="31284"/>
                  <a:pt x="48980" y="29755"/>
                  <a:pt x="51485" y="27308"/>
                </a:cubicBezTo>
                <a:cubicBezTo>
                  <a:pt x="53990" y="24861"/>
                  <a:pt x="55010" y="21730"/>
                  <a:pt x="54558" y="17929"/>
                </a:cubicBezTo>
                <a:cubicBezTo>
                  <a:pt x="54048" y="14171"/>
                  <a:pt x="52286" y="11433"/>
                  <a:pt x="49213" y="9671"/>
                </a:cubicBezTo>
                <a:cubicBezTo>
                  <a:pt x="46198" y="7967"/>
                  <a:pt x="42106" y="7399"/>
                  <a:pt x="37037" y="8083"/>
                </a:cubicBezTo>
                <a:cubicBezTo>
                  <a:pt x="31969" y="8710"/>
                  <a:pt x="28226" y="10239"/>
                  <a:pt x="25662" y="12744"/>
                </a:cubicBezTo>
                <a:cubicBezTo>
                  <a:pt x="23157" y="15191"/>
                  <a:pt x="22138" y="18264"/>
                  <a:pt x="22589" y="22021"/>
                </a:cubicBezTo>
                <a:cubicBezTo>
                  <a:pt x="23099" y="25837"/>
                  <a:pt x="24861" y="28561"/>
                  <a:pt x="27935" y="30323"/>
                </a:cubicBezTo>
                <a:cubicBezTo>
                  <a:pt x="31008" y="32027"/>
                  <a:pt x="35042" y="32595"/>
                  <a:pt x="40110" y="31911"/>
                </a:cubicBezTo>
                <a:close/>
                <a:moveTo>
                  <a:pt x="24468" y="41072"/>
                </a:moveTo>
                <a:cubicBezTo>
                  <a:pt x="17186" y="41989"/>
                  <a:pt x="11608" y="41072"/>
                  <a:pt x="7617" y="38290"/>
                </a:cubicBezTo>
                <a:cubicBezTo>
                  <a:pt x="3699" y="35552"/>
                  <a:pt x="1253" y="30833"/>
                  <a:pt x="393" y="24177"/>
                </a:cubicBezTo>
                <a:cubicBezTo>
                  <a:pt x="117" y="21730"/>
                  <a:pt x="0" y="19342"/>
                  <a:pt x="58" y="17128"/>
                </a:cubicBezTo>
                <a:cubicBezTo>
                  <a:pt x="175" y="14914"/>
                  <a:pt x="451" y="12686"/>
                  <a:pt x="961" y="10530"/>
                </a:cubicBezTo>
                <a:lnTo>
                  <a:pt x="7792" y="9671"/>
                </a:lnTo>
                <a:cubicBezTo>
                  <a:pt x="6947" y="11885"/>
                  <a:pt x="6379" y="13996"/>
                  <a:pt x="6088" y="16108"/>
                </a:cubicBezTo>
                <a:cubicBezTo>
                  <a:pt x="5797" y="18147"/>
                  <a:pt x="5797" y="20259"/>
                  <a:pt x="6088" y="22298"/>
                </a:cubicBezTo>
                <a:cubicBezTo>
                  <a:pt x="6656" y="26915"/>
                  <a:pt x="8302" y="30207"/>
                  <a:pt x="10982" y="32202"/>
                </a:cubicBezTo>
                <a:cubicBezTo>
                  <a:pt x="13661" y="34197"/>
                  <a:pt x="17463" y="34823"/>
                  <a:pt x="22298" y="34197"/>
                </a:cubicBezTo>
                <a:lnTo>
                  <a:pt x="25779" y="33789"/>
                </a:lnTo>
                <a:cubicBezTo>
                  <a:pt x="23041" y="32653"/>
                  <a:pt x="20944" y="31066"/>
                  <a:pt x="19400" y="28954"/>
                </a:cubicBezTo>
                <a:cubicBezTo>
                  <a:pt x="17871" y="26857"/>
                  <a:pt x="16895" y="24235"/>
                  <a:pt x="16501" y="21046"/>
                </a:cubicBezTo>
                <a:cubicBezTo>
                  <a:pt x="15817" y="15817"/>
                  <a:pt x="17302" y="11375"/>
                  <a:pt x="20885" y="7675"/>
                </a:cubicBezTo>
                <a:cubicBezTo>
                  <a:pt x="24468" y="3932"/>
                  <a:pt x="29522" y="1646"/>
                  <a:pt x="36120" y="801"/>
                </a:cubicBezTo>
                <a:cubicBezTo>
                  <a:pt x="42732" y="0"/>
                  <a:pt x="48194" y="918"/>
                  <a:pt x="52563" y="3583"/>
                </a:cubicBezTo>
                <a:cubicBezTo>
                  <a:pt x="57005" y="6263"/>
                  <a:pt x="59510" y="10239"/>
                  <a:pt x="60195" y="15482"/>
                </a:cubicBezTo>
                <a:cubicBezTo>
                  <a:pt x="60588" y="18599"/>
                  <a:pt x="60311" y="21395"/>
                  <a:pt x="59394" y="23842"/>
                </a:cubicBezTo>
                <a:cubicBezTo>
                  <a:pt x="58432" y="26230"/>
                  <a:pt x="56772" y="28328"/>
                  <a:pt x="54442" y="30090"/>
                </a:cubicBezTo>
                <a:lnTo>
                  <a:pt x="60937" y="29304"/>
                </a:lnTo>
                <a:lnTo>
                  <a:pt x="61840" y="36294"/>
                </a:lnTo>
                <a:lnTo>
                  <a:pt x="24468" y="41072"/>
                </a:lnTo>
                <a:close/>
                <a:moveTo>
                  <a:pt x="24468" y="410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E56F4-A095-4103-9248-0D11A4B8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574" y="5857693"/>
            <a:ext cx="60136" cy="43358"/>
          </a:xfrm>
          <a:custGeom xmlns:a="http://schemas.openxmlformats.org/drawingml/2006/main">
            <a:pathLst>
              <a:path w="60136" h="43358">
                <a:moveTo>
                  <a:pt x="30323" y="40052"/>
                </a:moveTo>
                <a:lnTo>
                  <a:pt x="4559" y="43358"/>
                </a:lnTo>
                <a:lnTo>
                  <a:pt x="3641" y="36367"/>
                </a:lnTo>
                <a:lnTo>
                  <a:pt x="29187" y="33061"/>
                </a:lnTo>
                <a:cubicBezTo>
                  <a:pt x="33236" y="32551"/>
                  <a:pt x="36134" y="31415"/>
                  <a:pt x="37955" y="29537"/>
                </a:cubicBezTo>
                <a:cubicBezTo>
                  <a:pt x="39775" y="27716"/>
                  <a:pt x="40460" y="25211"/>
                  <a:pt x="40052" y="22080"/>
                </a:cubicBezTo>
                <a:cubicBezTo>
                  <a:pt x="39542" y="18322"/>
                  <a:pt x="37955" y="15482"/>
                  <a:pt x="35275" y="13603"/>
                </a:cubicBezTo>
                <a:cubicBezTo>
                  <a:pt x="32610" y="11724"/>
                  <a:pt x="29187" y="11040"/>
                  <a:pt x="24978" y="11550"/>
                </a:cubicBezTo>
                <a:lnTo>
                  <a:pt x="918" y="14681"/>
                </a:lnTo>
                <a:lnTo>
                  <a:pt x="0" y="7632"/>
                </a:lnTo>
                <a:lnTo>
                  <a:pt x="59292" y="0"/>
                </a:lnTo>
                <a:lnTo>
                  <a:pt x="60136" y="7064"/>
                </a:lnTo>
                <a:lnTo>
                  <a:pt x="36935" y="10079"/>
                </a:lnTo>
                <a:cubicBezTo>
                  <a:pt x="39717" y="11389"/>
                  <a:pt x="41873" y="13152"/>
                  <a:pt x="43416" y="15249"/>
                </a:cubicBezTo>
                <a:cubicBezTo>
                  <a:pt x="45004" y="17361"/>
                  <a:pt x="45980" y="19924"/>
                  <a:pt x="46315" y="22881"/>
                </a:cubicBezTo>
                <a:cubicBezTo>
                  <a:pt x="46941" y="27774"/>
                  <a:pt x="45922" y="31692"/>
                  <a:pt x="43242" y="34590"/>
                </a:cubicBezTo>
                <a:cubicBezTo>
                  <a:pt x="40518" y="37503"/>
                  <a:pt x="36193" y="39324"/>
                  <a:pt x="30323" y="40052"/>
                </a:cubicBezTo>
                <a:close/>
                <a:moveTo>
                  <a:pt x="30323" y="400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8AE03-62AC-4F19-B5E6-2026644B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031" y="5904299"/>
            <a:ext cx="54558" cy="32085"/>
          </a:xfrm>
          <a:custGeom xmlns:a="http://schemas.openxmlformats.org/drawingml/2006/main">
            <a:pathLst>
              <a:path w="54558" h="32085">
                <a:moveTo>
                  <a:pt x="54558" y="10632"/>
                </a:moveTo>
                <a:lnTo>
                  <a:pt x="42441" y="12176"/>
                </a:lnTo>
                <a:lnTo>
                  <a:pt x="44319" y="26624"/>
                </a:lnTo>
                <a:lnTo>
                  <a:pt x="38858" y="27308"/>
                </a:lnTo>
                <a:lnTo>
                  <a:pt x="36979" y="12904"/>
                </a:lnTo>
                <a:lnTo>
                  <a:pt x="13822" y="15875"/>
                </a:lnTo>
                <a:cubicBezTo>
                  <a:pt x="10355" y="16327"/>
                  <a:pt x="8200" y="17069"/>
                  <a:pt x="7340" y="18147"/>
                </a:cubicBezTo>
                <a:cubicBezTo>
                  <a:pt x="6437" y="19225"/>
                  <a:pt x="6204" y="21220"/>
                  <a:pt x="6598" y="24177"/>
                </a:cubicBezTo>
                <a:lnTo>
                  <a:pt x="7515" y="31343"/>
                </a:lnTo>
                <a:lnTo>
                  <a:pt x="1646" y="32085"/>
                </a:lnTo>
                <a:lnTo>
                  <a:pt x="685" y="24920"/>
                </a:lnTo>
                <a:cubicBezTo>
                  <a:pt x="0" y="19516"/>
                  <a:pt x="568" y="15642"/>
                  <a:pt x="2272" y="13312"/>
                </a:cubicBezTo>
                <a:cubicBezTo>
                  <a:pt x="4034" y="10982"/>
                  <a:pt x="7632" y="9496"/>
                  <a:pt x="12919" y="8811"/>
                </a:cubicBezTo>
                <a:lnTo>
                  <a:pt x="36076" y="5855"/>
                </a:lnTo>
                <a:lnTo>
                  <a:pt x="35450" y="728"/>
                </a:lnTo>
                <a:lnTo>
                  <a:pt x="40911" y="0"/>
                </a:lnTo>
                <a:lnTo>
                  <a:pt x="41538" y="5170"/>
                </a:lnTo>
                <a:lnTo>
                  <a:pt x="53655" y="3583"/>
                </a:lnTo>
                <a:lnTo>
                  <a:pt x="54558" y="10632"/>
                </a:lnTo>
                <a:close/>
                <a:moveTo>
                  <a:pt x="54558" y="106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DD3D4-638C-4CBF-BDCD-15E8FF36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871" y="5938322"/>
            <a:ext cx="45863" cy="35785"/>
          </a:xfrm>
          <a:custGeom xmlns:a="http://schemas.openxmlformats.org/drawingml/2006/main">
            <a:pathLst>
              <a:path w="45863" h="35785">
                <a:moveTo>
                  <a:pt x="44844" y="29187"/>
                </a:moveTo>
                <a:lnTo>
                  <a:pt x="38232" y="30032"/>
                </a:lnTo>
                <a:cubicBezTo>
                  <a:pt x="38974" y="27935"/>
                  <a:pt x="39484" y="25764"/>
                  <a:pt x="39717" y="23551"/>
                </a:cubicBezTo>
                <a:cubicBezTo>
                  <a:pt x="39950" y="21381"/>
                  <a:pt x="39950" y="19108"/>
                  <a:pt x="39659" y="16836"/>
                </a:cubicBezTo>
                <a:cubicBezTo>
                  <a:pt x="39207" y="13370"/>
                  <a:pt x="38348" y="10807"/>
                  <a:pt x="37037" y="9205"/>
                </a:cubicBezTo>
                <a:cubicBezTo>
                  <a:pt x="35741" y="7617"/>
                  <a:pt x="34022" y="6933"/>
                  <a:pt x="31925" y="7224"/>
                </a:cubicBezTo>
                <a:cubicBezTo>
                  <a:pt x="30279" y="7442"/>
                  <a:pt x="29085" y="8243"/>
                  <a:pt x="28342" y="9612"/>
                </a:cubicBezTo>
                <a:cubicBezTo>
                  <a:pt x="27541" y="10923"/>
                  <a:pt x="26973" y="13530"/>
                  <a:pt x="26638" y="17404"/>
                </a:cubicBezTo>
                <a:lnTo>
                  <a:pt x="26405" y="19910"/>
                </a:lnTo>
                <a:cubicBezTo>
                  <a:pt x="25954" y="25022"/>
                  <a:pt x="24920" y="28721"/>
                  <a:pt x="23274" y="31051"/>
                </a:cubicBezTo>
                <a:cubicBezTo>
                  <a:pt x="21570" y="33440"/>
                  <a:pt x="19007" y="34809"/>
                  <a:pt x="15540" y="35275"/>
                </a:cubicBezTo>
                <a:cubicBezTo>
                  <a:pt x="11550" y="35785"/>
                  <a:pt x="8200" y="34590"/>
                  <a:pt x="5520" y="31794"/>
                </a:cubicBezTo>
                <a:cubicBezTo>
                  <a:pt x="2796" y="28954"/>
                  <a:pt x="1092" y="24745"/>
                  <a:pt x="408" y="19283"/>
                </a:cubicBezTo>
                <a:cubicBezTo>
                  <a:pt x="58" y="17011"/>
                  <a:pt x="0" y="14623"/>
                  <a:pt x="117" y="12059"/>
                </a:cubicBezTo>
                <a:cubicBezTo>
                  <a:pt x="291" y="9496"/>
                  <a:pt x="583" y="6816"/>
                  <a:pt x="1151" y="3976"/>
                </a:cubicBezTo>
                <a:lnTo>
                  <a:pt x="8375" y="3073"/>
                </a:lnTo>
                <a:cubicBezTo>
                  <a:pt x="7340" y="5797"/>
                  <a:pt x="6670" y="8476"/>
                  <a:pt x="6321" y="11084"/>
                </a:cubicBezTo>
                <a:cubicBezTo>
                  <a:pt x="5986" y="13705"/>
                  <a:pt x="5986" y="16210"/>
                  <a:pt x="6263" y="18715"/>
                </a:cubicBezTo>
                <a:cubicBezTo>
                  <a:pt x="6714" y="22007"/>
                  <a:pt x="7573" y="24454"/>
                  <a:pt x="8943" y="26056"/>
                </a:cubicBezTo>
                <a:cubicBezTo>
                  <a:pt x="10312" y="27701"/>
                  <a:pt x="12016" y="28386"/>
                  <a:pt x="14055" y="28153"/>
                </a:cubicBezTo>
                <a:cubicBezTo>
                  <a:pt x="15992" y="27876"/>
                  <a:pt x="17361" y="27075"/>
                  <a:pt x="18205" y="25648"/>
                </a:cubicBezTo>
                <a:cubicBezTo>
                  <a:pt x="19065" y="24235"/>
                  <a:pt x="19691" y="21322"/>
                  <a:pt x="20026" y="16836"/>
                </a:cubicBezTo>
                <a:lnTo>
                  <a:pt x="20317" y="14331"/>
                </a:lnTo>
                <a:cubicBezTo>
                  <a:pt x="20652" y="9889"/>
                  <a:pt x="21686" y="6539"/>
                  <a:pt x="23332" y="4369"/>
                </a:cubicBezTo>
                <a:cubicBezTo>
                  <a:pt x="24978" y="2214"/>
                  <a:pt x="27425" y="903"/>
                  <a:pt x="30731" y="510"/>
                </a:cubicBezTo>
                <a:cubicBezTo>
                  <a:pt x="34765" y="0"/>
                  <a:pt x="38013" y="1020"/>
                  <a:pt x="40576" y="3583"/>
                </a:cubicBezTo>
                <a:cubicBezTo>
                  <a:pt x="43125" y="6146"/>
                  <a:pt x="44727" y="10006"/>
                  <a:pt x="45412" y="15234"/>
                </a:cubicBezTo>
                <a:cubicBezTo>
                  <a:pt x="45747" y="17856"/>
                  <a:pt x="45863" y="20303"/>
                  <a:pt x="45747" y="22633"/>
                </a:cubicBezTo>
                <a:cubicBezTo>
                  <a:pt x="45688" y="24963"/>
                  <a:pt x="45412" y="27133"/>
                  <a:pt x="44844" y="29187"/>
                </a:cubicBezTo>
                <a:close/>
                <a:moveTo>
                  <a:pt x="44844" y="2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D121E-F1BF-4DD3-99A5-403FB326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115" y="5979277"/>
            <a:ext cx="57850" cy="14958"/>
          </a:xfrm>
          <a:custGeom xmlns:a="http://schemas.openxmlformats.org/drawingml/2006/main">
            <a:pathLst>
              <a:path w="57850" h="14958">
                <a:moveTo>
                  <a:pt x="56830" y="0"/>
                </a:moveTo>
                <a:lnTo>
                  <a:pt x="57850" y="7675"/>
                </a:lnTo>
                <a:lnTo>
                  <a:pt x="961" y="14958"/>
                </a:lnTo>
                <a:lnTo>
                  <a:pt x="0" y="7282"/>
                </a:lnTo>
                <a:lnTo>
                  <a:pt x="56830" y="0"/>
                </a:lnTo>
                <a:close/>
                <a:moveTo>
                  <a:pt x="568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2BC14-2F84-4590-AEFB-C3305CE8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955" y="6003512"/>
            <a:ext cx="46999" cy="41246"/>
          </a:xfrm>
          <a:custGeom xmlns:a="http://schemas.openxmlformats.org/drawingml/2006/main">
            <a:pathLst>
              <a:path w="46999" h="41246">
                <a:moveTo>
                  <a:pt x="30323" y="37955"/>
                </a:moveTo>
                <a:lnTo>
                  <a:pt x="4617" y="41246"/>
                </a:lnTo>
                <a:lnTo>
                  <a:pt x="3699" y="34197"/>
                </a:lnTo>
                <a:lnTo>
                  <a:pt x="29187" y="30949"/>
                </a:lnTo>
                <a:cubicBezTo>
                  <a:pt x="33221" y="30440"/>
                  <a:pt x="36193" y="29245"/>
                  <a:pt x="37955" y="27425"/>
                </a:cubicBezTo>
                <a:cubicBezTo>
                  <a:pt x="39775" y="25604"/>
                  <a:pt x="40445" y="23099"/>
                  <a:pt x="40052" y="19968"/>
                </a:cubicBezTo>
                <a:cubicBezTo>
                  <a:pt x="39601" y="16166"/>
                  <a:pt x="38013" y="13312"/>
                  <a:pt x="35275" y="11433"/>
                </a:cubicBezTo>
                <a:cubicBezTo>
                  <a:pt x="32595" y="9554"/>
                  <a:pt x="29187" y="8928"/>
                  <a:pt x="25036" y="9452"/>
                </a:cubicBezTo>
                <a:lnTo>
                  <a:pt x="918" y="12525"/>
                </a:lnTo>
                <a:lnTo>
                  <a:pt x="0" y="5462"/>
                </a:lnTo>
                <a:lnTo>
                  <a:pt x="42674" y="0"/>
                </a:lnTo>
                <a:lnTo>
                  <a:pt x="43577" y="7064"/>
                </a:lnTo>
                <a:lnTo>
                  <a:pt x="36921" y="7908"/>
                </a:lnTo>
                <a:cubicBezTo>
                  <a:pt x="39717" y="9278"/>
                  <a:pt x="41873" y="10982"/>
                  <a:pt x="43475" y="13093"/>
                </a:cubicBezTo>
                <a:cubicBezTo>
                  <a:pt x="45004" y="15191"/>
                  <a:pt x="45965" y="17754"/>
                  <a:pt x="46373" y="20711"/>
                </a:cubicBezTo>
                <a:cubicBezTo>
                  <a:pt x="46999" y="25604"/>
                  <a:pt x="45965" y="29537"/>
                  <a:pt x="43242" y="32435"/>
                </a:cubicBezTo>
                <a:cubicBezTo>
                  <a:pt x="40504" y="35333"/>
                  <a:pt x="36236" y="37154"/>
                  <a:pt x="30323" y="37955"/>
                </a:cubicBezTo>
                <a:close/>
                <a:moveTo>
                  <a:pt x="30323" y="379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E9645-BB2C-4DCA-813C-6E34A76D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470" y="6048006"/>
            <a:ext cx="54500" cy="32085"/>
          </a:xfrm>
          <a:custGeom xmlns:a="http://schemas.openxmlformats.org/drawingml/2006/main">
            <a:pathLst>
              <a:path w="54500" h="32085">
                <a:moveTo>
                  <a:pt x="54500" y="10632"/>
                </a:moveTo>
                <a:lnTo>
                  <a:pt x="42382" y="12176"/>
                </a:lnTo>
                <a:lnTo>
                  <a:pt x="44261" y="26624"/>
                </a:lnTo>
                <a:lnTo>
                  <a:pt x="38800" y="27308"/>
                </a:lnTo>
                <a:lnTo>
                  <a:pt x="36979" y="12860"/>
                </a:lnTo>
                <a:lnTo>
                  <a:pt x="13822" y="15817"/>
                </a:lnTo>
                <a:cubicBezTo>
                  <a:pt x="10297" y="16268"/>
                  <a:pt x="8127" y="17069"/>
                  <a:pt x="7282" y="18147"/>
                </a:cubicBezTo>
                <a:cubicBezTo>
                  <a:pt x="6423" y="19167"/>
                  <a:pt x="6146" y="21220"/>
                  <a:pt x="6539" y="24119"/>
                </a:cubicBezTo>
                <a:lnTo>
                  <a:pt x="7442" y="31284"/>
                </a:lnTo>
                <a:lnTo>
                  <a:pt x="1588" y="32085"/>
                </a:lnTo>
                <a:lnTo>
                  <a:pt x="685" y="24861"/>
                </a:lnTo>
                <a:cubicBezTo>
                  <a:pt x="0" y="19458"/>
                  <a:pt x="510" y="15584"/>
                  <a:pt x="2272" y="13312"/>
                </a:cubicBezTo>
                <a:cubicBezTo>
                  <a:pt x="4034" y="10982"/>
                  <a:pt x="7559" y="9496"/>
                  <a:pt x="12919" y="8811"/>
                </a:cubicBezTo>
                <a:lnTo>
                  <a:pt x="36061" y="5797"/>
                </a:lnTo>
                <a:lnTo>
                  <a:pt x="35377" y="685"/>
                </a:lnTo>
                <a:lnTo>
                  <a:pt x="40839" y="0"/>
                </a:lnTo>
                <a:lnTo>
                  <a:pt x="41523" y="5112"/>
                </a:lnTo>
                <a:lnTo>
                  <a:pt x="53641" y="3583"/>
                </a:lnTo>
                <a:lnTo>
                  <a:pt x="54500" y="10632"/>
                </a:lnTo>
                <a:close/>
                <a:moveTo>
                  <a:pt x="54500" y="106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C341B-F95C-4364-BB91-F41ABDAB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703" y="6082655"/>
            <a:ext cx="46257" cy="41246"/>
          </a:xfrm>
          <a:custGeom xmlns:a="http://schemas.openxmlformats.org/drawingml/2006/main">
            <a:pathLst>
              <a:path w="46257" h="41246">
                <a:moveTo>
                  <a:pt x="27308" y="40169"/>
                </a:moveTo>
                <a:lnTo>
                  <a:pt x="23900" y="40620"/>
                </a:lnTo>
                <a:lnTo>
                  <a:pt x="19749" y="8360"/>
                </a:lnTo>
                <a:cubicBezTo>
                  <a:pt x="14972" y="9321"/>
                  <a:pt x="11448" y="11258"/>
                  <a:pt x="9278" y="14157"/>
                </a:cubicBezTo>
                <a:cubicBezTo>
                  <a:pt x="7064" y="17069"/>
                  <a:pt x="6263" y="20871"/>
                  <a:pt x="6889" y="25546"/>
                </a:cubicBezTo>
                <a:cubicBezTo>
                  <a:pt x="7239" y="28211"/>
                  <a:pt x="7850" y="30775"/>
                  <a:pt x="8884" y="33221"/>
                </a:cubicBezTo>
                <a:cubicBezTo>
                  <a:pt x="9846" y="35668"/>
                  <a:pt x="11156" y="38057"/>
                  <a:pt x="12802" y="40387"/>
                </a:cubicBezTo>
                <a:lnTo>
                  <a:pt x="6146" y="41246"/>
                </a:lnTo>
                <a:cubicBezTo>
                  <a:pt x="4792" y="38858"/>
                  <a:pt x="3641" y="36353"/>
                  <a:pt x="2738" y="33789"/>
                </a:cubicBezTo>
                <a:cubicBezTo>
                  <a:pt x="1821" y="31226"/>
                  <a:pt x="1194" y="28561"/>
                  <a:pt x="859" y="25881"/>
                </a:cubicBezTo>
                <a:cubicBezTo>
                  <a:pt x="0" y="19050"/>
                  <a:pt x="1311" y="13428"/>
                  <a:pt x="4733" y="8928"/>
                </a:cubicBezTo>
                <a:cubicBezTo>
                  <a:pt x="8200" y="4428"/>
                  <a:pt x="13326" y="1762"/>
                  <a:pt x="20084" y="903"/>
                </a:cubicBezTo>
                <a:cubicBezTo>
                  <a:pt x="27032" y="0"/>
                  <a:pt x="32828" y="1194"/>
                  <a:pt x="37387" y="4428"/>
                </a:cubicBezTo>
                <a:cubicBezTo>
                  <a:pt x="41989" y="7675"/>
                  <a:pt x="44669" y="12511"/>
                  <a:pt x="45514" y="18890"/>
                </a:cubicBezTo>
                <a:cubicBezTo>
                  <a:pt x="46257" y="24628"/>
                  <a:pt x="45004" y="29406"/>
                  <a:pt x="41712" y="33221"/>
                </a:cubicBezTo>
                <a:cubicBezTo>
                  <a:pt x="38465" y="37037"/>
                  <a:pt x="33629" y="39368"/>
                  <a:pt x="27308" y="40169"/>
                </a:cubicBezTo>
                <a:close/>
                <a:moveTo>
                  <a:pt x="28459" y="32886"/>
                </a:moveTo>
                <a:cubicBezTo>
                  <a:pt x="32260" y="32362"/>
                  <a:pt x="35217" y="30891"/>
                  <a:pt x="37212" y="28503"/>
                </a:cubicBezTo>
                <a:cubicBezTo>
                  <a:pt x="39266" y="26114"/>
                  <a:pt x="40008" y="23216"/>
                  <a:pt x="39601" y="19735"/>
                </a:cubicBezTo>
                <a:cubicBezTo>
                  <a:pt x="39091" y="15817"/>
                  <a:pt x="37562" y="12860"/>
                  <a:pt x="35056" y="10807"/>
                </a:cubicBezTo>
                <a:cubicBezTo>
                  <a:pt x="32551" y="8695"/>
                  <a:pt x="29245" y="7792"/>
                  <a:pt x="25211" y="7908"/>
                </a:cubicBezTo>
                <a:lnTo>
                  <a:pt x="28459" y="32886"/>
                </a:lnTo>
                <a:close/>
                <a:moveTo>
                  <a:pt x="28459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335D2-7235-49C7-A077-4DBBB6E7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340" y="6131577"/>
            <a:ext cx="46591" cy="25837"/>
          </a:xfrm>
          <a:custGeom xmlns:a="http://schemas.openxmlformats.org/drawingml/2006/main">
            <a:pathLst>
              <a:path w="46591" h="25837">
                <a:moveTo>
                  <a:pt x="39309" y="25837"/>
                </a:moveTo>
                <a:cubicBezTo>
                  <a:pt x="39717" y="24978"/>
                  <a:pt x="39877" y="24075"/>
                  <a:pt x="39994" y="23099"/>
                </a:cubicBezTo>
                <a:cubicBezTo>
                  <a:pt x="40110" y="22138"/>
                  <a:pt x="40052" y="21104"/>
                  <a:pt x="39936" y="20026"/>
                </a:cubicBezTo>
                <a:cubicBezTo>
                  <a:pt x="39426" y="16050"/>
                  <a:pt x="37780" y="13152"/>
                  <a:pt x="34940" y="11375"/>
                </a:cubicBezTo>
                <a:cubicBezTo>
                  <a:pt x="32027" y="9554"/>
                  <a:pt x="28226" y="8986"/>
                  <a:pt x="23390" y="9612"/>
                </a:cubicBezTo>
                <a:lnTo>
                  <a:pt x="918" y="12467"/>
                </a:lnTo>
                <a:lnTo>
                  <a:pt x="0" y="5462"/>
                </a:lnTo>
                <a:lnTo>
                  <a:pt x="42674" y="0"/>
                </a:lnTo>
                <a:lnTo>
                  <a:pt x="43577" y="7005"/>
                </a:lnTo>
                <a:lnTo>
                  <a:pt x="36921" y="7850"/>
                </a:lnTo>
                <a:cubicBezTo>
                  <a:pt x="39717" y="9044"/>
                  <a:pt x="41873" y="10705"/>
                  <a:pt x="43475" y="12919"/>
                </a:cubicBezTo>
                <a:cubicBezTo>
                  <a:pt x="45004" y="15074"/>
                  <a:pt x="46023" y="17871"/>
                  <a:pt x="46431" y="21279"/>
                </a:cubicBezTo>
                <a:cubicBezTo>
                  <a:pt x="46490" y="21730"/>
                  <a:pt x="46533" y="22298"/>
                  <a:pt x="46533" y="22866"/>
                </a:cubicBezTo>
                <a:cubicBezTo>
                  <a:pt x="46591" y="23449"/>
                  <a:pt x="46533" y="24119"/>
                  <a:pt x="46533" y="24861"/>
                </a:cubicBezTo>
                <a:lnTo>
                  <a:pt x="39309" y="25837"/>
                </a:lnTo>
                <a:close/>
                <a:moveTo>
                  <a:pt x="39309" y="258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BB7B4-D0DF-4C18-BF8E-15EF37EF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549" y="6162074"/>
            <a:ext cx="45805" cy="35785"/>
          </a:xfrm>
          <a:custGeom xmlns:a="http://schemas.openxmlformats.org/drawingml/2006/main">
            <a:pathLst>
              <a:path w="45805" h="35785">
                <a:moveTo>
                  <a:pt x="44829" y="29187"/>
                </a:moveTo>
                <a:lnTo>
                  <a:pt x="38173" y="30032"/>
                </a:lnTo>
                <a:cubicBezTo>
                  <a:pt x="38974" y="27935"/>
                  <a:pt x="39484" y="25764"/>
                  <a:pt x="39717" y="23551"/>
                </a:cubicBezTo>
                <a:cubicBezTo>
                  <a:pt x="39936" y="21395"/>
                  <a:pt x="39892" y="19108"/>
                  <a:pt x="39601" y="16836"/>
                </a:cubicBezTo>
                <a:cubicBezTo>
                  <a:pt x="39149" y="13370"/>
                  <a:pt x="38290" y="10807"/>
                  <a:pt x="37037" y="9219"/>
                </a:cubicBezTo>
                <a:cubicBezTo>
                  <a:pt x="35726" y="7617"/>
                  <a:pt x="34022" y="6933"/>
                  <a:pt x="31867" y="7224"/>
                </a:cubicBezTo>
                <a:cubicBezTo>
                  <a:pt x="30265" y="7457"/>
                  <a:pt x="29071" y="8185"/>
                  <a:pt x="28284" y="9554"/>
                </a:cubicBezTo>
                <a:cubicBezTo>
                  <a:pt x="27541" y="10923"/>
                  <a:pt x="26973" y="13545"/>
                  <a:pt x="26624" y="17404"/>
                </a:cubicBezTo>
                <a:lnTo>
                  <a:pt x="26405" y="19910"/>
                </a:lnTo>
                <a:cubicBezTo>
                  <a:pt x="25939" y="25036"/>
                  <a:pt x="24920" y="28736"/>
                  <a:pt x="23216" y="31066"/>
                </a:cubicBezTo>
                <a:cubicBezTo>
                  <a:pt x="21570" y="33396"/>
                  <a:pt x="18948" y="34823"/>
                  <a:pt x="15482" y="35275"/>
                </a:cubicBezTo>
                <a:cubicBezTo>
                  <a:pt x="11550" y="35785"/>
                  <a:pt x="8200" y="34590"/>
                  <a:pt x="5462" y="31750"/>
                </a:cubicBezTo>
                <a:cubicBezTo>
                  <a:pt x="2796" y="28896"/>
                  <a:pt x="1078" y="24745"/>
                  <a:pt x="350" y="19283"/>
                </a:cubicBezTo>
                <a:cubicBezTo>
                  <a:pt x="58" y="17011"/>
                  <a:pt x="0" y="14564"/>
                  <a:pt x="117" y="12059"/>
                </a:cubicBezTo>
                <a:cubicBezTo>
                  <a:pt x="233" y="9496"/>
                  <a:pt x="568" y="6831"/>
                  <a:pt x="1078" y="3976"/>
                </a:cubicBezTo>
                <a:lnTo>
                  <a:pt x="8360" y="3015"/>
                </a:lnTo>
                <a:cubicBezTo>
                  <a:pt x="7340" y="5797"/>
                  <a:pt x="6656" y="8476"/>
                  <a:pt x="6321" y="11098"/>
                </a:cubicBezTo>
                <a:cubicBezTo>
                  <a:pt x="5971" y="13647"/>
                  <a:pt x="5913" y="16210"/>
                  <a:pt x="6263" y="18657"/>
                </a:cubicBezTo>
                <a:cubicBezTo>
                  <a:pt x="6656" y="21963"/>
                  <a:pt x="7573" y="24468"/>
                  <a:pt x="8928" y="26056"/>
                </a:cubicBezTo>
                <a:cubicBezTo>
                  <a:pt x="10297" y="27701"/>
                  <a:pt x="12001" y="28386"/>
                  <a:pt x="14055" y="28109"/>
                </a:cubicBezTo>
                <a:cubicBezTo>
                  <a:pt x="15933" y="27876"/>
                  <a:pt x="17302" y="27075"/>
                  <a:pt x="18147" y="25662"/>
                </a:cubicBezTo>
                <a:cubicBezTo>
                  <a:pt x="19007" y="24235"/>
                  <a:pt x="19633" y="21279"/>
                  <a:pt x="20026" y="16836"/>
                </a:cubicBezTo>
                <a:lnTo>
                  <a:pt x="20317" y="14331"/>
                </a:lnTo>
                <a:cubicBezTo>
                  <a:pt x="20652" y="9846"/>
                  <a:pt x="21628" y="6539"/>
                  <a:pt x="23274" y="4384"/>
                </a:cubicBezTo>
                <a:cubicBezTo>
                  <a:pt x="24920" y="2214"/>
                  <a:pt x="27425" y="903"/>
                  <a:pt x="30731" y="510"/>
                </a:cubicBezTo>
                <a:cubicBezTo>
                  <a:pt x="34707" y="0"/>
                  <a:pt x="38013" y="1020"/>
                  <a:pt x="40562" y="3583"/>
                </a:cubicBezTo>
                <a:cubicBezTo>
                  <a:pt x="43067" y="6146"/>
                  <a:pt x="44727" y="10006"/>
                  <a:pt x="45339" y="15249"/>
                </a:cubicBezTo>
                <a:cubicBezTo>
                  <a:pt x="45688" y="17856"/>
                  <a:pt x="45805" y="20303"/>
                  <a:pt x="45747" y="22648"/>
                </a:cubicBezTo>
                <a:cubicBezTo>
                  <a:pt x="45630" y="24978"/>
                  <a:pt x="45339" y="27133"/>
                  <a:pt x="44829" y="29187"/>
                </a:cubicBezTo>
                <a:close/>
                <a:moveTo>
                  <a:pt x="44829" y="291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295C2-FFA7-4EC4-B582-60E06777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811" y="6199286"/>
            <a:ext cx="54558" cy="32085"/>
          </a:xfrm>
          <a:custGeom xmlns:a="http://schemas.openxmlformats.org/drawingml/2006/main">
            <a:pathLst>
              <a:path w="54558" h="32085">
                <a:moveTo>
                  <a:pt x="54558" y="10632"/>
                </a:moveTo>
                <a:lnTo>
                  <a:pt x="42441" y="12176"/>
                </a:lnTo>
                <a:lnTo>
                  <a:pt x="44261" y="26624"/>
                </a:lnTo>
                <a:lnTo>
                  <a:pt x="38858" y="27308"/>
                </a:lnTo>
                <a:lnTo>
                  <a:pt x="36979" y="12904"/>
                </a:lnTo>
                <a:lnTo>
                  <a:pt x="13822" y="15861"/>
                </a:lnTo>
                <a:cubicBezTo>
                  <a:pt x="10355" y="16327"/>
                  <a:pt x="8185" y="17055"/>
                  <a:pt x="7340" y="18147"/>
                </a:cubicBezTo>
                <a:cubicBezTo>
                  <a:pt x="6423" y="19225"/>
                  <a:pt x="6204" y="21220"/>
                  <a:pt x="6539" y="24119"/>
                </a:cubicBezTo>
                <a:lnTo>
                  <a:pt x="7515" y="31343"/>
                </a:lnTo>
                <a:lnTo>
                  <a:pt x="1646" y="32085"/>
                </a:lnTo>
                <a:lnTo>
                  <a:pt x="685" y="24920"/>
                </a:lnTo>
                <a:cubicBezTo>
                  <a:pt x="0" y="19502"/>
                  <a:pt x="568" y="15642"/>
                  <a:pt x="2272" y="13312"/>
                </a:cubicBezTo>
                <a:cubicBezTo>
                  <a:pt x="4034" y="10982"/>
                  <a:pt x="7617" y="9496"/>
                  <a:pt x="12919" y="8811"/>
                </a:cubicBezTo>
                <a:lnTo>
                  <a:pt x="36061" y="5855"/>
                </a:lnTo>
                <a:lnTo>
                  <a:pt x="35435" y="670"/>
                </a:lnTo>
                <a:lnTo>
                  <a:pt x="40911" y="0"/>
                </a:lnTo>
                <a:lnTo>
                  <a:pt x="41523" y="5170"/>
                </a:lnTo>
                <a:lnTo>
                  <a:pt x="53641" y="3583"/>
                </a:lnTo>
                <a:lnTo>
                  <a:pt x="54558" y="10632"/>
                </a:lnTo>
                <a:close/>
                <a:moveTo>
                  <a:pt x="54558" y="106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CD4D7-05C0-43D9-89BF-62C3644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059" y="6233979"/>
            <a:ext cx="46242" cy="41203"/>
          </a:xfrm>
          <a:custGeom xmlns:a="http://schemas.openxmlformats.org/drawingml/2006/main">
            <a:pathLst>
              <a:path w="46242" h="41203">
                <a:moveTo>
                  <a:pt x="27308" y="40169"/>
                </a:moveTo>
                <a:lnTo>
                  <a:pt x="23886" y="40576"/>
                </a:lnTo>
                <a:lnTo>
                  <a:pt x="19793" y="8375"/>
                </a:lnTo>
                <a:cubicBezTo>
                  <a:pt x="14958" y="9278"/>
                  <a:pt x="11491" y="11215"/>
                  <a:pt x="9263" y="14113"/>
                </a:cubicBezTo>
                <a:cubicBezTo>
                  <a:pt x="7107" y="17069"/>
                  <a:pt x="6306" y="20827"/>
                  <a:pt x="6874" y="25488"/>
                </a:cubicBezTo>
                <a:cubicBezTo>
                  <a:pt x="7224" y="28168"/>
                  <a:pt x="7908" y="30731"/>
                  <a:pt x="8870" y="33178"/>
                </a:cubicBezTo>
                <a:cubicBezTo>
                  <a:pt x="9889" y="35625"/>
                  <a:pt x="11200" y="38013"/>
                  <a:pt x="12846" y="40343"/>
                </a:cubicBezTo>
                <a:lnTo>
                  <a:pt x="6190" y="41203"/>
                </a:lnTo>
                <a:cubicBezTo>
                  <a:pt x="4835" y="38800"/>
                  <a:pt x="3641" y="36353"/>
                  <a:pt x="2782" y="33746"/>
                </a:cubicBezTo>
                <a:cubicBezTo>
                  <a:pt x="1864" y="31182"/>
                  <a:pt x="1253" y="28561"/>
                  <a:pt x="903" y="25837"/>
                </a:cubicBezTo>
                <a:cubicBezTo>
                  <a:pt x="0" y="19007"/>
                  <a:pt x="1296" y="13370"/>
                  <a:pt x="4777" y="8884"/>
                </a:cubicBezTo>
                <a:cubicBezTo>
                  <a:pt x="8243" y="4442"/>
                  <a:pt x="13312" y="1777"/>
                  <a:pt x="20070" y="859"/>
                </a:cubicBezTo>
                <a:cubicBezTo>
                  <a:pt x="27075" y="0"/>
                  <a:pt x="32814" y="1151"/>
                  <a:pt x="37430" y="4384"/>
                </a:cubicBezTo>
                <a:cubicBezTo>
                  <a:pt x="42033" y="7690"/>
                  <a:pt x="44713" y="12467"/>
                  <a:pt x="45514" y="18890"/>
                </a:cubicBezTo>
                <a:cubicBezTo>
                  <a:pt x="46242" y="24643"/>
                  <a:pt x="44989" y="29420"/>
                  <a:pt x="41756" y="33236"/>
                </a:cubicBezTo>
                <a:cubicBezTo>
                  <a:pt x="38450" y="37037"/>
                  <a:pt x="33673" y="39324"/>
                  <a:pt x="27308" y="40169"/>
                </a:cubicBezTo>
                <a:close/>
                <a:moveTo>
                  <a:pt x="28503" y="32886"/>
                </a:moveTo>
                <a:cubicBezTo>
                  <a:pt x="32304" y="32318"/>
                  <a:pt x="35217" y="30906"/>
                  <a:pt x="37256" y="28503"/>
                </a:cubicBezTo>
                <a:cubicBezTo>
                  <a:pt x="39251" y="26114"/>
                  <a:pt x="40052" y="23157"/>
                  <a:pt x="39586" y="19749"/>
                </a:cubicBezTo>
                <a:cubicBezTo>
                  <a:pt x="39076" y="15817"/>
                  <a:pt x="37605" y="12802"/>
                  <a:pt x="35100" y="10763"/>
                </a:cubicBezTo>
                <a:cubicBezTo>
                  <a:pt x="32595" y="8710"/>
                  <a:pt x="29289" y="7748"/>
                  <a:pt x="25255" y="7908"/>
                </a:cubicBezTo>
                <a:lnTo>
                  <a:pt x="28503" y="32886"/>
                </a:lnTo>
                <a:close/>
                <a:moveTo>
                  <a:pt x="28503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7993A-39CC-4EEF-BF15-688CF36A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739" y="6280978"/>
            <a:ext cx="60195" cy="14623"/>
          </a:xfrm>
          <a:custGeom xmlns:a="http://schemas.openxmlformats.org/drawingml/2006/main">
            <a:pathLst>
              <a:path w="60195" h="14623">
                <a:moveTo>
                  <a:pt x="59277" y="0"/>
                </a:moveTo>
                <a:lnTo>
                  <a:pt x="60195" y="6991"/>
                </a:lnTo>
                <a:lnTo>
                  <a:pt x="918" y="14623"/>
                </a:lnTo>
                <a:lnTo>
                  <a:pt x="0" y="7617"/>
                </a:lnTo>
                <a:lnTo>
                  <a:pt x="59277" y="0"/>
                </a:lnTo>
                <a:close/>
                <a:moveTo>
                  <a:pt x="592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3AE8A-9475-4A9E-804C-6412A0B9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36" y="6302650"/>
            <a:ext cx="60180" cy="14623"/>
          </a:xfrm>
          <a:custGeom xmlns:a="http://schemas.openxmlformats.org/drawingml/2006/main">
            <a:pathLst>
              <a:path w="60180" h="14623">
                <a:moveTo>
                  <a:pt x="59277" y="0"/>
                </a:moveTo>
                <a:lnTo>
                  <a:pt x="60180" y="7005"/>
                </a:lnTo>
                <a:lnTo>
                  <a:pt x="903" y="14623"/>
                </a:lnTo>
                <a:lnTo>
                  <a:pt x="0" y="7632"/>
                </a:lnTo>
                <a:lnTo>
                  <a:pt x="59277" y="0"/>
                </a:lnTo>
                <a:close/>
                <a:moveTo>
                  <a:pt x="592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E1B46-C2D2-4B54-B6D1-5726CA56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43" y="6327060"/>
            <a:ext cx="46548" cy="38232"/>
          </a:xfrm>
          <a:custGeom xmlns:a="http://schemas.openxmlformats.org/drawingml/2006/main">
            <a:pathLst>
              <a:path w="46548" h="38232">
                <a:moveTo>
                  <a:pt x="24075" y="21512"/>
                </a:moveTo>
                <a:cubicBezTo>
                  <a:pt x="23390" y="15875"/>
                  <a:pt x="22254" y="12001"/>
                  <a:pt x="20652" y="10020"/>
                </a:cubicBezTo>
                <a:cubicBezTo>
                  <a:pt x="19065" y="7967"/>
                  <a:pt x="16734" y="7166"/>
                  <a:pt x="13603" y="7573"/>
                </a:cubicBezTo>
                <a:cubicBezTo>
                  <a:pt x="11098" y="7908"/>
                  <a:pt x="9219" y="8928"/>
                  <a:pt x="7967" y="10807"/>
                </a:cubicBezTo>
                <a:cubicBezTo>
                  <a:pt x="6772" y="12627"/>
                  <a:pt x="6321" y="14899"/>
                  <a:pt x="6656" y="17754"/>
                </a:cubicBezTo>
                <a:cubicBezTo>
                  <a:pt x="7166" y="21614"/>
                  <a:pt x="8943" y="24585"/>
                  <a:pt x="12016" y="26565"/>
                </a:cubicBezTo>
                <a:cubicBezTo>
                  <a:pt x="15030" y="28561"/>
                  <a:pt x="18832" y="29304"/>
                  <a:pt x="23449" y="28677"/>
                </a:cubicBezTo>
                <a:lnTo>
                  <a:pt x="24978" y="28503"/>
                </a:lnTo>
                <a:lnTo>
                  <a:pt x="24075" y="21512"/>
                </a:lnTo>
                <a:close/>
                <a:moveTo>
                  <a:pt x="28794" y="35100"/>
                </a:moveTo>
                <a:lnTo>
                  <a:pt x="4442" y="38232"/>
                </a:lnTo>
                <a:lnTo>
                  <a:pt x="3525" y="31241"/>
                </a:lnTo>
                <a:lnTo>
                  <a:pt x="10020" y="30381"/>
                </a:lnTo>
                <a:cubicBezTo>
                  <a:pt x="7224" y="29129"/>
                  <a:pt x="5068" y="27366"/>
                  <a:pt x="3525" y="25153"/>
                </a:cubicBezTo>
                <a:cubicBezTo>
                  <a:pt x="1995" y="22924"/>
                  <a:pt x="976" y="20084"/>
                  <a:pt x="568" y="16618"/>
                </a:cubicBezTo>
                <a:cubicBezTo>
                  <a:pt x="0" y="12292"/>
                  <a:pt x="801" y="8651"/>
                  <a:pt x="2898" y="5753"/>
                </a:cubicBezTo>
                <a:cubicBezTo>
                  <a:pt x="5010" y="2840"/>
                  <a:pt x="8141" y="1136"/>
                  <a:pt x="12234" y="626"/>
                </a:cubicBezTo>
                <a:cubicBezTo>
                  <a:pt x="17069" y="0"/>
                  <a:pt x="20885" y="1136"/>
                  <a:pt x="23725" y="4034"/>
                </a:cubicBezTo>
                <a:cubicBezTo>
                  <a:pt x="26580" y="6947"/>
                  <a:pt x="28386" y="11608"/>
                  <a:pt x="29187" y="17972"/>
                </a:cubicBezTo>
                <a:lnTo>
                  <a:pt x="30498" y="27760"/>
                </a:lnTo>
                <a:lnTo>
                  <a:pt x="31182" y="27701"/>
                </a:lnTo>
                <a:cubicBezTo>
                  <a:pt x="34372" y="27308"/>
                  <a:pt x="36761" y="25881"/>
                  <a:pt x="38232" y="23551"/>
                </a:cubicBezTo>
                <a:cubicBezTo>
                  <a:pt x="39717" y="21220"/>
                  <a:pt x="40227" y="18147"/>
                  <a:pt x="39775" y="14288"/>
                </a:cubicBezTo>
                <a:cubicBezTo>
                  <a:pt x="39426" y="11841"/>
                  <a:pt x="38858" y="9496"/>
                  <a:pt x="37955" y="7282"/>
                </a:cubicBezTo>
                <a:cubicBezTo>
                  <a:pt x="37096" y="5068"/>
                  <a:pt x="35901" y="2957"/>
                  <a:pt x="34474" y="961"/>
                </a:cubicBezTo>
                <a:lnTo>
                  <a:pt x="40970" y="117"/>
                </a:lnTo>
                <a:cubicBezTo>
                  <a:pt x="42280" y="2563"/>
                  <a:pt x="43358" y="4952"/>
                  <a:pt x="44159" y="7282"/>
                </a:cubicBezTo>
                <a:cubicBezTo>
                  <a:pt x="44946" y="9671"/>
                  <a:pt x="45455" y="11943"/>
                  <a:pt x="45805" y="14229"/>
                </a:cubicBezTo>
                <a:cubicBezTo>
                  <a:pt x="46548" y="20419"/>
                  <a:pt x="45572" y="25255"/>
                  <a:pt x="42732" y="28677"/>
                </a:cubicBezTo>
                <a:cubicBezTo>
                  <a:pt x="39936" y="32144"/>
                  <a:pt x="35275" y="34299"/>
                  <a:pt x="28794" y="35100"/>
                </a:cubicBezTo>
                <a:close/>
                <a:moveTo>
                  <a:pt x="28794" y="351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5885D-A852-4ADD-B7B6-379F7755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405" y="6374001"/>
            <a:ext cx="46533" cy="25823"/>
          </a:xfrm>
          <a:custGeom xmlns:a="http://schemas.openxmlformats.org/drawingml/2006/main">
            <a:pathLst>
              <a:path w="46533" h="25823">
                <a:moveTo>
                  <a:pt x="39309" y="25823"/>
                </a:moveTo>
                <a:cubicBezTo>
                  <a:pt x="39659" y="24978"/>
                  <a:pt x="39877" y="24060"/>
                  <a:pt x="39994" y="23157"/>
                </a:cubicBezTo>
                <a:cubicBezTo>
                  <a:pt x="40110" y="22182"/>
                  <a:pt x="40052" y="21162"/>
                  <a:pt x="39936" y="20026"/>
                </a:cubicBezTo>
                <a:cubicBezTo>
                  <a:pt x="39426" y="16035"/>
                  <a:pt x="37722" y="13195"/>
                  <a:pt x="34882" y="11375"/>
                </a:cubicBezTo>
                <a:cubicBezTo>
                  <a:pt x="32027" y="9612"/>
                  <a:pt x="28211" y="9044"/>
                  <a:pt x="23376" y="9612"/>
                </a:cubicBezTo>
                <a:lnTo>
                  <a:pt x="903" y="12511"/>
                </a:lnTo>
                <a:lnTo>
                  <a:pt x="0" y="5462"/>
                </a:lnTo>
                <a:lnTo>
                  <a:pt x="42674" y="0"/>
                </a:lnTo>
                <a:lnTo>
                  <a:pt x="43577" y="7049"/>
                </a:lnTo>
                <a:lnTo>
                  <a:pt x="36921" y="7908"/>
                </a:lnTo>
                <a:cubicBezTo>
                  <a:pt x="39717" y="9044"/>
                  <a:pt x="41873" y="10690"/>
                  <a:pt x="43402" y="12904"/>
                </a:cubicBezTo>
                <a:cubicBezTo>
                  <a:pt x="45004" y="15132"/>
                  <a:pt x="45965" y="17914"/>
                  <a:pt x="46417" y="21279"/>
                </a:cubicBezTo>
                <a:cubicBezTo>
                  <a:pt x="46475" y="21788"/>
                  <a:pt x="46533" y="22298"/>
                  <a:pt x="46533" y="22924"/>
                </a:cubicBezTo>
                <a:cubicBezTo>
                  <a:pt x="46533" y="23492"/>
                  <a:pt x="46533" y="24177"/>
                  <a:pt x="46475" y="24861"/>
                </a:cubicBezTo>
                <a:lnTo>
                  <a:pt x="39309" y="25823"/>
                </a:lnTo>
                <a:close/>
                <a:moveTo>
                  <a:pt x="39309" y="258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BA261-8E91-4168-9BA1-86B15EF2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556" y="6404834"/>
            <a:ext cx="61098" cy="34022"/>
          </a:xfrm>
          <a:custGeom xmlns:a="http://schemas.openxmlformats.org/drawingml/2006/main">
            <a:pathLst>
              <a:path w="61098" h="34022">
                <a:moveTo>
                  <a:pt x="56889" y="0"/>
                </a:moveTo>
                <a:lnTo>
                  <a:pt x="61098" y="32653"/>
                </a:lnTo>
                <a:lnTo>
                  <a:pt x="54616" y="33513"/>
                </a:lnTo>
                <a:lnTo>
                  <a:pt x="51369" y="8535"/>
                </a:lnTo>
                <a:lnTo>
                  <a:pt x="34649" y="10690"/>
                </a:lnTo>
                <a:lnTo>
                  <a:pt x="37547" y="33221"/>
                </a:lnTo>
                <a:lnTo>
                  <a:pt x="31066" y="34022"/>
                </a:lnTo>
                <a:lnTo>
                  <a:pt x="28168" y="11491"/>
                </a:lnTo>
                <a:lnTo>
                  <a:pt x="1020" y="14958"/>
                </a:lnTo>
                <a:lnTo>
                  <a:pt x="0" y="7282"/>
                </a:lnTo>
                <a:lnTo>
                  <a:pt x="56889" y="0"/>
                </a:lnTo>
                <a:close/>
                <a:moveTo>
                  <a:pt x="568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4FE9F-C0DB-41E1-8168-BA6D5577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193" y="6445789"/>
            <a:ext cx="46257" cy="41203"/>
          </a:xfrm>
          <a:custGeom xmlns:a="http://schemas.openxmlformats.org/drawingml/2006/main">
            <a:pathLst>
              <a:path w="46257" h="41203">
                <a:moveTo>
                  <a:pt x="27308" y="40110"/>
                </a:moveTo>
                <a:lnTo>
                  <a:pt x="23886" y="40576"/>
                </a:lnTo>
                <a:lnTo>
                  <a:pt x="19735" y="8375"/>
                </a:lnTo>
                <a:cubicBezTo>
                  <a:pt x="14958" y="9278"/>
                  <a:pt x="11491" y="11215"/>
                  <a:pt x="9278" y="14113"/>
                </a:cubicBezTo>
                <a:cubicBezTo>
                  <a:pt x="7107" y="17069"/>
                  <a:pt x="6306" y="20827"/>
                  <a:pt x="6889" y="25488"/>
                </a:cubicBezTo>
                <a:cubicBezTo>
                  <a:pt x="7224" y="28168"/>
                  <a:pt x="7908" y="30731"/>
                  <a:pt x="8870" y="33178"/>
                </a:cubicBezTo>
                <a:cubicBezTo>
                  <a:pt x="9846" y="35625"/>
                  <a:pt x="11142" y="38013"/>
                  <a:pt x="12802" y="40343"/>
                </a:cubicBezTo>
                <a:lnTo>
                  <a:pt x="6204" y="41203"/>
                </a:lnTo>
                <a:cubicBezTo>
                  <a:pt x="4777" y="38800"/>
                  <a:pt x="3641" y="36309"/>
                  <a:pt x="2724" y="33746"/>
                </a:cubicBezTo>
                <a:cubicBezTo>
                  <a:pt x="1879" y="31182"/>
                  <a:pt x="1253" y="28561"/>
                  <a:pt x="903" y="25837"/>
                </a:cubicBezTo>
                <a:cubicBezTo>
                  <a:pt x="0" y="19007"/>
                  <a:pt x="1311" y="13370"/>
                  <a:pt x="4719" y="8884"/>
                </a:cubicBezTo>
                <a:cubicBezTo>
                  <a:pt x="8185" y="4442"/>
                  <a:pt x="13312" y="1762"/>
                  <a:pt x="20084" y="859"/>
                </a:cubicBezTo>
                <a:cubicBezTo>
                  <a:pt x="27075" y="0"/>
                  <a:pt x="32828" y="1151"/>
                  <a:pt x="37430" y="4384"/>
                </a:cubicBezTo>
                <a:cubicBezTo>
                  <a:pt x="41989" y="7632"/>
                  <a:pt x="44713" y="12467"/>
                  <a:pt x="45514" y="18890"/>
                </a:cubicBezTo>
                <a:cubicBezTo>
                  <a:pt x="46257" y="24643"/>
                  <a:pt x="45004" y="29362"/>
                  <a:pt x="41698" y="33236"/>
                </a:cubicBezTo>
                <a:cubicBezTo>
                  <a:pt x="38450" y="37037"/>
                  <a:pt x="33673" y="39324"/>
                  <a:pt x="27308" y="40110"/>
                </a:cubicBezTo>
                <a:close/>
                <a:moveTo>
                  <a:pt x="28444" y="32886"/>
                </a:moveTo>
                <a:cubicBezTo>
                  <a:pt x="32318" y="32318"/>
                  <a:pt x="35217" y="30847"/>
                  <a:pt x="37212" y="28444"/>
                </a:cubicBezTo>
                <a:cubicBezTo>
                  <a:pt x="39251" y="26056"/>
                  <a:pt x="40052" y="23157"/>
                  <a:pt x="39601" y="19691"/>
                </a:cubicBezTo>
                <a:cubicBezTo>
                  <a:pt x="39076" y="15817"/>
                  <a:pt x="37605" y="12802"/>
                  <a:pt x="35100" y="10763"/>
                </a:cubicBezTo>
                <a:cubicBezTo>
                  <a:pt x="32537" y="8710"/>
                  <a:pt x="29304" y="7748"/>
                  <a:pt x="25196" y="7908"/>
                </a:cubicBezTo>
                <a:lnTo>
                  <a:pt x="28444" y="32886"/>
                </a:lnTo>
                <a:close/>
                <a:moveTo>
                  <a:pt x="28444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9F676-B2E2-4D31-8DB3-4776D54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39" y="6493749"/>
            <a:ext cx="46242" cy="41188"/>
          </a:xfrm>
          <a:custGeom xmlns:a="http://schemas.openxmlformats.org/drawingml/2006/main">
            <a:pathLst>
              <a:path w="46242" h="41188">
                <a:moveTo>
                  <a:pt x="27308" y="40169"/>
                </a:moveTo>
                <a:lnTo>
                  <a:pt x="23886" y="40620"/>
                </a:lnTo>
                <a:lnTo>
                  <a:pt x="19735" y="8375"/>
                </a:lnTo>
                <a:cubicBezTo>
                  <a:pt x="14958" y="9336"/>
                  <a:pt x="11491" y="11215"/>
                  <a:pt x="9263" y="14171"/>
                </a:cubicBezTo>
                <a:cubicBezTo>
                  <a:pt x="7107" y="17069"/>
                  <a:pt x="6306" y="20885"/>
                  <a:pt x="6874" y="25488"/>
                </a:cubicBezTo>
                <a:cubicBezTo>
                  <a:pt x="7224" y="28226"/>
                  <a:pt x="7908" y="30789"/>
                  <a:pt x="8870" y="33236"/>
                </a:cubicBezTo>
                <a:cubicBezTo>
                  <a:pt x="9831" y="35683"/>
                  <a:pt x="11142" y="38071"/>
                  <a:pt x="12802" y="40402"/>
                </a:cubicBezTo>
                <a:lnTo>
                  <a:pt x="6190" y="41188"/>
                </a:lnTo>
                <a:cubicBezTo>
                  <a:pt x="4777" y="38858"/>
                  <a:pt x="3641" y="36353"/>
                  <a:pt x="2724" y="33804"/>
                </a:cubicBezTo>
                <a:cubicBezTo>
                  <a:pt x="1879" y="31241"/>
                  <a:pt x="1253" y="28561"/>
                  <a:pt x="903" y="25895"/>
                </a:cubicBezTo>
                <a:cubicBezTo>
                  <a:pt x="0" y="19065"/>
                  <a:pt x="1311" y="13428"/>
                  <a:pt x="4777" y="8943"/>
                </a:cubicBezTo>
                <a:cubicBezTo>
                  <a:pt x="8185" y="4442"/>
                  <a:pt x="13312" y="1762"/>
                  <a:pt x="20084" y="918"/>
                </a:cubicBezTo>
                <a:cubicBezTo>
                  <a:pt x="27075" y="0"/>
                  <a:pt x="32828" y="1194"/>
                  <a:pt x="37430" y="4442"/>
                </a:cubicBezTo>
                <a:cubicBezTo>
                  <a:pt x="41989" y="7690"/>
                  <a:pt x="44713" y="12525"/>
                  <a:pt x="45514" y="18890"/>
                </a:cubicBezTo>
                <a:cubicBezTo>
                  <a:pt x="46242" y="24643"/>
                  <a:pt x="45004" y="29420"/>
                  <a:pt x="41698" y="33236"/>
                </a:cubicBezTo>
                <a:cubicBezTo>
                  <a:pt x="38450" y="37037"/>
                  <a:pt x="33673" y="39368"/>
                  <a:pt x="27308" y="40169"/>
                </a:cubicBezTo>
                <a:close/>
                <a:moveTo>
                  <a:pt x="28444" y="32886"/>
                </a:moveTo>
                <a:cubicBezTo>
                  <a:pt x="32304" y="32377"/>
                  <a:pt x="35217" y="30891"/>
                  <a:pt x="37197" y="28503"/>
                </a:cubicBezTo>
                <a:cubicBezTo>
                  <a:pt x="39251" y="26114"/>
                  <a:pt x="40052" y="23216"/>
                  <a:pt x="39586" y="19749"/>
                </a:cubicBezTo>
                <a:cubicBezTo>
                  <a:pt x="39076" y="15817"/>
                  <a:pt x="37605" y="12860"/>
                  <a:pt x="35100" y="10763"/>
                </a:cubicBezTo>
                <a:cubicBezTo>
                  <a:pt x="32537" y="8710"/>
                  <a:pt x="29289" y="7748"/>
                  <a:pt x="25196" y="7908"/>
                </a:cubicBezTo>
                <a:lnTo>
                  <a:pt x="28444" y="32886"/>
                </a:lnTo>
                <a:close/>
                <a:moveTo>
                  <a:pt x="28444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3E92B-FF3D-4728-B6FB-B9A0EE9B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077" y="6541768"/>
            <a:ext cx="63719" cy="41698"/>
          </a:xfrm>
          <a:custGeom xmlns:a="http://schemas.openxmlformats.org/drawingml/2006/main">
            <a:pathLst>
              <a:path w="63719" h="41698">
                <a:moveTo>
                  <a:pt x="39717" y="30046"/>
                </a:moveTo>
                <a:lnTo>
                  <a:pt x="62816" y="27090"/>
                </a:lnTo>
                <a:lnTo>
                  <a:pt x="63719" y="34081"/>
                </a:lnTo>
                <a:lnTo>
                  <a:pt x="4442" y="41698"/>
                </a:lnTo>
                <a:lnTo>
                  <a:pt x="3525" y="34707"/>
                </a:lnTo>
                <a:lnTo>
                  <a:pt x="9962" y="33848"/>
                </a:lnTo>
                <a:cubicBezTo>
                  <a:pt x="7224" y="32712"/>
                  <a:pt x="5127" y="31124"/>
                  <a:pt x="3583" y="29012"/>
                </a:cubicBezTo>
                <a:cubicBezTo>
                  <a:pt x="2054" y="26915"/>
                  <a:pt x="1078" y="24293"/>
                  <a:pt x="685" y="21162"/>
                </a:cubicBezTo>
                <a:cubicBezTo>
                  <a:pt x="0" y="15992"/>
                  <a:pt x="1544" y="11550"/>
                  <a:pt x="5243" y="7734"/>
                </a:cubicBezTo>
                <a:cubicBezTo>
                  <a:pt x="8943" y="3991"/>
                  <a:pt x="14171" y="1704"/>
                  <a:pt x="20885" y="859"/>
                </a:cubicBezTo>
                <a:cubicBezTo>
                  <a:pt x="27541" y="0"/>
                  <a:pt x="33178" y="918"/>
                  <a:pt x="37722" y="3583"/>
                </a:cubicBezTo>
                <a:cubicBezTo>
                  <a:pt x="42222" y="6321"/>
                  <a:pt x="44829" y="10239"/>
                  <a:pt x="45455" y="15424"/>
                </a:cubicBezTo>
                <a:cubicBezTo>
                  <a:pt x="45922" y="18555"/>
                  <a:pt x="45630" y="21337"/>
                  <a:pt x="44669" y="23725"/>
                </a:cubicBezTo>
                <a:cubicBezTo>
                  <a:pt x="43751" y="26172"/>
                  <a:pt x="42106" y="28284"/>
                  <a:pt x="39717" y="30046"/>
                </a:cubicBezTo>
                <a:close/>
                <a:moveTo>
                  <a:pt x="21788" y="8083"/>
                </a:moveTo>
                <a:cubicBezTo>
                  <a:pt x="16618" y="8768"/>
                  <a:pt x="12744" y="10297"/>
                  <a:pt x="10079" y="12802"/>
                </a:cubicBezTo>
                <a:cubicBezTo>
                  <a:pt x="7399" y="15307"/>
                  <a:pt x="6321" y="18439"/>
                  <a:pt x="6772" y="22138"/>
                </a:cubicBezTo>
                <a:cubicBezTo>
                  <a:pt x="7282" y="25837"/>
                  <a:pt x="9103" y="28561"/>
                  <a:pt x="12292" y="30323"/>
                </a:cubicBezTo>
                <a:cubicBezTo>
                  <a:pt x="15540" y="32085"/>
                  <a:pt x="19691" y="32610"/>
                  <a:pt x="24861" y="31983"/>
                </a:cubicBezTo>
                <a:cubicBezTo>
                  <a:pt x="29988" y="31299"/>
                  <a:pt x="33906" y="29697"/>
                  <a:pt x="36586" y="27192"/>
                </a:cubicBezTo>
                <a:cubicBezTo>
                  <a:pt x="39207" y="24701"/>
                  <a:pt x="40343" y="21570"/>
                  <a:pt x="39834" y="17871"/>
                </a:cubicBezTo>
                <a:cubicBezTo>
                  <a:pt x="39368" y="14171"/>
                  <a:pt x="37547" y="11433"/>
                  <a:pt x="34314" y="9729"/>
                </a:cubicBezTo>
                <a:cubicBezTo>
                  <a:pt x="31124" y="7967"/>
                  <a:pt x="26915" y="7399"/>
                  <a:pt x="21788" y="8083"/>
                </a:cubicBezTo>
                <a:close/>
                <a:moveTo>
                  <a:pt x="21788" y="80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5E560-E3C2-4BC8-96AD-5997E11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0" y="6590020"/>
            <a:ext cx="60195" cy="43912"/>
          </a:xfrm>
          <a:custGeom xmlns:a="http://schemas.openxmlformats.org/drawingml/2006/main">
            <a:pathLst>
              <a:path w="60195" h="43912">
                <a:moveTo>
                  <a:pt x="25255" y="35785"/>
                </a:moveTo>
                <a:cubicBezTo>
                  <a:pt x="30381" y="35100"/>
                  <a:pt x="34299" y="33556"/>
                  <a:pt x="36979" y="31066"/>
                </a:cubicBezTo>
                <a:cubicBezTo>
                  <a:pt x="39659" y="28561"/>
                  <a:pt x="40737" y="25429"/>
                  <a:pt x="40285" y="21730"/>
                </a:cubicBezTo>
                <a:cubicBezTo>
                  <a:pt x="39761" y="18031"/>
                  <a:pt x="37940" y="15293"/>
                  <a:pt x="34707" y="13530"/>
                </a:cubicBezTo>
                <a:cubicBezTo>
                  <a:pt x="31517" y="11826"/>
                  <a:pt x="27366" y="11258"/>
                  <a:pt x="22182" y="11943"/>
                </a:cubicBezTo>
                <a:cubicBezTo>
                  <a:pt x="17069" y="12569"/>
                  <a:pt x="13137" y="14157"/>
                  <a:pt x="10472" y="16662"/>
                </a:cubicBezTo>
                <a:cubicBezTo>
                  <a:pt x="7792" y="19167"/>
                  <a:pt x="6714" y="22240"/>
                  <a:pt x="7166" y="25997"/>
                </a:cubicBezTo>
                <a:cubicBezTo>
                  <a:pt x="7675" y="29697"/>
                  <a:pt x="9496" y="32420"/>
                  <a:pt x="12686" y="34124"/>
                </a:cubicBezTo>
                <a:cubicBezTo>
                  <a:pt x="15933" y="35901"/>
                  <a:pt x="20084" y="36469"/>
                  <a:pt x="25255" y="35785"/>
                </a:cubicBezTo>
                <a:close/>
                <a:moveTo>
                  <a:pt x="37096" y="10006"/>
                </a:moveTo>
                <a:cubicBezTo>
                  <a:pt x="39819" y="11200"/>
                  <a:pt x="41931" y="12802"/>
                  <a:pt x="43460" y="14899"/>
                </a:cubicBezTo>
                <a:cubicBezTo>
                  <a:pt x="45004" y="16953"/>
                  <a:pt x="45907" y="19560"/>
                  <a:pt x="46315" y="22691"/>
                </a:cubicBezTo>
                <a:cubicBezTo>
                  <a:pt x="46999" y="27876"/>
                  <a:pt x="45455" y="32362"/>
                  <a:pt x="41756" y="36120"/>
                </a:cubicBezTo>
                <a:cubicBezTo>
                  <a:pt x="38057" y="39877"/>
                  <a:pt x="32886" y="42208"/>
                  <a:pt x="26172" y="43067"/>
                </a:cubicBezTo>
                <a:cubicBezTo>
                  <a:pt x="19458" y="43912"/>
                  <a:pt x="13880" y="43009"/>
                  <a:pt x="9336" y="40271"/>
                </a:cubicBezTo>
                <a:cubicBezTo>
                  <a:pt x="4777" y="37547"/>
                  <a:pt x="2214" y="33615"/>
                  <a:pt x="1529" y="28444"/>
                </a:cubicBezTo>
                <a:cubicBezTo>
                  <a:pt x="1136" y="25313"/>
                  <a:pt x="1427" y="22531"/>
                  <a:pt x="2330" y="20143"/>
                </a:cubicBezTo>
                <a:cubicBezTo>
                  <a:pt x="3306" y="17739"/>
                  <a:pt x="4952" y="15642"/>
                  <a:pt x="7282" y="13822"/>
                </a:cubicBezTo>
                <a:lnTo>
                  <a:pt x="903" y="14681"/>
                </a:lnTo>
                <a:lnTo>
                  <a:pt x="0" y="7617"/>
                </a:lnTo>
                <a:lnTo>
                  <a:pt x="59277" y="0"/>
                </a:lnTo>
                <a:lnTo>
                  <a:pt x="60195" y="7049"/>
                </a:lnTo>
                <a:lnTo>
                  <a:pt x="37096" y="10006"/>
                </a:lnTo>
                <a:close/>
                <a:moveTo>
                  <a:pt x="37096" y="100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A3901-3685-4951-BEFD-12B23941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544" y="6642525"/>
            <a:ext cx="46591" cy="38290"/>
          </a:xfrm>
          <a:custGeom xmlns:a="http://schemas.openxmlformats.org/drawingml/2006/main">
            <a:pathLst>
              <a:path w="46591" h="38290">
                <a:moveTo>
                  <a:pt x="24119" y="21570"/>
                </a:moveTo>
                <a:cubicBezTo>
                  <a:pt x="23376" y="15875"/>
                  <a:pt x="22240" y="12001"/>
                  <a:pt x="20652" y="10020"/>
                </a:cubicBezTo>
                <a:cubicBezTo>
                  <a:pt x="19050" y="7967"/>
                  <a:pt x="16720" y="7166"/>
                  <a:pt x="13589" y="7573"/>
                </a:cubicBezTo>
                <a:cubicBezTo>
                  <a:pt x="11084" y="7908"/>
                  <a:pt x="9263" y="8986"/>
                  <a:pt x="7967" y="10807"/>
                </a:cubicBezTo>
                <a:cubicBezTo>
                  <a:pt x="6772" y="12627"/>
                  <a:pt x="6306" y="14972"/>
                  <a:pt x="6656" y="17754"/>
                </a:cubicBezTo>
                <a:cubicBezTo>
                  <a:pt x="7166" y="21672"/>
                  <a:pt x="8928" y="24585"/>
                  <a:pt x="12001" y="26565"/>
                </a:cubicBezTo>
                <a:cubicBezTo>
                  <a:pt x="15074" y="28619"/>
                  <a:pt x="18890" y="29304"/>
                  <a:pt x="23434" y="28736"/>
                </a:cubicBezTo>
                <a:lnTo>
                  <a:pt x="24978" y="28503"/>
                </a:lnTo>
                <a:lnTo>
                  <a:pt x="24119" y="21570"/>
                </a:lnTo>
                <a:close/>
                <a:moveTo>
                  <a:pt x="28779" y="35158"/>
                </a:moveTo>
                <a:lnTo>
                  <a:pt x="4428" y="38290"/>
                </a:lnTo>
                <a:lnTo>
                  <a:pt x="3525" y="31241"/>
                </a:lnTo>
                <a:lnTo>
                  <a:pt x="10006" y="30440"/>
                </a:lnTo>
                <a:cubicBezTo>
                  <a:pt x="7224" y="29129"/>
                  <a:pt x="5054" y="27425"/>
                  <a:pt x="3525" y="25211"/>
                </a:cubicBezTo>
                <a:cubicBezTo>
                  <a:pt x="1981" y="22924"/>
                  <a:pt x="961" y="20084"/>
                  <a:pt x="568" y="16676"/>
                </a:cubicBezTo>
                <a:cubicBezTo>
                  <a:pt x="0" y="12292"/>
                  <a:pt x="786" y="8651"/>
                  <a:pt x="2898" y="5753"/>
                </a:cubicBezTo>
                <a:cubicBezTo>
                  <a:pt x="4996" y="2840"/>
                  <a:pt x="8127" y="1136"/>
                  <a:pt x="12234" y="626"/>
                </a:cubicBezTo>
                <a:cubicBezTo>
                  <a:pt x="17069" y="0"/>
                  <a:pt x="20871" y="1136"/>
                  <a:pt x="23725" y="4049"/>
                </a:cubicBezTo>
                <a:cubicBezTo>
                  <a:pt x="26565" y="6947"/>
                  <a:pt x="28386" y="11608"/>
                  <a:pt x="29245" y="17987"/>
                </a:cubicBezTo>
                <a:lnTo>
                  <a:pt x="30483" y="27818"/>
                </a:lnTo>
                <a:lnTo>
                  <a:pt x="31168" y="27716"/>
                </a:lnTo>
                <a:cubicBezTo>
                  <a:pt x="34416" y="27308"/>
                  <a:pt x="36746" y="25939"/>
                  <a:pt x="38232" y="23551"/>
                </a:cubicBezTo>
                <a:cubicBezTo>
                  <a:pt x="39703" y="21220"/>
                  <a:pt x="40212" y="18147"/>
                  <a:pt x="39761" y="14288"/>
                </a:cubicBezTo>
                <a:cubicBezTo>
                  <a:pt x="39426" y="11899"/>
                  <a:pt x="38858" y="9511"/>
                  <a:pt x="37940" y="7282"/>
                </a:cubicBezTo>
                <a:cubicBezTo>
                  <a:pt x="37096" y="5068"/>
                  <a:pt x="35901" y="2957"/>
                  <a:pt x="34474" y="976"/>
                </a:cubicBezTo>
                <a:lnTo>
                  <a:pt x="40955" y="117"/>
                </a:lnTo>
                <a:cubicBezTo>
                  <a:pt x="42266" y="2563"/>
                  <a:pt x="43344" y="4952"/>
                  <a:pt x="44145" y="7340"/>
                </a:cubicBezTo>
                <a:cubicBezTo>
                  <a:pt x="44946" y="9671"/>
                  <a:pt x="45455" y="12001"/>
                  <a:pt x="45790" y="14288"/>
                </a:cubicBezTo>
                <a:cubicBezTo>
                  <a:pt x="46591" y="20434"/>
                  <a:pt x="45572" y="25269"/>
                  <a:pt x="42717" y="28736"/>
                </a:cubicBezTo>
                <a:cubicBezTo>
                  <a:pt x="39936" y="32144"/>
                  <a:pt x="35275" y="34314"/>
                  <a:pt x="28779" y="35158"/>
                </a:cubicBezTo>
                <a:close/>
                <a:moveTo>
                  <a:pt x="28779" y="351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6DC7F-9553-403F-B641-6EA4697B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200" y="6688548"/>
            <a:ext cx="46023" cy="37154"/>
          </a:xfrm>
          <a:custGeom xmlns:a="http://schemas.openxmlformats.org/drawingml/2006/main">
            <a:pathLst>
              <a:path w="46023" h="37154">
                <a:moveTo>
                  <a:pt x="44596" y="32144"/>
                </a:moveTo>
                <a:lnTo>
                  <a:pt x="38057" y="32945"/>
                </a:lnTo>
                <a:cubicBezTo>
                  <a:pt x="38858" y="30847"/>
                  <a:pt x="39426" y="28736"/>
                  <a:pt x="39761" y="26682"/>
                </a:cubicBezTo>
                <a:cubicBezTo>
                  <a:pt x="40052" y="24643"/>
                  <a:pt x="40052" y="22589"/>
                  <a:pt x="39761" y="20550"/>
                </a:cubicBezTo>
                <a:cubicBezTo>
                  <a:pt x="39193" y="15992"/>
                  <a:pt x="37314" y="12642"/>
                  <a:pt x="34081" y="10472"/>
                </a:cubicBezTo>
                <a:cubicBezTo>
                  <a:pt x="30891" y="8375"/>
                  <a:pt x="26682" y="7632"/>
                  <a:pt x="21497" y="8316"/>
                </a:cubicBezTo>
                <a:cubicBezTo>
                  <a:pt x="16268" y="8943"/>
                  <a:pt x="12394" y="10705"/>
                  <a:pt x="9846" y="13603"/>
                </a:cubicBezTo>
                <a:cubicBezTo>
                  <a:pt x="7282" y="16501"/>
                  <a:pt x="6306" y="20201"/>
                  <a:pt x="6874" y="24759"/>
                </a:cubicBezTo>
                <a:cubicBezTo>
                  <a:pt x="7107" y="26798"/>
                  <a:pt x="7675" y="28794"/>
                  <a:pt x="8476" y="30673"/>
                </a:cubicBezTo>
                <a:cubicBezTo>
                  <a:pt x="9263" y="32610"/>
                  <a:pt x="10355" y="34488"/>
                  <a:pt x="11666" y="36353"/>
                </a:cubicBezTo>
                <a:lnTo>
                  <a:pt x="5170" y="37154"/>
                </a:lnTo>
                <a:cubicBezTo>
                  <a:pt x="4034" y="35333"/>
                  <a:pt x="3131" y="33396"/>
                  <a:pt x="2389" y="31357"/>
                </a:cubicBezTo>
                <a:cubicBezTo>
                  <a:pt x="1646" y="29304"/>
                  <a:pt x="1136" y="27148"/>
                  <a:pt x="845" y="24759"/>
                </a:cubicBezTo>
                <a:cubicBezTo>
                  <a:pt x="0" y="18322"/>
                  <a:pt x="1369" y="12977"/>
                  <a:pt x="4952" y="8651"/>
                </a:cubicBezTo>
                <a:cubicBezTo>
                  <a:pt x="8476" y="4384"/>
                  <a:pt x="13705" y="1762"/>
                  <a:pt x="20536" y="918"/>
                </a:cubicBezTo>
                <a:cubicBezTo>
                  <a:pt x="27468" y="0"/>
                  <a:pt x="33221" y="1194"/>
                  <a:pt x="37664" y="4500"/>
                </a:cubicBezTo>
                <a:cubicBezTo>
                  <a:pt x="42149" y="7850"/>
                  <a:pt x="44829" y="12802"/>
                  <a:pt x="45674" y="19458"/>
                </a:cubicBezTo>
                <a:cubicBezTo>
                  <a:pt x="45965" y="21628"/>
                  <a:pt x="46023" y="23784"/>
                  <a:pt x="45790" y="25895"/>
                </a:cubicBezTo>
                <a:cubicBezTo>
                  <a:pt x="45630" y="27993"/>
                  <a:pt x="45222" y="30105"/>
                  <a:pt x="44596" y="32144"/>
                </a:cubicBezTo>
                <a:close/>
                <a:moveTo>
                  <a:pt x="44596" y="321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4D7AA-1539-46A3-A029-F3892E24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312" y="6730260"/>
            <a:ext cx="60136" cy="45455"/>
          </a:xfrm>
          <a:custGeom xmlns:a="http://schemas.openxmlformats.org/drawingml/2006/main">
            <a:pathLst>
              <a:path w="60136" h="45455">
                <a:moveTo>
                  <a:pt x="59233" y="0"/>
                </a:moveTo>
                <a:lnTo>
                  <a:pt x="60136" y="7049"/>
                </a:lnTo>
                <a:lnTo>
                  <a:pt x="25153" y="11550"/>
                </a:lnTo>
                <a:lnTo>
                  <a:pt x="46198" y="30090"/>
                </a:lnTo>
                <a:lnTo>
                  <a:pt x="47393" y="39018"/>
                </a:lnTo>
                <a:lnTo>
                  <a:pt x="24526" y="18934"/>
                </a:lnTo>
                <a:lnTo>
                  <a:pt x="4835" y="45455"/>
                </a:lnTo>
                <a:lnTo>
                  <a:pt x="3641" y="36294"/>
                </a:lnTo>
                <a:lnTo>
                  <a:pt x="21745" y="11943"/>
                </a:lnTo>
                <a:lnTo>
                  <a:pt x="859" y="14623"/>
                </a:lnTo>
                <a:lnTo>
                  <a:pt x="0" y="7559"/>
                </a:lnTo>
                <a:lnTo>
                  <a:pt x="59233" y="0"/>
                </a:lnTo>
                <a:close/>
                <a:moveTo>
                  <a:pt x="592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4E779-0B69-4CDD-8602-CD32BD98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221" y="5631901"/>
            <a:ext cx="57792" cy="13021"/>
          </a:xfrm>
          <a:custGeom xmlns:a="http://schemas.openxmlformats.org/drawingml/2006/main">
            <a:pathLst>
              <a:path w="57792" h="13021">
                <a:moveTo>
                  <a:pt x="57063" y="0"/>
                </a:moveTo>
                <a:lnTo>
                  <a:pt x="57792" y="7675"/>
                </a:lnTo>
                <a:lnTo>
                  <a:pt x="670" y="13021"/>
                </a:lnTo>
                <a:lnTo>
                  <a:pt x="0" y="5345"/>
                </a:lnTo>
                <a:lnTo>
                  <a:pt x="57063" y="0"/>
                </a:lnTo>
                <a:close/>
                <a:moveTo>
                  <a:pt x="570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705C2-EFC9-40C8-9889-86BFC56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18" y="5655729"/>
            <a:ext cx="46257" cy="39892"/>
          </a:xfrm>
          <a:custGeom xmlns:a="http://schemas.openxmlformats.org/drawingml/2006/main">
            <a:pathLst>
              <a:path w="46257" h="39892">
                <a:moveTo>
                  <a:pt x="29187" y="37445"/>
                </a:moveTo>
                <a:lnTo>
                  <a:pt x="3364" y="39892"/>
                </a:lnTo>
                <a:lnTo>
                  <a:pt x="2680" y="32828"/>
                </a:lnTo>
                <a:lnTo>
                  <a:pt x="28269" y="30440"/>
                </a:lnTo>
                <a:cubicBezTo>
                  <a:pt x="32377" y="30046"/>
                  <a:pt x="35333" y="29012"/>
                  <a:pt x="37154" y="27192"/>
                </a:cubicBezTo>
                <a:cubicBezTo>
                  <a:pt x="39033" y="25429"/>
                  <a:pt x="39819" y="22983"/>
                  <a:pt x="39542" y="19866"/>
                </a:cubicBezTo>
                <a:cubicBezTo>
                  <a:pt x="39149" y="16050"/>
                  <a:pt x="37664" y="13152"/>
                  <a:pt x="35042" y="11156"/>
                </a:cubicBezTo>
                <a:cubicBezTo>
                  <a:pt x="32435" y="9219"/>
                  <a:pt x="29012" y="8418"/>
                  <a:pt x="24861" y="8826"/>
                </a:cubicBezTo>
                <a:lnTo>
                  <a:pt x="626" y="11098"/>
                </a:lnTo>
                <a:lnTo>
                  <a:pt x="0" y="3991"/>
                </a:lnTo>
                <a:lnTo>
                  <a:pt x="42790" y="0"/>
                </a:lnTo>
                <a:lnTo>
                  <a:pt x="43460" y="7064"/>
                </a:lnTo>
                <a:lnTo>
                  <a:pt x="36804" y="7690"/>
                </a:lnTo>
                <a:cubicBezTo>
                  <a:pt x="39542" y="9161"/>
                  <a:pt x="41640" y="10923"/>
                  <a:pt x="43125" y="13093"/>
                </a:cubicBezTo>
                <a:cubicBezTo>
                  <a:pt x="44611" y="15249"/>
                  <a:pt x="45514" y="17871"/>
                  <a:pt x="45805" y="20827"/>
                </a:cubicBezTo>
                <a:cubicBezTo>
                  <a:pt x="46257" y="25721"/>
                  <a:pt x="45062" y="29595"/>
                  <a:pt x="42266" y="32435"/>
                </a:cubicBezTo>
                <a:cubicBezTo>
                  <a:pt x="39484" y="35217"/>
                  <a:pt x="35100" y="36921"/>
                  <a:pt x="29187" y="37445"/>
                </a:cubicBezTo>
                <a:close/>
                <a:moveTo>
                  <a:pt x="29187" y="374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8268E-7F79-4257-B78E-F9C096A9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761" y="5703529"/>
            <a:ext cx="45630" cy="34984"/>
          </a:xfrm>
          <a:custGeom xmlns:a="http://schemas.openxmlformats.org/drawingml/2006/main">
            <a:pathLst>
              <a:path w="45630" h="34984">
                <a:moveTo>
                  <a:pt x="44319" y="29522"/>
                </a:moveTo>
                <a:lnTo>
                  <a:pt x="37664" y="30148"/>
                </a:lnTo>
                <a:cubicBezTo>
                  <a:pt x="38508" y="28036"/>
                  <a:pt x="39076" y="25939"/>
                  <a:pt x="39368" y="23711"/>
                </a:cubicBezTo>
                <a:cubicBezTo>
                  <a:pt x="39703" y="21555"/>
                  <a:pt x="39761" y="19283"/>
                  <a:pt x="39542" y="16997"/>
                </a:cubicBezTo>
                <a:cubicBezTo>
                  <a:pt x="39193" y="13530"/>
                  <a:pt x="38392" y="10923"/>
                  <a:pt x="37197" y="9321"/>
                </a:cubicBezTo>
                <a:cubicBezTo>
                  <a:pt x="35959" y="7675"/>
                  <a:pt x="34241" y="6933"/>
                  <a:pt x="32144" y="7107"/>
                </a:cubicBezTo>
                <a:cubicBezTo>
                  <a:pt x="30483" y="7282"/>
                  <a:pt x="29289" y="8010"/>
                  <a:pt x="28444" y="9379"/>
                </a:cubicBezTo>
                <a:cubicBezTo>
                  <a:pt x="27643" y="10690"/>
                  <a:pt x="27017" y="13312"/>
                  <a:pt x="26507" y="17171"/>
                </a:cubicBezTo>
                <a:lnTo>
                  <a:pt x="26230" y="19618"/>
                </a:lnTo>
                <a:cubicBezTo>
                  <a:pt x="25604" y="24687"/>
                  <a:pt x="24410" y="28386"/>
                  <a:pt x="22633" y="30658"/>
                </a:cubicBezTo>
                <a:cubicBezTo>
                  <a:pt x="20929" y="32988"/>
                  <a:pt x="18322" y="34299"/>
                  <a:pt x="14783" y="34590"/>
                </a:cubicBezTo>
                <a:cubicBezTo>
                  <a:pt x="10807" y="34984"/>
                  <a:pt x="7501" y="33673"/>
                  <a:pt x="4894" y="30775"/>
                </a:cubicBezTo>
                <a:cubicBezTo>
                  <a:pt x="2272" y="27818"/>
                  <a:pt x="743" y="23609"/>
                  <a:pt x="218" y="18089"/>
                </a:cubicBezTo>
                <a:cubicBezTo>
                  <a:pt x="0" y="15802"/>
                  <a:pt x="0" y="13414"/>
                  <a:pt x="218" y="10865"/>
                </a:cubicBezTo>
                <a:cubicBezTo>
                  <a:pt x="451" y="8360"/>
                  <a:pt x="845" y="5680"/>
                  <a:pt x="1471" y="2840"/>
                </a:cubicBezTo>
                <a:lnTo>
                  <a:pt x="8753" y="2156"/>
                </a:lnTo>
                <a:cubicBezTo>
                  <a:pt x="7617" y="4879"/>
                  <a:pt x="6874" y="7559"/>
                  <a:pt x="6423" y="10122"/>
                </a:cubicBezTo>
                <a:cubicBezTo>
                  <a:pt x="5971" y="12686"/>
                  <a:pt x="5913" y="15234"/>
                  <a:pt x="6146" y="17681"/>
                </a:cubicBezTo>
                <a:cubicBezTo>
                  <a:pt x="6423" y="21046"/>
                  <a:pt x="7224" y="23492"/>
                  <a:pt x="8535" y="25196"/>
                </a:cubicBezTo>
                <a:cubicBezTo>
                  <a:pt x="9846" y="26842"/>
                  <a:pt x="11550" y="27585"/>
                  <a:pt x="13589" y="27410"/>
                </a:cubicBezTo>
                <a:cubicBezTo>
                  <a:pt x="15467" y="27250"/>
                  <a:pt x="16895" y="26449"/>
                  <a:pt x="17798" y="25080"/>
                </a:cubicBezTo>
                <a:cubicBezTo>
                  <a:pt x="18715" y="23711"/>
                  <a:pt x="19400" y="20754"/>
                  <a:pt x="19968" y="16327"/>
                </a:cubicBezTo>
                <a:lnTo>
                  <a:pt x="20303" y="13822"/>
                </a:lnTo>
                <a:cubicBezTo>
                  <a:pt x="20813" y="9379"/>
                  <a:pt x="21905" y="6132"/>
                  <a:pt x="23667" y="3976"/>
                </a:cubicBezTo>
                <a:cubicBezTo>
                  <a:pt x="25371" y="1864"/>
                  <a:pt x="27876" y="670"/>
                  <a:pt x="31168" y="335"/>
                </a:cubicBezTo>
                <a:cubicBezTo>
                  <a:pt x="35217" y="0"/>
                  <a:pt x="38450" y="1136"/>
                  <a:pt x="40897" y="3743"/>
                </a:cubicBezTo>
                <a:cubicBezTo>
                  <a:pt x="43344" y="6423"/>
                  <a:pt x="44829" y="10341"/>
                  <a:pt x="45339" y="15642"/>
                </a:cubicBezTo>
                <a:cubicBezTo>
                  <a:pt x="45572" y="18205"/>
                  <a:pt x="45630" y="20696"/>
                  <a:pt x="45455" y="22983"/>
                </a:cubicBezTo>
                <a:cubicBezTo>
                  <a:pt x="45281" y="25371"/>
                  <a:pt x="44946" y="27527"/>
                  <a:pt x="44319" y="29522"/>
                </a:cubicBezTo>
                <a:close/>
                <a:moveTo>
                  <a:pt x="44319" y="295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39CD3-3513-415A-B986-202DCF14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795" y="5744877"/>
            <a:ext cx="60136" cy="12584"/>
          </a:xfrm>
          <a:custGeom xmlns:a="http://schemas.openxmlformats.org/drawingml/2006/main">
            <a:pathLst>
              <a:path w="60136" h="12584">
                <a:moveTo>
                  <a:pt x="42848" y="1544"/>
                </a:moveTo>
                <a:lnTo>
                  <a:pt x="43460" y="8593"/>
                </a:lnTo>
                <a:lnTo>
                  <a:pt x="685" y="12584"/>
                </a:lnTo>
                <a:lnTo>
                  <a:pt x="0" y="5578"/>
                </a:lnTo>
                <a:lnTo>
                  <a:pt x="42848" y="1544"/>
                </a:lnTo>
                <a:close/>
                <a:moveTo>
                  <a:pt x="59510" y="0"/>
                </a:moveTo>
                <a:lnTo>
                  <a:pt x="60136" y="7005"/>
                </a:lnTo>
                <a:lnTo>
                  <a:pt x="51267" y="7850"/>
                </a:lnTo>
                <a:lnTo>
                  <a:pt x="50582" y="801"/>
                </a:lnTo>
                <a:lnTo>
                  <a:pt x="59510" y="0"/>
                </a:lnTo>
                <a:close/>
                <a:moveTo>
                  <a:pt x="595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FC72D-9BA0-4A34-8523-93B4C461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716" y="5766447"/>
            <a:ext cx="61214" cy="41130"/>
          </a:xfrm>
          <a:custGeom xmlns:a="http://schemas.openxmlformats.org/drawingml/2006/main">
            <a:pathLst>
              <a:path w="61214" h="41130">
                <a:moveTo>
                  <a:pt x="39644" y="31852"/>
                </a:moveTo>
                <a:cubicBezTo>
                  <a:pt x="44771" y="31401"/>
                  <a:pt x="48645" y="29974"/>
                  <a:pt x="51194" y="27585"/>
                </a:cubicBezTo>
                <a:cubicBezTo>
                  <a:pt x="53815" y="25255"/>
                  <a:pt x="54951" y="22182"/>
                  <a:pt x="54616" y="18380"/>
                </a:cubicBezTo>
                <a:cubicBezTo>
                  <a:pt x="54267" y="14623"/>
                  <a:pt x="52563" y="11768"/>
                  <a:pt x="49548" y="9947"/>
                </a:cubicBezTo>
                <a:cubicBezTo>
                  <a:pt x="46591" y="8127"/>
                  <a:pt x="42499" y="7457"/>
                  <a:pt x="37430" y="7908"/>
                </a:cubicBezTo>
                <a:cubicBezTo>
                  <a:pt x="32362" y="8360"/>
                  <a:pt x="28503" y="9787"/>
                  <a:pt x="25881" y="12176"/>
                </a:cubicBezTo>
                <a:cubicBezTo>
                  <a:pt x="23259" y="14506"/>
                  <a:pt x="22182" y="17579"/>
                  <a:pt x="22531" y="21395"/>
                </a:cubicBezTo>
                <a:cubicBezTo>
                  <a:pt x="22866" y="25138"/>
                  <a:pt x="24570" y="27993"/>
                  <a:pt x="27527" y="29813"/>
                </a:cubicBezTo>
                <a:cubicBezTo>
                  <a:pt x="30542" y="31692"/>
                  <a:pt x="34590" y="32377"/>
                  <a:pt x="39644" y="31852"/>
                </a:cubicBezTo>
                <a:close/>
                <a:moveTo>
                  <a:pt x="23725" y="40445"/>
                </a:moveTo>
                <a:cubicBezTo>
                  <a:pt x="16443" y="41130"/>
                  <a:pt x="10865" y="40052"/>
                  <a:pt x="6991" y="37154"/>
                </a:cubicBezTo>
                <a:cubicBezTo>
                  <a:pt x="3117" y="34241"/>
                  <a:pt x="903" y="29464"/>
                  <a:pt x="277" y="22750"/>
                </a:cubicBezTo>
                <a:cubicBezTo>
                  <a:pt x="58" y="20303"/>
                  <a:pt x="0" y="17914"/>
                  <a:pt x="160" y="15700"/>
                </a:cubicBezTo>
                <a:cubicBezTo>
                  <a:pt x="335" y="13487"/>
                  <a:pt x="685" y="11317"/>
                  <a:pt x="1311" y="9161"/>
                </a:cubicBezTo>
                <a:lnTo>
                  <a:pt x="8127" y="8535"/>
                </a:lnTo>
                <a:cubicBezTo>
                  <a:pt x="7224" y="10690"/>
                  <a:pt x="6539" y="12802"/>
                  <a:pt x="6190" y="14841"/>
                </a:cubicBezTo>
                <a:cubicBezTo>
                  <a:pt x="5855" y="16953"/>
                  <a:pt x="5797" y="19007"/>
                  <a:pt x="5971" y="21104"/>
                </a:cubicBezTo>
                <a:cubicBezTo>
                  <a:pt x="6423" y="25706"/>
                  <a:pt x="7967" y="29071"/>
                  <a:pt x="10574" y="31124"/>
                </a:cubicBezTo>
                <a:cubicBezTo>
                  <a:pt x="13195" y="33163"/>
                  <a:pt x="16953" y="34022"/>
                  <a:pt x="21788" y="33571"/>
                </a:cubicBezTo>
                <a:lnTo>
                  <a:pt x="25313" y="33221"/>
                </a:lnTo>
                <a:cubicBezTo>
                  <a:pt x="22633" y="32027"/>
                  <a:pt x="20594" y="30323"/>
                  <a:pt x="19108" y="28153"/>
                </a:cubicBezTo>
                <a:cubicBezTo>
                  <a:pt x="17637" y="25997"/>
                  <a:pt x="16778" y="23376"/>
                  <a:pt x="16487" y="20201"/>
                </a:cubicBezTo>
                <a:cubicBezTo>
                  <a:pt x="15977" y="14958"/>
                  <a:pt x="17579" y="10530"/>
                  <a:pt x="21279" y="6933"/>
                </a:cubicBezTo>
                <a:cubicBezTo>
                  <a:pt x="24963" y="3350"/>
                  <a:pt x="30148" y="1253"/>
                  <a:pt x="36746" y="626"/>
                </a:cubicBezTo>
                <a:cubicBezTo>
                  <a:pt x="43344" y="0"/>
                  <a:pt x="48805" y="1136"/>
                  <a:pt x="53131" y="3976"/>
                </a:cubicBezTo>
                <a:cubicBezTo>
                  <a:pt x="57457" y="6831"/>
                  <a:pt x="59845" y="10865"/>
                  <a:pt x="60297" y="16094"/>
                </a:cubicBezTo>
                <a:cubicBezTo>
                  <a:pt x="60646" y="19225"/>
                  <a:pt x="60238" y="22021"/>
                  <a:pt x="59219" y="24410"/>
                </a:cubicBezTo>
                <a:cubicBezTo>
                  <a:pt x="58199" y="26798"/>
                  <a:pt x="56495" y="28837"/>
                  <a:pt x="54092" y="30498"/>
                </a:cubicBezTo>
                <a:lnTo>
                  <a:pt x="60588" y="29930"/>
                </a:lnTo>
                <a:lnTo>
                  <a:pt x="61214" y="36921"/>
                </a:lnTo>
                <a:lnTo>
                  <a:pt x="23725" y="40445"/>
                </a:lnTo>
                <a:close/>
                <a:moveTo>
                  <a:pt x="23725" y="404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1EEE4-248B-41F2-A51C-3F7273D4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451" y="5816054"/>
            <a:ext cx="60195" cy="41479"/>
          </a:xfrm>
          <a:custGeom xmlns:a="http://schemas.openxmlformats.org/drawingml/2006/main">
            <a:pathLst>
              <a:path w="60195" h="41479">
                <a:moveTo>
                  <a:pt x="29245" y="39033"/>
                </a:moveTo>
                <a:lnTo>
                  <a:pt x="3364" y="41479"/>
                </a:lnTo>
                <a:lnTo>
                  <a:pt x="2738" y="34416"/>
                </a:lnTo>
                <a:lnTo>
                  <a:pt x="28328" y="32027"/>
                </a:lnTo>
                <a:cubicBezTo>
                  <a:pt x="32377" y="31634"/>
                  <a:pt x="35333" y="30556"/>
                  <a:pt x="37212" y="28794"/>
                </a:cubicBezTo>
                <a:cubicBezTo>
                  <a:pt x="39091" y="27032"/>
                  <a:pt x="39834" y="24585"/>
                  <a:pt x="39542" y="21395"/>
                </a:cubicBezTo>
                <a:cubicBezTo>
                  <a:pt x="39207" y="17579"/>
                  <a:pt x="37722" y="14739"/>
                  <a:pt x="35100" y="12744"/>
                </a:cubicBezTo>
                <a:cubicBezTo>
                  <a:pt x="32493" y="10749"/>
                  <a:pt x="29071" y="10020"/>
                  <a:pt x="24861" y="10355"/>
                </a:cubicBezTo>
                <a:lnTo>
                  <a:pt x="685" y="12627"/>
                </a:lnTo>
                <a:lnTo>
                  <a:pt x="0" y="5578"/>
                </a:lnTo>
                <a:lnTo>
                  <a:pt x="59510" y="0"/>
                </a:lnTo>
                <a:lnTo>
                  <a:pt x="60195" y="7049"/>
                </a:lnTo>
                <a:lnTo>
                  <a:pt x="36862" y="9278"/>
                </a:lnTo>
                <a:cubicBezTo>
                  <a:pt x="39601" y="10690"/>
                  <a:pt x="41698" y="12511"/>
                  <a:pt x="43183" y="14681"/>
                </a:cubicBezTo>
                <a:cubicBezTo>
                  <a:pt x="44669" y="16836"/>
                  <a:pt x="45514" y="19400"/>
                  <a:pt x="45805" y="22415"/>
                </a:cubicBezTo>
                <a:cubicBezTo>
                  <a:pt x="46257" y="27308"/>
                  <a:pt x="45120" y="31182"/>
                  <a:pt x="42324" y="33964"/>
                </a:cubicBezTo>
                <a:cubicBezTo>
                  <a:pt x="39484" y="36804"/>
                  <a:pt x="35158" y="38465"/>
                  <a:pt x="29245" y="39033"/>
                </a:cubicBezTo>
                <a:close/>
                <a:moveTo>
                  <a:pt x="29245" y="390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2884B-E742-4589-9CBB-9E6FE3CD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971" y="5862252"/>
            <a:ext cx="54791" cy="30716"/>
          </a:xfrm>
          <a:custGeom xmlns:a="http://schemas.openxmlformats.org/drawingml/2006/main">
            <a:pathLst>
              <a:path w="54791" h="30716">
                <a:moveTo>
                  <a:pt x="54791" y="11098"/>
                </a:moveTo>
                <a:lnTo>
                  <a:pt x="42615" y="12234"/>
                </a:lnTo>
                <a:lnTo>
                  <a:pt x="43984" y="26740"/>
                </a:lnTo>
                <a:lnTo>
                  <a:pt x="38523" y="27250"/>
                </a:lnTo>
                <a:lnTo>
                  <a:pt x="37154" y="12744"/>
                </a:lnTo>
                <a:lnTo>
                  <a:pt x="13938" y="14899"/>
                </a:lnTo>
                <a:cubicBezTo>
                  <a:pt x="10414" y="15249"/>
                  <a:pt x="8243" y="15933"/>
                  <a:pt x="7340" y="16953"/>
                </a:cubicBezTo>
                <a:cubicBezTo>
                  <a:pt x="6423" y="18031"/>
                  <a:pt x="6088" y="20026"/>
                  <a:pt x="6379" y="22924"/>
                </a:cubicBezTo>
                <a:lnTo>
                  <a:pt x="7049" y="30148"/>
                </a:lnTo>
                <a:lnTo>
                  <a:pt x="1194" y="30716"/>
                </a:lnTo>
                <a:lnTo>
                  <a:pt x="510" y="23492"/>
                </a:lnTo>
                <a:cubicBezTo>
                  <a:pt x="0" y="18089"/>
                  <a:pt x="626" y="14229"/>
                  <a:pt x="2505" y="11943"/>
                </a:cubicBezTo>
                <a:cubicBezTo>
                  <a:pt x="4326" y="9729"/>
                  <a:pt x="7908" y="8360"/>
                  <a:pt x="13254" y="7850"/>
                </a:cubicBezTo>
                <a:lnTo>
                  <a:pt x="36527" y="5695"/>
                </a:lnTo>
                <a:lnTo>
                  <a:pt x="36018" y="510"/>
                </a:lnTo>
                <a:lnTo>
                  <a:pt x="41479" y="0"/>
                </a:lnTo>
                <a:lnTo>
                  <a:pt x="41989" y="5170"/>
                </a:lnTo>
                <a:lnTo>
                  <a:pt x="54165" y="4034"/>
                </a:lnTo>
                <a:lnTo>
                  <a:pt x="54791" y="11098"/>
                </a:lnTo>
                <a:close/>
                <a:moveTo>
                  <a:pt x="54791" y="110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DBB21-0DCC-47D7-9AB0-C98D14E0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791" y="5896099"/>
            <a:ext cx="45630" cy="34998"/>
          </a:xfrm>
          <a:custGeom xmlns:a="http://schemas.openxmlformats.org/drawingml/2006/main">
            <a:pathLst>
              <a:path w="45630" h="34998">
                <a:moveTo>
                  <a:pt x="44319" y="29537"/>
                </a:moveTo>
                <a:lnTo>
                  <a:pt x="37664" y="30163"/>
                </a:lnTo>
                <a:cubicBezTo>
                  <a:pt x="38523" y="28051"/>
                  <a:pt x="39091" y="25939"/>
                  <a:pt x="39368" y="23725"/>
                </a:cubicBezTo>
                <a:cubicBezTo>
                  <a:pt x="39717" y="21570"/>
                  <a:pt x="39775" y="19342"/>
                  <a:pt x="39542" y="17011"/>
                </a:cubicBezTo>
                <a:cubicBezTo>
                  <a:pt x="39193" y="13545"/>
                  <a:pt x="38465" y="10982"/>
                  <a:pt x="37212" y="9336"/>
                </a:cubicBezTo>
                <a:cubicBezTo>
                  <a:pt x="35959" y="7690"/>
                  <a:pt x="34299" y="6947"/>
                  <a:pt x="32144" y="7166"/>
                </a:cubicBezTo>
                <a:cubicBezTo>
                  <a:pt x="30498" y="7282"/>
                  <a:pt x="29304" y="8025"/>
                  <a:pt x="28444" y="9394"/>
                </a:cubicBezTo>
                <a:cubicBezTo>
                  <a:pt x="27643" y="10705"/>
                  <a:pt x="27017" y="13312"/>
                  <a:pt x="26507" y="17186"/>
                </a:cubicBezTo>
                <a:lnTo>
                  <a:pt x="26230" y="19633"/>
                </a:lnTo>
                <a:cubicBezTo>
                  <a:pt x="25604" y="24687"/>
                  <a:pt x="24410" y="28386"/>
                  <a:pt x="22706" y="30731"/>
                </a:cubicBezTo>
                <a:cubicBezTo>
                  <a:pt x="20944" y="33003"/>
                  <a:pt x="18322" y="34314"/>
                  <a:pt x="14797" y="34590"/>
                </a:cubicBezTo>
                <a:cubicBezTo>
                  <a:pt x="10807" y="34998"/>
                  <a:pt x="7515" y="33746"/>
                  <a:pt x="4894" y="30775"/>
                </a:cubicBezTo>
                <a:cubicBezTo>
                  <a:pt x="2272" y="27818"/>
                  <a:pt x="743" y="23609"/>
                  <a:pt x="233" y="18147"/>
                </a:cubicBezTo>
                <a:cubicBezTo>
                  <a:pt x="0" y="15817"/>
                  <a:pt x="0" y="13428"/>
                  <a:pt x="233" y="10865"/>
                </a:cubicBezTo>
                <a:cubicBezTo>
                  <a:pt x="451" y="8360"/>
                  <a:pt x="859" y="5695"/>
                  <a:pt x="1486" y="2840"/>
                </a:cubicBezTo>
                <a:lnTo>
                  <a:pt x="8768" y="2170"/>
                </a:lnTo>
                <a:cubicBezTo>
                  <a:pt x="7617" y="4894"/>
                  <a:pt x="6889" y="7573"/>
                  <a:pt x="6423" y="10122"/>
                </a:cubicBezTo>
                <a:cubicBezTo>
                  <a:pt x="5971" y="12744"/>
                  <a:pt x="5913" y="15249"/>
                  <a:pt x="6146" y="17754"/>
                </a:cubicBezTo>
                <a:cubicBezTo>
                  <a:pt x="6423" y="21046"/>
                  <a:pt x="7224" y="23551"/>
                  <a:pt x="8535" y="25211"/>
                </a:cubicBezTo>
                <a:cubicBezTo>
                  <a:pt x="9846" y="26915"/>
                  <a:pt x="11550" y="27658"/>
                  <a:pt x="13603" y="27425"/>
                </a:cubicBezTo>
                <a:cubicBezTo>
                  <a:pt x="15526" y="27250"/>
                  <a:pt x="16895" y="26463"/>
                  <a:pt x="17812" y="25094"/>
                </a:cubicBezTo>
                <a:cubicBezTo>
                  <a:pt x="18715" y="23725"/>
                  <a:pt x="19400" y="20827"/>
                  <a:pt x="19968" y="16327"/>
                </a:cubicBezTo>
                <a:lnTo>
                  <a:pt x="20317" y="13822"/>
                </a:lnTo>
                <a:cubicBezTo>
                  <a:pt x="20827" y="9394"/>
                  <a:pt x="21905" y="6146"/>
                  <a:pt x="23667" y="3991"/>
                </a:cubicBezTo>
                <a:cubicBezTo>
                  <a:pt x="25371" y="1879"/>
                  <a:pt x="27876" y="685"/>
                  <a:pt x="31182" y="408"/>
                </a:cubicBezTo>
                <a:cubicBezTo>
                  <a:pt x="35217" y="0"/>
                  <a:pt x="38465" y="1136"/>
                  <a:pt x="40911" y="3758"/>
                </a:cubicBezTo>
                <a:cubicBezTo>
                  <a:pt x="43358" y="6437"/>
                  <a:pt x="44829" y="10414"/>
                  <a:pt x="45339" y="15642"/>
                </a:cubicBezTo>
                <a:cubicBezTo>
                  <a:pt x="45572" y="18205"/>
                  <a:pt x="45630" y="20711"/>
                  <a:pt x="45455" y="23041"/>
                </a:cubicBezTo>
                <a:cubicBezTo>
                  <a:pt x="45281" y="25371"/>
                  <a:pt x="44946" y="27541"/>
                  <a:pt x="44319" y="29537"/>
                </a:cubicBezTo>
                <a:close/>
                <a:moveTo>
                  <a:pt x="44319" y="29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9358D-B052-4C39-93A9-9817BBDB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000" y="5936443"/>
            <a:ext cx="59845" cy="43577"/>
          </a:xfrm>
          <a:custGeom xmlns:a="http://schemas.openxmlformats.org/drawingml/2006/main">
            <a:pathLst>
              <a:path w="59845" h="43577">
                <a:moveTo>
                  <a:pt x="58258" y="35945"/>
                </a:moveTo>
                <a:lnTo>
                  <a:pt x="50742" y="36629"/>
                </a:lnTo>
                <a:cubicBezTo>
                  <a:pt x="51893" y="33556"/>
                  <a:pt x="52679" y="30716"/>
                  <a:pt x="53087" y="28036"/>
                </a:cubicBezTo>
                <a:cubicBezTo>
                  <a:pt x="53539" y="25371"/>
                  <a:pt x="53655" y="22866"/>
                  <a:pt x="53422" y="20419"/>
                </a:cubicBezTo>
                <a:cubicBezTo>
                  <a:pt x="53029" y="16210"/>
                  <a:pt x="51937" y="13079"/>
                  <a:pt x="50072" y="10923"/>
                </a:cubicBezTo>
                <a:cubicBezTo>
                  <a:pt x="48252" y="8811"/>
                  <a:pt x="45805" y="7850"/>
                  <a:pt x="42790" y="8127"/>
                </a:cubicBezTo>
                <a:cubicBezTo>
                  <a:pt x="40285" y="8360"/>
                  <a:pt x="38406" y="9321"/>
                  <a:pt x="37270" y="10982"/>
                </a:cubicBezTo>
                <a:cubicBezTo>
                  <a:pt x="36134" y="12627"/>
                  <a:pt x="35391" y="15584"/>
                  <a:pt x="34984" y="19851"/>
                </a:cubicBezTo>
                <a:lnTo>
                  <a:pt x="34474" y="24628"/>
                </a:lnTo>
                <a:cubicBezTo>
                  <a:pt x="33906" y="30483"/>
                  <a:pt x="32377" y="34925"/>
                  <a:pt x="29872" y="37940"/>
                </a:cubicBezTo>
                <a:cubicBezTo>
                  <a:pt x="27366" y="40897"/>
                  <a:pt x="23784" y="42659"/>
                  <a:pt x="19167" y="43067"/>
                </a:cubicBezTo>
                <a:cubicBezTo>
                  <a:pt x="13603" y="43577"/>
                  <a:pt x="9219" y="42149"/>
                  <a:pt x="6030" y="38683"/>
                </a:cubicBezTo>
                <a:cubicBezTo>
                  <a:pt x="2840" y="35275"/>
                  <a:pt x="918" y="29915"/>
                  <a:pt x="233" y="22808"/>
                </a:cubicBezTo>
                <a:cubicBezTo>
                  <a:pt x="0" y="20084"/>
                  <a:pt x="0" y="17171"/>
                  <a:pt x="350" y="14055"/>
                </a:cubicBezTo>
                <a:cubicBezTo>
                  <a:pt x="685" y="10982"/>
                  <a:pt x="1253" y="7734"/>
                  <a:pt x="2170" y="4384"/>
                </a:cubicBezTo>
                <a:lnTo>
                  <a:pt x="10122" y="3641"/>
                </a:lnTo>
                <a:cubicBezTo>
                  <a:pt x="8651" y="6933"/>
                  <a:pt x="7632" y="10122"/>
                  <a:pt x="7005" y="13195"/>
                </a:cubicBezTo>
                <a:cubicBezTo>
                  <a:pt x="6379" y="16327"/>
                  <a:pt x="6263" y="19283"/>
                  <a:pt x="6481" y="22182"/>
                </a:cubicBezTo>
                <a:cubicBezTo>
                  <a:pt x="6947" y="26624"/>
                  <a:pt x="8083" y="29915"/>
                  <a:pt x="10079" y="32144"/>
                </a:cubicBezTo>
                <a:cubicBezTo>
                  <a:pt x="12001" y="34416"/>
                  <a:pt x="14623" y="35377"/>
                  <a:pt x="17812" y="35042"/>
                </a:cubicBezTo>
                <a:cubicBezTo>
                  <a:pt x="20594" y="34809"/>
                  <a:pt x="22706" y="33731"/>
                  <a:pt x="24119" y="31852"/>
                </a:cubicBezTo>
                <a:cubicBezTo>
                  <a:pt x="25546" y="29974"/>
                  <a:pt x="26507" y="27075"/>
                  <a:pt x="26915" y="23041"/>
                </a:cubicBezTo>
                <a:lnTo>
                  <a:pt x="27366" y="18264"/>
                </a:lnTo>
                <a:cubicBezTo>
                  <a:pt x="27993" y="12394"/>
                  <a:pt x="29420" y="8069"/>
                  <a:pt x="31576" y="5287"/>
                </a:cubicBezTo>
                <a:cubicBezTo>
                  <a:pt x="33789" y="2447"/>
                  <a:pt x="37096" y="845"/>
                  <a:pt x="41479" y="451"/>
                </a:cubicBezTo>
                <a:cubicBezTo>
                  <a:pt x="46490" y="0"/>
                  <a:pt x="50640" y="1354"/>
                  <a:pt x="53874" y="4661"/>
                </a:cubicBezTo>
                <a:cubicBezTo>
                  <a:pt x="57122" y="7967"/>
                  <a:pt x="59059" y="12744"/>
                  <a:pt x="59627" y="18948"/>
                </a:cubicBezTo>
                <a:cubicBezTo>
                  <a:pt x="59845" y="21614"/>
                  <a:pt x="59845" y="24395"/>
                  <a:pt x="59627" y="27192"/>
                </a:cubicBezTo>
                <a:cubicBezTo>
                  <a:pt x="59452" y="30032"/>
                  <a:pt x="59000" y="32930"/>
                  <a:pt x="58258" y="35945"/>
                </a:cubicBezTo>
                <a:close/>
                <a:moveTo>
                  <a:pt x="58258" y="359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61577-8C0F-4898-9364-23A79765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01" y="5987127"/>
            <a:ext cx="60136" cy="12627"/>
          </a:xfrm>
          <a:custGeom xmlns:a="http://schemas.openxmlformats.org/drawingml/2006/main">
            <a:pathLst>
              <a:path w="60136" h="12627">
                <a:moveTo>
                  <a:pt x="42834" y="1602"/>
                </a:moveTo>
                <a:lnTo>
                  <a:pt x="43460" y="8651"/>
                </a:lnTo>
                <a:lnTo>
                  <a:pt x="626" y="12627"/>
                </a:lnTo>
                <a:lnTo>
                  <a:pt x="0" y="5578"/>
                </a:lnTo>
                <a:lnTo>
                  <a:pt x="42834" y="1602"/>
                </a:lnTo>
                <a:close/>
                <a:moveTo>
                  <a:pt x="59510" y="0"/>
                </a:moveTo>
                <a:lnTo>
                  <a:pt x="60136" y="7064"/>
                </a:lnTo>
                <a:lnTo>
                  <a:pt x="51194" y="7908"/>
                </a:lnTo>
                <a:lnTo>
                  <a:pt x="50568" y="859"/>
                </a:lnTo>
                <a:lnTo>
                  <a:pt x="59510" y="0"/>
                </a:lnTo>
                <a:close/>
                <a:moveTo>
                  <a:pt x="595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DCF1B-7539-4F30-917E-05C09C8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481" y="6010226"/>
            <a:ext cx="45980" cy="25662"/>
          </a:xfrm>
          <a:custGeom xmlns:a="http://schemas.openxmlformats.org/drawingml/2006/main">
            <a:pathLst>
              <a:path w="45980" h="25662">
                <a:moveTo>
                  <a:pt x="38639" y="25662"/>
                </a:moveTo>
                <a:cubicBezTo>
                  <a:pt x="38974" y="24861"/>
                  <a:pt x="39266" y="23958"/>
                  <a:pt x="39382" y="22983"/>
                </a:cubicBezTo>
                <a:cubicBezTo>
                  <a:pt x="39484" y="22080"/>
                  <a:pt x="39542" y="21002"/>
                  <a:pt x="39426" y="19910"/>
                </a:cubicBezTo>
                <a:cubicBezTo>
                  <a:pt x="39033" y="15933"/>
                  <a:pt x="37503" y="12977"/>
                  <a:pt x="34707" y="11098"/>
                </a:cubicBezTo>
                <a:cubicBezTo>
                  <a:pt x="31925" y="9219"/>
                  <a:pt x="28109" y="8476"/>
                  <a:pt x="23216" y="8928"/>
                </a:cubicBezTo>
                <a:lnTo>
                  <a:pt x="685" y="11040"/>
                </a:lnTo>
                <a:lnTo>
                  <a:pt x="0" y="3991"/>
                </a:lnTo>
                <a:lnTo>
                  <a:pt x="42848" y="0"/>
                </a:lnTo>
                <a:lnTo>
                  <a:pt x="43533" y="7064"/>
                </a:lnTo>
                <a:lnTo>
                  <a:pt x="36877" y="7675"/>
                </a:lnTo>
                <a:cubicBezTo>
                  <a:pt x="39601" y="8928"/>
                  <a:pt x="41712" y="10647"/>
                  <a:pt x="43183" y="12919"/>
                </a:cubicBezTo>
                <a:cubicBezTo>
                  <a:pt x="44669" y="15132"/>
                  <a:pt x="45572" y="17987"/>
                  <a:pt x="45863" y="21395"/>
                </a:cubicBezTo>
                <a:cubicBezTo>
                  <a:pt x="45922" y="21847"/>
                  <a:pt x="45980" y="22415"/>
                  <a:pt x="45922" y="22983"/>
                </a:cubicBezTo>
                <a:cubicBezTo>
                  <a:pt x="45922" y="23609"/>
                  <a:pt x="45922" y="24235"/>
                  <a:pt x="45863" y="24978"/>
                </a:cubicBezTo>
                <a:lnTo>
                  <a:pt x="38639" y="25662"/>
                </a:lnTo>
                <a:close/>
                <a:moveTo>
                  <a:pt x="38639" y="256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D14BF-9F92-46A8-AA8D-A7B941B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555" y="6041117"/>
            <a:ext cx="60136" cy="12584"/>
          </a:xfrm>
          <a:custGeom xmlns:a="http://schemas.openxmlformats.org/drawingml/2006/main">
            <a:pathLst>
              <a:path w="60136" h="12584">
                <a:moveTo>
                  <a:pt x="42790" y="1544"/>
                </a:moveTo>
                <a:lnTo>
                  <a:pt x="43475" y="8593"/>
                </a:lnTo>
                <a:lnTo>
                  <a:pt x="626" y="12584"/>
                </a:lnTo>
                <a:lnTo>
                  <a:pt x="0" y="5578"/>
                </a:lnTo>
                <a:lnTo>
                  <a:pt x="42790" y="1544"/>
                </a:lnTo>
                <a:close/>
                <a:moveTo>
                  <a:pt x="59510" y="0"/>
                </a:moveTo>
                <a:lnTo>
                  <a:pt x="60136" y="7005"/>
                </a:lnTo>
                <a:lnTo>
                  <a:pt x="51208" y="7850"/>
                </a:lnTo>
                <a:lnTo>
                  <a:pt x="50582" y="801"/>
                </a:lnTo>
                <a:lnTo>
                  <a:pt x="59510" y="0"/>
                </a:lnTo>
                <a:close/>
                <a:moveTo>
                  <a:pt x="595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4CBA6-AB40-4513-865A-B2FB781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608" y="6063371"/>
            <a:ext cx="61957" cy="57631"/>
          </a:xfrm>
          <a:custGeom xmlns:a="http://schemas.openxmlformats.org/drawingml/2006/main">
            <a:pathLst>
              <a:path w="61957" h="57631">
                <a:moveTo>
                  <a:pt x="57063" y="0"/>
                </a:moveTo>
                <a:lnTo>
                  <a:pt x="58141" y="11550"/>
                </a:lnTo>
                <a:lnTo>
                  <a:pt x="20711" y="29755"/>
                </a:lnTo>
                <a:lnTo>
                  <a:pt x="60937" y="40722"/>
                </a:lnTo>
                <a:lnTo>
                  <a:pt x="61957" y="52272"/>
                </a:lnTo>
                <a:lnTo>
                  <a:pt x="4894" y="57631"/>
                </a:lnTo>
                <a:lnTo>
                  <a:pt x="4209" y="50058"/>
                </a:lnTo>
                <a:lnTo>
                  <a:pt x="54325" y="45397"/>
                </a:lnTo>
                <a:lnTo>
                  <a:pt x="13763" y="34299"/>
                </a:lnTo>
                <a:lnTo>
                  <a:pt x="13079" y="26565"/>
                </a:lnTo>
                <a:lnTo>
                  <a:pt x="50801" y="8185"/>
                </a:lnTo>
                <a:lnTo>
                  <a:pt x="685" y="12846"/>
                </a:lnTo>
                <a:lnTo>
                  <a:pt x="0" y="5345"/>
                </a:lnTo>
                <a:lnTo>
                  <a:pt x="57063" y="0"/>
                </a:lnTo>
                <a:close/>
                <a:moveTo>
                  <a:pt x="570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43E1C-CFAF-46A3-90E1-60C9F5F4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696" y="6131242"/>
            <a:ext cx="46315" cy="39877"/>
          </a:xfrm>
          <a:custGeom xmlns:a="http://schemas.openxmlformats.org/drawingml/2006/main">
            <a:pathLst>
              <a:path w="46315" h="39877">
                <a:moveTo>
                  <a:pt x="17069" y="2447"/>
                </a:moveTo>
                <a:lnTo>
                  <a:pt x="42950" y="0"/>
                </a:lnTo>
                <a:lnTo>
                  <a:pt x="43635" y="7049"/>
                </a:lnTo>
                <a:lnTo>
                  <a:pt x="17972" y="9438"/>
                </a:lnTo>
                <a:cubicBezTo>
                  <a:pt x="13938" y="9846"/>
                  <a:pt x="10923" y="10923"/>
                  <a:pt x="9044" y="12686"/>
                </a:cubicBezTo>
                <a:cubicBezTo>
                  <a:pt x="7166" y="14448"/>
                  <a:pt x="6423" y="16895"/>
                  <a:pt x="6714" y="20084"/>
                </a:cubicBezTo>
                <a:cubicBezTo>
                  <a:pt x="7049" y="23886"/>
                  <a:pt x="8535" y="26740"/>
                  <a:pt x="11156" y="28721"/>
                </a:cubicBezTo>
                <a:cubicBezTo>
                  <a:pt x="13822" y="30716"/>
                  <a:pt x="17186" y="31517"/>
                  <a:pt x="21395" y="31110"/>
                </a:cubicBezTo>
                <a:lnTo>
                  <a:pt x="45688" y="28837"/>
                </a:lnTo>
                <a:lnTo>
                  <a:pt x="46315" y="35901"/>
                </a:lnTo>
                <a:lnTo>
                  <a:pt x="3525" y="39877"/>
                </a:lnTo>
                <a:lnTo>
                  <a:pt x="2840" y="32886"/>
                </a:lnTo>
                <a:lnTo>
                  <a:pt x="9438" y="32260"/>
                </a:lnTo>
                <a:cubicBezTo>
                  <a:pt x="6656" y="30775"/>
                  <a:pt x="4544" y="28954"/>
                  <a:pt x="3073" y="26842"/>
                </a:cubicBezTo>
                <a:cubicBezTo>
                  <a:pt x="1588" y="24687"/>
                  <a:pt x="743" y="22123"/>
                  <a:pt x="451" y="19167"/>
                </a:cubicBezTo>
                <a:cubicBezTo>
                  <a:pt x="0" y="14215"/>
                  <a:pt x="1136" y="10355"/>
                  <a:pt x="3976" y="7501"/>
                </a:cubicBezTo>
                <a:cubicBezTo>
                  <a:pt x="6772" y="4719"/>
                  <a:pt x="11156" y="3015"/>
                  <a:pt x="17069" y="2447"/>
                </a:cubicBezTo>
                <a:close/>
                <a:moveTo>
                  <a:pt x="17069" y="2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6338D-36DA-48D9-BC45-6D5857DA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357" y="6179479"/>
            <a:ext cx="45630" cy="34998"/>
          </a:xfrm>
          <a:custGeom xmlns:a="http://schemas.openxmlformats.org/drawingml/2006/main">
            <a:pathLst>
              <a:path w="45630" h="34998">
                <a:moveTo>
                  <a:pt x="44319" y="29537"/>
                </a:moveTo>
                <a:lnTo>
                  <a:pt x="37664" y="30163"/>
                </a:lnTo>
                <a:cubicBezTo>
                  <a:pt x="38523" y="28109"/>
                  <a:pt x="39091" y="25939"/>
                  <a:pt x="39368" y="23784"/>
                </a:cubicBezTo>
                <a:cubicBezTo>
                  <a:pt x="39717" y="21570"/>
                  <a:pt x="39717" y="19342"/>
                  <a:pt x="39542" y="17011"/>
                </a:cubicBezTo>
                <a:cubicBezTo>
                  <a:pt x="39207" y="13545"/>
                  <a:pt x="38406" y="10982"/>
                  <a:pt x="37154" y="9336"/>
                </a:cubicBezTo>
                <a:cubicBezTo>
                  <a:pt x="35959" y="7690"/>
                  <a:pt x="34255" y="6947"/>
                  <a:pt x="32085" y="7166"/>
                </a:cubicBezTo>
                <a:cubicBezTo>
                  <a:pt x="30498" y="7340"/>
                  <a:pt x="29245" y="8083"/>
                  <a:pt x="28444" y="9394"/>
                </a:cubicBezTo>
                <a:cubicBezTo>
                  <a:pt x="27658" y="10749"/>
                  <a:pt x="26973" y="13312"/>
                  <a:pt x="26522" y="17186"/>
                </a:cubicBezTo>
                <a:lnTo>
                  <a:pt x="26172" y="19633"/>
                </a:lnTo>
                <a:cubicBezTo>
                  <a:pt x="25604" y="24745"/>
                  <a:pt x="24410" y="28444"/>
                  <a:pt x="22648" y="30731"/>
                </a:cubicBezTo>
                <a:cubicBezTo>
                  <a:pt x="20885" y="33003"/>
                  <a:pt x="18264" y="34314"/>
                  <a:pt x="14797" y="34649"/>
                </a:cubicBezTo>
                <a:cubicBezTo>
                  <a:pt x="10807" y="34998"/>
                  <a:pt x="7515" y="33746"/>
                  <a:pt x="4894" y="30789"/>
                </a:cubicBezTo>
                <a:cubicBezTo>
                  <a:pt x="2287" y="27876"/>
                  <a:pt x="743" y="23667"/>
                  <a:pt x="175" y="18147"/>
                </a:cubicBezTo>
                <a:cubicBezTo>
                  <a:pt x="0" y="15875"/>
                  <a:pt x="0" y="13428"/>
                  <a:pt x="175" y="10923"/>
                </a:cubicBezTo>
                <a:cubicBezTo>
                  <a:pt x="408" y="8360"/>
                  <a:pt x="859" y="5695"/>
                  <a:pt x="1486" y="2855"/>
                </a:cubicBezTo>
                <a:lnTo>
                  <a:pt x="8768" y="2170"/>
                </a:lnTo>
                <a:cubicBezTo>
                  <a:pt x="7632" y="4894"/>
                  <a:pt x="6831" y="7573"/>
                  <a:pt x="6437" y="10137"/>
                </a:cubicBezTo>
                <a:cubicBezTo>
                  <a:pt x="5971" y="12744"/>
                  <a:pt x="5869" y="15249"/>
                  <a:pt x="6088" y="17754"/>
                </a:cubicBezTo>
                <a:cubicBezTo>
                  <a:pt x="6437" y="21060"/>
                  <a:pt x="7224" y="23551"/>
                  <a:pt x="8535" y="25211"/>
                </a:cubicBezTo>
                <a:cubicBezTo>
                  <a:pt x="9846" y="26915"/>
                  <a:pt x="11491" y="27658"/>
                  <a:pt x="13603" y="27483"/>
                </a:cubicBezTo>
                <a:cubicBezTo>
                  <a:pt x="15482" y="27250"/>
                  <a:pt x="16895" y="26522"/>
                  <a:pt x="17812" y="25094"/>
                </a:cubicBezTo>
                <a:cubicBezTo>
                  <a:pt x="18657" y="23725"/>
                  <a:pt x="19400" y="20827"/>
                  <a:pt x="19910" y="16385"/>
                </a:cubicBezTo>
                <a:lnTo>
                  <a:pt x="20317" y="13880"/>
                </a:lnTo>
                <a:cubicBezTo>
                  <a:pt x="20769" y="9452"/>
                  <a:pt x="21905" y="6146"/>
                  <a:pt x="23609" y="4049"/>
                </a:cubicBezTo>
                <a:cubicBezTo>
                  <a:pt x="25327" y="1937"/>
                  <a:pt x="27876" y="685"/>
                  <a:pt x="31182" y="408"/>
                </a:cubicBezTo>
                <a:cubicBezTo>
                  <a:pt x="35217" y="0"/>
                  <a:pt x="38465" y="1136"/>
                  <a:pt x="40911" y="3816"/>
                </a:cubicBezTo>
                <a:cubicBezTo>
                  <a:pt x="43358" y="6437"/>
                  <a:pt x="44829" y="10414"/>
                  <a:pt x="45354" y="15642"/>
                </a:cubicBezTo>
                <a:cubicBezTo>
                  <a:pt x="45572" y="18264"/>
                  <a:pt x="45630" y="20711"/>
                  <a:pt x="45455" y="23041"/>
                </a:cubicBezTo>
                <a:cubicBezTo>
                  <a:pt x="45295" y="25371"/>
                  <a:pt x="44887" y="27541"/>
                  <a:pt x="44319" y="29537"/>
                </a:cubicBezTo>
                <a:close/>
                <a:moveTo>
                  <a:pt x="44319" y="29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F672A-B6B4-46F3-BEF4-7B25E0E4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406" y="6220842"/>
            <a:ext cx="60136" cy="12627"/>
          </a:xfrm>
          <a:custGeom xmlns:a="http://schemas.openxmlformats.org/drawingml/2006/main">
            <a:pathLst>
              <a:path w="60136" h="12627">
                <a:moveTo>
                  <a:pt x="42776" y="1588"/>
                </a:moveTo>
                <a:lnTo>
                  <a:pt x="43460" y="8593"/>
                </a:lnTo>
                <a:lnTo>
                  <a:pt x="626" y="12627"/>
                </a:lnTo>
                <a:lnTo>
                  <a:pt x="0" y="5578"/>
                </a:lnTo>
                <a:lnTo>
                  <a:pt x="42776" y="1588"/>
                </a:lnTo>
                <a:close/>
                <a:moveTo>
                  <a:pt x="59452" y="0"/>
                </a:moveTo>
                <a:lnTo>
                  <a:pt x="60136" y="7049"/>
                </a:lnTo>
                <a:lnTo>
                  <a:pt x="51194" y="7850"/>
                </a:lnTo>
                <a:lnTo>
                  <a:pt x="50568" y="859"/>
                </a:lnTo>
                <a:lnTo>
                  <a:pt x="59452" y="0"/>
                </a:lnTo>
                <a:close/>
                <a:moveTo>
                  <a:pt x="5945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3238BF-8B30-4393-A6DC-52C1F61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386" y="6242455"/>
            <a:ext cx="45805" cy="36367"/>
          </a:xfrm>
          <a:custGeom xmlns:a="http://schemas.openxmlformats.org/drawingml/2006/main">
            <a:pathLst>
              <a:path w="45805" h="36367">
                <a:moveTo>
                  <a:pt x="44101" y="32668"/>
                </a:moveTo>
                <a:lnTo>
                  <a:pt x="37503" y="33294"/>
                </a:lnTo>
                <a:cubicBezTo>
                  <a:pt x="38406" y="31182"/>
                  <a:pt x="39091" y="29129"/>
                  <a:pt x="39426" y="27090"/>
                </a:cubicBezTo>
                <a:cubicBezTo>
                  <a:pt x="39775" y="25036"/>
                  <a:pt x="39892" y="22997"/>
                  <a:pt x="39659" y="20944"/>
                </a:cubicBezTo>
                <a:cubicBezTo>
                  <a:pt x="39266" y="16385"/>
                  <a:pt x="37503" y="12977"/>
                  <a:pt x="34372" y="10705"/>
                </a:cubicBezTo>
                <a:cubicBezTo>
                  <a:pt x="31241" y="8476"/>
                  <a:pt x="27032" y="7573"/>
                  <a:pt x="21788" y="8083"/>
                </a:cubicBezTo>
                <a:cubicBezTo>
                  <a:pt x="16560" y="8535"/>
                  <a:pt x="12627" y="10195"/>
                  <a:pt x="9962" y="12977"/>
                </a:cubicBezTo>
                <a:cubicBezTo>
                  <a:pt x="7340" y="15817"/>
                  <a:pt x="6204" y="19458"/>
                  <a:pt x="6656" y="24075"/>
                </a:cubicBezTo>
                <a:cubicBezTo>
                  <a:pt x="6831" y="26070"/>
                  <a:pt x="7282" y="28051"/>
                  <a:pt x="8025" y="30046"/>
                </a:cubicBezTo>
                <a:cubicBezTo>
                  <a:pt x="8768" y="31983"/>
                  <a:pt x="9787" y="33920"/>
                  <a:pt x="11040" y="35785"/>
                </a:cubicBezTo>
                <a:lnTo>
                  <a:pt x="4559" y="36367"/>
                </a:lnTo>
                <a:cubicBezTo>
                  <a:pt x="3481" y="34488"/>
                  <a:pt x="2563" y="32551"/>
                  <a:pt x="1937" y="30498"/>
                </a:cubicBezTo>
                <a:cubicBezTo>
                  <a:pt x="1253" y="28401"/>
                  <a:pt x="801" y="26230"/>
                  <a:pt x="626" y="23842"/>
                </a:cubicBezTo>
                <a:cubicBezTo>
                  <a:pt x="0" y="17361"/>
                  <a:pt x="1544" y="12074"/>
                  <a:pt x="5243" y="7908"/>
                </a:cubicBezTo>
                <a:cubicBezTo>
                  <a:pt x="8943" y="3699"/>
                  <a:pt x="14229" y="1311"/>
                  <a:pt x="21118" y="685"/>
                </a:cubicBezTo>
                <a:cubicBezTo>
                  <a:pt x="28109" y="0"/>
                  <a:pt x="33746" y="1427"/>
                  <a:pt x="38115" y="4835"/>
                </a:cubicBezTo>
                <a:cubicBezTo>
                  <a:pt x="42499" y="8316"/>
                  <a:pt x="45004" y="13428"/>
                  <a:pt x="45630" y="20084"/>
                </a:cubicBezTo>
                <a:cubicBezTo>
                  <a:pt x="45805" y="22254"/>
                  <a:pt x="45805" y="24352"/>
                  <a:pt x="45514" y="26522"/>
                </a:cubicBezTo>
                <a:cubicBezTo>
                  <a:pt x="45295" y="28619"/>
                  <a:pt x="44829" y="30673"/>
                  <a:pt x="44101" y="32668"/>
                </a:cubicBezTo>
                <a:close/>
                <a:moveTo>
                  <a:pt x="44101" y="326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5D1FC-2D2E-4CF2-AC03-31FA2911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809" y="6284444"/>
            <a:ext cx="59962" cy="52344"/>
          </a:xfrm>
          <a:custGeom xmlns:a="http://schemas.openxmlformats.org/drawingml/2006/main">
            <a:pathLst>
              <a:path w="59962" h="52344">
                <a:moveTo>
                  <a:pt x="51937" y="21570"/>
                </a:moveTo>
                <a:lnTo>
                  <a:pt x="22531" y="13720"/>
                </a:lnTo>
                <a:lnTo>
                  <a:pt x="24512" y="34707"/>
                </a:lnTo>
                <a:lnTo>
                  <a:pt x="51937" y="21570"/>
                </a:lnTo>
                <a:close/>
                <a:moveTo>
                  <a:pt x="59161" y="16443"/>
                </a:moveTo>
                <a:lnTo>
                  <a:pt x="59962" y="25211"/>
                </a:lnTo>
                <a:lnTo>
                  <a:pt x="4894" y="52344"/>
                </a:lnTo>
                <a:lnTo>
                  <a:pt x="4151" y="44319"/>
                </a:lnTo>
                <a:lnTo>
                  <a:pt x="18322" y="37722"/>
                </a:lnTo>
                <a:lnTo>
                  <a:pt x="15919" y="12001"/>
                </a:lnTo>
                <a:lnTo>
                  <a:pt x="786" y="8200"/>
                </a:lnTo>
                <a:lnTo>
                  <a:pt x="0" y="0"/>
                </a:lnTo>
                <a:lnTo>
                  <a:pt x="59161" y="16443"/>
                </a:lnTo>
                <a:close/>
                <a:moveTo>
                  <a:pt x="59161" y="164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23F38-0EB2-4DB2-844F-DB23BD2E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162" y="6340546"/>
            <a:ext cx="62583" cy="40897"/>
          </a:xfrm>
          <a:custGeom xmlns:a="http://schemas.openxmlformats.org/drawingml/2006/main">
            <a:pathLst>
              <a:path w="62583" h="40897">
                <a:moveTo>
                  <a:pt x="23390" y="10472"/>
                </a:moveTo>
                <a:lnTo>
                  <a:pt x="626" y="12569"/>
                </a:lnTo>
                <a:lnTo>
                  <a:pt x="0" y="5520"/>
                </a:lnTo>
                <a:lnTo>
                  <a:pt x="59117" y="0"/>
                </a:lnTo>
                <a:lnTo>
                  <a:pt x="59743" y="7049"/>
                </a:lnTo>
                <a:lnTo>
                  <a:pt x="53247" y="7675"/>
                </a:lnTo>
                <a:cubicBezTo>
                  <a:pt x="55927" y="8870"/>
                  <a:pt x="58039" y="10574"/>
                  <a:pt x="59452" y="12744"/>
                </a:cubicBezTo>
                <a:cubicBezTo>
                  <a:pt x="60937" y="14841"/>
                  <a:pt x="61782" y="17521"/>
                  <a:pt x="62073" y="20652"/>
                </a:cubicBezTo>
                <a:cubicBezTo>
                  <a:pt x="62583" y="25823"/>
                  <a:pt x="60879" y="30265"/>
                  <a:pt x="57063" y="33906"/>
                </a:cubicBezTo>
                <a:cubicBezTo>
                  <a:pt x="53247" y="37547"/>
                  <a:pt x="47961" y="39644"/>
                  <a:pt x="41246" y="40271"/>
                </a:cubicBezTo>
                <a:cubicBezTo>
                  <a:pt x="34532" y="40897"/>
                  <a:pt x="28910" y="39819"/>
                  <a:pt x="24468" y="36921"/>
                </a:cubicBezTo>
                <a:cubicBezTo>
                  <a:pt x="20084" y="34081"/>
                  <a:pt x="17579" y="30032"/>
                  <a:pt x="17128" y="24861"/>
                </a:cubicBezTo>
                <a:cubicBezTo>
                  <a:pt x="16836" y="21730"/>
                  <a:pt x="17186" y="18948"/>
                  <a:pt x="18205" y="16603"/>
                </a:cubicBezTo>
                <a:cubicBezTo>
                  <a:pt x="19240" y="14215"/>
                  <a:pt x="20944" y="12176"/>
                  <a:pt x="23390" y="10472"/>
                </a:cubicBezTo>
                <a:close/>
                <a:moveTo>
                  <a:pt x="40562" y="32988"/>
                </a:moveTo>
                <a:cubicBezTo>
                  <a:pt x="45747" y="32479"/>
                  <a:pt x="49665" y="31066"/>
                  <a:pt x="52461" y="28677"/>
                </a:cubicBezTo>
                <a:cubicBezTo>
                  <a:pt x="55184" y="26289"/>
                  <a:pt x="56379" y="23216"/>
                  <a:pt x="56044" y="19458"/>
                </a:cubicBezTo>
                <a:cubicBezTo>
                  <a:pt x="55694" y="15759"/>
                  <a:pt x="53932" y="12962"/>
                  <a:pt x="50815" y="11098"/>
                </a:cubicBezTo>
                <a:cubicBezTo>
                  <a:pt x="47626" y="9278"/>
                  <a:pt x="43475" y="8593"/>
                  <a:pt x="38290" y="9044"/>
                </a:cubicBezTo>
                <a:cubicBezTo>
                  <a:pt x="33178" y="9554"/>
                  <a:pt x="29187" y="10982"/>
                  <a:pt x="26463" y="13370"/>
                </a:cubicBezTo>
                <a:cubicBezTo>
                  <a:pt x="23667" y="15817"/>
                  <a:pt x="22473" y="18832"/>
                  <a:pt x="22881" y="22589"/>
                </a:cubicBezTo>
                <a:cubicBezTo>
                  <a:pt x="23216" y="26289"/>
                  <a:pt x="24920" y="29071"/>
                  <a:pt x="28109" y="30949"/>
                </a:cubicBezTo>
                <a:cubicBezTo>
                  <a:pt x="31241" y="32770"/>
                  <a:pt x="35391" y="33513"/>
                  <a:pt x="40562" y="32988"/>
                </a:cubicBezTo>
                <a:close/>
                <a:moveTo>
                  <a:pt x="40562" y="329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97348-392E-4A33-B19F-33594A6D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838" y="6390211"/>
            <a:ext cx="62510" cy="40955"/>
          </a:xfrm>
          <a:custGeom xmlns:a="http://schemas.openxmlformats.org/drawingml/2006/main">
            <a:pathLst>
              <a:path w="62510" h="40955">
                <a:moveTo>
                  <a:pt x="23318" y="10472"/>
                </a:moveTo>
                <a:lnTo>
                  <a:pt x="612" y="12627"/>
                </a:lnTo>
                <a:lnTo>
                  <a:pt x="0" y="5578"/>
                </a:lnTo>
                <a:lnTo>
                  <a:pt x="59102" y="0"/>
                </a:lnTo>
                <a:lnTo>
                  <a:pt x="59729" y="7049"/>
                </a:lnTo>
                <a:lnTo>
                  <a:pt x="53247" y="7675"/>
                </a:lnTo>
                <a:cubicBezTo>
                  <a:pt x="55913" y="8928"/>
                  <a:pt x="58025" y="10632"/>
                  <a:pt x="59452" y="12744"/>
                </a:cubicBezTo>
                <a:cubicBezTo>
                  <a:pt x="60865" y="14899"/>
                  <a:pt x="61782" y="17521"/>
                  <a:pt x="62059" y="20652"/>
                </a:cubicBezTo>
                <a:cubicBezTo>
                  <a:pt x="62510" y="25881"/>
                  <a:pt x="60865" y="30323"/>
                  <a:pt x="57063" y="33906"/>
                </a:cubicBezTo>
                <a:cubicBezTo>
                  <a:pt x="53247" y="37547"/>
                  <a:pt x="47946" y="39717"/>
                  <a:pt x="41246" y="40329"/>
                </a:cubicBezTo>
                <a:cubicBezTo>
                  <a:pt x="34474" y="40955"/>
                  <a:pt x="28896" y="39819"/>
                  <a:pt x="24454" y="36979"/>
                </a:cubicBezTo>
                <a:cubicBezTo>
                  <a:pt x="20026" y="34139"/>
                  <a:pt x="17579" y="30090"/>
                  <a:pt x="17113" y="24861"/>
                </a:cubicBezTo>
                <a:cubicBezTo>
                  <a:pt x="16778" y="21730"/>
                  <a:pt x="17171" y="19007"/>
                  <a:pt x="18205" y="16618"/>
                </a:cubicBezTo>
                <a:cubicBezTo>
                  <a:pt x="19225" y="14273"/>
                  <a:pt x="20929" y="12234"/>
                  <a:pt x="23318" y="10472"/>
                </a:cubicBezTo>
                <a:close/>
                <a:moveTo>
                  <a:pt x="40562" y="33047"/>
                </a:moveTo>
                <a:cubicBezTo>
                  <a:pt x="45732" y="32537"/>
                  <a:pt x="49665" y="31124"/>
                  <a:pt x="52388" y="28736"/>
                </a:cubicBezTo>
                <a:cubicBezTo>
                  <a:pt x="55184" y="26289"/>
                  <a:pt x="56379" y="23216"/>
                  <a:pt x="56029" y="19516"/>
                </a:cubicBezTo>
                <a:cubicBezTo>
                  <a:pt x="55636" y="15817"/>
                  <a:pt x="53932" y="12977"/>
                  <a:pt x="50801" y="11156"/>
                </a:cubicBezTo>
                <a:cubicBezTo>
                  <a:pt x="47611" y="9278"/>
                  <a:pt x="43460" y="8593"/>
                  <a:pt x="38275" y="9103"/>
                </a:cubicBezTo>
                <a:cubicBezTo>
                  <a:pt x="33105" y="9554"/>
                  <a:pt x="29172" y="11040"/>
                  <a:pt x="26449" y="13428"/>
                </a:cubicBezTo>
                <a:cubicBezTo>
                  <a:pt x="23667" y="15817"/>
                  <a:pt x="22458" y="18890"/>
                  <a:pt x="22808" y="22648"/>
                </a:cubicBezTo>
                <a:cubicBezTo>
                  <a:pt x="23201" y="26347"/>
                  <a:pt x="24905" y="29129"/>
                  <a:pt x="28036" y="31008"/>
                </a:cubicBezTo>
                <a:cubicBezTo>
                  <a:pt x="31226" y="32828"/>
                  <a:pt x="35377" y="33513"/>
                  <a:pt x="40562" y="33047"/>
                </a:cubicBezTo>
                <a:close/>
                <a:moveTo>
                  <a:pt x="40562" y="330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33EFF-4334-47E5-A376-44960924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534" y="6438055"/>
            <a:ext cx="45630" cy="34984"/>
          </a:xfrm>
          <a:custGeom xmlns:a="http://schemas.openxmlformats.org/drawingml/2006/main">
            <a:pathLst>
              <a:path w="45630" h="34984">
                <a:moveTo>
                  <a:pt x="44378" y="29522"/>
                </a:moveTo>
                <a:lnTo>
                  <a:pt x="37722" y="30148"/>
                </a:lnTo>
                <a:cubicBezTo>
                  <a:pt x="38523" y="28109"/>
                  <a:pt x="39091" y="25939"/>
                  <a:pt x="39426" y="23784"/>
                </a:cubicBezTo>
                <a:cubicBezTo>
                  <a:pt x="39717" y="21570"/>
                  <a:pt x="39775" y="19342"/>
                  <a:pt x="39542" y="17069"/>
                </a:cubicBezTo>
                <a:cubicBezTo>
                  <a:pt x="39266" y="13545"/>
                  <a:pt x="38465" y="10982"/>
                  <a:pt x="37212" y="9336"/>
                </a:cubicBezTo>
                <a:cubicBezTo>
                  <a:pt x="36018" y="7675"/>
                  <a:pt x="34314" y="7005"/>
                  <a:pt x="32144" y="7166"/>
                </a:cubicBezTo>
                <a:cubicBezTo>
                  <a:pt x="30556" y="7340"/>
                  <a:pt x="29304" y="8083"/>
                  <a:pt x="28503" y="9394"/>
                </a:cubicBezTo>
                <a:cubicBezTo>
                  <a:pt x="27658" y="10749"/>
                  <a:pt x="27032" y="13312"/>
                  <a:pt x="26522" y="17186"/>
                </a:cubicBezTo>
                <a:lnTo>
                  <a:pt x="26230" y="19633"/>
                </a:lnTo>
                <a:cubicBezTo>
                  <a:pt x="25604" y="24745"/>
                  <a:pt x="24468" y="28444"/>
                  <a:pt x="22706" y="30731"/>
                </a:cubicBezTo>
                <a:cubicBezTo>
                  <a:pt x="20944" y="33003"/>
                  <a:pt x="18322" y="34314"/>
                  <a:pt x="14856" y="34649"/>
                </a:cubicBezTo>
                <a:cubicBezTo>
                  <a:pt x="10880" y="34984"/>
                  <a:pt x="7573" y="33746"/>
                  <a:pt x="4952" y="30775"/>
                </a:cubicBezTo>
                <a:cubicBezTo>
                  <a:pt x="2345" y="27876"/>
                  <a:pt x="743" y="23667"/>
                  <a:pt x="233" y="18147"/>
                </a:cubicBezTo>
                <a:cubicBezTo>
                  <a:pt x="0" y="15875"/>
                  <a:pt x="0" y="13428"/>
                  <a:pt x="233" y="10923"/>
                </a:cubicBezTo>
                <a:cubicBezTo>
                  <a:pt x="466" y="8360"/>
                  <a:pt x="859" y="5695"/>
                  <a:pt x="1544" y="2840"/>
                </a:cubicBezTo>
                <a:lnTo>
                  <a:pt x="8768" y="2214"/>
                </a:lnTo>
                <a:cubicBezTo>
                  <a:pt x="7690" y="4894"/>
                  <a:pt x="6889" y="7573"/>
                  <a:pt x="6437" y="10181"/>
                </a:cubicBezTo>
                <a:cubicBezTo>
                  <a:pt x="6030" y="12744"/>
                  <a:pt x="5928" y="15249"/>
                  <a:pt x="6146" y="17754"/>
                </a:cubicBezTo>
                <a:cubicBezTo>
                  <a:pt x="6496" y="21046"/>
                  <a:pt x="7282" y="23551"/>
                  <a:pt x="8593" y="25211"/>
                </a:cubicBezTo>
                <a:cubicBezTo>
                  <a:pt x="9846" y="26915"/>
                  <a:pt x="11550" y="27658"/>
                  <a:pt x="13603" y="27483"/>
                </a:cubicBezTo>
                <a:cubicBezTo>
                  <a:pt x="15540" y="27308"/>
                  <a:pt x="16953" y="26507"/>
                  <a:pt x="17812" y="25094"/>
                </a:cubicBezTo>
                <a:cubicBezTo>
                  <a:pt x="18730" y="23725"/>
                  <a:pt x="19458" y="20827"/>
                  <a:pt x="19968" y="16385"/>
                </a:cubicBezTo>
                <a:lnTo>
                  <a:pt x="20317" y="13880"/>
                </a:lnTo>
                <a:cubicBezTo>
                  <a:pt x="20827" y="9452"/>
                  <a:pt x="21963" y="6146"/>
                  <a:pt x="23667" y="4034"/>
                </a:cubicBezTo>
                <a:cubicBezTo>
                  <a:pt x="25386" y="1937"/>
                  <a:pt x="27876" y="685"/>
                  <a:pt x="31241" y="393"/>
                </a:cubicBezTo>
                <a:cubicBezTo>
                  <a:pt x="35217" y="0"/>
                  <a:pt x="38465" y="1136"/>
                  <a:pt x="40970" y="3816"/>
                </a:cubicBezTo>
                <a:cubicBezTo>
                  <a:pt x="43416" y="6437"/>
                  <a:pt x="44887" y="10414"/>
                  <a:pt x="45354" y="15642"/>
                </a:cubicBezTo>
                <a:cubicBezTo>
                  <a:pt x="45630" y="18264"/>
                  <a:pt x="45630" y="20711"/>
                  <a:pt x="45455" y="23041"/>
                </a:cubicBezTo>
                <a:cubicBezTo>
                  <a:pt x="45354" y="25371"/>
                  <a:pt x="44946" y="27541"/>
                  <a:pt x="44378" y="29522"/>
                </a:cubicBezTo>
                <a:close/>
                <a:moveTo>
                  <a:pt x="44378" y="295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2485D-F8E2-43A6-AA37-FC831BDA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743" y="6478398"/>
            <a:ext cx="59918" cy="43635"/>
          </a:xfrm>
          <a:custGeom xmlns:a="http://schemas.openxmlformats.org/drawingml/2006/main">
            <a:pathLst>
              <a:path w="59918" h="43635">
                <a:moveTo>
                  <a:pt x="58316" y="35945"/>
                </a:moveTo>
                <a:lnTo>
                  <a:pt x="50757" y="36688"/>
                </a:lnTo>
                <a:cubicBezTo>
                  <a:pt x="51893" y="33615"/>
                  <a:pt x="52694" y="30716"/>
                  <a:pt x="53145" y="28095"/>
                </a:cubicBezTo>
                <a:cubicBezTo>
                  <a:pt x="53597" y="25429"/>
                  <a:pt x="53713" y="22866"/>
                  <a:pt x="53480" y="20419"/>
                </a:cubicBezTo>
                <a:cubicBezTo>
                  <a:pt x="53087" y="16268"/>
                  <a:pt x="51951" y="13079"/>
                  <a:pt x="50131" y="10923"/>
                </a:cubicBezTo>
                <a:cubicBezTo>
                  <a:pt x="48252" y="8811"/>
                  <a:pt x="45805" y="7908"/>
                  <a:pt x="42848" y="8185"/>
                </a:cubicBezTo>
                <a:cubicBezTo>
                  <a:pt x="40285" y="8418"/>
                  <a:pt x="38465" y="9321"/>
                  <a:pt x="37329" y="10982"/>
                </a:cubicBezTo>
                <a:cubicBezTo>
                  <a:pt x="36193" y="12627"/>
                  <a:pt x="35391" y="15584"/>
                  <a:pt x="34998" y="19910"/>
                </a:cubicBezTo>
                <a:lnTo>
                  <a:pt x="34488" y="24628"/>
                </a:lnTo>
                <a:cubicBezTo>
                  <a:pt x="33920" y="30483"/>
                  <a:pt x="32377" y="34925"/>
                  <a:pt x="29872" y="37940"/>
                </a:cubicBezTo>
                <a:cubicBezTo>
                  <a:pt x="27366" y="40955"/>
                  <a:pt x="23784" y="42659"/>
                  <a:pt x="19181" y="43125"/>
                </a:cubicBezTo>
                <a:cubicBezTo>
                  <a:pt x="13661" y="43635"/>
                  <a:pt x="9278" y="42149"/>
                  <a:pt x="6044" y="38683"/>
                </a:cubicBezTo>
                <a:cubicBezTo>
                  <a:pt x="2855" y="35275"/>
                  <a:pt x="918" y="29974"/>
                  <a:pt x="233" y="22808"/>
                </a:cubicBezTo>
                <a:cubicBezTo>
                  <a:pt x="0" y="20128"/>
                  <a:pt x="58" y="17230"/>
                  <a:pt x="350" y="14098"/>
                </a:cubicBezTo>
                <a:cubicBezTo>
                  <a:pt x="685" y="10982"/>
                  <a:pt x="1311" y="7792"/>
                  <a:pt x="2170" y="4369"/>
                </a:cubicBezTo>
                <a:lnTo>
                  <a:pt x="10137" y="3641"/>
                </a:lnTo>
                <a:cubicBezTo>
                  <a:pt x="8710" y="6933"/>
                  <a:pt x="7632" y="10122"/>
                  <a:pt x="7005" y="13254"/>
                </a:cubicBezTo>
                <a:cubicBezTo>
                  <a:pt x="6437" y="16327"/>
                  <a:pt x="6263" y="19342"/>
                  <a:pt x="6554" y="22240"/>
                </a:cubicBezTo>
                <a:cubicBezTo>
                  <a:pt x="6947" y="26624"/>
                  <a:pt x="8141" y="29915"/>
                  <a:pt x="10079" y="32202"/>
                </a:cubicBezTo>
                <a:cubicBezTo>
                  <a:pt x="12074" y="34416"/>
                  <a:pt x="14623" y="35377"/>
                  <a:pt x="17812" y="35100"/>
                </a:cubicBezTo>
                <a:cubicBezTo>
                  <a:pt x="20652" y="34809"/>
                  <a:pt x="22764" y="33731"/>
                  <a:pt x="24191" y="31911"/>
                </a:cubicBezTo>
                <a:cubicBezTo>
                  <a:pt x="25604" y="30032"/>
                  <a:pt x="26522" y="27075"/>
                  <a:pt x="26915" y="23099"/>
                </a:cubicBezTo>
                <a:lnTo>
                  <a:pt x="27425" y="18307"/>
                </a:lnTo>
                <a:cubicBezTo>
                  <a:pt x="27993" y="12453"/>
                  <a:pt x="29420" y="8069"/>
                  <a:pt x="31634" y="5287"/>
                </a:cubicBezTo>
                <a:cubicBezTo>
                  <a:pt x="33862" y="2505"/>
                  <a:pt x="37096" y="903"/>
                  <a:pt x="41479" y="451"/>
                </a:cubicBezTo>
                <a:cubicBezTo>
                  <a:pt x="46548" y="0"/>
                  <a:pt x="50699" y="1413"/>
                  <a:pt x="53888" y="4719"/>
                </a:cubicBezTo>
                <a:cubicBezTo>
                  <a:pt x="57122" y="7967"/>
                  <a:pt x="59059" y="12744"/>
                  <a:pt x="59627" y="18992"/>
                </a:cubicBezTo>
                <a:cubicBezTo>
                  <a:pt x="59918" y="21672"/>
                  <a:pt x="59918" y="24395"/>
                  <a:pt x="59685" y="27250"/>
                </a:cubicBezTo>
                <a:cubicBezTo>
                  <a:pt x="59452" y="30032"/>
                  <a:pt x="59000" y="32988"/>
                  <a:pt x="58316" y="35945"/>
                </a:cubicBezTo>
                <a:close/>
                <a:moveTo>
                  <a:pt x="58316" y="359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B9AD3-02F4-406F-BBBC-22CC3C1B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301" y="6529024"/>
            <a:ext cx="46023" cy="40460"/>
          </a:xfrm>
          <a:custGeom xmlns:a="http://schemas.openxmlformats.org/drawingml/2006/main">
            <a:pathLst>
              <a:path w="46023" h="40460">
                <a:moveTo>
                  <a:pt x="26565" y="40169"/>
                </a:moveTo>
                <a:lnTo>
                  <a:pt x="23099" y="40460"/>
                </a:lnTo>
                <a:lnTo>
                  <a:pt x="20084" y="8141"/>
                </a:lnTo>
                <a:cubicBezTo>
                  <a:pt x="15307" y="8884"/>
                  <a:pt x="11724" y="10705"/>
                  <a:pt x="9438" y="13545"/>
                </a:cubicBezTo>
                <a:cubicBezTo>
                  <a:pt x="7107" y="16385"/>
                  <a:pt x="6204" y="20143"/>
                  <a:pt x="6656" y="24803"/>
                </a:cubicBezTo>
                <a:cubicBezTo>
                  <a:pt x="6889" y="27483"/>
                  <a:pt x="7457" y="30105"/>
                  <a:pt x="8360" y="32551"/>
                </a:cubicBezTo>
                <a:cubicBezTo>
                  <a:pt x="9278" y="35042"/>
                  <a:pt x="10530" y="37489"/>
                  <a:pt x="12059" y="39834"/>
                </a:cubicBezTo>
                <a:lnTo>
                  <a:pt x="5403" y="40460"/>
                </a:lnTo>
                <a:cubicBezTo>
                  <a:pt x="4093" y="38071"/>
                  <a:pt x="3073" y="35508"/>
                  <a:pt x="2214" y="32945"/>
                </a:cubicBezTo>
                <a:cubicBezTo>
                  <a:pt x="1427" y="30323"/>
                  <a:pt x="903" y="27658"/>
                  <a:pt x="626" y="24920"/>
                </a:cubicBezTo>
                <a:cubicBezTo>
                  <a:pt x="0" y="18089"/>
                  <a:pt x="1486" y="12525"/>
                  <a:pt x="5068" y="8141"/>
                </a:cubicBezTo>
                <a:cubicBezTo>
                  <a:pt x="8710" y="3816"/>
                  <a:pt x="13880" y="1311"/>
                  <a:pt x="20652" y="685"/>
                </a:cubicBezTo>
                <a:cubicBezTo>
                  <a:pt x="27643" y="0"/>
                  <a:pt x="33396" y="1369"/>
                  <a:pt x="37897" y="4777"/>
                </a:cubicBezTo>
                <a:cubicBezTo>
                  <a:pt x="42324" y="8200"/>
                  <a:pt x="44887" y="13093"/>
                  <a:pt x="45514" y="19516"/>
                </a:cubicBezTo>
                <a:cubicBezTo>
                  <a:pt x="46023" y="25269"/>
                  <a:pt x="44596" y="29988"/>
                  <a:pt x="41188" y="33687"/>
                </a:cubicBezTo>
                <a:cubicBezTo>
                  <a:pt x="37838" y="37387"/>
                  <a:pt x="32945" y="39542"/>
                  <a:pt x="26565" y="40169"/>
                </a:cubicBezTo>
                <a:close/>
                <a:moveTo>
                  <a:pt x="27993" y="32945"/>
                </a:moveTo>
                <a:cubicBezTo>
                  <a:pt x="31809" y="32493"/>
                  <a:pt x="34765" y="31124"/>
                  <a:pt x="36862" y="28852"/>
                </a:cubicBezTo>
                <a:cubicBezTo>
                  <a:pt x="38974" y="26522"/>
                  <a:pt x="39877" y="23609"/>
                  <a:pt x="39542" y="20143"/>
                </a:cubicBezTo>
                <a:cubicBezTo>
                  <a:pt x="39135" y="16225"/>
                  <a:pt x="37780" y="13195"/>
                  <a:pt x="35333" y="11040"/>
                </a:cubicBezTo>
                <a:cubicBezTo>
                  <a:pt x="32886" y="8884"/>
                  <a:pt x="29639" y="7792"/>
                  <a:pt x="25546" y="7850"/>
                </a:cubicBezTo>
                <a:lnTo>
                  <a:pt x="27993" y="32945"/>
                </a:lnTo>
                <a:close/>
                <a:moveTo>
                  <a:pt x="27993" y="329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E42A7-1491-4FAB-A4D4-B2C35381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802" y="6577334"/>
            <a:ext cx="60122" cy="12569"/>
          </a:xfrm>
          <a:custGeom xmlns:a="http://schemas.openxmlformats.org/drawingml/2006/main">
            <a:pathLst>
              <a:path w="60122" h="12569">
                <a:moveTo>
                  <a:pt x="59452" y="0"/>
                </a:moveTo>
                <a:lnTo>
                  <a:pt x="60122" y="6991"/>
                </a:lnTo>
                <a:lnTo>
                  <a:pt x="626" y="12569"/>
                </a:lnTo>
                <a:lnTo>
                  <a:pt x="0" y="5564"/>
                </a:lnTo>
                <a:lnTo>
                  <a:pt x="59452" y="0"/>
                </a:lnTo>
                <a:close/>
                <a:moveTo>
                  <a:pt x="5945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37CB5-1BF9-4993-AA95-4A68F9BA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841" y="6598948"/>
            <a:ext cx="46023" cy="40504"/>
          </a:xfrm>
          <a:custGeom xmlns:a="http://schemas.openxmlformats.org/drawingml/2006/main">
            <a:pathLst>
              <a:path w="46023" h="40504">
                <a:moveTo>
                  <a:pt x="26565" y="40169"/>
                </a:moveTo>
                <a:lnTo>
                  <a:pt x="23157" y="40445"/>
                </a:lnTo>
                <a:lnTo>
                  <a:pt x="20084" y="8141"/>
                </a:lnTo>
                <a:cubicBezTo>
                  <a:pt x="15307" y="8870"/>
                  <a:pt x="11724" y="10690"/>
                  <a:pt x="9452" y="13545"/>
                </a:cubicBezTo>
                <a:cubicBezTo>
                  <a:pt x="7166" y="16385"/>
                  <a:pt x="6204" y="20143"/>
                  <a:pt x="6656" y="24803"/>
                </a:cubicBezTo>
                <a:cubicBezTo>
                  <a:pt x="6889" y="27541"/>
                  <a:pt x="7515" y="30090"/>
                  <a:pt x="8360" y="32595"/>
                </a:cubicBezTo>
                <a:cubicBezTo>
                  <a:pt x="9278" y="35042"/>
                  <a:pt x="10530" y="37489"/>
                  <a:pt x="12059" y="39877"/>
                </a:cubicBezTo>
                <a:lnTo>
                  <a:pt x="5403" y="40504"/>
                </a:lnTo>
                <a:cubicBezTo>
                  <a:pt x="4093" y="38057"/>
                  <a:pt x="3073" y="35552"/>
                  <a:pt x="2228" y="32945"/>
                </a:cubicBezTo>
                <a:cubicBezTo>
                  <a:pt x="1427" y="30323"/>
                  <a:pt x="918" y="27701"/>
                  <a:pt x="626" y="24978"/>
                </a:cubicBezTo>
                <a:cubicBezTo>
                  <a:pt x="0" y="18147"/>
                  <a:pt x="1486" y="12511"/>
                  <a:pt x="5068" y="8141"/>
                </a:cubicBezTo>
                <a:cubicBezTo>
                  <a:pt x="8710" y="3816"/>
                  <a:pt x="13880" y="1311"/>
                  <a:pt x="20652" y="685"/>
                </a:cubicBezTo>
                <a:cubicBezTo>
                  <a:pt x="27716" y="0"/>
                  <a:pt x="33396" y="1369"/>
                  <a:pt x="37897" y="4777"/>
                </a:cubicBezTo>
                <a:cubicBezTo>
                  <a:pt x="42324" y="8200"/>
                  <a:pt x="44887" y="13079"/>
                  <a:pt x="45514" y="19516"/>
                </a:cubicBezTo>
                <a:cubicBezTo>
                  <a:pt x="46023" y="25255"/>
                  <a:pt x="44611" y="29988"/>
                  <a:pt x="41188" y="33731"/>
                </a:cubicBezTo>
                <a:cubicBezTo>
                  <a:pt x="37838" y="37430"/>
                  <a:pt x="32945" y="39542"/>
                  <a:pt x="26565" y="40169"/>
                </a:cubicBezTo>
                <a:close/>
                <a:moveTo>
                  <a:pt x="27993" y="32945"/>
                </a:moveTo>
                <a:cubicBezTo>
                  <a:pt x="31809" y="32537"/>
                  <a:pt x="34765" y="31182"/>
                  <a:pt x="36862" y="28837"/>
                </a:cubicBezTo>
                <a:cubicBezTo>
                  <a:pt x="38974" y="26507"/>
                  <a:pt x="39877" y="23609"/>
                  <a:pt x="39542" y="20143"/>
                </a:cubicBezTo>
                <a:cubicBezTo>
                  <a:pt x="39207" y="16210"/>
                  <a:pt x="37780" y="13195"/>
                  <a:pt x="35333" y="11040"/>
                </a:cubicBezTo>
                <a:cubicBezTo>
                  <a:pt x="32886" y="8870"/>
                  <a:pt x="29639" y="7850"/>
                  <a:pt x="25604" y="7850"/>
                </a:cubicBezTo>
                <a:lnTo>
                  <a:pt x="27993" y="32945"/>
                </a:lnTo>
                <a:close/>
                <a:moveTo>
                  <a:pt x="27993" y="329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55715-2CEF-436C-8A75-03653A42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283" y="6647083"/>
            <a:ext cx="45790" cy="36411"/>
          </a:xfrm>
          <a:custGeom xmlns:a="http://schemas.openxmlformats.org/drawingml/2006/main">
            <a:pathLst>
              <a:path w="45790" h="36411">
                <a:moveTo>
                  <a:pt x="44086" y="32712"/>
                </a:moveTo>
                <a:lnTo>
                  <a:pt x="37547" y="33338"/>
                </a:lnTo>
                <a:cubicBezTo>
                  <a:pt x="38465" y="31226"/>
                  <a:pt x="39076" y="29129"/>
                  <a:pt x="39426" y="27075"/>
                </a:cubicBezTo>
                <a:cubicBezTo>
                  <a:pt x="39819" y="25022"/>
                  <a:pt x="39877" y="22983"/>
                  <a:pt x="39703" y="20987"/>
                </a:cubicBezTo>
                <a:cubicBezTo>
                  <a:pt x="39251" y="16385"/>
                  <a:pt x="37489" y="12962"/>
                  <a:pt x="34357" y="10749"/>
                </a:cubicBezTo>
                <a:cubicBezTo>
                  <a:pt x="31226" y="8476"/>
                  <a:pt x="27017" y="7617"/>
                  <a:pt x="21847" y="8069"/>
                </a:cubicBezTo>
                <a:cubicBezTo>
                  <a:pt x="16618" y="8593"/>
                  <a:pt x="12627" y="10239"/>
                  <a:pt x="10006" y="13021"/>
                </a:cubicBezTo>
                <a:cubicBezTo>
                  <a:pt x="7340" y="15817"/>
                  <a:pt x="6204" y="19516"/>
                  <a:pt x="6656" y="24060"/>
                </a:cubicBezTo>
                <a:cubicBezTo>
                  <a:pt x="6831" y="26114"/>
                  <a:pt x="7282" y="28095"/>
                  <a:pt x="8025" y="30032"/>
                </a:cubicBezTo>
                <a:cubicBezTo>
                  <a:pt x="8753" y="31969"/>
                  <a:pt x="9787" y="33906"/>
                  <a:pt x="11098" y="35785"/>
                </a:cubicBezTo>
                <a:lnTo>
                  <a:pt x="4544" y="36411"/>
                </a:lnTo>
                <a:cubicBezTo>
                  <a:pt x="3466" y="34532"/>
                  <a:pt x="2622" y="32537"/>
                  <a:pt x="1937" y="30483"/>
                </a:cubicBezTo>
                <a:cubicBezTo>
                  <a:pt x="1253" y="28444"/>
                  <a:pt x="845" y="26216"/>
                  <a:pt x="626" y="23827"/>
                </a:cubicBezTo>
                <a:cubicBezTo>
                  <a:pt x="0" y="17404"/>
                  <a:pt x="1529" y="12059"/>
                  <a:pt x="5229" y="7908"/>
                </a:cubicBezTo>
                <a:cubicBezTo>
                  <a:pt x="8928" y="3758"/>
                  <a:pt x="14215" y="1311"/>
                  <a:pt x="21104" y="685"/>
                </a:cubicBezTo>
                <a:cubicBezTo>
                  <a:pt x="28109" y="0"/>
                  <a:pt x="33789" y="1413"/>
                  <a:pt x="38115" y="4894"/>
                </a:cubicBezTo>
                <a:cubicBezTo>
                  <a:pt x="42499" y="8360"/>
                  <a:pt x="45004" y="13428"/>
                  <a:pt x="45630" y="20084"/>
                </a:cubicBezTo>
                <a:cubicBezTo>
                  <a:pt x="45790" y="22240"/>
                  <a:pt x="45790" y="24395"/>
                  <a:pt x="45514" y="26507"/>
                </a:cubicBezTo>
                <a:cubicBezTo>
                  <a:pt x="45281" y="28619"/>
                  <a:pt x="44829" y="30658"/>
                  <a:pt x="44086" y="32712"/>
                </a:cubicBezTo>
                <a:close/>
                <a:moveTo>
                  <a:pt x="44086" y="327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6213E-A51D-4864-9DDF-C9DA2FD3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177" y="6686567"/>
            <a:ext cx="54791" cy="30775"/>
          </a:xfrm>
          <a:custGeom xmlns:a="http://schemas.openxmlformats.org/drawingml/2006/main">
            <a:pathLst>
              <a:path w="54791" h="30775">
                <a:moveTo>
                  <a:pt x="54791" y="11084"/>
                </a:moveTo>
                <a:lnTo>
                  <a:pt x="42659" y="12220"/>
                </a:lnTo>
                <a:lnTo>
                  <a:pt x="44028" y="26740"/>
                </a:lnTo>
                <a:lnTo>
                  <a:pt x="38508" y="27250"/>
                </a:lnTo>
                <a:lnTo>
                  <a:pt x="37212" y="12744"/>
                </a:lnTo>
                <a:lnTo>
                  <a:pt x="13938" y="14958"/>
                </a:lnTo>
                <a:cubicBezTo>
                  <a:pt x="10472" y="15249"/>
                  <a:pt x="8243" y="15977"/>
                  <a:pt x="7340" y="17011"/>
                </a:cubicBezTo>
                <a:cubicBezTo>
                  <a:pt x="6423" y="18031"/>
                  <a:pt x="6146" y="20026"/>
                  <a:pt x="6365" y="22983"/>
                </a:cubicBezTo>
                <a:lnTo>
                  <a:pt x="7049" y="30207"/>
                </a:lnTo>
                <a:lnTo>
                  <a:pt x="1194" y="30775"/>
                </a:lnTo>
                <a:lnTo>
                  <a:pt x="510" y="23551"/>
                </a:lnTo>
                <a:cubicBezTo>
                  <a:pt x="0" y="18089"/>
                  <a:pt x="685" y="14273"/>
                  <a:pt x="2505" y="12001"/>
                </a:cubicBezTo>
                <a:cubicBezTo>
                  <a:pt x="4326" y="9729"/>
                  <a:pt x="7908" y="8360"/>
                  <a:pt x="13254" y="7850"/>
                </a:cubicBezTo>
                <a:lnTo>
                  <a:pt x="36527" y="5680"/>
                </a:lnTo>
                <a:lnTo>
                  <a:pt x="36003" y="510"/>
                </a:lnTo>
                <a:lnTo>
                  <a:pt x="41523" y="0"/>
                </a:lnTo>
                <a:lnTo>
                  <a:pt x="41989" y="5170"/>
                </a:lnTo>
                <a:lnTo>
                  <a:pt x="54165" y="4034"/>
                </a:lnTo>
                <a:lnTo>
                  <a:pt x="54791" y="11084"/>
                </a:lnTo>
                <a:close/>
                <a:moveTo>
                  <a:pt x="54791" y="110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D0B1A-C1CE-4C97-A099-59618F69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16" y="6720983"/>
            <a:ext cx="60195" cy="12627"/>
          </a:xfrm>
          <a:custGeom xmlns:a="http://schemas.openxmlformats.org/drawingml/2006/main">
            <a:pathLst>
              <a:path w="60195" h="12627">
                <a:moveTo>
                  <a:pt x="42848" y="1588"/>
                </a:moveTo>
                <a:lnTo>
                  <a:pt x="43475" y="8593"/>
                </a:lnTo>
                <a:lnTo>
                  <a:pt x="685" y="12627"/>
                </a:lnTo>
                <a:lnTo>
                  <a:pt x="0" y="5578"/>
                </a:lnTo>
                <a:lnTo>
                  <a:pt x="42848" y="1588"/>
                </a:lnTo>
                <a:close/>
                <a:moveTo>
                  <a:pt x="59510" y="0"/>
                </a:moveTo>
                <a:lnTo>
                  <a:pt x="60195" y="7049"/>
                </a:lnTo>
                <a:lnTo>
                  <a:pt x="51267" y="7908"/>
                </a:lnTo>
                <a:lnTo>
                  <a:pt x="50582" y="845"/>
                </a:lnTo>
                <a:lnTo>
                  <a:pt x="59510" y="0"/>
                </a:lnTo>
                <a:close/>
                <a:moveTo>
                  <a:pt x="595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BDD75-D53F-4535-B279-9268A07E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53" y="6742596"/>
            <a:ext cx="46082" cy="40620"/>
          </a:xfrm>
          <a:custGeom xmlns:a="http://schemas.openxmlformats.org/drawingml/2006/main">
            <a:pathLst>
              <a:path w="46082" h="40620">
                <a:moveTo>
                  <a:pt x="39542" y="18774"/>
                </a:moveTo>
                <a:cubicBezTo>
                  <a:pt x="39207" y="15030"/>
                  <a:pt x="37445" y="12176"/>
                  <a:pt x="34314" y="10239"/>
                </a:cubicBezTo>
                <a:cubicBezTo>
                  <a:pt x="31182" y="8316"/>
                  <a:pt x="27032" y="7632"/>
                  <a:pt x="21905" y="8083"/>
                </a:cubicBezTo>
                <a:cubicBezTo>
                  <a:pt x="16793" y="8535"/>
                  <a:pt x="12860" y="10020"/>
                  <a:pt x="10079" y="12467"/>
                </a:cubicBezTo>
                <a:cubicBezTo>
                  <a:pt x="7340" y="14972"/>
                  <a:pt x="6146" y="18089"/>
                  <a:pt x="6539" y="21847"/>
                </a:cubicBezTo>
                <a:cubicBezTo>
                  <a:pt x="6889" y="25604"/>
                  <a:pt x="8651" y="28444"/>
                  <a:pt x="11783" y="30381"/>
                </a:cubicBezTo>
                <a:cubicBezTo>
                  <a:pt x="14972" y="32260"/>
                  <a:pt x="19065" y="33003"/>
                  <a:pt x="24177" y="32493"/>
                </a:cubicBezTo>
                <a:cubicBezTo>
                  <a:pt x="29245" y="32042"/>
                  <a:pt x="33178" y="30556"/>
                  <a:pt x="35959" y="28109"/>
                </a:cubicBezTo>
                <a:cubicBezTo>
                  <a:pt x="38683" y="25604"/>
                  <a:pt x="39892" y="22531"/>
                  <a:pt x="39542" y="18774"/>
                </a:cubicBezTo>
                <a:close/>
                <a:moveTo>
                  <a:pt x="45514" y="18205"/>
                </a:moveTo>
                <a:cubicBezTo>
                  <a:pt x="46082" y="24352"/>
                  <a:pt x="44552" y="29304"/>
                  <a:pt x="40911" y="33178"/>
                </a:cubicBezTo>
                <a:cubicBezTo>
                  <a:pt x="37270" y="37037"/>
                  <a:pt x="31925" y="39324"/>
                  <a:pt x="24861" y="39994"/>
                </a:cubicBezTo>
                <a:cubicBezTo>
                  <a:pt x="17871" y="40620"/>
                  <a:pt x="12234" y="39426"/>
                  <a:pt x="7908" y="36294"/>
                </a:cubicBezTo>
                <a:cubicBezTo>
                  <a:pt x="3583" y="33178"/>
                  <a:pt x="1136" y="28561"/>
                  <a:pt x="568" y="22415"/>
                </a:cubicBezTo>
                <a:cubicBezTo>
                  <a:pt x="0" y="16268"/>
                  <a:pt x="1544" y="11273"/>
                  <a:pt x="5185" y="7399"/>
                </a:cubicBezTo>
                <a:cubicBezTo>
                  <a:pt x="8884" y="3583"/>
                  <a:pt x="14171" y="1311"/>
                  <a:pt x="21220" y="685"/>
                </a:cubicBezTo>
                <a:cubicBezTo>
                  <a:pt x="28226" y="0"/>
                  <a:pt x="33906" y="1253"/>
                  <a:pt x="38173" y="4326"/>
                </a:cubicBezTo>
                <a:cubicBezTo>
                  <a:pt x="42499" y="7457"/>
                  <a:pt x="44946" y="12059"/>
                  <a:pt x="45514" y="18205"/>
                </a:cubicBezTo>
                <a:close/>
                <a:moveTo>
                  <a:pt x="45514" y="182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F4295-33F8-40A5-9F74-D947CF65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711" y="6791984"/>
            <a:ext cx="46300" cy="39877"/>
          </a:xfrm>
          <a:custGeom xmlns:a="http://schemas.openxmlformats.org/drawingml/2006/main">
            <a:pathLst>
              <a:path w="46300" h="39877">
                <a:moveTo>
                  <a:pt x="29245" y="37430"/>
                </a:moveTo>
                <a:lnTo>
                  <a:pt x="3350" y="39877"/>
                </a:lnTo>
                <a:lnTo>
                  <a:pt x="2724" y="32828"/>
                </a:lnTo>
                <a:lnTo>
                  <a:pt x="28328" y="30440"/>
                </a:lnTo>
                <a:cubicBezTo>
                  <a:pt x="32362" y="30032"/>
                  <a:pt x="35333" y="28954"/>
                  <a:pt x="37197" y="27192"/>
                </a:cubicBezTo>
                <a:cubicBezTo>
                  <a:pt x="39076" y="25429"/>
                  <a:pt x="39877" y="22983"/>
                  <a:pt x="39542" y="19793"/>
                </a:cubicBezTo>
                <a:cubicBezTo>
                  <a:pt x="39193" y="15992"/>
                  <a:pt x="37722" y="13137"/>
                  <a:pt x="35100" y="11156"/>
                </a:cubicBezTo>
                <a:cubicBezTo>
                  <a:pt x="32479" y="9161"/>
                  <a:pt x="29071" y="8418"/>
                  <a:pt x="24861" y="8753"/>
                </a:cubicBezTo>
                <a:lnTo>
                  <a:pt x="685" y="11040"/>
                </a:lnTo>
                <a:lnTo>
                  <a:pt x="0" y="3976"/>
                </a:lnTo>
                <a:lnTo>
                  <a:pt x="42834" y="0"/>
                </a:lnTo>
                <a:lnTo>
                  <a:pt x="43518" y="7049"/>
                </a:lnTo>
                <a:lnTo>
                  <a:pt x="36862" y="7675"/>
                </a:lnTo>
                <a:cubicBezTo>
                  <a:pt x="39601" y="9103"/>
                  <a:pt x="41698" y="10923"/>
                  <a:pt x="43183" y="13079"/>
                </a:cubicBezTo>
                <a:cubicBezTo>
                  <a:pt x="44654" y="15249"/>
                  <a:pt x="45572" y="17812"/>
                  <a:pt x="45849" y="20827"/>
                </a:cubicBezTo>
                <a:cubicBezTo>
                  <a:pt x="46300" y="25721"/>
                  <a:pt x="45106" y="29580"/>
                  <a:pt x="42324" y="32377"/>
                </a:cubicBezTo>
                <a:cubicBezTo>
                  <a:pt x="39484" y="35217"/>
                  <a:pt x="35158" y="36862"/>
                  <a:pt x="29245" y="37430"/>
                </a:cubicBezTo>
                <a:close/>
                <a:moveTo>
                  <a:pt x="29245" y="374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15D89-2BF0-4483-B474-BF642B8E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700" y="5503895"/>
            <a:ext cx="59394" cy="40271"/>
          </a:xfrm>
          <a:custGeom xmlns:a="http://schemas.openxmlformats.org/drawingml/2006/main">
            <a:pathLst>
              <a:path w="59394" h="40271">
                <a:moveTo>
                  <a:pt x="57223" y="0"/>
                </a:moveTo>
                <a:lnTo>
                  <a:pt x="59394" y="36178"/>
                </a:lnTo>
                <a:lnTo>
                  <a:pt x="52854" y="36571"/>
                </a:lnTo>
                <a:lnTo>
                  <a:pt x="51194" y="8127"/>
                </a:lnTo>
                <a:lnTo>
                  <a:pt x="34241" y="9146"/>
                </a:lnTo>
                <a:lnTo>
                  <a:pt x="35843" y="36411"/>
                </a:lnTo>
                <a:lnTo>
                  <a:pt x="29347" y="36804"/>
                </a:lnTo>
                <a:lnTo>
                  <a:pt x="27701" y="9554"/>
                </a:lnTo>
                <a:lnTo>
                  <a:pt x="6991" y="10749"/>
                </a:lnTo>
                <a:lnTo>
                  <a:pt x="8695" y="39936"/>
                </a:lnTo>
                <a:lnTo>
                  <a:pt x="2214" y="40271"/>
                </a:lnTo>
                <a:lnTo>
                  <a:pt x="0" y="3408"/>
                </a:lnTo>
                <a:lnTo>
                  <a:pt x="57223" y="0"/>
                </a:lnTo>
                <a:close/>
                <a:moveTo>
                  <a:pt x="572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F4126-7CF8-48A0-9CA5-DDCB0FDC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656" y="5553501"/>
            <a:ext cx="59787" cy="46708"/>
          </a:xfrm>
          <a:custGeom xmlns:a="http://schemas.openxmlformats.org/drawingml/2006/main">
            <a:pathLst>
              <a:path w="59787" h="46708">
                <a:moveTo>
                  <a:pt x="57223" y="0"/>
                </a:moveTo>
                <a:lnTo>
                  <a:pt x="57850" y="10414"/>
                </a:lnTo>
                <a:lnTo>
                  <a:pt x="11491" y="38683"/>
                </a:lnTo>
                <a:lnTo>
                  <a:pt x="59394" y="35843"/>
                </a:lnTo>
                <a:lnTo>
                  <a:pt x="59787" y="43344"/>
                </a:lnTo>
                <a:lnTo>
                  <a:pt x="2563" y="46708"/>
                </a:lnTo>
                <a:lnTo>
                  <a:pt x="1937" y="36294"/>
                </a:lnTo>
                <a:lnTo>
                  <a:pt x="48296" y="8069"/>
                </a:lnTo>
                <a:lnTo>
                  <a:pt x="451" y="10923"/>
                </a:lnTo>
                <a:lnTo>
                  <a:pt x="0" y="3408"/>
                </a:lnTo>
                <a:lnTo>
                  <a:pt x="57223" y="0"/>
                </a:lnTo>
                <a:close/>
                <a:moveTo>
                  <a:pt x="572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4D09C-BCC8-492F-8691-FEB6148A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123" y="5612210"/>
            <a:ext cx="59845" cy="48864"/>
          </a:xfrm>
          <a:custGeom xmlns:a="http://schemas.openxmlformats.org/drawingml/2006/main">
            <a:pathLst>
              <a:path w="59845" h="48864">
                <a:moveTo>
                  <a:pt x="57296" y="0"/>
                </a:moveTo>
                <a:lnTo>
                  <a:pt x="57748" y="7792"/>
                </a:lnTo>
                <a:lnTo>
                  <a:pt x="33513" y="9219"/>
                </a:lnTo>
                <a:lnTo>
                  <a:pt x="59277" y="33454"/>
                </a:lnTo>
                <a:lnTo>
                  <a:pt x="59845" y="43402"/>
                </a:lnTo>
                <a:lnTo>
                  <a:pt x="31459" y="16618"/>
                </a:lnTo>
                <a:lnTo>
                  <a:pt x="2738" y="48864"/>
                </a:lnTo>
                <a:lnTo>
                  <a:pt x="2112" y="38683"/>
                </a:lnTo>
                <a:lnTo>
                  <a:pt x="28051" y="9554"/>
                </a:lnTo>
                <a:lnTo>
                  <a:pt x="510" y="11156"/>
                </a:lnTo>
                <a:lnTo>
                  <a:pt x="0" y="3408"/>
                </a:lnTo>
                <a:lnTo>
                  <a:pt x="57296" y="0"/>
                </a:lnTo>
                <a:close/>
                <a:moveTo>
                  <a:pt x="572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0CB31-1981-4117-B74A-D746961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570" y="5658176"/>
            <a:ext cx="45805" cy="40285"/>
          </a:xfrm>
          <a:custGeom xmlns:a="http://schemas.openxmlformats.org/drawingml/2006/main">
            <a:pathLst>
              <a:path w="45805" h="40285">
                <a:moveTo>
                  <a:pt x="25823" y="40052"/>
                </a:moveTo>
                <a:lnTo>
                  <a:pt x="22356" y="40285"/>
                </a:lnTo>
                <a:lnTo>
                  <a:pt x="20419" y="7850"/>
                </a:lnTo>
                <a:cubicBezTo>
                  <a:pt x="15584" y="8418"/>
                  <a:pt x="12001" y="10137"/>
                  <a:pt x="9612" y="12860"/>
                </a:cubicBezTo>
                <a:cubicBezTo>
                  <a:pt x="7224" y="15642"/>
                  <a:pt x="6146" y="19400"/>
                  <a:pt x="6423" y="24075"/>
                </a:cubicBezTo>
                <a:cubicBezTo>
                  <a:pt x="6598" y="26740"/>
                  <a:pt x="7049" y="29362"/>
                  <a:pt x="7908" y="31867"/>
                </a:cubicBezTo>
                <a:cubicBezTo>
                  <a:pt x="8710" y="34372"/>
                  <a:pt x="9846" y="36862"/>
                  <a:pt x="11317" y="39266"/>
                </a:cubicBezTo>
                <a:lnTo>
                  <a:pt x="4661" y="39659"/>
                </a:lnTo>
                <a:cubicBezTo>
                  <a:pt x="3466" y="37212"/>
                  <a:pt x="2447" y="34649"/>
                  <a:pt x="1762" y="32027"/>
                </a:cubicBezTo>
                <a:cubicBezTo>
                  <a:pt x="1020" y="29420"/>
                  <a:pt x="568" y="26740"/>
                  <a:pt x="393" y="24017"/>
                </a:cubicBezTo>
                <a:cubicBezTo>
                  <a:pt x="0" y="17128"/>
                  <a:pt x="1704" y="11608"/>
                  <a:pt x="5403" y="7340"/>
                </a:cubicBezTo>
                <a:cubicBezTo>
                  <a:pt x="9161" y="3131"/>
                  <a:pt x="14448" y="801"/>
                  <a:pt x="21279" y="408"/>
                </a:cubicBezTo>
                <a:cubicBezTo>
                  <a:pt x="28269" y="0"/>
                  <a:pt x="33964" y="1544"/>
                  <a:pt x="38348" y="5127"/>
                </a:cubicBezTo>
                <a:cubicBezTo>
                  <a:pt x="42674" y="8651"/>
                  <a:pt x="45062" y="13661"/>
                  <a:pt x="45455" y="20084"/>
                </a:cubicBezTo>
                <a:cubicBezTo>
                  <a:pt x="45805" y="25837"/>
                  <a:pt x="44203" y="30556"/>
                  <a:pt x="40678" y="34139"/>
                </a:cubicBezTo>
                <a:cubicBezTo>
                  <a:pt x="37154" y="37722"/>
                  <a:pt x="32202" y="39659"/>
                  <a:pt x="25823" y="40052"/>
                </a:cubicBezTo>
                <a:close/>
                <a:moveTo>
                  <a:pt x="27483" y="32886"/>
                </a:moveTo>
                <a:cubicBezTo>
                  <a:pt x="31284" y="32610"/>
                  <a:pt x="34299" y="31357"/>
                  <a:pt x="36527" y="29071"/>
                </a:cubicBezTo>
                <a:cubicBezTo>
                  <a:pt x="38683" y="26857"/>
                  <a:pt x="39659" y="24017"/>
                  <a:pt x="39484" y="20536"/>
                </a:cubicBezTo>
                <a:cubicBezTo>
                  <a:pt x="39193" y="16560"/>
                  <a:pt x="37940" y="13487"/>
                  <a:pt x="35552" y="11273"/>
                </a:cubicBezTo>
                <a:cubicBezTo>
                  <a:pt x="33163" y="9044"/>
                  <a:pt x="29988" y="7850"/>
                  <a:pt x="25939" y="7734"/>
                </a:cubicBezTo>
                <a:lnTo>
                  <a:pt x="27483" y="32886"/>
                </a:lnTo>
                <a:close/>
                <a:moveTo>
                  <a:pt x="27483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11082-85F1-4DAB-80B2-E359A325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432" y="5703573"/>
            <a:ext cx="61549" cy="41829"/>
          </a:xfrm>
          <a:custGeom xmlns:a="http://schemas.openxmlformats.org/drawingml/2006/main">
            <a:pathLst>
              <a:path w="61549" h="41829">
                <a:moveTo>
                  <a:pt x="13472" y="25721"/>
                </a:moveTo>
                <a:cubicBezTo>
                  <a:pt x="8243" y="24017"/>
                  <a:pt x="4835" y="22313"/>
                  <a:pt x="3131" y="20492"/>
                </a:cubicBezTo>
                <a:cubicBezTo>
                  <a:pt x="1471" y="18672"/>
                  <a:pt x="510" y="16225"/>
                  <a:pt x="335" y="13035"/>
                </a:cubicBezTo>
                <a:lnTo>
                  <a:pt x="0" y="7399"/>
                </a:lnTo>
                <a:lnTo>
                  <a:pt x="5913" y="7064"/>
                </a:lnTo>
                <a:lnTo>
                  <a:pt x="6146" y="11215"/>
                </a:lnTo>
                <a:cubicBezTo>
                  <a:pt x="6248" y="13152"/>
                  <a:pt x="6816" y="14623"/>
                  <a:pt x="7792" y="15657"/>
                </a:cubicBezTo>
                <a:cubicBezTo>
                  <a:pt x="8811" y="16676"/>
                  <a:pt x="11025" y="17696"/>
                  <a:pt x="14564" y="18832"/>
                </a:cubicBezTo>
                <a:lnTo>
                  <a:pt x="17798" y="19866"/>
                </a:lnTo>
                <a:lnTo>
                  <a:pt x="59044" y="0"/>
                </a:lnTo>
                <a:lnTo>
                  <a:pt x="59510" y="7457"/>
                </a:lnTo>
                <a:lnTo>
                  <a:pt x="26740" y="22881"/>
                </a:lnTo>
                <a:lnTo>
                  <a:pt x="61098" y="34314"/>
                </a:lnTo>
                <a:lnTo>
                  <a:pt x="61549" y="41829"/>
                </a:lnTo>
                <a:lnTo>
                  <a:pt x="13472" y="25721"/>
                </a:lnTo>
                <a:close/>
                <a:moveTo>
                  <a:pt x="13472" y="257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636ED-234F-4298-9710-89667E5B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031" y="5752728"/>
            <a:ext cx="45514" cy="34139"/>
          </a:xfrm>
          <a:custGeom xmlns:a="http://schemas.openxmlformats.org/drawingml/2006/main">
            <a:pathLst>
              <a:path w="45514" h="34139">
                <a:moveTo>
                  <a:pt x="43868" y="29813"/>
                </a:moveTo>
                <a:lnTo>
                  <a:pt x="37212" y="30221"/>
                </a:lnTo>
                <a:cubicBezTo>
                  <a:pt x="38115" y="28168"/>
                  <a:pt x="38741" y="26056"/>
                  <a:pt x="39149" y="23842"/>
                </a:cubicBezTo>
                <a:cubicBezTo>
                  <a:pt x="39484" y="21686"/>
                  <a:pt x="39659" y="19458"/>
                  <a:pt x="39484" y="17128"/>
                </a:cubicBezTo>
                <a:cubicBezTo>
                  <a:pt x="39309" y="13661"/>
                  <a:pt x="38567" y="11040"/>
                  <a:pt x="37430" y="9394"/>
                </a:cubicBezTo>
                <a:cubicBezTo>
                  <a:pt x="36236" y="7690"/>
                  <a:pt x="34590" y="6889"/>
                  <a:pt x="32435" y="7064"/>
                </a:cubicBezTo>
                <a:cubicBezTo>
                  <a:pt x="30775" y="7122"/>
                  <a:pt x="29522" y="7850"/>
                  <a:pt x="28677" y="9161"/>
                </a:cubicBezTo>
                <a:cubicBezTo>
                  <a:pt x="27818" y="10472"/>
                  <a:pt x="27075" y="13035"/>
                  <a:pt x="26449" y="16851"/>
                </a:cubicBezTo>
                <a:lnTo>
                  <a:pt x="26056" y="19298"/>
                </a:lnTo>
                <a:cubicBezTo>
                  <a:pt x="25313" y="24352"/>
                  <a:pt x="24002" y="27993"/>
                  <a:pt x="22182" y="30279"/>
                </a:cubicBezTo>
                <a:cubicBezTo>
                  <a:pt x="20361" y="32493"/>
                  <a:pt x="17696" y="33687"/>
                  <a:pt x="14171" y="33920"/>
                </a:cubicBezTo>
                <a:cubicBezTo>
                  <a:pt x="10181" y="34139"/>
                  <a:pt x="6947" y="32726"/>
                  <a:pt x="4442" y="29697"/>
                </a:cubicBezTo>
                <a:cubicBezTo>
                  <a:pt x="1937" y="26682"/>
                  <a:pt x="510" y="22415"/>
                  <a:pt x="175" y="16909"/>
                </a:cubicBezTo>
                <a:cubicBezTo>
                  <a:pt x="0" y="14623"/>
                  <a:pt x="117" y="12234"/>
                  <a:pt x="393" y="9685"/>
                </a:cubicBezTo>
                <a:cubicBezTo>
                  <a:pt x="743" y="7180"/>
                  <a:pt x="1253" y="4500"/>
                  <a:pt x="1937" y="1719"/>
                </a:cubicBezTo>
                <a:lnTo>
                  <a:pt x="9219" y="1253"/>
                </a:lnTo>
                <a:cubicBezTo>
                  <a:pt x="8025" y="3932"/>
                  <a:pt x="7166" y="6612"/>
                  <a:pt x="6656" y="9161"/>
                </a:cubicBezTo>
                <a:cubicBezTo>
                  <a:pt x="6146" y="11724"/>
                  <a:pt x="5913" y="14229"/>
                  <a:pt x="6088" y="16734"/>
                </a:cubicBezTo>
                <a:cubicBezTo>
                  <a:pt x="6263" y="20026"/>
                  <a:pt x="6991" y="22589"/>
                  <a:pt x="8243" y="24293"/>
                </a:cubicBezTo>
                <a:cubicBezTo>
                  <a:pt x="9496" y="26012"/>
                  <a:pt x="11156" y="26798"/>
                  <a:pt x="13195" y="26682"/>
                </a:cubicBezTo>
                <a:cubicBezTo>
                  <a:pt x="15132" y="26580"/>
                  <a:pt x="16560" y="25837"/>
                  <a:pt x="17521" y="24468"/>
                </a:cubicBezTo>
                <a:cubicBezTo>
                  <a:pt x="18439" y="23157"/>
                  <a:pt x="19283" y="20259"/>
                  <a:pt x="19968" y="15817"/>
                </a:cubicBezTo>
                <a:lnTo>
                  <a:pt x="20361" y="13326"/>
                </a:lnTo>
                <a:cubicBezTo>
                  <a:pt x="21046" y="8884"/>
                  <a:pt x="22240" y="5636"/>
                  <a:pt x="24060" y="3597"/>
                </a:cubicBezTo>
                <a:cubicBezTo>
                  <a:pt x="25823" y="1544"/>
                  <a:pt x="28386" y="408"/>
                  <a:pt x="31750" y="233"/>
                </a:cubicBezTo>
                <a:cubicBezTo>
                  <a:pt x="35785" y="0"/>
                  <a:pt x="38974" y="1253"/>
                  <a:pt x="41305" y="3991"/>
                </a:cubicBezTo>
                <a:cubicBezTo>
                  <a:pt x="43693" y="6714"/>
                  <a:pt x="45062" y="10705"/>
                  <a:pt x="45339" y="15992"/>
                </a:cubicBezTo>
                <a:cubicBezTo>
                  <a:pt x="45514" y="18555"/>
                  <a:pt x="45455" y="21060"/>
                  <a:pt x="45222" y="23332"/>
                </a:cubicBezTo>
                <a:cubicBezTo>
                  <a:pt x="44946" y="25662"/>
                  <a:pt x="44552" y="27833"/>
                  <a:pt x="43868" y="29813"/>
                </a:cubicBezTo>
                <a:close/>
                <a:moveTo>
                  <a:pt x="43868" y="298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8CCD7-D76B-44FE-904A-7BB4D63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769" y="5794600"/>
            <a:ext cx="60064" cy="46373"/>
          </a:xfrm>
          <a:custGeom xmlns:a="http://schemas.openxmlformats.org/drawingml/2006/main">
            <a:pathLst>
              <a:path w="60064" h="46373">
                <a:moveTo>
                  <a:pt x="57457" y="0"/>
                </a:moveTo>
                <a:lnTo>
                  <a:pt x="57908" y="7748"/>
                </a:lnTo>
                <a:lnTo>
                  <a:pt x="23143" y="9846"/>
                </a:lnTo>
                <a:cubicBezTo>
                  <a:pt x="16997" y="10195"/>
                  <a:pt x="12686" y="11550"/>
                  <a:pt x="10122" y="13938"/>
                </a:cubicBezTo>
                <a:cubicBezTo>
                  <a:pt x="7559" y="16341"/>
                  <a:pt x="6423" y="20026"/>
                  <a:pt x="6700" y="24978"/>
                </a:cubicBezTo>
                <a:cubicBezTo>
                  <a:pt x="6991" y="29988"/>
                  <a:pt x="8578" y="33454"/>
                  <a:pt x="11375" y="35566"/>
                </a:cubicBezTo>
                <a:cubicBezTo>
                  <a:pt x="14215" y="37605"/>
                  <a:pt x="18715" y="38465"/>
                  <a:pt x="24861" y="38071"/>
                </a:cubicBezTo>
                <a:lnTo>
                  <a:pt x="59612" y="36018"/>
                </a:lnTo>
                <a:lnTo>
                  <a:pt x="60064" y="43810"/>
                </a:lnTo>
                <a:lnTo>
                  <a:pt x="24337" y="45922"/>
                </a:lnTo>
                <a:cubicBezTo>
                  <a:pt x="16895" y="46373"/>
                  <a:pt x="11142" y="44844"/>
                  <a:pt x="7107" y="41363"/>
                </a:cubicBezTo>
                <a:cubicBezTo>
                  <a:pt x="3059" y="37897"/>
                  <a:pt x="845" y="32610"/>
                  <a:pt x="451" y="25386"/>
                </a:cubicBezTo>
                <a:cubicBezTo>
                  <a:pt x="0" y="18162"/>
                  <a:pt x="1588" y="12584"/>
                  <a:pt x="5170" y="8651"/>
                </a:cubicBezTo>
                <a:cubicBezTo>
                  <a:pt x="8753" y="4733"/>
                  <a:pt x="14273" y="2563"/>
                  <a:pt x="21730" y="2112"/>
                </a:cubicBezTo>
                <a:lnTo>
                  <a:pt x="57457" y="0"/>
                </a:lnTo>
                <a:close/>
                <a:moveTo>
                  <a:pt x="574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BA070-F74C-439E-8ED3-3C5AA647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127" y="5853207"/>
            <a:ext cx="61840" cy="40110"/>
          </a:xfrm>
          <a:custGeom xmlns:a="http://schemas.openxmlformats.org/drawingml/2006/main">
            <a:pathLst>
              <a:path w="61840" h="40110">
                <a:moveTo>
                  <a:pt x="23157" y="9278"/>
                </a:moveTo>
                <a:lnTo>
                  <a:pt x="408" y="10632"/>
                </a:lnTo>
                <a:lnTo>
                  <a:pt x="0" y="3525"/>
                </a:lnTo>
                <a:lnTo>
                  <a:pt x="59233" y="0"/>
                </a:lnTo>
                <a:lnTo>
                  <a:pt x="59685" y="7107"/>
                </a:lnTo>
                <a:lnTo>
                  <a:pt x="53145" y="7457"/>
                </a:lnTo>
                <a:cubicBezTo>
                  <a:pt x="55811" y="8811"/>
                  <a:pt x="57806" y="10574"/>
                  <a:pt x="59175" y="12744"/>
                </a:cubicBezTo>
                <a:cubicBezTo>
                  <a:pt x="60544" y="14958"/>
                  <a:pt x="61331" y="17637"/>
                  <a:pt x="61505" y="20769"/>
                </a:cubicBezTo>
                <a:cubicBezTo>
                  <a:pt x="61840" y="25939"/>
                  <a:pt x="60020" y="30323"/>
                  <a:pt x="56044" y="33848"/>
                </a:cubicBezTo>
                <a:cubicBezTo>
                  <a:pt x="52111" y="37314"/>
                  <a:pt x="46766" y="39309"/>
                  <a:pt x="40052" y="39703"/>
                </a:cubicBezTo>
                <a:cubicBezTo>
                  <a:pt x="33280" y="40110"/>
                  <a:pt x="27716" y="38800"/>
                  <a:pt x="23390" y="35785"/>
                </a:cubicBezTo>
                <a:cubicBezTo>
                  <a:pt x="19065" y="32770"/>
                  <a:pt x="16734" y="28677"/>
                  <a:pt x="16443" y="23434"/>
                </a:cubicBezTo>
                <a:cubicBezTo>
                  <a:pt x="16283" y="20303"/>
                  <a:pt x="16734" y="17579"/>
                  <a:pt x="17812" y="15191"/>
                </a:cubicBezTo>
                <a:cubicBezTo>
                  <a:pt x="18948" y="12860"/>
                  <a:pt x="20711" y="10923"/>
                  <a:pt x="23157" y="9278"/>
                </a:cubicBezTo>
                <a:close/>
                <a:moveTo>
                  <a:pt x="39601" y="32377"/>
                </a:moveTo>
                <a:cubicBezTo>
                  <a:pt x="44786" y="32085"/>
                  <a:pt x="48762" y="30775"/>
                  <a:pt x="51602" y="28444"/>
                </a:cubicBezTo>
                <a:cubicBezTo>
                  <a:pt x="54456" y="26114"/>
                  <a:pt x="55752" y="23099"/>
                  <a:pt x="55534" y="19400"/>
                </a:cubicBezTo>
                <a:cubicBezTo>
                  <a:pt x="55301" y="15642"/>
                  <a:pt x="53655" y="12802"/>
                  <a:pt x="50582" y="10865"/>
                </a:cubicBezTo>
                <a:cubicBezTo>
                  <a:pt x="47509" y="8870"/>
                  <a:pt x="43358" y="8083"/>
                  <a:pt x="38173" y="8360"/>
                </a:cubicBezTo>
                <a:cubicBezTo>
                  <a:pt x="33003" y="8651"/>
                  <a:pt x="28969" y="9947"/>
                  <a:pt x="26172" y="12292"/>
                </a:cubicBezTo>
                <a:cubicBezTo>
                  <a:pt x="23332" y="14623"/>
                  <a:pt x="22021" y="17637"/>
                  <a:pt x="22254" y="21395"/>
                </a:cubicBezTo>
                <a:cubicBezTo>
                  <a:pt x="22473" y="25094"/>
                  <a:pt x="24133" y="27935"/>
                  <a:pt x="27206" y="29872"/>
                </a:cubicBezTo>
                <a:cubicBezTo>
                  <a:pt x="30265" y="31852"/>
                  <a:pt x="34430" y="32653"/>
                  <a:pt x="39601" y="32377"/>
                </a:cubicBezTo>
                <a:close/>
                <a:moveTo>
                  <a:pt x="39601" y="323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14214-C3B3-4E25-AD6C-C846F30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0425" y="5902304"/>
            <a:ext cx="60078" cy="10588"/>
          </a:xfrm>
          <a:custGeom xmlns:a="http://schemas.openxmlformats.org/drawingml/2006/main">
            <a:pathLst>
              <a:path w="60078" h="10588">
                <a:moveTo>
                  <a:pt x="59670" y="0"/>
                </a:moveTo>
                <a:lnTo>
                  <a:pt x="60078" y="7049"/>
                </a:lnTo>
                <a:lnTo>
                  <a:pt x="393" y="10588"/>
                </a:lnTo>
                <a:lnTo>
                  <a:pt x="0" y="3525"/>
                </a:lnTo>
                <a:lnTo>
                  <a:pt x="59670" y="0"/>
                </a:lnTo>
                <a:close/>
                <a:moveTo>
                  <a:pt x="5967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C9148-5F9F-4AE0-AF05-7C25FD8A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12" y="5922898"/>
            <a:ext cx="45805" cy="40285"/>
          </a:xfrm>
          <a:custGeom xmlns:a="http://schemas.openxmlformats.org/drawingml/2006/main">
            <a:pathLst>
              <a:path w="45805" h="40285">
                <a:moveTo>
                  <a:pt x="39484" y="19167"/>
                </a:moveTo>
                <a:cubicBezTo>
                  <a:pt x="39266" y="15365"/>
                  <a:pt x="37605" y="12453"/>
                  <a:pt x="34532" y="10472"/>
                </a:cubicBezTo>
                <a:cubicBezTo>
                  <a:pt x="31459" y="8418"/>
                  <a:pt x="27308" y="7573"/>
                  <a:pt x="22196" y="7850"/>
                </a:cubicBezTo>
                <a:cubicBezTo>
                  <a:pt x="17069" y="8200"/>
                  <a:pt x="13093" y="9496"/>
                  <a:pt x="10239" y="11841"/>
                </a:cubicBezTo>
                <a:cubicBezTo>
                  <a:pt x="7457" y="14229"/>
                  <a:pt x="6146" y="17302"/>
                  <a:pt x="6379" y="21104"/>
                </a:cubicBezTo>
                <a:cubicBezTo>
                  <a:pt x="6598" y="24861"/>
                  <a:pt x="8258" y="27760"/>
                  <a:pt x="11331" y="29813"/>
                </a:cubicBezTo>
                <a:cubicBezTo>
                  <a:pt x="14448" y="31809"/>
                  <a:pt x="18555" y="32653"/>
                  <a:pt x="23667" y="32377"/>
                </a:cubicBezTo>
                <a:cubicBezTo>
                  <a:pt x="28736" y="32085"/>
                  <a:pt x="32712" y="30716"/>
                  <a:pt x="35566" y="28328"/>
                </a:cubicBezTo>
                <a:cubicBezTo>
                  <a:pt x="38406" y="25997"/>
                  <a:pt x="39717" y="22924"/>
                  <a:pt x="39484" y="19167"/>
                </a:cubicBezTo>
                <a:close/>
                <a:moveTo>
                  <a:pt x="45455" y="18774"/>
                </a:moveTo>
                <a:cubicBezTo>
                  <a:pt x="45805" y="24920"/>
                  <a:pt x="44101" y="29872"/>
                  <a:pt x="40343" y="33629"/>
                </a:cubicBezTo>
                <a:cubicBezTo>
                  <a:pt x="36586" y="37329"/>
                  <a:pt x="31124" y="39426"/>
                  <a:pt x="24119" y="39819"/>
                </a:cubicBezTo>
                <a:cubicBezTo>
                  <a:pt x="17069" y="40285"/>
                  <a:pt x="11433" y="38858"/>
                  <a:pt x="7224" y="35552"/>
                </a:cubicBezTo>
                <a:cubicBezTo>
                  <a:pt x="3015" y="32318"/>
                  <a:pt x="743" y="27600"/>
                  <a:pt x="408" y="21453"/>
                </a:cubicBezTo>
                <a:cubicBezTo>
                  <a:pt x="0" y="15307"/>
                  <a:pt x="1704" y="10355"/>
                  <a:pt x="5520" y="6656"/>
                </a:cubicBezTo>
                <a:cubicBezTo>
                  <a:pt x="9336" y="2898"/>
                  <a:pt x="14739" y="859"/>
                  <a:pt x="21730" y="451"/>
                </a:cubicBezTo>
                <a:cubicBezTo>
                  <a:pt x="28794" y="0"/>
                  <a:pt x="34416" y="1427"/>
                  <a:pt x="38639" y="4661"/>
                </a:cubicBezTo>
                <a:cubicBezTo>
                  <a:pt x="42790" y="7908"/>
                  <a:pt x="45120" y="12627"/>
                  <a:pt x="45455" y="18774"/>
                </a:cubicBezTo>
                <a:close/>
                <a:moveTo>
                  <a:pt x="45455" y="187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E6A24-044A-47AE-B2EC-16F24448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892" y="5971994"/>
            <a:ext cx="45907" cy="37329"/>
          </a:xfrm>
          <a:custGeom xmlns:a="http://schemas.openxmlformats.org/drawingml/2006/main">
            <a:pathLst>
              <a:path w="45907" h="37329">
                <a:moveTo>
                  <a:pt x="23434" y="21963"/>
                </a:moveTo>
                <a:cubicBezTo>
                  <a:pt x="23099" y="16210"/>
                  <a:pt x="22182" y="12351"/>
                  <a:pt x="20769" y="10181"/>
                </a:cubicBezTo>
                <a:cubicBezTo>
                  <a:pt x="19342" y="8083"/>
                  <a:pt x="17069" y="7107"/>
                  <a:pt x="13880" y="7282"/>
                </a:cubicBezTo>
                <a:cubicBezTo>
                  <a:pt x="11375" y="7457"/>
                  <a:pt x="9438" y="8418"/>
                  <a:pt x="8083" y="10122"/>
                </a:cubicBezTo>
                <a:cubicBezTo>
                  <a:pt x="6714" y="11899"/>
                  <a:pt x="6146" y="14171"/>
                  <a:pt x="6306" y="17011"/>
                </a:cubicBezTo>
                <a:cubicBezTo>
                  <a:pt x="6539" y="20885"/>
                  <a:pt x="8083" y="23958"/>
                  <a:pt x="11040" y="26172"/>
                </a:cubicBezTo>
                <a:cubicBezTo>
                  <a:pt x="13938" y="28386"/>
                  <a:pt x="17696" y="29304"/>
                  <a:pt x="22298" y="29071"/>
                </a:cubicBezTo>
                <a:lnTo>
                  <a:pt x="23842" y="28954"/>
                </a:lnTo>
                <a:lnTo>
                  <a:pt x="23434" y="21963"/>
                </a:lnTo>
                <a:close/>
                <a:moveTo>
                  <a:pt x="27192" y="35843"/>
                </a:moveTo>
                <a:lnTo>
                  <a:pt x="2665" y="37329"/>
                </a:lnTo>
                <a:lnTo>
                  <a:pt x="2272" y="30265"/>
                </a:lnTo>
                <a:lnTo>
                  <a:pt x="8753" y="29872"/>
                </a:lnTo>
                <a:cubicBezTo>
                  <a:pt x="6088" y="28386"/>
                  <a:pt x="4034" y="26507"/>
                  <a:pt x="2665" y="24177"/>
                </a:cubicBezTo>
                <a:cubicBezTo>
                  <a:pt x="1253" y="21847"/>
                  <a:pt x="451" y="18948"/>
                  <a:pt x="277" y="15482"/>
                </a:cubicBezTo>
                <a:cubicBezTo>
                  <a:pt x="0" y="11098"/>
                  <a:pt x="1020" y="7515"/>
                  <a:pt x="3350" y="4777"/>
                </a:cubicBezTo>
                <a:cubicBezTo>
                  <a:pt x="5680" y="1995"/>
                  <a:pt x="8870" y="510"/>
                  <a:pt x="13021" y="291"/>
                </a:cubicBezTo>
                <a:cubicBezTo>
                  <a:pt x="17856" y="0"/>
                  <a:pt x="21555" y="1369"/>
                  <a:pt x="24235" y="4500"/>
                </a:cubicBezTo>
                <a:cubicBezTo>
                  <a:pt x="26857" y="7573"/>
                  <a:pt x="28386" y="12351"/>
                  <a:pt x="28779" y="18715"/>
                </a:cubicBezTo>
                <a:lnTo>
                  <a:pt x="29347" y="28619"/>
                </a:lnTo>
                <a:lnTo>
                  <a:pt x="30032" y="28561"/>
                </a:lnTo>
                <a:cubicBezTo>
                  <a:pt x="33338" y="28386"/>
                  <a:pt x="35785" y="27192"/>
                  <a:pt x="37372" y="24920"/>
                </a:cubicBezTo>
                <a:cubicBezTo>
                  <a:pt x="39018" y="22706"/>
                  <a:pt x="39761" y="19633"/>
                  <a:pt x="39542" y="15759"/>
                </a:cubicBezTo>
                <a:cubicBezTo>
                  <a:pt x="39368" y="13312"/>
                  <a:pt x="38974" y="10982"/>
                  <a:pt x="38232" y="8651"/>
                </a:cubicBezTo>
                <a:cubicBezTo>
                  <a:pt x="37489" y="6379"/>
                  <a:pt x="36469" y="4209"/>
                  <a:pt x="35158" y="2112"/>
                </a:cubicBezTo>
                <a:lnTo>
                  <a:pt x="41698" y="1762"/>
                </a:lnTo>
                <a:cubicBezTo>
                  <a:pt x="42834" y="4267"/>
                  <a:pt x="43751" y="6714"/>
                  <a:pt x="44378" y="9103"/>
                </a:cubicBezTo>
                <a:cubicBezTo>
                  <a:pt x="45004" y="11491"/>
                  <a:pt x="45397" y="13880"/>
                  <a:pt x="45572" y="16166"/>
                </a:cubicBezTo>
                <a:cubicBezTo>
                  <a:pt x="45907" y="22356"/>
                  <a:pt x="44596" y="27090"/>
                  <a:pt x="41523" y="30381"/>
                </a:cubicBezTo>
                <a:cubicBezTo>
                  <a:pt x="38508" y="33629"/>
                  <a:pt x="33731" y="35450"/>
                  <a:pt x="27192" y="35843"/>
                </a:cubicBezTo>
                <a:close/>
                <a:moveTo>
                  <a:pt x="27192" y="358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424D6-8349-477A-9D42-FB25762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906" y="6019052"/>
            <a:ext cx="62292" cy="40052"/>
          </a:xfrm>
          <a:custGeom xmlns:a="http://schemas.openxmlformats.org/drawingml/2006/main">
            <a:pathLst>
              <a:path w="62292" h="40052">
                <a:moveTo>
                  <a:pt x="38625" y="30833"/>
                </a:moveTo>
                <a:lnTo>
                  <a:pt x="61899" y="29464"/>
                </a:lnTo>
                <a:lnTo>
                  <a:pt x="62292" y="36513"/>
                </a:lnTo>
                <a:lnTo>
                  <a:pt x="2622" y="40052"/>
                </a:lnTo>
                <a:lnTo>
                  <a:pt x="2214" y="32988"/>
                </a:lnTo>
                <a:lnTo>
                  <a:pt x="8651" y="32653"/>
                </a:lnTo>
                <a:cubicBezTo>
                  <a:pt x="6030" y="31284"/>
                  <a:pt x="3976" y="29522"/>
                  <a:pt x="2622" y="27366"/>
                </a:cubicBezTo>
                <a:cubicBezTo>
                  <a:pt x="1253" y="25138"/>
                  <a:pt x="451" y="22473"/>
                  <a:pt x="277" y="19342"/>
                </a:cubicBezTo>
                <a:cubicBezTo>
                  <a:pt x="0" y="14098"/>
                  <a:pt x="1762" y="9773"/>
                  <a:pt x="5738" y="6248"/>
                </a:cubicBezTo>
                <a:cubicBezTo>
                  <a:pt x="9671" y="2782"/>
                  <a:pt x="15016" y="845"/>
                  <a:pt x="21788" y="393"/>
                </a:cubicBezTo>
                <a:cubicBezTo>
                  <a:pt x="28503" y="0"/>
                  <a:pt x="34081" y="1296"/>
                  <a:pt x="38406" y="4311"/>
                </a:cubicBezTo>
                <a:cubicBezTo>
                  <a:pt x="42717" y="7326"/>
                  <a:pt x="45062" y="11433"/>
                  <a:pt x="45339" y="16603"/>
                </a:cubicBezTo>
                <a:cubicBezTo>
                  <a:pt x="45572" y="19793"/>
                  <a:pt x="45120" y="22575"/>
                  <a:pt x="43970" y="24920"/>
                </a:cubicBezTo>
                <a:cubicBezTo>
                  <a:pt x="42892" y="27250"/>
                  <a:pt x="41072" y="29231"/>
                  <a:pt x="38625" y="30833"/>
                </a:cubicBezTo>
                <a:close/>
                <a:moveTo>
                  <a:pt x="22240" y="7734"/>
                </a:moveTo>
                <a:cubicBezTo>
                  <a:pt x="17011" y="8010"/>
                  <a:pt x="13021" y="9321"/>
                  <a:pt x="10181" y="11652"/>
                </a:cubicBezTo>
                <a:cubicBezTo>
                  <a:pt x="7399" y="13938"/>
                  <a:pt x="6088" y="16953"/>
                  <a:pt x="6306" y="20696"/>
                </a:cubicBezTo>
                <a:cubicBezTo>
                  <a:pt x="6539" y="24395"/>
                  <a:pt x="8185" y="27250"/>
                  <a:pt x="11258" y="29231"/>
                </a:cubicBezTo>
                <a:cubicBezTo>
                  <a:pt x="14331" y="31226"/>
                  <a:pt x="18482" y="32027"/>
                  <a:pt x="23667" y="31736"/>
                </a:cubicBezTo>
                <a:cubicBezTo>
                  <a:pt x="28837" y="31459"/>
                  <a:pt x="32828" y="30090"/>
                  <a:pt x="35668" y="27760"/>
                </a:cubicBezTo>
                <a:cubicBezTo>
                  <a:pt x="38450" y="25488"/>
                  <a:pt x="39761" y="22473"/>
                  <a:pt x="39542" y="18715"/>
                </a:cubicBezTo>
                <a:cubicBezTo>
                  <a:pt x="39368" y="14958"/>
                  <a:pt x="37722" y="12176"/>
                  <a:pt x="34590" y="10181"/>
                </a:cubicBezTo>
                <a:cubicBezTo>
                  <a:pt x="31517" y="8243"/>
                  <a:pt x="27425" y="7384"/>
                  <a:pt x="22240" y="7734"/>
                </a:cubicBezTo>
                <a:close/>
                <a:moveTo>
                  <a:pt x="22240" y="77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AEE3C-10B1-4F95-A984-9D9A151B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038" y="6068877"/>
            <a:ext cx="45732" cy="40343"/>
          </a:xfrm>
          <a:custGeom xmlns:a="http://schemas.openxmlformats.org/drawingml/2006/main">
            <a:pathLst>
              <a:path w="45732" h="40343">
                <a:moveTo>
                  <a:pt x="25764" y="40110"/>
                </a:moveTo>
                <a:lnTo>
                  <a:pt x="22356" y="40343"/>
                </a:lnTo>
                <a:lnTo>
                  <a:pt x="20419" y="7908"/>
                </a:lnTo>
                <a:cubicBezTo>
                  <a:pt x="15584" y="8476"/>
                  <a:pt x="11943" y="10195"/>
                  <a:pt x="9554" y="12919"/>
                </a:cubicBezTo>
                <a:cubicBezTo>
                  <a:pt x="7166" y="15715"/>
                  <a:pt x="6146" y="19400"/>
                  <a:pt x="6423" y="24133"/>
                </a:cubicBezTo>
                <a:cubicBezTo>
                  <a:pt x="6598" y="26798"/>
                  <a:pt x="7049" y="29420"/>
                  <a:pt x="7850" y="31925"/>
                </a:cubicBezTo>
                <a:cubicBezTo>
                  <a:pt x="8695" y="34430"/>
                  <a:pt x="9831" y="36877"/>
                  <a:pt x="11317" y="39324"/>
                </a:cubicBezTo>
                <a:lnTo>
                  <a:pt x="4661" y="39717"/>
                </a:lnTo>
                <a:cubicBezTo>
                  <a:pt x="3408" y="37270"/>
                  <a:pt x="2447" y="34707"/>
                  <a:pt x="1704" y="32100"/>
                </a:cubicBezTo>
                <a:cubicBezTo>
                  <a:pt x="1020" y="29478"/>
                  <a:pt x="568" y="26798"/>
                  <a:pt x="393" y="24075"/>
                </a:cubicBezTo>
                <a:cubicBezTo>
                  <a:pt x="0" y="17186"/>
                  <a:pt x="1646" y="11666"/>
                  <a:pt x="5403" y="7399"/>
                </a:cubicBezTo>
                <a:cubicBezTo>
                  <a:pt x="9161" y="3190"/>
                  <a:pt x="14448" y="859"/>
                  <a:pt x="21220" y="466"/>
                </a:cubicBezTo>
                <a:cubicBezTo>
                  <a:pt x="28269" y="0"/>
                  <a:pt x="33964" y="1602"/>
                  <a:pt x="38290" y="5127"/>
                </a:cubicBezTo>
                <a:cubicBezTo>
                  <a:pt x="42659" y="8710"/>
                  <a:pt x="45004" y="13720"/>
                  <a:pt x="45397" y="20143"/>
                </a:cubicBezTo>
                <a:cubicBezTo>
                  <a:pt x="45732" y="25895"/>
                  <a:pt x="44145" y="30614"/>
                  <a:pt x="40620" y="34197"/>
                </a:cubicBezTo>
                <a:cubicBezTo>
                  <a:pt x="37139" y="37780"/>
                  <a:pt x="32202" y="39717"/>
                  <a:pt x="25764" y="40110"/>
                </a:cubicBezTo>
                <a:close/>
                <a:moveTo>
                  <a:pt x="27425" y="32945"/>
                </a:moveTo>
                <a:cubicBezTo>
                  <a:pt x="31284" y="32668"/>
                  <a:pt x="34299" y="31415"/>
                  <a:pt x="36469" y="29129"/>
                </a:cubicBezTo>
                <a:cubicBezTo>
                  <a:pt x="38625" y="26915"/>
                  <a:pt x="39644" y="24017"/>
                  <a:pt x="39426" y="20550"/>
                </a:cubicBezTo>
                <a:cubicBezTo>
                  <a:pt x="39193" y="16618"/>
                  <a:pt x="37882" y="13545"/>
                  <a:pt x="35552" y="11331"/>
                </a:cubicBezTo>
                <a:cubicBezTo>
                  <a:pt x="33163" y="9103"/>
                  <a:pt x="29974" y="7908"/>
                  <a:pt x="25881" y="7807"/>
                </a:cubicBezTo>
                <a:lnTo>
                  <a:pt x="27425" y="32945"/>
                </a:lnTo>
                <a:close/>
                <a:moveTo>
                  <a:pt x="27425" y="329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3F3BD-831D-4368-8FA3-5CDB1667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703" y="6117187"/>
            <a:ext cx="62365" cy="40052"/>
          </a:xfrm>
          <a:custGeom xmlns:a="http://schemas.openxmlformats.org/drawingml/2006/main">
            <a:pathLst>
              <a:path w="62365" h="40052">
                <a:moveTo>
                  <a:pt x="38698" y="30833"/>
                </a:moveTo>
                <a:lnTo>
                  <a:pt x="61899" y="29464"/>
                </a:lnTo>
                <a:lnTo>
                  <a:pt x="62365" y="36527"/>
                </a:lnTo>
                <a:lnTo>
                  <a:pt x="2680" y="40052"/>
                </a:lnTo>
                <a:lnTo>
                  <a:pt x="2287" y="32988"/>
                </a:lnTo>
                <a:lnTo>
                  <a:pt x="8710" y="32653"/>
                </a:lnTo>
                <a:cubicBezTo>
                  <a:pt x="6030" y="31284"/>
                  <a:pt x="4049" y="29522"/>
                  <a:pt x="2680" y="27366"/>
                </a:cubicBezTo>
                <a:cubicBezTo>
                  <a:pt x="1311" y="25138"/>
                  <a:pt x="510" y="22473"/>
                  <a:pt x="350" y="19342"/>
                </a:cubicBezTo>
                <a:cubicBezTo>
                  <a:pt x="0" y="14113"/>
                  <a:pt x="1821" y="9787"/>
                  <a:pt x="5753" y="6263"/>
                </a:cubicBezTo>
                <a:cubicBezTo>
                  <a:pt x="9729" y="2782"/>
                  <a:pt x="15074" y="801"/>
                  <a:pt x="21847" y="393"/>
                </a:cubicBezTo>
                <a:cubicBezTo>
                  <a:pt x="28561" y="0"/>
                  <a:pt x="34081" y="1311"/>
                  <a:pt x="38465" y="4326"/>
                </a:cubicBezTo>
                <a:cubicBezTo>
                  <a:pt x="42790" y="7340"/>
                  <a:pt x="45120" y="11433"/>
                  <a:pt x="45397" y="16618"/>
                </a:cubicBezTo>
                <a:cubicBezTo>
                  <a:pt x="45572" y="19793"/>
                  <a:pt x="45120" y="22589"/>
                  <a:pt x="44043" y="24920"/>
                </a:cubicBezTo>
                <a:cubicBezTo>
                  <a:pt x="42907" y="27250"/>
                  <a:pt x="41130" y="29245"/>
                  <a:pt x="38698" y="30833"/>
                </a:cubicBezTo>
                <a:close/>
                <a:moveTo>
                  <a:pt x="22254" y="7734"/>
                </a:moveTo>
                <a:cubicBezTo>
                  <a:pt x="17069" y="8025"/>
                  <a:pt x="13093" y="9336"/>
                  <a:pt x="10239" y="11666"/>
                </a:cubicBezTo>
                <a:cubicBezTo>
                  <a:pt x="7399" y="13938"/>
                  <a:pt x="6088" y="16953"/>
                  <a:pt x="6321" y="20711"/>
                </a:cubicBezTo>
                <a:cubicBezTo>
                  <a:pt x="6554" y="24410"/>
                  <a:pt x="8200" y="27250"/>
                  <a:pt x="11273" y="29245"/>
                </a:cubicBezTo>
                <a:cubicBezTo>
                  <a:pt x="14404" y="31226"/>
                  <a:pt x="18497" y="32027"/>
                  <a:pt x="23667" y="31750"/>
                </a:cubicBezTo>
                <a:cubicBezTo>
                  <a:pt x="28852" y="31401"/>
                  <a:pt x="32886" y="30090"/>
                  <a:pt x="35683" y="27760"/>
                </a:cubicBezTo>
                <a:cubicBezTo>
                  <a:pt x="38523" y="25488"/>
                  <a:pt x="39834" y="22473"/>
                  <a:pt x="39601" y="18715"/>
                </a:cubicBezTo>
                <a:cubicBezTo>
                  <a:pt x="39368" y="14958"/>
                  <a:pt x="37722" y="12118"/>
                  <a:pt x="34649" y="10181"/>
                </a:cubicBezTo>
                <a:cubicBezTo>
                  <a:pt x="31576" y="8243"/>
                  <a:pt x="27425" y="7399"/>
                  <a:pt x="22254" y="7734"/>
                </a:cubicBezTo>
                <a:close/>
                <a:moveTo>
                  <a:pt x="22254" y="77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199D1-FDD2-424D-B1FE-DB9ED228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45" y="6161623"/>
            <a:ext cx="59059" cy="52388"/>
          </a:xfrm>
          <a:custGeom xmlns:a="http://schemas.openxmlformats.org/drawingml/2006/main">
            <a:pathLst>
              <a:path w="59059" h="52388">
                <a:moveTo>
                  <a:pt x="0" y="25196"/>
                </a:moveTo>
                <a:lnTo>
                  <a:pt x="55927" y="0"/>
                </a:lnTo>
                <a:lnTo>
                  <a:pt x="56437" y="8069"/>
                </a:lnTo>
                <a:lnTo>
                  <a:pt x="9336" y="29071"/>
                </a:lnTo>
                <a:lnTo>
                  <a:pt x="58593" y="44378"/>
                </a:lnTo>
                <a:lnTo>
                  <a:pt x="59059" y="52388"/>
                </a:lnTo>
                <a:lnTo>
                  <a:pt x="510" y="34022"/>
                </a:lnTo>
                <a:lnTo>
                  <a:pt x="0" y="25196"/>
                </a:lnTo>
                <a:close/>
                <a:moveTo>
                  <a:pt x="0" y="251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25A01-6922-46BC-AD15-CFABE163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398" y="6215671"/>
            <a:ext cx="45907" cy="37314"/>
          </a:xfrm>
          <a:custGeom xmlns:a="http://schemas.openxmlformats.org/drawingml/2006/main">
            <a:pathLst>
              <a:path w="45907" h="37314">
                <a:moveTo>
                  <a:pt x="23434" y="21949"/>
                </a:moveTo>
                <a:cubicBezTo>
                  <a:pt x="23099" y="16268"/>
                  <a:pt x="22182" y="12336"/>
                  <a:pt x="20769" y="10239"/>
                </a:cubicBezTo>
                <a:cubicBezTo>
                  <a:pt x="19342" y="8127"/>
                  <a:pt x="17069" y="7166"/>
                  <a:pt x="13880" y="7326"/>
                </a:cubicBezTo>
                <a:cubicBezTo>
                  <a:pt x="11375" y="7501"/>
                  <a:pt x="9438" y="8418"/>
                  <a:pt x="8083" y="10181"/>
                </a:cubicBezTo>
                <a:cubicBezTo>
                  <a:pt x="6714" y="11885"/>
                  <a:pt x="6146" y="14157"/>
                  <a:pt x="6263" y="17011"/>
                </a:cubicBezTo>
                <a:cubicBezTo>
                  <a:pt x="6539" y="20929"/>
                  <a:pt x="8083" y="24002"/>
                  <a:pt x="10982" y="26158"/>
                </a:cubicBezTo>
                <a:cubicBezTo>
                  <a:pt x="13938" y="28386"/>
                  <a:pt x="17696" y="29347"/>
                  <a:pt x="22240" y="29071"/>
                </a:cubicBezTo>
                <a:lnTo>
                  <a:pt x="23842" y="29012"/>
                </a:lnTo>
                <a:lnTo>
                  <a:pt x="23434" y="21949"/>
                </a:lnTo>
                <a:close/>
                <a:moveTo>
                  <a:pt x="27192" y="35887"/>
                </a:moveTo>
                <a:lnTo>
                  <a:pt x="2665" y="37314"/>
                </a:lnTo>
                <a:lnTo>
                  <a:pt x="2272" y="30265"/>
                </a:lnTo>
                <a:lnTo>
                  <a:pt x="8753" y="29857"/>
                </a:lnTo>
                <a:cubicBezTo>
                  <a:pt x="6088" y="28444"/>
                  <a:pt x="4034" y="26507"/>
                  <a:pt x="2665" y="24177"/>
                </a:cubicBezTo>
                <a:cubicBezTo>
                  <a:pt x="1253" y="21890"/>
                  <a:pt x="451" y="18992"/>
                  <a:pt x="277" y="15467"/>
                </a:cubicBezTo>
                <a:cubicBezTo>
                  <a:pt x="0" y="11084"/>
                  <a:pt x="1020" y="7501"/>
                  <a:pt x="3350" y="4777"/>
                </a:cubicBezTo>
                <a:cubicBezTo>
                  <a:pt x="5636" y="2039"/>
                  <a:pt x="8870" y="568"/>
                  <a:pt x="13021" y="277"/>
                </a:cubicBezTo>
                <a:cubicBezTo>
                  <a:pt x="17856" y="0"/>
                  <a:pt x="21555" y="1413"/>
                  <a:pt x="24235" y="4486"/>
                </a:cubicBezTo>
                <a:cubicBezTo>
                  <a:pt x="26857" y="7617"/>
                  <a:pt x="28386" y="12336"/>
                  <a:pt x="28779" y="18774"/>
                </a:cubicBezTo>
                <a:lnTo>
                  <a:pt x="29362" y="28663"/>
                </a:lnTo>
                <a:lnTo>
                  <a:pt x="30032" y="28604"/>
                </a:lnTo>
                <a:cubicBezTo>
                  <a:pt x="33280" y="28444"/>
                  <a:pt x="35726" y="27192"/>
                  <a:pt x="37372" y="24963"/>
                </a:cubicBezTo>
                <a:cubicBezTo>
                  <a:pt x="39033" y="22750"/>
                  <a:pt x="39761" y="19676"/>
                  <a:pt x="39542" y="15817"/>
                </a:cubicBezTo>
                <a:cubicBezTo>
                  <a:pt x="39368" y="13370"/>
                  <a:pt x="38974" y="10967"/>
                  <a:pt x="38232" y="8695"/>
                </a:cubicBezTo>
                <a:cubicBezTo>
                  <a:pt x="37489" y="6423"/>
                  <a:pt x="36469" y="4209"/>
                  <a:pt x="35158" y="2156"/>
                </a:cubicBezTo>
                <a:lnTo>
                  <a:pt x="41698" y="1762"/>
                </a:lnTo>
                <a:cubicBezTo>
                  <a:pt x="42834" y="4267"/>
                  <a:pt x="43751" y="6758"/>
                  <a:pt x="44378" y="9161"/>
                </a:cubicBezTo>
                <a:cubicBezTo>
                  <a:pt x="45004" y="11550"/>
                  <a:pt x="45397" y="13880"/>
                  <a:pt x="45572" y="16210"/>
                </a:cubicBezTo>
                <a:cubicBezTo>
                  <a:pt x="45907" y="22415"/>
                  <a:pt x="44596" y="27133"/>
                  <a:pt x="41523" y="30381"/>
                </a:cubicBezTo>
                <a:cubicBezTo>
                  <a:pt x="38508" y="33673"/>
                  <a:pt x="33731" y="35493"/>
                  <a:pt x="27192" y="35887"/>
                </a:cubicBezTo>
                <a:close/>
                <a:moveTo>
                  <a:pt x="27192" y="358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6115F-0D82-4B4F-94B7-1DA187E6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529" y="6262773"/>
            <a:ext cx="45630" cy="35552"/>
          </a:xfrm>
          <a:custGeom xmlns:a="http://schemas.openxmlformats.org/drawingml/2006/main">
            <a:pathLst>
              <a:path w="45630" h="35552">
                <a:moveTo>
                  <a:pt x="43518" y="33163"/>
                </a:moveTo>
                <a:lnTo>
                  <a:pt x="36921" y="33571"/>
                </a:lnTo>
                <a:cubicBezTo>
                  <a:pt x="37940" y="31517"/>
                  <a:pt x="38625" y="29464"/>
                  <a:pt x="39076" y="27425"/>
                </a:cubicBezTo>
                <a:cubicBezTo>
                  <a:pt x="39484" y="25371"/>
                  <a:pt x="39644" y="23376"/>
                  <a:pt x="39542" y="21337"/>
                </a:cubicBezTo>
                <a:cubicBezTo>
                  <a:pt x="39251" y="16720"/>
                  <a:pt x="37605" y="13254"/>
                  <a:pt x="34532" y="10923"/>
                </a:cubicBezTo>
                <a:cubicBezTo>
                  <a:pt x="31517" y="8535"/>
                  <a:pt x="27366" y="7515"/>
                  <a:pt x="22123" y="7850"/>
                </a:cubicBezTo>
                <a:cubicBezTo>
                  <a:pt x="16836" y="8141"/>
                  <a:pt x="12860" y="9671"/>
                  <a:pt x="10122" y="12351"/>
                </a:cubicBezTo>
                <a:cubicBezTo>
                  <a:pt x="7399" y="15074"/>
                  <a:pt x="6146" y="18715"/>
                  <a:pt x="6423" y="23274"/>
                </a:cubicBezTo>
                <a:cubicBezTo>
                  <a:pt x="6539" y="25313"/>
                  <a:pt x="6933" y="27308"/>
                  <a:pt x="7559" y="29304"/>
                </a:cubicBezTo>
                <a:cubicBezTo>
                  <a:pt x="8243" y="31284"/>
                  <a:pt x="9219" y="33221"/>
                  <a:pt x="10414" y="35158"/>
                </a:cubicBezTo>
                <a:lnTo>
                  <a:pt x="3918" y="35552"/>
                </a:lnTo>
                <a:cubicBezTo>
                  <a:pt x="2840" y="33629"/>
                  <a:pt x="2039" y="31634"/>
                  <a:pt x="1471" y="29522"/>
                </a:cubicBezTo>
                <a:cubicBezTo>
                  <a:pt x="903" y="27483"/>
                  <a:pt x="510" y="25255"/>
                  <a:pt x="393" y="22866"/>
                </a:cubicBezTo>
                <a:cubicBezTo>
                  <a:pt x="0" y="16385"/>
                  <a:pt x="1704" y="11156"/>
                  <a:pt x="5578" y="7107"/>
                </a:cubicBezTo>
                <a:cubicBezTo>
                  <a:pt x="9379" y="3015"/>
                  <a:pt x="14725" y="801"/>
                  <a:pt x="21672" y="393"/>
                </a:cubicBezTo>
                <a:cubicBezTo>
                  <a:pt x="28663" y="0"/>
                  <a:pt x="34299" y="1588"/>
                  <a:pt x="38508" y="5170"/>
                </a:cubicBezTo>
                <a:cubicBezTo>
                  <a:pt x="42776" y="8811"/>
                  <a:pt x="45062" y="13938"/>
                  <a:pt x="45455" y="20652"/>
                </a:cubicBezTo>
                <a:cubicBezTo>
                  <a:pt x="45630" y="22808"/>
                  <a:pt x="45514" y="24978"/>
                  <a:pt x="45164" y="27017"/>
                </a:cubicBezTo>
                <a:cubicBezTo>
                  <a:pt x="44887" y="29129"/>
                  <a:pt x="44319" y="31182"/>
                  <a:pt x="43518" y="33163"/>
                </a:cubicBezTo>
                <a:close/>
                <a:moveTo>
                  <a:pt x="43518" y="331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8DE35-9E9E-46C5-9D48-B896257A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092" y="6305898"/>
            <a:ext cx="45616" cy="35610"/>
          </a:xfrm>
          <a:custGeom xmlns:a="http://schemas.openxmlformats.org/drawingml/2006/main">
            <a:pathLst>
              <a:path w="45616" h="35610">
                <a:moveTo>
                  <a:pt x="43577" y="33221"/>
                </a:moveTo>
                <a:lnTo>
                  <a:pt x="36979" y="33615"/>
                </a:lnTo>
                <a:cubicBezTo>
                  <a:pt x="37940" y="31576"/>
                  <a:pt x="38625" y="29522"/>
                  <a:pt x="39076" y="27483"/>
                </a:cubicBezTo>
                <a:cubicBezTo>
                  <a:pt x="39470" y="25429"/>
                  <a:pt x="39644" y="23376"/>
                  <a:pt x="39528" y="21337"/>
                </a:cubicBezTo>
                <a:cubicBezTo>
                  <a:pt x="39251" y="16778"/>
                  <a:pt x="37605" y="13312"/>
                  <a:pt x="34532" y="10923"/>
                </a:cubicBezTo>
                <a:cubicBezTo>
                  <a:pt x="31517" y="8593"/>
                  <a:pt x="27352" y="7559"/>
                  <a:pt x="22123" y="7850"/>
                </a:cubicBezTo>
                <a:cubicBezTo>
                  <a:pt x="16895" y="8185"/>
                  <a:pt x="12846" y="9671"/>
                  <a:pt x="10122" y="12394"/>
                </a:cubicBezTo>
                <a:cubicBezTo>
                  <a:pt x="7384" y="15074"/>
                  <a:pt x="6132" y="18715"/>
                  <a:pt x="6423" y="23318"/>
                </a:cubicBezTo>
                <a:cubicBezTo>
                  <a:pt x="6539" y="25371"/>
                  <a:pt x="6933" y="27366"/>
                  <a:pt x="7617" y="29362"/>
                </a:cubicBezTo>
                <a:cubicBezTo>
                  <a:pt x="8243" y="31284"/>
                  <a:pt x="9205" y="33280"/>
                  <a:pt x="10399" y="35217"/>
                </a:cubicBezTo>
                <a:lnTo>
                  <a:pt x="3918" y="35610"/>
                </a:lnTo>
                <a:cubicBezTo>
                  <a:pt x="2898" y="33673"/>
                  <a:pt x="2039" y="31692"/>
                  <a:pt x="1471" y="29580"/>
                </a:cubicBezTo>
                <a:cubicBezTo>
                  <a:pt x="903" y="27541"/>
                  <a:pt x="510" y="25255"/>
                  <a:pt x="393" y="22924"/>
                </a:cubicBezTo>
                <a:cubicBezTo>
                  <a:pt x="0" y="16443"/>
                  <a:pt x="1704" y="11156"/>
                  <a:pt x="5564" y="7107"/>
                </a:cubicBezTo>
                <a:cubicBezTo>
                  <a:pt x="9379" y="3073"/>
                  <a:pt x="14783" y="845"/>
                  <a:pt x="21672" y="451"/>
                </a:cubicBezTo>
                <a:cubicBezTo>
                  <a:pt x="28663" y="0"/>
                  <a:pt x="34299" y="1588"/>
                  <a:pt x="38508" y="5229"/>
                </a:cubicBezTo>
                <a:cubicBezTo>
                  <a:pt x="42776" y="8811"/>
                  <a:pt x="45106" y="13996"/>
                  <a:pt x="45514" y="20711"/>
                </a:cubicBezTo>
                <a:cubicBezTo>
                  <a:pt x="45616" y="22866"/>
                  <a:pt x="45514" y="24978"/>
                  <a:pt x="45164" y="27075"/>
                </a:cubicBezTo>
                <a:cubicBezTo>
                  <a:pt x="44887" y="29187"/>
                  <a:pt x="44305" y="31226"/>
                  <a:pt x="43577" y="33221"/>
                </a:cubicBezTo>
                <a:close/>
                <a:moveTo>
                  <a:pt x="43577" y="332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133A3-069F-430D-9AF0-E8372708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107" y="6350275"/>
            <a:ext cx="60078" cy="10632"/>
          </a:xfrm>
          <a:custGeom xmlns:a="http://schemas.openxmlformats.org/drawingml/2006/main">
            <a:pathLst>
              <a:path w="60078" h="10632">
                <a:moveTo>
                  <a:pt x="42892" y="1020"/>
                </a:moveTo>
                <a:lnTo>
                  <a:pt x="43344" y="8069"/>
                </a:lnTo>
                <a:lnTo>
                  <a:pt x="393" y="10632"/>
                </a:lnTo>
                <a:lnTo>
                  <a:pt x="0" y="3583"/>
                </a:lnTo>
                <a:lnTo>
                  <a:pt x="42892" y="1020"/>
                </a:lnTo>
                <a:close/>
                <a:moveTo>
                  <a:pt x="59612" y="0"/>
                </a:moveTo>
                <a:lnTo>
                  <a:pt x="60078" y="7049"/>
                </a:lnTo>
                <a:lnTo>
                  <a:pt x="51077" y="7617"/>
                </a:lnTo>
                <a:lnTo>
                  <a:pt x="50684" y="568"/>
                </a:lnTo>
                <a:lnTo>
                  <a:pt x="59612" y="0"/>
                </a:lnTo>
                <a:close/>
                <a:moveTo>
                  <a:pt x="596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88AA7-6237-47DA-B771-3599866B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45" y="6372865"/>
            <a:ext cx="45528" cy="38508"/>
          </a:xfrm>
          <a:custGeom xmlns:a="http://schemas.openxmlformats.org/drawingml/2006/main">
            <a:pathLst>
              <a:path w="45528" h="38508">
                <a:moveTo>
                  <a:pt x="28051" y="36979"/>
                </a:moveTo>
                <a:lnTo>
                  <a:pt x="2170" y="38508"/>
                </a:lnTo>
                <a:lnTo>
                  <a:pt x="1719" y="31459"/>
                </a:lnTo>
                <a:lnTo>
                  <a:pt x="27425" y="29915"/>
                </a:lnTo>
                <a:cubicBezTo>
                  <a:pt x="31474" y="29697"/>
                  <a:pt x="34488" y="28663"/>
                  <a:pt x="36411" y="26959"/>
                </a:cubicBezTo>
                <a:cubicBezTo>
                  <a:pt x="38290" y="25255"/>
                  <a:pt x="39207" y="22866"/>
                  <a:pt x="38974" y="19676"/>
                </a:cubicBezTo>
                <a:cubicBezTo>
                  <a:pt x="38756" y="15861"/>
                  <a:pt x="37387" y="12904"/>
                  <a:pt x="34823" y="10865"/>
                </a:cubicBezTo>
                <a:cubicBezTo>
                  <a:pt x="32260" y="8811"/>
                  <a:pt x="28910" y="7908"/>
                  <a:pt x="24701" y="8185"/>
                </a:cubicBezTo>
                <a:lnTo>
                  <a:pt x="466" y="9612"/>
                </a:lnTo>
                <a:lnTo>
                  <a:pt x="0" y="2491"/>
                </a:lnTo>
                <a:lnTo>
                  <a:pt x="42965" y="0"/>
                </a:lnTo>
                <a:lnTo>
                  <a:pt x="43358" y="7049"/>
                </a:lnTo>
                <a:lnTo>
                  <a:pt x="36702" y="7442"/>
                </a:lnTo>
                <a:cubicBezTo>
                  <a:pt x="39382" y="8986"/>
                  <a:pt x="41421" y="10865"/>
                  <a:pt x="42848" y="13079"/>
                </a:cubicBezTo>
                <a:cubicBezTo>
                  <a:pt x="44276" y="15293"/>
                  <a:pt x="45062" y="17914"/>
                  <a:pt x="45237" y="20871"/>
                </a:cubicBezTo>
                <a:cubicBezTo>
                  <a:pt x="45528" y="25823"/>
                  <a:pt x="44217" y="29639"/>
                  <a:pt x="41305" y="32362"/>
                </a:cubicBezTo>
                <a:cubicBezTo>
                  <a:pt x="38406" y="35042"/>
                  <a:pt x="34022" y="36571"/>
                  <a:pt x="28051" y="36979"/>
                </a:cubicBezTo>
                <a:close/>
                <a:moveTo>
                  <a:pt x="28051" y="369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2DF2C-7068-4123-B9F1-A81D6BC9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967" y="6420709"/>
            <a:ext cx="45747" cy="40271"/>
          </a:xfrm>
          <a:custGeom xmlns:a="http://schemas.openxmlformats.org/drawingml/2006/main">
            <a:pathLst>
              <a:path w="45747" h="40271">
                <a:moveTo>
                  <a:pt x="25779" y="40052"/>
                </a:moveTo>
                <a:lnTo>
                  <a:pt x="22356" y="40271"/>
                </a:lnTo>
                <a:lnTo>
                  <a:pt x="20434" y="7850"/>
                </a:lnTo>
                <a:cubicBezTo>
                  <a:pt x="15584" y="8418"/>
                  <a:pt x="11943" y="10122"/>
                  <a:pt x="9554" y="12860"/>
                </a:cubicBezTo>
                <a:cubicBezTo>
                  <a:pt x="7166" y="15642"/>
                  <a:pt x="6146" y="19342"/>
                  <a:pt x="6437" y="24060"/>
                </a:cubicBezTo>
                <a:cubicBezTo>
                  <a:pt x="6539" y="26740"/>
                  <a:pt x="7064" y="29347"/>
                  <a:pt x="7850" y="31852"/>
                </a:cubicBezTo>
                <a:cubicBezTo>
                  <a:pt x="8710" y="34357"/>
                  <a:pt x="9846" y="36804"/>
                  <a:pt x="11331" y="39251"/>
                </a:cubicBezTo>
                <a:lnTo>
                  <a:pt x="4661" y="39644"/>
                </a:lnTo>
                <a:cubicBezTo>
                  <a:pt x="3423" y="37197"/>
                  <a:pt x="2447" y="34649"/>
                  <a:pt x="1704" y="32027"/>
                </a:cubicBezTo>
                <a:cubicBezTo>
                  <a:pt x="1020" y="29406"/>
                  <a:pt x="568" y="26740"/>
                  <a:pt x="408" y="24002"/>
                </a:cubicBezTo>
                <a:cubicBezTo>
                  <a:pt x="0" y="17113"/>
                  <a:pt x="1646" y="11608"/>
                  <a:pt x="5403" y="7340"/>
                </a:cubicBezTo>
                <a:cubicBezTo>
                  <a:pt x="9161" y="3131"/>
                  <a:pt x="14448" y="786"/>
                  <a:pt x="21220" y="393"/>
                </a:cubicBezTo>
                <a:cubicBezTo>
                  <a:pt x="28284" y="0"/>
                  <a:pt x="33964" y="1529"/>
                  <a:pt x="38290" y="5054"/>
                </a:cubicBezTo>
                <a:cubicBezTo>
                  <a:pt x="42674" y="8637"/>
                  <a:pt x="45004" y="13647"/>
                  <a:pt x="45397" y="20084"/>
                </a:cubicBezTo>
                <a:cubicBezTo>
                  <a:pt x="45747" y="25823"/>
                  <a:pt x="44145" y="30542"/>
                  <a:pt x="40620" y="34124"/>
                </a:cubicBezTo>
                <a:cubicBezTo>
                  <a:pt x="37154" y="37722"/>
                  <a:pt x="32202" y="39644"/>
                  <a:pt x="25779" y="40052"/>
                </a:cubicBezTo>
                <a:close/>
                <a:moveTo>
                  <a:pt x="27425" y="32886"/>
                </a:moveTo>
                <a:cubicBezTo>
                  <a:pt x="31299" y="32595"/>
                  <a:pt x="34314" y="31343"/>
                  <a:pt x="36469" y="29071"/>
                </a:cubicBezTo>
                <a:cubicBezTo>
                  <a:pt x="38639" y="26842"/>
                  <a:pt x="39659" y="24002"/>
                  <a:pt x="39426" y="20478"/>
                </a:cubicBezTo>
                <a:cubicBezTo>
                  <a:pt x="39207" y="16545"/>
                  <a:pt x="37897" y="13472"/>
                  <a:pt x="35566" y="11258"/>
                </a:cubicBezTo>
                <a:cubicBezTo>
                  <a:pt x="33178" y="9044"/>
                  <a:pt x="29988" y="7850"/>
                  <a:pt x="25895" y="7734"/>
                </a:cubicBezTo>
                <a:lnTo>
                  <a:pt x="27425" y="32886"/>
                </a:lnTo>
                <a:close/>
                <a:moveTo>
                  <a:pt x="27425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7114F-4E90-49AD-BACE-41B213CD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65" y="6468728"/>
            <a:ext cx="59860" cy="42441"/>
          </a:xfrm>
          <a:custGeom xmlns:a="http://schemas.openxmlformats.org/drawingml/2006/main">
            <a:pathLst>
              <a:path w="59860" h="42441">
                <a:moveTo>
                  <a:pt x="57748" y="36294"/>
                </a:moveTo>
                <a:lnTo>
                  <a:pt x="50189" y="36746"/>
                </a:lnTo>
                <a:cubicBezTo>
                  <a:pt x="51441" y="33731"/>
                  <a:pt x="52344" y="30891"/>
                  <a:pt x="52854" y="28269"/>
                </a:cubicBezTo>
                <a:cubicBezTo>
                  <a:pt x="53364" y="25590"/>
                  <a:pt x="53597" y="23099"/>
                  <a:pt x="53422" y="20652"/>
                </a:cubicBezTo>
                <a:cubicBezTo>
                  <a:pt x="53204" y="16429"/>
                  <a:pt x="52170" y="13254"/>
                  <a:pt x="50407" y="11025"/>
                </a:cubicBezTo>
                <a:cubicBezTo>
                  <a:pt x="48645" y="8870"/>
                  <a:pt x="46257" y="7850"/>
                  <a:pt x="43242" y="8010"/>
                </a:cubicBezTo>
                <a:cubicBezTo>
                  <a:pt x="40678" y="8185"/>
                  <a:pt x="38800" y="9044"/>
                  <a:pt x="37605" y="10632"/>
                </a:cubicBezTo>
                <a:cubicBezTo>
                  <a:pt x="36411" y="12220"/>
                  <a:pt x="35566" y="15191"/>
                  <a:pt x="35056" y="19458"/>
                </a:cubicBezTo>
                <a:lnTo>
                  <a:pt x="34372" y="24235"/>
                </a:lnTo>
                <a:cubicBezTo>
                  <a:pt x="33571" y="30032"/>
                  <a:pt x="31925" y="34416"/>
                  <a:pt x="29304" y="37314"/>
                </a:cubicBezTo>
                <a:cubicBezTo>
                  <a:pt x="26682" y="40212"/>
                  <a:pt x="23041" y="41814"/>
                  <a:pt x="18439" y="42091"/>
                </a:cubicBezTo>
                <a:cubicBezTo>
                  <a:pt x="12860" y="42441"/>
                  <a:pt x="8535" y="40839"/>
                  <a:pt x="5462" y="37256"/>
                </a:cubicBezTo>
                <a:cubicBezTo>
                  <a:pt x="2389" y="33731"/>
                  <a:pt x="626" y="28386"/>
                  <a:pt x="175" y="21220"/>
                </a:cubicBezTo>
                <a:cubicBezTo>
                  <a:pt x="0" y="18482"/>
                  <a:pt x="175" y="15584"/>
                  <a:pt x="568" y="12511"/>
                </a:cubicBezTo>
                <a:cubicBezTo>
                  <a:pt x="1034" y="9379"/>
                  <a:pt x="1762" y="6190"/>
                  <a:pt x="2738" y="2840"/>
                </a:cubicBezTo>
                <a:lnTo>
                  <a:pt x="10705" y="2389"/>
                </a:lnTo>
                <a:cubicBezTo>
                  <a:pt x="9161" y="5622"/>
                  <a:pt x="8025" y="8753"/>
                  <a:pt x="7282" y="11826"/>
                </a:cubicBezTo>
                <a:cubicBezTo>
                  <a:pt x="6612" y="14899"/>
                  <a:pt x="6321" y="17914"/>
                  <a:pt x="6496" y="20813"/>
                </a:cubicBezTo>
                <a:cubicBezTo>
                  <a:pt x="6714" y="25255"/>
                  <a:pt x="7807" y="28604"/>
                  <a:pt x="9671" y="30891"/>
                </a:cubicBezTo>
                <a:cubicBezTo>
                  <a:pt x="11550" y="33221"/>
                  <a:pt x="14113" y="34241"/>
                  <a:pt x="17361" y="34066"/>
                </a:cubicBezTo>
                <a:cubicBezTo>
                  <a:pt x="20143" y="33906"/>
                  <a:pt x="22313" y="32872"/>
                  <a:pt x="23784" y="31051"/>
                </a:cubicBezTo>
                <a:cubicBezTo>
                  <a:pt x="25269" y="29231"/>
                  <a:pt x="26289" y="26332"/>
                  <a:pt x="26857" y="22415"/>
                </a:cubicBezTo>
                <a:lnTo>
                  <a:pt x="27483" y="17637"/>
                </a:lnTo>
                <a:cubicBezTo>
                  <a:pt x="28284" y="11768"/>
                  <a:pt x="29813" y="7501"/>
                  <a:pt x="32144" y="4777"/>
                </a:cubicBezTo>
                <a:cubicBezTo>
                  <a:pt x="34430" y="2039"/>
                  <a:pt x="37780" y="510"/>
                  <a:pt x="42164" y="277"/>
                </a:cubicBezTo>
                <a:cubicBezTo>
                  <a:pt x="47232" y="0"/>
                  <a:pt x="51325" y="1529"/>
                  <a:pt x="54456" y="4894"/>
                </a:cubicBezTo>
                <a:cubicBezTo>
                  <a:pt x="57588" y="8302"/>
                  <a:pt x="59292" y="13137"/>
                  <a:pt x="59685" y="19400"/>
                </a:cubicBezTo>
                <a:cubicBezTo>
                  <a:pt x="59860" y="22065"/>
                  <a:pt x="59743" y="24803"/>
                  <a:pt x="59452" y="27643"/>
                </a:cubicBezTo>
                <a:cubicBezTo>
                  <a:pt x="59117" y="30425"/>
                  <a:pt x="58549" y="33338"/>
                  <a:pt x="57748" y="36294"/>
                </a:cubicBezTo>
                <a:close/>
                <a:moveTo>
                  <a:pt x="57748" y="362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52209-7228-4C5A-A44B-BE9E60B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681" y="6515712"/>
            <a:ext cx="55010" cy="29362"/>
          </a:xfrm>
          <a:custGeom xmlns:a="http://schemas.openxmlformats.org/drawingml/2006/main">
            <a:pathLst>
              <a:path w="55010" h="29362">
                <a:moveTo>
                  <a:pt x="55010" y="11550"/>
                </a:moveTo>
                <a:lnTo>
                  <a:pt x="42848" y="12292"/>
                </a:lnTo>
                <a:lnTo>
                  <a:pt x="43693" y="26798"/>
                </a:lnTo>
                <a:lnTo>
                  <a:pt x="38232" y="27133"/>
                </a:lnTo>
                <a:lnTo>
                  <a:pt x="37387" y="12569"/>
                </a:lnTo>
                <a:lnTo>
                  <a:pt x="14055" y="13996"/>
                </a:lnTo>
                <a:cubicBezTo>
                  <a:pt x="10530" y="14171"/>
                  <a:pt x="8302" y="14797"/>
                  <a:pt x="7399" y="15817"/>
                </a:cubicBezTo>
                <a:cubicBezTo>
                  <a:pt x="6437" y="16836"/>
                  <a:pt x="6088" y="18832"/>
                  <a:pt x="6263" y="21730"/>
                </a:cubicBezTo>
                <a:lnTo>
                  <a:pt x="6656" y="29012"/>
                </a:lnTo>
                <a:lnTo>
                  <a:pt x="801" y="29362"/>
                </a:lnTo>
                <a:lnTo>
                  <a:pt x="350" y="22138"/>
                </a:lnTo>
                <a:cubicBezTo>
                  <a:pt x="0" y="16676"/>
                  <a:pt x="801" y="12860"/>
                  <a:pt x="2738" y="10647"/>
                </a:cubicBezTo>
                <a:cubicBezTo>
                  <a:pt x="4617" y="8476"/>
                  <a:pt x="8258" y="7224"/>
                  <a:pt x="13661" y="6889"/>
                </a:cubicBezTo>
                <a:lnTo>
                  <a:pt x="36921" y="5520"/>
                </a:lnTo>
                <a:lnTo>
                  <a:pt x="36644" y="350"/>
                </a:lnTo>
                <a:lnTo>
                  <a:pt x="42106" y="0"/>
                </a:lnTo>
                <a:lnTo>
                  <a:pt x="42441" y="5185"/>
                </a:lnTo>
                <a:lnTo>
                  <a:pt x="54616" y="4442"/>
                </a:lnTo>
                <a:lnTo>
                  <a:pt x="55010" y="11550"/>
                </a:lnTo>
                <a:close/>
                <a:moveTo>
                  <a:pt x="55010" y="11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737E1-14E3-4FEE-ABC7-5A697E20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307" y="6550594"/>
            <a:ext cx="45907" cy="37314"/>
          </a:xfrm>
          <a:custGeom xmlns:a="http://schemas.openxmlformats.org/drawingml/2006/main">
            <a:pathLst>
              <a:path w="45907" h="37314">
                <a:moveTo>
                  <a:pt x="23434" y="21949"/>
                </a:moveTo>
                <a:cubicBezTo>
                  <a:pt x="23099" y="16268"/>
                  <a:pt x="22196" y="12336"/>
                  <a:pt x="20769" y="10239"/>
                </a:cubicBezTo>
                <a:cubicBezTo>
                  <a:pt x="19342" y="8127"/>
                  <a:pt x="17069" y="7166"/>
                  <a:pt x="13938" y="7340"/>
                </a:cubicBezTo>
                <a:cubicBezTo>
                  <a:pt x="11433" y="7501"/>
                  <a:pt x="9496" y="8418"/>
                  <a:pt x="8083" y="10181"/>
                </a:cubicBezTo>
                <a:cubicBezTo>
                  <a:pt x="6714" y="11885"/>
                  <a:pt x="6146" y="14215"/>
                  <a:pt x="6321" y="17011"/>
                </a:cubicBezTo>
                <a:cubicBezTo>
                  <a:pt x="6539" y="20929"/>
                  <a:pt x="8141" y="24002"/>
                  <a:pt x="11040" y="26216"/>
                </a:cubicBezTo>
                <a:cubicBezTo>
                  <a:pt x="13938" y="28386"/>
                  <a:pt x="17696" y="29347"/>
                  <a:pt x="22298" y="29071"/>
                </a:cubicBezTo>
                <a:lnTo>
                  <a:pt x="23842" y="29012"/>
                </a:lnTo>
                <a:lnTo>
                  <a:pt x="23434" y="21949"/>
                </a:lnTo>
                <a:close/>
                <a:moveTo>
                  <a:pt x="27192" y="35901"/>
                </a:moveTo>
                <a:lnTo>
                  <a:pt x="2680" y="37314"/>
                </a:lnTo>
                <a:lnTo>
                  <a:pt x="2272" y="30265"/>
                </a:lnTo>
                <a:lnTo>
                  <a:pt x="8826" y="29857"/>
                </a:lnTo>
                <a:cubicBezTo>
                  <a:pt x="6088" y="28444"/>
                  <a:pt x="4034" y="26565"/>
                  <a:pt x="2680" y="24235"/>
                </a:cubicBezTo>
                <a:cubicBezTo>
                  <a:pt x="1311" y="21905"/>
                  <a:pt x="510" y="18992"/>
                  <a:pt x="291" y="15467"/>
                </a:cubicBezTo>
                <a:cubicBezTo>
                  <a:pt x="0" y="11084"/>
                  <a:pt x="1020" y="7559"/>
                  <a:pt x="3364" y="4777"/>
                </a:cubicBezTo>
                <a:cubicBezTo>
                  <a:pt x="5695" y="2039"/>
                  <a:pt x="8870" y="568"/>
                  <a:pt x="13035" y="335"/>
                </a:cubicBezTo>
                <a:cubicBezTo>
                  <a:pt x="17871" y="0"/>
                  <a:pt x="21614" y="1413"/>
                  <a:pt x="24235" y="4486"/>
                </a:cubicBezTo>
                <a:cubicBezTo>
                  <a:pt x="26915" y="7617"/>
                  <a:pt x="28386" y="12336"/>
                  <a:pt x="28794" y="18774"/>
                </a:cubicBezTo>
                <a:lnTo>
                  <a:pt x="29362" y="28663"/>
                </a:lnTo>
                <a:lnTo>
                  <a:pt x="30090" y="28619"/>
                </a:lnTo>
                <a:cubicBezTo>
                  <a:pt x="33338" y="28444"/>
                  <a:pt x="35785" y="27192"/>
                  <a:pt x="37430" y="24978"/>
                </a:cubicBezTo>
                <a:cubicBezTo>
                  <a:pt x="39091" y="22750"/>
                  <a:pt x="39775" y="19676"/>
                  <a:pt x="39542" y="15817"/>
                </a:cubicBezTo>
                <a:cubicBezTo>
                  <a:pt x="39426" y="13370"/>
                  <a:pt x="38974" y="10982"/>
                  <a:pt x="38232" y="8695"/>
                </a:cubicBezTo>
                <a:cubicBezTo>
                  <a:pt x="37489" y="6423"/>
                  <a:pt x="36469" y="4209"/>
                  <a:pt x="35158" y="2156"/>
                </a:cubicBezTo>
                <a:lnTo>
                  <a:pt x="41698" y="1762"/>
                </a:lnTo>
                <a:cubicBezTo>
                  <a:pt x="42848" y="4267"/>
                  <a:pt x="43751" y="6772"/>
                  <a:pt x="44378" y="9161"/>
                </a:cubicBezTo>
                <a:cubicBezTo>
                  <a:pt x="45062" y="11550"/>
                  <a:pt x="45397" y="13880"/>
                  <a:pt x="45572" y="16210"/>
                </a:cubicBezTo>
                <a:cubicBezTo>
                  <a:pt x="45907" y="22415"/>
                  <a:pt x="44611" y="27133"/>
                  <a:pt x="41538" y="30381"/>
                </a:cubicBezTo>
                <a:cubicBezTo>
                  <a:pt x="38523" y="33673"/>
                  <a:pt x="33731" y="35493"/>
                  <a:pt x="27192" y="35901"/>
                </a:cubicBezTo>
                <a:close/>
                <a:moveTo>
                  <a:pt x="27192" y="359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AED61-6FC7-498E-BECF-201C7BE7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400" y="6594622"/>
            <a:ext cx="55024" cy="29304"/>
          </a:xfrm>
          <a:custGeom xmlns:a="http://schemas.openxmlformats.org/drawingml/2006/main">
            <a:pathLst>
              <a:path w="55024" h="29304">
                <a:moveTo>
                  <a:pt x="55024" y="11491"/>
                </a:moveTo>
                <a:lnTo>
                  <a:pt x="42848" y="12234"/>
                </a:lnTo>
                <a:lnTo>
                  <a:pt x="43693" y="26798"/>
                </a:lnTo>
                <a:lnTo>
                  <a:pt x="38173" y="27090"/>
                </a:lnTo>
                <a:lnTo>
                  <a:pt x="37329" y="12569"/>
                </a:lnTo>
                <a:lnTo>
                  <a:pt x="14055" y="13938"/>
                </a:lnTo>
                <a:cubicBezTo>
                  <a:pt x="10530" y="14171"/>
                  <a:pt x="8316" y="14797"/>
                  <a:pt x="7340" y="15817"/>
                </a:cubicBezTo>
                <a:cubicBezTo>
                  <a:pt x="6437" y="16778"/>
                  <a:pt x="6030" y="18774"/>
                  <a:pt x="6204" y="21730"/>
                </a:cubicBezTo>
                <a:lnTo>
                  <a:pt x="6656" y="28954"/>
                </a:lnTo>
                <a:lnTo>
                  <a:pt x="743" y="29304"/>
                </a:lnTo>
                <a:lnTo>
                  <a:pt x="350" y="22080"/>
                </a:lnTo>
                <a:cubicBezTo>
                  <a:pt x="0" y="16618"/>
                  <a:pt x="801" y="12802"/>
                  <a:pt x="2680" y="10647"/>
                </a:cubicBezTo>
                <a:cubicBezTo>
                  <a:pt x="4617" y="8418"/>
                  <a:pt x="8258" y="7166"/>
                  <a:pt x="13603" y="6889"/>
                </a:cubicBezTo>
                <a:lnTo>
                  <a:pt x="36921" y="5462"/>
                </a:lnTo>
                <a:lnTo>
                  <a:pt x="36586" y="291"/>
                </a:lnTo>
                <a:lnTo>
                  <a:pt x="42106" y="0"/>
                </a:lnTo>
                <a:lnTo>
                  <a:pt x="42397" y="5185"/>
                </a:lnTo>
                <a:lnTo>
                  <a:pt x="54616" y="4442"/>
                </a:lnTo>
                <a:lnTo>
                  <a:pt x="55024" y="11491"/>
                </a:lnTo>
                <a:close/>
                <a:moveTo>
                  <a:pt x="55024" y="114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03FBB-F644-4D9A-A4BC-062C0E1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143" y="6629955"/>
            <a:ext cx="45572" cy="38508"/>
          </a:xfrm>
          <a:custGeom xmlns:a="http://schemas.openxmlformats.org/drawingml/2006/main">
            <a:pathLst>
              <a:path w="45572" h="38508">
                <a:moveTo>
                  <a:pt x="17463" y="1529"/>
                </a:moveTo>
                <a:lnTo>
                  <a:pt x="43460" y="0"/>
                </a:lnTo>
                <a:lnTo>
                  <a:pt x="43868" y="7049"/>
                </a:lnTo>
                <a:lnTo>
                  <a:pt x="18147" y="8593"/>
                </a:lnTo>
                <a:cubicBezTo>
                  <a:pt x="14113" y="8811"/>
                  <a:pt x="11098" y="9787"/>
                  <a:pt x="9161" y="11491"/>
                </a:cubicBezTo>
                <a:cubicBezTo>
                  <a:pt x="7224" y="13195"/>
                  <a:pt x="6321" y="15642"/>
                  <a:pt x="6539" y="18832"/>
                </a:cubicBezTo>
                <a:cubicBezTo>
                  <a:pt x="6772" y="22589"/>
                  <a:pt x="8141" y="25546"/>
                  <a:pt x="10690" y="27585"/>
                </a:cubicBezTo>
                <a:cubicBezTo>
                  <a:pt x="13254" y="29697"/>
                  <a:pt x="16618" y="30600"/>
                  <a:pt x="20827" y="30323"/>
                </a:cubicBezTo>
                <a:lnTo>
                  <a:pt x="45179" y="28896"/>
                </a:lnTo>
                <a:lnTo>
                  <a:pt x="45572" y="35959"/>
                </a:lnTo>
                <a:lnTo>
                  <a:pt x="2680" y="38508"/>
                </a:lnTo>
                <a:lnTo>
                  <a:pt x="2214" y="31459"/>
                </a:lnTo>
                <a:lnTo>
                  <a:pt x="8826" y="31066"/>
                </a:lnTo>
                <a:cubicBezTo>
                  <a:pt x="6146" y="29522"/>
                  <a:pt x="4093" y="27643"/>
                  <a:pt x="2680" y="25429"/>
                </a:cubicBezTo>
                <a:cubicBezTo>
                  <a:pt x="1253" y="23274"/>
                  <a:pt x="451" y="20652"/>
                  <a:pt x="291" y="17696"/>
                </a:cubicBezTo>
                <a:cubicBezTo>
                  <a:pt x="0" y="12744"/>
                  <a:pt x="1311" y="8928"/>
                  <a:pt x="4209" y="6146"/>
                </a:cubicBezTo>
                <a:cubicBezTo>
                  <a:pt x="7166" y="3408"/>
                  <a:pt x="11550" y="1879"/>
                  <a:pt x="17463" y="1529"/>
                </a:cubicBezTo>
                <a:close/>
                <a:moveTo>
                  <a:pt x="17463" y="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DD75F-E06C-4AE0-B58B-2929C97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099" y="6678032"/>
            <a:ext cx="45514" cy="34124"/>
          </a:xfrm>
          <a:custGeom xmlns:a="http://schemas.openxmlformats.org/drawingml/2006/main">
            <a:pathLst>
              <a:path w="45514" h="34124">
                <a:moveTo>
                  <a:pt x="43868" y="29857"/>
                </a:moveTo>
                <a:lnTo>
                  <a:pt x="37212" y="30265"/>
                </a:lnTo>
                <a:cubicBezTo>
                  <a:pt x="38115" y="28211"/>
                  <a:pt x="38741" y="26056"/>
                  <a:pt x="39091" y="23886"/>
                </a:cubicBezTo>
                <a:cubicBezTo>
                  <a:pt x="39484" y="21730"/>
                  <a:pt x="39601" y="19458"/>
                  <a:pt x="39484" y="17171"/>
                </a:cubicBezTo>
                <a:cubicBezTo>
                  <a:pt x="39266" y="13647"/>
                  <a:pt x="38581" y="11084"/>
                  <a:pt x="37445" y="9379"/>
                </a:cubicBezTo>
                <a:cubicBezTo>
                  <a:pt x="36251" y="7734"/>
                  <a:pt x="34590" y="6933"/>
                  <a:pt x="32435" y="7049"/>
                </a:cubicBezTo>
                <a:cubicBezTo>
                  <a:pt x="30789" y="7166"/>
                  <a:pt x="29537" y="7850"/>
                  <a:pt x="28677" y="9161"/>
                </a:cubicBezTo>
                <a:cubicBezTo>
                  <a:pt x="27818" y="10457"/>
                  <a:pt x="27090" y="13021"/>
                  <a:pt x="26463" y="16895"/>
                </a:cubicBezTo>
                <a:lnTo>
                  <a:pt x="26056" y="19342"/>
                </a:lnTo>
                <a:cubicBezTo>
                  <a:pt x="25327" y="24395"/>
                  <a:pt x="24017" y="28036"/>
                  <a:pt x="22196" y="30265"/>
                </a:cubicBezTo>
                <a:cubicBezTo>
                  <a:pt x="20376" y="32479"/>
                  <a:pt x="17696" y="33731"/>
                  <a:pt x="14171" y="33906"/>
                </a:cubicBezTo>
                <a:cubicBezTo>
                  <a:pt x="10181" y="34124"/>
                  <a:pt x="6947" y="32770"/>
                  <a:pt x="4442" y="29755"/>
                </a:cubicBezTo>
                <a:cubicBezTo>
                  <a:pt x="1879" y="26740"/>
                  <a:pt x="451" y="22473"/>
                  <a:pt x="175" y="16953"/>
                </a:cubicBezTo>
                <a:cubicBezTo>
                  <a:pt x="0" y="14623"/>
                  <a:pt x="117" y="12234"/>
                  <a:pt x="408" y="9729"/>
                </a:cubicBezTo>
                <a:cubicBezTo>
                  <a:pt x="685" y="7166"/>
                  <a:pt x="1194" y="4544"/>
                  <a:pt x="1937" y="1704"/>
                </a:cubicBezTo>
                <a:lnTo>
                  <a:pt x="9219" y="1311"/>
                </a:lnTo>
                <a:cubicBezTo>
                  <a:pt x="8025" y="3976"/>
                  <a:pt x="7166" y="6598"/>
                  <a:pt x="6656" y="9161"/>
                </a:cubicBezTo>
                <a:cubicBezTo>
                  <a:pt x="6088" y="11710"/>
                  <a:pt x="5928" y="14273"/>
                  <a:pt x="6088" y="16720"/>
                </a:cubicBezTo>
                <a:cubicBezTo>
                  <a:pt x="6263" y="20084"/>
                  <a:pt x="7005" y="22575"/>
                  <a:pt x="8258" y="24293"/>
                </a:cubicBezTo>
                <a:cubicBezTo>
                  <a:pt x="9511" y="26056"/>
                  <a:pt x="11156" y="26842"/>
                  <a:pt x="13210" y="26682"/>
                </a:cubicBezTo>
                <a:cubicBezTo>
                  <a:pt x="15132" y="26565"/>
                  <a:pt x="16560" y="25881"/>
                  <a:pt x="17521" y="24512"/>
                </a:cubicBezTo>
                <a:cubicBezTo>
                  <a:pt x="18439" y="23157"/>
                  <a:pt x="19240" y="20245"/>
                  <a:pt x="19968" y="15817"/>
                </a:cubicBezTo>
                <a:lnTo>
                  <a:pt x="20376" y="13370"/>
                </a:lnTo>
                <a:cubicBezTo>
                  <a:pt x="21060" y="8928"/>
                  <a:pt x="22254" y="5680"/>
                  <a:pt x="24075" y="3641"/>
                </a:cubicBezTo>
                <a:cubicBezTo>
                  <a:pt x="25837" y="1588"/>
                  <a:pt x="28386" y="451"/>
                  <a:pt x="31692" y="277"/>
                </a:cubicBezTo>
                <a:cubicBezTo>
                  <a:pt x="35726" y="0"/>
                  <a:pt x="38974" y="1253"/>
                  <a:pt x="41305" y="3976"/>
                </a:cubicBezTo>
                <a:cubicBezTo>
                  <a:pt x="43693" y="6714"/>
                  <a:pt x="45004" y="10749"/>
                  <a:pt x="45354" y="15977"/>
                </a:cubicBezTo>
                <a:cubicBezTo>
                  <a:pt x="45514" y="18599"/>
                  <a:pt x="45455" y="21046"/>
                  <a:pt x="45179" y="23376"/>
                </a:cubicBezTo>
                <a:cubicBezTo>
                  <a:pt x="44946" y="25706"/>
                  <a:pt x="44494" y="27876"/>
                  <a:pt x="43868" y="29857"/>
                </a:cubicBezTo>
                <a:close/>
                <a:moveTo>
                  <a:pt x="43868" y="298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896C6-7159-4438-AB90-6CC8FC05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973" y="6713701"/>
            <a:ext cx="59059" cy="52446"/>
          </a:xfrm>
          <a:custGeom xmlns:a="http://schemas.openxmlformats.org/drawingml/2006/main">
            <a:pathLst>
              <a:path w="59059" h="52446">
                <a:moveTo>
                  <a:pt x="0" y="25255"/>
                </a:moveTo>
                <a:lnTo>
                  <a:pt x="55986" y="0"/>
                </a:lnTo>
                <a:lnTo>
                  <a:pt x="56437" y="8083"/>
                </a:lnTo>
                <a:lnTo>
                  <a:pt x="9336" y="29071"/>
                </a:lnTo>
                <a:lnTo>
                  <a:pt x="58593" y="44378"/>
                </a:lnTo>
                <a:lnTo>
                  <a:pt x="59059" y="52446"/>
                </a:lnTo>
                <a:lnTo>
                  <a:pt x="568" y="34022"/>
                </a:lnTo>
                <a:lnTo>
                  <a:pt x="0" y="25255"/>
                </a:lnTo>
                <a:close/>
                <a:moveTo>
                  <a:pt x="0" y="252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B2B10-9927-4ED3-BA03-87F91850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187" y="6773094"/>
            <a:ext cx="59627" cy="39193"/>
          </a:xfrm>
          <a:custGeom xmlns:a="http://schemas.openxmlformats.org/drawingml/2006/main">
            <a:pathLst>
              <a:path w="59627" h="39193">
                <a:moveTo>
                  <a:pt x="7064" y="11783"/>
                </a:moveTo>
                <a:lnTo>
                  <a:pt x="8710" y="38800"/>
                </a:lnTo>
                <a:lnTo>
                  <a:pt x="2170" y="39193"/>
                </a:lnTo>
                <a:lnTo>
                  <a:pt x="0" y="2840"/>
                </a:lnTo>
                <a:lnTo>
                  <a:pt x="6539" y="2447"/>
                </a:lnTo>
                <a:cubicBezTo>
                  <a:pt x="9729" y="5229"/>
                  <a:pt x="14055" y="8986"/>
                  <a:pt x="19458" y="13763"/>
                </a:cubicBezTo>
                <a:cubicBezTo>
                  <a:pt x="24920" y="18540"/>
                  <a:pt x="28386" y="21512"/>
                  <a:pt x="29988" y="22706"/>
                </a:cubicBezTo>
                <a:cubicBezTo>
                  <a:pt x="32886" y="25036"/>
                  <a:pt x="35333" y="26624"/>
                  <a:pt x="37329" y="27483"/>
                </a:cubicBezTo>
                <a:cubicBezTo>
                  <a:pt x="39309" y="28386"/>
                  <a:pt x="41246" y="28736"/>
                  <a:pt x="43125" y="28619"/>
                </a:cubicBezTo>
                <a:cubicBezTo>
                  <a:pt x="46140" y="28444"/>
                  <a:pt x="48587" y="27250"/>
                  <a:pt x="50349" y="24978"/>
                </a:cubicBezTo>
                <a:cubicBezTo>
                  <a:pt x="52170" y="22764"/>
                  <a:pt x="52971" y="19910"/>
                  <a:pt x="52738" y="16501"/>
                </a:cubicBezTo>
                <a:cubicBezTo>
                  <a:pt x="52621" y="14055"/>
                  <a:pt x="52053" y="11491"/>
                  <a:pt x="51034" y="8870"/>
                </a:cubicBezTo>
                <a:cubicBezTo>
                  <a:pt x="50014" y="6204"/>
                  <a:pt x="48587" y="3408"/>
                  <a:pt x="46650" y="451"/>
                </a:cubicBezTo>
                <a:lnTo>
                  <a:pt x="54500" y="0"/>
                </a:lnTo>
                <a:cubicBezTo>
                  <a:pt x="55927" y="3015"/>
                  <a:pt x="57063" y="5913"/>
                  <a:pt x="57864" y="8535"/>
                </a:cubicBezTo>
                <a:cubicBezTo>
                  <a:pt x="58665" y="11258"/>
                  <a:pt x="59117" y="13705"/>
                  <a:pt x="59292" y="15933"/>
                </a:cubicBezTo>
                <a:cubicBezTo>
                  <a:pt x="59627" y="21905"/>
                  <a:pt x="58432" y="26682"/>
                  <a:pt x="55651" y="30381"/>
                </a:cubicBezTo>
                <a:cubicBezTo>
                  <a:pt x="52912" y="34081"/>
                  <a:pt x="49038" y="36076"/>
                  <a:pt x="44101" y="36411"/>
                </a:cubicBezTo>
                <a:cubicBezTo>
                  <a:pt x="41756" y="36527"/>
                  <a:pt x="39484" y="36236"/>
                  <a:pt x="37329" y="35450"/>
                </a:cubicBezTo>
                <a:cubicBezTo>
                  <a:pt x="35158" y="34707"/>
                  <a:pt x="32610" y="33280"/>
                  <a:pt x="29580" y="31124"/>
                </a:cubicBezTo>
                <a:cubicBezTo>
                  <a:pt x="28794" y="30498"/>
                  <a:pt x="26522" y="28619"/>
                  <a:pt x="22822" y="25371"/>
                </a:cubicBezTo>
                <a:cubicBezTo>
                  <a:pt x="19065" y="22182"/>
                  <a:pt x="13822" y="17637"/>
                  <a:pt x="7064" y="11783"/>
                </a:cubicBezTo>
                <a:close/>
                <a:moveTo>
                  <a:pt x="7064" y="117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263DA-E5CF-4305-8FC8-95FEC025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60" y="6824463"/>
            <a:ext cx="58884" cy="50349"/>
          </a:xfrm>
          <a:custGeom xmlns:a="http://schemas.openxmlformats.org/drawingml/2006/main">
            <a:pathLst>
              <a:path w="58884" h="50349">
                <a:moveTo>
                  <a:pt x="51383" y="8083"/>
                </a:moveTo>
                <a:lnTo>
                  <a:pt x="6831" y="10763"/>
                </a:lnTo>
                <a:lnTo>
                  <a:pt x="7399" y="20084"/>
                </a:lnTo>
                <a:cubicBezTo>
                  <a:pt x="7850" y="27993"/>
                  <a:pt x="10020" y="33687"/>
                  <a:pt x="13822" y="37154"/>
                </a:cubicBezTo>
                <a:cubicBezTo>
                  <a:pt x="17579" y="40576"/>
                  <a:pt x="23390" y="42106"/>
                  <a:pt x="31066" y="41596"/>
                </a:cubicBezTo>
                <a:cubicBezTo>
                  <a:pt x="38741" y="41144"/>
                  <a:pt x="44261" y="38974"/>
                  <a:pt x="47626" y="35115"/>
                </a:cubicBezTo>
                <a:cubicBezTo>
                  <a:pt x="50917" y="31241"/>
                  <a:pt x="52403" y="25386"/>
                  <a:pt x="51893" y="17477"/>
                </a:cubicBezTo>
                <a:lnTo>
                  <a:pt x="51383" y="8083"/>
                </a:lnTo>
                <a:close/>
                <a:moveTo>
                  <a:pt x="57238" y="0"/>
                </a:moveTo>
                <a:lnTo>
                  <a:pt x="58199" y="15875"/>
                </a:lnTo>
                <a:cubicBezTo>
                  <a:pt x="58884" y="26973"/>
                  <a:pt x="57063" y="35275"/>
                  <a:pt x="52738" y="40737"/>
                </a:cubicBezTo>
                <a:cubicBezTo>
                  <a:pt x="48412" y="46198"/>
                  <a:pt x="41363" y="49213"/>
                  <a:pt x="31576" y="49781"/>
                </a:cubicBezTo>
                <a:cubicBezTo>
                  <a:pt x="21672" y="50349"/>
                  <a:pt x="14288" y="48194"/>
                  <a:pt x="9336" y="43242"/>
                </a:cubicBezTo>
                <a:cubicBezTo>
                  <a:pt x="4442" y="38348"/>
                  <a:pt x="1646" y="30323"/>
                  <a:pt x="976" y="19298"/>
                </a:cubicBezTo>
                <a:lnTo>
                  <a:pt x="0" y="3364"/>
                </a:lnTo>
                <a:lnTo>
                  <a:pt x="57238" y="0"/>
                </a:lnTo>
                <a:close/>
                <a:moveTo>
                  <a:pt x="5723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1AF00-750E-490F-ACE5-342E4F10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018" y="6885968"/>
            <a:ext cx="58432" cy="37329"/>
          </a:xfrm>
          <a:custGeom xmlns:a="http://schemas.openxmlformats.org/drawingml/2006/main">
            <a:pathLst>
              <a:path w="58432" h="37329">
                <a:moveTo>
                  <a:pt x="6481" y="3976"/>
                </a:moveTo>
                <a:lnTo>
                  <a:pt x="7224" y="16618"/>
                </a:lnTo>
                <a:lnTo>
                  <a:pt x="50917" y="14055"/>
                </a:lnTo>
                <a:lnTo>
                  <a:pt x="47334" y="451"/>
                </a:lnTo>
                <a:lnTo>
                  <a:pt x="54383" y="0"/>
                </a:lnTo>
                <a:lnTo>
                  <a:pt x="57966" y="13545"/>
                </a:lnTo>
                <a:lnTo>
                  <a:pt x="58432" y="21279"/>
                </a:lnTo>
                <a:lnTo>
                  <a:pt x="7675" y="24293"/>
                </a:lnTo>
                <a:lnTo>
                  <a:pt x="8476" y="36921"/>
                </a:lnTo>
                <a:lnTo>
                  <a:pt x="1937" y="37329"/>
                </a:lnTo>
                <a:lnTo>
                  <a:pt x="0" y="4384"/>
                </a:lnTo>
                <a:lnTo>
                  <a:pt x="6481" y="3976"/>
                </a:lnTo>
                <a:close/>
                <a:moveTo>
                  <a:pt x="6481" y="3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6D51F-93A9-4FFB-AFEB-34B40A09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169" y="6933128"/>
            <a:ext cx="57690" cy="42164"/>
          </a:xfrm>
          <a:custGeom xmlns:a="http://schemas.openxmlformats.org/drawingml/2006/main">
            <a:pathLst>
              <a:path w="57690" h="42164">
                <a:moveTo>
                  <a:pt x="50466" y="24075"/>
                </a:moveTo>
                <a:lnTo>
                  <a:pt x="18774" y="6379"/>
                </a:lnTo>
                <a:lnTo>
                  <a:pt x="19910" y="25895"/>
                </a:lnTo>
                <a:lnTo>
                  <a:pt x="50466" y="24075"/>
                </a:lnTo>
                <a:close/>
                <a:moveTo>
                  <a:pt x="57122" y="21686"/>
                </a:moveTo>
                <a:lnTo>
                  <a:pt x="57690" y="31415"/>
                </a:lnTo>
                <a:lnTo>
                  <a:pt x="20376" y="33629"/>
                </a:lnTo>
                <a:lnTo>
                  <a:pt x="20885" y="41771"/>
                </a:lnTo>
                <a:lnTo>
                  <a:pt x="14448" y="42164"/>
                </a:lnTo>
                <a:lnTo>
                  <a:pt x="13938" y="33964"/>
                </a:lnTo>
                <a:lnTo>
                  <a:pt x="451" y="34823"/>
                </a:lnTo>
                <a:lnTo>
                  <a:pt x="0" y="27090"/>
                </a:lnTo>
                <a:lnTo>
                  <a:pt x="13487" y="26289"/>
                </a:lnTo>
                <a:lnTo>
                  <a:pt x="11943" y="466"/>
                </a:lnTo>
                <a:lnTo>
                  <a:pt x="19400" y="0"/>
                </a:lnTo>
                <a:lnTo>
                  <a:pt x="57122" y="21686"/>
                </a:lnTo>
                <a:close/>
                <a:moveTo>
                  <a:pt x="57122" y="216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DA74D-3D9D-44EF-BF66-542F3A09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797" y="5786983"/>
            <a:ext cx="58258" cy="38406"/>
          </a:xfrm>
          <a:custGeom xmlns:a="http://schemas.openxmlformats.org/drawingml/2006/main">
            <a:pathLst>
              <a:path w="58258" h="38406">
                <a:moveTo>
                  <a:pt x="57296" y="0"/>
                </a:moveTo>
                <a:lnTo>
                  <a:pt x="58258" y="36236"/>
                </a:lnTo>
                <a:lnTo>
                  <a:pt x="51718" y="36411"/>
                </a:lnTo>
                <a:lnTo>
                  <a:pt x="50975" y="7908"/>
                </a:lnTo>
                <a:lnTo>
                  <a:pt x="34022" y="8360"/>
                </a:lnTo>
                <a:lnTo>
                  <a:pt x="34707" y="35668"/>
                </a:lnTo>
                <a:lnTo>
                  <a:pt x="28168" y="35843"/>
                </a:lnTo>
                <a:lnTo>
                  <a:pt x="27483" y="8535"/>
                </a:lnTo>
                <a:lnTo>
                  <a:pt x="6714" y="9044"/>
                </a:lnTo>
                <a:lnTo>
                  <a:pt x="7457" y="38232"/>
                </a:lnTo>
                <a:lnTo>
                  <a:pt x="918" y="38406"/>
                </a:lnTo>
                <a:lnTo>
                  <a:pt x="0" y="1486"/>
                </a:lnTo>
                <a:lnTo>
                  <a:pt x="57296" y="0"/>
                </a:lnTo>
                <a:close/>
                <a:moveTo>
                  <a:pt x="572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1DDEC-7AFD-4115-9032-4A78B61E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049" y="5836648"/>
            <a:ext cx="58432" cy="44829"/>
          </a:xfrm>
          <a:custGeom xmlns:a="http://schemas.openxmlformats.org/drawingml/2006/main">
            <a:pathLst>
              <a:path w="58432" h="44829">
                <a:moveTo>
                  <a:pt x="57355" y="0"/>
                </a:moveTo>
                <a:lnTo>
                  <a:pt x="57573" y="10472"/>
                </a:lnTo>
                <a:lnTo>
                  <a:pt x="10297" y="37096"/>
                </a:lnTo>
                <a:lnTo>
                  <a:pt x="58258" y="35901"/>
                </a:lnTo>
                <a:lnTo>
                  <a:pt x="58432" y="43416"/>
                </a:lnTo>
                <a:lnTo>
                  <a:pt x="1092" y="44829"/>
                </a:lnTo>
                <a:lnTo>
                  <a:pt x="859" y="34416"/>
                </a:lnTo>
                <a:lnTo>
                  <a:pt x="48135" y="7792"/>
                </a:lnTo>
                <a:lnTo>
                  <a:pt x="175" y="8986"/>
                </a:lnTo>
                <a:lnTo>
                  <a:pt x="0" y="1486"/>
                </a:lnTo>
                <a:lnTo>
                  <a:pt x="57355" y="0"/>
                </a:lnTo>
                <a:close/>
                <a:moveTo>
                  <a:pt x="5735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4DD32-8F6F-41A2-A0B3-556DD09B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35" y="5895473"/>
            <a:ext cx="58025" cy="49155"/>
          </a:xfrm>
          <a:custGeom xmlns:a="http://schemas.openxmlformats.org/drawingml/2006/main">
            <a:pathLst>
              <a:path w="58025" h="49155">
                <a:moveTo>
                  <a:pt x="51150" y="7908"/>
                </a:moveTo>
                <a:lnTo>
                  <a:pt x="6598" y="9044"/>
                </a:lnTo>
                <a:lnTo>
                  <a:pt x="6831" y="18439"/>
                </a:lnTo>
                <a:cubicBezTo>
                  <a:pt x="7049" y="26347"/>
                  <a:pt x="8986" y="32085"/>
                  <a:pt x="12627" y="35668"/>
                </a:cubicBezTo>
                <a:cubicBezTo>
                  <a:pt x="16327" y="39266"/>
                  <a:pt x="22021" y="40911"/>
                  <a:pt x="29755" y="40737"/>
                </a:cubicBezTo>
                <a:cubicBezTo>
                  <a:pt x="37430" y="40562"/>
                  <a:pt x="43009" y="38581"/>
                  <a:pt x="46475" y="34823"/>
                </a:cubicBezTo>
                <a:cubicBezTo>
                  <a:pt x="49956" y="31066"/>
                  <a:pt x="51602" y="25211"/>
                  <a:pt x="51369" y="17302"/>
                </a:cubicBezTo>
                <a:lnTo>
                  <a:pt x="51150" y="7908"/>
                </a:lnTo>
                <a:close/>
                <a:moveTo>
                  <a:pt x="57340" y="0"/>
                </a:moveTo>
                <a:lnTo>
                  <a:pt x="57748" y="15933"/>
                </a:lnTo>
                <a:cubicBezTo>
                  <a:pt x="58025" y="27032"/>
                  <a:pt x="55927" y="35275"/>
                  <a:pt x="51427" y="40562"/>
                </a:cubicBezTo>
                <a:cubicBezTo>
                  <a:pt x="46941" y="45863"/>
                  <a:pt x="39819" y="48645"/>
                  <a:pt x="29974" y="48936"/>
                </a:cubicBezTo>
                <a:cubicBezTo>
                  <a:pt x="20084" y="49155"/>
                  <a:pt x="12744" y="46766"/>
                  <a:pt x="7967" y="41654"/>
                </a:cubicBezTo>
                <a:cubicBezTo>
                  <a:pt x="3248" y="36527"/>
                  <a:pt x="685" y="28444"/>
                  <a:pt x="393" y="17419"/>
                </a:cubicBezTo>
                <a:lnTo>
                  <a:pt x="0" y="1486"/>
                </a:lnTo>
                <a:lnTo>
                  <a:pt x="57340" y="0"/>
                </a:lnTo>
                <a:close/>
                <a:moveTo>
                  <a:pt x="5734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FD669-5CC8-498B-A06F-C261198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161" y="5954022"/>
            <a:ext cx="45514" cy="36804"/>
          </a:xfrm>
          <a:custGeom xmlns:a="http://schemas.openxmlformats.org/drawingml/2006/main">
            <a:pathLst>
              <a:path w="45514" h="36804">
                <a:moveTo>
                  <a:pt x="23041" y="22123"/>
                </a:moveTo>
                <a:cubicBezTo>
                  <a:pt x="22866" y="16443"/>
                  <a:pt x="22123" y="12511"/>
                  <a:pt x="20769" y="10355"/>
                </a:cubicBezTo>
                <a:cubicBezTo>
                  <a:pt x="19400" y="8127"/>
                  <a:pt x="17186" y="7107"/>
                  <a:pt x="13996" y="7224"/>
                </a:cubicBezTo>
                <a:cubicBezTo>
                  <a:pt x="11491" y="7282"/>
                  <a:pt x="9554" y="8127"/>
                  <a:pt x="8083" y="9846"/>
                </a:cubicBezTo>
                <a:cubicBezTo>
                  <a:pt x="6656" y="11550"/>
                  <a:pt x="6030" y="13763"/>
                  <a:pt x="6088" y="16603"/>
                </a:cubicBezTo>
                <a:cubicBezTo>
                  <a:pt x="6204" y="20536"/>
                  <a:pt x="7617" y="23667"/>
                  <a:pt x="10472" y="25939"/>
                </a:cubicBezTo>
                <a:cubicBezTo>
                  <a:pt x="13312" y="28211"/>
                  <a:pt x="17069" y="29347"/>
                  <a:pt x="21614" y="29245"/>
                </a:cubicBezTo>
                <a:lnTo>
                  <a:pt x="23216" y="29187"/>
                </a:lnTo>
                <a:lnTo>
                  <a:pt x="23041" y="22123"/>
                </a:lnTo>
                <a:close/>
                <a:moveTo>
                  <a:pt x="26332" y="36178"/>
                </a:moveTo>
                <a:lnTo>
                  <a:pt x="1762" y="36804"/>
                </a:lnTo>
                <a:lnTo>
                  <a:pt x="1588" y="29755"/>
                </a:lnTo>
                <a:lnTo>
                  <a:pt x="8127" y="29580"/>
                </a:lnTo>
                <a:cubicBezTo>
                  <a:pt x="5462" y="27993"/>
                  <a:pt x="3525" y="26056"/>
                  <a:pt x="2214" y="23667"/>
                </a:cubicBezTo>
                <a:cubicBezTo>
                  <a:pt x="903" y="21279"/>
                  <a:pt x="175" y="18366"/>
                  <a:pt x="117" y="14899"/>
                </a:cubicBezTo>
                <a:cubicBezTo>
                  <a:pt x="0" y="10457"/>
                  <a:pt x="1136" y="6933"/>
                  <a:pt x="3525" y="4267"/>
                </a:cubicBezTo>
                <a:cubicBezTo>
                  <a:pt x="5971" y="1646"/>
                  <a:pt x="9219" y="218"/>
                  <a:pt x="13370" y="160"/>
                </a:cubicBezTo>
                <a:cubicBezTo>
                  <a:pt x="18205" y="0"/>
                  <a:pt x="21905" y="1529"/>
                  <a:pt x="24410" y="4719"/>
                </a:cubicBezTo>
                <a:cubicBezTo>
                  <a:pt x="26959" y="7908"/>
                  <a:pt x="28328" y="12686"/>
                  <a:pt x="28503" y="19108"/>
                </a:cubicBezTo>
                <a:lnTo>
                  <a:pt x="28721" y="29012"/>
                </a:lnTo>
                <a:lnTo>
                  <a:pt x="29464" y="29012"/>
                </a:lnTo>
                <a:cubicBezTo>
                  <a:pt x="32712" y="28954"/>
                  <a:pt x="35158" y="27818"/>
                  <a:pt x="36921" y="25604"/>
                </a:cubicBezTo>
                <a:cubicBezTo>
                  <a:pt x="38625" y="23434"/>
                  <a:pt x="39426" y="20419"/>
                  <a:pt x="39309" y="16545"/>
                </a:cubicBezTo>
                <a:cubicBezTo>
                  <a:pt x="39251" y="14098"/>
                  <a:pt x="38916" y="11710"/>
                  <a:pt x="38290" y="9379"/>
                </a:cubicBezTo>
                <a:cubicBezTo>
                  <a:pt x="37605" y="7049"/>
                  <a:pt x="36688" y="4835"/>
                  <a:pt x="35435" y="2724"/>
                </a:cubicBezTo>
                <a:lnTo>
                  <a:pt x="41989" y="2563"/>
                </a:lnTo>
                <a:cubicBezTo>
                  <a:pt x="43067" y="5112"/>
                  <a:pt x="43868" y="7617"/>
                  <a:pt x="44436" y="10006"/>
                </a:cubicBezTo>
                <a:cubicBezTo>
                  <a:pt x="44946" y="12453"/>
                  <a:pt x="45281" y="14783"/>
                  <a:pt x="45339" y="17128"/>
                </a:cubicBezTo>
                <a:cubicBezTo>
                  <a:pt x="45514" y="23318"/>
                  <a:pt x="43970" y="28051"/>
                  <a:pt x="40853" y="31168"/>
                </a:cubicBezTo>
                <a:cubicBezTo>
                  <a:pt x="37722" y="34357"/>
                  <a:pt x="32886" y="36003"/>
                  <a:pt x="26332" y="36178"/>
                </a:cubicBezTo>
                <a:close/>
                <a:moveTo>
                  <a:pt x="26332" y="361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5B59E-D57A-43BB-BA99-F3F361E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550" y="5998968"/>
            <a:ext cx="55126" cy="27935"/>
          </a:xfrm>
          <a:custGeom xmlns:a="http://schemas.openxmlformats.org/drawingml/2006/main">
            <a:pathLst>
              <a:path w="55126" h="27935">
                <a:moveTo>
                  <a:pt x="55126" y="11943"/>
                </a:moveTo>
                <a:lnTo>
                  <a:pt x="42950" y="12278"/>
                </a:lnTo>
                <a:lnTo>
                  <a:pt x="43300" y="26842"/>
                </a:lnTo>
                <a:lnTo>
                  <a:pt x="37838" y="26959"/>
                </a:lnTo>
                <a:lnTo>
                  <a:pt x="37430" y="12394"/>
                </a:lnTo>
                <a:lnTo>
                  <a:pt x="14113" y="13021"/>
                </a:lnTo>
                <a:cubicBezTo>
                  <a:pt x="10574" y="13079"/>
                  <a:pt x="8360" y="13647"/>
                  <a:pt x="7399" y="14623"/>
                </a:cubicBezTo>
                <a:cubicBezTo>
                  <a:pt x="6423" y="15584"/>
                  <a:pt x="5971" y="17579"/>
                  <a:pt x="6030" y="20536"/>
                </a:cubicBezTo>
                <a:lnTo>
                  <a:pt x="6204" y="27760"/>
                </a:lnTo>
                <a:lnTo>
                  <a:pt x="335" y="27935"/>
                </a:lnTo>
                <a:lnTo>
                  <a:pt x="117" y="20652"/>
                </a:lnTo>
                <a:cubicBezTo>
                  <a:pt x="0" y="15249"/>
                  <a:pt x="903" y="11433"/>
                  <a:pt x="2898" y="9321"/>
                </a:cubicBezTo>
                <a:cubicBezTo>
                  <a:pt x="4894" y="7166"/>
                  <a:pt x="8535" y="6030"/>
                  <a:pt x="13938" y="5913"/>
                </a:cubicBezTo>
                <a:lnTo>
                  <a:pt x="37256" y="5345"/>
                </a:lnTo>
                <a:lnTo>
                  <a:pt x="37154" y="117"/>
                </a:lnTo>
                <a:lnTo>
                  <a:pt x="42615" y="0"/>
                </a:lnTo>
                <a:lnTo>
                  <a:pt x="42776" y="5170"/>
                </a:lnTo>
                <a:lnTo>
                  <a:pt x="54951" y="4894"/>
                </a:lnTo>
                <a:lnTo>
                  <a:pt x="55126" y="11943"/>
                </a:lnTo>
                <a:close/>
                <a:moveTo>
                  <a:pt x="55126" y="119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82C8B-BE94-41DD-AA13-12E7EBF5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17" y="6032422"/>
            <a:ext cx="45397" cy="40052"/>
          </a:xfrm>
          <a:custGeom xmlns:a="http://schemas.openxmlformats.org/drawingml/2006/main">
            <a:pathLst>
              <a:path w="45397" h="40052">
                <a:moveTo>
                  <a:pt x="24978" y="39936"/>
                </a:moveTo>
                <a:lnTo>
                  <a:pt x="21512" y="40052"/>
                </a:lnTo>
                <a:lnTo>
                  <a:pt x="20711" y="7559"/>
                </a:lnTo>
                <a:cubicBezTo>
                  <a:pt x="15875" y="8010"/>
                  <a:pt x="12176" y="9554"/>
                  <a:pt x="9671" y="12220"/>
                </a:cubicBezTo>
                <a:cubicBezTo>
                  <a:pt x="7224" y="14899"/>
                  <a:pt x="6030" y="18599"/>
                  <a:pt x="6146" y="23259"/>
                </a:cubicBezTo>
                <a:cubicBezTo>
                  <a:pt x="6204" y="25997"/>
                  <a:pt x="6598" y="28604"/>
                  <a:pt x="7340" y="31168"/>
                </a:cubicBezTo>
                <a:cubicBezTo>
                  <a:pt x="8083" y="33673"/>
                  <a:pt x="9161" y="36178"/>
                  <a:pt x="10530" y="38683"/>
                </a:cubicBezTo>
                <a:lnTo>
                  <a:pt x="3874" y="38858"/>
                </a:lnTo>
                <a:cubicBezTo>
                  <a:pt x="2738" y="36353"/>
                  <a:pt x="1821" y="33731"/>
                  <a:pt x="1194" y="31110"/>
                </a:cubicBezTo>
                <a:cubicBezTo>
                  <a:pt x="568" y="28444"/>
                  <a:pt x="233" y="25764"/>
                  <a:pt x="175" y="23041"/>
                </a:cubicBezTo>
                <a:cubicBezTo>
                  <a:pt x="0" y="16152"/>
                  <a:pt x="1821" y="10690"/>
                  <a:pt x="5753" y="6598"/>
                </a:cubicBezTo>
                <a:cubicBezTo>
                  <a:pt x="9612" y="2447"/>
                  <a:pt x="14972" y="335"/>
                  <a:pt x="21788" y="160"/>
                </a:cubicBezTo>
                <a:cubicBezTo>
                  <a:pt x="28852" y="0"/>
                  <a:pt x="34430" y="1762"/>
                  <a:pt x="38698" y="5403"/>
                </a:cubicBezTo>
                <a:cubicBezTo>
                  <a:pt x="42907" y="9103"/>
                  <a:pt x="45120" y="14215"/>
                  <a:pt x="45295" y="20652"/>
                </a:cubicBezTo>
                <a:cubicBezTo>
                  <a:pt x="45397" y="26449"/>
                  <a:pt x="43693" y="31051"/>
                  <a:pt x="40052" y="34532"/>
                </a:cubicBezTo>
                <a:cubicBezTo>
                  <a:pt x="36411" y="37998"/>
                  <a:pt x="31415" y="39761"/>
                  <a:pt x="24978" y="39936"/>
                </a:cubicBezTo>
                <a:close/>
                <a:moveTo>
                  <a:pt x="26857" y="32814"/>
                </a:moveTo>
                <a:cubicBezTo>
                  <a:pt x="30731" y="32712"/>
                  <a:pt x="33804" y="31517"/>
                  <a:pt x="36018" y="29347"/>
                </a:cubicBezTo>
                <a:cubicBezTo>
                  <a:pt x="38290" y="27192"/>
                  <a:pt x="39368" y="24337"/>
                  <a:pt x="39324" y="20871"/>
                </a:cubicBezTo>
                <a:cubicBezTo>
                  <a:pt x="39207" y="16953"/>
                  <a:pt x="38013" y="13822"/>
                  <a:pt x="35726" y="11491"/>
                </a:cubicBezTo>
                <a:cubicBezTo>
                  <a:pt x="33396" y="9205"/>
                  <a:pt x="30265" y="7908"/>
                  <a:pt x="26172" y="7675"/>
                </a:cubicBezTo>
                <a:lnTo>
                  <a:pt x="26857" y="32814"/>
                </a:lnTo>
                <a:close/>
                <a:moveTo>
                  <a:pt x="26857" y="328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65F59-E6A1-4C71-BEC4-BF3BF4A6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370" y="6083398"/>
            <a:ext cx="58199" cy="38392"/>
          </a:xfrm>
          <a:custGeom xmlns:a="http://schemas.openxmlformats.org/drawingml/2006/main">
            <a:pathLst>
              <a:path w="58199" h="38392">
                <a:moveTo>
                  <a:pt x="57282" y="0"/>
                </a:moveTo>
                <a:lnTo>
                  <a:pt x="58199" y="36236"/>
                </a:lnTo>
                <a:lnTo>
                  <a:pt x="51660" y="36411"/>
                </a:lnTo>
                <a:lnTo>
                  <a:pt x="50975" y="7908"/>
                </a:lnTo>
                <a:lnTo>
                  <a:pt x="33964" y="8360"/>
                </a:lnTo>
                <a:lnTo>
                  <a:pt x="34707" y="35668"/>
                </a:lnTo>
                <a:lnTo>
                  <a:pt x="28153" y="35843"/>
                </a:lnTo>
                <a:lnTo>
                  <a:pt x="27483" y="8520"/>
                </a:lnTo>
                <a:lnTo>
                  <a:pt x="6714" y="9044"/>
                </a:lnTo>
                <a:lnTo>
                  <a:pt x="7457" y="38232"/>
                </a:lnTo>
                <a:lnTo>
                  <a:pt x="903" y="38392"/>
                </a:lnTo>
                <a:lnTo>
                  <a:pt x="0" y="1471"/>
                </a:lnTo>
                <a:lnTo>
                  <a:pt x="57282" y="0"/>
                </a:lnTo>
                <a:close/>
                <a:moveTo>
                  <a:pt x="572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BEBCB-3ADA-4B3D-9889-57D4B5A7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448" y="6129071"/>
            <a:ext cx="44043" cy="41712"/>
          </a:xfrm>
          <a:custGeom xmlns:a="http://schemas.openxmlformats.org/drawingml/2006/main">
            <a:pathLst>
              <a:path w="44043" h="41712">
                <a:moveTo>
                  <a:pt x="44043" y="39834"/>
                </a:moveTo>
                <a:lnTo>
                  <a:pt x="22764" y="24803"/>
                </a:lnTo>
                <a:lnTo>
                  <a:pt x="1078" y="41712"/>
                </a:lnTo>
                <a:lnTo>
                  <a:pt x="859" y="33396"/>
                </a:lnTo>
                <a:lnTo>
                  <a:pt x="17463" y="20434"/>
                </a:lnTo>
                <a:lnTo>
                  <a:pt x="233" y="8375"/>
                </a:lnTo>
                <a:lnTo>
                  <a:pt x="0" y="0"/>
                </a:lnTo>
                <a:lnTo>
                  <a:pt x="22924" y="16166"/>
                </a:lnTo>
                <a:lnTo>
                  <a:pt x="43067" y="350"/>
                </a:lnTo>
                <a:lnTo>
                  <a:pt x="43242" y="8651"/>
                </a:lnTo>
                <a:lnTo>
                  <a:pt x="28226" y="20492"/>
                </a:lnTo>
                <a:lnTo>
                  <a:pt x="43868" y="31459"/>
                </a:lnTo>
                <a:lnTo>
                  <a:pt x="44043" y="39834"/>
                </a:lnTo>
                <a:close/>
                <a:moveTo>
                  <a:pt x="44043" y="398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05CB8-32A5-460C-B87F-D1480B2B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432" y="6179362"/>
            <a:ext cx="61039" cy="39207"/>
          </a:xfrm>
          <a:custGeom xmlns:a="http://schemas.openxmlformats.org/drawingml/2006/main">
            <a:pathLst>
              <a:path w="61039" h="39207">
                <a:moveTo>
                  <a:pt x="22983" y="8083"/>
                </a:moveTo>
                <a:lnTo>
                  <a:pt x="175" y="8651"/>
                </a:lnTo>
                <a:lnTo>
                  <a:pt x="0" y="1544"/>
                </a:lnTo>
                <a:lnTo>
                  <a:pt x="59335" y="0"/>
                </a:lnTo>
                <a:lnTo>
                  <a:pt x="59510" y="7122"/>
                </a:lnTo>
                <a:lnTo>
                  <a:pt x="53014" y="7282"/>
                </a:lnTo>
                <a:cubicBezTo>
                  <a:pt x="55578" y="8710"/>
                  <a:pt x="57515" y="10530"/>
                  <a:pt x="58826" y="12744"/>
                </a:cubicBezTo>
                <a:cubicBezTo>
                  <a:pt x="60136" y="15030"/>
                  <a:pt x="60821" y="17696"/>
                  <a:pt x="60923" y="20827"/>
                </a:cubicBezTo>
                <a:cubicBezTo>
                  <a:pt x="61039" y="26056"/>
                  <a:pt x="59059" y="30381"/>
                  <a:pt x="55010" y="33746"/>
                </a:cubicBezTo>
                <a:cubicBezTo>
                  <a:pt x="50975" y="37096"/>
                  <a:pt x="45572" y="38858"/>
                  <a:pt x="38800" y="39033"/>
                </a:cubicBezTo>
                <a:cubicBezTo>
                  <a:pt x="32027" y="39207"/>
                  <a:pt x="26507" y="37722"/>
                  <a:pt x="22298" y="34590"/>
                </a:cubicBezTo>
                <a:cubicBezTo>
                  <a:pt x="18089" y="31415"/>
                  <a:pt x="15875" y="27206"/>
                  <a:pt x="15759" y="22021"/>
                </a:cubicBezTo>
                <a:cubicBezTo>
                  <a:pt x="15700" y="18832"/>
                  <a:pt x="16210" y="16108"/>
                  <a:pt x="17404" y="13836"/>
                </a:cubicBezTo>
                <a:cubicBezTo>
                  <a:pt x="18599" y="11550"/>
                  <a:pt x="20478" y="9627"/>
                  <a:pt x="22983" y="8083"/>
                </a:cubicBezTo>
                <a:close/>
                <a:moveTo>
                  <a:pt x="38625" y="31692"/>
                </a:moveTo>
                <a:cubicBezTo>
                  <a:pt x="43810" y="31576"/>
                  <a:pt x="47844" y="30381"/>
                  <a:pt x="50742" y="28226"/>
                </a:cubicBezTo>
                <a:cubicBezTo>
                  <a:pt x="53641" y="26012"/>
                  <a:pt x="55068" y="22997"/>
                  <a:pt x="54951" y="19298"/>
                </a:cubicBezTo>
                <a:cubicBezTo>
                  <a:pt x="54849" y="15540"/>
                  <a:pt x="53306" y="12642"/>
                  <a:pt x="50291" y="10588"/>
                </a:cubicBezTo>
                <a:cubicBezTo>
                  <a:pt x="47276" y="8476"/>
                  <a:pt x="43183" y="7573"/>
                  <a:pt x="37998" y="7690"/>
                </a:cubicBezTo>
                <a:cubicBezTo>
                  <a:pt x="32770" y="7807"/>
                  <a:pt x="28736" y="9001"/>
                  <a:pt x="25823" y="11215"/>
                </a:cubicBezTo>
                <a:cubicBezTo>
                  <a:pt x="22924" y="13428"/>
                  <a:pt x="21555" y="16385"/>
                  <a:pt x="21614" y="20143"/>
                </a:cubicBezTo>
                <a:cubicBezTo>
                  <a:pt x="21730" y="23842"/>
                  <a:pt x="23274" y="26740"/>
                  <a:pt x="26289" y="28852"/>
                </a:cubicBezTo>
                <a:cubicBezTo>
                  <a:pt x="29304" y="30906"/>
                  <a:pt x="33396" y="31867"/>
                  <a:pt x="38625" y="31692"/>
                </a:cubicBezTo>
                <a:close/>
                <a:moveTo>
                  <a:pt x="38625" y="316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E38F3-1705-44E5-BB5C-2900DB46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210" y="6226871"/>
            <a:ext cx="45455" cy="39819"/>
          </a:xfrm>
          <a:custGeom xmlns:a="http://schemas.openxmlformats.org/drawingml/2006/main">
            <a:pathLst>
              <a:path w="45455" h="39819">
                <a:moveTo>
                  <a:pt x="39309" y="19458"/>
                </a:moveTo>
                <a:cubicBezTo>
                  <a:pt x="39207" y="15700"/>
                  <a:pt x="37664" y="12744"/>
                  <a:pt x="34649" y="10647"/>
                </a:cubicBezTo>
                <a:cubicBezTo>
                  <a:pt x="31634" y="8476"/>
                  <a:pt x="27541" y="7515"/>
                  <a:pt x="22415" y="7632"/>
                </a:cubicBezTo>
                <a:cubicBezTo>
                  <a:pt x="17302" y="7734"/>
                  <a:pt x="13254" y="8928"/>
                  <a:pt x="10355" y="11215"/>
                </a:cubicBezTo>
                <a:cubicBezTo>
                  <a:pt x="7457" y="13487"/>
                  <a:pt x="6030" y="16501"/>
                  <a:pt x="6146" y="20317"/>
                </a:cubicBezTo>
                <a:cubicBezTo>
                  <a:pt x="6263" y="24060"/>
                  <a:pt x="7792" y="27032"/>
                  <a:pt x="10807" y="29129"/>
                </a:cubicBezTo>
                <a:cubicBezTo>
                  <a:pt x="13822" y="31299"/>
                  <a:pt x="17929" y="32260"/>
                  <a:pt x="23041" y="32144"/>
                </a:cubicBezTo>
                <a:cubicBezTo>
                  <a:pt x="28168" y="32027"/>
                  <a:pt x="32144" y="30833"/>
                  <a:pt x="35042" y="28561"/>
                </a:cubicBezTo>
                <a:cubicBezTo>
                  <a:pt x="38013" y="26289"/>
                  <a:pt x="39426" y="23274"/>
                  <a:pt x="39309" y="19458"/>
                </a:cubicBezTo>
                <a:close/>
                <a:moveTo>
                  <a:pt x="45295" y="19342"/>
                </a:moveTo>
                <a:cubicBezTo>
                  <a:pt x="45455" y="25488"/>
                  <a:pt x="43577" y="30323"/>
                  <a:pt x="39659" y="33964"/>
                </a:cubicBezTo>
                <a:cubicBezTo>
                  <a:pt x="35785" y="37547"/>
                  <a:pt x="30265" y="39484"/>
                  <a:pt x="23216" y="39659"/>
                </a:cubicBezTo>
                <a:cubicBezTo>
                  <a:pt x="16225" y="39819"/>
                  <a:pt x="10647" y="38232"/>
                  <a:pt x="6539" y="34823"/>
                </a:cubicBezTo>
                <a:cubicBezTo>
                  <a:pt x="2447" y="31401"/>
                  <a:pt x="291" y="26624"/>
                  <a:pt x="175" y="20478"/>
                </a:cubicBezTo>
                <a:cubicBezTo>
                  <a:pt x="0" y="14331"/>
                  <a:pt x="1879" y="9452"/>
                  <a:pt x="5811" y="5811"/>
                </a:cubicBezTo>
                <a:cubicBezTo>
                  <a:pt x="9729" y="2214"/>
                  <a:pt x="15191" y="350"/>
                  <a:pt x="22254" y="175"/>
                </a:cubicBezTo>
                <a:cubicBezTo>
                  <a:pt x="29304" y="0"/>
                  <a:pt x="34882" y="1602"/>
                  <a:pt x="38916" y="5010"/>
                </a:cubicBezTo>
                <a:cubicBezTo>
                  <a:pt x="43009" y="8360"/>
                  <a:pt x="45120" y="13137"/>
                  <a:pt x="45295" y="19342"/>
                </a:cubicBezTo>
                <a:close/>
                <a:moveTo>
                  <a:pt x="45295" y="193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BC1BA-306B-48FB-A086-D065EE7B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5" y="6275007"/>
            <a:ext cx="45354" cy="33280"/>
          </a:xfrm>
          <a:custGeom xmlns:a="http://schemas.openxmlformats.org/drawingml/2006/main">
            <a:pathLst>
              <a:path w="45354" h="33280">
                <a:moveTo>
                  <a:pt x="43300" y="30090"/>
                </a:moveTo>
                <a:lnTo>
                  <a:pt x="36644" y="30265"/>
                </a:lnTo>
                <a:cubicBezTo>
                  <a:pt x="37605" y="28269"/>
                  <a:pt x="38290" y="26172"/>
                  <a:pt x="38741" y="24002"/>
                </a:cubicBezTo>
                <a:cubicBezTo>
                  <a:pt x="39207" y="21847"/>
                  <a:pt x="39426" y="19618"/>
                  <a:pt x="39368" y="17288"/>
                </a:cubicBezTo>
                <a:cubicBezTo>
                  <a:pt x="39266" y="13763"/>
                  <a:pt x="38683" y="11142"/>
                  <a:pt x="37547" y="9438"/>
                </a:cubicBezTo>
                <a:cubicBezTo>
                  <a:pt x="36411" y="7734"/>
                  <a:pt x="34823" y="6874"/>
                  <a:pt x="32653" y="6933"/>
                </a:cubicBezTo>
                <a:cubicBezTo>
                  <a:pt x="31008" y="6991"/>
                  <a:pt x="29755" y="7617"/>
                  <a:pt x="28852" y="8928"/>
                </a:cubicBezTo>
                <a:cubicBezTo>
                  <a:pt x="27935" y="10181"/>
                  <a:pt x="27090" y="12744"/>
                  <a:pt x="26347" y="16560"/>
                </a:cubicBezTo>
                <a:lnTo>
                  <a:pt x="25895" y="19007"/>
                </a:lnTo>
                <a:cubicBezTo>
                  <a:pt x="24920" y="24002"/>
                  <a:pt x="23507" y="27643"/>
                  <a:pt x="21628" y="29813"/>
                </a:cubicBezTo>
                <a:cubicBezTo>
                  <a:pt x="19691" y="31969"/>
                  <a:pt x="17011" y="33105"/>
                  <a:pt x="13487" y="33163"/>
                </a:cubicBezTo>
                <a:cubicBezTo>
                  <a:pt x="9511" y="33280"/>
                  <a:pt x="6321" y="31794"/>
                  <a:pt x="3874" y="28677"/>
                </a:cubicBezTo>
                <a:cubicBezTo>
                  <a:pt x="1486" y="25604"/>
                  <a:pt x="233" y="21279"/>
                  <a:pt x="58" y="15759"/>
                </a:cubicBezTo>
                <a:cubicBezTo>
                  <a:pt x="0" y="13428"/>
                  <a:pt x="175" y="11040"/>
                  <a:pt x="568" y="8535"/>
                </a:cubicBezTo>
                <a:cubicBezTo>
                  <a:pt x="918" y="6030"/>
                  <a:pt x="1544" y="3350"/>
                  <a:pt x="2389" y="568"/>
                </a:cubicBezTo>
                <a:lnTo>
                  <a:pt x="9671" y="393"/>
                </a:lnTo>
                <a:cubicBezTo>
                  <a:pt x="8360" y="3015"/>
                  <a:pt x="7399" y="5636"/>
                  <a:pt x="6831" y="8185"/>
                </a:cubicBezTo>
                <a:cubicBezTo>
                  <a:pt x="6204" y="10749"/>
                  <a:pt x="5913" y="13254"/>
                  <a:pt x="5971" y="15759"/>
                </a:cubicBezTo>
                <a:cubicBezTo>
                  <a:pt x="6088" y="19050"/>
                  <a:pt x="6714" y="21614"/>
                  <a:pt x="7908" y="23376"/>
                </a:cubicBezTo>
                <a:cubicBezTo>
                  <a:pt x="9044" y="25138"/>
                  <a:pt x="10705" y="25997"/>
                  <a:pt x="12744" y="25939"/>
                </a:cubicBezTo>
                <a:cubicBezTo>
                  <a:pt x="14681" y="25881"/>
                  <a:pt x="16166" y="25196"/>
                  <a:pt x="17128" y="23886"/>
                </a:cubicBezTo>
                <a:cubicBezTo>
                  <a:pt x="18147" y="22589"/>
                  <a:pt x="19065" y="19676"/>
                  <a:pt x="19866" y="15307"/>
                </a:cubicBezTo>
                <a:lnTo>
                  <a:pt x="20376" y="12802"/>
                </a:lnTo>
                <a:cubicBezTo>
                  <a:pt x="21220" y="8418"/>
                  <a:pt x="22531" y="5229"/>
                  <a:pt x="24410" y="3233"/>
                </a:cubicBezTo>
                <a:cubicBezTo>
                  <a:pt x="26230" y="1253"/>
                  <a:pt x="28852" y="218"/>
                  <a:pt x="32144" y="117"/>
                </a:cubicBezTo>
                <a:cubicBezTo>
                  <a:pt x="36193" y="0"/>
                  <a:pt x="39368" y="1369"/>
                  <a:pt x="41654" y="4209"/>
                </a:cubicBezTo>
                <a:cubicBezTo>
                  <a:pt x="43926" y="6991"/>
                  <a:pt x="45120" y="11040"/>
                  <a:pt x="45237" y="16327"/>
                </a:cubicBezTo>
                <a:cubicBezTo>
                  <a:pt x="45354" y="18948"/>
                  <a:pt x="45179" y="21395"/>
                  <a:pt x="44887" y="23667"/>
                </a:cubicBezTo>
                <a:cubicBezTo>
                  <a:pt x="44552" y="25997"/>
                  <a:pt x="44043" y="28153"/>
                  <a:pt x="43300" y="30090"/>
                </a:cubicBezTo>
                <a:close/>
                <a:moveTo>
                  <a:pt x="43300" y="300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7E089-7848-4571-AF7B-CCA86291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439" y="6317899"/>
            <a:ext cx="44771" cy="37096"/>
          </a:xfrm>
          <a:custGeom xmlns:a="http://schemas.openxmlformats.org/drawingml/2006/main">
            <a:pathLst>
              <a:path w="44771" h="37096">
                <a:moveTo>
                  <a:pt x="17856" y="685"/>
                </a:moveTo>
                <a:lnTo>
                  <a:pt x="43853" y="0"/>
                </a:lnTo>
                <a:lnTo>
                  <a:pt x="44028" y="7049"/>
                </a:lnTo>
                <a:lnTo>
                  <a:pt x="18249" y="7734"/>
                </a:lnTo>
                <a:cubicBezTo>
                  <a:pt x="14215" y="7850"/>
                  <a:pt x="11200" y="8710"/>
                  <a:pt x="9146" y="10355"/>
                </a:cubicBezTo>
                <a:cubicBezTo>
                  <a:pt x="7166" y="11943"/>
                  <a:pt x="6248" y="14390"/>
                  <a:pt x="6306" y="17579"/>
                </a:cubicBezTo>
                <a:cubicBezTo>
                  <a:pt x="6423" y="21395"/>
                  <a:pt x="7734" y="24352"/>
                  <a:pt x="10181" y="26507"/>
                </a:cubicBezTo>
                <a:cubicBezTo>
                  <a:pt x="12686" y="28677"/>
                  <a:pt x="16035" y="29697"/>
                  <a:pt x="20245" y="29580"/>
                </a:cubicBezTo>
                <a:lnTo>
                  <a:pt x="44596" y="28954"/>
                </a:lnTo>
                <a:lnTo>
                  <a:pt x="44771" y="36018"/>
                </a:lnTo>
                <a:lnTo>
                  <a:pt x="1762" y="37096"/>
                </a:lnTo>
                <a:lnTo>
                  <a:pt x="1588" y="30046"/>
                </a:lnTo>
                <a:lnTo>
                  <a:pt x="8185" y="29872"/>
                </a:lnTo>
                <a:cubicBezTo>
                  <a:pt x="5564" y="28226"/>
                  <a:pt x="3583" y="26289"/>
                  <a:pt x="2214" y="24060"/>
                </a:cubicBezTo>
                <a:cubicBezTo>
                  <a:pt x="903" y="21847"/>
                  <a:pt x="218" y="19225"/>
                  <a:pt x="102" y="16210"/>
                </a:cubicBezTo>
                <a:cubicBezTo>
                  <a:pt x="0" y="11273"/>
                  <a:pt x="1471" y="7515"/>
                  <a:pt x="4428" y="4835"/>
                </a:cubicBezTo>
                <a:cubicBezTo>
                  <a:pt x="7442" y="2214"/>
                  <a:pt x="11943" y="801"/>
                  <a:pt x="17856" y="685"/>
                </a:cubicBezTo>
                <a:close/>
                <a:moveTo>
                  <a:pt x="17856" y="6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EC31B-A113-42C0-9CD8-A7FCABB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594" y="6368190"/>
            <a:ext cx="44611" cy="25371"/>
          </a:xfrm>
          <a:custGeom xmlns:a="http://schemas.openxmlformats.org/drawingml/2006/main">
            <a:pathLst>
              <a:path w="44611" h="25371">
                <a:moveTo>
                  <a:pt x="37037" y="25371"/>
                </a:moveTo>
                <a:cubicBezTo>
                  <a:pt x="37489" y="24526"/>
                  <a:pt x="37780" y="23667"/>
                  <a:pt x="37940" y="22764"/>
                </a:cubicBezTo>
                <a:cubicBezTo>
                  <a:pt x="38173" y="21788"/>
                  <a:pt x="38232" y="20769"/>
                  <a:pt x="38232" y="19633"/>
                </a:cubicBezTo>
                <a:cubicBezTo>
                  <a:pt x="38115" y="15642"/>
                  <a:pt x="36746" y="12627"/>
                  <a:pt x="34081" y="10530"/>
                </a:cubicBezTo>
                <a:cubicBezTo>
                  <a:pt x="31459" y="8476"/>
                  <a:pt x="27701" y="7515"/>
                  <a:pt x="22808" y="7632"/>
                </a:cubicBezTo>
                <a:lnTo>
                  <a:pt x="175" y="8200"/>
                </a:lnTo>
                <a:lnTo>
                  <a:pt x="0" y="1078"/>
                </a:lnTo>
                <a:lnTo>
                  <a:pt x="43009" y="0"/>
                </a:lnTo>
                <a:lnTo>
                  <a:pt x="43183" y="7122"/>
                </a:lnTo>
                <a:lnTo>
                  <a:pt x="36469" y="7282"/>
                </a:lnTo>
                <a:cubicBezTo>
                  <a:pt x="39135" y="8710"/>
                  <a:pt x="41130" y="10588"/>
                  <a:pt x="42441" y="12919"/>
                </a:cubicBezTo>
                <a:cubicBezTo>
                  <a:pt x="43751" y="15249"/>
                  <a:pt x="44494" y="18147"/>
                  <a:pt x="44552" y="21570"/>
                </a:cubicBezTo>
                <a:cubicBezTo>
                  <a:pt x="44611" y="22021"/>
                  <a:pt x="44552" y="22589"/>
                  <a:pt x="44494" y="23157"/>
                </a:cubicBezTo>
                <a:cubicBezTo>
                  <a:pt x="44494" y="23784"/>
                  <a:pt x="44378" y="24410"/>
                  <a:pt x="44261" y="25153"/>
                </a:cubicBezTo>
                <a:lnTo>
                  <a:pt x="37037" y="25371"/>
                </a:lnTo>
                <a:close/>
                <a:moveTo>
                  <a:pt x="37037" y="253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96006-F3D8-436D-AF80-974E3A4A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594" y="6396299"/>
            <a:ext cx="45397" cy="40110"/>
          </a:xfrm>
          <a:custGeom xmlns:a="http://schemas.openxmlformats.org/drawingml/2006/main">
            <a:pathLst>
              <a:path w="45397" h="40110">
                <a:moveTo>
                  <a:pt x="24978" y="39994"/>
                </a:moveTo>
                <a:lnTo>
                  <a:pt x="21512" y="40110"/>
                </a:lnTo>
                <a:lnTo>
                  <a:pt x="20711" y="7617"/>
                </a:lnTo>
                <a:cubicBezTo>
                  <a:pt x="15875" y="8025"/>
                  <a:pt x="12176" y="9612"/>
                  <a:pt x="9671" y="12292"/>
                </a:cubicBezTo>
                <a:cubicBezTo>
                  <a:pt x="7224" y="14958"/>
                  <a:pt x="6030" y="18657"/>
                  <a:pt x="6146" y="23318"/>
                </a:cubicBezTo>
                <a:cubicBezTo>
                  <a:pt x="6204" y="26056"/>
                  <a:pt x="6598" y="28677"/>
                  <a:pt x="7340" y="31226"/>
                </a:cubicBezTo>
                <a:cubicBezTo>
                  <a:pt x="8083" y="33731"/>
                  <a:pt x="9161" y="36236"/>
                  <a:pt x="10530" y="38741"/>
                </a:cubicBezTo>
                <a:lnTo>
                  <a:pt x="3874" y="38916"/>
                </a:lnTo>
                <a:cubicBezTo>
                  <a:pt x="2724" y="36353"/>
                  <a:pt x="1821" y="33789"/>
                  <a:pt x="1194" y="31182"/>
                </a:cubicBezTo>
                <a:cubicBezTo>
                  <a:pt x="568" y="28503"/>
                  <a:pt x="233" y="25823"/>
                  <a:pt x="175" y="23099"/>
                </a:cubicBezTo>
                <a:cubicBezTo>
                  <a:pt x="0" y="16210"/>
                  <a:pt x="1821" y="10749"/>
                  <a:pt x="5753" y="6598"/>
                </a:cubicBezTo>
                <a:cubicBezTo>
                  <a:pt x="9612" y="2505"/>
                  <a:pt x="14958" y="393"/>
                  <a:pt x="21788" y="233"/>
                </a:cubicBezTo>
                <a:cubicBezTo>
                  <a:pt x="28794" y="0"/>
                  <a:pt x="34416" y="1762"/>
                  <a:pt x="38683" y="5462"/>
                </a:cubicBezTo>
                <a:cubicBezTo>
                  <a:pt x="42892" y="9161"/>
                  <a:pt x="45120" y="14229"/>
                  <a:pt x="45281" y="20711"/>
                </a:cubicBezTo>
                <a:cubicBezTo>
                  <a:pt x="45397" y="26507"/>
                  <a:pt x="43693" y="31124"/>
                  <a:pt x="40052" y="34590"/>
                </a:cubicBezTo>
                <a:cubicBezTo>
                  <a:pt x="36411" y="37998"/>
                  <a:pt x="31401" y="39819"/>
                  <a:pt x="24978" y="39994"/>
                </a:cubicBezTo>
                <a:close/>
                <a:moveTo>
                  <a:pt x="26857" y="32886"/>
                </a:moveTo>
                <a:cubicBezTo>
                  <a:pt x="30716" y="32712"/>
                  <a:pt x="33789" y="31576"/>
                  <a:pt x="36018" y="29406"/>
                </a:cubicBezTo>
                <a:cubicBezTo>
                  <a:pt x="38290" y="27250"/>
                  <a:pt x="39368" y="24410"/>
                  <a:pt x="39309" y="20929"/>
                </a:cubicBezTo>
                <a:cubicBezTo>
                  <a:pt x="39193" y="17011"/>
                  <a:pt x="37998" y="13880"/>
                  <a:pt x="35726" y="11550"/>
                </a:cubicBezTo>
                <a:cubicBezTo>
                  <a:pt x="33396" y="9219"/>
                  <a:pt x="30265" y="7967"/>
                  <a:pt x="26172" y="7675"/>
                </a:cubicBezTo>
                <a:lnTo>
                  <a:pt x="26857" y="32886"/>
                </a:lnTo>
                <a:close/>
                <a:moveTo>
                  <a:pt x="26857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A8AD1-7DB1-4DAC-B2D5-8ADEE09E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983" y="6440225"/>
            <a:ext cx="58083" cy="52505"/>
          </a:xfrm>
          <a:custGeom xmlns:a="http://schemas.openxmlformats.org/drawingml/2006/main">
            <a:pathLst>
              <a:path w="58083" h="52505">
                <a:moveTo>
                  <a:pt x="0" y="23318"/>
                </a:moveTo>
                <a:lnTo>
                  <a:pt x="56787" y="0"/>
                </a:lnTo>
                <a:lnTo>
                  <a:pt x="56947" y="8069"/>
                </a:lnTo>
                <a:lnTo>
                  <a:pt x="9161" y="27468"/>
                </a:lnTo>
                <a:lnTo>
                  <a:pt x="57923" y="44480"/>
                </a:lnTo>
                <a:lnTo>
                  <a:pt x="58083" y="52505"/>
                </a:lnTo>
                <a:lnTo>
                  <a:pt x="233" y="32144"/>
                </a:lnTo>
                <a:lnTo>
                  <a:pt x="0" y="23318"/>
                </a:lnTo>
                <a:close/>
                <a:moveTo>
                  <a:pt x="0" y="233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0B72C-5B37-4FAA-8FF3-F2F4D81F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944" y="6499619"/>
            <a:ext cx="58884" cy="37372"/>
          </a:xfrm>
          <a:custGeom xmlns:a="http://schemas.openxmlformats.org/drawingml/2006/main">
            <a:pathLst>
              <a:path w="58884" h="37372">
                <a:moveTo>
                  <a:pt x="6772" y="10181"/>
                </a:moveTo>
                <a:lnTo>
                  <a:pt x="7457" y="37197"/>
                </a:lnTo>
                <a:lnTo>
                  <a:pt x="918" y="37372"/>
                </a:lnTo>
                <a:lnTo>
                  <a:pt x="0" y="1020"/>
                </a:lnTo>
                <a:lnTo>
                  <a:pt x="6496" y="845"/>
                </a:lnTo>
                <a:cubicBezTo>
                  <a:pt x="9627" y="3699"/>
                  <a:pt x="13836" y="7617"/>
                  <a:pt x="19065" y="12569"/>
                </a:cubicBezTo>
                <a:cubicBezTo>
                  <a:pt x="24352" y="17521"/>
                  <a:pt x="27716" y="20594"/>
                  <a:pt x="29245" y="21905"/>
                </a:cubicBezTo>
                <a:cubicBezTo>
                  <a:pt x="32100" y="24293"/>
                  <a:pt x="34547" y="25939"/>
                  <a:pt x="36469" y="26900"/>
                </a:cubicBezTo>
                <a:cubicBezTo>
                  <a:pt x="38406" y="27818"/>
                  <a:pt x="40343" y="28269"/>
                  <a:pt x="42222" y="28211"/>
                </a:cubicBezTo>
                <a:cubicBezTo>
                  <a:pt x="45237" y="28153"/>
                  <a:pt x="47684" y="27017"/>
                  <a:pt x="49563" y="24861"/>
                </a:cubicBezTo>
                <a:cubicBezTo>
                  <a:pt x="51441" y="22633"/>
                  <a:pt x="52344" y="19851"/>
                  <a:pt x="52228" y="16443"/>
                </a:cubicBezTo>
                <a:cubicBezTo>
                  <a:pt x="52184" y="13996"/>
                  <a:pt x="51718" y="11433"/>
                  <a:pt x="50815" y="8753"/>
                </a:cubicBezTo>
                <a:cubicBezTo>
                  <a:pt x="49839" y="6088"/>
                  <a:pt x="48543" y="3233"/>
                  <a:pt x="46708" y="160"/>
                </a:cubicBezTo>
                <a:lnTo>
                  <a:pt x="54573" y="0"/>
                </a:lnTo>
                <a:cubicBezTo>
                  <a:pt x="55869" y="3073"/>
                  <a:pt x="56903" y="5971"/>
                  <a:pt x="57631" y="8637"/>
                </a:cubicBezTo>
                <a:cubicBezTo>
                  <a:pt x="58316" y="11375"/>
                  <a:pt x="58724" y="13822"/>
                  <a:pt x="58782" y="16094"/>
                </a:cubicBezTo>
                <a:cubicBezTo>
                  <a:pt x="58884" y="22007"/>
                  <a:pt x="57529" y="26798"/>
                  <a:pt x="54675" y="30440"/>
                </a:cubicBezTo>
                <a:cubicBezTo>
                  <a:pt x="51776" y="34022"/>
                  <a:pt x="47859" y="35901"/>
                  <a:pt x="42907" y="36003"/>
                </a:cubicBezTo>
                <a:cubicBezTo>
                  <a:pt x="40576" y="36061"/>
                  <a:pt x="38290" y="35668"/>
                  <a:pt x="36193" y="34867"/>
                </a:cubicBezTo>
                <a:cubicBezTo>
                  <a:pt x="34022" y="34022"/>
                  <a:pt x="31532" y="32479"/>
                  <a:pt x="28561" y="30207"/>
                </a:cubicBezTo>
                <a:cubicBezTo>
                  <a:pt x="27833" y="29639"/>
                  <a:pt x="25604" y="27643"/>
                  <a:pt x="22021" y="24293"/>
                </a:cubicBezTo>
                <a:cubicBezTo>
                  <a:pt x="18380" y="20929"/>
                  <a:pt x="13268" y="16268"/>
                  <a:pt x="6772" y="10181"/>
                </a:cubicBezTo>
                <a:close/>
                <a:moveTo>
                  <a:pt x="6772" y="101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B0B49-54BD-46BE-985B-98A09F7A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255" y="6551162"/>
            <a:ext cx="58039" cy="49155"/>
          </a:xfrm>
          <a:custGeom xmlns:a="http://schemas.openxmlformats.org/drawingml/2006/main">
            <a:pathLst>
              <a:path w="58039" h="49155">
                <a:moveTo>
                  <a:pt x="51150" y="7908"/>
                </a:moveTo>
                <a:lnTo>
                  <a:pt x="6598" y="9044"/>
                </a:lnTo>
                <a:lnTo>
                  <a:pt x="6831" y="18366"/>
                </a:lnTo>
                <a:cubicBezTo>
                  <a:pt x="7005" y="26274"/>
                  <a:pt x="8943" y="32027"/>
                  <a:pt x="12627" y="35610"/>
                </a:cubicBezTo>
                <a:cubicBezTo>
                  <a:pt x="16327" y="39193"/>
                  <a:pt x="22021" y="40897"/>
                  <a:pt x="29755" y="40678"/>
                </a:cubicBezTo>
                <a:cubicBezTo>
                  <a:pt x="37445" y="40504"/>
                  <a:pt x="43009" y="38508"/>
                  <a:pt x="46490" y="34751"/>
                </a:cubicBezTo>
                <a:cubicBezTo>
                  <a:pt x="49956" y="31008"/>
                  <a:pt x="51602" y="25196"/>
                  <a:pt x="51383" y="17230"/>
                </a:cubicBezTo>
                <a:lnTo>
                  <a:pt x="51150" y="7908"/>
                </a:lnTo>
                <a:close/>
                <a:moveTo>
                  <a:pt x="57296" y="0"/>
                </a:moveTo>
                <a:lnTo>
                  <a:pt x="57748" y="15933"/>
                </a:lnTo>
                <a:cubicBezTo>
                  <a:pt x="58039" y="27017"/>
                  <a:pt x="55927" y="35217"/>
                  <a:pt x="51441" y="40504"/>
                </a:cubicBezTo>
                <a:cubicBezTo>
                  <a:pt x="46941" y="45849"/>
                  <a:pt x="39775" y="48645"/>
                  <a:pt x="29930" y="48864"/>
                </a:cubicBezTo>
                <a:cubicBezTo>
                  <a:pt x="20084" y="49155"/>
                  <a:pt x="12744" y="46708"/>
                  <a:pt x="7967" y="41581"/>
                </a:cubicBezTo>
                <a:cubicBezTo>
                  <a:pt x="3190" y="36527"/>
                  <a:pt x="685" y="28444"/>
                  <a:pt x="408" y="17346"/>
                </a:cubicBezTo>
                <a:lnTo>
                  <a:pt x="0" y="1413"/>
                </a:lnTo>
                <a:lnTo>
                  <a:pt x="57296" y="0"/>
                </a:lnTo>
                <a:close/>
                <a:moveTo>
                  <a:pt x="572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3B869-605C-4D98-BB0B-9656ED3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857" y="6612653"/>
            <a:ext cx="57850" cy="35508"/>
          </a:xfrm>
          <a:custGeom xmlns:a="http://schemas.openxmlformats.org/drawingml/2006/main">
            <a:pathLst>
              <a:path w="57850" h="35508">
                <a:moveTo>
                  <a:pt x="6539" y="2345"/>
                </a:moveTo>
                <a:lnTo>
                  <a:pt x="6816" y="15030"/>
                </a:lnTo>
                <a:lnTo>
                  <a:pt x="50568" y="13894"/>
                </a:lnTo>
                <a:lnTo>
                  <a:pt x="47436" y="175"/>
                </a:lnTo>
                <a:lnTo>
                  <a:pt x="54500" y="0"/>
                </a:lnTo>
                <a:lnTo>
                  <a:pt x="57631" y="13661"/>
                </a:lnTo>
                <a:lnTo>
                  <a:pt x="57850" y="21395"/>
                </a:lnTo>
                <a:lnTo>
                  <a:pt x="7049" y="22706"/>
                </a:lnTo>
                <a:lnTo>
                  <a:pt x="7340" y="35391"/>
                </a:lnTo>
                <a:lnTo>
                  <a:pt x="845" y="35508"/>
                </a:lnTo>
                <a:lnTo>
                  <a:pt x="0" y="2505"/>
                </a:lnTo>
                <a:lnTo>
                  <a:pt x="6539" y="2345"/>
                </a:lnTo>
                <a:close/>
                <a:moveTo>
                  <a:pt x="6539" y="23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69EDC-956B-46F6-B873-2414E36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619" y="6658735"/>
            <a:ext cx="57515" cy="41989"/>
          </a:xfrm>
          <a:custGeom xmlns:a="http://schemas.openxmlformats.org/drawingml/2006/main">
            <a:pathLst>
              <a:path w="57515" h="41989">
                <a:moveTo>
                  <a:pt x="50568" y="25153"/>
                </a:moveTo>
                <a:lnTo>
                  <a:pt x="19458" y="6321"/>
                </a:lnTo>
                <a:lnTo>
                  <a:pt x="19968" y="25895"/>
                </a:lnTo>
                <a:lnTo>
                  <a:pt x="50568" y="25153"/>
                </a:lnTo>
                <a:close/>
                <a:moveTo>
                  <a:pt x="57282" y="22939"/>
                </a:moveTo>
                <a:lnTo>
                  <a:pt x="57515" y="32668"/>
                </a:lnTo>
                <a:lnTo>
                  <a:pt x="20186" y="33629"/>
                </a:lnTo>
                <a:lnTo>
                  <a:pt x="20361" y="41829"/>
                </a:lnTo>
                <a:lnTo>
                  <a:pt x="13938" y="41989"/>
                </a:lnTo>
                <a:lnTo>
                  <a:pt x="13705" y="33804"/>
                </a:lnTo>
                <a:lnTo>
                  <a:pt x="218" y="34139"/>
                </a:lnTo>
                <a:lnTo>
                  <a:pt x="0" y="26405"/>
                </a:lnTo>
                <a:lnTo>
                  <a:pt x="13530" y="26070"/>
                </a:lnTo>
                <a:lnTo>
                  <a:pt x="12860" y="233"/>
                </a:lnTo>
                <a:lnTo>
                  <a:pt x="20361" y="0"/>
                </a:lnTo>
                <a:lnTo>
                  <a:pt x="57282" y="22939"/>
                </a:lnTo>
                <a:close/>
                <a:moveTo>
                  <a:pt x="57282" y="229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82F59-D25E-47E0-A232-FA5A0C95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487" y="7051464"/>
            <a:ext cx="57413" cy="8258"/>
          </a:xfrm>
          <a:custGeom xmlns:a="http://schemas.openxmlformats.org/drawingml/2006/main">
            <a:pathLst>
              <a:path w="57413" h="8258">
                <a:moveTo>
                  <a:pt x="0" y="7792"/>
                </a:moveTo>
                <a:lnTo>
                  <a:pt x="117" y="0"/>
                </a:lnTo>
                <a:lnTo>
                  <a:pt x="57413" y="510"/>
                </a:lnTo>
                <a:lnTo>
                  <a:pt x="57355" y="8258"/>
                </a:lnTo>
                <a:lnTo>
                  <a:pt x="0" y="7792"/>
                </a:lnTo>
                <a:close/>
                <a:moveTo>
                  <a:pt x="0" y="77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273E1-746C-41AE-A3F0-D2F30E26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148" y="7000838"/>
            <a:ext cx="44203" cy="36294"/>
          </a:xfrm>
          <a:custGeom xmlns:a="http://schemas.openxmlformats.org/drawingml/2006/main">
            <a:pathLst>
              <a:path w="44203" h="36294">
                <a:moveTo>
                  <a:pt x="18264" y="58"/>
                </a:moveTo>
                <a:lnTo>
                  <a:pt x="44203" y="218"/>
                </a:lnTo>
                <a:lnTo>
                  <a:pt x="44145" y="7340"/>
                </a:lnTo>
                <a:lnTo>
                  <a:pt x="18424" y="7107"/>
                </a:lnTo>
                <a:cubicBezTo>
                  <a:pt x="14331" y="7049"/>
                  <a:pt x="11317" y="7850"/>
                  <a:pt x="9278" y="9379"/>
                </a:cubicBezTo>
                <a:cubicBezTo>
                  <a:pt x="7224" y="10982"/>
                  <a:pt x="6204" y="13370"/>
                  <a:pt x="6146" y="16501"/>
                </a:cubicBezTo>
                <a:cubicBezTo>
                  <a:pt x="6146" y="20303"/>
                  <a:pt x="7340" y="23376"/>
                  <a:pt x="9729" y="25604"/>
                </a:cubicBezTo>
                <a:cubicBezTo>
                  <a:pt x="12176" y="27818"/>
                  <a:pt x="15467" y="28954"/>
                  <a:pt x="19633" y="28954"/>
                </a:cubicBezTo>
                <a:lnTo>
                  <a:pt x="43970" y="29187"/>
                </a:lnTo>
                <a:lnTo>
                  <a:pt x="43912" y="36294"/>
                </a:lnTo>
                <a:lnTo>
                  <a:pt x="903" y="35901"/>
                </a:lnTo>
                <a:lnTo>
                  <a:pt x="961" y="28779"/>
                </a:lnTo>
                <a:lnTo>
                  <a:pt x="7617" y="28837"/>
                </a:lnTo>
                <a:cubicBezTo>
                  <a:pt x="5068" y="27133"/>
                  <a:pt x="3131" y="25138"/>
                  <a:pt x="1879" y="22866"/>
                </a:cubicBezTo>
                <a:cubicBezTo>
                  <a:pt x="626" y="20536"/>
                  <a:pt x="0" y="17914"/>
                  <a:pt x="58" y="14899"/>
                </a:cubicBezTo>
                <a:cubicBezTo>
                  <a:pt x="58" y="9947"/>
                  <a:pt x="1646" y="6248"/>
                  <a:pt x="4719" y="3699"/>
                </a:cubicBezTo>
                <a:cubicBezTo>
                  <a:pt x="7792" y="1194"/>
                  <a:pt x="12292" y="0"/>
                  <a:pt x="18264" y="58"/>
                </a:cubicBezTo>
                <a:close/>
                <a:moveTo>
                  <a:pt x="18264" y="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1E453-3AA4-4D15-8F5D-F3744FEA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483" y="6957145"/>
            <a:ext cx="45237" cy="32988"/>
          </a:xfrm>
          <a:custGeom xmlns:a="http://schemas.openxmlformats.org/drawingml/2006/main">
            <a:pathLst>
              <a:path w="45237" h="32988">
                <a:moveTo>
                  <a:pt x="2505" y="2097"/>
                </a:moveTo>
                <a:lnTo>
                  <a:pt x="9161" y="2156"/>
                </a:lnTo>
                <a:cubicBezTo>
                  <a:pt x="8141" y="4151"/>
                  <a:pt x="7340" y="6204"/>
                  <a:pt x="6831" y="8360"/>
                </a:cubicBezTo>
                <a:cubicBezTo>
                  <a:pt x="6263" y="10472"/>
                  <a:pt x="5971" y="12686"/>
                  <a:pt x="5971" y="15016"/>
                </a:cubicBezTo>
                <a:cubicBezTo>
                  <a:pt x="5971" y="18540"/>
                  <a:pt x="6496" y="21162"/>
                  <a:pt x="7515" y="22924"/>
                </a:cubicBezTo>
                <a:cubicBezTo>
                  <a:pt x="8593" y="24687"/>
                  <a:pt x="10195" y="25604"/>
                  <a:pt x="12351" y="25604"/>
                </a:cubicBezTo>
                <a:cubicBezTo>
                  <a:pt x="13996" y="25604"/>
                  <a:pt x="15249" y="24978"/>
                  <a:pt x="16225" y="23725"/>
                </a:cubicBezTo>
                <a:cubicBezTo>
                  <a:pt x="17186" y="22531"/>
                  <a:pt x="18089" y="19968"/>
                  <a:pt x="18948" y="16210"/>
                </a:cubicBezTo>
                <a:lnTo>
                  <a:pt x="19516" y="13763"/>
                </a:lnTo>
                <a:cubicBezTo>
                  <a:pt x="20594" y="8753"/>
                  <a:pt x="22196" y="5229"/>
                  <a:pt x="24133" y="3131"/>
                </a:cubicBezTo>
                <a:cubicBezTo>
                  <a:pt x="26114" y="1020"/>
                  <a:pt x="28852" y="0"/>
                  <a:pt x="32377" y="58"/>
                </a:cubicBezTo>
                <a:cubicBezTo>
                  <a:pt x="36353" y="58"/>
                  <a:pt x="39542" y="1646"/>
                  <a:pt x="41814" y="4835"/>
                </a:cubicBezTo>
                <a:cubicBezTo>
                  <a:pt x="44159" y="8025"/>
                  <a:pt x="45237" y="12394"/>
                  <a:pt x="45237" y="17914"/>
                </a:cubicBezTo>
                <a:cubicBezTo>
                  <a:pt x="45179" y="20245"/>
                  <a:pt x="44946" y="22633"/>
                  <a:pt x="44494" y="25138"/>
                </a:cubicBezTo>
                <a:cubicBezTo>
                  <a:pt x="43984" y="27585"/>
                  <a:pt x="43300" y="30265"/>
                  <a:pt x="42382" y="32988"/>
                </a:cubicBezTo>
                <a:lnTo>
                  <a:pt x="35100" y="32930"/>
                </a:lnTo>
                <a:cubicBezTo>
                  <a:pt x="36469" y="30323"/>
                  <a:pt x="37503" y="27760"/>
                  <a:pt x="38232" y="25255"/>
                </a:cubicBezTo>
                <a:cubicBezTo>
                  <a:pt x="38916" y="22691"/>
                  <a:pt x="39266" y="20186"/>
                  <a:pt x="39266" y="17696"/>
                </a:cubicBezTo>
                <a:cubicBezTo>
                  <a:pt x="39324" y="14390"/>
                  <a:pt x="38741" y="11826"/>
                  <a:pt x="37664" y="10006"/>
                </a:cubicBezTo>
                <a:cubicBezTo>
                  <a:pt x="36527" y="8243"/>
                  <a:pt x="34940" y="7340"/>
                  <a:pt x="32828" y="7282"/>
                </a:cubicBezTo>
                <a:cubicBezTo>
                  <a:pt x="30949" y="7282"/>
                  <a:pt x="29478" y="7908"/>
                  <a:pt x="28444" y="9219"/>
                </a:cubicBezTo>
                <a:cubicBezTo>
                  <a:pt x="27366" y="10472"/>
                  <a:pt x="26405" y="13312"/>
                  <a:pt x="25371" y="17696"/>
                </a:cubicBezTo>
                <a:lnTo>
                  <a:pt x="24803" y="20143"/>
                </a:lnTo>
                <a:cubicBezTo>
                  <a:pt x="23842" y="24512"/>
                  <a:pt x="22415" y="27643"/>
                  <a:pt x="20492" y="29580"/>
                </a:cubicBezTo>
                <a:cubicBezTo>
                  <a:pt x="18555" y="31517"/>
                  <a:pt x="15933" y="32479"/>
                  <a:pt x="12584" y="32420"/>
                </a:cubicBezTo>
                <a:cubicBezTo>
                  <a:pt x="8535" y="32362"/>
                  <a:pt x="5462" y="30949"/>
                  <a:pt x="3248" y="28051"/>
                </a:cubicBezTo>
                <a:cubicBezTo>
                  <a:pt x="1092" y="25138"/>
                  <a:pt x="0" y="21104"/>
                  <a:pt x="58" y="15817"/>
                </a:cubicBezTo>
                <a:cubicBezTo>
                  <a:pt x="58" y="13195"/>
                  <a:pt x="291" y="10749"/>
                  <a:pt x="685" y="8476"/>
                </a:cubicBezTo>
                <a:cubicBezTo>
                  <a:pt x="1092" y="6146"/>
                  <a:pt x="1719" y="4034"/>
                  <a:pt x="2505" y="2097"/>
                </a:cubicBezTo>
                <a:close/>
                <a:moveTo>
                  <a:pt x="2505" y="20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B2EAA-0A08-4EE4-9861-F7B23DDF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074" y="6938488"/>
            <a:ext cx="59787" cy="7559"/>
          </a:xfrm>
          <a:custGeom xmlns:a="http://schemas.openxmlformats.org/drawingml/2006/main">
            <a:pathLst>
              <a:path w="59787" h="7559">
                <a:moveTo>
                  <a:pt x="16720" y="7166"/>
                </a:moveTo>
                <a:lnTo>
                  <a:pt x="16778" y="102"/>
                </a:lnTo>
                <a:lnTo>
                  <a:pt x="59787" y="451"/>
                </a:lnTo>
                <a:lnTo>
                  <a:pt x="59729" y="7559"/>
                </a:lnTo>
                <a:lnTo>
                  <a:pt x="16720" y="7166"/>
                </a:lnTo>
                <a:close/>
                <a:moveTo>
                  <a:pt x="0" y="7049"/>
                </a:moveTo>
                <a:lnTo>
                  <a:pt x="58" y="0"/>
                </a:lnTo>
                <a:lnTo>
                  <a:pt x="8986" y="44"/>
                </a:lnTo>
                <a:lnTo>
                  <a:pt x="8928" y="7107"/>
                </a:lnTo>
                <a:lnTo>
                  <a:pt x="0" y="7049"/>
                </a:lnTo>
                <a:close/>
                <a:moveTo>
                  <a:pt x="0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826DB-84A6-4691-B2C3-E0791E8F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051" y="6888473"/>
            <a:ext cx="60486" cy="38625"/>
          </a:xfrm>
          <a:custGeom xmlns:a="http://schemas.openxmlformats.org/drawingml/2006/main">
            <a:pathLst>
              <a:path w="60486" h="38625">
                <a:moveTo>
                  <a:pt x="22196" y="7224"/>
                </a:moveTo>
                <a:cubicBezTo>
                  <a:pt x="17069" y="7166"/>
                  <a:pt x="13093" y="8185"/>
                  <a:pt x="10239" y="10297"/>
                </a:cubicBezTo>
                <a:cubicBezTo>
                  <a:pt x="7399" y="12351"/>
                  <a:pt x="5986" y="15307"/>
                  <a:pt x="5986" y="19108"/>
                </a:cubicBezTo>
                <a:cubicBezTo>
                  <a:pt x="5928" y="22924"/>
                  <a:pt x="7282" y="25881"/>
                  <a:pt x="10137" y="28051"/>
                </a:cubicBezTo>
                <a:cubicBezTo>
                  <a:pt x="12919" y="30148"/>
                  <a:pt x="16851" y="31226"/>
                  <a:pt x="21963" y="31284"/>
                </a:cubicBezTo>
                <a:cubicBezTo>
                  <a:pt x="27090" y="31343"/>
                  <a:pt x="31066" y="30323"/>
                  <a:pt x="33862" y="28211"/>
                </a:cubicBezTo>
                <a:cubicBezTo>
                  <a:pt x="36702" y="26114"/>
                  <a:pt x="38130" y="23216"/>
                  <a:pt x="38173" y="19400"/>
                </a:cubicBezTo>
                <a:cubicBezTo>
                  <a:pt x="38232" y="15584"/>
                  <a:pt x="36819" y="12627"/>
                  <a:pt x="34022" y="10472"/>
                </a:cubicBezTo>
                <a:cubicBezTo>
                  <a:pt x="31241" y="8360"/>
                  <a:pt x="27250" y="7282"/>
                  <a:pt x="22196" y="7224"/>
                </a:cubicBezTo>
                <a:close/>
                <a:moveTo>
                  <a:pt x="38916" y="277"/>
                </a:moveTo>
                <a:cubicBezTo>
                  <a:pt x="46257" y="335"/>
                  <a:pt x="51660" y="2054"/>
                  <a:pt x="55184" y="5287"/>
                </a:cubicBezTo>
                <a:cubicBezTo>
                  <a:pt x="58782" y="8593"/>
                  <a:pt x="60486" y="13603"/>
                  <a:pt x="60428" y="20303"/>
                </a:cubicBezTo>
                <a:cubicBezTo>
                  <a:pt x="60428" y="22750"/>
                  <a:pt x="60195" y="25094"/>
                  <a:pt x="59860" y="27308"/>
                </a:cubicBezTo>
                <a:cubicBezTo>
                  <a:pt x="59452" y="29522"/>
                  <a:pt x="58826" y="31634"/>
                  <a:pt x="58097" y="33731"/>
                </a:cubicBezTo>
                <a:lnTo>
                  <a:pt x="51208" y="33673"/>
                </a:lnTo>
                <a:cubicBezTo>
                  <a:pt x="52344" y="31576"/>
                  <a:pt x="53204" y="29522"/>
                  <a:pt x="53713" y="27541"/>
                </a:cubicBezTo>
                <a:cubicBezTo>
                  <a:pt x="54281" y="25488"/>
                  <a:pt x="54558" y="23434"/>
                  <a:pt x="54616" y="21337"/>
                </a:cubicBezTo>
                <a:cubicBezTo>
                  <a:pt x="54616" y="16720"/>
                  <a:pt x="53480" y="13254"/>
                  <a:pt x="51034" y="10923"/>
                </a:cubicBezTo>
                <a:cubicBezTo>
                  <a:pt x="48645" y="8593"/>
                  <a:pt x="45004" y="7399"/>
                  <a:pt x="40110" y="7399"/>
                </a:cubicBezTo>
                <a:lnTo>
                  <a:pt x="36644" y="7340"/>
                </a:lnTo>
                <a:cubicBezTo>
                  <a:pt x="39149" y="8811"/>
                  <a:pt x="41028" y="10690"/>
                  <a:pt x="42280" y="12977"/>
                </a:cubicBezTo>
                <a:cubicBezTo>
                  <a:pt x="43533" y="15307"/>
                  <a:pt x="44101" y="18031"/>
                  <a:pt x="44101" y="21220"/>
                </a:cubicBezTo>
                <a:cubicBezTo>
                  <a:pt x="44043" y="26449"/>
                  <a:pt x="41989" y="30658"/>
                  <a:pt x="37955" y="33906"/>
                </a:cubicBezTo>
                <a:cubicBezTo>
                  <a:pt x="33920" y="37096"/>
                  <a:pt x="28561" y="38625"/>
                  <a:pt x="21905" y="38567"/>
                </a:cubicBezTo>
                <a:cubicBezTo>
                  <a:pt x="15249" y="38508"/>
                  <a:pt x="9962" y="36862"/>
                  <a:pt x="5986" y="33615"/>
                </a:cubicBezTo>
                <a:cubicBezTo>
                  <a:pt x="1937" y="30323"/>
                  <a:pt x="0" y="26114"/>
                  <a:pt x="58" y="20827"/>
                </a:cubicBezTo>
                <a:cubicBezTo>
                  <a:pt x="58" y="17637"/>
                  <a:pt x="685" y="14899"/>
                  <a:pt x="1995" y="12627"/>
                </a:cubicBezTo>
                <a:cubicBezTo>
                  <a:pt x="3248" y="10414"/>
                  <a:pt x="5185" y="8535"/>
                  <a:pt x="7690" y="7107"/>
                </a:cubicBezTo>
                <a:lnTo>
                  <a:pt x="1194" y="7049"/>
                </a:lnTo>
                <a:lnTo>
                  <a:pt x="1253" y="0"/>
                </a:lnTo>
                <a:lnTo>
                  <a:pt x="38916" y="277"/>
                </a:lnTo>
                <a:close/>
                <a:moveTo>
                  <a:pt x="38916" y="2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BE458-553D-42C9-B88B-4FBA414A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701" y="6838241"/>
            <a:ext cx="60020" cy="36294"/>
          </a:xfrm>
          <a:custGeom xmlns:a="http://schemas.openxmlformats.org/drawingml/2006/main">
            <a:pathLst>
              <a:path w="60020" h="36294">
                <a:moveTo>
                  <a:pt x="34081" y="58"/>
                </a:moveTo>
                <a:lnTo>
                  <a:pt x="60020" y="277"/>
                </a:lnTo>
                <a:lnTo>
                  <a:pt x="59962" y="7340"/>
                </a:lnTo>
                <a:lnTo>
                  <a:pt x="34241" y="7107"/>
                </a:lnTo>
                <a:cubicBezTo>
                  <a:pt x="30148" y="7049"/>
                  <a:pt x="27133" y="7850"/>
                  <a:pt x="25080" y="9379"/>
                </a:cubicBezTo>
                <a:cubicBezTo>
                  <a:pt x="23041" y="10982"/>
                  <a:pt x="22007" y="13370"/>
                  <a:pt x="22007" y="16545"/>
                </a:cubicBezTo>
                <a:cubicBezTo>
                  <a:pt x="21949" y="20361"/>
                  <a:pt x="23157" y="23376"/>
                  <a:pt x="25590" y="25590"/>
                </a:cubicBezTo>
                <a:cubicBezTo>
                  <a:pt x="27993" y="27818"/>
                  <a:pt x="31284" y="28954"/>
                  <a:pt x="35493" y="28954"/>
                </a:cubicBezTo>
                <a:lnTo>
                  <a:pt x="59787" y="29187"/>
                </a:lnTo>
                <a:lnTo>
                  <a:pt x="59729" y="36294"/>
                </a:lnTo>
                <a:lnTo>
                  <a:pt x="0" y="35785"/>
                </a:lnTo>
                <a:lnTo>
                  <a:pt x="58" y="28663"/>
                </a:lnTo>
                <a:lnTo>
                  <a:pt x="23492" y="28896"/>
                </a:lnTo>
                <a:cubicBezTo>
                  <a:pt x="20871" y="27133"/>
                  <a:pt x="18992" y="25138"/>
                  <a:pt x="17696" y="22866"/>
                </a:cubicBezTo>
                <a:cubicBezTo>
                  <a:pt x="16443" y="20536"/>
                  <a:pt x="15817" y="17914"/>
                  <a:pt x="15875" y="14899"/>
                </a:cubicBezTo>
                <a:cubicBezTo>
                  <a:pt x="15919" y="9947"/>
                  <a:pt x="17463" y="6248"/>
                  <a:pt x="20536" y="3743"/>
                </a:cubicBezTo>
                <a:cubicBezTo>
                  <a:pt x="23609" y="1194"/>
                  <a:pt x="28153" y="0"/>
                  <a:pt x="34081" y="58"/>
                </a:cubicBezTo>
                <a:close/>
                <a:moveTo>
                  <a:pt x="34081" y="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5707E-5872-422C-8211-ACB03B54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652" y="6802514"/>
            <a:ext cx="55403" cy="26842"/>
          </a:xfrm>
          <a:custGeom xmlns:a="http://schemas.openxmlformats.org/drawingml/2006/main">
            <a:pathLst>
              <a:path w="55403" h="26842">
                <a:moveTo>
                  <a:pt x="44" y="14448"/>
                </a:moveTo>
                <a:lnTo>
                  <a:pt x="12220" y="14564"/>
                </a:lnTo>
                <a:lnTo>
                  <a:pt x="12394" y="0"/>
                </a:lnTo>
                <a:lnTo>
                  <a:pt x="17856" y="44"/>
                </a:lnTo>
                <a:lnTo>
                  <a:pt x="17739" y="14608"/>
                </a:lnTo>
                <a:lnTo>
                  <a:pt x="41072" y="14783"/>
                </a:lnTo>
                <a:cubicBezTo>
                  <a:pt x="44596" y="14841"/>
                  <a:pt x="46868" y="14331"/>
                  <a:pt x="47844" y="13414"/>
                </a:cubicBezTo>
                <a:cubicBezTo>
                  <a:pt x="48864" y="12453"/>
                  <a:pt x="49373" y="10515"/>
                  <a:pt x="49432" y="7559"/>
                </a:cubicBezTo>
                <a:lnTo>
                  <a:pt x="49490" y="277"/>
                </a:lnTo>
                <a:lnTo>
                  <a:pt x="55403" y="335"/>
                </a:lnTo>
                <a:lnTo>
                  <a:pt x="55345" y="7617"/>
                </a:lnTo>
                <a:cubicBezTo>
                  <a:pt x="55286" y="13079"/>
                  <a:pt x="54209" y="16836"/>
                  <a:pt x="52170" y="18875"/>
                </a:cubicBezTo>
                <a:cubicBezTo>
                  <a:pt x="50116" y="20929"/>
                  <a:pt x="46417" y="21949"/>
                  <a:pt x="41013" y="21890"/>
                </a:cubicBezTo>
                <a:lnTo>
                  <a:pt x="17681" y="21672"/>
                </a:lnTo>
                <a:lnTo>
                  <a:pt x="17623" y="26842"/>
                </a:lnTo>
                <a:lnTo>
                  <a:pt x="12161" y="26842"/>
                </a:lnTo>
                <a:lnTo>
                  <a:pt x="12161" y="21672"/>
                </a:lnTo>
                <a:lnTo>
                  <a:pt x="0" y="21555"/>
                </a:lnTo>
                <a:lnTo>
                  <a:pt x="44" y="14448"/>
                </a:lnTo>
                <a:close/>
                <a:moveTo>
                  <a:pt x="44" y="144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38036-9D50-4F8F-BCBD-6DCC7989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144" y="6763715"/>
            <a:ext cx="45222" cy="32988"/>
          </a:xfrm>
          <a:custGeom xmlns:a="http://schemas.openxmlformats.org/drawingml/2006/main">
            <a:pathLst>
              <a:path w="45222" h="32988">
                <a:moveTo>
                  <a:pt x="2447" y="2097"/>
                </a:moveTo>
                <a:lnTo>
                  <a:pt x="9146" y="2156"/>
                </a:lnTo>
                <a:cubicBezTo>
                  <a:pt x="8127" y="4151"/>
                  <a:pt x="7340" y="6190"/>
                  <a:pt x="6816" y="8360"/>
                </a:cubicBezTo>
                <a:cubicBezTo>
                  <a:pt x="6248" y="10457"/>
                  <a:pt x="5971" y="12729"/>
                  <a:pt x="5971" y="15016"/>
                </a:cubicBezTo>
                <a:cubicBezTo>
                  <a:pt x="5913" y="18540"/>
                  <a:pt x="6423" y="21162"/>
                  <a:pt x="7501" y="22924"/>
                </a:cubicBezTo>
                <a:cubicBezTo>
                  <a:pt x="8578" y="24687"/>
                  <a:pt x="10181" y="25590"/>
                  <a:pt x="12336" y="25590"/>
                </a:cubicBezTo>
                <a:cubicBezTo>
                  <a:pt x="13996" y="25590"/>
                  <a:pt x="15234" y="24963"/>
                  <a:pt x="16210" y="23769"/>
                </a:cubicBezTo>
                <a:cubicBezTo>
                  <a:pt x="17113" y="22517"/>
                  <a:pt x="18031" y="19968"/>
                  <a:pt x="18934" y="16210"/>
                </a:cubicBezTo>
                <a:lnTo>
                  <a:pt x="19502" y="13763"/>
                </a:lnTo>
                <a:cubicBezTo>
                  <a:pt x="20594" y="8811"/>
                  <a:pt x="22182" y="5229"/>
                  <a:pt x="24119" y="3117"/>
                </a:cubicBezTo>
                <a:cubicBezTo>
                  <a:pt x="26114" y="1020"/>
                  <a:pt x="28837" y="0"/>
                  <a:pt x="32362" y="44"/>
                </a:cubicBezTo>
                <a:cubicBezTo>
                  <a:pt x="36353" y="44"/>
                  <a:pt x="39484" y="1704"/>
                  <a:pt x="41814" y="4879"/>
                </a:cubicBezTo>
                <a:cubicBezTo>
                  <a:pt x="44086" y="8010"/>
                  <a:pt x="45222" y="12394"/>
                  <a:pt x="45164" y="17914"/>
                </a:cubicBezTo>
                <a:cubicBezTo>
                  <a:pt x="45164" y="20245"/>
                  <a:pt x="44946" y="22633"/>
                  <a:pt x="44421" y="25138"/>
                </a:cubicBezTo>
                <a:cubicBezTo>
                  <a:pt x="43970" y="27643"/>
                  <a:pt x="43285" y="30265"/>
                  <a:pt x="42382" y="32988"/>
                </a:cubicBezTo>
                <a:lnTo>
                  <a:pt x="35100" y="32930"/>
                </a:lnTo>
                <a:cubicBezTo>
                  <a:pt x="36469" y="30323"/>
                  <a:pt x="37489" y="27760"/>
                  <a:pt x="38232" y="25255"/>
                </a:cubicBezTo>
                <a:cubicBezTo>
                  <a:pt x="38901" y="22691"/>
                  <a:pt x="39251" y="20186"/>
                  <a:pt x="39251" y="17739"/>
                </a:cubicBezTo>
                <a:cubicBezTo>
                  <a:pt x="39309" y="14390"/>
                  <a:pt x="38741" y="11826"/>
                  <a:pt x="37605" y="10006"/>
                </a:cubicBezTo>
                <a:cubicBezTo>
                  <a:pt x="36513" y="8243"/>
                  <a:pt x="34925" y="7326"/>
                  <a:pt x="32828" y="7282"/>
                </a:cubicBezTo>
                <a:cubicBezTo>
                  <a:pt x="30949" y="7282"/>
                  <a:pt x="29464" y="7894"/>
                  <a:pt x="28386" y="9205"/>
                </a:cubicBezTo>
                <a:cubicBezTo>
                  <a:pt x="27352" y="10457"/>
                  <a:pt x="26332" y="13312"/>
                  <a:pt x="25371" y="17681"/>
                </a:cubicBezTo>
                <a:lnTo>
                  <a:pt x="24803" y="20128"/>
                </a:lnTo>
                <a:cubicBezTo>
                  <a:pt x="23827" y="24512"/>
                  <a:pt x="22356" y="27643"/>
                  <a:pt x="20478" y="29580"/>
                </a:cubicBezTo>
                <a:cubicBezTo>
                  <a:pt x="18540" y="31517"/>
                  <a:pt x="15919" y="32479"/>
                  <a:pt x="12569" y="32420"/>
                </a:cubicBezTo>
                <a:cubicBezTo>
                  <a:pt x="8535" y="32420"/>
                  <a:pt x="5403" y="30935"/>
                  <a:pt x="3233" y="28036"/>
                </a:cubicBezTo>
                <a:cubicBezTo>
                  <a:pt x="1078" y="25138"/>
                  <a:pt x="0" y="21104"/>
                  <a:pt x="58" y="15802"/>
                </a:cubicBezTo>
                <a:cubicBezTo>
                  <a:pt x="58" y="13195"/>
                  <a:pt x="277" y="10749"/>
                  <a:pt x="670" y="8476"/>
                </a:cubicBezTo>
                <a:cubicBezTo>
                  <a:pt x="1078" y="6132"/>
                  <a:pt x="1704" y="4034"/>
                  <a:pt x="2447" y="2097"/>
                </a:cubicBezTo>
                <a:close/>
                <a:moveTo>
                  <a:pt x="2447" y="20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47250-6DD7-4207-8E9A-F798AC7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206" y="6714327"/>
            <a:ext cx="59554" cy="40227"/>
          </a:xfrm>
          <a:custGeom xmlns:a="http://schemas.openxmlformats.org/drawingml/2006/main">
            <a:pathLst>
              <a:path w="59554" h="40227">
                <a:moveTo>
                  <a:pt x="3117" y="3131"/>
                </a:moveTo>
                <a:lnTo>
                  <a:pt x="10690" y="3190"/>
                </a:lnTo>
                <a:cubicBezTo>
                  <a:pt x="9205" y="6146"/>
                  <a:pt x="8185" y="8870"/>
                  <a:pt x="7442" y="11491"/>
                </a:cubicBezTo>
                <a:cubicBezTo>
                  <a:pt x="6714" y="14113"/>
                  <a:pt x="6365" y="16618"/>
                  <a:pt x="6365" y="19050"/>
                </a:cubicBezTo>
                <a:cubicBezTo>
                  <a:pt x="6306" y="23274"/>
                  <a:pt x="7107" y="26565"/>
                  <a:pt x="8695" y="28837"/>
                </a:cubicBezTo>
                <a:cubicBezTo>
                  <a:pt x="10355" y="31182"/>
                  <a:pt x="12686" y="32318"/>
                  <a:pt x="15700" y="32377"/>
                </a:cubicBezTo>
                <a:cubicBezTo>
                  <a:pt x="18205" y="32377"/>
                  <a:pt x="20128" y="31634"/>
                  <a:pt x="21439" y="30090"/>
                </a:cubicBezTo>
                <a:cubicBezTo>
                  <a:pt x="22750" y="28619"/>
                  <a:pt x="23827" y="25706"/>
                  <a:pt x="24628" y="21453"/>
                </a:cubicBezTo>
                <a:lnTo>
                  <a:pt x="25648" y="16778"/>
                </a:lnTo>
                <a:cubicBezTo>
                  <a:pt x="26784" y="11040"/>
                  <a:pt x="28779" y="6772"/>
                  <a:pt x="31576" y="4034"/>
                </a:cubicBezTo>
                <a:cubicBezTo>
                  <a:pt x="34357" y="1311"/>
                  <a:pt x="38115" y="0"/>
                  <a:pt x="42776" y="0"/>
                </a:cubicBezTo>
                <a:cubicBezTo>
                  <a:pt x="48296" y="58"/>
                  <a:pt x="52505" y="1937"/>
                  <a:pt x="55345" y="5695"/>
                </a:cubicBezTo>
                <a:cubicBezTo>
                  <a:pt x="58199" y="9438"/>
                  <a:pt x="59554" y="14899"/>
                  <a:pt x="59496" y="22123"/>
                </a:cubicBezTo>
                <a:cubicBezTo>
                  <a:pt x="59496" y="24803"/>
                  <a:pt x="59161" y="27701"/>
                  <a:pt x="58534" y="30775"/>
                </a:cubicBezTo>
                <a:cubicBezTo>
                  <a:pt x="57850" y="33789"/>
                  <a:pt x="56947" y="36979"/>
                  <a:pt x="55694" y="40227"/>
                </a:cubicBezTo>
                <a:lnTo>
                  <a:pt x="47728" y="40169"/>
                </a:lnTo>
                <a:cubicBezTo>
                  <a:pt x="49490" y="37037"/>
                  <a:pt x="50859" y="33964"/>
                  <a:pt x="51820" y="30949"/>
                </a:cubicBezTo>
                <a:cubicBezTo>
                  <a:pt x="52738" y="27935"/>
                  <a:pt x="53189" y="24978"/>
                  <a:pt x="53189" y="22065"/>
                </a:cubicBezTo>
                <a:cubicBezTo>
                  <a:pt x="53247" y="17637"/>
                  <a:pt x="52388" y="14215"/>
                  <a:pt x="50684" y="11768"/>
                </a:cubicBezTo>
                <a:cubicBezTo>
                  <a:pt x="48980" y="9379"/>
                  <a:pt x="46475" y="8127"/>
                  <a:pt x="43285" y="8127"/>
                </a:cubicBezTo>
                <a:cubicBezTo>
                  <a:pt x="40445" y="8083"/>
                  <a:pt x="38232" y="8928"/>
                  <a:pt x="36629" y="10632"/>
                </a:cubicBezTo>
                <a:cubicBezTo>
                  <a:pt x="35042" y="12351"/>
                  <a:pt x="33848" y="15191"/>
                  <a:pt x="32988" y="19108"/>
                </a:cubicBezTo>
                <a:lnTo>
                  <a:pt x="32027" y="23842"/>
                </a:lnTo>
                <a:cubicBezTo>
                  <a:pt x="30833" y="29639"/>
                  <a:pt x="29012" y="33789"/>
                  <a:pt x="26507" y="36353"/>
                </a:cubicBezTo>
                <a:cubicBezTo>
                  <a:pt x="24060" y="38916"/>
                  <a:pt x="20594" y="40169"/>
                  <a:pt x="16210" y="40169"/>
                </a:cubicBezTo>
                <a:cubicBezTo>
                  <a:pt x="11142" y="40110"/>
                  <a:pt x="7166" y="38290"/>
                  <a:pt x="4311" y="34707"/>
                </a:cubicBezTo>
                <a:cubicBezTo>
                  <a:pt x="1413" y="31066"/>
                  <a:pt x="0" y="26172"/>
                  <a:pt x="44" y="19910"/>
                </a:cubicBezTo>
                <a:cubicBezTo>
                  <a:pt x="44" y="17186"/>
                  <a:pt x="335" y="14448"/>
                  <a:pt x="845" y="11666"/>
                </a:cubicBezTo>
                <a:cubicBezTo>
                  <a:pt x="1354" y="8870"/>
                  <a:pt x="2097" y="6030"/>
                  <a:pt x="3117" y="3131"/>
                </a:cubicBezTo>
                <a:close/>
                <a:moveTo>
                  <a:pt x="3117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748FC-5496-4FA9-A7BF-AADB162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48" y="6665507"/>
            <a:ext cx="59452" cy="41873"/>
          </a:xfrm>
          <a:custGeom xmlns:a="http://schemas.openxmlformats.org/drawingml/2006/main">
            <a:pathLst>
              <a:path w="59452" h="41873">
                <a:moveTo>
                  <a:pt x="47160" y="19298"/>
                </a:moveTo>
                <a:cubicBezTo>
                  <a:pt x="52286" y="21337"/>
                  <a:pt x="55636" y="23332"/>
                  <a:pt x="57180" y="25269"/>
                </a:cubicBezTo>
                <a:cubicBezTo>
                  <a:pt x="58709" y="27148"/>
                  <a:pt x="59452" y="29697"/>
                  <a:pt x="59452" y="32828"/>
                </a:cubicBezTo>
                <a:lnTo>
                  <a:pt x="59394" y="38523"/>
                </a:lnTo>
                <a:lnTo>
                  <a:pt x="53480" y="38465"/>
                </a:lnTo>
                <a:lnTo>
                  <a:pt x="53539" y="34314"/>
                </a:lnTo>
                <a:cubicBezTo>
                  <a:pt x="53539" y="32377"/>
                  <a:pt x="53073" y="30833"/>
                  <a:pt x="52170" y="29755"/>
                </a:cubicBezTo>
                <a:cubicBezTo>
                  <a:pt x="51252" y="28677"/>
                  <a:pt x="49097" y="27483"/>
                  <a:pt x="45688" y="26114"/>
                </a:cubicBezTo>
                <a:lnTo>
                  <a:pt x="42441" y="24861"/>
                </a:lnTo>
                <a:lnTo>
                  <a:pt x="0" y="41873"/>
                </a:lnTo>
                <a:lnTo>
                  <a:pt x="58" y="34372"/>
                </a:lnTo>
                <a:lnTo>
                  <a:pt x="33789" y="21220"/>
                </a:lnTo>
                <a:lnTo>
                  <a:pt x="277" y="7515"/>
                </a:lnTo>
                <a:lnTo>
                  <a:pt x="335" y="0"/>
                </a:lnTo>
                <a:lnTo>
                  <a:pt x="47160" y="19298"/>
                </a:lnTo>
                <a:close/>
                <a:moveTo>
                  <a:pt x="47160" y="192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85022-D25E-4A89-8B91-F7F3AE7E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338" y="6626256"/>
            <a:ext cx="45222" cy="33003"/>
          </a:xfrm>
          <a:custGeom xmlns:a="http://schemas.openxmlformats.org/drawingml/2006/main">
            <a:pathLst>
              <a:path w="45222" h="33003">
                <a:moveTo>
                  <a:pt x="2447" y="2112"/>
                </a:moveTo>
                <a:lnTo>
                  <a:pt x="9103" y="2156"/>
                </a:lnTo>
                <a:cubicBezTo>
                  <a:pt x="8069" y="4151"/>
                  <a:pt x="7282" y="6204"/>
                  <a:pt x="6758" y="8360"/>
                </a:cubicBezTo>
                <a:cubicBezTo>
                  <a:pt x="6248" y="10530"/>
                  <a:pt x="5971" y="12744"/>
                  <a:pt x="5913" y="15016"/>
                </a:cubicBezTo>
                <a:cubicBezTo>
                  <a:pt x="5913" y="18540"/>
                  <a:pt x="6423" y="21162"/>
                  <a:pt x="7501" y="22924"/>
                </a:cubicBezTo>
                <a:cubicBezTo>
                  <a:pt x="8535" y="24687"/>
                  <a:pt x="10122" y="25604"/>
                  <a:pt x="12278" y="25604"/>
                </a:cubicBezTo>
                <a:cubicBezTo>
                  <a:pt x="13938" y="25662"/>
                  <a:pt x="15234" y="25036"/>
                  <a:pt x="16152" y="23784"/>
                </a:cubicBezTo>
                <a:cubicBezTo>
                  <a:pt x="17113" y="22531"/>
                  <a:pt x="18031" y="20026"/>
                  <a:pt x="18875" y="16210"/>
                </a:cubicBezTo>
                <a:lnTo>
                  <a:pt x="19458" y="13822"/>
                </a:lnTo>
                <a:cubicBezTo>
                  <a:pt x="20594" y="8811"/>
                  <a:pt x="22123" y="5229"/>
                  <a:pt x="24119" y="3190"/>
                </a:cubicBezTo>
                <a:cubicBezTo>
                  <a:pt x="26056" y="1078"/>
                  <a:pt x="28837" y="0"/>
                  <a:pt x="32304" y="58"/>
                </a:cubicBezTo>
                <a:cubicBezTo>
                  <a:pt x="36353" y="117"/>
                  <a:pt x="39484" y="1704"/>
                  <a:pt x="41814" y="4894"/>
                </a:cubicBezTo>
                <a:cubicBezTo>
                  <a:pt x="44086" y="8083"/>
                  <a:pt x="45222" y="12409"/>
                  <a:pt x="45164" y="17914"/>
                </a:cubicBezTo>
                <a:cubicBezTo>
                  <a:pt x="45164" y="20259"/>
                  <a:pt x="44887" y="22648"/>
                  <a:pt x="44421" y="25153"/>
                </a:cubicBezTo>
                <a:cubicBezTo>
                  <a:pt x="43970" y="27643"/>
                  <a:pt x="43285" y="30265"/>
                  <a:pt x="42324" y="33003"/>
                </a:cubicBezTo>
                <a:lnTo>
                  <a:pt x="35042" y="32945"/>
                </a:lnTo>
                <a:cubicBezTo>
                  <a:pt x="36411" y="30323"/>
                  <a:pt x="37489" y="27760"/>
                  <a:pt x="38173" y="25255"/>
                </a:cubicBezTo>
                <a:cubicBezTo>
                  <a:pt x="38858" y="22750"/>
                  <a:pt x="39251" y="20259"/>
                  <a:pt x="39251" y="17754"/>
                </a:cubicBezTo>
                <a:cubicBezTo>
                  <a:pt x="39251" y="14390"/>
                  <a:pt x="38741" y="11826"/>
                  <a:pt x="37605" y="10064"/>
                </a:cubicBezTo>
                <a:cubicBezTo>
                  <a:pt x="36469" y="8243"/>
                  <a:pt x="34867" y="7340"/>
                  <a:pt x="32828" y="7340"/>
                </a:cubicBezTo>
                <a:cubicBezTo>
                  <a:pt x="30891" y="7282"/>
                  <a:pt x="29406" y="7967"/>
                  <a:pt x="28386" y="9219"/>
                </a:cubicBezTo>
                <a:cubicBezTo>
                  <a:pt x="27366" y="10530"/>
                  <a:pt x="26332" y="13312"/>
                  <a:pt x="25371" y="17696"/>
                </a:cubicBezTo>
                <a:lnTo>
                  <a:pt x="24745" y="20143"/>
                </a:lnTo>
                <a:cubicBezTo>
                  <a:pt x="23769" y="24526"/>
                  <a:pt x="22356" y="27643"/>
                  <a:pt x="20419" y="29580"/>
                </a:cubicBezTo>
                <a:cubicBezTo>
                  <a:pt x="18482" y="31517"/>
                  <a:pt x="15861" y="32479"/>
                  <a:pt x="12569" y="32435"/>
                </a:cubicBezTo>
                <a:cubicBezTo>
                  <a:pt x="8535" y="32435"/>
                  <a:pt x="5403" y="30949"/>
                  <a:pt x="3233" y="28051"/>
                </a:cubicBezTo>
                <a:cubicBezTo>
                  <a:pt x="1020" y="25196"/>
                  <a:pt x="0" y="21104"/>
                  <a:pt x="0" y="15817"/>
                </a:cubicBezTo>
                <a:cubicBezTo>
                  <a:pt x="58" y="13195"/>
                  <a:pt x="277" y="10749"/>
                  <a:pt x="670" y="8476"/>
                </a:cubicBezTo>
                <a:cubicBezTo>
                  <a:pt x="1078" y="6146"/>
                  <a:pt x="1646" y="4034"/>
                  <a:pt x="2447" y="2112"/>
                </a:cubicBezTo>
                <a:close/>
                <a:moveTo>
                  <a:pt x="2447" y="2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3F52A-2F70-478F-891C-E30DDDAC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415" y="6593253"/>
            <a:ext cx="55403" cy="26915"/>
          </a:xfrm>
          <a:custGeom xmlns:a="http://schemas.openxmlformats.org/drawingml/2006/main">
            <a:pathLst>
              <a:path w="55403" h="26915">
                <a:moveTo>
                  <a:pt x="58" y="14462"/>
                </a:moveTo>
                <a:lnTo>
                  <a:pt x="12278" y="14564"/>
                </a:lnTo>
                <a:lnTo>
                  <a:pt x="12394" y="0"/>
                </a:lnTo>
                <a:lnTo>
                  <a:pt x="17856" y="58"/>
                </a:lnTo>
                <a:lnTo>
                  <a:pt x="17739" y="14623"/>
                </a:lnTo>
                <a:lnTo>
                  <a:pt x="41130" y="14797"/>
                </a:lnTo>
                <a:cubicBezTo>
                  <a:pt x="44596" y="14856"/>
                  <a:pt x="46868" y="14346"/>
                  <a:pt x="47902" y="13428"/>
                </a:cubicBezTo>
                <a:cubicBezTo>
                  <a:pt x="48864" y="12467"/>
                  <a:pt x="49373" y="10530"/>
                  <a:pt x="49432" y="7573"/>
                </a:cubicBezTo>
                <a:lnTo>
                  <a:pt x="49490" y="350"/>
                </a:lnTo>
                <a:lnTo>
                  <a:pt x="55403" y="350"/>
                </a:lnTo>
                <a:lnTo>
                  <a:pt x="55345" y="7632"/>
                </a:lnTo>
                <a:cubicBezTo>
                  <a:pt x="55286" y="13093"/>
                  <a:pt x="54267" y="16851"/>
                  <a:pt x="52228" y="18890"/>
                </a:cubicBezTo>
                <a:cubicBezTo>
                  <a:pt x="50116" y="20944"/>
                  <a:pt x="46417" y="21963"/>
                  <a:pt x="41072" y="21905"/>
                </a:cubicBezTo>
                <a:lnTo>
                  <a:pt x="17681" y="21686"/>
                </a:lnTo>
                <a:lnTo>
                  <a:pt x="17637" y="26915"/>
                </a:lnTo>
                <a:lnTo>
                  <a:pt x="12176" y="26857"/>
                </a:lnTo>
                <a:lnTo>
                  <a:pt x="12220" y="21686"/>
                </a:lnTo>
                <a:lnTo>
                  <a:pt x="0" y="21570"/>
                </a:lnTo>
                <a:lnTo>
                  <a:pt x="58" y="14462"/>
                </a:lnTo>
                <a:close/>
                <a:moveTo>
                  <a:pt x="58" y="144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DA963-3A7B-4F01-BA60-CF4C02C5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964" y="6547288"/>
            <a:ext cx="45222" cy="39994"/>
          </a:xfrm>
          <a:custGeom xmlns:a="http://schemas.openxmlformats.org/drawingml/2006/main">
            <a:pathLst>
              <a:path w="45222" h="39994">
                <a:moveTo>
                  <a:pt x="20987" y="58"/>
                </a:moveTo>
                <a:lnTo>
                  <a:pt x="24395" y="58"/>
                </a:lnTo>
                <a:lnTo>
                  <a:pt x="24119" y="32537"/>
                </a:lnTo>
                <a:cubicBezTo>
                  <a:pt x="29012" y="32318"/>
                  <a:pt x="32712" y="30891"/>
                  <a:pt x="35319" y="28284"/>
                </a:cubicBezTo>
                <a:cubicBezTo>
                  <a:pt x="37882" y="25662"/>
                  <a:pt x="39193" y="22021"/>
                  <a:pt x="39193" y="17361"/>
                </a:cubicBezTo>
                <a:cubicBezTo>
                  <a:pt x="39251" y="14623"/>
                  <a:pt x="38901" y="12001"/>
                  <a:pt x="38290" y="9452"/>
                </a:cubicBezTo>
                <a:cubicBezTo>
                  <a:pt x="37664" y="6889"/>
                  <a:pt x="36688" y="4326"/>
                  <a:pt x="35377" y="1821"/>
                </a:cubicBezTo>
                <a:lnTo>
                  <a:pt x="42033" y="1879"/>
                </a:lnTo>
                <a:cubicBezTo>
                  <a:pt x="43125" y="4442"/>
                  <a:pt x="43912" y="7049"/>
                  <a:pt x="44421" y="9729"/>
                </a:cubicBezTo>
                <a:cubicBezTo>
                  <a:pt x="44989" y="12351"/>
                  <a:pt x="45222" y="15074"/>
                  <a:pt x="45222" y="17812"/>
                </a:cubicBezTo>
                <a:cubicBezTo>
                  <a:pt x="45164" y="24687"/>
                  <a:pt x="43125" y="30105"/>
                  <a:pt x="39076" y="34081"/>
                </a:cubicBezTo>
                <a:cubicBezTo>
                  <a:pt x="35042" y="38057"/>
                  <a:pt x="29639" y="39994"/>
                  <a:pt x="22808" y="39936"/>
                </a:cubicBezTo>
                <a:cubicBezTo>
                  <a:pt x="15759" y="39877"/>
                  <a:pt x="10239" y="37955"/>
                  <a:pt x="6132" y="34081"/>
                </a:cubicBezTo>
                <a:cubicBezTo>
                  <a:pt x="1981" y="30265"/>
                  <a:pt x="0" y="25094"/>
                  <a:pt x="44" y="18657"/>
                </a:cubicBezTo>
                <a:cubicBezTo>
                  <a:pt x="102" y="12860"/>
                  <a:pt x="1981" y="8302"/>
                  <a:pt x="5738" y="4952"/>
                </a:cubicBezTo>
                <a:cubicBezTo>
                  <a:pt x="9496" y="1646"/>
                  <a:pt x="14564" y="0"/>
                  <a:pt x="20987" y="58"/>
                </a:cubicBezTo>
                <a:close/>
                <a:moveTo>
                  <a:pt x="18832" y="7107"/>
                </a:moveTo>
                <a:cubicBezTo>
                  <a:pt x="14958" y="7107"/>
                  <a:pt x="11885" y="8200"/>
                  <a:pt x="9554" y="10239"/>
                </a:cubicBezTo>
                <a:cubicBezTo>
                  <a:pt x="7224" y="12351"/>
                  <a:pt x="6088" y="15132"/>
                  <a:pt x="6030" y="18599"/>
                </a:cubicBezTo>
                <a:cubicBezTo>
                  <a:pt x="5971" y="22589"/>
                  <a:pt x="7107" y="25721"/>
                  <a:pt x="9263" y="28109"/>
                </a:cubicBezTo>
                <a:cubicBezTo>
                  <a:pt x="11491" y="30498"/>
                  <a:pt x="14608" y="31925"/>
                  <a:pt x="18657" y="32318"/>
                </a:cubicBezTo>
                <a:lnTo>
                  <a:pt x="18832" y="7107"/>
                </a:lnTo>
                <a:close/>
                <a:moveTo>
                  <a:pt x="18832" y="7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10898-8575-4EA5-825A-174B6B73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416" y="6473155"/>
            <a:ext cx="44436" cy="63035"/>
          </a:xfrm>
          <a:custGeom xmlns:a="http://schemas.openxmlformats.org/drawingml/2006/main">
            <a:pathLst>
              <a:path w="44436" h="63035">
                <a:moveTo>
                  <a:pt x="9438" y="29012"/>
                </a:moveTo>
                <a:cubicBezTo>
                  <a:pt x="6263" y="27192"/>
                  <a:pt x="3918" y="25094"/>
                  <a:pt x="2447" y="22589"/>
                </a:cubicBezTo>
                <a:cubicBezTo>
                  <a:pt x="961" y="20143"/>
                  <a:pt x="218" y="17244"/>
                  <a:pt x="277" y="13880"/>
                </a:cubicBezTo>
                <a:cubicBezTo>
                  <a:pt x="277" y="9452"/>
                  <a:pt x="1879" y="5971"/>
                  <a:pt x="5068" y="3583"/>
                </a:cubicBezTo>
                <a:cubicBezTo>
                  <a:pt x="8185" y="1194"/>
                  <a:pt x="12686" y="0"/>
                  <a:pt x="18424" y="58"/>
                </a:cubicBezTo>
                <a:lnTo>
                  <a:pt x="44436" y="291"/>
                </a:lnTo>
                <a:lnTo>
                  <a:pt x="44378" y="7340"/>
                </a:lnTo>
                <a:lnTo>
                  <a:pt x="18599" y="7166"/>
                </a:lnTo>
                <a:cubicBezTo>
                  <a:pt x="14506" y="7122"/>
                  <a:pt x="11433" y="7792"/>
                  <a:pt x="9438" y="9278"/>
                </a:cubicBezTo>
                <a:cubicBezTo>
                  <a:pt x="7457" y="10705"/>
                  <a:pt x="6423" y="12919"/>
                  <a:pt x="6365" y="15933"/>
                </a:cubicBezTo>
                <a:cubicBezTo>
                  <a:pt x="6365" y="19575"/>
                  <a:pt x="7559" y="22473"/>
                  <a:pt x="9947" y="24643"/>
                </a:cubicBezTo>
                <a:cubicBezTo>
                  <a:pt x="12351" y="26798"/>
                  <a:pt x="15700" y="27876"/>
                  <a:pt x="19851" y="27876"/>
                </a:cubicBezTo>
                <a:lnTo>
                  <a:pt x="44203" y="28109"/>
                </a:lnTo>
                <a:lnTo>
                  <a:pt x="44145" y="35217"/>
                </a:lnTo>
                <a:lnTo>
                  <a:pt x="18380" y="34998"/>
                </a:lnTo>
                <a:cubicBezTo>
                  <a:pt x="14215" y="34940"/>
                  <a:pt x="11142" y="35683"/>
                  <a:pt x="9161" y="37096"/>
                </a:cubicBezTo>
                <a:cubicBezTo>
                  <a:pt x="7166" y="38523"/>
                  <a:pt x="6204" y="40795"/>
                  <a:pt x="6146" y="43810"/>
                </a:cubicBezTo>
                <a:cubicBezTo>
                  <a:pt x="6146" y="47451"/>
                  <a:pt x="7340" y="50349"/>
                  <a:pt x="9729" y="52461"/>
                </a:cubicBezTo>
                <a:cubicBezTo>
                  <a:pt x="12176" y="54616"/>
                  <a:pt x="15467" y="55694"/>
                  <a:pt x="19633" y="55752"/>
                </a:cubicBezTo>
                <a:lnTo>
                  <a:pt x="43912" y="55927"/>
                </a:lnTo>
                <a:lnTo>
                  <a:pt x="43868" y="63035"/>
                </a:lnTo>
                <a:lnTo>
                  <a:pt x="845" y="62700"/>
                </a:lnTo>
                <a:lnTo>
                  <a:pt x="961" y="55592"/>
                </a:lnTo>
                <a:lnTo>
                  <a:pt x="7617" y="55651"/>
                </a:lnTo>
                <a:cubicBezTo>
                  <a:pt x="5010" y="53990"/>
                  <a:pt x="3073" y="52053"/>
                  <a:pt x="1821" y="49781"/>
                </a:cubicBezTo>
                <a:cubicBezTo>
                  <a:pt x="626" y="47509"/>
                  <a:pt x="0" y="44829"/>
                  <a:pt x="0" y="41756"/>
                </a:cubicBezTo>
                <a:cubicBezTo>
                  <a:pt x="58" y="38639"/>
                  <a:pt x="845" y="35959"/>
                  <a:pt x="2505" y="33804"/>
                </a:cubicBezTo>
                <a:cubicBezTo>
                  <a:pt x="4093" y="31634"/>
                  <a:pt x="6365" y="30046"/>
                  <a:pt x="9438" y="29012"/>
                </a:cubicBezTo>
                <a:close/>
                <a:moveTo>
                  <a:pt x="9438" y="290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A514D-BB97-4D15-BA93-02990B6D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696" y="6421044"/>
            <a:ext cx="59568" cy="40285"/>
          </a:xfrm>
          <a:custGeom xmlns:a="http://schemas.openxmlformats.org/drawingml/2006/main">
            <a:pathLst>
              <a:path w="59568" h="40285">
                <a:moveTo>
                  <a:pt x="3073" y="3131"/>
                </a:moveTo>
                <a:lnTo>
                  <a:pt x="10647" y="3190"/>
                </a:lnTo>
                <a:cubicBezTo>
                  <a:pt x="9219" y="6146"/>
                  <a:pt x="8141" y="8884"/>
                  <a:pt x="7457" y="11491"/>
                </a:cubicBezTo>
                <a:cubicBezTo>
                  <a:pt x="6714" y="14113"/>
                  <a:pt x="6379" y="16618"/>
                  <a:pt x="6321" y="19065"/>
                </a:cubicBezTo>
                <a:cubicBezTo>
                  <a:pt x="6321" y="23274"/>
                  <a:pt x="7122" y="26565"/>
                  <a:pt x="8710" y="28852"/>
                </a:cubicBezTo>
                <a:cubicBezTo>
                  <a:pt x="10355" y="31182"/>
                  <a:pt x="12642" y="32318"/>
                  <a:pt x="15657" y="32377"/>
                </a:cubicBezTo>
                <a:cubicBezTo>
                  <a:pt x="18205" y="32377"/>
                  <a:pt x="20143" y="31634"/>
                  <a:pt x="21453" y="30105"/>
                </a:cubicBezTo>
                <a:cubicBezTo>
                  <a:pt x="22764" y="28619"/>
                  <a:pt x="23784" y="25721"/>
                  <a:pt x="24643" y="21512"/>
                </a:cubicBezTo>
                <a:lnTo>
                  <a:pt x="25662" y="16836"/>
                </a:lnTo>
                <a:cubicBezTo>
                  <a:pt x="26798" y="11040"/>
                  <a:pt x="28794" y="6772"/>
                  <a:pt x="31576" y="4049"/>
                </a:cubicBezTo>
                <a:cubicBezTo>
                  <a:pt x="34372" y="1311"/>
                  <a:pt x="38130" y="0"/>
                  <a:pt x="42732" y="0"/>
                </a:cubicBezTo>
                <a:cubicBezTo>
                  <a:pt x="48310" y="58"/>
                  <a:pt x="52519" y="1995"/>
                  <a:pt x="55359" y="5753"/>
                </a:cubicBezTo>
                <a:cubicBezTo>
                  <a:pt x="58214" y="9452"/>
                  <a:pt x="59568" y="14972"/>
                  <a:pt x="59510" y="22138"/>
                </a:cubicBezTo>
                <a:cubicBezTo>
                  <a:pt x="59510" y="24861"/>
                  <a:pt x="59175" y="27701"/>
                  <a:pt x="58491" y="30775"/>
                </a:cubicBezTo>
                <a:cubicBezTo>
                  <a:pt x="57864" y="33848"/>
                  <a:pt x="56961" y="36979"/>
                  <a:pt x="55709" y="40285"/>
                </a:cubicBezTo>
                <a:lnTo>
                  <a:pt x="47742" y="40169"/>
                </a:lnTo>
                <a:cubicBezTo>
                  <a:pt x="49504" y="37037"/>
                  <a:pt x="50873" y="33964"/>
                  <a:pt x="51776" y="30949"/>
                </a:cubicBezTo>
                <a:cubicBezTo>
                  <a:pt x="52694" y="27935"/>
                  <a:pt x="53204" y="24978"/>
                  <a:pt x="53204" y="22080"/>
                </a:cubicBezTo>
                <a:cubicBezTo>
                  <a:pt x="53262" y="17637"/>
                  <a:pt x="52403" y="14229"/>
                  <a:pt x="50699" y="11783"/>
                </a:cubicBezTo>
                <a:cubicBezTo>
                  <a:pt x="48995" y="9394"/>
                  <a:pt x="46490" y="8141"/>
                  <a:pt x="43242" y="8141"/>
                </a:cubicBezTo>
                <a:cubicBezTo>
                  <a:pt x="40460" y="8083"/>
                  <a:pt x="38232" y="8928"/>
                  <a:pt x="36644" y="10647"/>
                </a:cubicBezTo>
                <a:cubicBezTo>
                  <a:pt x="35056" y="12409"/>
                  <a:pt x="33804" y="15191"/>
                  <a:pt x="33003" y="19123"/>
                </a:cubicBezTo>
                <a:lnTo>
                  <a:pt x="32042" y="23842"/>
                </a:lnTo>
                <a:cubicBezTo>
                  <a:pt x="30847" y="29639"/>
                  <a:pt x="29027" y="33789"/>
                  <a:pt x="26522" y="36353"/>
                </a:cubicBezTo>
                <a:cubicBezTo>
                  <a:pt x="24017" y="38916"/>
                  <a:pt x="20594" y="40169"/>
                  <a:pt x="16225" y="40169"/>
                </a:cubicBezTo>
                <a:cubicBezTo>
                  <a:pt x="11156" y="40110"/>
                  <a:pt x="7180" y="38290"/>
                  <a:pt x="4267" y="34707"/>
                </a:cubicBezTo>
                <a:cubicBezTo>
                  <a:pt x="1427" y="31124"/>
                  <a:pt x="0" y="26172"/>
                  <a:pt x="58" y="19910"/>
                </a:cubicBezTo>
                <a:cubicBezTo>
                  <a:pt x="58" y="17186"/>
                  <a:pt x="350" y="14448"/>
                  <a:pt x="859" y="11666"/>
                </a:cubicBezTo>
                <a:cubicBezTo>
                  <a:pt x="1369" y="8884"/>
                  <a:pt x="2112" y="6030"/>
                  <a:pt x="3073" y="3131"/>
                </a:cubicBezTo>
                <a:close/>
                <a:moveTo>
                  <a:pt x="3073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84C71-7B91-44DF-B8B9-EE62E159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435" y="6372340"/>
            <a:ext cx="45237" cy="39994"/>
          </a:xfrm>
          <a:custGeom xmlns:a="http://schemas.openxmlformats.org/drawingml/2006/main">
            <a:pathLst>
              <a:path w="45237" h="39994">
                <a:moveTo>
                  <a:pt x="21002" y="58"/>
                </a:moveTo>
                <a:lnTo>
                  <a:pt x="24410" y="117"/>
                </a:lnTo>
                <a:lnTo>
                  <a:pt x="24177" y="32610"/>
                </a:lnTo>
                <a:cubicBezTo>
                  <a:pt x="29012" y="32318"/>
                  <a:pt x="32770" y="30906"/>
                  <a:pt x="35333" y="28284"/>
                </a:cubicBezTo>
                <a:cubicBezTo>
                  <a:pt x="37897" y="25721"/>
                  <a:pt x="39207" y="22080"/>
                  <a:pt x="39251" y="17361"/>
                </a:cubicBezTo>
                <a:cubicBezTo>
                  <a:pt x="39251" y="14681"/>
                  <a:pt x="38916" y="12016"/>
                  <a:pt x="38290" y="9452"/>
                </a:cubicBezTo>
                <a:cubicBezTo>
                  <a:pt x="37664" y="6947"/>
                  <a:pt x="36702" y="4384"/>
                  <a:pt x="35391" y="1821"/>
                </a:cubicBezTo>
                <a:lnTo>
                  <a:pt x="42047" y="1879"/>
                </a:lnTo>
                <a:cubicBezTo>
                  <a:pt x="43125" y="4442"/>
                  <a:pt x="43926" y="7064"/>
                  <a:pt x="44436" y="9729"/>
                </a:cubicBezTo>
                <a:cubicBezTo>
                  <a:pt x="45004" y="12409"/>
                  <a:pt x="45237" y="15089"/>
                  <a:pt x="45237" y="17812"/>
                </a:cubicBezTo>
                <a:cubicBezTo>
                  <a:pt x="45179" y="24701"/>
                  <a:pt x="43125" y="30105"/>
                  <a:pt x="39091" y="34081"/>
                </a:cubicBezTo>
                <a:cubicBezTo>
                  <a:pt x="35042" y="38071"/>
                  <a:pt x="29639" y="39994"/>
                  <a:pt x="22822" y="39950"/>
                </a:cubicBezTo>
                <a:cubicBezTo>
                  <a:pt x="15817" y="39892"/>
                  <a:pt x="10239" y="37955"/>
                  <a:pt x="6146" y="34139"/>
                </a:cubicBezTo>
                <a:cubicBezTo>
                  <a:pt x="2054" y="30279"/>
                  <a:pt x="0" y="25153"/>
                  <a:pt x="58" y="18672"/>
                </a:cubicBezTo>
                <a:cubicBezTo>
                  <a:pt x="117" y="12919"/>
                  <a:pt x="1995" y="8375"/>
                  <a:pt x="5753" y="5010"/>
                </a:cubicBezTo>
                <a:cubicBezTo>
                  <a:pt x="9496" y="1660"/>
                  <a:pt x="14564" y="0"/>
                  <a:pt x="21002" y="58"/>
                </a:cubicBezTo>
                <a:close/>
                <a:moveTo>
                  <a:pt x="18832" y="7122"/>
                </a:moveTo>
                <a:cubicBezTo>
                  <a:pt x="14972" y="7180"/>
                  <a:pt x="11899" y="8200"/>
                  <a:pt x="9554" y="10297"/>
                </a:cubicBezTo>
                <a:cubicBezTo>
                  <a:pt x="7224" y="12409"/>
                  <a:pt x="6088" y="15191"/>
                  <a:pt x="6030" y="18672"/>
                </a:cubicBezTo>
                <a:cubicBezTo>
                  <a:pt x="6030" y="22589"/>
                  <a:pt x="7107" y="25779"/>
                  <a:pt x="9278" y="28168"/>
                </a:cubicBezTo>
                <a:cubicBezTo>
                  <a:pt x="11491" y="30556"/>
                  <a:pt x="14623" y="31925"/>
                  <a:pt x="18657" y="32318"/>
                </a:cubicBezTo>
                <a:lnTo>
                  <a:pt x="18832" y="7122"/>
                </a:lnTo>
                <a:close/>
                <a:moveTo>
                  <a:pt x="18832" y="7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5A725-2A6E-4614-A9AB-6BA004AE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570" y="6339119"/>
            <a:ext cx="55418" cy="26915"/>
          </a:xfrm>
          <a:custGeom xmlns:a="http://schemas.openxmlformats.org/drawingml/2006/main">
            <a:pathLst>
              <a:path w="55418" h="26915">
                <a:moveTo>
                  <a:pt x="58" y="14448"/>
                </a:moveTo>
                <a:lnTo>
                  <a:pt x="12292" y="14564"/>
                </a:lnTo>
                <a:lnTo>
                  <a:pt x="12409" y="0"/>
                </a:lnTo>
                <a:lnTo>
                  <a:pt x="17871" y="58"/>
                </a:lnTo>
                <a:lnTo>
                  <a:pt x="17754" y="14623"/>
                </a:lnTo>
                <a:lnTo>
                  <a:pt x="41130" y="14797"/>
                </a:lnTo>
                <a:cubicBezTo>
                  <a:pt x="44611" y="14856"/>
                  <a:pt x="46883" y="14346"/>
                  <a:pt x="47902" y="13428"/>
                </a:cubicBezTo>
                <a:cubicBezTo>
                  <a:pt x="48878" y="12467"/>
                  <a:pt x="49388" y="10530"/>
                  <a:pt x="49446" y="7573"/>
                </a:cubicBezTo>
                <a:lnTo>
                  <a:pt x="49490" y="350"/>
                </a:lnTo>
                <a:lnTo>
                  <a:pt x="55418" y="350"/>
                </a:lnTo>
                <a:lnTo>
                  <a:pt x="55359" y="7632"/>
                </a:lnTo>
                <a:cubicBezTo>
                  <a:pt x="55301" y="13093"/>
                  <a:pt x="54223" y="16836"/>
                  <a:pt x="52170" y="18890"/>
                </a:cubicBezTo>
                <a:cubicBezTo>
                  <a:pt x="50116" y="20944"/>
                  <a:pt x="46431" y="21963"/>
                  <a:pt x="41072" y="21905"/>
                </a:cubicBezTo>
                <a:lnTo>
                  <a:pt x="17696" y="21672"/>
                </a:lnTo>
                <a:lnTo>
                  <a:pt x="17637" y="26915"/>
                </a:lnTo>
                <a:lnTo>
                  <a:pt x="12176" y="26857"/>
                </a:lnTo>
                <a:lnTo>
                  <a:pt x="12234" y="21672"/>
                </a:lnTo>
                <a:lnTo>
                  <a:pt x="0" y="21570"/>
                </a:lnTo>
                <a:lnTo>
                  <a:pt x="58" y="14448"/>
                </a:lnTo>
                <a:close/>
                <a:moveTo>
                  <a:pt x="58" y="144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D5AA2-F592-48E3-8BFD-D423A0D5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803" y="6308286"/>
            <a:ext cx="55403" cy="26915"/>
          </a:xfrm>
          <a:custGeom xmlns:a="http://schemas.openxmlformats.org/drawingml/2006/main">
            <a:pathLst>
              <a:path w="55403" h="26915">
                <a:moveTo>
                  <a:pt x="117" y="14448"/>
                </a:moveTo>
                <a:lnTo>
                  <a:pt x="12278" y="14564"/>
                </a:lnTo>
                <a:lnTo>
                  <a:pt x="12394" y="0"/>
                </a:lnTo>
                <a:lnTo>
                  <a:pt x="17914" y="58"/>
                </a:lnTo>
                <a:lnTo>
                  <a:pt x="17798" y="14623"/>
                </a:lnTo>
                <a:lnTo>
                  <a:pt x="41130" y="14797"/>
                </a:lnTo>
                <a:cubicBezTo>
                  <a:pt x="44654" y="14856"/>
                  <a:pt x="46868" y="14331"/>
                  <a:pt x="47902" y="13428"/>
                </a:cubicBezTo>
                <a:cubicBezTo>
                  <a:pt x="48922" y="12453"/>
                  <a:pt x="49432" y="10530"/>
                  <a:pt x="49432" y="7573"/>
                </a:cubicBezTo>
                <a:lnTo>
                  <a:pt x="49490" y="335"/>
                </a:lnTo>
                <a:lnTo>
                  <a:pt x="55403" y="335"/>
                </a:lnTo>
                <a:lnTo>
                  <a:pt x="55345" y="7617"/>
                </a:lnTo>
                <a:cubicBezTo>
                  <a:pt x="55301" y="13079"/>
                  <a:pt x="54267" y="16836"/>
                  <a:pt x="52228" y="18890"/>
                </a:cubicBezTo>
                <a:cubicBezTo>
                  <a:pt x="50174" y="20929"/>
                  <a:pt x="46475" y="21963"/>
                  <a:pt x="41072" y="21905"/>
                </a:cubicBezTo>
                <a:lnTo>
                  <a:pt x="17739" y="21672"/>
                </a:lnTo>
                <a:lnTo>
                  <a:pt x="17696" y="26915"/>
                </a:lnTo>
                <a:lnTo>
                  <a:pt x="12176" y="26857"/>
                </a:lnTo>
                <a:lnTo>
                  <a:pt x="12234" y="21672"/>
                </a:lnTo>
                <a:lnTo>
                  <a:pt x="0" y="21555"/>
                </a:lnTo>
                <a:lnTo>
                  <a:pt x="117" y="14448"/>
                </a:lnTo>
                <a:close/>
                <a:moveTo>
                  <a:pt x="117" y="144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4FA92-8B85-4139-859B-9670DD69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536" y="6291785"/>
            <a:ext cx="59845" cy="7573"/>
          </a:xfrm>
          <a:custGeom xmlns:a="http://schemas.openxmlformats.org/drawingml/2006/main">
            <a:pathLst>
              <a:path w="59845" h="7573">
                <a:moveTo>
                  <a:pt x="16778" y="7224"/>
                </a:moveTo>
                <a:lnTo>
                  <a:pt x="16836" y="117"/>
                </a:lnTo>
                <a:lnTo>
                  <a:pt x="59845" y="510"/>
                </a:lnTo>
                <a:lnTo>
                  <a:pt x="59787" y="7573"/>
                </a:lnTo>
                <a:lnTo>
                  <a:pt x="16778" y="7224"/>
                </a:lnTo>
                <a:close/>
                <a:moveTo>
                  <a:pt x="0" y="7064"/>
                </a:moveTo>
                <a:lnTo>
                  <a:pt x="58" y="0"/>
                </a:lnTo>
                <a:lnTo>
                  <a:pt x="9044" y="58"/>
                </a:lnTo>
                <a:lnTo>
                  <a:pt x="8986" y="7107"/>
                </a:lnTo>
                <a:lnTo>
                  <a:pt x="0" y="7064"/>
                </a:lnTo>
                <a:close/>
                <a:moveTo>
                  <a:pt x="0" y="70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0EF6C-54F2-406F-8178-B8282292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630" y="6241494"/>
            <a:ext cx="44145" cy="36294"/>
          </a:xfrm>
          <a:custGeom xmlns:a="http://schemas.openxmlformats.org/drawingml/2006/main">
            <a:pathLst>
              <a:path w="44145" h="36294">
                <a:moveTo>
                  <a:pt x="18205" y="58"/>
                </a:moveTo>
                <a:lnTo>
                  <a:pt x="44145" y="233"/>
                </a:lnTo>
                <a:lnTo>
                  <a:pt x="44101" y="7340"/>
                </a:lnTo>
                <a:lnTo>
                  <a:pt x="18380" y="7107"/>
                </a:lnTo>
                <a:cubicBezTo>
                  <a:pt x="14288" y="7049"/>
                  <a:pt x="11273" y="7850"/>
                  <a:pt x="9219" y="9394"/>
                </a:cubicBezTo>
                <a:cubicBezTo>
                  <a:pt x="7166" y="10982"/>
                  <a:pt x="6146" y="13370"/>
                  <a:pt x="6146" y="16501"/>
                </a:cubicBezTo>
                <a:cubicBezTo>
                  <a:pt x="6088" y="20317"/>
                  <a:pt x="7282" y="23390"/>
                  <a:pt x="9729" y="25604"/>
                </a:cubicBezTo>
                <a:cubicBezTo>
                  <a:pt x="12118" y="27818"/>
                  <a:pt x="15424" y="28954"/>
                  <a:pt x="19633" y="28954"/>
                </a:cubicBezTo>
                <a:lnTo>
                  <a:pt x="43926" y="29187"/>
                </a:lnTo>
                <a:lnTo>
                  <a:pt x="43868" y="36294"/>
                </a:lnTo>
                <a:lnTo>
                  <a:pt x="859" y="35901"/>
                </a:lnTo>
                <a:lnTo>
                  <a:pt x="918" y="28794"/>
                </a:lnTo>
                <a:lnTo>
                  <a:pt x="7632" y="28837"/>
                </a:lnTo>
                <a:cubicBezTo>
                  <a:pt x="5010" y="27133"/>
                  <a:pt x="3131" y="25153"/>
                  <a:pt x="1879" y="22866"/>
                </a:cubicBezTo>
                <a:cubicBezTo>
                  <a:pt x="568" y="20536"/>
                  <a:pt x="0" y="17914"/>
                  <a:pt x="0" y="14899"/>
                </a:cubicBezTo>
                <a:cubicBezTo>
                  <a:pt x="58" y="9962"/>
                  <a:pt x="1602" y="6263"/>
                  <a:pt x="4661" y="3758"/>
                </a:cubicBezTo>
                <a:cubicBezTo>
                  <a:pt x="7734" y="1194"/>
                  <a:pt x="12292" y="0"/>
                  <a:pt x="18205" y="58"/>
                </a:cubicBezTo>
                <a:close/>
                <a:moveTo>
                  <a:pt x="18205" y="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D53A4-65C0-4DD1-A54A-1E8428A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979" y="6191946"/>
            <a:ext cx="60471" cy="38683"/>
          </a:xfrm>
          <a:custGeom xmlns:a="http://schemas.openxmlformats.org/drawingml/2006/main">
            <a:pathLst>
              <a:path w="60471" h="38683">
                <a:moveTo>
                  <a:pt x="22182" y="7224"/>
                </a:moveTo>
                <a:cubicBezTo>
                  <a:pt x="17069" y="7166"/>
                  <a:pt x="13079" y="8185"/>
                  <a:pt x="10239" y="10297"/>
                </a:cubicBezTo>
                <a:cubicBezTo>
                  <a:pt x="7384" y="12394"/>
                  <a:pt x="5971" y="15351"/>
                  <a:pt x="5971" y="19167"/>
                </a:cubicBezTo>
                <a:cubicBezTo>
                  <a:pt x="5913" y="22924"/>
                  <a:pt x="7282" y="25881"/>
                  <a:pt x="10122" y="28036"/>
                </a:cubicBezTo>
                <a:cubicBezTo>
                  <a:pt x="12904" y="30148"/>
                  <a:pt x="16836" y="31284"/>
                  <a:pt x="21949" y="31284"/>
                </a:cubicBezTo>
                <a:cubicBezTo>
                  <a:pt x="27075" y="31343"/>
                  <a:pt x="31051" y="30323"/>
                  <a:pt x="33848" y="28211"/>
                </a:cubicBezTo>
                <a:cubicBezTo>
                  <a:pt x="36688" y="26172"/>
                  <a:pt x="38115" y="23201"/>
                  <a:pt x="38173" y="19400"/>
                </a:cubicBezTo>
                <a:cubicBezTo>
                  <a:pt x="38232" y="15584"/>
                  <a:pt x="36804" y="12627"/>
                  <a:pt x="34022" y="10515"/>
                </a:cubicBezTo>
                <a:cubicBezTo>
                  <a:pt x="31226" y="8360"/>
                  <a:pt x="27250" y="7282"/>
                  <a:pt x="22182" y="7224"/>
                </a:cubicBezTo>
                <a:close/>
                <a:moveTo>
                  <a:pt x="38916" y="277"/>
                </a:moveTo>
                <a:cubicBezTo>
                  <a:pt x="46242" y="393"/>
                  <a:pt x="51645" y="2039"/>
                  <a:pt x="55184" y="5345"/>
                </a:cubicBezTo>
                <a:cubicBezTo>
                  <a:pt x="58767" y="8593"/>
                  <a:pt x="60471" y="13589"/>
                  <a:pt x="60413" y="20303"/>
                </a:cubicBezTo>
                <a:cubicBezTo>
                  <a:pt x="60413" y="22808"/>
                  <a:pt x="60180" y="25138"/>
                  <a:pt x="59845" y="27308"/>
                </a:cubicBezTo>
                <a:cubicBezTo>
                  <a:pt x="59452" y="29522"/>
                  <a:pt x="58826" y="31678"/>
                  <a:pt x="58083" y="33731"/>
                </a:cubicBezTo>
                <a:lnTo>
                  <a:pt x="51194" y="33673"/>
                </a:lnTo>
                <a:cubicBezTo>
                  <a:pt x="52330" y="31634"/>
                  <a:pt x="53189" y="29580"/>
                  <a:pt x="53699" y="27527"/>
                </a:cubicBezTo>
                <a:cubicBezTo>
                  <a:pt x="54267" y="25546"/>
                  <a:pt x="54558" y="23492"/>
                  <a:pt x="54616" y="21381"/>
                </a:cubicBezTo>
                <a:cubicBezTo>
                  <a:pt x="54616" y="16720"/>
                  <a:pt x="53422" y="13254"/>
                  <a:pt x="51034" y="10923"/>
                </a:cubicBezTo>
                <a:cubicBezTo>
                  <a:pt x="48631" y="8593"/>
                  <a:pt x="44989" y="7442"/>
                  <a:pt x="40110" y="7399"/>
                </a:cubicBezTo>
                <a:lnTo>
                  <a:pt x="36629" y="7340"/>
                </a:lnTo>
                <a:cubicBezTo>
                  <a:pt x="39135" y="8811"/>
                  <a:pt x="41013" y="10690"/>
                  <a:pt x="42266" y="13021"/>
                </a:cubicBezTo>
                <a:cubicBezTo>
                  <a:pt x="43518" y="15293"/>
                  <a:pt x="44086" y="18031"/>
                  <a:pt x="44086" y="21220"/>
                </a:cubicBezTo>
                <a:cubicBezTo>
                  <a:pt x="44028" y="26449"/>
                  <a:pt x="41975" y="30716"/>
                  <a:pt x="37940" y="33906"/>
                </a:cubicBezTo>
                <a:cubicBezTo>
                  <a:pt x="33906" y="37096"/>
                  <a:pt x="28561" y="38683"/>
                  <a:pt x="21905" y="38625"/>
                </a:cubicBezTo>
                <a:cubicBezTo>
                  <a:pt x="15234" y="38567"/>
                  <a:pt x="9947" y="36862"/>
                  <a:pt x="5971" y="33615"/>
                </a:cubicBezTo>
                <a:cubicBezTo>
                  <a:pt x="1922" y="30381"/>
                  <a:pt x="0" y="26114"/>
                  <a:pt x="58" y="20813"/>
                </a:cubicBezTo>
                <a:cubicBezTo>
                  <a:pt x="58" y="17637"/>
                  <a:pt x="670" y="14899"/>
                  <a:pt x="1981" y="12686"/>
                </a:cubicBezTo>
                <a:cubicBezTo>
                  <a:pt x="3233" y="10414"/>
                  <a:pt x="5170" y="8535"/>
                  <a:pt x="7675" y="7107"/>
                </a:cubicBezTo>
                <a:lnTo>
                  <a:pt x="1194" y="7049"/>
                </a:lnTo>
                <a:lnTo>
                  <a:pt x="1253" y="0"/>
                </a:lnTo>
                <a:lnTo>
                  <a:pt x="38916" y="277"/>
                </a:lnTo>
                <a:close/>
                <a:moveTo>
                  <a:pt x="38916" y="2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C387E-B3DE-4A68-9586-28B8A799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372" y="6147903"/>
            <a:ext cx="45222" cy="32945"/>
          </a:xfrm>
          <a:custGeom xmlns:a="http://schemas.openxmlformats.org/drawingml/2006/main">
            <a:pathLst>
              <a:path w="45222" h="32945">
                <a:moveTo>
                  <a:pt x="2447" y="2054"/>
                </a:moveTo>
                <a:lnTo>
                  <a:pt x="9161" y="2112"/>
                </a:lnTo>
                <a:cubicBezTo>
                  <a:pt x="8083" y="4107"/>
                  <a:pt x="7340" y="6146"/>
                  <a:pt x="6772" y="8316"/>
                </a:cubicBezTo>
                <a:cubicBezTo>
                  <a:pt x="6263" y="10472"/>
                  <a:pt x="5971" y="12686"/>
                  <a:pt x="5971" y="15030"/>
                </a:cubicBezTo>
                <a:cubicBezTo>
                  <a:pt x="5913" y="18497"/>
                  <a:pt x="6423" y="21162"/>
                  <a:pt x="7515" y="22924"/>
                </a:cubicBezTo>
                <a:cubicBezTo>
                  <a:pt x="8593" y="24701"/>
                  <a:pt x="10181" y="25546"/>
                  <a:pt x="12351" y="25546"/>
                </a:cubicBezTo>
                <a:cubicBezTo>
                  <a:pt x="13938" y="25604"/>
                  <a:pt x="15249" y="24978"/>
                  <a:pt x="16210" y="23725"/>
                </a:cubicBezTo>
                <a:cubicBezTo>
                  <a:pt x="17128" y="22473"/>
                  <a:pt x="18031" y="19968"/>
                  <a:pt x="18948" y="16166"/>
                </a:cubicBezTo>
                <a:lnTo>
                  <a:pt x="19516" y="13778"/>
                </a:lnTo>
                <a:cubicBezTo>
                  <a:pt x="20594" y="8768"/>
                  <a:pt x="22123" y="5243"/>
                  <a:pt x="24119" y="3131"/>
                </a:cubicBezTo>
                <a:cubicBezTo>
                  <a:pt x="26114" y="1034"/>
                  <a:pt x="28837" y="0"/>
                  <a:pt x="32377" y="0"/>
                </a:cubicBezTo>
                <a:cubicBezTo>
                  <a:pt x="36353" y="58"/>
                  <a:pt x="39484" y="1660"/>
                  <a:pt x="41814" y="4835"/>
                </a:cubicBezTo>
                <a:cubicBezTo>
                  <a:pt x="44086" y="8025"/>
                  <a:pt x="45222" y="12351"/>
                  <a:pt x="45179" y="17929"/>
                </a:cubicBezTo>
                <a:cubicBezTo>
                  <a:pt x="45179" y="20201"/>
                  <a:pt x="44946" y="22589"/>
                  <a:pt x="44436" y="25094"/>
                </a:cubicBezTo>
                <a:cubicBezTo>
                  <a:pt x="43970" y="27600"/>
                  <a:pt x="43300" y="30207"/>
                  <a:pt x="42382" y="32945"/>
                </a:cubicBezTo>
                <a:lnTo>
                  <a:pt x="35100" y="32886"/>
                </a:lnTo>
                <a:cubicBezTo>
                  <a:pt x="36469" y="30323"/>
                  <a:pt x="37489" y="27760"/>
                  <a:pt x="38173" y="25211"/>
                </a:cubicBezTo>
                <a:cubicBezTo>
                  <a:pt x="38916" y="22706"/>
                  <a:pt x="39251" y="20201"/>
                  <a:pt x="39251" y="17696"/>
                </a:cubicBezTo>
                <a:cubicBezTo>
                  <a:pt x="39309" y="14346"/>
                  <a:pt x="38741" y="11783"/>
                  <a:pt x="37605" y="10020"/>
                </a:cubicBezTo>
                <a:cubicBezTo>
                  <a:pt x="36527" y="8200"/>
                  <a:pt x="34925" y="7282"/>
                  <a:pt x="32828" y="7282"/>
                </a:cubicBezTo>
                <a:cubicBezTo>
                  <a:pt x="30891" y="7282"/>
                  <a:pt x="29406" y="7908"/>
                  <a:pt x="28386" y="9161"/>
                </a:cubicBezTo>
                <a:cubicBezTo>
                  <a:pt x="27366" y="10472"/>
                  <a:pt x="26347" y="13254"/>
                  <a:pt x="25371" y="17637"/>
                </a:cubicBezTo>
                <a:lnTo>
                  <a:pt x="24745" y="20084"/>
                </a:lnTo>
                <a:cubicBezTo>
                  <a:pt x="23842" y="24468"/>
                  <a:pt x="22356" y="27658"/>
                  <a:pt x="20478" y="29595"/>
                </a:cubicBezTo>
                <a:cubicBezTo>
                  <a:pt x="18540" y="31459"/>
                  <a:pt x="15933" y="32435"/>
                  <a:pt x="12569" y="32435"/>
                </a:cubicBezTo>
                <a:cubicBezTo>
                  <a:pt x="8535" y="32377"/>
                  <a:pt x="5403" y="30891"/>
                  <a:pt x="3248" y="28051"/>
                </a:cubicBezTo>
                <a:cubicBezTo>
                  <a:pt x="1078" y="25153"/>
                  <a:pt x="0" y="21060"/>
                  <a:pt x="58" y="15759"/>
                </a:cubicBezTo>
                <a:cubicBezTo>
                  <a:pt x="58" y="13195"/>
                  <a:pt x="277" y="10763"/>
                  <a:pt x="685" y="8418"/>
                </a:cubicBezTo>
                <a:cubicBezTo>
                  <a:pt x="1078" y="6146"/>
                  <a:pt x="1646" y="3991"/>
                  <a:pt x="2447" y="2054"/>
                </a:cubicBezTo>
                <a:close/>
                <a:moveTo>
                  <a:pt x="2447" y="2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AC4F3-2AD2-4A75-916B-F3FCDC2B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337" y="6099040"/>
            <a:ext cx="57413" cy="37430"/>
          </a:xfrm>
          <a:custGeom xmlns:a="http://schemas.openxmlformats.org/drawingml/2006/main">
            <a:pathLst>
              <a:path w="57413" h="37430">
                <a:moveTo>
                  <a:pt x="6496" y="29245"/>
                </a:moveTo>
                <a:lnTo>
                  <a:pt x="27993" y="29406"/>
                </a:lnTo>
                <a:lnTo>
                  <a:pt x="28109" y="19676"/>
                </a:lnTo>
                <a:cubicBezTo>
                  <a:pt x="28109" y="16035"/>
                  <a:pt x="27206" y="13254"/>
                  <a:pt x="25386" y="11258"/>
                </a:cubicBezTo>
                <a:cubicBezTo>
                  <a:pt x="23507" y="9278"/>
                  <a:pt x="20827" y="8243"/>
                  <a:pt x="17419" y="8243"/>
                </a:cubicBezTo>
                <a:cubicBezTo>
                  <a:pt x="13938" y="8185"/>
                  <a:pt x="11331" y="9161"/>
                  <a:pt x="9394" y="11142"/>
                </a:cubicBezTo>
                <a:cubicBezTo>
                  <a:pt x="7515" y="13079"/>
                  <a:pt x="6612" y="15875"/>
                  <a:pt x="6554" y="19458"/>
                </a:cubicBezTo>
                <a:lnTo>
                  <a:pt x="6496" y="29245"/>
                </a:lnTo>
                <a:close/>
                <a:moveTo>
                  <a:pt x="0" y="36921"/>
                </a:moveTo>
                <a:lnTo>
                  <a:pt x="175" y="19400"/>
                </a:lnTo>
                <a:cubicBezTo>
                  <a:pt x="233" y="12962"/>
                  <a:pt x="1719" y="8127"/>
                  <a:pt x="4675" y="4894"/>
                </a:cubicBezTo>
                <a:cubicBezTo>
                  <a:pt x="7573" y="1588"/>
                  <a:pt x="11841" y="0"/>
                  <a:pt x="17477" y="58"/>
                </a:cubicBezTo>
                <a:cubicBezTo>
                  <a:pt x="23099" y="117"/>
                  <a:pt x="27366" y="1762"/>
                  <a:pt x="30279" y="5112"/>
                </a:cubicBezTo>
                <a:cubicBezTo>
                  <a:pt x="33119" y="8418"/>
                  <a:pt x="34547" y="13312"/>
                  <a:pt x="34488" y="19735"/>
                </a:cubicBezTo>
                <a:lnTo>
                  <a:pt x="34372" y="29464"/>
                </a:lnTo>
                <a:lnTo>
                  <a:pt x="57413" y="29697"/>
                </a:lnTo>
                <a:lnTo>
                  <a:pt x="57355" y="37430"/>
                </a:lnTo>
                <a:lnTo>
                  <a:pt x="0" y="36921"/>
                </a:lnTo>
                <a:close/>
                <a:moveTo>
                  <a:pt x="0" y="369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7313A-2E7E-4E89-9D66-0A927EDE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15" y="6055172"/>
            <a:ext cx="45281" cy="39994"/>
          </a:xfrm>
          <a:custGeom xmlns:a="http://schemas.openxmlformats.org/drawingml/2006/main">
            <a:pathLst>
              <a:path w="45281" h="39994">
                <a:moveTo>
                  <a:pt x="20987" y="58"/>
                </a:moveTo>
                <a:lnTo>
                  <a:pt x="24454" y="58"/>
                </a:lnTo>
                <a:lnTo>
                  <a:pt x="24177" y="32537"/>
                </a:lnTo>
                <a:cubicBezTo>
                  <a:pt x="29071" y="32260"/>
                  <a:pt x="32770" y="30833"/>
                  <a:pt x="35333" y="28269"/>
                </a:cubicBezTo>
                <a:cubicBezTo>
                  <a:pt x="37882" y="25662"/>
                  <a:pt x="39193" y="22021"/>
                  <a:pt x="39251" y="17302"/>
                </a:cubicBezTo>
                <a:cubicBezTo>
                  <a:pt x="39251" y="14623"/>
                  <a:pt x="38974" y="11943"/>
                  <a:pt x="38348" y="9452"/>
                </a:cubicBezTo>
                <a:cubicBezTo>
                  <a:pt x="37664" y="6889"/>
                  <a:pt x="36688" y="4326"/>
                  <a:pt x="35377" y="1821"/>
                </a:cubicBezTo>
                <a:lnTo>
                  <a:pt x="42033" y="1879"/>
                </a:lnTo>
                <a:cubicBezTo>
                  <a:pt x="43125" y="4384"/>
                  <a:pt x="43912" y="7005"/>
                  <a:pt x="44480" y="9671"/>
                </a:cubicBezTo>
                <a:cubicBezTo>
                  <a:pt x="45004" y="12351"/>
                  <a:pt x="45281" y="15074"/>
                  <a:pt x="45222" y="17812"/>
                </a:cubicBezTo>
                <a:cubicBezTo>
                  <a:pt x="45164" y="24628"/>
                  <a:pt x="43125" y="30090"/>
                  <a:pt x="39135" y="34022"/>
                </a:cubicBezTo>
                <a:cubicBezTo>
                  <a:pt x="35100" y="37998"/>
                  <a:pt x="29639" y="39994"/>
                  <a:pt x="22866" y="39936"/>
                </a:cubicBezTo>
                <a:cubicBezTo>
                  <a:pt x="15817" y="39877"/>
                  <a:pt x="10239" y="37897"/>
                  <a:pt x="6146" y="34081"/>
                </a:cubicBezTo>
                <a:cubicBezTo>
                  <a:pt x="2039" y="30207"/>
                  <a:pt x="0" y="25094"/>
                  <a:pt x="58" y="18657"/>
                </a:cubicBezTo>
                <a:cubicBezTo>
                  <a:pt x="117" y="12860"/>
                  <a:pt x="2039" y="8302"/>
                  <a:pt x="5797" y="4952"/>
                </a:cubicBezTo>
                <a:cubicBezTo>
                  <a:pt x="9496" y="1588"/>
                  <a:pt x="14623" y="0"/>
                  <a:pt x="20987" y="58"/>
                </a:cubicBezTo>
                <a:close/>
                <a:moveTo>
                  <a:pt x="18890" y="7049"/>
                </a:moveTo>
                <a:cubicBezTo>
                  <a:pt x="15016" y="7107"/>
                  <a:pt x="11885" y="8141"/>
                  <a:pt x="9612" y="10239"/>
                </a:cubicBezTo>
                <a:cubicBezTo>
                  <a:pt x="7282" y="12351"/>
                  <a:pt x="6088" y="15132"/>
                  <a:pt x="6030" y="18599"/>
                </a:cubicBezTo>
                <a:cubicBezTo>
                  <a:pt x="6030" y="22531"/>
                  <a:pt x="7107" y="25721"/>
                  <a:pt x="9321" y="28109"/>
                </a:cubicBezTo>
                <a:cubicBezTo>
                  <a:pt x="11550" y="30498"/>
                  <a:pt x="14681" y="31867"/>
                  <a:pt x="18715" y="32260"/>
                </a:cubicBezTo>
                <a:lnTo>
                  <a:pt x="18890" y="7049"/>
                </a:lnTo>
                <a:close/>
                <a:moveTo>
                  <a:pt x="18890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309F7-A675-4290-A6B7-88AC916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567" y="6018528"/>
            <a:ext cx="43984" cy="25546"/>
          </a:xfrm>
          <a:custGeom xmlns:a="http://schemas.openxmlformats.org/drawingml/2006/main">
            <a:pathLst>
              <a:path w="43984" h="25546">
                <a:moveTo>
                  <a:pt x="7734" y="58"/>
                </a:moveTo>
                <a:cubicBezTo>
                  <a:pt x="7224" y="859"/>
                  <a:pt x="6889" y="1719"/>
                  <a:pt x="6714" y="2622"/>
                </a:cubicBezTo>
                <a:cubicBezTo>
                  <a:pt x="6481" y="3597"/>
                  <a:pt x="6321" y="4617"/>
                  <a:pt x="6321" y="5695"/>
                </a:cubicBezTo>
                <a:cubicBezTo>
                  <a:pt x="6321" y="9729"/>
                  <a:pt x="7573" y="12802"/>
                  <a:pt x="10122" y="14972"/>
                </a:cubicBezTo>
                <a:cubicBezTo>
                  <a:pt x="12744" y="17128"/>
                  <a:pt x="16443" y="18205"/>
                  <a:pt x="21337" y="18264"/>
                </a:cubicBezTo>
                <a:lnTo>
                  <a:pt x="43984" y="18439"/>
                </a:lnTo>
                <a:lnTo>
                  <a:pt x="43926" y="25546"/>
                </a:lnTo>
                <a:lnTo>
                  <a:pt x="918" y="25211"/>
                </a:lnTo>
                <a:lnTo>
                  <a:pt x="961" y="18104"/>
                </a:lnTo>
                <a:lnTo>
                  <a:pt x="7617" y="18162"/>
                </a:lnTo>
                <a:cubicBezTo>
                  <a:pt x="5068" y="16618"/>
                  <a:pt x="3131" y="14681"/>
                  <a:pt x="1879" y="12292"/>
                </a:cubicBezTo>
                <a:cubicBezTo>
                  <a:pt x="626" y="9904"/>
                  <a:pt x="0" y="7005"/>
                  <a:pt x="58" y="3597"/>
                </a:cubicBezTo>
                <a:cubicBezTo>
                  <a:pt x="58" y="3073"/>
                  <a:pt x="117" y="2563"/>
                  <a:pt x="175" y="1995"/>
                </a:cubicBezTo>
                <a:cubicBezTo>
                  <a:pt x="233" y="1369"/>
                  <a:pt x="335" y="743"/>
                  <a:pt x="451" y="0"/>
                </a:cubicBezTo>
                <a:lnTo>
                  <a:pt x="7734" y="58"/>
                </a:lnTo>
                <a:close/>
                <a:moveTo>
                  <a:pt x="7734" y="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7BEDC-7C7F-433F-8FD7-F4D74463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800" y="5981607"/>
            <a:ext cx="45222" cy="33003"/>
          </a:xfrm>
          <a:custGeom xmlns:a="http://schemas.openxmlformats.org/drawingml/2006/main">
            <a:pathLst>
              <a:path w="45222" h="33003">
                <a:moveTo>
                  <a:pt x="2447" y="2112"/>
                </a:moveTo>
                <a:lnTo>
                  <a:pt x="9161" y="2170"/>
                </a:lnTo>
                <a:cubicBezTo>
                  <a:pt x="8069" y="4151"/>
                  <a:pt x="7340" y="6204"/>
                  <a:pt x="6758" y="8360"/>
                </a:cubicBezTo>
                <a:cubicBezTo>
                  <a:pt x="6248" y="10472"/>
                  <a:pt x="5971" y="12744"/>
                  <a:pt x="5971" y="15030"/>
                </a:cubicBezTo>
                <a:cubicBezTo>
                  <a:pt x="5913" y="18555"/>
                  <a:pt x="6423" y="21162"/>
                  <a:pt x="7501" y="22924"/>
                </a:cubicBezTo>
                <a:cubicBezTo>
                  <a:pt x="8535" y="24701"/>
                  <a:pt x="10181" y="25604"/>
                  <a:pt x="12336" y="25604"/>
                </a:cubicBezTo>
                <a:cubicBezTo>
                  <a:pt x="13938" y="25604"/>
                  <a:pt x="15249" y="24978"/>
                  <a:pt x="16210" y="23784"/>
                </a:cubicBezTo>
                <a:cubicBezTo>
                  <a:pt x="17113" y="22531"/>
                  <a:pt x="18031" y="19968"/>
                  <a:pt x="18934" y="16225"/>
                </a:cubicBezTo>
                <a:lnTo>
                  <a:pt x="19458" y="13778"/>
                </a:lnTo>
                <a:cubicBezTo>
                  <a:pt x="20594" y="8768"/>
                  <a:pt x="22123" y="5243"/>
                  <a:pt x="24119" y="3131"/>
                </a:cubicBezTo>
                <a:cubicBezTo>
                  <a:pt x="26114" y="1034"/>
                  <a:pt x="28837" y="0"/>
                  <a:pt x="32362" y="58"/>
                </a:cubicBezTo>
                <a:cubicBezTo>
                  <a:pt x="36353" y="58"/>
                  <a:pt x="39484" y="1704"/>
                  <a:pt x="41814" y="4835"/>
                </a:cubicBezTo>
                <a:cubicBezTo>
                  <a:pt x="44086" y="8025"/>
                  <a:pt x="45222" y="12409"/>
                  <a:pt x="45164" y="17929"/>
                </a:cubicBezTo>
                <a:cubicBezTo>
                  <a:pt x="45164" y="20259"/>
                  <a:pt x="44946" y="22648"/>
                  <a:pt x="44421" y="25153"/>
                </a:cubicBezTo>
                <a:cubicBezTo>
                  <a:pt x="43970" y="27600"/>
                  <a:pt x="43285" y="30265"/>
                  <a:pt x="42382" y="33003"/>
                </a:cubicBezTo>
                <a:lnTo>
                  <a:pt x="35042" y="32945"/>
                </a:lnTo>
                <a:cubicBezTo>
                  <a:pt x="36469" y="30323"/>
                  <a:pt x="37489" y="27774"/>
                  <a:pt x="38173" y="25269"/>
                </a:cubicBezTo>
                <a:cubicBezTo>
                  <a:pt x="38858" y="22706"/>
                  <a:pt x="39251" y="20201"/>
                  <a:pt x="39251" y="17696"/>
                </a:cubicBezTo>
                <a:cubicBezTo>
                  <a:pt x="39309" y="14404"/>
                  <a:pt x="38741" y="11841"/>
                  <a:pt x="37605" y="10020"/>
                </a:cubicBezTo>
                <a:cubicBezTo>
                  <a:pt x="36469" y="8258"/>
                  <a:pt x="34867" y="7340"/>
                  <a:pt x="32828" y="7282"/>
                </a:cubicBezTo>
                <a:cubicBezTo>
                  <a:pt x="30891" y="7282"/>
                  <a:pt x="29406" y="7908"/>
                  <a:pt x="28386" y="9219"/>
                </a:cubicBezTo>
                <a:cubicBezTo>
                  <a:pt x="27366" y="10472"/>
                  <a:pt x="26332" y="13312"/>
                  <a:pt x="25371" y="17696"/>
                </a:cubicBezTo>
                <a:lnTo>
                  <a:pt x="24745" y="20143"/>
                </a:lnTo>
                <a:cubicBezTo>
                  <a:pt x="23769" y="24526"/>
                  <a:pt x="22356" y="27658"/>
                  <a:pt x="20419" y="29595"/>
                </a:cubicBezTo>
                <a:cubicBezTo>
                  <a:pt x="18482" y="31517"/>
                  <a:pt x="15861" y="32493"/>
                  <a:pt x="12569" y="32435"/>
                </a:cubicBezTo>
                <a:cubicBezTo>
                  <a:pt x="8535" y="32435"/>
                  <a:pt x="5403" y="30949"/>
                  <a:pt x="3233" y="28051"/>
                </a:cubicBezTo>
                <a:cubicBezTo>
                  <a:pt x="1078" y="25153"/>
                  <a:pt x="0" y="21118"/>
                  <a:pt x="58" y="15817"/>
                </a:cubicBezTo>
                <a:cubicBezTo>
                  <a:pt x="58" y="13210"/>
                  <a:pt x="277" y="10763"/>
                  <a:pt x="685" y="8476"/>
                </a:cubicBezTo>
                <a:cubicBezTo>
                  <a:pt x="1078" y="6146"/>
                  <a:pt x="1646" y="4049"/>
                  <a:pt x="2447" y="2112"/>
                </a:cubicBezTo>
                <a:close/>
                <a:moveTo>
                  <a:pt x="2447" y="2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816ED-FC18-4C96-9101-675A9405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135" y="5933821"/>
            <a:ext cx="45281" cy="39659"/>
          </a:xfrm>
          <a:custGeom xmlns:a="http://schemas.openxmlformats.org/drawingml/2006/main">
            <a:pathLst>
              <a:path w="45281" h="39659">
                <a:moveTo>
                  <a:pt x="6030" y="19691"/>
                </a:moveTo>
                <a:cubicBezTo>
                  <a:pt x="6030" y="23492"/>
                  <a:pt x="7457" y="26507"/>
                  <a:pt x="10414" y="28736"/>
                </a:cubicBezTo>
                <a:cubicBezTo>
                  <a:pt x="13370" y="30949"/>
                  <a:pt x="17404" y="32085"/>
                  <a:pt x="22531" y="32144"/>
                </a:cubicBezTo>
                <a:cubicBezTo>
                  <a:pt x="27701" y="32144"/>
                  <a:pt x="31750" y="31124"/>
                  <a:pt x="34707" y="28954"/>
                </a:cubicBezTo>
                <a:cubicBezTo>
                  <a:pt x="37722" y="26798"/>
                  <a:pt x="39193" y="23784"/>
                  <a:pt x="39251" y="19968"/>
                </a:cubicBezTo>
                <a:cubicBezTo>
                  <a:pt x="39251" y="16210"/>
                  <a:pt x="37838" y="13195"/>
                  <a:pt x="34882" y="10982"/>
                </a:cubicBezTo>
                <a:cubicBezTo>
                  <a:pt x="31911" y="8768"/>
                  <a:pt x="27876" y="7617"/>
                  <a:pt x="22764" y="7573"/>
                </a:cubicBezTo>
                <a:cubicBezTo>
                  <a:pt x="17637" y="7573"/>
                  <a:pt x="13603" y="8593"/>
                  <a:pt x="10588" y="10807"/>
                </a:cubicBezTo>
                <a:cubicBezTo>
                  <a:pt x="7632" y="12977"/>
                  <a:pt x="6088" y="15933"/>
                  <a:pt x="6030" y="19691"/>
                </a:cubicBezTo>
                <a:close/>
                <a:moveTo>
                  <a:pt x="58" y="19633"/>
                </a:moveTo>
                <a:cubicBezTo>
                  <a:pt x="117" y="13487"/>
                  <a:pt x="2156" y="8710"/>
                  <a:pt x="6204" y="5229"/>
                </a:cubicBezTo>
                <a:cubicBezTo>
                  <a:pt x="10181" y="1762"/>
                  <a:pt x="15759" y="0"/>
                  <a:pt x="22808" y="117"/>
                </a:cubicBezTo>
                <a:cubicBezTo>
                  <a:pt x="29872" y="175"/>
                  <a:pt x="35333" y="1937"/>
                  <a:pt x="39368" y="5520"/>
                </a:cubicBezTo>
                <a:cubicBezTo>
                  <a:pt x="43300" y="9044"/>
                  <a:pt x="45281" y="13880"/>
                  <a:pt x="45237" y="20026"/>
                </a:cubicBezTo>
                <a:cubicBezTo>
                  <a:pt x="45179" y="26172"/>
                  <a:pt x="43125" y="31008"/>
                  <a:pt x="39091" y="34474"/>
                </a:cubicBezTo>
                <a:cubicBezTo>
                  <a:pt x="35042" y="37940"/>
                  <a:pt x="29522" y="39659"/>
                  <a:pt x="22473" y="39601"/>
                </a:cubicBezTo>
                <a:cubicBezTo>
                  <a:pt x="15424" y="39484"/>
                  <a:pt x="9904" y="37722"/>
                  <a:pt x="5913" y="34197"/>
                </a:cubicBezTo>
                <a:cubicBezTo>
                  <a:pt x="1995" y="30658"/>
                  <a:pt x="0" y="25823"/>
                  <a:pt x="58" y="19633"/>
                </a:cubicBezTo>
                <a:close/>
                <a:moveTo>
                  <a:pt x="58" y="196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C4F6B-779D-4CCE-8D14-9834840B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644" y="5886370"/>
            <a:ext cx="44145" cy="36294"/>
          </a:xfrm>
          <a:custGeom xmlns:a="http://schemas.openxmlformats.org/drawingml/2006/main">
            <a:pathLst>
              <a:path w="44145" h="36294">
                <a:moveTo>
                  <a:pt x="18205" y="58"/>
                </a:moveTo>
                <a:lnTo>
                  <a:pt x="44145" y="233"/>
                </a:lnTo>
                <a:lnTo>
                  <a:pt x="44101" y="7340"/>
                </a:lnTo>
                <a:lnTo>
                  <a:pt x="18380" y="7122"/>
                </a:lnTo>
                <a:cubicBezTo>
                  <a:pt x="14288" y="7064"/>
                  <a:pt x="11273" y="7850"/>
                  <a:pt x="9219" y="9394"/>
                </a:cubicBezTo>
                <a:cubicBezTo>
                  <a:pt x="7166" y="10982"/>
                  <a:pt x="6146" y="13370"/>
                  <a:pt x="6146" y="16501"/>
                </a:cubicBezTo>
                <a:cubicBezTo>
                  <a:pt x="6088" y="20317"/>
                  <a:pt x="7282" y="23390"/>
                  <a:pt x="9729" y="25604"/>
                </a:cubicBezTo>
                <a:cubicBezTo>
                  <a:pt x="12118" y="27818"/>
                  <a:pt x="15424" y="28969"/>
                  <a:pt x="19633" y="28969"/>
                </a:cubicBezTo>
                <a:lnTo>
                  <a:pt x="43926" y="29187"/>
                </a:lnTo>
                <a:lnTo>
                  <a:pt x="43868" y="36294"/>
                </a:lnTo>
                <a:lnTo>
                  <a:pt x="859" y="35901"/>
                </a:lnTo>
                <a:lnTo>
                  <a:pt x="918" y="28794"/>
                </a:lnTo>
                <a:lnTo>
                  <a:pt x="7632" y="28852"/>
                </a:lnTo>
                <a:cubicBezTo>
                  <a:pt x="5010" y="27133"/>
                  <a:pt x="3131" y="25153"/>
                  <a:pt x="1879" y="22881"/>
                </a:cubicBezTo>
                <a:cubicBezTo>
                  <a:pt x="568" y="20536"/>
                  <a:pt x="0" y="17929"/>
                  <a:pt x="0" y="14914"/>
                </a:cubicBezTo>
                <a:cubicBezTo>
                  <a:pt x="58" y="9962"/>
                  <a:pt x="1602" y="6263"/>
                  <a:pt x="4675" y="3758"/>
                </a:cubicBezTo>
                <a:cubicBezTo>
                  <a:pt x="7734" y="1194"/>
                  <a:pt x="12292" y="0"/>
                  <a:pt x="18205" y="58"/>
                </a:cubicBezTo>
                <a:close/>
                <a:moveTo>
                  <a:pt x="18205" y="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64E32A-1131-42E2-8D42-C64673DC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994" y="5838643"/>
            <a:ext cx="45164" cy="36527"/>
          </a:xfrm>
          <a:custGeom xmlns:a="http://schemas.openxmlformats.org/drawingml/2006/main">
            <a:pathLst>
              <a:path w="45164" h="36527">
                <a:moveTo>
                  <a:pt x="22473" y="14171"/>
                </a:moveTo>
                <a:cubicBezTo>
                  <a:pt x="22473" y="19851"/>
                  <a:pt x="23041" y="23842"/>
                  <a:pt x="24352" y="26056"/>
                </a:cubicBezTo>
                <a:cubicBezTo>
                  <a:pt x="25648" y="28269"/>
                  <a:pt x="27876" y="29406"/>
                  <a:pt x="31008" y="29406"/>
                </a:cubicBezTo>
                <a:cubicBezTo>
                  <a:pt x="33498" y="29406"/>
                  <a:pt x="35493" y="28619"/>
                  <a:pt x="36979" y="26959"/>
                </a:cubicBezTo>
                <a:cubicBezTo>
                  <a:pt x="38450" y="25313"/>
                  <a:pt x="39251" y="23099"/>
                  <a:pt x="39251" y="20245"/>
                </a:cubicBezTo>
                <a:cubicBezTo>
                  <a:pt x="39309" y="16327"/>
                  <a:pt x="37940" y="13195"/>
                  <a:pt x="35158" y="10807"/>
                </a:cubicBezTo>
                <a:cubicBezTo>
                  <a:pt x="32420" y="8418"/>
                  <a:pt x="28721" y="7166"/>
                  <a:pt x="24119" y="7166"/>
                </a:cubicBezTo>
                <a:lnTo>
                  <a:pt x="22575" y="7107"/>
                </a:lnTo>
                <a:lnTo>
                  <a:pt x="22473" y="14171"/>
                </a:lnTo>
                <a:close/>
                <a:moveTo>
                  <a:pt x="19676" y="58"/>
                </a:moveTo>
                <a:lnTo>
                  <a:pt x="44203" y="233"/>
                </a:lnTo>
                <a:lnTo>
                  <a:pt x="44145" y="7340"/>
                </a:lnTo>
                <a:lnTo>
                  <a:pt x="37664" y="7282"/>
                </a:lnTo>
                <a:cubicBezTo>
                  <a:pt x="40212" y="8870"/>
                  <a:pt x="42149" y="10923"/>
                  <a:pt x="43344" y="13370"/>
                </a:cubicBezTo>
                <a:cubicBezTo>
                  <a:pt x="44596" y="15759"/>
                  <a:pt x="45164" y="18715"/>
                  <a:pt x="45164" y="22182"/>
                </a:cubicBezTo>
                <a:cubicBezTo>
                  <a:pt x="45106" y="26624"/>
                  <a:pt x="43853" y="30090"/>
                  <a:pt x="41348" y="32653"/>
                </a:cubicBezTo>
                <a:cubicBezTo>
                  <a:pt x="38858" y="35275"/>
                  <a:pt x="35552" y="36527"/>
                  <a:pt x="31401" y="36469"/>
                </a:cubicBezTo>
                <a:cubicBezTo>
                  <a:pt x="26565" y="36469"/>
                  <a:pt x="22924" y="34809"/>
                  <a:pt x="20478" y="31517"/>
                </a:cubicBezTo>
                <a:cubicBezTo>
                  <a:pt x="18089" y="28269"/>
                  <a:pt x="16895" y="23434"/>
                  <a:pt x="16953" y="17011"/>
                </a:cubicBezTo>
                <a:lnTo>
                  <a:pt x="17011" y="7107"/>
                </a:lnTo>
                <a:lnTo>
                  <a:pt x="16327" y="7107"/>
                </a:lnTo>
                <a:cubicBezTo>
                  <a:pt x="13079" y="7049"/>
                  <a:pt x="10515" y="8083"/>
                  <a:pt x="8753" y="10239"/>
                </a:cubicBezTo>
                <a:cubicBezTo>
                  <a:pt x="6933" y="12351"/>
                  <a:pt x="6030" y="15365"/>
                  <a:pt x="6030" y="19225"/>
                </a:cubicBezTo>
                <a:cubicBezTo>
                  <a:pt x="5971" y="21672"/>
                  <a:pt x="6248" y="24060"/>
                  <a:pt x="6816" y="26391"/>
                </a:cubicBezTo>
                <a:cubicBezTo>
                  <a:pt x="7384" y="28736"/>
                  <a:pt x="8243" y="31008"/>
                  <a:pt x="9438" y="33163"/>
                </a:cubicBezTo>
                <a:lnTo>
                  <a:pt x="2898" y="33105"/>
                </a:lnTo>
                <a:cubicBezTo>
                  <a:pt x="1922" y="30498"/>
                  <a:pt x="1194" y="27993"/>
                  <a:pt x="728" y="25546"/>
                </a:cubicBezTo>
                <a:cubicBezTo>
                  <a:pt x="218" y="23099"/>
                  <a:pt x="0" y="20769"/>
                  <a:pt x="58" y="18439"/>
                </a:cubicBezTo>
                <a:cubicBezTo>
                  <a:pt x="102" y="12234"/>
                  <a:pt x="1762" y="7559"/>
                  <a:pt x="4996" y="4544"/>
                </a:cubicBezTo>
                <a:cubicBezTo>
                  <a:pt x="8243" y="1471"/>
                  <a:pt x="13137" y="0"/>
                  <a:pt x="19676" y="58"/>
                </a:cubicBezTo>
                <a:close/>
                <a:moveTo>
                  <a:pt x="19676" y="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91DC7-4AC3-4522-84FA-8342997C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570" y="5816796"/>
            <a:ext cx="59845" cy="7559"/>
          </a:xfrm>
          <a:custGeom xmlns:a="http://schemas.openxmlformats.org/drawingml/2006/main">
            <a:pathLst>
              <a:path w="59845" h="7559">
                <a:moveTo>
                  <a:pt x="0" y="7049"/>
                </a:moveTo>
                <a:lnTo>
                  <a:pt x="58" y="0"/>
                </a:lnTo>
                <a:lnTo>
                  <a:pt x="59845" y="510"/>
                </a:lnTo>
                <a:lnTo>
                  <a:pt x="59801" y="7559"/>
                </a:lnTo>
                <a:lnTo>
                  <a:pt x="0" y="7049"/>
                </a:lnTo>
                <a:close/>
                <a:moveTo>
                  <a:pt x="0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94E35-2CBF-462C-9597-62DE968F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803" y="5794950"/>
            <a:ext cx="59787" cy="7559"/>
          </a:xfrm>
          <a:custGeom xmlns:a="http://schemas.openxmlformats.org/drawingml/2006/main">
            <a:pathLst>
              <a:path w="59787" h="7559">
                <a:moveTo>
                  <a:pt x="16720" y="7166"/>
                </a:moveTo>
                <a:lnTo>
                  <a:pt x="16778" y="117"/>
                </a:lnTo>
                <a:lnTo>
                  <a:pt x="59787" y="510"/>
                </a:lnTo>
                <a:lnTo>
                  <a:pt x="59729" y="7559"/>
                </a:lnTo>
                <a:lnTo>
                  <a:pt x="16720" y="7166"/>
                </a:lnTo>
                <a:close/>
                <a:moveTo>
                  <a:pt x="0" y="7049"/>
                </a:moveTo>
                <a:lnTo>
                  <a:pt x="58" y="0"/>
                </a:lnTo>
                <a:lnTo>
                  <a:pt x="8986" y="58"/>
                </a:lnTo>
                <a:lnTo>
                  <a:pt x="8928" y="7107"/>
                </a:lnTo>
                <a:lnTo>
                  <a:pt x="0" y="7049"/>
                </a:lnTo>
                <a:close/>
                <a:moveTo>
                  <a:pt x="0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079A4-19CD-4078-990D-07779699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698" y="5749771"/>
            <a:ext cx="43285" cy="34882"/>
          </a:xfrm>
          <a:custGeom xmlns:a="http://schemas.openxmlformats.org/drawingml/2006/main">
            <a:pathLst>
              <a:path w="43285" h="34882">
                <a:moveTo>
                  <a:pt x="0" y="33571"/>
                </a:moveTo>
                <a:lnTo>
                  <a:pt x="277" y="0"/>
                </a:lnTo>
                <a:lnTo>
                  <a:pt x="6714" y="58"/>
                </a:lnTo>
                <a:lnTo>
                  <a:pt x="37430" y="26915"/>
                </a:lnTo>
                <a:lnTo>
                  <a:pt x="37664" y="350"/>
                </a:lnTo>
                <a:lnTo>
                  <a:pt x="43285" y="408"/>
                </a:lnTo>
                <a:lnTo>
                  <a:pt x="43009" y="34882"/>
                </a:lnTo>
                <a:lnTo>
                  <a:pt x="36527" y="34882"/>
                </a:lnTo>
                <a:lnTo>
                  <a:pt x="5855" y="8025"/>
                </a:lnTo>
                <a:lnTo>
                  <a:pt x="5636" y="33629"/>
                </a:lnTo>
                <a:lnTo>
                  <a:pt x="0" y="33571"/>
                </a:lnTo>
                <a:close/>
                <a:moveTo>
                  <a:pt x="0" y="335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31A2E-5AA0-4C63-97CF-1F92ECF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130" y="5702320"/>
            <a:ext cx="45222" cy="40008"/>
          </a:xfrm>
          <a:custGeom xmlns:a="http://schemas.openxmlformats.org/drawingml/2006/main">
            <a:pathLst>
              <a:path w="45222" h="40008">
                <a:moveTo>
                  <a:pt x="20987" y="58"/>
                </a:moveTo>
                <a:lnTo>
                  <a:pt x="24410" y="58"/>
                </a:lnTo>
                <a:lnTo>
                  <a:pt x="24177" y="32551"/>
                </a:lnTo>
                <a:cubicBezTo>
                  <a:pt x="29012" y="32318"/>
                  <a:pt x="32770" y="30906"/>
                  <a:pt x="35333" y="28284"/>
                </a:cubicBezTo>
                <a:cubicBezTo>
                  <a:pt x="37882" y="25662"/>
                  <a:pt x="39193" y="22021"/>
                  <a:pt x="39251" y="17361"/>
                </a:cubicBezTo>
                <a:cubicBezTo>
                  <a:pt x="39251" y="14623"/>
                  <a:pt x="38916" y="12016"/>
                  <a:pt x="38290" y="9452"/>
                </a:cubicBezTo>
                <a:cubicBezTo>
                  <a:pt x="37664" y="6889"/>
                  <a:pt x="36688" y="4326"/>
                  <a:pt x="35377" y="1835"/>
                </a:cubicBezTo>
                <a:lnTo>
                  <a:pt x="42047" y="1879"/>
                </a:lnTo>
                <a:cubicBezTo>
                  <a:pt x="43125" y="4442"/>
                  <a:pt x="43912" y="7064"/>
                  <a:pt x="44436" y="9729"/>
                </a:cubicBezTo>
                <a:cubicBezTo>
                  <a:pt x="45004" y="12351"/>
                  <a:pt x="45222" y="15089"/>
                  <a:pt x="45222" y="17812"/>
                </a:cubicBezTo>
                <a:cubicBezTo>
                  <a:pt x="45164" y="24701"/>
                  <a:pt x="43125" y="30105"/>
                  <a:pt x="39076" y="34081"/>
                </a:cubicBezTo>
                <a:cubicBezTo>
                  <a:pt x="35042" y="38071"/>
                  <a:pt x="29639" y="40008"/>
                  <a:pt x="22808" y="39950"/>
                </a:cubicBezTo>
                <a:cubicBezTo>
                  <a:pt x="15817" y="39892"/>
                  <a:pt x="10239" y="37955"/>
                  <a:pt x="6146" y="34081"/>
                </a:cubicBezTo>
                <a:cubicBezTo>
                  <a:pt x="2039" y="30279"/>
                  <a:pt x="0" y="25094"/>
                  <a:pt x="58" y="18672"/>
                </a:cubicBezTo>
                <a:cubicBezTo>
                  <a:pt x="117" y="12860"/>
                  <a:pt x="1995" y="8316"/>
                  <a:pt x="5738" y="4952"/>
                </a:cubicBezTo>
                <a:cubicBezTo>
                  <a:pt x="9496" y="1660"/>
                  <a:pt x="14564" y="0"/>
                  <a:pt x="20987" y="58"/>
                </a:cubicBezTo>
                <a:close/>
                <a:moveTo>
                  <a:pt x="18832" y="7122"/>
                </a:moveTo>
                <a:cubicBezTo>
                  <a:pt x="14958" y="7122"/>
                  <a:pt x="11885" y="8200"/>
                  <a:pt x="9554" y="10253"/>
                </a:cubicBezTo>
                <a:cubicBezTo>
                  <a:pt x="7224" y="12351"/>
                  <a:pt x="6088" y="15147"/>
                  <a:pt x="6030" y="18613"/>
                </a:cubicBezTo>
                <a:cubicBezTo>
                  <a:pt x="6030" y="22589"/>
                  <a:pt x="7107" y="25721"/>
                  <a:pt x="9278" y="28109"/>
                </a:cubicBezTo>
                <a:cubicBezTo>
                  <a:pt x="11491" y="30498"/>
                  <a:pt x="14623" y="31925"/>
                  <a:pt x="18657" y="32318"/>
                </a:cubicBezTo>
                <a:lnTo>
                  <a:pt x="18832" y="7122"/>
                </a:lnTo>
                <a:close/>
                <a:moveTo>
                  <a:pt x="18832" y="7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B66FA-D1BA-4DDE-B8E1-A4978FA9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939" y="5655102"/>
            <a:ext cx="60821" cy="38800"/>
          </a:xfrm>
          <a:custGeom xmlns:a="http://schemas.openxmlformats.org/drawingml/2006/main">
            <a:pathLst>
              <a:path w="60821" h="38800">
                <a:moveTo>
                  <a:pt x="23318" y="7282"/>
                </a:moveTo>
                <a:lnTo>
                  <a:pt x="0" y="7064"/>
                </a:lnTo>
                <a:lnTo>
                  <a:pt x="58" y="0"/>
                </a:lnTo>
                <a:lnTo>
                  <a:pt x="59845" y="510"/>
                </a:lnTo>
                <a:lnTo>
                  <a:pt x="59787" y="7573"/>
                </a:lnTo>
                <a:lnTo>
                  <a:pt x="53306" y="7515"/>
                </a:lnTo>
                <a:cubicBezTo>
                  <a:pt x="55869" y="9044"/>
                  <a:pt x="57748" y="10923"/>
                  <a:pt x="59000" y="13210"/>
                </a:cubicBezTo>
                <a:cubicBezTo>
                  <a:pt x="60195" y="15482"/>
                  <a:pt x="60821" y="18205"/>
                  <a:pt x="60763" y="21395"/>
                </a:cubicBezTo>
                <a:cubicBezTo>
                  <a:pt x="60763" y="26580"/>
                  <a:pt x="58651" y="30789"/>
                  <a:pt x="54442" y="34022"/>
                </a:cubicBezTo>
                <a:cubicBezTo>
                  <a:pt x="50291" y="37270"/>
                  <a:pt x="44829" y="38800"/>
                  <a:pt x="38057" y="38741"/>
                </a:cubicBezTo>
                <a:cubicBezTo>
                  <a:pt x="31284" y="38698"/>
                  <a:pt x="25823" y="37037"/>
                  <a:pt x="21730" y="33746"/>
                </a:cubicBezTo>
                <a:cubicBezTo>
                  <a:pt x="17637" y="30440"/>
                  <a:pt x="15584" y="26172"/>
                  <a:pt x="15642" y="21002"/>
                </a:cubicBezTo>
                <a:cubicBezTo>
                  <a:pt x="15642" y="17812"/>
                  <a:pt x="16268" y="15074"/>
                  <a:pt x="17579" y="12860"/>
                </a:cubicBezTo>
                <a:cubicBezTo>
                  <a:pt x="18832" y="10588"/>
                  <a:pt x="20711" y="8710"/>
                  <a:pt x="23318" y="7282"/>
                </a:cubicBezTo>
                <a:close/>
                <a:moveTo>
                  <a:pt x="38115" y="31459"/>
                </a:moveTo>
                <a:cubicBezTo>
                  <a:pt x="43285" y="31517"/>
                  <a:pt x="47393" y="30498"/>
                  <a:pt x="50349" y="28401"/>
                </a:cubicBezTo>
                <a:cubicBezTo>
                  <a:pt x="53364" y="26230"/>
                  <a:pt x="54835" y="23332"/>
                  <a:pt x="54893" y="19575"/>
                </a:cubicBezTo>
                <a:cubicBezTo>
                  <a:pt x="54893" y="15875"/>
                  <a:pt x="53480" y="12919"/>
                  <a:pt x="50524" y="10763"/>
                </a:cubicBezTo>
                <a:cubicBezTo>
                  <a:pt x="47553" y="8535"/>
                  <a:pt x="43518" y="7457"/>
                  <a:pt x="38290" y="7399"/>
                </a:cubicBezTo>
                <a:cubicBezTo>
                  <a:pt x="33105" y="7340"/>
                  <a:pt x="29012" y="8375"/>
                  <a:pt x="26056" y="10530"/>
                </a:cubicBezTo>
                <a:cubicBezTo>
                  <a:pt x="23099" y="12642"/>
                  <a:pt x="21555" y="15598"/>
                  <a:pt x="21555" y="19298"/>
                </a:cubicBezTo>
                <a:cubicBezTo>
                  <a:pt x="21497" y="23041"/>
                  <a:pt x="22983" y="25997"/>
                  <a:pt x="25881" y="28168"/>
                </a:cubicBezTo>
                <a:cubicBezTo>
                  <a:pt x="28837" y="30323"/>
                  <a:pt x="32945" y="31415"/>
                  <a:pt x="38115" y="31459"/>
                </a:cubicBezTo>
                <a:close/>
                <a:moveTo>
                  <a:pt x="38115" y="314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319AC-7F9F-41FD-93E3-4B333BEF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643" y="5602773"/>
            <a:ext cx="59568" cy="40271"/>
          </a:xfrm>
          <a:custGeom xmlns:a="http://schemas.openxmlformats.org/drawingml/2006/main">
            <a:pathLst>
              <a:path w="59568" h="40271">
                <a:moveTo>
                  <a:pt x="3073" y="3117"/>
                </a:moveTo>
                <a:lnTo>
                  <a:pt x="10632" y="3175"/>
                </a:lnTo>
                <a:cubicBezTo>
                  <a:pt x="9219" y="6132"/>
                  <a:pt x="8141" y="8928"/>
                  <a:pt x="7457" y="11491"/>
                </a:cubicBezTo>
                <a:cubicBezTo>
                  <a:pt x="6714" y="14098"/>
                  <a:pt x="6365" y="16662"/>
                  <a:pt x="6321" y="19050"/>
                </a:cubicBezTo>
                <a:cubicBezTo>
                  <a:pt x="6321" y="23259"/>
                  <a:pt x="7107" y="26565"/>
                  <a:pt x="8710" y="28837"/>
                </a:cubicBezTo>
                <a:cubicBezTo>
                  <a:pt x="10355" y="31168"/>
                  <a:pt x="12627" y="32304"/>
                  <a:pt x="15700" y="32362"/>
                </a:cubicBezTo>
                <a:cubicBezTo>
                  <a:pt x="18205" y="32362"/>
                  <a:pt x="20143" y="31619"/>
                  <a:pt x="21453" y="30148"/>
                </a:cubicBezTo>
                <a:cubicBezTo>
                  <a:pt x="22764" y="28604"/>
                  <a:pt x="23842" y="25706"/>
                  <a:pt x="24628" y="21497"/>
                </a:cubicBezTo>
                <a:lnTo>
                  <a:pt x="25662" y="16836"/>
                </a:lnTo>
                <a:cubicBezTo>
                  <a:pt x="26798" y="11025"/>
                  <a:pt x="28794" y="6758"/>
                  <a:pt x="31576" y="4034"/>
                </a:cubicBezTo>
                <a:cubicBezTo>
                  <a:pt x="34357" y="1296"/>
                  <a:pt x="38115" y="0"/>
                  <a:pt x="42776" y="44"/>
                </a:cubicBezTo>
                <a:cubicBezTo>
                  <a:pt x="48296" y="44"/>
                  <a:pt x="52505" y="1981"/>
                  <a:pt x="55359" y="5738"/>
                </a:cubicBezTo>
                <a:cubicBezTo>
                  <a:pt x="58199" y="9438"/>
                  <a:pt x="59568" y="14958"/>
                  <a:pt x="59510" y="22123"/>
                </a:cubicBezTo>
                <a:cubicBezTo>
                  <a:pt x="59510" y="24861"/>
                  <a:pt x="59175" y="27701"/>
                  <a:pt x="58549" y="30775"/>
                </a:cubicBezTo>
                <a:cubicBezTo>
                  <a:pt x="57864" y="33848"/>
                  <a:pt x="56947" y="36979"/>
                  <a:pt x="55694" y="40271"/>
                </a:cubicBezTo>
                <a:lnTo>
                  <a:pt x="47728" y="40212"/>
                </a:lnTo>
                <a:cubicBezTo>
                  <a:pt x="49490" y="37081"/>
                  <a:pt x="50859" y="33964"/>
                  <a:pt x="51776" y="30949"/>
                </a:cubicBezTo>
                <a:cubicBezTo>
                  <a:pt x="52738" y="27935"/>
                  <a:pt x="53189" y="24963"/>
                  <a:pt x="53189" y="22065"/>
                </a:cubicBezTo>
                <a:cubicBezTo>
                  <a:pt x="53247" y="17637"/>
                  <a:pt x="52403" y="14215"/>
                  <a:pt x="50684" y="11826"/>
                </a:cubicBezTo>
                <a:cubicBezTo>
                  <a:pt x="48980" y="9379"/>
                  <a:pt x="46475" y="8127"/>
                  <a:pt x="43242" y="8127"/>
                </a:cubicBezTo>
                <a:cubicBezTo>
                  <a:pt x="40445" y="8127"/>
                  <a:pt x="38232" y="8928"/>
                  <a:pt x="36644" y="10690"/>
                </a:cubicBezTo>
                <a:cubicBezTo>
                  <a:pt x="35042" y="12394"/>
                  <a:pt x="33848" y="15191"/>
                  <a:pt x="33003" y="19108"/>
                </a:cubicBezTo>
                <a:lnTo>
                  <a:pt x="32027" y="23827"/>
                </a:lnTo>
                <a:cubicBezTo>
                  <a:pt x="30833" y="29639"/>
                  <a:pt x="29012" y="33789"/>
                  <a:pt x="26507" y="36353"/>
                </a:cubicBezTo>
                <a:cubicBezTo>
                  <a:pt x="24060" y="38901"/>
                  <a:pt x="20594" y="40212"/>
                  <a:pt x="16210" y="40154"/>
                </a:cubicBezTo>
                <a:cubicBezTo>
                  <a:pt x="11156" y="40096"/>
                  <a:pt x="7166" y="38275"/>
                  <a:pt x="4267" y="34692"/>
                </a:cubicBezTo>
                <a:cubicBezTo>
                  <a:pt x="1427" y="31110"/>
                  <a:pt x="0" y="26158"/>
                  <a:pt x="58" y="19910"/>
                </a:cubicBezTo>
                <a:cubicBezTo>
                  <a:pt x="58" y="17230"/>
                  <a:pt x="335" y="14448"/>
                  <a:pt x="859" y="11710"/>
                </a:cubicBezTo>
                <a:cubicBezTo>
                  <a:pt x="1369" y="8870"/>
                  <a:pt x="2112" y="6030"/>
                  <a:pt x="3073" y="3117"/>
                </a:cubicBezTo>
                <a:close/>
                <a:moveTo>
                  <a:pt x="3073" y="3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B0ACB-DE3D-4A02-B724-EEB5FE2B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383" y="5554128"/>
            <a:ext cx="45222" cy="39994"/>
          </a:xfrm>
          <a:custGeom xmlns:a="http://schemas.openxmlformats.org/drawingml/2006/main">
            <a:pathLst>
              <a:path w="45222" h="39994">
                <a:moveTo>
                  <a:pt x="20987" y="0"/>
                </a:moveTo>
                <a:lnTo>
                  <a:pt x="24454" y="58"/>
                </a:lnTo>
                <a:lnTo>
                  <a:pt x="24177" y="32537"/>
                </a:lnTo>
                <a:cubicBezTo>
                  <a:pt x="29012" y="32260"/>
                  <a:pt x="32770" y="30833"/>
                  <a:pt x="35319" y="28211"/>
                </a:cubicBezTo>
                <a:cubicBezTo>
                  <a:pt x="37882" y="25648"/>
                  <a:pt x="39193" y="22007"/>
                  <a:pt x="39251" y="17288"/>
                </a:cubicBezTo>
                <a:cubicBezTo>
                  <a:pt x="39251" y="14623"/>
                  <a:pt x="38960" y="11943"/>
                  <a:pt x="38290" y="9438"/>
                </a:cubicBezTo>
                <a:cubicBezTo>
                  <a:pt x="37664" y="6874"/>
                  <a:pt x="36688" y="4326"/>
                  <a:pt x="35377" y="1821"/>
                </a:cubicBezTo>
                <a:lnTo>
                  <a:pt x="42033" y="1879"/>
                </a:lnTo>
                <a:cubicBezTo>
                  <a:pt x="43125" y="4384"/>
                  <a:pt x="43912" y="6991"/>
                  <a:pt x="44436" y="9671"/>
                </a:cubicBezTo>
                <a:cubicBezTo>
                  <a:pt x="45004" y="12336"/>
                  <a:pt x="45222" y="15016"/>
                  <a:pt x="45222" y="17798"/>
                </a:cubicBezTo>
                <a:cubicBezTo>
                  <a:pt x="45164" y="24628"/>
                  <a:pt x="43125" y="30032"/>
                  <a:pt x="39076" y="34022"/>
                </a:cubicBezTo>
                <a:cubicBezTo>
                  <a:pt x="35100" y="37998"/>
                  <a:pt x="29639" y="39994"/>
                  <a:pt x="22808" y="39877"/>
                </a:cubicBezTo>
                <a:cubicBezTo>
                  <a:pt x="15817" y="39819"/>
                  <a:pt x="10239" y="37882"/>
                  <a:pt x="6146" y="34081"/>
                </a:cubicBezTo>
                <a:cubicBezTo>
                  <a:pt x="2039" y="30207"/>
                  <a:pt x="0" y="25080"/>
                  <a:pt x="58" y="18599"/>
                </a:cubicBezTo>
                <a:cubicBezTo>
                  <a:pt x="117" y="12860"/>
                  <a:pt x="1981" y="8302"/>
                  <a:pt x="5738" y="4952"/>
                </a:cubicBezTo>
                <a:cubicBezTo>
                  <a:pt x="9496" y="1588"/>
                  <a:pt x="14564" y="0"/>
                  <a:pt x="20987" y="0"/>
                </a:cubicBezTo>
                <a:close/>
                <a:moveTo>
                  <a:pt x="18832" y="7049"/>
                </a:moveTo>
                <a:cubicBezTo>
                  <a:pt x="14958" y="7107"/>
                  <a:pt x="11885" y="8127"/>
                  <a:pt x="9554" y="10239"/>
                </a:cubicBezTo>
                <a:cubicBezTo>
                  <a:pt x="7224" y="12336"/>
                  <a:pt x="6088" y="15132"/>
                  <a:pt x="6030" y="18599"/>
                </a:cubicBezTo>
                <a:cubicBezTo>
                  <a:pt x="6030" y="22531"/>
                  <a:pt x="7107" y="25706"/>
                  <a:pt x="9321" y="28095"/>
                </a:cubicBezTo>
                <a:cubicBezTo>
                  <a:pt x="11491" y="30483"/>
                  <a:pt x="14623" y="31852"/>
                  <a:pt x="18657" y="32260"/>
                </a:cubicBezTo>
                <a:lnTo>
                  <a:pt x="18832" y="7049"/>
                </a:lnTo>
                <a:close/>
                <a:moveTo>
                  <a:pt x="18832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89F04-BD01-49BF-ACD3-7B62D7C0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518" y="5520848"/>
            <a:ext cx="55403" cy="26900"/>
          </a:xfrm>
          <a:custGeom xmlns:a="http://schemas.openxmlformats.org/drawingml/2006/main">
            <a:pathLst>
              <a:path w="55403" h="26900">
                <a:moveTo>
                  <a:pt x="58" y="14448"/>
                </a:moveTo>
                <a:lnTo>
                  <a:pt x="12278" y="14564"/>
                </a:lnTo>
                <a:lnTo>
                  <a:pt x="12394" y="0"/>
                </a:lnTo>
                <a:lnTo>
                  <a:pt x="17856" y="44"/>
                </a:lnTo>
                <a:lnTo>
                  <a:pt x="17739" y="14608"/>
                </a:lnTo>
                <a:lnTo>
                  <a:pt x="41130" y="14783"/>
                </a:lnTo>
                <a:cubicBezTo>
                  <a:pt x="44596" y="14841"/>
                  <a:pt x="46868" y="14390"/>
                  <a:pt x="47902" y="13414"/>
                </a:cubicBezTo>
                <a:cubicBezTo>
                  <a:pt x="48864" y="12453"/>
                  <a:pt x="49373" y="10515"/>
                  <a:pt x="49432" y="7559"/>
                </a:cubicBezTo>
                <a:lnTo>
                  <a:pt x="49490" y="335"/>
                </a:lnTo>
                <a:lnTo>
                  <a:pt x="55403" y="393"/>
                </a:lnTo>
                <a:lnTo>
                  <a:pt x="55345" y="7617"/>
                </a:lnTo>
                <a:cubicBezTo>
                  <a:pt x="55301" y="13079"/>
                  <a:pt x="54267" y="16836"/>
                  <a:pt x="52228" y="18875"/>
                </a:cubicBezTo>
                <a:cubicBezTo>
                  <a:pt x="50116" y="20929"/>
                  <a:pt x="46417" y="21949"/>
                  <a:pt x="41072" y="21890"/>
                </a:cubicBezTo>
                <a:lnTo>
                  <a:pt x="17681" y="21730"/>
                </a:lnTo>
                <a:lnTo>
                  <a:pt x="17637" y="26900"/>
                </a:lnTo>
                <a:lnTo>
                  <a:pt x="12176" y="26842"/>
                </a:lnTo>
                <a:lnTo>
                  <a:pt x="12220" y="21672"/>
                </a:lnTo>
                <a:lnTo>
                  <a:pt x="0" y="21555"/>
                </a:lnTo>
                <a:lnTo>
                  <a:pt x="58" y="14448"/>
                </a:lnTo>
                <a:close/>
                <a:moveTo>
                  <a:pt x="58" y="144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DFB83-71F3-416E-A6D3-DC5EACBD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70" y="5476237"/>
            <a:ext cx="44319" cy="36294"/>
          </a:xfrm>
          <a:custGeom xmlns:a="http://schemas.openxmlformats.org/drawingml/2006/main">
            <a:pathLst>
              <a:path w="44319" h="36294">
                <a:moveTo>
                  <a:pt x="26056" y="36236"/>
                </a:moveTo>
                <a:lnTo>
                  <a:pt x="0" y="36018"/>
                </a:lnTo>
                <a:lnTo>
                  <a:pt x="58" y="28954"/>
                </a:lnTo>
                <a:lnTo>
                  <a:pt x="25837" y="29187"/>
                </a:lnTo>
                <a:cubicBezTo>
                  <a:pt x="29930" y="29245"/>
                  <a:pt x="33003" y="28444"/>
                  <a:pt x="35042" y="26915"/>
                </a:cubicBezTo>
                <a:cubicBezTo>
                  <a:pt x="37096" y="25313"/>
                  <a:pt x="38115" y="22924"/>
                  <a:pt x="38115" y="19793"/>
                </a:cubicBezTo>
                <a:cubicBezTo>
                  <a:pt x="38173" y="15992"/>
                  <a:pt x="36979" y="12977"/>
                  <a:pt x="34590" y="10690"/>
                </a:cubicBezTo>
                <a:cubicBezTo>
                  <a:pt x="32144" y="8476"/>
                  <a:pt x="28852" y="7340"/>
                  <a:pt x="24643" y="7282"/>
                </a:cubicBezTo>
                <a:lnTo>
                  <a:pt x="291" y="7107"/>
                </a:lnTo>
                <a:lnTo>
                  <a:pt x="350" y="0"/>
                </a:lnTo>
                <a:lnTo>
                  <a:pt x="43358" y="393"/>
                </a:lnTo>
                <a:lnTo>
                  <a:pt x="43300" y="7457"/>
                </a:lnTo>
                <a:lnTo>
                  <a:pt x="36644" y="7399"/>
                </a:lnTo>
                <a:cubicBezTo>
                  <a:pt x="39251" y="9161"/>
                  <a:pt x="41188" y="11156"/>
                  <a:pt x="42441" y="13428"/>
                </a:cubicBezTo>
                <a:cubicBezTo>
                  <a:pt x="43693" y="15700"/>
                  <a:pt x="44319" y="18322"/>
                  <a:pt x="44261" y="21337"/>
                </a:cubicBezTo>
                <a:cubicBezTo>
                  <a:pt x="44203" y="26289"/>
                  <a:pt x="42674" y="29988"/>
                  <a:pt x="39542" y="32537"/>
                </a:cubicBezTo>
                <a:cubicBezTo>
                  <a:pt x="36469" y="35042"/>
                  <a:pt x="31969" y="36294"/>
                  <a:pt x="26056" y="36236"/>
                </a:cubicBezTo>
                <a:close/>
                <a:moveTo>
                  <a:pt x="26056" y="362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51C1B-31D2-4032-AAFF-1FF2374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519" y="5423616"/>
            <a:ext cx="60297" cy="38858"/>
          </a:xfrm>
          <a:custGeom xmlns:a="http://schemas.openxmlformats.org/drawingml/2006/main">
            <a:pathLst>
              <a:path w="60297" h="38858">
                <a:moveTo>
                  <a:pt x="37489" y="31576"/>
                </a:moveTo>
                <a:lnTo>
                  <a:pt x="60297" y="31736"/>
                </a:lnTo>
                <a:lnTo>
                  <a:pt x="60253" y="38858"/>
                </a:lnTo>
                <a:lnTo>
                  <a:pt x="903" y="38348"/>
                </a:lnTo>
                <a:lnTo>
                  <a:pt x="961" y="31284"/>
                </a:lnTo>
                <a:lnTo>
                  <a:pt x="7457" y="31343"/>
                </a:lnTo>
                <a:cubicBezTo>
                  <a:pt x="4952" y="29813"/>
                  <a:pt x="3073" y="27935"/>
                  <a:pt x="1821" y="25662"/>
                </a:cubicBezTo>
                <a:cubicBezTo>
                  <a:pt x="626" y="23376"/>
                  <a:pt x="0" y="20652"/>
                  <a:pt x="58" y="17521"/>
                </a:cubicBezTo>
                <a:cubicBezTo>
                  <a:pt x="58" y="12292"/>
                  <a:pt x="2214" y="8069"/>
                  <a:pt x="6365" y="4835"/>
                </a:cubicBezTo>
                <a:cubicBezTo>
                  <a:pt x="10530" y="1588"/>
                  <a:pt x="15977" y="0"/>
                  <a:pt x="22750" y="58"/>
                </a:cubicBezTo>
                <a:cubicBezTo>
                  <a:pt x="29522" y="117"/>
                  <a:pt x="34984" y="1821"/>
                  <a:pt x="39076" y="5112"/>
                </a:cubicBezTo>
                <a:cubicBezTo>
                  <a:pt x="43183" y="8418"/>
                  <a:pt x="45222" y="12686"/>
                  <a:pt x="45164" y="17856"/>
                </a:cubicBezTo>
                <a:cubicBezTo>
                  <a:pt x="45164" y="21046"/>
                  <a:pt x="44538" y="23725"/>
                  <a:pt x="43242" y="25997"/>
                </a:cubicBezTo>
                <a:cubicBezTo>
                  <a:pt x="41989" y="28211"/>
                  <a:pt x="40110" y="30090"/>
                  <a:pt x="37489" y="31576"/>
                </a:cubicBezTo>
                <a:close/>
                <a:moveTo>
                  <a:pt x="22691" y="7399"/>
                </a:moveTo>
                <a:cubicBezTo>
                  <a:pt x="17521" y="7340"/>
                  <a:pt x="13428" y="8360"/>
                  <a:pt x="10472" y="10515"/>
                </a:cubicBezTo>
                <a:cubicBezTo>
                  <a:pt x="7457" y="12627"/>
                  <a:pt x="5971" y="15526"/>
                  <a:pt x="5913" y="19283"/>
                </a:cubicBezTo>
                <a:cubicBezTo>
                  <a:pt x="5913" y="23041"/>
                  <a:pt x="7340" y="25997"/>
                  <a:pt x="10297" y="28153"/>
                </a:cubicBezTo>
                <a:cubicBezTo>
                  <a:pt x="13254" y="30323"/>
                  <a:pt x="17288" y="31401"/>
                  <a:pt x="22473" y="31459"/>
                </a:cubicBezTo>
                <a:cubicBezTo>
                  <a:pt x="27701" y="31517"/>
                  <a:pt x="31794" y="30440"/>
                  <a:pt x="34765" y="28328"/>
                </a:cubicBezTo>
                <a:cubicBezTo>
                  <a:pt x="37722" y="26230"/>
                  <a:pt x="39251" y="23318"/>
                  <a:pt x="39251" y="19575"/>
                </a:cubicBezTo>
                <a:cubicBezTo>
                  <a:pt x="39309" y="15817"/>
                  <a:pt x="37824" y="12860"/>
                  <a:pt x="34867" y="10690"/>
                </a:cubicBezTo>
                <a:cubicBezTo>
                  <a:pt x="31969" y="8535"/>
                  <a:pt x="27876" y="7457"/>
                  <a:pt x="22691" y="7399"/>
                </a:cubicBezTo>
                <a:close/>
                <a:moveTo>
                  <a:pt x="22691" y="73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3D7A9-63F4-4446-A19B-2CE3CC9D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53" y="6564809"/>
            <a:ext cx="58884" cy="38639"/>
          </a:xfrm>
          <a:custGeom xmlns:a="http://schemas.openxmlformats.org/drawingml/2006/main">
            <a:pathLst>
              <a:path w="58884" h="38639">
                <a:moveTo>
                  <a:pt x="0" y="36193"/>
                </a:moveTo>
                <a:lnTo>
                  <a:pt x="1529" y="0"/>
                </a:lnTo>
                <a:lnTo>
                  <a:pt x="8069" y="291"/>
                </a:lnTo>
                <a:lnTo>
                  <a:pt x="6874" y="28736"/>
                </a:lnTo>
                <a:lnTo>
                  <a:pt x="23827" y="29478"/>
                </a:lnTo>
                <a:lnTo>
                  <a:pt x="24978" y="2170"/>
                </a:lnTo>
                <a:lnTo>
                  <a:pt x="31517" y="2447"/>
                </a:lnTo>
                <a:lnTo>
                  <a:pt x="30381" y="29755"/>
                </a:lnTo>
                <a:lnTo>
                  <a:pt x="51092" y="30614"/>
                </a:lnTo>
                <a:lnTo>
                  <a:pt x="52344" y="1486"/>
                </a:lnTo>
                <a:lnTo>
                  <a:pt x="58884" y="1762"/>
                </a:lnTo>
                <a:lnTo>
                  <a:pt x="57282" y="38639"/>
                </a:lnTo>
                <a:lnTo>
                  <a:pt x="0" y="36193"/>
                </a:lnTo>
                <a:close/>
                <a:moveTo>
                  <a:pt x="0" y="36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FB6FF-9365-49A6-B913-239F8EDD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251" y="6508037"/>
            <a:ext cx="59175" cy="45790"/>
          </a:xfrm>
          <a:custGeom xmlns:a="http://schemas.openxmlformats.org/drawingml/2006/main">
            <a:pathLst>
              <a:path w="59175" h="45790">
                <a:moveTo>
                  <a:pt x="0" y="43344"/>
                </a:moveTo>
                <a:lnTo>
                  <a:pt x="466" y="32886"/>
                </a:lnTo>
                <a:lnTo>
                  <a:pt x="49446" y="9554"/>
                </a:lnTo>
                <a:lnTo>
                  <a:pt x="1544" y="7501"/>
                </a:lnTo>
                <a:lnTo>
                  <a:pt x="1879" y="0"/>
                </a:lnTo>
                <a:lnTo>
                  <a:pt x="59175" y="2447"/>
                </a:lnTo>
                <a:lnTo>
                  <a:pt x="58724" y="12860"/>
                </a:lnTo>
                <a:lnTo>
                  <a:pt x="9729" y="36236"/>
                </a:lnTo>
                <a:lnTo>
                  <a:pt x="57631" y="38232"/>
                </a:lnTo>
                <a:lnTo>
                  <a:pt x="57296" y="45790"/>
                </a:lnTo>
                <a:lnTo>
                  <a:pt x="0" y="43344"/>
                </a:lnTo>
                <a:close/>
                <a:moveTo>
                  <a:pt x="0" y="433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52F2B4-FA36-4A45-B41F-DBECFC45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756" y="6449605"/>
            <a:ext cx="59627" cy="45688"/>
          </a:xfrm>
          <a:custGeom xmlns:a="http://schemas.openxmlformats.org/drawingml/2006/main">
            <a:pathLst>
              <a:path w="59627" h="45688">
                <a:moveTo>
                  <a:pt x="0" y="43868"/>
                </a:moveTo>
                <a:lnTo>
                  <a:pt x="291" y="36076"/>
                </a:lnTo>
                <a:lnTo>
                  <a:pt x="35100" y="37547"/>
                </a:lnTo>
                <a:cubicBezTo>
                  <a:pt x="41246" y="37838"/>
                  <a:pt x="45747" y="36921"/>
                  <a:pt x="48529" y="34823"/>
                </a:cubicBezTo>
                <a:cubicBezTo>
                  <a:pt x="51325" y="32653"/>
                  <a:pt x="52796" y="29129"/>
                  <a:pt x="53029" y="24119"/>
                </a:cubicBezTo>
                <a:cubicBezTo>
                  <a:pt x="53247" y="19181"/>
                  <a:pt x="52053" y="15540"/>
                  <a:pt x="49446" y="13195"/>
                </a:cubicBezTo>
                <a:cubicBezTo>
                  <a:pt x="46825" y="10865"/>
                  <a:pt x="42441" y="9554"/>
                  <a:pt x="36294" y="9278"/>
                </a:cubicBezTo>
                <a:lnTo>
                  <a:pt x="1544" y="7792"/>
                </a:lnTo>
                <a:lnTo>
                  <a:pt x="1821" y="0"/>
                </a:lnTo>
                <a:lnTo>
                  <a:pt x="37605" y="1544"/>
                </a:lnTo>
                <a:cubicBezTo>
                  <a:pt x="45062" y="1879"/>
                  <a:pt x="50640" y="3932"/>
                  <a:pt x="54281" y="7792"/>
                </a:cubicBezTo>
                <a:cubicBezTo>
                  <a:pt x="57981" y="11666"/>
                  <a:pt x="59627" y="17186"/>
                  <a:pt x="59335" y="24410"/>
                </a:cubicBezTo>
                <a:cubicBezTo>
                  <a:pt x="59000" y="31634"/>
                  <a:pt x="56889" y="37037"/>
                  <a:pt x="52912" y="40562"/>
                </a:cubicBezTo>
                <a:cubicBezTo>
                  <a:pt x="48936" y="44086"/>
                  <a:pt x="43183" y="45688"/>
                  <a:pt x="35726" y="45397"/>
                </a:cubicBezTo>
                <a:lnTo>
                  <a:pt x="0" y="43868"/>
                </a:lnTo>
                <a:close/>
                <a:moveTo>
                  <a:pt x="0" y="438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A0EAC-30D7-440E-8FD9-8C46444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864" y="6407455"/>
            <a:ext cx="45514" cy="33440"/>
          </a:xfrm>
          <a:custGeom xmlns:a="http://schemas.openxmlformats.org/drawingml/2006/main">
            <a:pathLst>
              <a:path w="45514" h="33440">
                <a:moveTo>
                  <a:pt x="3073" y="1194"/>
                </a:moveTo>
                <a:lnTo>
                  <a:pt x="9787" y="1471"/>
                </a:lnTo>
                <a:cubicBezTo>
                  <a:pt x="8637" y="3408"/>
                  <a:pt x="7792" y="5462"/>
                  <a:pt x="7224" y="7617"/>
                </a:cubicBezTo>
                <a:cubicBezTo>
                  <a:pt x="6598" y="9729"/>
                  <a:pt x="6248" y="11943"/>
                  <a:pt x="6146" y="14273"/>
                </a:cubicBezTo>
                <a:cubicBezTo>
                  <a:pt x="6030" y="17739"/>
                  <a:pt x="6423" y="20419"/>
                  <a:pt x="7442" y="22182"/>
                </a:cubicBezTo>
                <a:cubicBezTo>
                  <a:pt x="8418" y="24002"/>
                  <a:pt x="10006" y="24963"/>
                  <a:pt x="12176" y="25022"/>
                </a:cubicBezTo>
                <a:cubicBezTo>
                  <a:pt x="13763" y="25080"/>
                  <a:pt x="15074" y="24512"/>
                  <a:pt x="16094" y="23318"/>
                </a:cubicBezTo>
                <a:cubicBezTo>
                  <a:pt x="17069" y="22123"/>
                  <a:pt x="18089" y="19618"/>
                  <a:pt x="19050" y="15861"/>
                </a:cubicBezTo>
                <a:lnTo>
                  <a:pt x="19735" y="13472"/>
                </a:lnTo>
                <a:cubicBezTo>
                  <a:pt x="20987" y="8520"/>
                  <a:pt x="22633" y="4996"/>
                  <a:pt x="24687" y="3015"/>
                </a:cubicBezTo>
                <a:cubicBezTo>
                  <a:pt x="26740" y="961"/>
                  <a:pt x="29522" y="0"/>
                  <a:pt x="33047" y="160"/>
                </a:cubicBezTo>
                <a:cubicBezTo>
                  <a:pt x="37037" y="335"/>
                  <a:pt x="40110" y="2039"/>
                  <a:pt x="42324" y="5287"/>
                </a:cubicBezTo>
                <a:cubicBezTo>
                  <a:pt x="44480" y="8578"/>
                  <a:pt x="45514" y="12962"/>
                  <a:pt x="45222" y="18482"/>
                </a:cubicBezTo>
                <a:cubicBezTo>
                  <a:pt x="45164" y="20754"/>
                  <a:pt x="44829" y="23143"/>
                  <a:pt x="44261" y="25648"/>
                </a:cubicBezTo>
                <a:cubicBezTo>
                  <a:pt x="43693" y="28095"/>
                  <a:pt x="42950" y="30716"/>
                  <a:pt x="41931" y="33440"/>
                </a:cubicBezTo>
                <a:lnTo>
                  <a:pt x="34649" y="33163"/>
                </a:lnTo>
                <a:cubicBezTo>
                  <a:pt x="36120" y="30600"/>
                  <a:pt x="37197" y="28036"/>
                  <a:pt x="37998" y="25531"/>
                </a:cubicBezTo>
                <a:cubicBezTo>
                  <a:pt x="38800" y="23041"/>
                  <a:pt x="39251" y="20536"/>
                  <a:pt x="39368" y="18089"/>
                </a:cubicBezTo>
                <a:cubicBezTo>
                  <a:pt x="39484" y="14725"/>
                  <a:pt x="39018" y="12161"/>
                  <a:pt x="37940" y="10355"/>
                </a:cubicBezTo>
                <a:cubicBezTo>
                  <a:pt x="36921" y="8476"/>
                  <a:pt x="35319" y="7559"/>
                  <a:pt x="33280" y="7442"/>
                </a:cubicBezTo>
                <a:cubicBezTo>
                  <a:pt x="31343" y="7384"/>
                  <a:pt x="29857" y="7952"/>
                  <a:pt x="28779" y="9205"/>
                </a:cubicBezTo>
                <a:cubicBezTo>
                  <a:pt x="27701" y="10457"/>
                  <a:pt x="26565" y="13254"/>
                  <a:pt x="25429" y="17579"/>
                </a:cubicBezTo>
                <a:lnTo>
                  <a:pt x="24745" y="20026"/>
                </a:lnTo>
                <a:cubicBezTo>
                  <a:pt x="23667" y="24337"/>
                  <a:pt x="22123" y="27410"/>
                  <a:pt x="20128" y="29289"/>
                </a:cubicBezTo>
                <a:cubicBezTo>
                  <a:pt x="18147" y="31168"/>
                  <a:pt x="15467" y="32027"/>
                  <a:pt x="12176" y="31852"/>
                </a:cubicBezTo>
                <a:cubicBezTo>
                  <a:pt x="8127" y="31678"/>
                  <a:pt x="5054" y="30148"/>
                  <a:pt x="3015" y="27192"/>
                </a:cubicBezTo>
                <a:cubicBezTo>
                  <a:pt x="903" y="24235"/>
                  <a:pt x="0" y="20128"/>
                  <a:pt x="218" y="14841"/>
                </a:cubicBezTo>
                <a:cubicBezTo>
                  <a:pt x="335" y="12220"/>
                  <a:pt x="626" y="9773"/>
                  <a:pt x="1078" y="7501"/>
                </a:cubicBezTo>
                <a:cubicBezTo>
                  <a:pt x="1588" y="5229"/>
                  <a:pt x="2214" y="3117"/>
                  <a:pt x="3073" y="1194"/>
                </a:cubicBezTo>
                <a:close/>
                <a:moveTo>
                  <a:pt x="3073" y="11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D52C0-270E-46CF-88A9-9CEACD20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743" y="6358868"/>
            <a:ext cx="45557" cy="40504"/>
          </a:xfrm>
          <a:custGeom xmlns:a="http://schemas.openxmlformats.org/drawingml/2006/main">
            <a:pathLst>
              <a:path w="45557" h="40504">
                <a:moveTo>
                  <a:pt x="21788" y="277"/>
                </a:moveTo>
                <a:lnTo>
                  <a:pt x="25255" y="393"/>
                </a:lnTo>
                <a:lnTo>
                  <a:pt x="23886" y="32872"/>
                </a:lnTo>
                <a:cubicBezTo>
                  <a:pt x="28721" y="32770"/>
                  <a:pt x="32537" y="31459"/>
                  <a:pt x="35158" y="28954"/>
                </a:cubicBezTo>
                <a:cubicBezTo>
                  <a:pt x="37824" y="26449"/>
                  <a:pt x="39251" y="22866"/>
                  <a:pt x="39484" y="18147"/>
                </a:cubicBezTo>
                <a:cubicBezTo>
                  <a:pt x="39586" y="15467"/>
                  <a:pt x="39368" y="12802"/>
                  <a:pt x="38800" y="10239"/>
                </a:cubicBezTo>
                <a:cubicBezTo>
                  <a:pt x="38232" y="7675"/>
                  <a:pt x="37314" y="5112"/>
                  <a:pt x="36120" y="2549"/>
                </a:cubicBezTo>
                <a:lnTo>
                  <a:pt x="42776" y="2782"/>
                </a:lnTo>
                <a:cubicBezTo>
                  <a:pt x="43737" y="5403"/>
                  <a:pt x="44480" y="8010"/>
                  <a:pt x="44931" y="10690"/>
                </a:cubicBezTo>
                <a:cubicBezTo>
                  <a:pt x="45397" y="13414"/>
                  <a:pt x="45557" y="16094"/>
                  <a:pt x="45455" y="18832"/>
                </a:cubicBezTo>
                <a:cubicBezTo>
                  <a:pt x="45106" y="25706"/>
                  <a:pt x="42892" y="31051"/>
                  <a:pt x="38741" y="34867"/>
                </a:cubicBezTo>
                <a:cubicBezTo>
                  <a:pt x="34590" y="38683"/>
                  <a:pt x="29129" y="40504"/>
                  <a:pt x="22298" y="40212"/>
                </a:cubicBezTo>
                <a:cubicBezTo>
                  <a:pt x="15234" y="39877"/>
                  <a:pt x="9773" y="37765"/>
                  <a:pt x="5797" y="33789"/>
                </a:cubicBezTo>
                <a:cubicBezTo>
                  <a:pt x="1821" y="29813"/>
                  <a:pt x="0" y="24570"/>
                  <a:pt x="277" y="18147"/>
                </a:cubicBezTo>
                <a:cubicBezTo>
                  <a:pt x="510" y="12394"/>
                  <a:pt x="2549" y="7908"/>
                  <a:pt x="6423" y="4661"/>
                </a:cubicBezTo>
                <a:cubicBezTo>
                  <a:pt x="10297" y="1471"/>
                  <a:pt x="15409" y="0"/>
                  <a:pt x="21788" y="277"/>
                </a:cubicBezTo>
                <a:close/>
                <a:moveTo>
                  <a:pt x="19400" y="7224"/>
                </a:moveTo>
                <a:cubicBezTo>
                  <a:pt x="15584" y="7107"/>
                  <a:pt x="12453" y="8069"/>
                  <a:pt x="10064" y="10064"/>
                </a:cubicBezTo>
                <a:cubicBezTo>
                  <a:pt x="7675" y="12118"/>
                  <a:pt x="6365" y="14841"/>
                  <a:pt x="6248" y="18307"/>
                </a:cubicBezTo>
                <a:cubicBezTo>
                  <a:pt x="6088" y="22240"/>
                  <a:pt x="7049" y="25488"/>
                  <a:pt x="9146" y="27935"/>
                </a:cubicBezTo>
                <a:cubicBezTo>
                  <a:pt x="11317" y="30381"/>
                  <a:pt x="14390" y="31852"/>
                  <a:pt x="18424" y="32420"/>
                </a:cubicBezTo>
                <a:lnTo>
                  <a:pt x="19400" y="7224"/>
                </a:lnTo>
                <a:close/>
                <a:moveTo>
                  <a:pt x="19400" y="72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84FB8-A5BE-49D0-92E3-0351C2B3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073" y="6321831"/>
            <a:ext cx="43518" cy="26959"/>
          </a:xfrm>
          <a:custGeom xmlns:a="http://schemas.openxmlformats.org/drawingml/2006/main">
            <a:pathLst>
              <a:path w="43518" h="26959">
                <a:moveTo>
                  <a:pt x="7908" y="277"/>
                </a:moveTo>
                <a:cubicBezTo>
                  <a:pt x="7399" y="1020"/>
                  <a:pt x="7049" y="1879"/>
                  <a:pt x="6772" y="2840"/>
                </a:cubicBezTo>
                <a:cubicBezTo>
                  <a:pt x="6539" y="3743"/>
                  <a:pt x="6365" y="4777"/>
                  <a:pt x="6306" y="5855"/>
                </a:cubicBezTo>
                <a:cubicBezTo>
                  <a:pt x="6146" y="9889"/>
                  <a:pt x="7340" y="13021"/>
                  <a:pt x="9831" y="15249"/>
                </a:cubicBezTo>
                <a:cubicBezTo>
                  <a:pt x="12336" y="17521"/>
                  <a:pt x="15977" y="18715"/>
                  <a:pt x="20871" y="18934"/>
                </a:cubicBezTo>
                <a:lnTo>
                  <a:pt x="43518" y="19910"/>
                </a:lnTo>
                <a:lnTo>
                  <a:pt x="43183" y="26959"/>
                </a:lnTo>
                <a:lnTo>
                  <a:pt x="218" y="25138"/>
                </a:lnTo>
                <a:lnTo>
                  <a:pt x="510" y="18089"/>
                </a:lnTo>
                <a:lnTo>
                  <a:pt x="7224" y="18366"/>
                </a:lnTo>
                <a:cubicBezTo>
                  <a:pt x="4661" y="16720"/>
                  <a:pt x="2782" y="14725"/>
                  <a:pt x="1646" y="12278"/>
                </a:cubicBezTo>
                <a:cubicBezTo>
                  <a:pt x="510" y="9889"/>
                  <a:pt x="0" y="6933"/>
                  <a:pt x="117" y="3525"/>
                </a:cubicBezTo>
                <a:cubicBezTo>
                  <a:pt x="117" y="3073"/>
                  <a:pt x="160" y="2505"/>
                  <a:pt x="277" y="1922"/>
                </a:cubicBezTo>
                <a:cubicBezTo>
                  <a:pt x="335" y="1354"/>
                  <a:pt x="510" y="685"/>
                  <a:pt x="626" y="0"/>
                </a:cubicBezTo>
                <a:lnTo>
                  <a:pt x="7908" y="277"/>
                </a:lnTo>
                <a:close/>
                <a:moveTo>
                  <a:pt x="7908" y="2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575BA-F64C-4693-86AD-E15167EE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387" y="6270171"/>
            <a:ext cx="59102" cy="45732"/>
          </a:xfrm>
          <a:custGeom xmlns:a="http://schemas.openxmlformats.org/drawingml/2006/main">
            <a:pathLst>
              <a:path w="59102" h="45732">
                <a:moveTo>
                  <a:pt x="0" y="43344"/>
                </a:moveTo>
                <a:lnTo>
                  <a:pt x="451" y="32886"/>
                </a:lnTo>
                <a:lnTo>
                  <a:pt x="49432" y="9496"/>
                </a:lnTo>
                <a:lnTo>
                  <a:pt x="1529" y="7501"/>
                </a:lnTo>
                <a:lnTo>
                  <a:pt x="1821" y="0"/>
                </a:lnTo>
                <a:lnTo>
                  <a:pt x="59102" y="2389"/>
                </a:lnTo>
                <a:lnTo>
                  <a:pt x="58709" y="12860"/>
                </a:lnTo>
                <a:lnTo>
                  <a:pt x="9671" y="36178"/>
                </a:lnTo>
                <a:lnTo>
                  <a:pt x="57631" y="38232"/>
                </a:lnTo>
                <a:lnTo>
                  <a:pt x="57282" y="45732"/>
                </a:lnTo>
                <a:lnTo>
                  <a:pt x="0" y="43344"/>
                </a:lnTo>
                <a:close/>
                <a:moveTo>
                  <a:pt x="0" y="433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15FED-F5F9-45EB-9FB5-8D0BD2A1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597" y="6219880"/>
            <a:ext cx="45630" cy="40052"/>
          </a:xfrm>
          <a:custGeom xmlns:a="http://schemas.openxmlformats.org/drawingml/2006/main">
            <a:pathLst>
              <a:path w="45630" h="40052">
                <a:moveTo>
                  <a:pt x="6263" y="19342"/>
                </a:moveTo>
                <a:cubicBezTo>
                  <a:pt x="6088" y="23099"/>
                  <a:pt x="7457" y="26172"/>
                  <a:pt x="10297" y="28503"/>
                </a:cubicBezTo>
                <a:cubicBezTo>
                  <a:pt x="13137" y="30833"/>
                  <a:pt x="17186" y="32085"/>
                  <a:pt x="22298" y="32304"/>
                </a:cubicBezTo>
                <a:cubicBezTo>
                  <a:pt x="27425" y="32537"/>
                  <a:pt x="31517" y="31576"/>
                  <a:pt x="34590" y="29522"/>
                </a:cubicBezTo>
                <a:cubicBezTo>
                  <a:pt x="37605" y="27468"/>
                  <a:pt x="39251" y="24512"/>
                  <a:pt x="39368" y="20711"/>
                </a:cubicBezTo>
                <a:cubicBezTo>
                  <a:pt x="39542" y="16953"/>
                  <a:pt x="38173" y="13938"/>
                  <a:pt x="35333" y="11608"/>
                </a:cubicBezTo>
                <a:cubicBezTo>
                  <a:pt x="32420" y="9263"/>
                  <a:pt x="28444" y="8010"/>
                  <a:pt x="23318" y="7792"/>
                </a:cubicBezTo>
                <a:cubicBezTo>
                  <a:pt x="18264" y="7559"/>
                  <a:pt x="14171" y="8476"/>
                  <a:pt x="11098" y="10574"/>
                </a:cubicBezTo>
                <a:cubicBezTo>
                  <a:pt x="8025" y="12627"/>
                  <a:pt x="6423" y="15526"/>
                  <a:pt x="6263" y="19342"/>
                </a:cubicBezTo>
                <a:close/>
                <a:moveTo>
                  <a:pt x="277" y="19050"/>
                </a:moveTo>
                <a:cubicBezTo>
                  <a:pt x="510" y="12904"/>
                  <a:pt x="2724" y="8185"/>
                  <a:pt x="6889" y="4835"/>
                </a:cubicBezTo>
                <a:cubicBezTo>
                  <a:pt x="10982" y="1529"/>
                  <a:pt x="16618" y="0"/>
                  <a:pt x="23667" y="277"/>
                </a:cubicBezTo>
                <a:cubicBezTo>
                  <a:pt x="30658" y="568"/>
                  <a:pt x="36120" y="2549"/>
                  <a:pt x="39994" y="6248"/>
                </a:cubicBezTo>
                <a:cubicBezTo>
                  <a:pt x="43868" y="9947"/>
                  <a:pt x="45630" y="14841"/>
                  <a:pt x="45397" y="20987"/>
                </a:cubicBezTo>
                <a:cubicBezTo>
                  <a:pt x="45120" y="27133"/>
                  <a:pt x="42892" y="31911"/>
                  <a:pt x="38741" y="35217"/>
                </a:cubicBezTo>
                <a:cubicBezTo>
                  <a:pt x="34590" y="38508"/>
                  <a:pt x="29012" y="40052"/>
                  <a:pt x="21963" y="39761"/>
                </a:cubicBezTo>
                <a:cubicBezTo>
                  <a:pt x="14899" y="39426"/>
                  <a:pt x="9496" y="37430"/>
                  <a:pt x="5636" y="33789"/>
                </a:cubicBezTo>
                <a:cubicBezTo>
                  <a:pt x="1821" y="30148"/>
                  <a:pt x="0" y="25196"/>
                  <a:pt x="277" y="19050"/>
                </a:cubicBezTo>
                <a:close/>
                <a:moveTo>
                  <a:pt x="277" y="190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C4691-3290-4167-89C9-63A67144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043" y="6186018"/>
            <a:ext cx="56087" cy="27090"/>
          </a:xfrm>
          <a:custGeom xmlns:a="http://schemas.openxmlformats.org/drawingml/2006/main">
            <a:pathLst>
              <a:path w="56087" h="27090">
                <a:moveTo>
                  <a:pt x="277" y="14055"/>
                </a:moveTo>
                <a:lnTo>
                  <a:pt x="12453" y="14564"/>
                </a:lnTo>
                <a:lnTo>
                  <a:pt x="13079" y="0"/>
                </a:lnTo>
                <a:lnTo>
                  <a:pt x="18599" y="233"/>
                </a:lnTo>
                <a:lnTo>
                  <a:pt x="17972" y="14797"/>
                </a:lnTo>
                <a:lnTo>
                  <a:pt x="41305" y="15759"/>
                </a:lnTo>
                <a:cubicBezTo>
                  <a:pt x="44771" y="15933"/>
                  <a:pt x="47043" y="15540"/>
                  <a:pt x="48121" y="14623"/>
                </a:cubicBezTo>
                <a:cubicBezTo>
                  <a:pt x="49155" y="13720"/>
                  <a:pt x="49723" y="11783"/>
                  <a:pt x="49839" y="8826"/>
                </a:cubicBezTo>
                <a:lnTo>
                  <a:pt x="50174" y="1602"/>
                </a:lnTo>
                <a:lnTo>
                  <a:pt x="56087" y="1821"/>
                </a:lnTo>
                <a:lnTo>
                  <a:pt x="55752" y="9103"/>
                </a:lnTo>
                <a:cubicBezTo>
                  <a:pt x="55519" y="14521"/>
                  <a:pt x="54325" y="18264"/>
                  <a:pt x="52228" y="20259"/>
                </a:cubicBezTo>
                <a:cubicBezTo>
                  <a:pt x="50116" y="22254"/>
                  <a:pt x="46358" y="23099"/>
                  <a:pt x="41013" y="22881"/>
                </a:cubicBezTo>
                <a:lnTo>
                  <a:pt x="17696" y="21905"/>
                </a:lnTo>
                <a:lnTo>
                  <a:pt x="17463" y="27090"/>
                </a:lnTo>
                <a:lnTo>
                  <a:pt x="11943" y="26857"/>
                </a:lnTo>
                <a:lnTo>
                  <a:pt x="12176" y="21628"/>
                </a:lnTo>
                <a:lnTo>
                  <a:pt x="0" y="21118"/>
                </a:lnTo>
                <a:lnTo>
                  <a:pt x="277" y="14055"/>
                </a:lnTo>
                <a:close/>
                <a:moveTo>
                  <a:pt x="277" y="140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11656-BFCD-464C-92CB-7EADD56A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795" y="6168963"/>
            <a:ext cx="60020" cy="9612"/>
          </a:xfrm>
          <a:custGeom xmlns:a="http://schemas.openxmlformats.org/drawingml/2006/main">
            <a:pathLst>
              <a:path w="60020" h="9612">
                <a:moveTo>
                  <a:pt x="16720" y="7792"/>
                </a:moveTo>
                <a:lnTo>
                  <a:pt x="17011" y="728"/>
                </a:lnTo>
                <a:lnTo>
                  <a:pt x="60020" y="2549"/>
                </a:lnTo>
                <a:lnTo>
                  <a:pt x="59743" y="9612"/>
                </a:lnTo>
                <a:lnTo>
                  <a:pt x="16720" y="7792"/>
                </a:lnTo>
                <a:close/>
                <a:moveTo>
                  <a:pt x="0" y="7049"/>
                </a:moveTo>
                <a:lnTo>
                  <a:pt x="291" y="0"/>
                </a:lnTo>
                <a:lnTo>
                  <a:pt x="9278" y="393"/>
                </a:lnTo>
                <a:lnTo>
                  <a:pt x="8928" y="7442"/>
                </a:lnTo>
                <a:lnTo>
                  <a:pt x="0" y="7049"/>
                </a:lnTo>
                <a:close/>
                <a:moveTo>
                  <a:pt x="0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AD9EB-22A4-4401-AB2D-C1931C70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164" y="6132436"/>
            <a:ext cx="59627" cy="28328"/>
          </a:xfrm>
          <a:custGeom xmlns:a="http://schemas.openxmlformats.org/drawingml/2006/main">
            <a:pathLst>
              <a:path w="59627" h="28328">
                <a:moveTo>
                  <a:pt x="510" y="0"/>
                </a:moveTo>
                <a:lnTo>
                  <a:pt x="6365" y="277"/>
                </a:lnTo>
                <a:lnTo>
                  <a:pt x="6088" y="6991"/>
                </a:lnTo>
                <a:cubicBezTo>
                  <a:pt x="5971" y="9554"/>
                  <a:pt x="6423" y="11317"/>
                  <a:pt x="7399" y="12336"/>
                </a:cubicBezTo>
                <a:cubicBezTo>
                  <a:pt x="8360" y="13370"/>
                  <a:pt x="10181" y="13938"/>
                  <a:pt x="12860" y="14055"/>
                </a:cubicBezTo>
                <a:lnTo>
                  <a:pt x="16662" y="14215"/>
                </a:lnTo>
                <a:lnTo>
                  <a:pt x="17128" y="2607"/>
                </a:lnTo>
                <a:lnTo>
                  <a:pt x="22633" y="2840"/>
                </a:lnTo>
                <a:lnTo>
                  <a:pt x="22123" y="14448"/>
                </a:lnTo>
                <a:lnTo>
                  <a:pt x="59627" y="16035"/>
                </a:lnTo>
                <a:lnTo>
                  <a:pt x="59335" y="23157"/>
                </a:lnTo>
                <a:lnTo>
                  <a:pt x="21847" y="21555"/>
                </a:lnTo>
                <a:lnTo>
                  <a:pt x="21555" y="28328"/>
                </a:lnTo>
                <a:lnTo>
                  <a:pt x="16035" y="28095"/>
                </a:lnTo>
                <a:lnTo>
                  <a:pt x="16327" y="21337"/>
                </a:lnTo>
                <a:lnTo>
                  <a:pt x="13370" y="21220"/>
                </a:lnTo>
                <a:cubicBezTo>
                  <a:pt x="8593" y="20987"/>
                  <a:pt x="5112" y="19735"/>
                  <a:pt x="3073" y="17404"/>
                </a:cubicBezTo>
                <a:cubicBezTo>
                  <a:pt x="961" y="15074"/>
                  <a:pt x="0" y="11550"/>
                  <a:pt x="218" y="6714"/>
                </a:cubicBezTo>
                <a:lnTo>
                  <a:pt x="510" y="0"/>
                </a:lnTo>
                <a:close/>
                <a:moveTo>
                  <a:pt x="5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6968D-8A5B-4360-ABCB-A13B33D6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07" y="6119459"/>
            <a:ext cx="60020" cy="9612"/>
          </a:xfrm>
          <a:custGeom xmlns:a="http://schemas.openxmlformats.org/drawingml/2006/main">
            <a:pathLst>
              <a:path w="60020" h="9612">
                <a:moveTo>
                  <a:pt x="16720" y="7792"/>
                </a:moveTo>
                <a:lnTo>
                  <a:pt x="16997" y="743"/>
                </a:lnTo>
                <a:lnTo>
                  <a:pt x="60020" y="2563"/>
                </a:lnTo>
                <a:lnTo>
                  <a:pt x="59670" y="9612"/>
                </a:lnTo>
                <a:lnTo>
                  <a:pt x="16720" y="7792"/>
                </a:lnTo>
                <a:close/>
                <a:moveTo>
                  <a:pt x="0" y="7064"/>
                </a:moveTo>
                <a:lnTo>
                  <a:pt x="277" y="0"/>
                </a:lnTo>
                <a:lnTo>
                  <a:pt x="9263" y="393"/>
                </a:lnTo>
                <a:lnTo>
                  <a:pt x="8928" y="7457"/>
                </a:lnTo>
                <a:lnTo>
                  <a:pt x="0" y="7064"/>
                </a:lnTo>
                <a:close/>
                <a:moveTo>
                  <a:pt x="0" y="70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3E415-C003-4858-8E6B-11057832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020" y="6074571"/>
            <a:ext cx="45514" cy="35100"/>
          </a:xfrm>
          <a:custGeom xmlns:a="http://schemas.openxmlformats.org/drawingml/2006/main">
            <a:pathLst>
              <a:path w="45514" h="35100">
                <a:moveTo>
                  <a:pt x="3481" y="0"/>
                </a:moveTo>
                <a:lnTo>
                  <a:pt x="10137" y="291"/>
                </a:lnTo>
                <a:cubicBezTo>
                  <a:pt x="8943" y="2214"/>
                  <a:pt x="8025" y="4209"/>
                  <a:pt x="7340" y="6146"/>
                </a:cubicBezTo>
                <a:cubicBezTo>
                  <a:pt x="6714" y="8141"/>
                  <a:pt x="6379" y="10181"/>
                  <a:pt x="6263" y="12234"/>
                </a:cubicBezTo>
                <a:cubicBezTo>
                  <a:pt x="6088" y="16778"/>
                  <a:pt x="7399" y="20419"/>
                  <a:pt x="10195" y="23099"/>
                </a:cubicBezTo>
                <a:cubicBezTo>
                  <a:pt x="12977" y="25721"/>
                  <a:pt x="17011" y="27192"/>
                  <a:pt x="22254" y="27425"/>
                </a:cubicBezTo>
                <a:cubicBezTo>
                  <a:pt x="27483" y="27600"/>
                  <a:pt x="31634" y="26507"/>
                  <a:pt x="34649" y="24119"/>
                </a:cubicBezTo>
                <a:cubicBezTo>
                  <a:pt x="37664" y="21730"/>
                  <a:pt x="39266" y="18205"/>
                  <a:pt x="39426" y="13603"/>
                </a:cubicBezTo>
                <a:cubicBezTo>
                  <a:pt x="39542" y="11550"/>
                  <a:pt x="39324" y="9554"/>
                  <a:pt x="38858" y="7515"/>
                </a:cubicBezTo>
                <a:cubicBezTo>
                  <a:pt x="38406" y="5462"/>
                  <a:pt x="37664" y="3466"/>
                  <a:pt x="36644" y="1427"/>
                </a:cubicBezTo>
                <a:lnTo>
                  <a:pt x="43183" y="1704"/>
                </a:lnTo>
                <a:cubicBezTo>
                  <a:pt x="44043" y="3699"/>
                  <a:pt x="44611" y="5753"/>
                  <a:pt x="45004" y="7908"/>
                </a:cubicBezTo>
                <a:cubicBezTo>
                  <a:pt x="45354" y="10020"/>
                  <a:pt x="45514" y="12292"/>
                  <a:pt x="45412" y="14681"/>
                </a:cubicBezTo>
                <a:cubicBezTo>
                  <a:pt x="45120" y="21104"/>
                  <a:pt x="42848" y="26172"/>
                  <a:pt x="38639" y="29813"/>
                </a:cubicBezTo>
                <a:cubicBezTo>
                  <a:pt x="34430" y="33454"/>
                  <a:pt x="28852" y="35100"/>
                  <a:pt x="21905" y="34823"/>
                </a:cubicBezTo>
                <a:cubicBezTo>
                  <a:pt x="14914" y="34532"/>
                  <a:pt x="9511" y="32377"/>
                  <a:pt x="5636" y="28386"/>
                </a:cubicBezTo>
                <a:cubicBezTo>
                  <a:pt x="1821" y="24352"/>
                  <a:pt x="0" y="18948"/>
                  <a:pt x="291" y="12292"/>
                </a:cubicBezTo>
                <a:cubicBezTo>
                  <a:pt x="408" y="10122"/>
                  <a:pt x="685" y="7967"/>
                  <a:pt x="1253" y="5913"/>
                </a:cubicBezTo>
                <a:cubicBezTo>
                  <a:pt x="1762" y="3874"/>
                  <a:pt x="2505" y="1879"/>
                  <a:pt x="3481" y="0"/>
                </a:cubicBezTo>
                <a:close/>
                <a:moveTo>
                  <a:pt x="34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F35AF-81F1-45FA-9924-CC5E032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899" y="6029116"/>
            <a:ext cx="45237" cy="37270"/>
          </a:xfrm>
          <a:custGeom xmlns:a="http://schemas.openxmlformats.org/drawingml/2006/main">
            <a:pathLst>
              <a:path w="45237" h="37270">
                <a:moveTo>
                  <a:pt x="22706" y="14506"/>
                </a:moveTo>
                <a:cubicBezTo>
                  <a:pt x="22473" y="20201"/>
                  <a:pt x="22924" y="24177"/>
                  <a:pt x="24119" y="26391"/>
                </a:cubicBezTo>
                <a:cubicBezTo>
                  <a:pt x="25371" y="28677"/>
                  <a:pt x="27541" y="29872"/>
                  <a:pt x="30673" y="29988"/>
                </a:cubicBezTo>
                <a:cubicBezTo>
                  <a:pt x="33178" y="30090"/>
                  <a:pt x="35217" y="29362"/>
                  <a:pt x="36761" y="27760"/>
                </a:cubicBezTo>
                <a:cubicBezTo>
                  <a:pt x="38290" y="26172"/>
                  <a:pt x="39149" y="23958"/>
                  <a:pt x="39266" y="21162"/>
                </a:cubicBezTo>
                <a:cubicBezTo>
                  <a:pt x="39426" y="17244"/>
                  <a:pt x="38173" y="14055"/>
                  <a:pt x="35508" y="11550"/>
                </a:cubicBezTo>
                <a:cubicBezTo>
                  <a:pt x="32828" y="9044"/>
                  <a:pt x="29187" y="7734"/>
                  <a:pt x="24585" y="7515"/>
                </a:cubicBezTo>
                <a:lnTo>
                  <a:pt x="22983" y="7457"/>
                </a:lnTo>
                <a:lnTo>
                  <a:pt x="22706" y="14506"/>
                </a:lnTo>
                <a:close/>
                <a:moveTo>
                  <a:pt x="20376" y="291"/>
                </a:moveTo>
                <a:lnTo>
                  <a:pt x="44887" y="1311"/>
                </a:lnTo>
                <a:lnTo>
                  <a:pt x="44611" y="8360"/>
                </a:lnTo>
                <a:lnTo>
                  <a:pt x="38057" y="8083"/>
                </a:lnTo>
                <a:cubicBezTo>
                  <a:pt x="40620" y="9846"/>
                  <a:pt x="42441" y="11885"/>
                  <a:pt x="43577" y="14390"/>
                </a:cubicBezTo>
                <a:cubicBezTo>
                  <a:pt x="44727" y="16836"/>
                  <a:pt x="45237" y="19793"/>
                  <a:pt x="45062" y="23274"/>
                </a:cubicBezTo>
                <a:cubicBezTo>
                  <a:pt x="44887" y="27643"/>
                  <a:pt x="43533" y="31124"/>
                  <a:pt x="40911" y="33629"/>
                </a:cubicBezTo>
                <a:cubicBezTo>
                  <a:pt x="38348" y="36120"/>
                  <a:pt x="34998" y="37270"/>
                  <a:pt x="30833" y="37096"/>
                </a:cubicBezTo>
                <a:cubicBezTo>
                  <a:pt x="25997" y="36862"/>
                  <a:pt x="22415" y="35100"/>
                  <a:pt x="20143" y="31809"/>
                </a:cubicBezTo>
                <a:cubicBezTo>
                  <a:pt x="17812" y="28444"/>
                  <a:pt x="16793" y="23551"/>
                  <a:pt x="17069" y="17128"/>
                </a:cubicBezTo>
                <a:lnTo>
                  <a:pt x="17463" y="7224"/>
                </a:lnTo>
                <a:lnTo>
                  <a:pt x="16793" y="7166"/>
                </a:lnTo>
                <a:cubicBezTo>
                  <a:pt x="13545" y="7049"/>
                  <a:pt x="10982" y="8025"/>
                  <a:pt x="9103" y="10064"/>
                </a:cubicBezTo>
                <a:cubicBezTo>
                  <a:pt x="7224" y="12118"/>
                  <a:pt x="6204" y="15074"/>
                  <a:pt x="6030" y="18948"/>
                </a:cubicBezTo>
                <a:cubicBezTo>
                  <a:pt x="5971" y="21395"/>
                  <a:pt x="6146" y="23842"/>
                  <a:pt x="6656" y="26172"/>
                </a:cubicBezTo>
                <a:cubicBezTo>
                  <a:pt x="7122" y="28561"/>
                  <a:pt x="7908" y="30775"/>
                  <a:pt x="8986" y="33003"/>
                </a:cubicBezTo>
                <a:lnTo>
                  <a:pt x="2447" y="32712"/>
                </a:lnTo>
                <a:cubicBezTo>
                  <a:pt x="1602" y="30090"/>
                  <a:pt x="976" y="27600"/>
                  <a:pt x="568" y="25094"/>
                </a:cubicBezTo>
                <a:cubicBezTo>
                  <a:pt x="175" y="22648"/>
                  <a:pt x="0" y="20317"/>
                  <a:pt x="117" y="17972"/>
                </a:cubicBezTo>
                <a:cubicBezTo>
                  <a:pt x="350" y="11783"/>
                  <a:pt x="2170" y="7166"/>
                  <a:pt x="5520" y="4267"/>
                </a:cubicBezTo>
                <a:cubicBezTo>
                  <a:pt x="8884" y="1311"/>
                  <a:pt x="13822" y="0"/>
                  <a:pt x="20376" y="291"/>
                </a:cubicBezTo>
                <a:close/>
                <a:moveTo>
                  <a:pt x="20376" y="2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E4EF2-3FB9-4115-9E98-28A6236D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228" y="5992530"/>
            <a:ext cx="56102" cy="27090"/>
          </a:xfrm>
          <a:custGeom xmlns:a="http://schemas.openxmlformats.org/drawingml/2006/main">
            <a:pathLst>
              <a:path w="56102" h="27090">
                <a:moveTo>
                  <a:pt x="291" y="14055"/>
                </a:moveTo>
                <a:lnTo>
                  <a:pt x="12525" y="14564"/>
                </a:lnTo>
                <a:lnTo>
                  <a:pt x="13152" y="0"/>
                </a:lnTo>
                <a:lnTo>
                  <a:pt x="18599" y="233"/>
                </a:lnTo>
                <a:lnTo>
                  <a:pt x="17987" y="14797"/>
                </a:lnTo>
                <a:lnTo>
                  <a:pt x="41305" y="15759"/>
                </a:lnTo>
                <a:cubicBezTo>
                  <a:pt x="44829" y="15933"/>
                  <a:pt x="47116" y="15540"/>
                  <a:pt x="48135" y="14623"/>
                </a:cubicBezTo>
                <a:cubicBezTo>
                  <a:pt x="49155" y="13720"/>
                  <a:pt x="49781" y="11783"/>
                  <a:pt x="49898" y="8826"/>
                </a:cubicBezTo>
                <a:lnTo>
                  <a:pt x="50174" y="1602"/>
                </a:lnTo>
                <a:lnTo>
                  <a:pt x="56102" y="1821"/>
                </a:lnTo>
                <a:lnTo>
                  <a:pt x="55811" y="9103"/>
                </a:lnTo>
                <a:cubicBezTo>
                  <a:pt x="55592" y="14506"/>
                  <a:pt x="54398" y="18264"/>
                  <a:pt x="52286" y="20259"/>
                </a:cubicBezTo>
                <a:cubicBezTo>
                  <a:pt x="50131" y="22254"/>
                  <a:pt x="46373" y="23099"/>
                  <a:pt x="41028" y="22881"/>
                </a:cubicBezTo>
                <a:lnTo>
                  <a:pt x="17696" y="21905"/>
                </a:lnTo>
                <a:lnTo>
                  <a:pt x="17463" y="27090"/>
                </a:lnTo>
                <a:lnTo>
                  <a:pt x="12001" y="26857"/>
                </a:lnTo>
                <a:lnTo>
                  <a:pt x="12234" y="21628"/>
                </a:lnTo>
                <a:lnTo>
                  <a:pt x="0" y="21118"/>
                </a:lnTo>
                <a:lnTo>
                  <a:pt x="291" y="14055"/>
                </a:lnTo>
                <a:close/>
                <a:moveTo>
                  <a:pt x="291" y="140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04C33-7E3B-49B7-864B-DC6D70E6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039" y="5975461"/>
            <a:ext cx="59976" cy="9627"/>
          </a:xfrm>
          <a:custGeom xmlns:a="http://schemas.openxmlformats.org/drawingml/2006/main">
            <a:pathLst>
              <a:path w="59976" h="9627">
                <a:moveTo>
                  <a:pt x="16734" y="7807"/>
                </a:moveTo>
                <a:lnTo>
                  <a:pt x="17011" y="743"/>
                </a:lnTo>
                <a:lnTo>
                  <a:pt x="59976" y="2563"/>
                </a:lnTo>
                <a:lnTo>
                  <a:pt x="59685" y="9627"/>
                </a:lnTo>
                <a:lnTo>
                  <a:pt x="16734" y="7807"/>
                </a:lnTo>
                <a:close/>
                <a:moveTo>
                  <a:pt x="0" y="7122"/>
                </a:moveTo>
                <a:lnTo>
                  <a:pt x="291" y="0"/>
                </a:lnTo>
                <a:lnTo>
                  <a:pt x="9219" y="408"/>
                </a:lnTo>
                <a:lnTo>
                  <a:pt x="8943" y="7457"/>
                </a:lnTo>
                <a:lnTo>
                  <a:pt x="0" y="7122"/>
                </a:lnTo>
                <a:close/>
                <a:moveTo>
                  <a:pt x="0" y="7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F556A-7E0B-42E4-A0F0-70D30DA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108" y="5925680"/>
            <a:ext cx="45630" cy="40052"/>
          </a:xfrm>
          <a:custGeom xmlns:a="http://schemas.openxmlformats.org/drawingml/2006/main">
            <a:pathLst>
              <a:path w="45630" h="40052">
                <a:moveTo>
                  <a:pt x="6204" y="19298"/>
                </a:moveTo>
                <a:cubicBezTo>
                  <a:pt x="6088" y="23099"/>
                  <a:pt x="7399" y="26114"/>
                  <a:pt x="10297" y="28459"/>
                </a:cubicBezTo>
                <a:cubicBezTo>
                  <a:pt x="13152" y="30789"/>
                  <a:pt x="17128" y="32100"/>
                  <a:pt x="22313" y="32318"/>
                </a:cubicBezTo>
                <a:cubicBezTo>
                  <a:pt x="27425" y="32493"/>
                  <a:pt x="31517" y="31576"/>
                  <a:pt x="34532" y="29537"/>
                </a:cubicBezTo>
                <a:cubicBezTo>
                  <a:pt x="37605" y="27483"/>
                  <a:pt x="39207" y="24526"/>
                  <a:pt x="39368" y="20711"/>
                </a:cubicBezTo>
                <a:cubicBezTo>
                  <a:pt x="39542" y="16953"/>
                  <a:pt x="38173" y="13894"/>
                  <a:pt x="35333" y="11608"/>
                </a:cubicBezTo>
                <a:cubicBezTo>
                  <a:pt x="32435" y="9278"/>
                  <a:pt x="28444" y="7967"/>
                  <a:pt x="23332" y="7807"/>
                </a:cubicBezTo>
                <a:cubicBezTo>
                  <a:pt x="18205" y="7573"/>
                  <a:pt x="14171" y="8476"/>
                  <a:pt x="11098" y="10588"/>
                </a:cubicBezTo>
                <a:cubicBezTo>
                  <a:pt x="8025" y="12642"/>
                  <a:pt x="6379" y="15540"/>
                  <a:pt x="6204" y="19298"/>
                </a:cubicBezTo>
                <a:close/>
                <a:moveTo>
                  <a:pt x="233" y="19065"/>
                </a:moveTo>
                <a:cubicBezTo>
                  <a:pt x="510" y="12919"/>
                  <a:pt x="2738" y="8200"/>
                  <a:pt x="6831" y="4835"/>
                </a:cubicBezTo>
                <a:cubicBezTo>
                  <a:pt x="10982" y="1486"/>
                  <a:pt x="16560" y="0"/>
                  <a:pt x="23609" y="291"/>
                </a:cubicBezTo>
                <a:cubicBezTo>
                  <a:pt x="30673" y="583"/>
                  <a:pt x="36134" y="2563"/>
                  <a:pt x="39994" y="6263"/>
                </a:cubicBezTo>
                <a:cubicBezTo>
                  <a:pt x="43810" y="9904"/>
                  <a:pt x="45630" y="14856"/>
                  <a:pt x="45354" y="21002"/>
                </a:cubicBezTo>
                <a:cubicBezTo>
                  <a:pt x="45120" y="27148"/>
                  <a:pt x="42907" y="31867"/>
                  <a:pt x="38741" y="35217"/>
                </a:cubicBezTo>
                <a:cubicBezTo>
                  <a:pt x="34590" y="38523"/>
                  <a:pt x="29012" y="40052"/>
                  <a:pt x="21963" y="39717"/>
                </a:cubicBezTo>
                <a:cubicBezTo>
                  <a:pt x="14914" y="39426"/>
                  <a:pt x="9452" y="37445"/>
                  <a:pt x="5636" y="33804"/>
                </a:cubicBezTo>
                <a:cubicBezTo>
                  <a:pt x="1762" y="30163"/>
                  <a:pt x="0" y="25211"/>
                  <a:pt x="233" y="19065"/>
                </a:cubicBezTo>
                <a:close/>
                <a:moveTo>
                  <a:pt x="233" y="190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70A55-CFB8-418C-8508-42CC69AF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439" y="5878127"/>
            <a:ext cx="44786" cy="37314"/>
          </a:xfrm>
          <a:custGeom xmlns:a="http://schemas.openxmlformats.org/drawingml/2006/main">
            <a:pathLst>
              <a:path w="44786" h="37314">
                <a:moveTo>
                  <a:pt x="18832" y="218"/>
                </a:moveTo>
                <a:lnTo>
                  <a:pt x="44786" y="1311"/>
                </a:lnTo>
                <a:lnTo>
                  <a:pt x="44494" y="8360"/>
                </a:lnTo>
                <a:lnTo>
                  <a:pt x="18788" y="7282"/>
                </a:lnTo>
                <a:cubicBezTo>
                  <a:pt x="14681" y="7107"/>
                  <a:pt x="11608" y="7792"/>
                  <a:pt x="9569" y="9278"/>
                </a:cubicBezTo>
                <a:cubicBezTo>
                  <a:pt x="7457" y="10807"/>
                  <a:pt x="6321" y="13137"/>
                  <a:pt x="6204" y="16268"/>
                </a:cubicBezTo>
                <a:cubicBezTo>
                  <a:pt x="6030" y="20084"/>
                  <a:pt x="7122" y="23157"/>
                  <a:pt x="9452" y="25488"/>
                </a:cubicBezTo>
                <a:cubicBezTo>
                  <a:pt x="11783" y="27760"/>
                  <a:pt x="15089" y="29012"/>
                  <a:pt x="19240" y="29187"/>
                </a:cubicBezTo>
                <a:lnTo>
                  <a:pt x="43533" y="30207"/>
                </a:lnTo>
                <a:lnTo>
                  <a:pt x="43242" y="37314"/>
                </a:lnTo>
                <a:lnTo>
                  <a:pt x="291" y="35493"/>
                </a:lnTo>
                <a:lnTo>
                  <a:pt x="583" y="28386"/>
                </a:lnTo>
                <a:lnTo>
                  <a:pt x="7239" y="28677"/>
                </a:lnTo>
                <a:cubicBezTo>
                  <a:pt x="4733" y="26900"/>
                  <a:pt x="2913" y="24803"/>
                  <a:pt x="1719" y="22473"/>
                </a:cubicBezTo>
                <a:cubicBezTo>
                  <a:pt x="524" y="20143"/>
                  <a:pt x="0" y="17463"/>
                  <a:pt x="117" y="14448"/>
                </a:cubicBezTo>
                <a:cubicBezTo>
                  <a:pt x="350" y="9496"/>
                  <a:pt x="2054" y="5855"/>
                  <a:pt x="5185" y="3466"/>
                </a:cubicBezTo>
                <a:cubicBezTo>
                  <a:pt x="8375" y="1020"/>
                  <a:pt x="12919" y="0"/>
                  <a:pt x="18832" y="218"/>
                </a:cubicBezTo>
                <a:close/>
                <a:moveTo>
                  <a:pt x="18832" y="2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98BD3-0EA0-4119-B7AA-30D7A09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445" y="7033826"/>
            <a:ext cx="88115" cy="69982"/>
          </a:xfrm>
          <a:custGeom xmlns:a="http://schemas.openxmlformats.org/drawingml/2006/main">
            <a:pathLst>
              <a:path w="88115" h="69982">
                <a:moveTo>
                  <a:pt x="0" y="62248"/>
                </a:moveTo>
                <a:lnTo>
                  <a:pt x="1413" y="47276"/>
                </a:lnTo>
                <a:lnTo>
                  <a:pt x="73667" y="17244"/>
                </a:lnTo>
                <a:lnTo>
                  <a:pt x="4835" y="10763"/>
                </a:lnTo>
                <a:lnTo>
                  <a:pt x="5797" y="0"/>
                </a:lnTo>
                <a:lnTo>
                  <a:pt x="88115" y="7690"/>
                </a:lnTo>
                <a:lnTo>
                  <a:pt x="86702" y="22706"/>
                </a:lnTo>
                <a:lnTo>
                  <a:pt x="14448" y="52694"/>
                </a:lnTo>
                <a:lnTo>
                  <a:pt x="83279" y="59175"/>
                </a:lnTo>
                <a:lnTo>
                  <a:pt x="82260" y="69982"/>
                </a:lnTo>
                <a:lnTo>
                  <a:pt x="0" y="62248"/>
                </a:lnTo>
                <a:close/>
                <a:moveTo>
                  <a:pt x="0" y="6224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1EDB3-056C-49DE-B5B4-DEB47ED5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14" y="7001624"/>
            <a:ext cx="86716" cy="18162"/>
          </a:xfrm>
          <a:custGeom xmlns:a="http://schemas.openxmlformats.org/drawingml/2006/main">
            <a:pathLst>
              <a:path w="86716" h="18162">
                <a:moveTo>
                  <a:pt x="24075" y="12409"/>
                </a:moveTo>
                <a:lnTo>
                  <a:pt x="24978" y="2287"/>
                </a:lnTo>
                <a:lnTo>
                  <a:pt x="86716" y="8025"/>
                </a:lnTo>
                <a:lnTo>
                  <a:pt x="85799" y="18162"/>
                </a:lnTo>
                <a:lnTo>
                  <a:pt x="24075" y="12409"/>
                </a:lnTo>
                <a:close/>
                <a:moveTo>
                  <a:pt x="0" y="10137"/>
                </a:moveTo>
                <a:lnTo>
                  <a:pt x="976" y="0"/>
                </a:lnTo>
                <a:lnTo>
                  <a:pt x="13836" y="1194"/>
                </a:lnTo>
                <a:lnTo>
                  <a:pt x="12860" y="11331"/>
                </a:lnTo>
                <a:lnTo>
                  <a:pt x="0" y="10137"/>
                </a:lnTo>
                <a:close/>
                <a:moveTo>
                  <a:pt x="0" y="101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DCCC8-6B81-4FD5-B4C3-064C82EF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555" y="6931875"/>
            <a:ext cx="88420" cy="58884"/>
          </a:xfrm>
          <a:custGeom xmlns:a="http://schemas.openxmlformats.org/drawingml/2006/main">
            <a:pathLst>
              <a:path w="88420" h="58884">
                <a:moveTo>
                  <a:pt x="34197" y="12977"/>
                </a:moveTo>
                <a:cubicBezTo>
                  <a:pt x="26857" y="12292"/>
                  <a:pt x="21002" y="13268"/>
                  <a:pt x="16676" y="15933"/>
                </a:cubicBezTo>
                <a:cubicBezTo>
                  <a:pt x="12351" y="18613"/>
                  <a:pt x="9962" y="22648"/>
                  <a:pt x="9452" y="28109"/>
                </a:cubicBezTo>
                <a:cubicBezTo>
                  <a:pt x="8943" y="33571"/>
                  <a:pt x="10530" y="37955"/>
                  <a:pt x="14288" y="41363"/>
                </a:cubicBezTo>
                <a:cubicBezTo>
                  <a:pt x="18045" y="44786"/>
                  <a:pt x="23609" y="46825"/>
                  <a:pt x="30949" y="47567"/>
                </a:cubicBezTo>
                <a:cubicBezTo>
                  <a:pt x="38290" y="48252"/>
                  <a:pt x="44101" y="47232"/>
                  <a:pt x="48427" y="44611"/>
                </a:cubicBezTo>
                <a:cubicBezTo>
                  <a:pt x="52738" y="41931"/>
                  <a:pt x="55184" y="37897"/>
                  <a:pt x="55709" y="32435"/>
                </a:cubicBezTo>
                <a:cubicBezTo>
                  <a:pt x="56219" y="26973"/>
                  <a:pt x="54558" y="22531"/>
                  <a:pt x="50815" y="19123"/>
                </a:cubicBezTo>
                <a:cubicBezTo>
                  <a:pt x="47058" y="15700"/>
                  <a:pt x="41479" y="13661"/>
                  <a:pt x="34197" y="12977"/>
                </a:cubicBezTo>
                <a:close/>
                <a:moveTo>
                  <a:pt x="59059" y="5068"/>
                </a:moveTo>
                <a:cubicBezTo>
                  <a:pt x="69589" y="6088"/>
                  <a:pt x="77148" y="9161"/>
                  <a:pt x="81866" y="14288"/>
                </a:cubicBezTo>
                <a:cubicBezTo>
                  <a:pt x="86542" y="19400"/>
                  <a:pt x="88420" y="26798"/>
                  <a:pt x="87561" y="36411"/>
                </a:cubicBezTo>
                <a:cubicBezTo>
                  <a:pt x="87226" y="39994"/>
                  <a:pt x="86658" y="43358"/>
                  <a:pt x="85799" y="46431"/>
                </a:cubicBezTo>
                <a:cubicBezTo>
                  <a:pt x="84998" y="49563"/>
                  <a:pt x="83862" y="52577"/>
                  <a:pt x="82493" y="55418"/>
                </a:cubicBezTo>
                <a:lnTo>
                  <a:pt x="72662" y="54515"/>
                </a:lnTo>
                <a:cubicBezTo>
                  <a:pt x="74541" y="51660"/>
                  <a:pt x="75953" y="48878"/>
                  <a:pt x="77031" y="46038"/>
                </a:cubicBezTo>
                <a:cubicBezTo>
                  <a:pt x="78065" y="43183"/>
                  <a:pt x="78750" y="40285"/>
                  <a:pt x="79026" y="37270"/>
                </a:cubicBezTo>
                <a:cubicBezTo>
                  <a:pt x="79653" y="30614"/>
                  <a:pt x="78342" y="25429"/>
                  <a:pt x="75211" y="21847"/>
                </a:cubicBezTo>
                <a:cubicBezTo>
                  <a:pt x="72035" y="18205"/>
                  <a:pt x="66967" y="16050"/>
                  <a:pt x="59976" y="15424"/>
                </a:cubicBezTo>
                <a:lnTo>
                  <a:pt x="54908" y="14914"/>
                </a:lnTo>
                <a:cubicBezTo>
                  <a:pt x="58374" y="17361"/>
                  <a:pt x="60821" y="20317"/>
                  <a:pt x="62306" y="23725"/>
                </a:cubicBezTo>
                <a:cubicBezTo>
                  <a:pt x="63836" y="27206"/>
                  <a:pt x="64345" y="31182"/>
                  <a:pt x="63952" y="35741"/>
                </a:cubicBezTo>
                <a:cubicBezTo>
                  <a:pt x="63209" y="43300"/>
                  <a:pt x="59743" y="49097"/>
                  <a:pt x="53597" y="53204"/>
                </a:cubicBezTo>
                <a:cubicBezTo>
                  <a:pt x="47334" y="57296"/>
                  <a:pt x="39484" y="58884"/>
                  <a:pt x="29988" y="58039"/>
                </a:cubicBezTo>
                <a:cubicBezTo>
                  <a:pt x="20434" y="57122"/>
                  <a:pt x="12977" y="54107"/>
                  <a:pt x="7690" y="48936"/>
                </a:cubicBezTo>
                <a:cubicBezTo>
                  <a:pt x="2330" y="43751"/>
                  <a:pt x="0" y="37387"/>
                  <a:pt x="743" y="29813"/>
                </a:cubicBezTo>
                <a:cubicBezTo>
                  <a:pt x="1136" y="25269"/>
                  <a:pt x="2389" y="21395"/>
                  <a:pt x="4500" y="18322"/>
                </a:cubicBezTo>
                <a:cubicBezTo>
                  <a:pt x="6598" y="15249"/>
                  <a:pt x="9569" y="12802"/>
                  <a:pt x="13428" y="11040"/>
                </a:cubicBezTo>
                <a:lnTo>
                  <a:pt x="4049" y="10195"/>
                </a:lnTo>
                <a:lnTo>
                  <a:pt x="5010" y="0"/>
                </a:lnTo>
                <a:lnTo>
                  <a:pt x="59059" y="5068"/>
                </a:lnTo>
                <a:close/>
                <a:moveTo>
                  <a:pt x="59059" y="50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D7C4A-5ABB-492E-A3B0-C85C2D03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441" y="6861165"/>
            <a:ext cx="90620" cy="56044"/>
          </a:xfrm>
          <a:custGeom xmlns:a="http://schemas.openxmlformats.org/drawingml/2006/main">
            <a:pathLst>
              <a:path w="90620" h="56044">
                <a:moveTo>
                  <a:pt x="53364" y="801"/>
                </a:moveTo>
                <a:lnTo>
                  <a:pt x="90620" y="4326"/>
                </a:lnTo>
                <a:lnTo>
                  <a:pt x="89658" y="14448"/>
                </a:lnTo>
                <a:lnTo>
                  <a:pt x="52738" y="10982"/>
                </a:lnTo>
                <a:cubicBezTo>
                  <a:pt x="46868" y="10472"/>
                  <a:pt x="42441" y="11156"/>
                  <a:pt x="39309" y="13195"/>
                </a:cubicBezTo>
                <a:cubicBezTo>
                  <a:pt x="36178" y="15191"/>
                  <a:pt x="34416" y="18482"/>
                  <a:pt x="33964" y="23041"/>
                </a:cubicBezTo>
                <a:cubicBezTo>
                  <a:pt x="33440" y="28503"/>
                  <a:pt x="34809" y="33003"/>
                  <a:pt x="37998" y="36469"/>
                </a:cubicBezTo>
                <a:cubicBezTo>
                  <a:pt x="41188" y="39936"/>
                  <a:pt x="45790" y="41989"/>
                  <a:pt x="51820" y="42557"/>
                </a:cubicBezTo>
                <a:lnTo>
                  <a:pt x="86702" y="45790"/>
                </a:lnTo>
                <a:lnTo>
                  <a:pt x="85784" y="56044"/>
                </a:lnTo>
                <a:lnTo>
                  <a:pt x="0" y="47961"/>
                </a:lnTo>
                <a:lnTo>
                  <a:pt x="961" y="37780"/>
                </a:lnTo>
                <a:lnTo>
                  <a:pt x="34590" y="40955"/>
                </a:lnTo>
                <a:cubicBezTo>
                  <a:pt x="31110" y="38173"/>
                  <a:pt x="28604" y="35042"/>
                  <a:pt x="27075" y="31576"/>
                </a:cubicBezTo>
                <a:cubicBezTo>
                  <a:pt x="25531" y="28109"/>
                  <a:pt x="24963" y="24235"/>
                  <a:pt x="25371" y="19910"/>
                </a:cubicBezTo>
                <a:cubicBezTo>
                  <a:pt x="26056" y="12860"/>
                  <a:pt x="28721" y="7675"/>
                  <a:pt x="33440" y="4500"/>
                </a:cubicBezTo>
                <a:cubicBezTo>
                  <a:pt x="38173" y="1253"/>
                  <a:pt x="44829" y="0"/>
                  <a:pt x="53364" y="801"/>
                </a:cubicBezTo>
                <a:close/>
                <a:moveTo>
                  <a:pt x="53364" y="8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EA558-20D0-4F8F-9F88-A3D1053D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695" y="6808544"/>
            <a:ext cx="82143" cy="39251"/>
          </a:xfrm>
          <a:custGeom xmlns:a="http://schemas.openxmlformats.org/drawingml/2006/main">
            <a:pathLst>
              <a:path w="82143" h="39251">
                <a:moveTo>
                  <a:pt x="903" y="19283"/>
                </a:moveTo>
                <a:lnTo>
                  <a:pt x="18482" y="20871"/>
                </a:lnTo>
                <a:lnTo>
                  <a:pt x="20419" y="0"/>
                </a:lnTo>
                <a:lnTo>
                  <a:pt x="28269" y="728"/>
                </a:lnTo>
                <a:lnTo>
                  <a:pt x="26332" y="21614"/>
                </a:lnTo>
                <a:lnTo>
                  <a:pt x="59845" y="24803"/>
                </a:lnTo>
                <a:cubicBezTo>
                  <a:pt x="64913" y="25255"/>
                  <a:pt x="68205" y="24861"/>
                  <a:pt x="69749" y="23609"/>
                </a:cubicBezTo>
                <a:cubicBezTo>
                  <a:pt x="71278" y="22356"/>
                  <a:pt x="72312" y="19618"/>
                  <a:pt x="72705" y="15409"/>
                </a:cubicBezTo>
                <a:lnTo>
                  <a:pt x="73667" y="4996"/>
                </a:lnTo>
                <a:lnTo>
                  <a:pt x="82143" y="5797"/>
                </a:lnTo>
                <a:lnTo>
                  <a:pt x="81182" y="16210"/>
                </a:lnTo>
                <a:cubicBezTo>
                  <a:pt x="80439" y="24060"/>
                  <a:pt x="78444" y="29289"/>
                  <a:pt x="75269" y="32027"/>
                </a:cubicBezTo>
                <a:cubicBezTo>
                  <a:pt x="72079" y="34692"/>
                  <a:pt x="66618" y="35668"/>
                  <a:pt x="58884" y="34984"/>
                </a:cubicBezTo>
                <a:lnTo>
                  <a:pt x="25371" y="31852"/>
                </a:lnTo>
                <a:lnTo>
                  <a:pt x="24687" y="39251"/>
                </a:lnTo>
                <a:lnTo>
                  <a:pt x="16836" y="38508"/>
                </a:lnTo>
                <a:lnTo>
                  <a:pt x="17521" y="31110"/>
                </a:lnTo>
                <a:lnTo>
                  <a:pt x="0" y="29464"/>
                </a:lnTo>
                <a:lnTo>
                  <a:pt x="903" y="19283"/>
                </a:lnTo>
                <a:close/>
                <a:moveTo>
                  <a:pt x="903" y="192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AB7DD-8E1D-4B58-ABF5-7283EEAA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306" y="6782823"/>
            <a:ext cx="86760" cy="18205"/>
          </a:xfrm>
          <a:custGeom xmlns:a="http://schemas.openxmlformats.org/drawingml/2006/main">
            <a:pathLst>
              <a:path w="86760" h="18205">
                <a:moveTo>
                  <a:pt x="24060" y="12409"/>
                </a:moveTo>
                <a:lnTo>
                  <a:pt x="25022" y="2272"/>
                </a:lnTo>
                <a:lnTo>
                  <a:pt x="86760" y="8025"/>
                </a:lnTo>
                <a:lnTo>
                  <a:pt x="85784" y="18205"/>
                </a:lnTo>
                <a:lnTo>
                  <a:pt x="24060" y="12409"/>
                </a:lnTo>
                <a:close/>
                <a:moveTo>
                  <a:pt x="0" y="10122"/>
                </a:moveTo>
                <a:lnTo>
                  <a:pt x="961" y="0"/>
                </a:lnTo>
                <a:lnTo>
                  <a:pt x="13822" y="1194"/>
                </a:lnTo>
                <a:lnTo>
                  <a:pt x="12846" y="11317"/>
                </a:lnTo>
                <a:lnTo>
                  <a:pt x="0" y="10122"/>
                </a:lnTo>
                <a:close/>
                <a:moveTo>
                  <a:pt x="0" y="1012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86DBA-8288-4A25-A1BA-90CCA6AC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265" y="6714036"/>
            <a:ext cx="66559" cy="55986"/>
          </a:xfrm>
          <a:custGeom xmlns:a="http://schemas.openxmlformats.org/drawingml/2006/main">
            <a:pathLst>
              <a:path w="66559" h="55986">
                <a:moveTo>
                  <a:pt x="29304" y="801"/>
                </a:moveTo>
                <a:lnTo>
                  <a:pt x="66559" y="4267"/>
                </a:lnTo>
                <a:lnTo>
                  <a:pt x="65598" y="14404"/>
                </a:lnTo>
                <a:lnTo>
                  <a:pt x="28677" y="10982"/>
                </a:lnTo>
                <a:cubicBezTo>
                  <a:pt x="22822" y="10414"/>
                  <a:pt x="18380" y="11156"/>
                  <a:pt x="15249" y="13152"/>
                </a:cubicBezTo>
                <a:cubicBezTo>
                  <a:pt x="12118" y="15191"/>
                  <a:pt x="10355" y="18439"/>
                  <a:pt x="9962" y="22983"/>
                </a:cubicBezTo>
                <a:cubicBezTo>
                  <a:pt x="9452" y="28444"/>
                  <a:pt x="10749" y="32945"/>
                  <a:pt x="13996" y="36469"/>
                </a:cubicBezTo>
                <a:cubicBezTo>
                  <a:pt x="17128" y="39950"/>
                  <a:pt x="21730" y="41989"/>
                  <a:pt x="27760" y="42557"/>
                </a:cubicBezTo>
                <a:lnTo>
                  <a:pt x="62700" y="45805"/>
                </a:lnTo>
                <a:lnTo>
                  <a:pt x="61724" y="55986"/>
                </a:lnTo>
                <a:lnTo>
                  <a:pt x="0" y="50247"/>
                </a:lnTo>
                <a:lnTo>
                  <a:pt x="976" y="39994"/>
                </a:lnTo>
                <a:lnTo>
                  <a:pt x="10530" y="40911"/>
                </a:lnTo>
                <a:cubicBezTo>
                  <a:pt x="7064" y="38130"/>
                  <a:pt x="4559" y="34998"/>
                  <a:pt x="3015" y="31576"/>
                </a:cubicBezTo>
                <a:cubicBezTo>
                  <a:pt x="1486" y="28109"/>
                  <a:pt x="918" y="24235"/>
                  <a:pt x="1311" y="19924"/>
                </a:cubicBezTo>
                <a:cubicBezTo>
                  <a:pt x="1995" y="12802"/>
                  <a:pt x="4719" y="7690"/>
                  <a:pt x="9452" y="4442"/>
                </a:cubicBezTo>
                <a:cubicBezTo>
                  <a:pt x="14171" y="1194"/>
                  <a:pt x="20769" y="0"/>
                  <a:pt x="29304" y="801"/>
                </a:cubicBezTo>
                <a:close/>
                <a:moveTo>
                  <a:pt x="29304" y="8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2F2FC-FFEB-4635-AE58-327A332D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761" y="6641563"/>
            <a:ext cx="88464" cy="58884"/>
          </a:xfrm>
          <a:custGeom xmlns:a="http://schemas.openxmlformats.org/drawingml/2006/main">
            <a:pathLst>
              <a:path w="88464" h="58884">
                <a:moveTo>
                  <a:pt x="34183" y="12962"/>
                </a:moveTo>
                <a:cubicBezTo>
                  <a:pt x="26842" y="12292"/>
                  <a:pt x="20987" y="13254"/>
                  <a:pt x="16662" y="15933"/>
                </a:cubicBezTo>
                <a:cubicBezTo>
                  <a:pt x="12336" y="18540"/>
                  <a:pt x="9947" y="22633"/>
                  <a:pt x="9438" y="28095"/>
                </a:cubicBezTo>
                <a:cubicBezTo>
                  <a:pt x="8928" y="33513"/>
                  <a:pt x="10515" y="37940"/>
                  <a:pt x="14273" y="41363"/>
                </a:cubicBezTo>
                <a:cubicBezTo>
                  <a:pt x="18031" y="44771"/>
                  <a:pt x="23609" y="46825"/>
                  <a:pt x="30935" y="47494"/>
                </a:cubicBezTo>
                <a:cubicBezTo>
                  <a:pt x="38275" y="48179"/>
                  <a:pt x="44086" y="47218"/>
                  <a:pt x="48412" y="44538"/>
                </a:cubicBezTo>
                <a:cubicBezTo>
                  <a:pt x="52738" y="41931"/>
                  <a:pt x="55184" y="37882"/>
                  <a:pt x="55694" y="32420"/>
                </a:cubicBezTo>
                <a:cubicBezTo>
                  <a:pt x="56204" y="26959"/>
                  <a:pt x="54558" y="22531"/>
                  <a:pt x="50801" y="19108"/>
                </a:cubicBezTo>
                <a:cubicBezTo>
                  <a:pt x="47043" y="15700"/>
                  <a:pt x="41523" y="13647"/>
                  <a:pt x="34183" y="12962"/>
                </a:cubicBezTo>
                <a:close/>
                <a:moveTo>
                  <a:pt x="59044" y="5054"/>
                </a:moveTo>
                <a:cubicBezTo>
                  <a:pt x="69574" y="6030"/>
                  <a:pt x="77133" y="9103"/>
                  <a:pt x="81866" y="14273"/>
                </a:cubicBezTo>
                <a:cubicBezTo>
                  <a:pt x="86527" y="19400"/>
                  <a:pt x="88464" y="26798"/>
                  <a:pt x="87547" y="36411"/>
                </a:cubicBezTo>
                <a:cubicBezTo>
                  <a:pt x="87212" y="39994"/>
                  <a:pt x="86644" y="43285"/>
                  <a:pt x="85784" y="46417"/>
                </a:cubicBezTo>
                <a:cubicBezTo>
                  <a:pt x="84983" y="49548"/>
                  <a:pt x="83847" y="52505"/>
                  <a:pt x="82493" y="55403"/>
                </a:cubicBezTo>
                <a:lnTo>
                  <a:pt x="72647" y="54500"/>
                </a:lnTo>
                <a:cubicBezTo>
                  <a:pt x="74526" y="51660"/>
                  <a:pt x="75939" y="48805"/>
                  <a:pt x="77031" y="46023"/>
                </a:cubicBezTo>
                <a:cubicBezTo>
                  <a:pt x="78051" y="43183"/>
                  <a:pt x="78735" y="40212"/>
                  <a:pt x="79012" y="37256"/>
                </a:cubicBezTo>
                <a:cubicBezTo>
                  <a:pt x="79638" y="30600"/>
                  <a:pt x="78327" y="25429"/>
                  <a:pt x="75211" y="21788"/>
                </a:cubicBezTo>
                <a:cubicBezTo>
                  <a:pt x="72021" y="18205"/>
                  <a:pt x="66953" y="16035"/>
                  <a:pt x="59962" y="15351"/>
                </a:cubicBezTo>
                <a:lnTo>
                  <a:pt x="54893" y="14899"/>
                </a:lnTo>
                <a:cubicBezTo>
                  <a:pt x="58360" y="17346"/>
                  <a:pt x="60806" y="20245"/>
                  <a:pt x="62292" y="23725"/>
                </a:cubicBezTo>
                <a:cubicBezTo>
                  <a:pt x="63821" y="27133"/>
                  <a:pt x="64331" y="31168"/>
                  <a:pt x="63938" y="35726"/>
                </a:cubicBezTo>
                <a:cubicBezTo>
                  <a:pt x="63195" y="43285"/>
                  <a:pt x="59729" y="49097"/>
                  <a:pt x="53582" y="53189"/>
                </a:cubicBezTo>
                <a:cubicBezTo>
                  <a:pt x="47334" y="57282"/>
                  <a:pt x="39470" y="58884"/>
                  <a:pt x="29974" y="57966"/>
                </a:cubicBezTo>
                <a:cubicBezTo>
                  <a:pt x="20419" y="57122"/>
                  <a:pt x="12962" y="54048"/>
                  <a:pt x="7675" y="48864"/>
                </a:cubicBezTo>
                <a:cubicBezTo>
                  <a:pt x="2330" y="43751"/>
                  <a:pt x="0" y="37372"/>
                  <a:pt x="728" y="29813"/>
                </a:cubicBezTo>
                <a:cubicBezTo>
                  <a:pt x="1136" y="25255"/>
                  <a:pt x="2389" y="21395"/>
                  <a:pt x="4486" y="18322"/>
                </a:cubicBezTo>
                <a:cubicBezTo>
                  <a:pt x="6598" y="15191"/>
                  <a:pt x="9554" y="12802"/>
                  <a:pt x="13414" y="11040"/>
                </a:cubicBezTo>
                <a:lnTo>
                  <a:pt x="4034" y="10122"/>
                </a:lnTo>
                <a:lnTo>
                  <a:pt x="4996" y="0"/>
                </a:lnTo>
                <a:lnTo>
                  <a:pt x="59044" y="5054"/>
                </a:lnTo>
                <a:close/>
                <a:moveTo>
                  <a:pt x="59044" y="50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124A4-F5CC-4A0D-BD53-B968376E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26" y="6573970"/>
            <a:ext cx="66050" cy="55243"/>
          </a:xfrm>
          <a:custGeom xmlns:a="http://schemas.openxmlformats.org/drawingml/2006/main">
            <a:pathLst>
              <a:path w="66050" h="55243">
                <a:moveTo>
                  <a:pt x="33105" y="21512"/>
                </a:moveTo>
                <a:cubicBezTo>
                  <a:pt x="32362" y="29697"/>
                  <a:pt x="32770" y="35508"/>
                  <a:pt x="34299" y="38800"/>
                </a:cubicBezTo>
                <a:cubicBezTo>
                  <a:pt x="35901" y="42164"/>
                  <a:pt x="38960" y="44043"/>
                  <a:pt x="43460" y="44494"/>
                </a:cubicBezTo>
                <a:cubicBezTo>
                  <a:pt x="47043" y="44771"/>
                  <a:pt x="50058" y="43868"/>
                  <a:pt x="52388" y="41698"/>
                </a:cubicBezTo>
                <a:cubicBezTo>
                  <a:pt x="54733" y="39542"/>
                  <a:pt x="56029" y="36411"/>
                  <a:pt x="56437" y="32318"/>
                </a:cubicBezTo>
                <a:cubicBezTo>
                  <a:pt x="56947" y="26682"/>
                  <a:pt x="55403" y="22021"/>
                  <a:pt x="51704" y="18205"/>
                </a:cubicBezTo>
                <a:cubicBezTo>
                  <a:pt x="48062" y="14448"/>
                  <a:pt x="42950" y="12292"/>
                  <a:pt x="36294" y="11666"/>
                </a:cubicBezTo>
                <a:lnTo>
                  <a:pt x="34081" y="11433"/>
                </a:lnTo>
                <a:lnTo>
                  <a:pt x="33105" y="21512"/>
                </a:lnTo>
                <a:close/>
                <a:moveTo>
                  <a:pt x="30833" y="918"/>
                </a:moveTo>
                <a:lnTo>
                  <a:pt x="66050" y="4209"/>
                </a:lnTo>
                <a:lnTo>
                  <a:pt x="65074" y="14346"/>
                </a:lnTo>
                <a:lnTo>
                  <a:pt x="55694" y="13487"/>
                </a:lnTo>
                <a:cubicBezTo>
                  <a:pt x="59219" y="16108"/>
                  <a:pt x="61724" y="19283"/>
                  <a:pt x="63209" y="22866"/>
                </a:cubicBezTo>
                <a:cubicBezTo>
                  <a:pt x="64680" y="26507"/>
                  <a:pt x="65132" y="30833"/>
                  <a:pt x="64680" y="35843"/>
                </a:cubicBezTo>
                <a:cubicBezTo>
                  <a:pt x="64112" y="42164"/>
                  <a:pt x="61840" y="46999"/>
                  <a:pt x="57966" y="50407"/>
                </a:cubicBezTo>
                <a:cubicBezTo>
                  <a:pt x="54048" y="53815"/>
                  <a:pt x="49155" y="55243"/>
                  <a:pt x="43183" y="54675"/>
                </a:cubicBezTo>
                <a:cubicBezTo>
                  <a:pt x="36236" y="53990"/>
                  <a:pt x="31226" y="51208"/>
                  <a:pt x="28153" y="46257"/>
                </a:cubicBezTo>
                <a:cubicBezTo>
                  <a:pt x="25022" y="41246"/>
                  <a:pt x="23944" y="34139"/>
                  <a:pt x="24803" y="24920"/>
                </a:cubicBezTo>
                <a:lnTo>
                  <a:pt x="26114" y="10705"/>
                </a:lnTo>
                <a:lnTo>
                  <a:pt x="25138" y="10588"/>
                </a:lnTo>
                <a:cubicBezTo>
                  <a:pt x="20478" y="10181"/>
                  <a:pt x="16720" y="11375"/>
                  <a:pt x="13880" y="14171"/>
                </a:cubicBezTo>
                <a:cubicBezTo>
                  <a:pt x="11040" y="17011"/>
                  <a:pt x="9321" y="21220"/>
                  <a:pt x="8811" y="26740"/>
                </a:cubicBezTo>
                <a:cubicBezTo>
                  <a:pt x="8476" y="30265"/>
                  <a:pt x="8593" y="33746"/>
                  <a:pt x="9103" y="37212"/>
                </a:cubicBezTo>
                <a:cubicBezTo>
                  <a:pt x="9671" y="40620"/>
                  <a:pt x="10632" y="43926"/>
                  <a:pt x="12059" y="47160"/>
                </a:cubicBezTo>
                <a:lnTo>
                  <a:pt x="2665" y="46315"/>
                </a:lnTo>
                <a:cubicBezTo>
                  <a:pt x="1588" y="42441"/>
                  <a:pt x="845" y="38741"/>
                  <a:pt x="451" y="35217"/>
                </a:cubicBezTo>
                <a:cubicBezTo>
                  <a:pt x="58" y="31634"/>
                  <a:pt x="0" y="28226"/>
                  <a:pt x="335" y="24920"/>
                </a:cubicBezTo>
                <a:cubicBezTo>
                  <a:pt x="1194" y="15992"/>
                  <a:pt x="4093" y="9496"/>
                  <a:pt x="9161" y="5520"/>
                </a:cubicBezTo>
                <a:cubicBezTo>
                  <a:pt x="14157" y="1602"/>
                  <a:pt x="21381" y="0"/>
                  <a:pt x="30833" y="918"/>
                </a:cubicBezTo>
                <a:close/>
                <a:moveTo>
                  <a:pt x="30833" y="9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A95F6-59BD-492C-A390-1F06B1C8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172" y="6539103"/>
            <a:ext cx="86702" cy="18205"/>
          </a:xfrm>
          <a:custGeom xmlns:a="http://schemas.openxmlformats.org/drawingml/2006/main">
            <a:pathLst>
              <a:path w="86702" h="18205">
                <a:moveTo>
                  <a:pt x="0" y="10181"/>
                </a:moveTo>
                <a:lnTo>
                  <a:pt x="903" y="0"/>
                </a:lnTo>
                <a:lnTo>
                  <a:pt x="86702" y="8069"/>
                </a:lnTo>
                <a:lnTo>
                  <a:pt x="85741" y="18205"/>
                </a:lnTo>
                <a:lnTo>
                  <a:pt x="0" y="10181"/>
                </a:lnTo>
                <a:close/>
                <a:moveTo>
                  <a:pt x="0" y="101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305D6-D3D7-4F83-BE1A-5CCD7C17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189" y="6469121"/>
            <a:ext cx="66224" cy="59277"/>
          </a:xfrm>
          <a:custGeom xmlns:a="http://schemas.openxmlformats.org/drawingml/2006/main">
            <a:pathLst>
              <a:path w="66224" h="59277">
                <a:moveTo>
                  <a:pt x="33236" y="859"/>
                </a:moveTo>
                <a:lnTo>
                  <a:pt x="38188" y="1369"/>
                </a:lnTo>
                <a:lnTo>
                  <a:pt x="33804" y="47961"/>
                </a:lnTo>
                <a:cubicBezTo>
                  <a:pt x="40795" y="48194"/>
                  <a:pt x="46315" y="46591"/>
                  <a:pt x="50349" y="43183"/>
                </a:cubicBezTo>
                <a:cubicBezTo>
                  <a:pt x="54340" y="39717"/>
                  <a:pt x="56670" y="34649"/>
                  <a:pt x="57296" y="27935"/>
                </a:cubicBezTo>
                <a:cubicBezTo>
                  <a:pt x="57690" y="24060"/>
                  <a:pt x="57529" y="20259"/>
                  <a:pt x="56961" y="16501"/>
                </a:cubicBezTo>
                <a:cubicBezTo>
                  <a:pt x="56335" y="12744"/>
                  <a:pt x="55243" y="8986"/>
                  <a:pt x="53655" y="5170"/>
                </a:cubicBezTo>
                <a:lnTo>
                  <a:pt x="63268" y="6088"/>
                </a:lnTo>
                <a:cubicBezTo>
                  <a:pt x="64462" y="9846"/>
                  <a:pt x="65263" y="13705"/>
                  <a:pt x="65715" y="17579"/>
                </a:cubicBezTo>
                <a:cubicBezTo>
                  <a:pt x="66166" y="21512"/>
                  <a:pt x="66224" y="25429"/>
                  <a:pt x="65831" y="29362"/>
                </a:cubicBezTo>
                <a:cubicBezTo>
                  <a:pt x="64913" y="39193"/>
                  <a:pt x="61331" y="46708"/>
                  <a:pt x="55083" y="51937"/>
                </a:cubicBezTo>
                <a:cubicBezTo>
                  <a:pt x="48820" y="57180"/>
                  <a:pt x="40737" y="59277"/>
                  <a:pt x="31008" y="58374"/>
                </a:cubicBezTo>
                <a:cubicBezTo>
                  <a:pt x="20885" y="57457"/>
                  <a:pt x="13152" y="53932"/>
                  <a:pt x="7748" y="47961"/>
                </a:cubicBezTo>
                <a:cubicBezTo>
                  <a:pt x="2287" y="41931"/>
                  <a:pt x="0" y="34299"/>
                  <a:pt x="859" y="25036"/>
                </a:cubicBezTo>
                <a:cubicBezTo>
                  <a:pt x="1660" y="16720"/>
                  <a:pt x="4952" y="10414"/>
                  <a:pt x="10763" y="6088"/>
                </a:cubicBezTo>
                <a:cubicBezTo>
                  <a:pt x="16560" y="1762"/>
                  <a:pt x="24017" y="0"/>
                  <a:pt x="33236" y="859"/>
                </a:cubicBezTo>
                <a:close/>
                <a:moveTo>
                  <a:pt x="29245" y="10749"/>
                </a:moveTo>
                <a:cubicBezTo>
                  <a:pt x="23725" y="10297"/>
                  <a:pt x="19181" y="11433"/>
                  <a:pt x="15598" y="14171"/>
                </a:cubicBezTo>
                <a:cubicBezTo>
                  <a:pt x="11957" y="16895"/>
                  <a:pt x="9962" y="20769"/>
                  <a:pt x="9452" y="25721"/>
                </a:cubicBezTo>
                <a:cubicBezTo>
                  <a:pt x="8943" y="31401"/>
                  <a:pt x="10137" y="36076"/>
                  <a:pt x="12977" y="39761"/>
                </a:cubicBezTo>
                <a:cubicBezTo>
                  <a:pt x="15875" y="43460"/>
                  <a:pt x="20201" y="45849"/>
                  <a:pt x="25954" y="46883"/>
                </a:cubicBezTo>
                <a:lnTo>
                  <a:pt x="29245" y="10749"/>
                </a:lnTo>
                <a:close/>
                <a:moveTo>
                  <a:pt x="29245" y="107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3EB3A-BD6E-4B2C-B9ED-BD69CE94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57" y="6390153"/>
            <a:ext cx="86090" cy="70492"/>
          </a:xfrm>
          <a:custGeom xmlns:a="http://schemas.openxmlformats.org/drawingml/2006/main">
            <a:pathLst>
              <a:path w="86090" h="70492">
                <a:moveTo>
                  <a:pt x="0" y="69574"/>
                </a:moveTo>
                <a:lnTo>
                  <a:pt x="6496" y="0"/>
                </a:lnTo>
                <a:lnTo>
                  <a:pt x="15875" y="859"/>
                </a:lnTo>
                <a:lnTo>
                  <a:pt x="13152" y="30090"/>
                </a:lnTo>
                <a:lnTo>
                  <a:pt x="86090" y="36921"/>
                </a:lnTo>
                <a:lnTo>
                  <a:pt x="84998" y="48077"/>
                </a:lnTo>
                <a:lnTo>
                  <a:pt x="12118" y="41246"/>
                </a:lnTo>
                <a:lnTo>
                  <a:pt x="9394" y="70492"/>
                </a:lnTo>
                <a:lnTo>
                  <a:pt x="0" y="69574"/>
                </a:lnTo>
                <a:close/>
                <a:moveTo>
                  <a:pt x="0" y="695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1201A-976B-4916-A14C-DFA3754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521" y="6362611"/>
            <a:ext cx="62641" cy="41989"/>
          </a:xfrm>
          <a:custGeom xmlns:a="http://schemas.openxmlformats.org/drawingml/2006/main">
            <a:pathLst>
              <a:path w="62641" h="41989">
                <a:moveTo>
                  <a:pt x="12860" y="918"/>
                </a:moveTo>
                <a:cubicBezTo>
                  <a:pt x="12059" y="1995"/>
                  <a:pt x="11491" y="3190"/>
                  <a:pt x="11040" y="4500"/>
                </a:cubicBezTo>
                <a:cubicBezTo>
                  <a:pt x="10574" y="5811"/>
                  <a:pt x="10297" y="7282"/>
                  <a:pt x="10122" y="8884"/>
                </a:cubicBezTo>
                <a:cubicBezTo>
                  <a:pt x="9612" y="14623"/>
                  <a:pt x="11040" y="19181"/>
                  <a:pt x="14506" y="22589"/>
                </a:cubicBezTo>
                <a:cubicBezTo>
                  <a:pt x="17914" y="26070"/>
                  <a:pt x="23157" y="28051"/>
                  <a:pt x="30148" y="28736"/>
                </a:cubicBezTo>
                <a:lnTo>
                  <a:pt x="62641" y="31750"/>
                </a:lnTo>
                <a:lnTo>
                  <a:pt x="61724" y="41989"/>
                </a:lnTo>
                <a:lnTo>
                  <a:pt x="0" y="36193"/>
                </a:lnTo>
                <a:lnTo>
                  <a:pt x="903" y="26012"/>
                </a:lnTo>
                <a:lnTo>
                  <a:pt x="10515" y="26915"/>
                </a:lnTo>
                <a:cubicBezTo>
                  <a:pt x="6991" y="24410"/>
                  <a:pt x="4428" y="21337"/>
                  <a:pt x="2957" y="17754"/>
                </a:cubicBezTo>
                <a:cubicBezTo>
                  <a:pt x="1471" y="14171"/>
                  <a:pt x="961" y="9962"/>
                  <a:pt x="1413" y="5068"/>
                </a:cubicBezTo>
                <a:cubicBezTo>
                  <a:pt x="1471" y="4384"/>
                  <a:pt x="1588" y="3597"/>
                  <a:pt x="1762" y="2738"/>
                </a:cubicBezTo>
                <a:cubicBezTo>
                  <a:pt x="1937" y="1937"/>
                  <a:pt x="2156" y="976"/>
                  <a:pt x="2447" y="0"/>
                </a:cubicBezTo>
                <a:lnTo>
                  <a:pt x="12860" y="918"/>
                </a:lnTo>
                <a:close/>
                <a:moveTo>
                  <a:pt x="12860" y="9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5367E-9426-4DB3-AEE5-F30B5EA4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123" y="6305330"/>
            <a:ext cx="65991" cy="55184"/>
          </a:xfrm>
          <a:custGeom xmlns:a="http://schemas.openxmlformats.org/drawingml/2006/main">
            <a:pathLst>
              <a:path w="65991" h="55184">
                <a:moveTo>
                  <a:pt x="33119" y="21497"/>
                </a:moveTo>
                <a:cubicBezTo>
                  <a:pt x="32318" y="29697"/>
                  <a:pt x="32712" y="35435"/>
                  <a:pt x="34314" y="38800"/>
                </a:cubicBezTo>
                <a:cubicBezTo>
                  <a:pt x="35843" y="42149"/>
                  <a:pt x="38916" y="44028"/>
                  <a:pt x="43475" y="44436"/>
                </a:cubicBezTo>
                <a:cubicBezTo>
                  <a:pt x="47058" y="44771"/>
                  <a:pt x="50014" y="43868"/>
                  <a:pt x="52344" y="41698"/>
                </a:cubicBezTo>
                <a:cubicBezTo>
                  <a:pt x="54675" y="39484"/>
                  <a:pt x="56044" y="36353"/>
                  <a:pt x="56437" y="32318"/>
                </a:cubicBezTo>
                <a:cubicBezTo>
                  <a:pt x="56947" y="26682"/>
                  <a:pt x="55359" y="21963"/>
                  <a:pt x="51718" y="18205"/>
                </a:cubicBezTo>
                <a:cubicBezTo>
                  <a:pt x="48019" y="14448"/>
                  <a:pt x="42892" y="12234"/>
                  <a:pt x="36294" y="11608"/>
                </a:cubicBezTo>
                <a:lnTo>
                  <a:pt x="34022" y="11375"/>
                </a:lnTo>
                <a:lnTo>
                  <a:pt x="33119" y="21497"/>
                </a:lnTo>
                <a:close/>
                <a:moveTo>
                  <a:pt x="30775" y="845"/>
                </a:moveTo>
                <a:lnTo>
                  <a:pt x="65991" y="4151"/>
                </a:lnTo>
                <a:lnTo>
                  <a:pt x="65030" y="14331"/>
                </a:lnTo>
                <a:lnTo>
                  <a:pt x="55694" y="13428"/>
                </a:lnTo>
                <a:cubicBezTo>
                  <a:pt x="59233" y="16094"/>
                  <a:pt x="61724" y="19225"/>
                  <a:pt x="63151" y="22866"/>
                </a:cubicBezTo>
                <a:cubicBezTo>
                  <a:pt x="64637" y="26507"/>
                  <a:pt x="65147" y="30775"/>
                  <a:pt x="64637" y="35785"/>
                </a:cubicBezTo>
                <a:cubicBezTo>
                  <a:pt x="64069" y="42091"/>
                  <a:pt x="61840" y="46985"/>
                  <a:pt x="57923" y="50407"/>
                </a:cubicBezTo>
                <a:cubicBezTo>
                  <a:pt x="54048" y="53757"/>
                  <a:pt x="49097" y="55184"/>
                  <a:pt x="43125" y="54616"/>
                </a:cubicBezTo>
                <a:cubicBezTo>
                  <a:pt x="36193" y="53990"/>
                  <a:pt x="31182" y="51150"/>
                  <a:pt x="28109" y="46198"/>
                </a:cubicBezTo>
                <a:cubicBezTo>
                  <a:pt x="25036" y="41188"/>
                  <a:pt x="23900" y="34139"/>
                  <a:pt x="24745" y="24920"/>
                </a:cubicBezTo>
                <a:lnTo>
                  <a:pt x="26114" y="10632"/>
                </a:lnTo>
                <a:lnTo>
                  <a:pt x="25094" y="10574"/>
                </a:lnTo>
                <a:cubicBezTo>
                  <a:pt x="20419" y="10122"/>
                  <a:pt x="16676" y="11317"/>
                  <a:pt x="13822" y="14171"/>
                </a:cubicBezTo>
                <a:cubicBezTo>
                  <a:pt x="10982" y="17011"/>
                  <a:pt x="9336" y="21162"/>
                  <a:pt x="8826" y="26740"/>
                </a:cubicBezTo>
                <a:cubicBezTo>
                  <a:pt x="8476" y="30265"/>
                  <a:pt x="8535" y="33731"/>
                  <a:pt x="9103" y="37154"/>
                </a:cubicBezTo>
                <a:cubicBezTo>
                  <a:pt x="9612" y="40562"/>
                  <a:pt x="10588" y="43912"/>
                  <a:pt x="12001" y="47160"/>
                </a:cubicBezTo>
                <a:lnTo>
                  <a:pt x="2622" y="46257"/>
                </a:lnTo>
                <a:cubicBezTo>
                  <a:pt x="1544" y="42441"/>
                  <a:pt x="801" y="38741"/>
                  <a:pt x="408" y="35158"/>
                </a:cubicBezTo>
                <a:cubicBezTo>
                  <a:pt x="58" y="31634"/>
                  <a:pt x="0" y="28153"/>
                  <a:pt x="291" y="24861"/>
                </a:cubicBezTo>
                <a:cubicBezTo>
                  <a:pt x="1136" y="15933"/>
                  <a:pt x="4093" y="9496"/>
                  <a:pt x="9103" y="5520"/>
                </a:cubicBezTo>
                <a:cubicBezTo>
                  <a:pt x="14171" y="1529"/>
                  <a:pt x="21395" y="0"/>
                  <a:pt x="30775" y="845"/>
                </a:cubicBezTo>
                <a:close/>
                <a:moveTo>
                  <a:pt x="30775" y="8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F053F-3696-4E80-94FD-08995607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325" y="6270448"/>
            <a:ext cx="86702" cy="18147"/>
          </a:xfrm>
          <a:custGeom xmlns:a="http://schemas.openxmlformats.org/drawingml/2006/main">
            <a:pathLst>
              <a:path w="86702" h="18147">
                <a:moveTo>
                  <a:pt x="24060" y="12409"/>
                </a:moveTo>
                <a:lnTo>
                  <a:pt x="24963" y="2228"/>
                </a:lnTo>
                <a:lnTo>
                  <a:pt x="86702" y="8025"/>
                </a:lnTo>
                <a:lnTo>
                  <a:pt x="85726" y="18147"/>
                </a:lnTo>
                <a:lnTo>
                  <a:pt x="24060" y="12409"/>
                </a:lnTo>
                <a:close/>
                <a:moveTo>
                  <a:pt x="0" y="10137"/>
                </a:moveTo>
                <a:lnTo>
                  <a:pt x="961" y="0"/>
                </a:lnTo>
                <a:lnTo>
                  <a:pt x="13822" y="1194"/>
                </a:lnTo>
                <a:lnTo>
                  <a:pt x="12846" y="11331"/>
                </a:lnTo>
                <a:lnTo>
                  <a:pt x="0" y="10137"/>
                </a:lnTo>
                <a:close/>
                <a:moveTo>
                  <a:pt x="0" y="101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476CC-98A7-4981-A6DB-9574D6F2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284" y="6201675"/>
            <a:ext cx="66559" cy="55971"/>
          </a:xfrm>
          <a:custGeom xmlns:a="http://schemas.openxmlformats.org/drawingml/2006/main">
            <a:pathLst>
              <a:path w="66559" h="55971">
                <a:moveTo>
                  <a:pt x="29304" y="786"/>
                </a:moveTo>
                <a:lnTo>
                  <a:pt x="66559" y="4267"/>
                </a:lnTo>
                <a:lnTo>
                  <a:pt x="65598" y="14390"/>
                </a:lnTo>
                <a:lnTo>
                  <a:pt x="28677" y="10923"/>
                </a:lnTo>
                <a:cubicBezTo>
                  <a:pt x="22808" y="10399"/>
                  <a:pt x="18322" y="11142"/>
                  <a:pt x="15249" y="13137"/>
                </a:cubicBezTo>
                <a:cubicBezTo>
                  <a:pt x="12118" y="15132"/>
                  <a:pt x="10355" y="18424"/>
                  <a:pt x="9904" y="22983"/>
                </a:cubicBezTo>
                <a:cubicBezTo>
                  <a:pt x="9394" y="28444"/>
                  <a:pt x="10749" y="32930"/>
                  <a:pt x="13938" y="36411"/>
                </a:cubicBezTo>
                <a:cubicBezTo>
                  <a:pt x="17128" y="39936"/>
                  <a:pt x="21730" y="41931"/>
                  <a:pt x="27760" y="42499"/>
                </a:cubicBezTo>
                <a:lnTo>
                  <a:pt x="62641" y="45790"/>
                </a:lnTo>
                <a:lnTo>
                  <a:pt x="61666" y="55971"/>
                </a:lnTo>
                <a:lnTo>
                  <a:pt x="0" y="50174"/>
                </a:lnTo>
                <a:lnTo>
                  <a:pt x="918" y="39994"/>
                </a:lnTo>
                <a:lnTo>
                  <a:pt x="10530" y="40897"/>
                </a:lnTo>
                <a:cubicBezTo>
                  <a:pt x="7049" y="38115"/>
                  <a:pt x="4559" y="34984"/>
                  <a:pt x="3015" y="31576"/>
                </a:cubicBezTo>
                <a:cubicBezTo>
                  <a:pt x="1486" y="28095"/>
                  <a:pt x="918" y="24177"/>
                  <a:pt x="1311" y="19910"/>
                </a:cubicBezTo>
                <a:cubicBezTo>
                  <a:pt x="1995" y="12802"/>
                  <a:pt x="4661" y="7617"/>
                  <a:pt x="9394" y="4428"/>
                </a:cubicBezTo>
                <a:cubicBezTo>
                  <a:pt x="14113" y="1194"/>
                  <a:pt x="20769" y="0"/>
                  <a:pt x="29304" y="786"/>
                </a:cubicBezTo>
                <a:close/>
                <a:moveTo>
                  <a:pt x="29304" y="7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44D73-831E-45DC-BF6C-79DA45BF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842" y="6171352"/>
            <a:ext cx="15074" cy="12962"/>
          </a:xfrm>
          <a:custGeom xmlns:a="http://schemas.openxmlformats.org/drawingml/2006/main">
            <a:pathLst>
              <a:path w="15074" h="12962">
                <a:moveTo>
                  <a:pt x="0" y="11593"/>
                </a:moveTo>
                <a:lnTo>
                  <a:pt x="1078" y="0"/>
                </a:lnTo>
                <a:lnTo>
                  <a:pt x="15074" y="1296"/>
                </a:lnTo>
                <a:lnTo>
                  <a:pt x="13996" y="12962"/>
                </a:lnTo>
                <a:lnTo>
                  <a:pt x="0" y="11593"/>
                </a:lnTo>
                <a:close/>
                <a:moveTo>
                  <a:pt x="0" y="115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E9A85C-9C9F-458A-AAB2-CD9262D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206" y="6135451"/>
            <a:ext cx="15132" cy="12962"/>
          </a:xfrm>
          <a:custGeom xmlns:a="http://schemas.openxmlformats.org/drawingml/2006/main">
            <a:pathLst>
              <a:path w="15132" h="12962">
                <a:moveTo>
                  <a:pt x="0" y="11666"/>
                </a:moveTo>
                <a:lnTo>
                  <a:pt x="1078" y="0"/>
                </a:lnTo>
                <a:lnTo>
                  <a:pt x="15132" y="1311"/>
                </a:lnTo>
                <a:lnTo>
                  <a:pt x="13996" y="12962"/>
                </a:lnTo>
                <a:lnTo>
                  <a:pt x="0" y="11666"/>
                </a:lnTo>
                <a:close/>
                <a:moveTo>
                  <a:pt x="0" y="1166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F3384-EC26-4CA2-BA3A-319F5860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176" y="6054210"/>
            <a:ext cx="83337" cy="59335"/>
          </a:xfrm>
          <a:custGeom xmlns:a="http://schemas.openxmlformats.org/drawingml/2006/main">
            <a:pathLst>
              <a:path w="83337" h="59335">
                <a:moveTo>
                  <a:pt x="10239" y="41348"/>
                </a:moveTo>
                <a:lnTo>
                  <a:pt x="41130" y="44203"/>
                </a:lnTo>
                <a:lnTo>
                  <a:pt x="42441" y="30207"/>
                </a:lnTo>
                <a:cubicBezTo>
                  <a:pt x="42950" y="25022"/>
                  <a:pt x="41989" y="20929"/>
                  <a:pt x="39542" y="17856"/>
                </a:cubicBezTo>
                <a:cubicBezTo>
                  <a:pt x="37154" y="14725"/>
                  <a:pt x="33454" y="12962"/>
                  <a:pt x="28503" y="12511"/>
                </a:cubicBezTo>
                <a:cubicBezTo>
                  <a:pt x="23551" y="12059"/>
                  <a:pt x="19618" y="13137"/>
                  <a:pt x="16662" y="15700"/>
                </a:cubicBezTo>
                <a:cubicBezTo>
                  <a:pt x="13705" y="18264"/>
                  <a:pt x="12001" y="22123"/>
                  <a:pt x="11550" y="27308"/>
                </a:cubicBezTo>
                <a:lnTo>
                  <a:pt x="10239" y="41348"/>
                </a:lnTo>
                <a:close/>
                <a:moveTo>
                  <a:pt x="0" y="51602"/>
                </a:moveTo>
                <a:lnTo>
                  <a:pt x="2389" y="26449"/>
                </a:lnTo>
                <a:cubicBezTo>
                  <a:pt x="3233" y="17230"/>
                  <a:pt x="5971" y="10457"/>
                  <a:pt x="10574" y="6146"/>
                </a:cubicBezTo>
                <a:cubicBezTo>
                  <a:pt x="15191" y="1821"/>
                  <a:pt x="21555" y="0"/>
                  <a:pt x="29580" y="786"/>
                </a:cubicBezTo>
                <a:cubicBezTo>
                  <a:pt x="37722" y="1529"/>
                  <a:pt x="43635" y="4486"/>
                  <a:pt x="47334" y="9612"/>
                </a:cubicBezTo>
                <a:cubicBezTo>
                  <a:pt x="51034" y="14666"/>
                  <a:pt x="52446" y="21847"/>
                  <a:pt x="51602" y="31051"/>
                </a:cubicBezTo>
                <a:lnTo>
                  <a:pt x="50291" y="45106"/>
                </a:lnTo>
                <a:lnTo>
                  <a:pt x="83337" y="48179"/>
                </a:lnTo>
                <a:lnTo>
                  <a:pt x="82318" y="59335"/>
                </a:lnTo>
                <a:lnTo>
                  <a:pt x="0" y="51602"/>
                </a:lnTo>
                <a:close/>
                <a:moveTo>
                  <a:pt x="0" y="516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30D81-4298-435B-BB78-F63863C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800" y="5993215"/>
            <a:ext cx="66224" cy="59277"/>
          </a:xfrm>
          <a:custGeom xmlns:a="http://schemas.openxmlformats.org/drawingml/2006/main">
            <a:pathLst>
              <a:path w="66224" h="59277">
                <a:moveTo>
                  <a:pt x="33163" y="859"/>
                </a:moveTo>
                <a:lnTo>
                  <a:pt x="38115" y="1311"/>
                </a:lnTo>
                <a:lnTo>
                  <a:pt x="33789" y="47961"/>
                </a:lnTo>
                <a:cubicBezTo>
                  <a:pt x="40795" y="48135"/>
                  <a:pt x="46315" y="46533"/>
                  <a:pt x="50291" y="43125"/>
                </a:cubicBezTo>
                <a:cubicBezTo>
                  <a:pt x="54325" y="39717"/>
                  <a:pt x="56670" y="34649"/>
                  <a:pt x="57282" y="27876"/>
                </a:cubicBezTo>
                <a:cubicBezTo>
                  <a:pt x="57631" y="24017"/>
                  <a:pt x="57515" y="20201"/>
                  <a:pt x="56889" y="16443"/>
                </a:cubicBezTo>
                <a:cubicBezTo>
                  <a:pt x="56321" y="12686"/>
                  <a:pt x="55184" y="8928"/>
                  <a:pt x="53641" y="5127"/>
                </a:cubicBezTo>
                <a:lnTo>
                  <a:pt x="63209" y="6030"/>
                </a:lnTo>
                <a:cubicBezTo>
                  <a:pt x="64404" y="9846"/>
                  <a:pt x="65248" y="13661"/>
                  <a:pt x="65715" y="17579"/>
                </a:cubicBezTo>
                <a:cubicBezTo>
                  <a:pt x="66166" y="21453"/>
                  <a:pt x="66224" y="25371"/>
                  <a:pt x="65816" y="29304"/>
                </a:cubicBezTo>
                <a:cubicBezTo>
                  <a:pt x="64913" y="39149"/>
                  <a:pt x="61331" y="46708"/>
                  <a:pt x="55068" y="51893"/>
                </a:cubicBezTo>
                <a:cubicBezTo>
                  <a:pt x="48762" y="57122"/>
                  <a:pt x="40737" y="59277"/>
                  <a:pt x="30949" y="58374"/>
                </a:cubicBezTo>
                <a:cubicBezTo>
                  <a:pt x="20871" y="57413"/>
                  <a:pt x="13079" y="53932"/>
                  <a:pt x="7675" y="47902"/>
                </a:cubicBezTo>
                <a:cubicBezTo>
                  <a:pt x="2272" y="41873"/>
                  <a:pt x="0" y="34255"/>
                  <a:pt x="859" y="24978"/>
                </a:cubicBezTo>
                <a:cubicBezTo>
                  <a:pt x="1646" y="16676"/>
                  <a:pt x="4894" y="10355"/>
                  <a:pt x="10690" y="6030"/>
                </a:cubicBezTo>
                <a:cubicBezTo>
                  <a:pt x="16501" y="1704"/>
                  <a:pt x="24002" y="0"/>
                  <a:pt x="33163" y="859"/>
                </a:cubicBezTo>
                <a:close/>
                <a:moveTo>
                  <a:pt x="29245" y="10705"/>
                </a:moveTo>
                <a:cubicBezTo>
                  <a:pt x="23725" y="10239"/>
                  <a:pt x="19108" y="11375"/>
                  <a:pt x="15526" y="14113"/>
                </a:cubicBezTo>
                <a:cubicBezTo>
                  <a:pt x="11943" y="16836"/>
                  <a:pt x="9904" y="20711"/>
                  <a:pt x="9438" y="25721"/>
                </a:cubicBezTo>
                <a:cubicBezTo>
                  <a:pt x="8928" y="31357"/>
                  <a:pt x="10064" y="36018"/>
                  <a:pt x="12977" y="39717"/>
                </a:cubicBezTo>
                <a:cubicBezTo>
                  <a:pt x="15875" y="43416"/>
                  <a:pt x="20201" y="45805"/>
                  <a:pt x="25939" y="46883"/>
                </a:cubicBezTo>
                <a:lnTo>
                  <a:pt x="29245" y="10705"/>
                </a:lnTo>
                <a:close/>
                <a:moveTo>
                  <a:pt x="29245" y="107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3B33B-B437-4A48-A676-B96DE34D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65" y="5938948"/>
            <a:ext cx="62700" cy="41975"/>
          </a:xfrm>
          <a:custGeom xmlns:a="http://schemas.openxmlformats.org/drawingml/2006/main">
            <a:pathLst>
              <a:path w="62700" h="41975">
                <a:moveTo>
                  <a:pt x="12860" y="961"/>
                </a:moveTo>
                <a:cubicBezTo>
                  <a:pt x="12118" y="2039"/>
                  <a:pt x="11491" y="3233"/>
                  <a:pt x="11098" y="4544"/>
                </a:cubicBezTo>
                <a:cubicBezTo>
                  <a:pt x="10647" y="5855"/>
                  <a:pt x="10355" y="7282"/>
                  <a:pt x="10195" y="8928"/>
                </a:cubicBezTo>
                <a:cubicBezTo>
                  <a:pt x="9627" y="14608"/>
                  <a:pt x="11098" y="19225"/>
                  <a:pt x="14506" y="22633"/>
                </a:cubicBezTo>
                <a:cubicBezTo>
                  <a:pt x="17987" y="26056"/>
                  <a:pt x="23157" y="28095"/>
                  <a:pt x="30163" y="28721"/>
                </a:cubicBezTo>
                <a:lnTo>
                  <a:pt x="62700" y="31794"/>
                </a:lnTo>
                <a:lnTo>
                  <a:pt x="61738" y="41975"/>
                </a:lnTo>
                <a:lnTo>
                  <a:pt x="0" y="36178"/>
                </a:lnTo>
                <a:lnTo>
                  <a:pt x="976" y="25997"/>
                </a:lnTo>
                <a:lnTo>
                  <a:pt x="10588" y="26900"/>
                </a:lnTo>
                <a:cubicBezTo>
                  <a:pt x="7005" y="24395"/>
                  <a:pt x="4500" y="21381"/>
                  <a:pt x="3015" y="17798"/>
                </a:cubicBezTo>
                <a:cubicBezTo>
                  <a:pt x="1486" y="14215"/>
                  <a:pt x="976" y="9947"/>
                  <a:pt x="1427" y="5054"/>
                </a:cubicBezTo>
                <a:cubicBezTo>
                  <a:pt x="1486" y="4369"/>
                  <a:pt x="1602" y="3641"/>
                  <a:pt x="1777" y="2782"/>
                </a:cubicBezTo>
                <a:cubicBezTo>
                  <a:pt x="1937" y="1922"/>
                  <a:pt x="2170" y="1020"/>
                  <a:pt x="2447" y="0"/>
                </a:cubicBezTo>
                <a:lnTo>
                  <a:pt x="12860" y="961"/>
                </a:lnTo>
                <a:close/>
                <a:moveTo>
                  <a:pt x="12860" y="9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65420-8883-46DE-B15A-36BDF5C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547" y="5915951"/>
            <a:ext cx="86702" cy="18205"/>
          </a:xfrm>
          <a:custGeom xmlns:a="http://schemas.openxmlformats.org/drawingml/2006/main">
            <a:pathLst>
              <a:path w="86702" h="18205">
                <a:moveTo>
                  <a:pt x="24002" y="12409"/>
                </a:moveTo>
                <a:lnTo>
                  <a:pt x="24978" y="2287"/>
                </a:lnTo>
                <a:lnTo>
                  <a:pt x="86702" y="8025"/>
                </a:lnTo>
                <a:lnTo>
                  <a:pt x="85726" y="18205"/>
                </a:lnTo>
                <a:lnTo>
                  <a:pt x="24002" y="12409"/>
                </a:lnTo>
                <a:close/>
                <a:moveTo>
                  <a:pt x="0" y="10137"/>
                </a:moveTo>
                <a:lnTo>
                  <a:pt x="903" y="0"/>
                </a:lnTo>
                <a:lnTo>
                  <a:pt x="13763" y="1194"/>
                </a:lnTo>
                <a:lnTo>
                  <a:pt x="12860" y="11389"/>
                </a:lnTo>
                <a:lnTo>
                  <a:pt x="0" y="10137"/>
                </a:lnTo>
                <a:close/>
                <a:moveTo>
                  <a:pt x="0" y="101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9040F-ACFA-46FF-9005-FA937790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47" y="5846668"/>
            <a:ext cx="66457" cy="58593"/>
          </a:xfrm>
          <a:custGeom xmlns:a="http://schemas.openxmlformats.org/drawingml/2006/main">
            <a:pathLst>
              <a:path w="66457" h="58593">
                <a:moveTo>
                  <a:pt x="9394" y="27075"/>
                </a:moveTo>
                <a:cubicBezTo>
                  <a:pt x="8884" y="32537"/>
                  <a:pt x="10588" y="37037"/>
                  <a:pt x="14564" y="40562"/>
                </a:cubicBezTo>
                <a:cubicBezTo>
                  <a:pt x="18497" y="44145"/>
                  <a:pt x="24191" y="46242"/>
                  <a:pt x="31576" y="46926"/>
                </a:cubicBezTo>
                <a:cubicBezTo>
                  <a:pt x="38916" y="47611"/>
                  <a:pt x="44887" y="46591"/>
                  <a:pt x="49446" y="43853"/>
                </a:cubicBezTo>
                <a:cubicBezTo>
                  <a:pt x="53990" y="41130"/>
                  <a:pt x="56495" y="37037"/>
                  <a:pt x="57005" y="31576"/>
                </a:cubicBezTo>
                <a:cubicBezTo>
                  <a:pt x="57529" y="26114"/>
                  <a:pt x="55811" y="21672"/>
                  <a:pt x="51835" y="18089"/>
                </a:cubicBezTo>
                <a:cubicBezTo>
                  <a:pt x="47859" y="14564"/>
                  <a:pt x="42222" y="12394"/>
                  <a:pt x="34882" y="11710"/>
                </a:cubicBezTo>
                <a:cubicBezTo>
                  <a:pt x="27541" y="11025"/>
                  <a:pt x="21570" y="12059"/>
                  <a:pt x="17011" y="14841"/>
                </a:cubicBezTo>
                <a:cubicBezTo>
                  <a:pt x="12467" y="17579"/>
                  <a:pt x="9904" y="21672"/>
                  <a:pt x="9394" y="27075"/>
                </a:cubicBezTo>
                <a:close/>
                <a:moveTo>
                  <a:pt x="801" y="26274"/>
                </a:moveTo>
                <a:cubicBezTo>
                  <a:pt x="1660" y="17463"/>
                  <a:pt x="5127" y="10807"/>
                  <a:pt x="11389" y="6306"/>
                </a:cubicBezTo>
                <a:cubicBezTo>
                  <a:pt x="17579" y="1821"/>
                  <a:pt x="25721" y="0"/>
                  <a:pt x="35843" y="961"/>
                </a:cubicBezTo>
                <a:cubicBezTo>
                  <a:pt x="45980" y="1922"/>
                  <a:pt x="53655" y="5170"/>
                  <a:pt x="58942" y="10749"/>
                </a:cubicBezTo>
                <a:cubicBezTo>
                  <a:pt x="64244" y="16327"/>
                  <a:pt x="66457" y="23551"/>
                  <a:pt x="65598" y="32362"/>
                </a:cubicBezTo>
                <a:cubicBezTo>
                  <a:pt x="64812" y="41188"/>
                  <a:pt x="61272" y="47902"/>
                  <a:pt x="55024" y="52330"/>
                </a:cubicBezTo>
                <a:cubicBezTo>
                  <a:pt x="48820" y="56830"/>
                  <a:pt x="40620" y="58593"/>
                  <a:pt x="30556" y="57631"/>
                </a:cubicBezTo>
                <a:cubicBezTo>
                  <a:pt x="20434" y="56655"/>
                  <a:pt x="12744" y="53422"/>
                  <a:pt x="7457" y="47902"/>
                </a:cubicBezTo>
                <a:cubicBezTo>
                  <a:pt x="2228" y="42324"/>
                  <a:pt x="0" y="35158"/>
                  <a:pt x="801" y="26274"/>
                </a:cubicBezTo>
                <a:close/>
                <a:moveTo>
                  <a:pt x="801" y="262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7AEED-98C2-4E46-A550-302D9078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742" y="5774924"/>
            <a:ext cx="86702" cy="61214"/>
          </a:xfrm>
          <a:custGeom xmlns:a="http://schemas.openxmlformats.org/drawingml/2006/main">
            <a:pathLst>
              <a:path w="86702" h="61214">
                <a:moveTo>
                  <a:pt x="33396" y="13254"/>
                </a:moveTo>
                <a:lnTo>
                  <a:pt x="0" y="10122"/>
                </a:lnTo>
                <a:lnTo>
                  <a:pt x="961" y="0"/>
                </a:lnTo>
                <a:lnTo>
                  <a:pt x="86702" y="8025"/>
                </a:lnTo>
                <a:lnTo>
                  <a:pt x="85741" y="18205"/>
                </a:lnTo>
                <a:lnTo>
                  <a:pt x="76521" y="17288"/>
                </a:lnTo>
                <a:cubicBezTo>
                  <a:pt x="79988" y="19793"/>
                  <a:pt x="82434" y="22750"/>
                  <a:pt x="83920" y="26172"/>
                </a:cubicBezTo>
                <a:cubicBezTo>
                  <a:pt x="85391" y="29580"/>
                  <a:pt x="85901" y="33571"/>
                  <a:pt x="85508" y="38115"/>
                </a:cubicBezTo>
                <a:cubicBezTo>
                  <a:pt x="84823" y="45572"/>
                  <a:pt x="81240" y="51369"/>
                  <a:pt x="74876" y="55519"/>
                </a:cubicBezTo>
                <a:cubicBezTo>
                  <a:pt x="68496" y="59627"/>
                  <a:pt x="60413" y="61214"/>
                  <a:pt x="50742" y="60311"/>
                </a:cubicBezTo>
                <a:cubicBezTo>
                  <a:pt x="41013" y="59394"/>
                  <a:pt x="33396" y="56321"/>
                  <a:pt x="27935" y="51092"/>
                </a:cubicBezTo>
                <a:cubicBezTo>
                  <a:pt x="22415" y="45849"/>
                  <a:pt x="19968" y="39484"/>
                  <a:pt x="20711" y="32027"/>
                </a:cubicBezTo>
                <a:cubicBezTo>
                  <a:pt x="21104" y="27483"/>
                  <a:pt x="22356" y="23667"/>
                  <a:pt x="24468" y="20594"/>
                </a:cubicBezTo>
                <a:cubicBezTo>
                  <a:pt x="26565" y="17521"/>
                  <a:pt x="29522" y="15074"/>
                  <a:pt x="33396" y="13254"/>
                </a:cubicBezTo>
                <a:close/>
                <a:moveTo>
                  <a:pt x="51718" y="49839"/>
                </a:moveTo>
                <a:cubicBezTo>
                  <a:pt x="59175" y="50524"/>
                  <a:pt x="65147" y="49548"/>
                  <a:pt x="69691" y="46883"/>
                </a:cubicBezTo>
                <a:cubicBezTo>
                  <a:pt x="74249" y="44203"/>
                  <a:pt x="76754" y="40227"/>
                  <a:pt x="77264" y="34823"/>
                </a:cubicBezTo>
                <a:cubicBezTo>
                  <a:pt x="77716" y="29464"/>
                  <a:pt x="76012" y="25036"/>
                  <a:pt x="72079" y="21555"/>
                </a:cubicBezTo>
                <a:cubicBezTo>
                  <a:pt x="68103" y="18089"/>
                  <a:pt x="62408" y="15992"/>
                  <a:pt x="54951" y="15307"/>
                </a:cubicBezTo>
                <a:cubicBezTo>
                  <a:pt x="47509" y="14623"/>
                  <a:pt x="41479" y="15584"/>
                  <a:pt x="36979" y="18322"/>
                </a:cubicBezTo>
                <a:cubicBezTo>
                  <a:pt x="32435" y="20987"/>
                  <a:pt x="29930" y="24978"/>
                  <a:pt x="29420" y="30381"/>
                </a:cubicBezTo>
                <a:cubicBezTo>
                  <a:pt x="28896" y="35726"/>
                  <a:pt x="30614" y="40110"/>
                  <a:pt x="34590" y="43577"/>
                </a:cubicBezTo>
                <a:cubicBezTo>
                  <a:pt x="38567" y="47043"/>
                  <a:pt x="44261" y="49155"/>
                  <a:pt x="51718" y="49839"/>
                </a:cubicBezTo>
                <a:close/>
                <a:moveTo>
                  <a:pt x="51718" y="498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BC961-44ED-42CE-93AA-9F736FE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65" y="5700281"/>
            <a:ext cx="85915" cy="61331"/>
          </a:xfrm>
          <a:custGeom xmlns:a="http://schemas.openxmlformats.org/drawingml/2006/main">
            <a:pathLst>
              <a:path w="85915" h="61331">
                <a:moveTo>
                  <a:pt x="44043" y="46533"/>
                </a:moveTo>
                <a:lnTo>
                  <a:pt x="74191" y="49373"/>
                </a:lnTo>
                <a:lnTo>
                  <a:pt x="75837" y="31517"/>
                </a:lnTo>
                <a:cubicBezTo>
                  <a:pt x="76405" y="25546"/>
                  <a:pt x="75560" y="20987"/>
                  <a:pt x="73346" y="17856"/>
                </a:cubicBezTo>
                <a:cubicBezTo>
                  <a:pt x="71176" y="14739"/>
                  <a:pt x="67477" y="12919"/>
                  <a:pt x="62423" y="12453"/>
                </a:cubicBezTo>
                <a:cubicBezTo>
                  <a:pt x="57238" y="11943"/>
                  <a:pt x="53320" y="13079"/>
                  <a:pt x="50640" y="15700"/>
                </a:cubicBezTo>
                <a:cubicBezTo>
                  <a:pt x="47902" y="18380"/>
                  <a:pt x="46257" y="22691"/>
                  <a:pt x="45688" y="28677"/>
                </a:cubicBezTo>
                <a:lnTo>
                  <a:pt x="44043" y="46533"/>
                </a:lnTo>
                <a:close/>
                <a:moveTo>
                  <a:pt x="10195" y="43344"/>
                </a:moveTo>
                <a:lnTo>
                  <a:pt x="34998" y="45688"/>
                </a:lnTo>
                <a:lnTo>
                  <a:pt x="36527" y="29187"/>
                </a:lnTo>
                <a:cubicBezTo>
                  <a:pt x="37037" y="23784"/>
                  <a:pt x="36411" y="19633"/>
                  <a:pt x="34590" y="16778"/>
                </a:cubicBezTo>
                <a:cubicBezTo>
                  <a:pt x="32828" y="13938"/>
                  <a:pt x="29813" y="12292"/>
                  <a:pt x="25662" y="11885"/>
                </a:cubicBezTo>
                <a:cubicBezTo>
                  <a:pt x="21512" y="11550"/>
                  <a:pt x="18264" y="12569"/>
                  <a:pt x="15933" y="15016"/>
                </a:cubicBezTo>
                <a:cubicBezTo>
                  <a:pt x="13661" y="17521"/>
                  <a:pt x="12234" y="21453"/>
                  <a:pt x="11724" y="26915"/>
                </a:cubicBezTo>
                <a:lnTo>
                  <a:pt x="10195" y="43344"/>
                </a:lnTo>
                <a:close/>
                <a:moveTo>
                  <a:pt x="0" y="53641"/>
                </a:moveTo>
                <a:lnTo>
                  <a:pt x="2680" y="25196"/>
                </a:lnTo>
                <a:cubicBezTo>
                  <a:pt x="3481" y="16720"/>
                  <a:pt x="5811" y="10355"/>
                  <a:pt x="9787" y="6088"/>
                </a:cubicBezTo>
                <a:cubicBezTo>
                  <a:pt x="13720" y="1821"/>
                  <a:pt x="18948" y="0"/>
                  <a:pt x="25488" y="626"/>
                </a:cubicBezTo>
                <a:cubicBezTo>
                  <a:pt x="30498" y="1078"/>
                  <a:pt x="34430" y="2622"/>
                  <a:pt x="37154" y="5229"/>
                </a:cubicBezTo>
                <a:cubicBezTo>
                  <a:pt x="39950" y="7908"/>
                  <a:pt x="41479" y="11491"/>
                  <a:pt x="41771" y="16152"/>
                </a:cubicBezTo>
                <a:cubicBezTo>
                  <a:pt x="43416" y="10749"/>
                  <a:pt x="46315" y="6772"/>
                  <a:pt x="50305" y="4034"/>
                </a:cubicBezTo>
                <a:cubicBezTo>
                  <a:pt x="54340" y="1369"/>
                  <a:pt x="59117" y="277"/>
                  <a:pt x="64695" y="801"/>
                </a:cubicBezTo>
                <a:cubicBezTo>
                  <a:pt x="72094" y="1529"/>
                  <a:pt x="77497" y="4544"/>
                  <a:pt x="81080" y="9904"/>
                </a:cubicBezTo>
                <a:cubicBezTo>
                  <a:pt x="84605" y="15307"/>
                  <a:pt x="85915" y="22589"/>
                  <a:pt x="85056" y="31794"/>
                </a:cubicBezTo>
                <a:lnTo>
                  <a:pt x="82274" y="61331"/>
                </a:lnTo>
                <a:lnTo>
                  <a:pt x="0" y="53641"/>
                </a:lnTo>
                <a:close/>
                <a:moveTo>
                  <a:pt x="0" y="536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2B191-5336-4E04-A719-D1832861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158" y="5632178"/>
            <a:ext cx="66006" cy="55184"/>
          </a:xfrm>
          <a:custGeom xmlns:a="http://schemas.openxmlformats.org/drawingml/2006/main">
            <a:pathLst>
              <a:path w="66006" h="55184">
                <a:moveTo>
                  <a:pt x="33119" y="21512"/>
                </a:moveTo>
                <a:cubicBezTo>
                  <a:pt x="32318" y="29697"/>
                  <a:pt x="32712" y="35450"/>
                  <a:pt x="34314" y="38800"/>
                </a:cubicBezTo>
                <a:cubicBezTo>
                  <a:pt x="35901" y="42164"/>
                  <a:pt x="38916" y="44043"/>
                  <a:pt x="43475" y="44436"/>
                </a:cubicBezTo>
                <a:cubicBezTo>
                  <a:pt x="47058" y="44771"/>
                  <a:pt x="50014" y="43868"/>
                  <a:pt x="52344" y="41698"/>
                </a:cubicBezTo>
                <a:cubicBezTo>
                  <a:pt x="54675" y="39484"/>
                  <a:pt x="56044" y="36353"/>
                  <a:pt x="56437" y="32318"/>
                </a:cubicBezTo>
                <a:cubicBezTo>
                  <a:pt x="56947" y="26682"/>
                  <a:pt x="55418" y="21963"/>
                  <a:pt x="51718" y="18205"/>
                </a:cubicBezTo>
                <a:cubicBezTo>
                  <a:pt x="48077" y="14448"/>
                  <a:pt x="42907" y="12234"/>
                  <a:pt x="36294" y="11608"/>
                </a:cubicBezTo>
                <a:lnTo>
                  <a:pt x="34022" y="11433"/>
                </a:lnTo>
                <a:lnTo>
                  <a:pt x="33119" y="21512"/>
                </a:lnTo>
                <a:close/>
                <a:moveTo>
                  <a:pt x="30789" y="859"/>
                </a:moveTo>
                <a:lnTo>
                  <a:pt x="66006" y="4151"/>
                </a:lnTo>
                <a:lnTo>
                  <a:pt x="65088" y="14331"/>
                </a:lnTo>
                <a:lnTo>
                  <a:pt x="55694" y="13428"/>
                </a:lnTo>
                <a:cubicBezTo>
                  <a:pt x="59233" y="16108"/>
                  <a:pt x="61738" y="19225"/>
                  <a:pt x="63209" y="22866"/>
                </a:cubicBezTo>
                <a:cubicBezTo>
                  <a:pt x="64637" y="26507"/>
                  <a:pt x="65147" y="30833"/>
                  <a:pt x="64695" y="35785"/>
                </a:cubicBezTo>
                <a:cubicBezTo>
                  <a:pt x="64069" y="42106"/>
                  <a:pt x="61840" y="46999"/>
                  <a:pt x="57923" y="50407"/>
                </a:cubicBezTo>
                <a:cubicBezTo>
                  <a:pt x="54048" y="53772"/>
                  <a:pt x="49097" y="55184"/>
                  <a:pt x="43183" y="54616"/>
                </a:cubicBezTo>
                <a:cubicBezTo>
                  <a:pt x="36251" y="53990"/>
                  <a:pt x="31241" y="51208"/>
                  <a:pt x="28109" y="46198"/>
                </a:cubicBezTo>
                <a:cubicBezTo>
                  <a:pt x="25036" y="41246"/>
                  <a:pt x="23900" y="34139"/>
                  <a:pt x="24803" y="24920"/>
                </a:cubicBezTo>
                <a:lnTo>
                  <a:pt x="26114" y="10647"/>
                </a:lnTo>
                <a:lnTo>
                  <a:pt x="25094" y="10588"/>
                </a:lnTo>
                <a:cubicBezTo>
                  <a:pt x="20434" y="10122"/>
                  <a:pt x="16676" y="11317"/>
                  <a:pt x="13836" y="14171"/>
                </a:cubicBezTo>
                <a:cubicBezTo>
                  <a:pt x="10982" y="17011"/>
                  <a:pt x="9336" y="21162"/>
                  <a:pt x="8826" y="26740"/>
                </a:cubicBezTo>
                <a:cubicBezTo>
                  <a:pt x="8476" y="30265"/>
                  <a:pt x="8593" y="33731"/>
                  <a:pt x="9103" y="37154"/>
                </a:cubicBezTo>
                <a:cubicBezTo>
                  <a:pt x="9671" y="40562"/>
                  <a:pt x="10647" y="43926"/>
                  <a:pt x="12001" y="47160"/>
                </a:cubicBezTo>
                <a:lnTo>
                  <a:pt x="2622" y="46257"/>
                </a:lnTo>
                <a:cubicBezTo>
                  <a:pt x="1544" y="42441"/>
                  <a:pt x="801" y="38741"/>
                  <a:pt x="466" y="35158"/>
                </a:cubicBezTo>
                <a:cubicBezTo>
                  <a:pt x="58" y="31634"/>
                  <a:pt x="0" y="28168"/>
                  <a:pt x="350" y="24861"/>
                </a:cubicBezTo>
                <a:cubicBezTo>
                  <a:pt x="1136" y="15933"/>
                  <a:pt x="4107" y="9496"/>
                  <a:pt x="9161" y="5520"/>
                </a:cubicBezTo>
                <a:cubicBezTo>
                  <a:pt x="14171" y="1544"/>
                  <a:pt x="21395" y="0"/>
                  <a:pt x="30789" y="859"/>
                </a:cubicBezTo>
                <a:close/>
                <a:moveTo>
                  <a:pt x="30789" y="85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D730E-2B53-46D5-86C9-8319B6E9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841" y="5578756"/>
            <a:ext cx="82201" cy="39251"/>
          </a:xfrm>
          <a:custGeom xmlns:a="http://schemas.openxmlformats.org/drawingml/2006/main">
            <a:pathLst>
              <a:path w="82201" h="39251">
                <a:moveTo>
                  <a:pt x="961" y="19283"/>
                </a:moveTo>
                <a:lnTo>
                  <a:pt x="18482" y="20885"/>
                </a:lnTo>
                <a:lnTo>
                  <a:pt x="20478" y="0"/>
                </a:lnTo>
                <a:lnTo>
                  <a:pt x="28328" y="743"/>
                </a:lnTo>
                <a:lnTo>
                  <a:pt x="26391" y="21614"/>
                </a:lnTo>
                <a:lnTo>
                  <a:pt x="59903" y="24803"/>
                </a:lnTo>
                <a:cubicBezTo>
                  <a:pt x="64913" y="25255"/>
                  <a:pt x="68220" y="24861"/>
                  <a:pt x="69807" y="23609"/>
                </a:cubicBezTo>
                <a:cubicBezTo>
                  <a:pt x="71336" y="22356"/>
                  <a:pt x="72312" y="19633"/>
                  <a:pt x="72705" y="15424"/>
                </a:cubicBezTo>
                <a:lnTo>
                  <a:pt x="73725" y="5010"/>
                </a:lnTo>
                <a:lnTo>
                  <a:pt x="82201" y="5811"/>
                </a:lnTo>
                <a:lnTo>
                  <a:pt x="81240" y="16210"/>
                </a:lnTo>
                <a:cubicBezTo>
                  <a:pt x="80497" y="24060"/>
                  <a:pt x="78517" y="29304"/>
                  <a:pt x="75327" y="32027"/>
                </a:cubicBezTo>
                <a:cubicBezTo>
                  <a:pt x="72137" y="34707"/>
                  <a:pt x="66676" y="35668"/>
                  <a:pt x="58942" y="34984"/>
                </a:cubicBezTo>
                <a:lnTo>
                  <a:pt x="25429" y="31867"/>
                </a:lnTo>
                <a:lnTo>
                  <a:pt x="24745" y="39251"/>
                </a:lnTo>
                <a:lnTo>
                  <a:pt x="16836" y="38523"/>
                </a:lnTo>
                <a:lnTo>
                  <a:pt x="17579" y="31124"/>
                </a:lnTo>
                <a:lnTo>
                  <a:pt x="0" y="29478"/>
                </a:lnTo>
                <a:lnTo>
                  <a:pt x="961" y="19283"/>
                </a:lnTo>
                <a:close/>
                <a:moveTo>
                  <a:pt x="961" y="192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0DCBD-CFA8-4711-83B4-4806C718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992" y="5534495"/>
            <a:ext cx="82216" cy="39251"/>
          </a:xfrm>
          <a:custGeom xmlns:a="http://schemas.openxmlformats.org/drawingml/2006/main">
            <a:pathLst>
              <a:path w="82216" h="39251">
                <a:moveTo>
                  <a:pt x="961" y="19283"/>
                </a:moveTo>
                <a:lnTo>
                  <a:pt x="18497" y="20885"/>
                </a:lnTo>
                <a:lnTo>
                  <a:pt x="20478" y="0"/>
                </a:lnTo>
                <a:lnTo>
                  <a:pt x="28328" y="743"/>
                </a:lnTo>
                <a:lnTo>
                  <a:pt x="26405" y="21614"/>
                </a:lnTo>
                <a:lnTo>
                  <a:pt x="59903" y="24803"/>
                </a:lnTo>
                <a:cubicBezTo>
                  <a:pt x="64913" y="25255"/>
                  <a:pt x="68220" y="24861"/>
                  <a:pt x="69807" y="23609"/>
                </a:cubicBezTo>
                <a:cubicBezTo>
                  <a:pt x="71351" y="22415"/>
                  <a:pt x="72312" y="19633"/>
                  <a:pt x="72705" y="15424"/>
                </a:cubicBezTo>
                <a:lnTo>
                  <a:pt x="73681" y="5010"/>
                </a:lnTo>
                <a:lnTo>
                  <a:pt x="82216" y="5811"/>
                </a:lnTo>
                <a:lnTo>
                  <a:pt x="81182" y="16210"/>
                </a:lnTo>
                <a:cubicBezTo>
                  <a:pt x="80497" y="24060"/>
                  <a:pt x="78517" y="29304"/>
                  <a:pt x="75327" y="32027"/>
                </a:cubicBezTo>
                <a:cubicBezTo>
                  <a:pt x="72137" y="34707"/>
                  <a:pt x="66676" y="35726"/>
                  <a:pt x="58942" y="34984"/>
                </a:cubicBezTo>
                <a:lnTo>
                  <a:pt x="25429" y="31867"/>
                </a:lnTo>
                <a:lnTo>
                  <a:pt x="24745" y="39251"/>
                </a:lnTo>
                <a:lnTo>
                  <a:pt x="16836" y="38523"/>
                </a:lnTo>
                <a:lnTo>
                  <a:pt x="17521" y="31124"/>
                </a:lnTo>
                <a:lnTo>
                  <a:pt x="0" y="29464"/>
                </a:lnTo>
                <a:lnTo>
                  <a:pt x="961" y="19283"/>
                </a:lnTo>
                <a:close/>
                <a:moveTo>
                  <a:pt x="961" y="192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77E35-BD6A-48D3-BC95-72C6F30E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780" y="5470149"/>
            <a:ext cx="66224" cy="59277"/>
          </a:xfrm>
          <a:custGeom xmlns:a="http://schemas.openxmlformats.org/drawingml/2006/main">
            <a:pathLst>
              <a:path w="66224" h="59277">
                <a:moveTo>
                  <a:pt x="33178" y="859"/>
                </a:moveTo>
                <a:lnTo>
                  <a:pt x="38115" y="1369"/>
                </a:lnTo>
                <a:lnTo>
                  <a:pt x="33789" y="47961"/>
                </a:lnTo>
                <a:cubicBezTo>
                  <a:pt x="40795" y="48194"/>
                  <a:pt x="46315" y="46591"/>
                  <a:pt x="50349" y="43183"/>
                </a:cubicBezTo>
                <a:cubicBezTo>
                  <a:pt x="54340" y="39717"/>
                  <a:pt x="56670" y="34649"/>
                  <a:pt x="57296" y="27935"/>
                </a:cubicBezTo>
                <a:cubicBezTo>
                  <a:pt x="57631" y="24060"/>
                  <a:pt x="57515" y="20259"/>
                  <a:pt x="56889" y="16501"/>
                </a:cubicBezTo>
                <a:cubicBezTo>
                  <a:pt x="56321" y="12744"/>
                  <a:pt x="55243" y="8986"/>
                  <a:pt x="53655" y="5185"/>
                </a:cubicBezTo>
                <a:lnTo>
                  <a:pt x="63209" y="6088"/>
                </a:lnTo>
                <a:cubicBezTo>
                  <a:pt x="64404" y="9846"/>
                  <a:pt x="65263" y="13705"/>
                  <a:pt x="65715" y="17637"/>
                </a:cubicBezTo>
                <a:cubicBezTo>
                  <a:pt x="66166" y="21512"/>
                  <a:pt x="66224" y="25429"/>
                  <a:pt x="65831" y="29362"/>
                </a:cubicBezTo>
                <a:cubicBezTo>
                  <a:pt x="64913" y="39193"/>
                  <a:pt x="61331" y="46708"/>
                  <a:pt x="55068" y="51951"/>
                </a:cubicBezTo>
                <a:cubicBezTo>
                  <a:pt x="48762" y="57180"/>
                  <a:pt x="40737" y="59277"/>
                  <a:pt x="30949" y="58374"/>
                </a:cubicBezTo>
                <a:cubicBezTo>
                  <a:pt x="20885" y="57457"/>
                  <a:pt x="13093" y="53990"/>
                  <a:pt x="7690" y="47961"/>
                </a:cubicBezTo>
                <a:cubicBezTo>
                  <a:pt x="2272" y="41931"/>
                  <a:pt x="0" y="34314"/>
                  <a:pt x="859" y="25036"/>
                </a:cubicBezTo>
                <a:cubicBezTo>
                  <a:pt x="1646" y="16734"/>
                  <a:pt x="4952" y="10414"/>
                  <a:pt x="10749" y="6088"/>
                </a:cubicBezTo>
                <a:cubicBezTo>
                  <a:pt x="16501" y="1762"/>
                  <a:pt x="24017" y="0"/>
                  <a:pt x="33178" y="859"/>
                </a:cubicBezTo>
                <a:close/>
                <a:moveTo>
                  <a:pt x="29245" y="10749"/>
                </a:moveTo>
                <a:cubicBezTo>
                  <a:pt x="23725" y="10297"/>
                  <a:pt x="19181" y="11433"/>
                  <a:pt x="15540" y="14171"/>
                </a:cubicBezTo>
                <a:cubicBezTo>
                  <a:pt x="11943" y="16895"/>
                  <a:pt x="9904" y="20769"/>
                  <a:pt x="9452" y="25721"/>
                </a:cubicBezTo>
                <a:cubicBezTo>
                  <a:pt x="8928" y="31401"/>
                  <a:pt x="10137" y="36076"/>
                  <a:pt x="12977" y="39775"/>
                </a:cubicBezTo>
                <a:cubicBezTo>
                  <a:pt x="15875" y="43460"/>
                  <a:pt x="20201" y="45863"/>
                  <a:pt x="25939" y="46883"/>
                </a:cubicBezTo>
                <a:lnTo>
                  <a:pt x="29245" y="10749"/>
                </a:lnTo>
                <a:close/>
                <a:moveTo>
                  <a:pt x="29245" y="107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DD5B8-3F0D-494C-A5DB-BDBCF6E0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159" y="5415926"/>
            <a:ext cx="62685" cy="41989"/>
          </a:xfrm>
          <a:custGeom xmlns:a="http://schemas.openxmlformats.org/drawingml/2006/main">
            <a:pathLst>
              <a:path w="62685" h="41989">
                <a:moveTo>
                  <a:pt x="12846" y="918"/>
                </a:moveTo>
                <a:cubicBezTo>
                  <a:pt x="12118" y="1995"/>
                  <a:pt x="11491" y="3190"/>
                  <a:pt x="11084" y="4500"/>
                </a:cubicBezTo>
                <a:cubicBezTo>
                  <a:pt x="10632" y="5811"/>
                  <a:pt x="10355" y="7282"/>
                  <a:pt x="10181" y="8884"/>
                </a:cubicBezTo>
                <a:cubicBezTo>
                  <a:pt x="9671" y="14623"/>
                  <a:pt x="11084" y="19240"/>
                  <a:pt x="14564" y="22648"/>
                </a:cubicBezTo>
                <a:cubicBezTo>
                  <a:pt x="17972" y="26070"/>
                  <a:pt x="23201" y="28109"/>
                  <a:pt x="30148" y="28736"/>
                </a:cubicBezTo>
                <a:lnTo>
                  <a:pt x="62685" y="31809"/>
                </a:lnTo>
                <a:lnTo>
                  <a:pt x="61724" y="41989"/>
                </a:lnTo>
                <a:lnTo>
                  <a:pt x="0" y="36193"/>
                </a:lnTo>
                <a:lnTo>
                  <a:pt x="961" y="26012"/>
                </a:lnTo>
                <a:lnTo>
                  <a:pt x="10574" y="26915"/>
                </a:lnTo>
                <a:cubicBezTo>
                  <a:pt x="6991" y="24410"/>
                  <a:pt x="4486" y="21395"/>
                  <a:pt x="3015" y="17812"/>
                </a:cubicBezTo>
                <a:cubicBezTo>
                  <a:pt x="1471" y="14229"/>
                  <a:pt x="961" y="9962"/>
                  <a:pt x="1413" y="5068"/>
                </a:cubicBezTo>
                <a:cubicBezTo>
                  <a:pt x="1471" y="4384"/>
                  <a:pt x="1588" y="3597"/>
                  <a:pt x="1821" y="2796"/>
                </a:cubicBezTo>
                <a:cubicBezTo>
                  <a:pt x="1922" y="1937"/>
                  <a:pt x="2156" y="1034"/>
                  <a:pt x="2447" y="0"/>
                </a:cubicBezTo>
                <a:lnTo>
                  <a:pt x="12846" y="918"/>
                </a:lnTo>
                <a:close/>
                <a:moveTo>
                  <a:pt x="12846" y="9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DEA86-AAB0-45AB-A594-8B614042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859" y="5352556"/>
            <a:ext cx="86920" cy="62467"/>
          </a:xfrm>
          <a:custGeom xmlns:a="http://schemas.openxmlformats.org/drawingml/2006/main">
            <a:pathLst>
              <a:path w="86920" h="62467">
                <a:moveTo>
                  <a:pt x="70535" y="33396"/>
                </a:moveTo>
                <a:cubicBezTo>
                  <a:pt x="77657" y="36979"/>
                  <a:pt x="82143" y="40227"/>
                  <a:pt x="84138" y="43125"/>
                </a:cubicBezTo>
                <a:cubicBezTo>
                  <a:pt x="86134" y="46082"/>
                  <a:pt x="86920" y="49781"/>
                  <a:pt x="86469" y="54325"/>
                </a:cubicBezTo>
                <a:lnTo>
                  <a:pt x="85726" y="62467"/>
                </a:lnTo>
                <a:lnTo>
                  <a:pt x="77250" y="61666"/>
                </a:lnTo>
                <a:lnTo>
                  <a:pt x="77818" y="55694"/>
                </a:lnTo>
                <a:cubicBezTo>
                  <a:pt x="78051" y="52912"/>
                  <a:pt x="77599" y="50684"/>
                  <a:pt x="76405" y="49038"/>
                </a:cubicBezTo>
                <a:cubicBezTo>
                  <a:pt x="75269" y="47334"/>
                  <a:pt x="72298" y="45339"/>
                  <a:pt x="67521" y="43009"/>
                </a:cubicBezTo>
                <a:lnTo>
                  <a:pt x="63093" y="40795"/>
                </a:lnTo>
                <a:lnTo>
                  <a:pt x="0" y="60020"/>
                </a:lnTo>
                <a:lnTo>
                  <a:pt x="1020" y="49330"/>
                </a:lnTo>
                <a:lnTo>
                  <a:pt x="51077" y="34532"/>
                </a:lnTo>
                <a:lnTo>
                  <a:pt x="4661" y="10690"/>
                </a:lnTo>
                <a:lnTo>
                  <a:pt x="5622" y="0"/>
                </a:lnTo>
                <a:lnTo>
                  <a:pt x="70535" y="33396"/>
                </a:lnTo>
                <a:close/>
                <a:moveTo>
                  <a:pt x="70535" y="333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5D74B-5D61-483D-B89B-0A764A88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876" y="6976428"/>
            <a:ext cx="87328" cy="64404"/>
          </a:xfrm>
          <a:custGeom xmlns:a="http://schemas.openxmlformats.org/drawingml/2006/main">
            <a:pathLst>
              <a:path w="87328" h="64404">
                <a:moveTo>
                  <a:pt x="9438" y="0"/>
                </a:moveTo>
                <a:lnTo>
                  <a:pt x="20245" y="1704"/>
                </a:lnTo>
                <a:cubicBezTo>
                  <a:pt x="17579" y="5578"/>
                  <a:pt x="15409" y="9278"/>
                  <a:pt x="13822" y="12860"/>
                </a:cubicBezTo>
                <a:cubicBezTo>
                  <a:pt x="12220" y="16443"/>
                  <a:pt x="11142" y="19910"/>
                  <a:pt x="10574" y="23376"/>
                </a:cubicBezTo>
                <a:cubicBezTo>
                  <a:pt x="9612" y="29406"/>
                  <a:pt x="10006" y="34197"/>
                  <a:pt x="11826" y="37838"/>
                </a:cubicBezTo>
                <a:cubicBezTo>
                  <a:pt x="13647" y="41479"/>
                  <a:pt x="16662" y="43693"/>
                  <a:pt x="20987" y="44378"/>
                </a:cubicBezTo>
                <a:cubicBezTo>
                  <a:pt x="24570" y="44946"/>
                  <a:pt x="27468" y="44319"/>
                  <a:pt x="29697" y="42441"/>
                </a:cubicBezTo>
                <a:cubicBezTo>
                  <a:pt x="31852" y="40562"/>
                  <a:pt x="34022" y="36688"/>
                  <a:pt x="36120" y="30833"/>
                </a:cubicBezTo>
                <a:lnTo>
                  <a:pt x="38567" y="24410"/>
                </a:lnTo>
                <a:cubicBezTo>
                  <a:pt x="41465" y="16443"/>
                  <a:pt x="45222" y="10807"/>
                  <a:pt x="49825" y="7515"/>
                </a:cubicBezTo>
                <a:cubicBezTo>
                  <a:pt x="54442" y="4267"/>
                  <a:pt x="60020" y="3190"/>
                  <a:pt x="66676" y="4267"/>
                </a:cubicBezTo>
                <a:cubicBezTo>
                  <a:pt x="74584" y="5520"/>
                  <a:pt x="80148" y="9161"/>
                  <a:pt x="83337" y="15132"/>
                </a:cubicBezTo>
                <a:cubicBezTo>
                  <a:pt x="86585" y="21104"/>
                  <a:pt x="87328" y="29187"/>
                  <a:pt x="85668" y="39426"/>
                </a:cubicBezTo>
                <a:cubicBezTo>
                  <a:pt x="85041" y="43242"/>
                  <a:pt x="83964" y="47276"/>
                  <a:pt x="82376" y="51543"/>
                </a:cubicBezTo>
                <a:cubicBezTo>
                  <a:pt x="80774" y="55752"/>
                  <a:pt x="78735" y="60020"/>
                  <a:pt x="76288" y="64404"/>
                </a:cubicBezTo>
                <a:lnTo>
                  <a:pt x="64913" y="62583"/>
                </a:lnTo>
                <a:cubicBezTo>
                  <a:pt x="68147" y="58491"/>
                  <a:pt x="70768" y="54383"/>
                  <a:pt x="72764" y="50291"/>
                </a:cubicBezTo>
                <a:cubicBezTo>
                  <a:pt x="74701" y="46198"/>
                  <a:pt x="76055" y="42106"/>
                  <a:pt x="76682" y="37940"/>
                </a:cubicBezTo>
                <a:cubicBezTo>
                  <a:pt x="77716" y="31634"/>
                  <a:pt x="77308" y="26565"/>
                  <a:pt x="75371" y="22750"/>
                </a:cubicBezTo>
                <a:cubicBezTo>
                  <a:pt x="73448" y="18948"/>
                  <a:pt x="70200" y="16676"/>
                  <a:pt x="65583" y="15875"/>
                </a:cubicBezTo>
                <a:cubicBezTo>
                  <a:pt x="61607" y="15249"/>
                  <a:pt x="58258" y="15992"/>
                  <a:pt x="55636" y="18031"/>
                </a:cubicBezTo>
                <a:cubicBezTo>
                  <a:pt x="52956" y="20143"/>
                  <a:pt x="50568" y="23900"/>
                  <a:pt x="48529" y="29362"/>
                </a:cubicBezTo>
                <a:lnTo>
                  <a:pt x="46140" y="35843"/>
                </a:lnTo>
                <a:cubicBezTo>
                  <a:pt x="43169" y="43810"/>
                  <a:pt x="39644" y="49330"/>
                  <a:pt x="35552" y="52461"/>
                </a:cubicBezTo>
                <a:cubicBezTo>
                  <a:pt x="31459" y="55578"/>
                  <a:pt x="26274" y="56612"/>
                  <a:pt x="20026" y="55578"/>
                </a:cubicBezTo>
                <a:cubicBezTo>
                  <a:pt x="12846" y="54442"/>
                  <a:pt x="7559" y="50975"/>
                  <a:pt x="4267" y="45179"/>
                </a:cubicBezTo>
                <a:cubicBezTo>
                  <a:pt x="903" y="39426"/>
                  <a:pt x="0" y="32085"/>
                  <a:pt x="1413" y="23216"/>
                </a:cubicBezTo>
                <a:cubicBezTo>
                  <a:pt x="2039" y="19342"/>
                  <a:pt x="3073" y="15526"/>
                  <a:pt x="4369" y="11666"/>
                </a:cubicBezTo>
                <a:cubicBezTo>
                  <a:pt x="5738" y="7792"/>
                  <a:pt x="7384" y="3918"/>
                  <a:pt x="9438" y="0"/>
                </a:cubicBezTo>
                <a:close/>
                <a:moveTo>
                  <a:pt x="943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F1D9A-C0F5-487D-9590-5E979A74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751" y="6943658"/>
            <a:ext cx="86644" cy="23900"/>
          </a:xfrm>
          <a:custGeom xmlns:a="http://schemas.openxmlformats.org/drawingml/2006/main">
            <a:pathLst>
              <a:path w="86644" h="23900">
                <a:moveTo>
                  <a:pt x="23842" y="13938"/>
                </a:moveTo>
                <a:lnTo>
                  <a:pt x="25488" y="3874"/>
                </a:lnTo>
                <a:lnTo>
                  <a:pt x="86644" y="13822"/>
                </a:lnTo>
                <a:lnTo>
                  <a:pt x="84998" y="23900"/>
                </a:lnTo>
                <a:lnTo>
                  <a:pt x="23842" y="13938"/>
                </a:lnTo>
                <a:close/>
                <a:moveTo>
                  <a:pt x="0" y="10064"/>
                </a:moveTo>
                <a:lnTo>
                  <a:pt x="1660" y="0"/>
                </a:lnTo>
                <a:lnTo>
                  <a:pt x="14404" y="2112"/>
                </a:lnTo>
                <a:lnTo>
                  <a:pt x="12744" y="12118"/>
                </a:lnTo>
                <a:lnTo>
                  <a:pt x="0" y="10064"/>
                </a:lnTo>
                <a:close/>
                <a:moveTo>
                  <a:pt x="0" y="10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63ED0-8DAD-4202-86C8-656C5576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603" y="6890978"/>
            <a:ext cx="62802" cy="45849"/>
          </a:xfrm>
          <a:custGeom xmlns:a="http://schemas.openxmlformats.org/drawingml/2006/main">
            <a:pathLst>
              <a:path w="62802" h="45849">
                <a:moveTo>
                  <a:pt x="15191" y="1588"/>
                </a:moveTo>
                <a:cubicBezTo>
                  <a:pt x="14331" y="2607"/>
                  <a:pt x="13705" y="3816"/>
                  <a:pt x="13137" y="5054"/>
                </a:cubicBezTo>
                <a:cubicBezTo>
                  <a:pt x="12627" y="6306"/>
                  <a:pt x="12234" y="7792"/>
                  <a:pt x="12001" y="9379"/>
                </a:cubicBezTo>
                <a:cubicBezTo>
                  <a:pt x="11040" y="15074"/>
                  <a:pt x="12176" y="19735"/>
                  <a:pt x="15409" y="23376"/>
                </a:cubicBezTo>
                <a:cubicBezTo>
                  <a:pt x="18599" y="27017"/>
                  <a:pt x="23667" y="29406"/>
                  <a:pt x="30542" y="30542"/>
                </a:cubicBezTo>
                <a:lnTo>
                  <a:pt x="62802" y="35785"/>
                </a:lnTo>
                <a:lnTo>
                  <a:pt x="61156" y="45849"/>
                </a:lnTo>
                <a:lnTo>
                  <a:pt x="0" y="35901"/>
                </a:lnTo>
                <a:lnTo>
                  <a:pt x="1646" y="25823"/>
                </a:lnTo>
                <a:lnTo>
                  <a:pt x="11142" y="27366"/>
                </a:lnTo>
                <a:cubicBezTo>
                  <a:pt x="7734" y="24628"/>
                  <a:pt x="5462" y="21439"/>
                  <a:pt x="4209" y="17754"/>
                </a:cubicBezTo>
                <a:cubicBezTo>
                  <a:pt x="2957" y="14055"/>
                  <a:pt x="2724" y="9787"/>
                  <a:pt x="3525" y="4952"/>
                </a:cubicBezTo>
                <a:cubicBezTo>
                  <a:pt x="3641" y="4267"/>
                  <a:pt x="3801" y="3525"/>
                  <a:pt x="4034" y="2665"/>
                </a:cubicBezTo>
                <a:cubicBezTo>
                  <a:pt x="4267" y="1879"/>
                  <a:pt x="4544" y="961"/>
                  <a:pt x="4894" y="0"/>
                </a:cubicBezTo>
                <a:lnTo>
                  <a:pt x="15191" y="1588"/>
                </a:lnTo>
                <a:close/>
                <a:moveTo>
                  <a:pt x="15191" y="15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7CB6B-C407-4004-BF33-6A3EB432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276" y="6866569"/>
            <a:ext cx="86702" cy="23900"/>
          </a:xfrm>
          <a:custGeom xmlns:a="http://schemas.openxmlformats.org/drawingml/2006/main">
            <a:pathLst>
              <a:path w="86702" h="23900">
                <a:moveTo>
                  <a:pt x="23827" y="13938"/>
                </a:moveTo>
                <a:lnTo>
                  <a:pt x="25488" y="3874"/>
                </a:lnTo>
                <a:lnTo>
                  <a:pt x="86702" y="13822"/>
                </a:lnTo>
                <a:lnTo>
                  <a:pt x="85041" y="23900"/>
                </a:lnTo>
                <a:lnTo>
                  <a:pt x="23827" y="13938"/>
                </a:lnTo>
                <a:close/>
                <a:moveTo>
                  <a:pt x="0" y="10064"/>
                </a:moveTo>
                <a:lnTo>
                  <a:pt x="1646" y="0"/>
                </a:lnTo>
                <a:lnTo>
                  <a:pt x="14390" y="2112"/>
                </a:lnTo>
                <a:lnTo>
                  <a:pt x="12802" y="12118"/>
                </a:lnTo>
                <a:lnTo>
                  <a:pt x="0" y="10064"/>
                </a:lnTo>
                <a:close/>
                <a:moveTo>
                  <a:pt x="0" y="10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AF813-9312-4201-814D-4156FDEA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05" y="6797213"/>
            <a:ext cx="87386" cy="64404"/>
          </a:xfrm>
          <a:custGeom xmlns:a="http://schemas.openxmlformats.org/drawingml/2006/main">
            <a:pathLst>
              <a:path w="87386" h="64404">
                <a:moveTo>
                  <a:pt x="9496" y="0"/>
                </a:moveTo>
                <a:lnTo>
                  <a:pt x="20245" y="1762"/>
                </a:lnTo>
                <a:cubicBezTo>
                  <a:pt x="17579" y="5578"/>
                  <a:pt x="15467" y="9336"/>
                  <a:pt x="13880" y="12860"/>
                </a:cubicBezTo>
                <a:cubicBezTo>
                  <a:pt x="12278" y="16443"/>
                  <a:pt x="11200" y="19910"/>
                  <a:pt x="10632" y="23390"/>
                </a:cubicBezTo>
                <a:cubicBezTo>
                  <a:pt x="9671" y="29420"/>
                  <a:pt x="10064" y="34197"/>
                  <a:pt x="11885" y="37838"/>
                </a:cubicBezTo>
                <a:cubicBezTo>
                  <a:pt x="13647" y="41479"/>
                  <a:pt x="16720" y="43693"/>
                  <a:pt x="20987" y="44378"/>
                </a:cubicBezTo>
                <a:cubicBezTo>
                  <a:pt x="24628" y="44946"/>
                  <a:pt x="27527" y="44319"/>
                  <a:pt x="29755" y="42441"/>
                </a:cubicBezTo>
                <a:cubicBezTo>
                  <a:pt x="31911" y="40562"/>
                  <a:pt x="34066" y="36702"/>
                  <a:pt x="36178" y="30833"/>
                </a:cubicBezTo>
                <a:lnTo>
                  <a:pt x="38625" y="24410"/>
                </a:lnTo>
                <a:cubicBezTo>
                  <a:pt x="41523" y="16443"/>
                  <a:pt x="45281" y="10807"/>
                  <a:pt x="49883" y="7573"/>
                </a:cubicBezTo>
                <a:cubicBezTo>
                  <a:pt x="54442" y="4267"/>
                  <a:pt x="60078" y="3190"/>
                  <a:pt x="66676" y="4267"/>
                </a:cubicBezTo>
                <a:cubicBezTo>
                  <a:pt x="74584" y="5520"/>
                  <a:pt x="80148" y="9161"/>
                  <a:pt x="83396" y="15132"/>
                </a:cubicBezTo>
                <a:cubicBezTo>
                  <a:pt x="86585" y="21118"/>
                  <a:pt x="87386" y="29187"/>
                  <a:pt x="85726" y="39426"/>
                </a:cubicBezTo>
                <a:cubicBezTo>
                  <a:pt x="85100" y="43300"/>
                  <a:pt x="83964" y="47334"/>
                  <a:pt x="82376" y="51543"/>
                </a:cubicBezTo>
                <a:cubicBezTo>
                  <a:pt x="80832" y="55752"/>
                  <a:pt x="78793" y="60020"/>
                  <a:pt x="76288" y="64404"/>
                </a:cubicBezTo>
                <a:lnTo>
                  <a:pt x="64972" y="62583"/>
                </a:lnTo>
                <a:cubicBezTo>
                  <a:pt x="68205" y="58491"/>
                  <a:pt x="70768" y="54398"/>
                  <a:pt x="72764" y="50291"/>
                </a:cubicBezTo>
                <a:cubicBezTo>
                  <a:pt x="74744" y="46198"/>
                  <a:pt x="76055" y="42106"/>
                  <a:pt x="76740" y="37955"/>
                </a:cubicBezTo>
                <a:cubicBezTo>
                  <a:pt x="77759" y="31634"/>
                  <a:pt x="77308" y="26624"/>
                  <a:pt x="75429" y="22764"/>
                </a:cubicBezTo>
                <a:cubicBezTo>
                  <a:pt x="73492" y="18948"/>
                  <a:pt x="70200" y="16676"/>
                  <a:pt x="65642" y="15933"/>
                </a:cubicBezTo>
                <a:cubicBezTo>
                  <a:pt x="61607" y="15249"/>
                  <a:pt x="58301" y="15992"/>
                  <a:pt x="55636" y="18045"/>
                </a:cubicBezTo>
                <a:cubicBezTo>
                  <a:pt x="52956" y="20143"/>
                  <a:pt x="50626" y="23900"/>
                  <a:pt x="48587" y="29362"/>
                </a:cubicBezTo>
                <a:lnTo>
                  <a:pt x="46184" y="35843"/>
                </a:lnTo>
                <a:cubicBezTo>
                  <a:pt x="43227" y="43810"/>
                  <a:pt x="39644" y="49330"/>
                  <a:pt x="35552" y="52461"/>
                </a:cubicBezTo>
                <a:cubicBezTo>
                  <a:pt x="31517" y="55592"/>
                  <a:pt x="26332" y="56612"/>
                  <a:pt x="20084" y="55592"/>
                </a:cubicBezTo>
                <a:cubicBezTo>
                  <a:pt x="12846" y="54456"/>
                  <a:pt x="7617" y="50975"/>
                  <a:pt x="4267" y="45237"/>
                </a:cubicBezTo>
                <a:cubicBezTo>
                  <a:pt x="961" y="39426"/>
                  <a:pt x="0" y="32085"/>
                  <a:pt x="1471" y="23216"/>
                </a:cubicBezTo>
                <a:cubicBezTo>
                  <a:pt x="2097" y="19342"/>
                  <a:pt x="3073" y="15540"/>
                  <a:pt x="4428" y="11666"/>
                </a:cubicBezTo>
                <a:cubicBezTo>
                  <a:pt x="5738" y="7792"/>
                  <a:pt x="7442" y="3932"/>
                  <a:pt x="9496" y="0"/>
                </a:cubicBezTo>
                <a:close/>
                <a:moveTo>
                  <a:pt x="949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79DCE-CBA9-433F-8B6D-70C24B8C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38" y="6764443"/>
            <a:ext cx="86644" cy="23900"/>
          </a:xfrm>
          <a:custGeom xmlns:a="http://schemas.openxmlformats.org/drawingml/2006/main">
            <a:pathLst>
              <a:path w="86644" h="23900">
                <a:moveTo>
                  <a:pt x="23784" y="13938"/>
                </a:moveTo>
                <a:lnTo>
                  <a:pt x="25429" y="3874"/>
                </a:lnTo>
                <a:lnTo>
                  <a:pt x="86644" y="13836"/>
                </a:lnTo>
                <a:lnTo>
                  <a:pt x="84998" y="23900"/>
                </a:lnTo>
                <a:lnTo>
                  <a:pt x="23784" y="13938"/>
                </a:lnTo>
                <a:close/>
                <a:moveTo>
                  <a:pt x="0" y="10079"/>
                </a:moveTo>
                <a:lnTo>
                  <a:pt x="1602" y="0"/>
                </a:lnTo>
                <a:lnTo>
                  <a:pt x="14346" y="2112"/>
                </a:lnTo>
                <a:lnTo>
                  <a:pt x="12744" y="12118"/>
                </a:lnTo>
                <a:lnTo>
                  <a:pt x="0" y="10079"/>
                </a:lnTo>
                <a:close/>
                <a:moveTo>
                  <a:pt x="0" y="10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692FF-32CC-422F-A176-965AC196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460" y="6696966"/>
            <a:ext cx="88988" cy="61112"/>
          </a:xfrm>
          <a:custGeom xmlns:a="http://schemas.openxmlformats.org/drawingml/2006/main">
            <a:pathLst>
              <a:path w="88988" h="61112">
                <a:moveTo>
                  <a:pt x="35799" y="14914"/>
                </a:moveTo>
                <a:cubicBezTo>
                  <a:pt x="28517" y="13778"/>
                  <a:pt x="22589" y="14346"/>
                  <a:pt x="18104" y="16676"/>
                </a:cubicBezTo>
                <a:cubicBezTo>
                  <a:pt x="13603" y="19065"/>
                  <a:pt x="10923" y="22939"/>
                  <a:pt x="10020" y="28342"/>
                </a:cubicBezTo>
                <a:cubicBezTo>
                  <a:pt x="9161" y="33746"/>
                  <a:pt x="10472" y="38232"/>
                  <a:pt x="13996" y="41931"/>
                </a:cubicBezTo>
                <a:cubicBezTo>
                  <a:pt x="17536" y="45572"/>
                  <a:pt x="22939" y="48019"/>
                  <a:pt x="30221" y="49155"/>
                </a:cubicBezTo>
                <a:cubicBezTo>
                  <a:pt x="37445" y="50349"/>
                  <a:pt x="43300" y="49781"/>
                  <a:pt x="47859" y="47393"/>
                </a:cubicBezTo>
                <a:cubicBezTo>
                  <a:pt x="52344" y="45062"/>
                  <a:pt x="55024" y="41203"/>
                  <a:pt x="55869" y="35785"/>
                </a:cubicBezTo>
                <a:cubicBezTo>
                  <a:pt x="56787" y="30381"/>
                  <a:pt x="55476" y="25837"/>
                  <a:pt x="51951" y="22196"/>
                </a:cubicBezTo>
                <a:cubicBezTo>
                  <a:pt x="48427" y="18555"/>
                  <a:pt x="43023" y="16108"/>
                  <a:pt x="35799" y="14914"/>
                </a:cubicBezTo>
                <a:close/>
                <a:moveTo>
                  <a:pt x="61170" y="8768"/>
                </a:moveTo>
                <a:cubicBezTo>
                  <a:pt x="71526" y="10414"/>
                  <a:pt x="78910" y="13996"/>
                  <a:pt x="83235" y="19458"/>
                </a:cubicBezTo>
                <a:cubicBezTo>
                  <a:pt x="87561" y="24920"/>
                  <a:pt x="88988" y="32377"/>
                  <a:pt x="87386" y="41931"/>
                </a:cubicBezTo>
                <a:cubicBezTo>
                  <a:pt x="86818" y="45470"/>
                  <a:pt x="86032" y="48762"/>
                  <a:pt x="84998" y="51835"/>
                </a:cubicBezTo>
                <a:cubicBezTo>
                  <a:pt x="83978" y="54849"/>
                  <a:pt x="82667" y="57806"/>
                  <a:pt x="81080" y="60544"/>
                </a:cubicBezTo>
                <a:lnTo>
                  <a:pt x="71293" y="58942"/>
                </a:lnTo>
                <a:cubicBezTo>
                  <a:pt x="73405" y="56277"/>
                  <a:pt x="75050" y="53539"/>
                  <a:pt x="76245" y="50815"/>
                </a:cubicBezTo>
                <a:cubicBezTo>
                  <a:pt x="77497" y="48019"/>
                  <a:pt x="78342" y="45179"/>
                  <a:pt x="78866" y="42164"/>
                </a:cubicBezTo>
                <a:cubicBezTo>
                  <a:pt x="79944" y="35625"/>
                  <a:pt x="79026" y="30381"/>
                  <a:pt x="76070" y="26522"/>
                </a:cubicBezTo>
                <a:cubicBezTo>
                  <a:pt x="73172" y="22706"/>
                  <a:pt x="68278" y="20201"/>
                  <a:pt x="61287" y="19065"/>
                </a:cubicBezTo>
                <a:lnTo>
                  <a:pt x="56335" y="18264"/>
                </a:lnTo>
                <a:cubicBezTo>
                  <a:pt x="59568" y="20944"/>
                  <a:pt x="61855" y="24017"/>
                  <a:pt x="63108" y="27600"/>
                </a:cubicBezTo>
                <a:cubicBezTo>
                  <a:pt x="64345" y="31124"/>
                  <a:pt x="64637" y="35115"/>
                  <a:pt x="63894" y="39659"/>
                </a:cubicBezTo>
                <a:cubicBezTo>
                  <a:pt x="62700" y="47174"/>
                  <a:pt x="58840" y="52752"/>
                  <a:pt x="52403" y="56393"/>
                </a:cubicBezTo>
                <a:cubicBezTo>
                  <a:pt x="45922" y="60034"/>
                  <a:pt x="37955" y="61112"/>
                  <a:pt x="28517" y="59568"/>
                </a:cubicBezTo>
                <a:cubicBezTo>
                  <a:pt x="19065" y="58039"/>
                  <a:pt x="11841" y="54515"/>
                  <a:pt x="6889" y="48995"/>
                </a:cubicBezTo>
                <a:cubicBezTo>
                  <a:pt x="1879" y="43475"/>
                  <a:pt x="0" y="36935"/>
                  <a:pt x="1253" y="29478"/>
                </a:cubicBezTo>
                <a:cubicBezTo>
                  <a:pt x="1995" y="24920"/>
                  <a:pt x="3481" y="21177"/>
                  <a:pt x="5811" y="18264"/>
                </a:cubicBezTo>
                <a:cubicBezTo>
                  <a:pt x="8141" y="15307"/>
                  <a:pt x="11215" y="13093"/>
                  <a:pt x="15191" y="11608"/>
                </a:cubicBezTo>
                <a:lnTo>
                  <a:pt x="5928" y="10079"/>
                </a:lnTo>
                <a:lnTo>
                  <a:pt x="7515" y="0"/>
                </a:lnTo>
                <a:lnTo>
                  <a:pt x="61170" y="8768"/>
                </a:lnTo>
                <a:close/>
                <a:moveTo>
                  <a:pt x="61170" y="87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7D1AC-330C-46BE-8A04-B71D8FE2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281" y="6627960"/>
            <a:ext cx="69574" cy="58665"/>
          </a:xfrm>
          <a:custGeom xmlns:a="http://schemas.openxmlformats.org/drawingml/2006/main">
            <a:pathLst>
              <a:path w="69574" h="58665">
                <a:moveTo>
                  <a:pt x="32595" y="1369"/>
                </a:moveTo>
                <a:lnTo>
                  <a:pt x="69574" y="7399"/>
                </a:lnTo>
                <a:lnTo>
                  <a:pt x="67928" y="17463"/>
                </a:lnTo>
                <a:lnTo>
                  <a:pt x="31284" y="11491"/>
                </a:lnTo>
                <a:cubicBezTo>
                  <a:pt x="25546" y="10530"/>
                  <a:pt x="20987" y="10982"/>
                  <a:pt x="17739" y="12744"/>
                </a:cubicBezTo>
                <a:cubicBezTo>
                  <a:pt x="14506" y="14564"/>
                  <a:pt x="12511" y="17696"/>
                  <a:pt x="11768" y="22254"/>
                </a:cubicBezTo>
                <a:cubicBezTo>
                  <a:pt x="10923" y="27658"/>
                  <a:pt x="11943" y="32202"/>
                  <a:pt x="14899" y="35901"/>
                </a:cubicBezTo>
                <a:cubicBezTo>
                  <a:pt x="17856" y="39601"/>
                  <a:pt x="22298" y="41931"/>
                  <a:pt x="28269" y="42950"/>
                </a:cubicBezTo>
                <a:lnTo>
                  <a:pt x="62860" y="48529"/>
                </a:lnTo>
                <a:lnTo>
                  <a:pt x="61214" y="58665"/>
                </a:lnTo>
                <a:lnTo>
                  <a:pt x="0" y="48703"/>
                </a:lnTo>
                <a:lnTo>
                  <a:pt x="1646" y="38581"/>
                </a:lnTo>
                <a:lnTo>
                  <a:pt x="11200" y="40169"/>
                </a:lnTo>
                <a:cubicBezTo>
                  <a:pt x="7908" y="37154"/>
                  <a:pt x="5578" y="33848"/>
                  <a:pt x="4326" y="30323"/>
                </a:cubicBezTo>
                <a:cubicBezTo>
                  <a:pt x="3015" y="26740"/>
                  <a:pt x="2724" y="22822"/>
                  <a:pt x="3408" y="18555"/>
                </a:cubicBezTo>
                <a:cubicBezTo>
                  <a:pt x="4544" y="11550"/>
                  <a:pt x="7617" y="6598"/>
                  <a:pt x="12511" y="3699"/>
                </a:cubicBezTo>
                <a:cubicBezTo>
                  <a:pt x="17463" y="801"/>
                  <a:pt x="24177" y="0"/>
                  <a:pt x="32595" y="1369"/>
                </a:cubicBezTo>
                <a:close/>
                <a:moveTo>
                  <a:pt x="32595" y="13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78781-8E94-4B68-BF1C-70E0CC41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185" y="6560265"/>
            <a:ext cx="67710" cy="56947"/>
          </a:xfrm>
          <a:custGeom xmlns:a="http://schemas.openxmlformats.org/drawingml/2006/main">
            <a:pathLst>
              <a:path w="67710" h="56947">
                <a:moveTo>
                  <a:pt x="33687" y="22240"/>
                </a:moveTo>
                <a:cubicBezTo>
                  <a:pt x="32377" y="30381"/>
                  <a:pt x="32377" y="36120"/>
                  <a:pt x="33746" y="39601"/>
                </a:cubicBezTo>
                <a:cubicBezTo>
                  <a:pt x="35056" y="43009"/>
                  <a:pt x="37955" y="45106"/>
                  <a:pt x="42441" y="45849"/>
                </a:cubicBezTo>
                <a:cubicBezTo>
                  <a:pt x="46038" y="46417"/>
                  <a:pt x="49053" y="45674"/>
                  <a:pt x="51543" y="43693"/>
                </a:cubicBezTo>
                <a:cubicBezTo>
                  <a:pt x="53990" y="41640"/>
                  <a:pt x="55592" y="38625"/>
                  <a:pt x="56219" y="34590"/>
                </a:cubicBezTo>
                <a:cubicBezTo>
                  <a:pt x="57122" y="29012"/>
                  <a:pt x="55869" y="24235"/>
                  <a:pt x="52461" y="20186"/>
                </a:cubicBezTo>
                <a:cubicBezTo>
                  <a:pt x="49097" y="16210"/>
                  <a:pt x="44101" y="13647"/>
                  <a:pt x="37562" y="12627"/>
                </a:cubicBezTo>
                <a:lnTo>
                  <a:pt x="35333" y="12234"/>
                </a:lnTo>
                <a:lnTo>
                  <a:pt x="33687" y="22240"/>
                </a:lnTo>
                <a:close/>
                <a:moveTo>
                  <a:pt x="32770" y="1529"/>
                </a:moveTo>
                <a:lnTo>
                  <a:pt x="67710" y="7166"/>
                </a:lnTo>
                <a:lnTo>
                  <a:pt x="66064" y="17230"/>
                </a:lnTo>
                <a:lnTo>
                  <a:pt x="56787" y="15759"/>
                </a:lnTo>
                <a:cubicBezTo>
                  <a:pt x="60136" y="18599"/>
                  <a:pt x="62423" y="21963"/>
                  <a:pt x="63617" y="25648"/>
                </a:cubicBezTo>
                <a:cubicBezTo>
                  <a:pt x="64812" y="29347"/>
                  <a:pt x="65030" y="33673"/>
                  <a:pt x="64244" y="38625"/>
                </a:cubicBezTo>
                <a:cubicBezTo>
                  <a:pt x="63209" y="44887"/>
                  <a:pt x="60646" y="49606"/>
                  <a:pt x="56495" y="52738"/>
                </a:cubicBezTo>
                <a:cubicBezTo>
                  <a:pt x="52403" y="55869"/>
                  <a:pt x="47393" y="56947"/>
                  <a:pt x="41479" y="55971"/>
                </a:cubicBezTo>
                <a:cubicBezTo>
                  <a:pt x="34590" y="54835"/>
                  <a:pt x="29755" y="51718"/>
                  <a:pt x="27032" y="46533"/>
                </a:cubicBezTo>
                <a:cubicBezTo>
                  <a:pt x="24293" y="41363"/>
                  <a:pt x="23667" y="34183"/>
                  <a:pt x="25153" y="25080"/>
                </a:cubicBezTo>
                <a:lnTo>
                  <a:pt x="27425" y="10982"/>
                </a:lnTo>
                <a:lnTo>
                  <a:pt x="26463" y="10807"/>
                </a:lnTo>
                <a:cubicBezTo>
                  <a:pt x="21803" y="10064"/>
                  <a:pt x="17987" y="10982"/>
                  <a:pt x="14972" y="13589"/>
                </a:cubicBezTo>
                <a:cubicBezTo>
                  <a:pt x="11957" y="16210"/>
                  <a:pt x="9962" y="20303"/>
                  <a:pt x="9103" y="25823"/>
                </a:cubicBezTo>
                <a:cubicBezTo>
                  <a:pt x="8535" y="29289"/>
                  <a:pt x="8375" y="32770"/>
                  <a:pt x="8710" y="36236"/>
                </a:cubicBezTo>
                <a:cubicBezTo>
                  <a:pt x="9001" y="39703"/>
                  <a:pt x="9729" y="43067"/>
                  <a:pt x="10923" y="46417"/>
                </a:cubicBezTo>
                <a:lnTo>
                  <a:pt x="1602" y="44887"/>
                </a:lnTo>
                <a:cubicBezTo>
                  <a:pt x="801" y="40955"/>
                  <a:pt x="291" y="37256"/>
                  <a:pt x="175" y="33673"/>
                </a:cubicBezTo>
                <a:cubicBezTo>
                  <a:pt x="0" y="30090"/>
                  <a:pt x="233" y="26682"/>
                  <a:pt x="743" y="23376"/>
                </a:cubicBezTo>
                <a:cubicBezTo>
                  <a:pt x="2170" y="14506"/>
                  <a:pt x="5578" y="8302"/>
                  <a:pt x="10880" y="4661"/>
                </a:cubicBezTo>
                <a:cubicBezTo>
                  <a:pt x="16166" y="1020"/>
                  <a:pt x="23449" y="0"/>
                  <a:pt x="32770" y="1529"/>
                </a:cubicBezTo>
                <a:close/>
                <a:moveTo>
                  <a:pt x="32770" y="15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9461E-C33A-48B9-BFCB-357CDABB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247" y="6522878"/>
            <a:ext cx="86658" cy="23900"/>
          </a:xfrm>
          <a:custGeom xmlns:a="http://schemas.openxmlformats.org/drawingml/2006/main">
            <a:pathLst>
              <a:path w="86658" h="23900">
                <a:moveTo>
                  <a:pt x="0" y="10020"/>
                </a:moveTo>
                <a:lnTo>
                  <a:pt x="1602" y="0"/>
                </a:lnTo>
                <a:lnTo>
                  <a:pt x="86658" y="13836"/>
                </a:lnTo>
                <a:lnTo>
                  <a:pt x="84998" y="23900"/>
                </a:lnTo>
                <a:lnTo>
                  <a:pt x="0" y="10020"/>
                </a:lnTo>
                <a:close/>
                <a:moveTo>
                  <a:pt x="0" y="100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3794E-616F-47C5-BAC3-849B6353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609" y="6467009"/>
            <a:ext cx="66341" cy="52752"/>
          </a:xfrm>
          <a:custGeom xmlns:a="http://schemas.openxmlformats.org/drawingml/2006/main">
            <a:pathLst>
              <a:path w="66341" h="52752">
                <a:moveTo>
                  <a:pt x="7675" y="0"/>
                </a:moveTo>
                <a:lnTo>
                  <a:pt x="17186" y="1544"/>
                </a:lnTo>
                <a:cubicBezTo>
                  <a:pt x="15249" y="4107"/>
                  <a:pt x="13705" y="6889"/>
                  <a:pt x="12453" y="9846"/>
                </a:cubicBezTo>
                <a:cubicBezTo>
                  <a:pt x="11215" y="12802"/>
                  <a:pt x="10355" y="15875"/>
                  <a:pt x="9846" y="19181"/>
                </a:cubicBezTo>
                <a:cubicBezTo>
                  <a:pt x="8986" y="24191"/>
                  <a:pt x="9161" y="28051"/>
                  <a:pt x="10297" y="30789"/>
                </a:cubicBezTo>
                <a:cubicBezTo>
                  <a:pt x="11375" y="33513"/>
                  <a:pt x="13487" y="35158"/>
                  <a:pt x="16560" y="35625"/>
                </a:cubicBezTo>
                <a:cubicBezTo>
                  <a:pt x="18890" y="36018"/>
                  <a:pt x="20885" y="35450"/>
                  <a:pt x="22473" y="33862"/>
                </a:cubicBezTo>
                <a:cubicBezTo>
                  <a:pt x="24119" y="32260"/>
                  <a:pt x="25939" y="28910"/>
                  <a:pt x="28051" y="23725"/>
                </a:cubicBezTo>
                <a:lnTo>
                  <a:pt x="29362" y="20376"/>
                </a:lnTo>
                <a:cubicBezTo>
                  <a:pt x="32027" y="13487"/>
                  <a:pt x="35042" y="8768"/>
                  <a:pt x="38290" y="6204"/>
                </a:cubicBezTo>
                <a:cubicBezTo>
                  <a:pt x="41581" y="3641"/>
                  <a:pt x="45688" y="2796"/>
                  <a:pt x="50684" y="3583"/>
                </a:cubicBezTo>
                <a:cubicBezTo>
                  <a:pt x="56379" y="4559"/>
                  <a:pt x="60530" y="7515"/>
                  <a:pt x="63093" y="12584"/>
                </a:cubicBezTo>
                <a:cubicBezTo>
                  <a:pt x="65715" y="17579"/>
                  <a:pt x="66341" y="24075"/>
                  <a:pt x="65088" y="31925"/>
                </a:cubicBezTo>
                <a:cubicBezTo>
                  <a:pt x="64520" y="35217"/>
                  <a:pt x="63661" y="38581"/>
                  <a:pt x="62408" y="41989"/>
                </a:cubicBezTo>
                <a:cubicBezTo>
                  <a:pt x="61214" y="45470"/>
                  <a:pt x="59627" y="49053"/>
                  <a:pt x="57748" y="52752"/>
                </a:cubicBezTo>
                <a:lnTo>
                  <a:pt x="47334" y="51092"/>
                </a:lnTo>
                <a:cubicBezTo>
                  <a:pt x="49898" y="47684"/>
                  <a:pt x="51937" y="44261"/>
                  <a:pt x="53480" y="40795"/>
                </a:cubicBezTo>
                <a:cubicBezTo>
                  <a:pt x="55010" y="37387"/>
                  <a:pt x="56102" y="33862"/>
                  <a:pt x="56670" y="30323"/>
                </a:cubicBezTo>
                <a:cubicBezTo>
                  <a:pt x="57457" y="25604"/>
                  <a:pt x="57238" y="21788"/>
                  <a:pt x="56044" y="19007"/>
                </a:cubicBezTo>
                <a:cubicBezTo>
                  <a:pt x="54791" y="16225"/>
                  <a:pt x="52738" y="14564"/>
                  <a:pt x="49781" y="14055"/>
                </a:cubicBezTo>
                <a:cubicBezTo>
                  <a:pt x="47043" y="13603"/>
                  <a:pt x="44829" y="14229"/>
                  <a:pt x="43067" y="15817"/>
                </a:cubicBezTo>
                <a:cubicBezTo>
                  <a:pt x="41305" y="17419"/>
                  <a:pt x="39251" y="21220"/>
                  <a:pt x="36862" y="27206"/>
                </a:cubicBezTo>
                <a:lnTo>
                  <a:pt x="35508" y="30614"/>
                </a:lnTo>
                <a:cubicBezTo>
                  <a:pt x="33163" y="36586"/>
                  <a:pt x="30440" y="40795"/>
                  <a:pt x="27250" y="43125"/>
                </a:cubicBezTo>
                <a:cubicBezTo>
                  <a:pt x="24119" y="45412"/>
                  <a:pt x="20143" y="46198"/>
                  <a:pt x="15424" y="45412"/>
                </a:cubicBezTo>
                <a:cubicBezTo>
                  <a:pt x="9671" y="44494"/>
                  <a:pt x="5578" y="41712"/>
                  <a:pt x="3073" y="37154"/>
                </a:cubicBezTo>
                <a:cubicBezTo>
                  <a:pt x="626" y="32551"/>
                  <a:pt x="0" y="26522"/>
                  <a:pt x="1194" y="19007"/>
                </a:cubicBezTo>
                <a:cubicBezTo>
                  <a:pt x="1821" y="15307"/>
                  <a:pt x="2680" y="11841"/>
                  <a:pt x="3758" y="8651"/>
                </a:cubicBezTo>
                <a:cubicBezTo>
                  <a:pt x="4835" y="5462"/>
                  <a:pt x="6146" y="2563"/>
                  <a:pt x="7675" y="0"/>
                </a:cubicBezTo>
                <a:close/>
                <a:moveTo>
                  <a:pt x="767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59B91-184B-444D-8F28-855A5BDD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162" y="6442148"/>
            <a:ext cx="15759" cy="13836"/>
          </a:xfrm>
          <a:custGeom xmlns:a="http://schemas.openxmlformats.org/drawingml/2006/main">
            <a:pathLst>
              <a:path w="15759" h="13836">
                <a:moveTo>
                  <a:pt x="0" y="11550"/>
                </a:moveTo>
                <a:lnTo>
                  <a:pt x="1879" y="0"/>
                </a:lnTo>
                <a:lnTo>
                  <a:pt x="15759" y="2287"/>
                </a:lnTo>
                <a:lnTo>
                  <a:pt x="13880" y="13836"/>
                </a:lnTo>
                <a:lnTo>
                  <a:pt x="0" y="11550"/>
                </a:lnTo>
                <a:close/>
                <a:moveTo>
                  <a:pt x="0" y="115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433AF-34BF-4275-B967-8DC7A03A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089" y="6333439"/>
            <a:ext cx="93707" cy="87954"/>
          </a:xfrm>
          <a:custGeom xmlns:a="http://schemas.openxmlformats.org/drawingml/2006/main">
            <a:pathLst>
              <a:path w="93707" h="87954">
                <a:moveTo>
                  <a:pt x="0" y="74643"/>
                </a:moveTo>
                <a:lnTo>
                  <a:pt x="2680" y="58199"/>
                </a:lnTo>
                <a:lnTo>
                  <a:pt x="61564" y="46417"/>
                </a:lnTo>
                <a:lnTo>
                  <a:pt x="9452" y="16429"/>
                </a:lnTo>
                <a:lnTo>
                  <a:pt x="12118" y="0"/>
                </a:lnTo>
                <a:lnTo>
                  <a:pt x="93707" y="13312"/>
                </a:lnTo>
                <a:lnTo>
                  <a:pt x="91945" y="24060"/>
                </a:lnTo>
                <a:lnTo>
                  <a:pt x="20317" y="12394"/>
                </a:lnTo>
                <a:lnTo>
                  <a:pt x="72880" y="42543"/>
                </a:lnTo>
                <a:lnTo>
                  <a:pt x="71060" y="53641"/>
                </a:lnTo>
                <a:lnTo>
                  <a:pt x="11666" y="65540"/>
                </a:lnTo>
                <a:lnTo>
                  <a:pt x="83294" y="77191"/>
                </a:lnTo>
                <a:lnTo>
                  <a:pt x="81590" y="87954"/>
                </a:lnTo>
                <a:lnTo>
                  <a:pt x="0" y="74643"/>
                </a:lnTo>
                <a:close/>
                <a:moveTo>
                  <a:pt x="0" y="746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10D95-CE24-4515-9C5E-16EF9A7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932" y="6265103"/>
            <a:ext cx="69516" cy="58607"/>
          </a:xfrm>
          <a:custGeom xmlns:a="http://schemas.openxmlformats.org/drawingml/2006/main">
            <a:pathLst>
              <a:path w="69516" h="58607">
                <a:moveTo>
                  <a:pt x="37037" y="57238"/>
                </a:moveTo>
                <a:lnTo>
                  <a:pt x="0" y="51208"/>
                </a:lnTo>
                <a:lnTo>
                  <a:pt x="1646" y="41188"/>
                </a:lnTo>
                <a:lnTo>
                  <a:pt x="38290" y="47160"/>
                </a:lnTo>
                <a:cubicBezTo>
                  <a:pt x="44086" y="48077"/>
                  <a:pt x="48645" y="47684"/>
                  <a:pt x="51893" y="45907"/>
                </a:cubicBezTo>
                <a:cubicBezTo>
                  <a:pt x="55184" y="44086"/>
                  <a:pt x="57180" y="40970"/>
                  <a:pt x="57923" y="36411"/>
                </a:cubicBezTo>
                <a:cubicBezTo>
                  <a:pt x="58767" y="31008"/>
                  <a:pt x="57748" y="26463"/>
                  <a:pt x="54791" y="22706"/>
                </a:cubicBezTo>
                <a:cubicBezTo>
                  <a:pt x="51835" y="19007"/>
                  <a:pt x="47393" y="16676"/>
                  <a:pt x="41421" y="15700"/>
                </a:cubicBezTo>
                <a:lnTo>
                  <a:pt x="6714" y="10020"/>
                </a:lnTo>
                <a:lnTo>
                  <a:pt x="8360" y="0"/>
                </a:lnTo>
                <a:lnTo>
                  <a:pt x="69516" y="9962"/>
                </a:lnTo>
                <a:lnTo>
                  <a:pt x="67928" y="19968"/>
                </a:lnTo>
                <a:lnTo>
                  <a:pt x="58491" y="18497"/>
                </a:lnTo>
                <a:cubicBezTo>
                  <a:pt x="61840" y="21512"/>
                  <a:pt x="64112" y="24803"/>
                  <a:pt x="65423" y="28328"/>
                </a:cubicBezTo>
                <a:cubicBezTo>
                  <a:pt x="66676" y="31809"/>
                  <a:pt x="66967" y="35726"/>
                  <a:pt x="66283" y="39994"/>
                </a:cubicBezTo>
                <a:cubicBezTo>
                  <a:pt x="65147" y="46999"/>
                  <a:pt x="62073" y="51995"/>
                  <a:pt x="57122" y="54908"/>
                </a:cubicBezTo>
                <a:cubicBezTo>
                  <a:pt x="52170" y="57864"/>
                  <a:pt x="45455" y="58607"/>
                  <a:pt x="37037" y="57238"/>
                </a:cubicBezTo>
                <a:close/>
                <a:moveTo>
                  <a:pt x="37037" y="5723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4C8ED-8636-4C6E-ACCE-D8B74DEC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108" y="6205651"/>
            <a:ext cx="66399" cy="52796"/>
          </a:xfrm>
          <a:custGeom xmlns:a="http://schemas.openxmlformats.org/drawingml/2006/main">
            <a:pathLst>
              <a:path w="66399" h="52796">
                <a:moveTo>
                  <a:pt x="7675" y="0"/>
                </a:moveTo>
                <a:lnTo>
                  <a:pt x="17186" y="1588"/>
                </a:lnTo>
                <a:cubicBezTo>
                  <a:pt x="15307" y="4151"/>
                  <a:pt x="13705" y="6947"/>
                  <a:pt x="12511" y="9904"/>
                </a:cubicBezTo>
                <a:cubicBezTo>
                  <a:pt x="11258" y="12802"/>
                  <a:pt x="10355" y="15933"/>
                  <a:pt x="9846" y="19225"/>
                </a:cubicBezTo>
                <a:cubicBezTo>
                  <a:pt x="9044" y="24177"/>
                  <a:pt x="9161" y="28051"/>
                  <a:pt x="10297" y="30833"/>
                </a:cubicBezTo>
                <a:cubicBezTo>
                  <a:pt x="11433" y="33571"/>
                  <a:pt x="13545" y="35158"/>
                  <a:pt x="16618" y="35668"/>
                </a:cubicBezTo>
                <a:cubicBezTo>
                  <a:pt x="18948" y="36076"/>
                  <a:pt x="20885" y="35450"/>
                  <a:pt x="22531" y="33906"/>
                </a:cubicBezTo>
                <a:cubicBezTo>
                  <a:pt x="24119" y="32318"/>
                  <a:pt x="25997" y="28954"/>
                  <a:pt x="28051" y="23725"/>
                </a:cubicBezTo>
                <a:lnTo>
                  <a:pt x="29420" y="20419"/>
                </a:lnTo>
                <a:cubicBezTo>
                  <a:pt x="32085" y="13545"/>
                  <a:pt x="35042" y="8826"/>
                  <a:pt x="38348" y="6263"/>
                </a:cubicBezTo>
                <a:cubicBezTo>
                  <a:pt x="41581" y="3699"/>
                  <a:pt x="45747" y="2840"/>
                  <a:pt x="50742" y="3641"/>
                </a:cubicBezTo>
                <a:cubicBezTo>
                  <a:pt x="56437" y="4559"/>
                  <a:pt x="60530" y="7573"/>
                  <a:pt x="63151" y="12569"/>
                </a:cubicBezTo>
                <a:cubicBezTo>
                  <a:pt x="65715" y="17637"/>
                  <a:pt x="66399" y="24060"/>
                  <a:pt x="65088" y="31969"/>
                </a:cubicBezTo>
                <a:cubicBezTo>
                  <a:pt x="64579" y="35217"/>
                  <a:pt x="63661" y="38581"/>
                  <a:pt x="62467" y="42047"/>
                </a:cubicBezTo>
                <a:cubicBezTo>
                  <a:pt x="61214" y="45514"/>
                  <a:pt x="59685" y="49097"/>
                  <a:pt x="57748" y="52796"/>
                </a:cubicBezTo>
                <a:lnTo>
                  <a:pt x="47393" y="51092"/>
                </a:lnTo>
                <a:cubicBezTo>
                  <a:pt x="49956" y="47728"/>
                  <a:pt x="51937" y="44261"/>
                  <a:pt x="53539" y="40853"/>
                </a:cubicBezTo>
                <a:cubicBezTo>
                  <a:pt x="55068" y="37387"/>
                  <a:pt x="56146" y="33906"/>
                  <a:pt x="56714" y="30381"/>
                </a:cubicBezTo>
                <a:cubicBezTo>
                  <a:pt x="57457" y="25604"/>
                  <a:pt x="57238" y="21847"/>
                  <a:pt x="56044" y="19065"/>
                </a:cubicBezTo>
                <a:cubicBezTo>
                  <a:pt x="54849" y="16210"/>
                  <a:pt x="52738" y="14564"/>
                  <a:pt x="49839" y="14113"/>
                </a:cubicBezTo>
                <a:cubicBezTo>
                  <a:pt x="47101" y="13661"/>
                  <a:pt x="44829" y="14229"/>
                  <a:pt x="43067" y="15875"/>
                </a:cubicBezTo>
                <a:cubicBezTo>
                  <a:pt x="41363" y="17463"/>
                  <a:pt x="39251" y="21220"/>
                  <a:pt x="36921" y="27250"/>
                </a:cubicBezTo>
                <a:lnTo>
                  <a:pt x="35493" y="30614"/>
                </a:lnTo>
                <a:cubicBezTo>
                  <a:pt x="33221" y="36644"/>
                  <a:pt x="30440" y="40795"/>
                  <a:pt x="27308" y="43125"/>
                </a:cubicBezTo>
                <a:cubicBezTo>
                  <a:pt x="24119" y="45455"/>
                  <a:pt x="20201" y="46257"/>
                  <a:pt x="15424" y="45455"/>
                </a:cubicBezTo>
                <a:cubicBezTo>
                  <a:pt x="9671" y="44552"/>
                  <a:pt x="5578" y="41756"/>
                  <a:pt x="3131" y="37154"/>
                </a:cubicBezTo>
                <a:cubicBezTo>
                  <a:pt x="626" y="32595"/>
                  <a:pt x="0" y="26507"/>
                  <a:pt x="1253" y="19065"/>
                </a:cubicBezTo>
                <a:cubicBezTo>
                  <a:pt x="1821" y="15307"/>
                  <a:pt x="2680" y="11899"/>
                  <a:pt x="3758" y="8710"/>
                </a:cubicBezTo>
                <a:cubicBezTo>
                  <a:pt x="4835" y="5520"/>
                  <a:pt x="6146" y="2622"/>
                  <a:pt x="7675" y="0"/>
                </a:cubicBezTo>
                <a:close/>
                <a:moveTo>
                  <a:pt x="767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B325C-F4E3-4F5E-89C4-40875610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310" y="6172138"/>
            <a:ext cx="86658" cy="23900"/>
          </a:xfrm>
          <a:custGeom xmlns:a="http://schemas.openxmlformats.org/drawingml/2006/main">
            <a:pathLst>
              <a:path w="86658" h="23900">
                <a:moveTo>
                  <a:pt x="23842" y="13938"/>
                </a:moveTo>
                <a:lnTo>
                  <a:pt x="25429" y="3874"/>
                </a:lnTo>
                <a:lnTo>
                  <a:pt x="86658" y="13836"/>
                </a:lnTo>
                <a:lnTo>
                  <a:pt x="84998" y="23900"/>
                </a:lnTo>
                <a:lnTo>
                  <a:pt x="23842" y="13938"/>
                </a:lnTo>
                <a:close/>
                <a:moveTo>
                  <a:pt x="0" y="10079"/>
                </a:moveTo>
                <a:lnTo>
                  <a:pt x="1660" y="0"/>
                </a:lnTo>
                <a:lnTo>
                  <a:pt x="14404" y="2112"/>
                </a:lnTo>
                <a:lnTo>
                  <a:pt x="12744" y="12118"/>
                </a:lnTo>
                <a:lnTo>
                  <a:pt x="0" y="10079"/>
                </a:lnTo>
                <a:close/>
                <a:moveTo>
                  <a:pt x="0" y="10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B027D-3437-4E29-A859-41509ECE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473" y="6111332"/>
            <a:ext cx="66443" cy="54616"/>
          </a:xfrm>
          <a:custGeom xmlns:a="http://schemas.openxmlformats.org/drawingml/2006/main">
            <a:pathLst>
              <a:path w="66443" h="54616">
                <a:moveTo>
                  <a:pt x="8243" y="0"/>
                </a:moveTo>
                <a:lnTo>
                  <a:pt x="17637" y="1529"/>
                </a:lnTo>
                <a:cubicBezTo>
                  <a:pt x="15584" y="4151"/>
                  <a:pt x="13996" y="6758"/>
                  <a:pt x="12744" y="9496"/>
                </a:cubicBezTo>
                <a:cubicBezTo>
                  <a:pt x="11491" y="12220"/>
                  <a:pt x="10632" y="15074"/>
                  <a:pt x="10122" y="17972"/>
                </a:cubicBezTo>
                <a:cubicBezTo>
                  <a:pt x="9103" y="24512"/>
                  <a:pt x="10297" y="29915"/>
                  <a:pt x="13880" y="34183"/>
                </a:cubicBezTo>
                <a:cubicBezTo>
                  <a:pt x="17404" y="38450"/>
                  <a:pt x="22924" y="41246"/>
                  <a:pt x="30381" y="42441"/>
                </a:cubicBezTo>
                <a:cubicBezTo>
                  <a:pt x="37882" y="43635"/>
                  <a:pt x="43970" y="42776"/>
                  <a:pt x="48689" y="39877"/>
                </a:cubicBezTo>
                <a:cubicBezTo>
                  <a:pt x="53422" y="36921"/>
                  <a:pt x="56262" y="32187"/>
                  <a:pt x="57340" y="25648"/>
                </a:cubicBezTo>
                <a:cubicBezTo>
                  <a:pt x="57792" y="22750"/>
                  <a:pt x="57908" y="19793"/>
                  <a:pt x="57573" y="16836"/>
                </a:cubicBezTo>
                <a:cubicBezTo>
                  <a:pt x="57282" y="13822"/>
                  <a:pt x="56539" y="10807"/>
                  <a:pt x="55461" y="7675"/>
                </a:cubicBezTo>
                <a:lnTo>
                  <a:pt x="64739" y="9205"/>
                </a:lnTo>
                <a:cubicBezTo>
                  <a:pt x="65598" y="12220"/>
                  <a:pt x="66108" y="15293"/>
                  <a:pt x="66268" y="18424"/>
                </a:cubicBezTo>
                <a:cubicBezTo>
                  <a:pt x="66443" y="21497"/>
                  <a:pt x="66268" y="24745"/>
                  <a:pt x="65700" y="28153"/>
                </a:cubicBezTo>
                <a:cubicBezTo>
                  <a:pt x="64171" y="37372"/>
                  <a:pt x="60136" y="44203"/>
                  <a:pt x="53422" y="48689"/>
                </a:cubicBezTo>
                <a:cubicBezTo>
                  <a:pt x="46766" y="53189"/>
                  <a:pt x="38508" y="54616"/>
                  <a:pt x="28663" y="53014"/>
                </a:cubicBezTo>
                <a:cubicBezTo>
                  <a:pt x="18657" y="51427"/>
                  <a:pt x="11258" y="47378"/>
                  <a:pt x="6481" y="40955"/>
                </a:cubicBezTo>
                <a:cubicBezTo>
                  <a:pt x="1646" y="34590"/>
                  <a:pt x="0" y="26565"/>
                  <a:pt x="1529" y="16997"/>
                </a:cubicBezTo>
                <a:cubicBezTo>
                  <a:pt x="2039" y="13938"/>
                  <a:pt x="2840" y="10967"/>
                  <a:pt x="3976" y="8127"/>
                </a:cubicBezTo>
                <a:cubicBezTo>
                  <a:pt x="5112" y="5287"/>
                  <a:pt x="6539" y="2549"/>
                  <a:pt x="8243" y="0"/>
                </a:cubicBezTo>
                <a:close/>
                <a:moveTo>
                  <a:pt x="824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3906C-E67C-427D-839E-BFE63AA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332" y="6038394"/>
            <a:ext cx="88639" cy="74701"/>
          </a:xfrm>
          <a:custGeom xmlns:a="http://schemas.openxmlformats.org/drawingml/2006/main">
            <a:pathLst>
              <a:path w="88639" h="74701">
                <a:moveTo>
                  <a:pt x="11885" y="25823"/>
                </a:moveTo>
                <a:lnTo>
                  <a:pt x="50014" y="47451"/>
                </a:lnTo>
                <a:lnTo>
                  <a:pt x="54908" y="17404"/>
                </a:lnTo>
                <a:lnTo>
                  <a:pt x="11885" y="25823"/>
                </a:lnTo>
                <a:close/>
                <a:moveTo>
                  <a:pt x="0" y="30323"/>
                </a:moveTo>
                <a:lnTo>
                  <a:pt x="2054" y="17798"/>
                </a:lnTo>
                <a:lnTo>
                  <a:pt x="88639" y="0"/>
                </a:lnTo>
                <a:lnTo>
                  <a:pt x="86818" y="11433"/>
                </a:lnTo>
                <a:lnTo>
                  <a:pt x="64637" y="15467"/>
                </a:lnTo>
                <a:lnTo>
                  <a:pt x="58651" y="52228"/>
                </a:lnTo>
                <a:lnTo>
                  <a:pt x="78400" y="63093"/>
                </a:lnTo>
                <a:lnTo>
                  <a:pt x="76521" y="74701"/>
                </a:lnTo>
                <a:lnTo>
                  <a:pt x="0" y="30323"/>
                </a:lnTo>
                <a:close/>
                <a:moveTo>
                  <a:pt x="0" y="3032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64EDA-713A-4619-8249-E5CA959E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577" y="5965965"/>
            <a:ext cx="86134" cy="65088"/>
          </a:xfrm>
          <a:custGeom xmlns:a="http://schemas.openxmlformats.org/drawingml/2006/main">
            <a:pathLst>
              <a:path w="86134" h="65088">
                <a:moveTo>
                  <a:pt x="53699" y="49723"/>
                </a:moveTo>
                <a:lnTo>
                  <a:pt x="86134" y="55010"/>
                </a:lnTo>
                <a:lnTo>
                  <a:pt x="84488" y="65088"/>
                </a:lnTo>
                <a:lnTo>
                  <a:pt x="0" y="51369"/>
                </a:lnTo>
                <a:lnTo>
                  <a:pt x="1646" y="41246"/>
                </a:lnTo>
                <a:lnTo>
                  <a:pt x="10982" y="42790"/>
                </a:lnTo>
                <a:cubicBezTo>
                  <a:pt x="7675" y="40052"/>
                  <a:pt x="5403" y="36921"/>
                  <a:pt x="4151" y="33454"/>
                </a:cubicBezTo>
                <a:cubicBezTo>
                  <a:pt x="2898" y="29930"/>
                  <a:pt x="2665" y="25939"/>
                  <a:pt x="3408" y="21453"/>
                </a:cubicBezTo>
                <a:cubicBezTo>
                  <a:pt x="4602" y="13996"/>
                  <a:pt x="8535" y="8476"/>
                  <a:pt x="15191" y="4777"/>
                </a:cubicBezTo>
                <a:cubicBezTo>
                  <a:pt x="21847" y="1078"/>
                  <a:pt x="29974" y="0"/>
                  <a:pt x="39601" y="1588"/>
                </a:cubicBezTo>
                <a:cubicBezTo>
                  <a:pt x="49213" y="3131"/>
                  <a:pt x="56612" y="6714"/>
                  <a:pt x="61724" y="12351"/>
                </a:cubicBezTo>
                <a:cubicBezTo>
                  <a:pt x="66909" y="17929"/>
                  <a:pt x="68831" y="24468"/>
                  <a:pt x="67637" y="31911"/>
                </a:cubicBezTo>
                <a:cubicBezTo>
                  <a:pt x="66909" y="36353"/>
                  <a:pt x="65423" y="40110"/>
                  <a:pt x="63093" y="43009"/>
                </a:cubicBezTo>
                <a:cubicBezTo>
                  <a:pt x="60821" y="45965"/>
                  <a:pt x="57690" y="48194"/>
                  <a:pt x="53699" y="49723"/>
                </a:cubicBezTo>
                <a:close/>
                <a:moveTo>
                  <a:pt x="37882" y="12001"/>
                </a:moveTo>
                <a:cubicBezTo>
                  <a:pt x="30498" y="10807"/>
                  <a:pt x="24468" y="11375"/>
                  <a:pt x="19735" y="13763"/>
                </a:cubicBezTo>
                <a:cubicBezTo>
                  <a:pt x="15016" y="16108"/>
                  <a:pt x="12292" y="19968"/>
                  <a:pt x="11375" y="25255"/>
                </a:cubicBezTo>
                <a:cubicBezTo>
                  <a:pt x="10530" y="30614"/>
                  <a:pt x="11943" y="35100"/>
                  <a:pt x="15642" y="38858"/>
                </a:cubicBezTo>
                <a:cubicBezTo>
                  <a:pt x="19400" y="42557"/>
                  <a:pt x="24920" y="45062"/>
                  <a:pt x="32318" y="46257"/>
                </a:cubicBezTo>
                <a:cubicBezTo>
                  <a:pt x="39703" y="47451"/>
                  <a:pt x="45732" y="46883"/>
                  <a:pt x="50466" y="44494"/>
                </a:cubicBezTo>
                <a:cubicBezTo>
                  <a:pt x="55184" y="42164"/>
                  <a:pt x="57966" y="38290"/>
                  <a:pt x="58826" y="33003"/>
                </a:cubicBezTo>
                <a:cubicBezTo>
                  <a:pt x="59685" y="27643"/>
                  <a:pt x="58258" y="23157"/>
                  <a:pt x="54558" y="19400"/>
                </a:cubicBezTo>
                <a:cubicBezTo>
                  <a:pt x="50801" y="15700"/>
                  <a:pt x="45281" y="13195"/>
                  <a:pt x="37882" y="12001"/>
                </a:cubicBezTo>
                <a:close/>
                <a:moveTo>
                  <a:pt x="37882" y="120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EA981-E4AA-48B2-82B2-678BD367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185" y="5894963"/>
            <a:ext cx="86076" cy="65088"/>
          </a:xfrm>
          <a:custGeom xmlns:a="http://schemas.openxmlformats.org/drawingml/2006/main">
            <a:pathLst>
              <a:path w="86076" h="65088">
                <a:moveTo>
                  <a:pt x="53641" y="49665"/>
                </a:moveTo>
                <a:lnTo>
                  <a:pt x="86076" y="54951"/>
                </a:lnTo>
                <a:lnTo>
                  <a:pt x="84430" y="65088"/>
                </a:lnTo>
                <a:lnTo>
                  <a:pt x="0" y="51310"/>
                </a:lnTo>
                <a:lnTo>
                  <a:pt x="1646" y="41246"/>
                </a:lnTo>
                <a:lnTo>
                  <a:pt x="10923" y="42732"/>
                </a:lnTo>
                <a:cubicBezTo>
                  <a:pt x="7617" y="39994"/>
                  <a:pt x="5345" y="36921"/>
                  <a:pt x="4093" y="33396"/>
                </a:cubicBezTo>
                <a:cubicBezTo>
                  <a:pt x="2840" y="29872"/>
                  <a:pt x="2607" y="25881"/>
                  <a:pt x="3350" y="21395"/>
                </a:cubicBezTo>
                <a:cubicBezTo>
                  <a:pt x="4544" y="13996"/>
                  <a:pt x="8476" y="8418"/>
                  <a:pt x="15132" y="4719"/>
                </a:cubicBezTo>
                <a:cubicBezTo>
                  <a:pt x="21788" y="1078"/>
                  <a:pt x="29915" y="0"/>
                  <a:pt x="39542" y="1544"/>
                </a:cubicBezTo>
                <a:cubicBezTo>
                  <a:pt x="49155" y="3131"/>
                  <a:pt x="56554" y="6714"/>
                  <a:pt x="61666" y="12351"/>
                </a:cubicBezTo>
                <a:cubicBezTo>
                  <a:pt x="66851" y="17929"/>
                  <a:pt x="68773" y="24468"/>
                  <a:pt x="67579" y="31867"/>
                </a:cubicBezTo>
                <a:cubicBezTo>
                  <a:pt x="66851" y="36353"/>
                  <a:pt x="65365" y="40052"/>
                  <a:pt x="63035" y="43009"/>
                </a:cubicBezTo>
                <a:cubicBezTo>
                  <a:pt x="60763" y="45907"/>
                  <a:pt x="57631" y="48135"/>
                  <a:pt x="53641" y="49665"/>
                </a:cubicBezTo>
                <a:close/>
                <a:moveTo>
                  <a:pt x="37824" y="12001"/>
                </a:moveTo>
                <a:cubicBezTo>
                  <a:pt x="30440" y="10807"/>
                  <a:pt x="24410" y="11375"/>
                  <a:pt x="19676" y="13705"/>
                </a:cubicBezTo>
                <a:cubicBezTo>
                  <a:pt x="15016" y="16108"/>
                  <a:pt x="12234" y="19910"/>
                  <a:pt x="11375" y="25255"/>
                </a:cubicBezTo>
                <a:cubicBezTo>
                  <a:pt x="10472" y="30556"/>
                  <a:pt x="11885" y="35100"/>
                  <a:pt x="15642" y="38800"/>
                </a:cubicBezTo>
                <a:cubicBezTo>
                  <a:pt x="19342" y="42557"/>
                  <a:pt x="24861" y="45004"/>
                  <a:pt x="32260" y="46198"/>
                </a:cubicBezTo>
                <a:cubicBezTo>
                  <a:pt x="39644" y="47393"/>
                  <a:pt x="45674" y="46825"/>
                  <a:pt x="50407" y="44494"/>
                </a:cubicBezTo>
                <a:cubicBezTo>
                  <a:pt x="55126" y="42106"/>
                  <a:pt x="57908" y="38290"/>
                  <a:pt x="58767" y="32945"/>
                </a:cubicBezTo>
                <a:cubicBezTo>
                  <a:pt x="59612" y="27658"/>
                  <a:pt x="58199" y="23099"/>
                  <a:pt x="54500" y="19400"/>
                </a:cubicBezTo>
                <a:cubicBezTo>
                  <a:pt x="50801" y="15642"/>
                  <a:pt x="45222" y="13195"/>
                  <a:pt x="37824" y="12001"/>
                </a:cubicBezTo>
                <a:close/>
                <a:moveTo>
                  <a:pt x="37824" y="120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C31ED-04C1-4992-98E9-C10758DE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611" y="5822651"/>
            <a:ext cx="87386" cy="64462"/>
          </a:xfrm>
          <a:custGeom xmlns:a="http://schemas.openxmlformats.org/drawingml/2006/main">
            <a:pathLst>
              <a:path w="87386" h="64462">
                <a:moveTo>
                  <a:pt x="9511" y="0"/>
                </a:moveTo>
                <a:lnTo>
                  <a:pt x="20259" y="1762"/>
                </a:lnTo>
                <a:cubicBezTo>
                  <a:pt x="17579" y="5636"/>
                  <a:pt x="15424" y="9336"/>
                  <a:pt x="13822" y="12860"/>
                </a:cubicBezTo>
                <a:cubicBezTo>
                  <a:pt x="12234" y="16443"/>
                  <a:pt x="11156" y="19968"/>
                  <a:pt x="10647" y="23449"/>
                </a:cubicBezTo>
                <a:cubicBezTo>
                  <a:pt x="9612" y="29420"/>
                  <a:pt x="10079" y="34255"/>
                  <a:pt x="11841" y="37897"/>
                </a:cubicBezTo>
                <a:cubicBezTo>
                  <a:pt x="13661" y="41538"/>
                  <a:pt x="16734" y="43693"/>
                  <a:pt x="21002" y="44378"/>
                </a:cubicBezTo>
                <a:cubicBezTo>
                  <a:pt x="24643" y="45004"/>
                  <a:pt x="27541" y="44319"/>
                  <a:pt x="29697" y="42499"/>
                </a:cubicBezTo>
                <a:cubicBezTo>
                  <a:pt x="31925" y="40620"/>
                  <a:pt x="34022" y="36761"/>
                  <a:pt x="36193" y="30891"/>
                </a:cubicBezTo>
                <a:lnTo>
                  <a:pt x="38639" y="24410"/>
                </a:lnTo>
                <a:cubicBezTo>
                  <a:pt x="41538" y="16443"/>
                  <a:pt x="45295" y="10807"/>
                  <a:pt x="49839" y="7573"/>
                </a:cubicBezTo>
                <a:cubicBezTo>
                  <a:pt x="54456" y="4267"/>
                  <a:pt x="60078" y="3190"/>
                  <a:pt x="66676" y="4267"/>
                </a:cubicBezTo>
                <a:cubicBezTo>
                  <a:pt x="74584" y="5578"/>
                  <a:pt x="80162" y="9161"/>
                  <a:pt x="83352" y="15132"/>
                </a:cubicBezTo>
                <a:cubicBezTo>
                  <a:pt x="86600" y="21104"/>
                  <a:pt x="87386" y="29187"/>
                  <a:pt x="85682" y="39426"/>
                </a:cubicBezTo>
                <a:cubicBezTo>
                  <a:pt x="85056" y="43300"/>
                  <a:pt x="83978" y="47334"/>
                  <a:pt x="82376" y="51543"/>
                </a:cubicBezTo>
                <a:cubicBezTo>
                  <a:pt x="80789" y="55752"/>
                  <a:pt x="78793" y="60020"/>
                  <a:pt x="76303" y="64462"/>
                </a:cubicBezTo>
                <a:lnTo>
                  <a:pt x="64913" y="62583"/>
                </a:lnTo>
                <a:cubicBezTo>
                  <a:pt x="68161" y="58491"/>
                  <a:pt x="70783" y="54442"/>
                  <a:pt x="72764" y="50349"/>
                </a:cubicBezTo>
                <a:cubicBezTo>
                  <a:pt x="74759" y="46257"/>
                  <a:pt x="76070" y="42106"/>
                  <a:pt x="76754" y="38013"/>
                </a:cubicBezTo>
                <a:cubicBezTo>
                  <a:pt x="77774" y="31692"/>
                  <a:pt x="77322" y="26624"/>
                  <a:pt x="75385" y="22822"/>
                </a:cubicBezTo>
                <a:cubicBezTo>
                  <a:pt x="73448" y="18948"/>
                  <a:pt x="70215" y="16676"/>
                  <a:pt x="65598" y="15933"/>
                </a:cubicBezTo>
                <a:cubicBezTo>
                  <a:pt x="61622" y="15249"/>
                  <a:pt x="58316" y="15992"/>
                  <a:pt x="55651" y="18089"/>
                </a:cubicBezTo>
                <a:cubicBezTo>
                  <a:pt x="52971" y="20201"/>
                  <a:pt x="50640" y="23958"/>
                  <a:pt x="48587" y="29362"/>
                </a:cubicBezTo>
                <a:lnTo>
                  <a:pt x="46140" y="35901"/>
                </a:lnTo>
                <a:cubicBezTo>
                  <a:pt x="43183" y="43868"/>
                  <a:pt x="39659" y="49388"/>
                  <a:pt x="35566" y="52519"/>
                </a:cubicBezTo>
                <a:cubicBezTo>
                  <a:pt x="31459" y="55592"/>
                  <a:pt x="26289" y="56612"/>
                  <a:pt x="20084" y="55651"/>
                </a:cubicBezTo>
                <a:cubicBezTo>
                  <a:pt x="12860" y="54442"/>
                  <a:pt x="7573" y="50975"/>
                  <a:pt x="4267" y="45237"/>
                </a:cubicBezTo>
                <a:cubicBezTo>
                  <a:pt x="976" y="39484"/>
                  <a:pt x="0" y="32144"/>
                  <a:pt x="1486" y="23216"/>
                </a:cubicBezTo>
                <a:cubicBezTo>
                  <a:pt x="2112" y="19400"/>
                  <a:pt x="3073" y="15540"/>
                  <a:pt x="4442" y="11666"/>
                </a:cubicBezTo>
                <a:cubicBezTo>
                  <a:pt x="5753" y="7850"/>
                  <a:pt x="7457" y="3932"/>
                  <a:pt x="9511" y="0"/>
                </a:cubicBezTo>
                <a:close/>
                <a:moveTo>
                  <a:pt x="951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15AE8-8538-40AB-AF50-43ABCAD3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537" y="5754606"/>
            <a:ext cx="66894" cy="60253"/>
          </a:xfrm>
          <a:custGeom xmlns:a="http://schemas.openxmlformats.org/drawingml/2006/main">
            <a:pathLst>
              <a:path w="66894" h="60253">
                <a:moveTo>
                  <a:pt x="35377" y="1486"/>
                </a:moveTo>
                <a:lnTo>
                  <a:pt x="40329" y="2287"/>
                </a:lnTo>
                <a:lnTo>
                  <a:pt x="32828" y="48470"/>
                </a:lnTo>
                <a:cubicBezTo>
                  <a:pt x="39761" y="49155"/>
                  <a:pt x="45397" y="47961"/>
                  <a:pt x="49665" y="44829"/>
                </a:cubicBezTo>
                <a:cubicBezTo>
                  <a:pt x="53874" y="41654"/>
                  <a:pt x="56539" y="36761"/>
                  <a:pt x="57631" y="30105"/>
                </a:cubicBezTo>
                <a:cubicBezTo>
                  <a:pt x="58258" y="26230"/>
                  <a:pt x="58360" y="22415"/>
                  <a:pt x="58025" y="18672"/>
                </a:cubicBezTo>
                <a:cubicBezTo>
                  <a:pt x="57690" y="14856"/>
                  <a:pt x="56830" y="11040"/>
                  <a:pt x="55519" y="7180"/>
                </a:cubicBezTo>
                <a:lnTo>
                  <a:pt x="65015" y="8710"/>
                </a:lnTo>
                <a:cubicBezTo>
                  <a:pt x="65991" y="12584"/>
                  <a:pt x="66501" y="16443"/>
                  <a:pt x="66734" y="20376"/>
                </a:cubicBezTo>
                <a:cubicBezTo>
                  <a:pt x="66894" y="24293"/>
                  <a:pt x="66676" y="28168"/>
                  <a:pt x="66050" y="32085"/>
                </a:cubicBezTo>
                <a:cubicBezTo>
                  <a:pt x="64447" y="41873"/>
                  <a:pt x="60355" y="49097"/>
                  <a:pt x="53757" y="53888"/>
                </a:cubicBezTo>
                <a:cubicBezTo>
                  <a:pt x="47160" y="58665"/>
                  <a:pt x="38960" y="60253"/>
                  <a:pt x="29289" y="58724"/>
                </a:cubicBezTo>
                <a:cubicBezTo>
                  <a:pt x="19283" y="57063"/>
                  <a:pt x="11768" y="53087"/>
                  <a:pt x="6758" y="46708"/>
                </a:cubicBezTo>
                <a:cubicBezTo>
                  <a:pt x="1762" y="40343"/>
                  <a:pt x="0" y="32551"/>
                  <a:pt x="1529" y="23390"/>
                </a:cubicBezTo>
                <a:cubicBezTo>
                  <a:pt x="2840" y="15132"/>
                  <a:pt x="6539" y="9044"/>
                  <a:pt x="12627" y="5127"/>
                </a:cubicBezTo>
                <a:cubicBezTo>
                  <a:pt x="18715" y="1194"/>
                  <a:pt x="26274" y="0"/>
                  <a:pt x="35377" y="1486"/>
                </a:cubicBezTo>
                <a:close/>
                <a:moveTo>
                  <a:pt x="30833" y="11040"/>
                </a:moveTo>
                <a:cubicBezTo>
                  <a:pt x="25313" y="10239"/>
                  <a:pt x="20696" y="11040"/>
                  <a:pt x="16895" y="13545"/>
                </a:cubicBezTo>
                <a:cubicBezTo>
                  <a:pt x="13137" y="15992"/>
                  <a:pt x="10865" y="19691"/>
                  <a:pt x="10064" y="24643"/>
                </a:cubicBezTo>
                <a:cubicBezTo>
                  <a:pt x="9161" y="30265"/>
                  <a:pt x="10006" y="34998"/>
                  <a:pt x="12627" y="38916"/>
                </a:cubicBezTo>
                <a:cubicBezTo>
                  <a:pt x="15249" y="42790"/>
                  <a:pt x="19400" y="45455"/>
                  <a:pt x="25022" y="46883"/>
                </a:cubicBezTo>
                <a:lnTo>
                  <a:pt x="30833" y="11040"/>
                </a:lnTo>
                <a:close/>
                <a:moveTo>
                  <a:pt x="30833" y="110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CC497-8AF9-489F-99F8-365C4677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700" y="5721108"/>
            <a:ext cx="86658" cy="23886"/>
          </a:xfrm>
          <a:custGeom xmlns:a="http://schemas.openxmlformats.org/drawingml/2006/main">
            <a:pathLst>
              <a:path w="86658" h="23886">
                <a:moveTo>
                  <a:pt x="0" y="10006"/>
                </a:moveTo>
                <a:lnTo>
                  <a:pt x="1660" y="0"/>
                </a:lnTo>
                <a:lnTo>
                  <a:pt x="86658" y="13822"/>
                </a:lnTo>
                <a:lnTo>
                  <a:pt x="85056" y="23886"/>
                </a:lnTo>
                <a:lnTo>
                  <a:pt x="0" y="10006"/>
                </a:lnTo>
                <a:close/>
                <a:moveTo>
                  <a:pt x="0" y="100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BA5DD-6E67-40A7-AFD4-BE43F336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805" y="5654651"/>
            <a:ext cx="66909" cy="60311"/>
          </a:xfrm>
          <a:custGeom xmlns:a="http://schemas.openxmlformats.org/drawingml/2006/main">
            <a:pathLst>
              <a:path w="66909" h="60311">
                <a:moveTo>
                  <a:pt x="35391" y="1486"/>
                </a:moveTo>
                <a:lnTo>
                  <a:pt x="40329" y="2272"/>
                </a:lnTo>
                <a:lnTo>
                  <a:pt x="32770" y="48529"/>
                </a:lnTo>
                <a:cubicBezTo>
                  <a:pt x="39761" y="49213"/>
                  <a:pt x="45397" y="47961"/>
                  <a:pt x="49606" y="44829"/>
                </a:cubicBezTo>
                <a:cubicBezTo>
                  <a:pt x="53874" y="41698"/>
                  <a:pt x="56495" y="36804"/>
                  <a:pt x="57631" y="30148"/>
                </a:cubicBezTo>
                <a:cubicBezTo>
                  <a:pt x="58258" y="26289"/>
                  <a:pt x="58374" y="22473"/>
                  <a:pt x="58025" y="18657"/>
                </a:cubicBezTo>
                <a:cubicBezTo>
                  <a:pt x="57690" y="14899"/>
                  <a:pt x="56830" y="11040"/>
                  <a:pt x="55519" y="7166"/>
                </a:cubicBezTo>
                <a:lnTo>
                  <a:pt x="65030" y="8710"/>
                </a:lnTo>
                <a:cubicBezTo>
                  <a:pt x="65933" y="12569"/>
                  <a:pt x="66501" y="16501"/>
                  <a:pt x="66734" y="20376"/>
                </a:cubicBezTo>
                <a:cubicBezTo>
                  <a:pt x="66909" y="24293"/>
                  <a:pt x="66676" y="28226"/>
                  <a:pt x="66050" y="32085"/>
                </a:cubicBezTo>
                <a:cubicBezTo>
                  <a:pt x="64462" y="41873"/>
                  <a:pt x="60355" y="49155"/>
                  <a:pt x="53757" y="53932"/>
                </a:cubicBezTo>
                <a:cubicBezTo>
                  <a:pt x="47160" y="58709"/>
                  <a:pt x="38974" y="60311"/>
                  <a:pt x="29304" y="58709"/>
                </a:cubicBezTo>
                <a:cubicBezTo>
                  <a:pt x="19283" y="57063"/>
                  <a:pt x="11768" y="53087"/>
                  <a:pt x="6772" y="46708"/>
                </a:cubicBezTo>
                <a:cubicBezTo>
                  <a:pt x="1762" y="40343"/>
                  <a:pt x="0" y="32595"/>
                  <a:pt x="1471" y="23390"/>
                </a:cubicBezTo>
                <a:cubicBezTo>
                  <a:pt x="2840" y="15191"/>
                  <a:pt x="6539" y="9103"/>
                  <a:pt x="12627" y="5185"/>
                </a:cubicBezTo>
                <a:cubicBezTo>
                  <a:pt x="18715" y="1253"/>
                  <a:pt x="26274" y="0"/>
                  <a:pt x="35391" y="1486"/>
                </a:cubicBezTo>
                <a:close/>
                <a:moveTo>
                  <a:pt x="30833" y="11098"/>
                </a:moveTo>
                <a:cubicBezTo>
                  <a:pt x="25313" y="10239"/>
                  <a:pt x="20652" y="11098"/>
                  <a:pt x="16895" y="13545"/>
                </a:cubicBezTo>
                <a:cubicBezTo>
                  <a:pt x="13137" y="16050"/>
                  <a:pt x="10865" y="19749"/>
                  <a:pt x="10006" y="24687"/>
                </a:cubicBezTo>
                <a:cubicBezTo>
                  <a:pt x="9103" y="30265"/>
                  <a:pt x="9947" y="35042"/>
                  <a:pt x="12569" y="38916"/>
                </a:cubicBezTo>
                <a:cubicBezTo>
                  <a:pt x="15249" y="42790"/>
                  <a:pt x="19342" y="45455"/>
                  <a:pt x="25036" y="46941"/>
                </a:cubicBezTo>
                <a:lnTo>
                  <a:pt x="30833" y="11098"/>
                </a:lnTo>
                <a:close/>
                <a:moveTo>
                  <a:pt x="30833" y="110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99863-1F81-4977-A480-2952E4E1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063" y="5591441"/>
            <a:ext cx="66457" cy="54616"/>
          </a:xfrm>
          <a:custGeom xmlns:a="http://schemas.openxmlformats.org/drawingml/2006/main">
            <a:pathLst>
              <a:path w="66457" h="54616">
                <a:moveTo>
                  <a:pt x="8258" y="0"/>
                </a:moveTo>
                <a:lnTo>
                  <a:pt x="17637" y="1544"/>
                </a:lnTo>
                <a:cubicBezTo>
                  <a:pt x="15642" y="4093"/>
                  <a:pt x="13996" y="6772"/>
                  <a:pt x="12744" y="9511"/>
                </a:cubicBezTo>
                <a:cubicBezTo>
                  <a:pt x="11491" y="12234"/>
                  <a:pt x="10647" y="15016"/>
                  <a:pt x="10137" y="17929"/>
                </a:cubicBezTo>
                <a:cubicBezTo>
                  <a:pt x="9103" y="24468"/>
                  <a:pt x="10355" y="29872"/>
                  <a:pt x="13880" y="34197"/>
                </a:cubicBezTo>
                <a:cubicBezTo>
                  <a:pt x="17419" y="38465"/>
                  <a:pt x="22924" y="41188"/>
                  <a:pt x="30381" y="42382"/>
                </a:cubicBezTo>
                <a:cubicBezTo>
                  <a:pt x="37897" y="43635"/>
                  <a:pt x="43984" y="42790"/>
                  <a:pt x="48703" y="39834"/>
                </a:cubicBezTo>
                <a:cubicBezTo>
                  <a:pt x="53422" y="36862"/>
                  <a:pt x="56321" y="32144"/>
                  <a:pt x="57355" y="25662"/>
                </a:cubicBezTo>
                <a:cubicBezTo>
                  <a:pt x="57864" y="22706"/>
                  <a:pt x="57923" y="19749"/>
                  <a:pt x="57573" y="16793"/>
                </a:cubicBezTo>
                <a:cubicBezTo>
                  <a:pt x="57296" y="13822"/>
                  <a:pt x="56554" y="10763"/>
                  <a:pt x="55476" y="7690"/>
                </a:cubicBezTo>
                <a:lnTo>
                  <a:pt x="64753" y="9161"/>
                </a:lnTo>
                <a:cubicBezTo>
                  <a:pt x="65598" y="12176"/>
                  <a:pt x="66108" y="15249"/>
                  <a:pt x="66283" y="18380"/>
                </a:cubicBezTo>
                <a:cubicBezTo>
                  <a:pt x="66457" y="21512"/>
                  <a:pt x="66283" y="24745"/>
                  <a:pt x="65715" y="28109"/>
                </a:cubicBezTo>
                <a:cubicBezTo>
                  <a:pt x="64229" y="37329"/>
                  <a:pt x="60136" y="44203"/>
                  <a:pt x="53422" y="48703"/>
                </a:cubicBezTo>
                <a:cubicBezTo>
                  <a:pt x="46766" y="53145"/>
                  <a:pt x="38523" y="54616"/>
                  <a:pt x="28677" y="53029"/>
                </a:cubicBezTo>
                <a:cubicBezTo>
                  <a:pt x="18715" y="51383"/>
                  <a:pt x="11331" y="47334"/>
                  <a:pt x="6496" y="40970"/>
                </a:cubicBezTo>
                <a:cubicBezTo>
                  <a:pt x="1660" y="34532"/>
                  <a:pt x="0" y="26565"/>
                  <a:pt x="1602" y="17011"/>
                </a:cubicBezTo>
                <a:cubicBezTo>
                  <a:pt x="2054" y="13938"/>
                  <a:pt x="2898" y="10923"/>
                  <a:pt x="3991" y="8083"/>
                </a:cubicBezTo>
                <a:cubicBezTo>
                  <a:pt x="5127" y="5243"/>
                  <a:pt x="6539" y="2563"/>
                  <a:pt x="8258" y="0"/>
                </a:cubicBezTo>
                <a:close/>
                <a:moveTo>
                  <a:pt x="825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6F194-E63D-4C55-B8C0-C33FF7FC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427" y="5542913"/>
            <a:ext cx="83570" cy="39484"/>
          </a:xfrm>
          <a:custGeom xmlns:a="http://schemas.openxmlformats.org/drawingml/2006/main">
            <a:pathLst>
              <a:path w="83570" h="39484">
                <a:moveTo>
                  <a:pt x="1646" y="17871"/>
                </a:moveTo>
                <a:lnTo>
                  <a:pt x="18992" y="20711"/>
                </a:lnTo>
                <a:lnTo>
                  <a:pt x="22415" y="0"/>
                </a:lnTo>
                <a:lnTo>
                  <a:pt x="30207" y="1253"/>
                </a:lnTo>
                <a:lnTo>
                  <a:pt x="26842" y="21963"/>
                </a:lnTo>
                <a:lnTo>
                  <a:pt x="60064" y="27366"/>
                </a:lnTo>
                <a:cubicBezTo>
                  <a:pt x="65015" y="28168"/>
                  <a:pt x="68380" y="28051"/>
                  <a:pt x="69967" y="26915"/>
                </a:cubicBezTo>
                <a:cubicBezTo>
                  <a:pt x="71613" y="25779"/>
                  <a:pt x="72822" y="23099"/>
                  <a:pt x="73492" y="18890"/>
                </a:cubicBezTo>
                <a:lnTo>
                  <a:pt x="75152" y="8593"/>
                </a:lnTo>
                <a:lnTo>
                  <a:pt x="83570" y="9962"/>
                </a:lnTo>
                <a:lnTo>
                  <a:pt x="81910" y="20259"/>
                </a:lnTo>
                <a:cubicBezTo>
                  <a:pt x="80614" y="28051"/>
                  <a:pt x="78327" y="33178"/>
                  <a:pt x="74919" y="35610"/>
                </a:cubicBezTo>
                <a:cubicBezTo>
                  <a:pt x="71569" y="38115"/>
                  <a:pt x="66050" y="38741"/>
                  <a:pt x="58418" y="37489"/>
                </a:cubicBezTo>
                <a:lnTo>
                  <a:pt x="25196" y="32085"/>
                </a:lnTo>
                <a:lnTo>
                  <a:pt x="24002" y="39484"/>
                </a:lnTo>
                <a:lnTo>
                  <a:pt x="16152" y="38173"/>
                </a:lnTo>
                <a:lnTo>
                  <a:pt x="17346" y="30775"/>
                </a:lnTo>
                <a:lnTo>
                  <a:pt x="0" y="27993"/>
                </a:lnTo>
                <a:lnTo>
                  <a:pt x="1646" y="17871"/>
                </a:lnTo>
                <a:close/>
                <a:moveTo>
                  <a:pt x="1646" y="178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8933A-3D9F-46B3-8D34-E15AD30B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096" y="5515779"/>
            <a:ext cx="86716" cy="23900"/>
          </a:xfrm>
          <a:custGeom xmlns:a="http://schemas.openxmlformats.org/drawingml/2006/main">
            <a:pathLst>
              <a:path w="86716" h="23900">
                <a:moveTo>
                  <a:pt x="23842" y="13938"/>
                </a:moveTo>
                <a:lnTo>
                  <a:pt x="25488" y="3874"/>
                </a:lnTo>
                <a:lnTo>
                  <a:pt x="86716" y="13822"/>
                </a:lnTo>
                <a:lnTo>
                  <a:pt x="85056" y="23900"/>
                </a:lnTo>
                <a:lnTo>
                  <a:pt x="23842" y="13938"/>
                </a:lnTo>
                <a:close/>
                <a:moveTo>
                  <a:pt x="0" y="10006"/>
                </a:moveTo>
                <a:lnTo>
                  <a:pt x="1660" y="0"/>
                </a:lnTo>
                <a:lnTo>
                  <a:pt x="14404" y="2054"/>
                </a:lnTo>
                <a:lnTo>
                  <a:pt x="12802" y="12118"/>
                </a:lnTo>
                <a:lnTo>
                  <a:pt x="0" y="10006"/>
                </a:lnTo>
                <a:close/>
                <a:moveTo>
                  <a:pt x="0" y="100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CF3EA-17A7-4511-BB0C-0871520C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968" y="5450123"/>
            <a:ext cx="67142" cy="59452"/>
          </a:xfrm>
          <a:custGeom xmlns:a="http://schemas.openxmlformats.org/drawingml/2006/main">
            <a:pathLst>
              <a:path w="67142" h="59452">
                <a:moveTo>
                  <a:pt x="9962" y="25939"/>
                </a:moveTo>
                <a:cubicBezTo>
                  <a:pt x="9103" y="31299"/>
                  <a:pt x="10472" y="35901"/>
                  <a:pt x="14171" y="39717"/>
                </a:cubicBezTo>
                <a:cubicBezTo>
                  <a:pt x="17871" y="43518"/>
                  <a:pt x="23390" y="46023"/>
                  <a:pt x="30731" y="47218"/>
                </a:cubicBezTo>
                <a:cubicBezTo>
                  <a:pt x="38013" y="48412"/>
                  <a:pt x="44043" y="47786"/>
                  <a:pt x="48762" y="45397"/>
                </a:cubicBezTo>
                <a:cubicBezTo>
                  <a:pt x="53480" y="42950"/>
                  <a:pt x="56262" y="39033"/>
                  <a:pt x="57180" y="33629"/>
                </a:cubicBezTo>
                <a:cubicBezTo>
                  <a:pt x="58039" y="28226"/>
                  <a:pt x="56612" y="23667"/>
                  <a:pt x="52912" y="19851"/>
                </a:cubicBezTo>
                <a:cubicBezTo>
                  <a:pt x="49155" y="16050"/>
                  <a:pt x="43693" y="13545"/>
                  <a:pt x="36411" y="12351"/>
                </a:cubicBezTo>
                <a:cubicBezTo>
                  <a:pt x="29129" y="11156"/>
                  <a:pt x="23157" y="11783"/>
                  <a:pt x="18380" y="14229"/>
                </a:cubicBezTo>
                <a:cubicBezTo>
                  <a:pt x="13661" y="16676"/>
                  <a:pt x="10807" y="20536"/>
                  <a:pt x="9962" y="25939"/>
                </a:cubicBezTo>
                <a:close/>
                <a:moveTo>
                  <a:pt x="1427" y="24526"/>
                </a:moveTo>
                <a:cubicBezTo>
                  <a:pt x="2840" y="15817"/>
                  <a:pt x="6831" y="9394"/>
                  <a:pt x="13312" y="5345"/>
                </a:cubicBezTo>
                <a:cubicBezTo>
                  <a:pt x="19808" y="1253"/>
                  <a:pt x="28109" y="0"/>
                  <a:pt x="38115" y="1646"/>
                </a:cubicBezTo>
                <a:cubicBezTo>
                  <a:pt x="48135" y="3306"/>
                  <a:pt x="55592" y="7049"/>
                  <a:pt x="60486" y="13035"/>
                </a:cubicBezTo>
                <a:cubicBezTo>
                  <a:pt x="65365" y="18948"/>
                  <a:pt x="67142" y="26230"/>
                  <a:pt x="65715" y="34984"/>
                </a:cubicBezTo>
                <a:cubicBezTo>
                  <a:pt x="64287" y="43751"/>
                  <a:pt x="60311" y="50174"/>
                  <a:pt x="53772" y="54223"/>
                </a:cubicBezTo>
                <a:cubicBezTo>
                  <a:pt x="47276" y="58258"/>
                  <a:pt x="38974" y="59452"/>
                  <a:pt x="28954" y="57864"/>
                </a:cubicBezTo>
                <a:cubicBezTo>
                  <a:pt x="18948" y="56204"/>
                  <a:pt x="11491" y="52461"/>
                  <a:pt x="6598" y="46533"/>
                </a:cubicBezTo>
                <a:cubicBezTo>
                  <a:pt x="1704" y="40620"/>
                  <a:pt x="0" y="33280"/>
                  <a:pt x="1427" y="24526"/>
                </a:cubicBezTo>
                <a:close/>
                <a:moveTo>
                  <a:pt x="1427" y="245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6A942-7E20-4D46-A2F3-47A86022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090" y="5381860"/>
            <a:ext cx="69530" cy="58651"/>
          </a:xfrm>
          <a:custGeom xmlns:a="http://schemas.openxmlformats.org/drawingml/2006/main">
            <a:pathLst>
              <a:path w="69530" h="58651">
                <a:moveTo>
                  <a:pt x="32610" y="1354"/>
                </a:moveTo>
                <a:lnTo>
                  <a:pt x="69530" y="7384"/>
                </a:lnTo>
                <a:lnTo>
                  <a:pt x="67885" y="17404"/>
                </a:lnTo>
                <a:lnTo>
                  <a:pt x="31299" y="11491"/>
                </a:lnTo>
                <a:cubicBezTo>
                  <a:pt x="25488" y="10515"/>
                  <a:pt x="21002" y="10923"/>
                  <a:pt x="17754" y="12744"/>
                </a:cubicBezTo>
                <a:cubicBezTo>
                  <a:pt x="14521" y="14564"/>
                  <a:pt x="12525" y="17681"/>
                  <a:pt x="11783" y="22182"/>
                </a:cubicBezTo>
                <a:cubicBezTo>
                  <a:pt x="10880" y="27643"/>
                  <a:pt x="11957" y="32202"/>
                  <a:pt x="14856" y="35887"/>
                </a:cubicBezTo>
                <a:cubicBezTo>
                  <a:pt x="17812" y="39586"/>
                  <a:pt x="22313" y="41931"/>
                  <a:pt x="28284" y="42892"/>
                </a:cubicBezTo>
                <a:lnTo>
                  <a:pt x="62816" y="48529"/>
                </a:lnTo>
                <a:lnTo>
                  <a:pt x="61229" y="58651"/>
                </a:lnTo>
                <a:lnTo>
                  <a:pt x="0" y="48689"/>
                </a:lnTo>
                <a:lnTo>
                  <a:pt x="1660" y="38567"/>
                </a:lnTo>
                <a:lnTo>
                  <a:pt x="11156" y="40096"/>
                </a:lnTo>
                <a:cubicBezTo>
                  <a:pt x="7865" y="37081"/>
                  <a:pt x="5578" y="33848"/>
                  <a:pt x="4267" y="30265"/>
                </a:cubicBezTo>
                <a:cubicBezTo>
                  <a:pt x="3029" y="26740"/>
                  <a:pt x="2680" y="22808"/>
                  <a:pt x="3423" y="18540"/>
                </a:cubicBezTo>
                <a:cubicBezTo>
                  <a:pt x="4559" y="11491"/>
                  <a:pt x="7573" y="6539"/>
                  <a:pt x="12525" y="3641"/>
                </a:cubicBezTo>
                <a:cubicBezTo>
                  <a:pt x="17477" y="728"/>
                  <a:pt x="24133" y="0"/>
                  <a:pt x="32610" y="1354"/>
                </a:cubicBezTo>
                <a:close/>
                <a:moveTo>
                  <a:pt x="32610" y="13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8F2E4-AD3A-4A1A-8D6C-3F138013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361" y="6968286"/>
            <a:ext cx="90518" cy="73740"/>
          </a:xfrm>
          <a:custGeom xmlns:a="http://schemas.openxmlformats.org/drawingml/2006/main">
            <a:pathLst>
              <a:path w="90518" h="73740">
                <a:moveTo>
                  <a:pt x="12176" y="20594"/>
                </a:moveTo>
                <a:lnTo>
                  <a:pt x="48762" y="44727"/>
                </a:lnTo>
                <a:lnTo>
                  <a:pt x="55636" y="15132"/>
                </a:lnTo>
                <a:lnTo>
                  <a:pt x="12176" y="20594"/>
                </a:lnTo>
                <a:close/>
                <a:moveTo>
                  <a:pt x="0" y="24235"/>
                </a:moveTo>
                <a:lnTo>
                  <a:pt x="2840" y="11899"/>
                </a:lnTo>
                <a:lnTo>
                  <a:pt x="90518" y="0"/>
                </a:lnTo>
                <a:lnTo>
                  <a:pt x="87896" y="11331"/>
                </a:lnTo>
                <a:lnTo>
                  <a:pt x="65540" y="13836"/>
                </a:lnTo>
                <a:lnTo>
                  <a:pt x="57063" y="50131"/>
                </a:lnTo>
                <a:lnTo>
                  <a:pt x="76012" y="62248"/>
                </a:lnTo>
                <a:lnTo>
                  <a:pt x="73273" y="73740"/>
                </a:lnTo>
                <a:lnTo>
                  <a:pt x="0" y="24235"/>
                </a:lnTo>
                <a:close/>
                <a:moveTo>
                  <a:pt x="0" y="242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6B2C8-CEE0-4949-8029-3EBE17CD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072" y="6894110"/>
            <a:ext cx="85624" cy="68613"/>
          </a:xfrm>
          <a:custGeom xmlns:a="http://schemas.openxmlformats.org/drawingml/2006/main">
            <a:pathLst>
              <a:path w="85624" h="68613">
                <a:moveTo>
                  <a:pt x="53655" y="51194"/>
                </a:moveTo>
                <a:lnTo>
                  <a:pt x="85624" y="58651"/>
                </a:lnTo>
                <a:lnTo>
                  <a:pt x="83294" y="68613"/>
                </a:lnTo>
                <a:lnTo>
                  <a:pt x="0" y="49155"/>
                </a:lnTo>
                <a:lnTo>
                  <a:pt x="2272" y="39193"/>
                </a:lnTo>
                <a:lnTo>
                  <a:pt x="11433" y="41348"/>
                </a:lnTo>
                <a:cubicBezTo>
                  <a:pt x="8360" y="38392"/>
                  <a:pt x="6321" y="35158"/>
                  <a:pt x="5345" y="31576"/>
                </a:cubicBezTo>
                <a:cubicBezTo>
                  <a:pt x="4326" y="27978"/>
                  <a:pt x="4326" y="23944"/>
                  <a:pt x="5345" y="19560"/>
                </a:cubicBezTo>
                <a:cubicBezTo>
                  <a:pt x="7064" y="12220"/>
                  <a:pt x="11375" y="6933"/>
                  <a:pt x="18264" y="3699"/>
                </a:cubicBezTo>
                <a:cubicBezTo>
                  <a:pt x="25153" y="510"/>
                  <a:pt x="33338" y="0"/>
                  <a:pt x="42848" y="2214"/>
                </a:cubicBezTo>
                <a:cubicBezTo>
                  <a:pt x="52286" y="4428"/>
                  <a:pt x="59452" y="8476"/>
                  <a:pt x="64171" y="14448"/>
                </a:cubicBezTo>
                <a:cubicBezTo>
                  <a:pt x="68962" y="20361"/>
                  <a:pt x="70492" y="27017"/>
                  <a:pt x="68729" y="34357"/>
                </a:cubicBezTo>
                <a:cubicBezTo>
                  <a:pt x="67710" y="38741"/>
                  <a:pt x="65933" y="42382"/>
                  <a:pt x="63486" y="45106"/>
                </a:cubicBezTo>
                <a:cubicBezTo>
                  <a:pt x="60996" y="47902"/>
                  <a:pt x="57690" y="49883"/>
                  <a:pt x="53655" y="51194"/>
                </a:cubicBezTo>
                <a:close/>
                <a:moveTo>
                  <a:pt x="40402" y="12511"/>
                </a:moveTo>
                <a:cubicBezTo>
                  <a:pt x="33119" y="10807"/>
                  <a:pt x="27075" y="10982"/>
                  <a:pt x="22196" y="12962"/>
                </a:cubicBezTo>
                <a:cubicBezTo>
                  <a:pt x="17361" y="15016"/>
                  <a:pt x="14346" y="18657"/>
                  <a:pt x="13093" y="23886"/>
                </a:cubicBezTo>
                <a:cubicBezTo>
                  <a:pt x="11899" y="29187"/>
                  <a:pt x="12977" y="33789"/>
                  <a:pt x="16443" y="37765"/>
                </a:cubicBezTo>
                <a:cubicBezTo>
                  <a:pt x="19851" y="41698"/>
                  <a:pt x="25269" y="44538"/>
                  <a:pt x="32551" y="46242"/>
                </a:cubicBezTo>
                <a:cubicBezTo>
                  <a:pt x="39834" y="47961"/>
                  <a:pt x="45907" y="47786"/>
                  <a:pt x="50757" y="45732"/>
                </a:cubicBezTo>
                <a:cubicBezTo>
                  <a:pt x="55592" y="43751"/>
                  <a:pt x="58651" y="40110"/>
                  <a:pt x="59845" y="34809"/>
                </a:cubicBezTo>
                <a:cubicBezTo>
                  <a:pt x="61098" y="29580"/>
                  <a:pt x="59962" y="24963"/>
                  <a:pt x="56554" y="20987"/>
                </a:cubicBezTo>
                <a:cubicBezTo>
                  <a:pt x="53087" y="17011"/>
                  <a:pt x="47728" y="14215"/>
                  <a:pt x="40402" y="12511"/>
                </a:cubicBezTo>
                <a:close/>
                <a:moveTo>
                  <a:pt x="40402" y="125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AD8F9-914E-4AB2-AA8D-8F1AAD15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399" y="6824011"/>
            <a:ext cx="85682" cy="68613"/>
          </a:xfrm>
          <a:custGeom xmlns:a="http://schemas.openxmlformats.org/drawingml/2006/main">
            <a:pathLst>
              <a:path w="85682" h="68613">
                <a:moveTo>
                  <a:pt x="53655" y="51208"/>
                </a:moveTo>
                <a:lnTo>
                  <a:pt x="85682" y="58651"/>
                </a:lnTo>
                <a:lnTo>
                  <a:pt x="83352" y="68613"/>
                </a:lnTo>
                <a:lnTo>
                  <a:pt x="0" y="49155"/>
                </a:lnTo>
                <a:lnTo>
                  <a:pt x="2330" y="39207"/>
                </a:lnTo>
                <a:lnTo>
                  <a:pt x="11491" y="41363"/>
                </a:lnTo>
                <a:cubicBezTo>
                  <a:pt x="8360" y="38406"/>
                  <a:pt x="6321" y="35158"/>
                  <a:pt x="5345" y="31576"/>
                </a:cubicBezTo>
                <a:cubicBezTo>
                  <a:pt x="4326" y="27993"/>
                  <a:pt x="4384" y="24017"/>
                  <a:pt x="5403" y="19575"/>
                </a:cubicBezTo>
                <a:cubicBezTo>
                  <a:pt x="7107" y="12234"/>
                  <a:pt x="11375" y="6947"/>
                  <a:pt x="18264" y="3758"/>
                </a:cubicBezTo>
                <a:cubicBezTo>
                  <a:pt x="25153" y="510"/>
                  <a:pt x="33338" y="0"/>
                  <a:pt x="42848" y="2214"/>
                </a:cubicBezTo>
                <a:cubicBezTo>
                  <a:pt x="52344" y="4442"/>
                  <a:pt x="59452" y="8535"/>
                  <a:pt x="64229" y="14448"/>
                </a:cubicBezTo>
                <a:cubicBezTo>
                  <a:pt x="68962" y="20376"/>
                  <a:pt x="70492" y="27032"/>
                  <a:pt x="68788" y="34372"/>
                </a:cubicBezTo>
                <a:cubicBezTo>
                  <a:pt x="67768" y="38800"/>
                  <a:pt x="65991" y="42382"/>
                  <a:pt x="63501" y="45179"/>
                </a:cubicBezTo>
                <a:cubicBezTo>
                  <a:pt x="60996" y="47902"/>
                  <a:pt x="57748" y="49956"/>
                  <a:pt x="53655" y="51208"/>
                </a:cubicBezTo>
                <a:close/>
                <a:moveTo>
                  <a:pt x="40460" y="12525"/>
                </a:moveTo>
                <a:cubicBezTo>
                  <a:pt x="33178" y="10807"/>
                  <a:pt x="27090" y="10982"/>
                  <a:pt x="22254" y="13035"/>
                </a:cubicBezTo>
                <a:cubicBezTo>
                  <a:pt x="17361" y="15016"/>
                  <a:pt x="14346" y="18657"/>
                  <a:pt x="13152" y="23900"/>
                </a:cubicBezTo>
                <a:cubicBezTo>
                  <a:pt x="11899" y="29187"/>
                  <a:pt x="13035" y="33789"/>
                  <a:pt x="16443" y="37780"/>
                </a:cubicBezTo>
                <a:cubicBezTo>
                  <a:pt x="19910" y="41756"/>
                  <a:pt x="25269" y="44552"/>
                  <a:pt x="32551" y="46257"/>
                </a:cubicBezTo>
                <a:cubicBezTo>
                  <a:pt x="39877" y="47961"/>
                  <a:pt x="45922" y="47786"/>
                  <a:pt x="50801" y="45805"/>
                </a:cubicBezTo>
                <a:cubicBezTo>
                  <a:pt x="55651" y="43751"/>
                  <a:pt x="58665" y="40110"/>
                  <a:pt x="59918" y="34823"/>
                </a:cubicBezTo>
                <a:cubicBezTo>
                  <a:pt x="61112" y="29580"/>
                  <a:pt x="60020" y="24978"/>
                  <a:pt x="56554" y="21002"/>
                </a:cubicBezTo>
                <a:cubicBezTo>
                  <a:pt x="53087" y="17069"/>
                  <a:pt x="47742" y="14229"/>
                  <a:pt x="40460" y="12525"/>
                </a:cubicBezTo>
                <a:close/>
                <a:moveTo>
                  <a:pt x="40460" y="125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1D886-B28D-4FE0-B2E3-54F3AA34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50" y="6787324"/>
            <a:ext cx="86192" cy="29522"/>
          </a:xfrm>
          <a:custGeom xmlns:a="http://schemas.openxmlformats.org/drawingml/2006/main">
            <a:pathLst>
              <a:path w="86192" h="29522">
                <a:moveTo>
                  <a:pt x="0" y="9947"/>
                </a:moveTo>
                <a:lnTo>
                  <a:pt x="2272" y="0"/>
                </a:lnTo>
                <a:lnTo>
                  <a:pt x="86192" y="19560"/>
                </a:lnTo>
                <a:lnTo>
                  <a:pt x="83862" y="29522"/>
                </a:lnTo>
                <a:lnTo>
                  <a:pt x="0" y="9947"/>
                </a:lnTo>
                <a:close/>
                <a:moveTo>
                  <a:pt x="0" y="99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E2813-F6D7-48D2-87C1-75D4C7D1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338" y="6724799"/>
            <a:ext cx="67477" cy="60981"/>
          </a:xfrm>
          <a:custGeom xmlns:a="http://schemas.openxmlformats.org/drawingml/2006/main">
            <a:pathLst>
              <a:path w="67477" h="60981">
                <a:moveTo>
                  <a:pt x="37445" y="2097"/>
                </a:moveTo>
                <a:lnTo>
                  <a:pt x="42280" y="3233"/>
                </a:lnTo>
                <a:lnTo>
                  <a:pt x="31634" y="48805"/>
                </a:lnTo>
                <a:cubicBezTo>
                  <a:pt x="38581" y="50000"/>
                  <a:pt x="44276" y="49155"/>
                  <a:pt x="48645" y="46300"/>
                </a:cubicBezTo>
                <a:cubicBezTo>
                  <a:pt x="53087" y="43460"/>
                  <a:pt x="56102" y="38741"/>
                  <a:pt x="57631" y="32144"/>
                </a:cubicBezTo>
                <a:cubicBezTo>
                  <a:pt x="58491" y="28328"/>
                  <a:pt x="58884" y="24570"/>
                  <a:pt x="58840" y="20754"/>
                </a:cubicBezTo>
                <a:cubicBezTo>
                  <a:pt x="58724" y="16953"/>
                  <a:pt x="58156" y="13079"/>
                  <a:pt x="57063" y="9103"/>
                </a:cubicBezTo>
                <a:lnTo>
                  <a:pt x="66457" y="11317"/>
                </a:lnTo>
                <a:cubicBezTo>
                  <a:pt x="67142" y="15234"/>
                  <a:pt x="67477" y="19167"/>
                  <a:pt x="67360" y="23041"/>
                </a:cubicBezTo>
                <a:cubicBezTo>
                  <a:pt x="67317" y="26959"/>
                  <a:pt x="66792" y="30891"/>
                  <a:pt x="65889" y="34692"/>
                </a:cubicBezTo>
                <a:cubicBezTo>
                  <a:pt x="63676" y="44363"/>
                  <a:pt x="59059" y="51310"/>
                  <a:pt x="52184" y="55636"/>
                </a:cubicBezTo>
                <a:cubicBezTo>
                  <a:pt x="45237" y="59962"/>
                  <a:pt x="36994" y="60981"/>
                  <a:pt x="27425" y="58767"/>
                </a:cubicBezTo>
                <a:cubicBezTo>
                  <a:pt x="17536" y="56437"/>
                  <a:pt x="10355" y="51937"/>
                  <a:pt x="5811" y="45281"/>
                </a:cubicBezTo>
                <a:cubicBezTo>
                  <a:pt x="1209" y="38567"/>
                  <a:pt x="0" y="30716"/>
                  <a:pt x="2112" y="21614"/>
                </a:cubicBezTo>
                <a:cubicBezTo>
                  <a:pt x="3991" y="13530"/>
                  <a:pt x="8141" y="7734"/>
                  <a:pt x="14462" y="4209"/>
                </a:cubicBezTo>
                <a:cubicBezTo>
                  <a:pt x="20769" y="670"/>
                  <a:pt x="28459" y="0"/>
                  <a:pt x="37445" y="2097"/>
                </a:cubicBezTo>
                <a:close/>
                <a:moveTo>
                  <a:pt x="32202" y="11317"/>
                </a:moveTo>
                <a:cubicBezTo>
                  <a:pt x="26740" y="10122"/>
                  <a:pt x="22080" y="10632"/>
                  <a:pt x="18162" y="12846"/>
                </a:cubicBezTo>
                <a:cubicBezTo>
                  <a:pt x="14229" y="15074"/>
                  <a:pt x="11666" y="18599"/>
                  <a:pt x="10530" y="23492"/>
                </a:cubicBezTo>
                <a:cubicBezTo>
                  <a:pt x="9219" y="29012"/>
                  <a:pt x="9787" y="33848"/>
                  <a:pt x="12132" y="37882"/>
                </a:cubicBezTo>
                <a:cubicBezTo>
                  <a:pt x="14521" y="41931"/>
                  <a:pt x="18439" y="44887"/>
                  <a:pt x="24017" y="46708"/>
                </a:cubicBezTo>
                <a:lnTo>
                  <a:pt x="32202" y="11317"/>
                </a:lnTo>
                <a:close/>
                <a:moveTo>
                  <a:pt x="32202" y="113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2B37D-3E32-4171-95EB-7FD10E9F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857" y="6625397"/>
            <a:ext cx="97625" cy="92397"/>
          </a:xfrm>
          <a:custGeom xmlns:a="http://schemas.openxmlformats.org/drawingml/2006/main">
            <a:pathLst>
              <a:path w="97625" h="92397">
                <a:moveTo>
                  <a:pt x="0" y="73623"/>
                </a:moveTo>
                <a:lnTo>
                  <a:pt x="3758" y="57413"/>
                </a:lnTo>
                <a:lnTo>
                  <a:pt x="63326" y="49621"/>
                </a:lnTo>
                <a:lnTo>
                  <a:pt x="13370" y="16225"/>
                </a:lnTo>
                <a:lnTo>
                  <a:pt x="17186" y="0"/>
                </a:lnTo>
                <a:lnTo>
                  <a:pt x="97625" y="18774"/>
                </a:lnTo>
                <a:lnTo>
                  <a:pt x="95178" y="29362"/>
                </a:lnTo>
                <a:lnTo>
                  <a:pt x="24526" y="12919"/>
                </a:lnTo>
                <a:lnTo>
                  <a:pt x="74876" y="46548"/>
                </a:lnTo>
                <a:lnTo>
                  <a:pt x="72312" y="57471"/>
                </a:lnTo>
                <a:lnTo>
                  <a:pt x="12292" y="65321"/>
                </a:lnTo>
                <a:lnTo>
                  <a:pt x="82944" y="81823"/>
                </a:lnTo>
                <a:lnTo>
                  <a:pt x="80454" y="92397"/>
                </a:lnTo>
                <a:lnTo>
                  <a:pt x="0" y="73623"/>
                </a:lnTo>
                <a:close/>
                <a:moveTo>
                  <a:pt x="0" y="736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4BE02-901B-4F8E-9D2A-282A5349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409" y="6561619"/>
            <a:ext cx="67477" cy="60996"/>
          </a:xfrm>
          <a:custGeom xmlns:a="http://schemas.openxmlformats.org/drawingml/2006/main">
            <a:pathLst>
              <a:path w="67477" h="60996">
                <a:moveTo>
                  <a:pt x="37430" y="2112"/>
                </a:moveTo>
                <a:lnTo>
                  <a:pt x="42266" y="3190"/>
                </a:lnTo>
                <a:lnTo>
                  <a:pt x="31634" y="48820"/>
                </a:lnTo>
                <a:cubicBezTo>
                  <a:pt x="38567" y="50014"/>
                  <a:pt x="44261" y="49169"/>
                  <a:pt x="48689" y="46315"/>
                </a:cubicBezTo>
                <a:cubicBezTo>
                  <a:pt x="53131" y="43475"/>
                  <a:pt x="56087" y="38756"/>
                  <a:pt x="57631" y="32158"/>
                </a:cubicBezTo>
                <a:cubicBezTo>
                  <a:pt x="58534" y="28342"/>
                  <a:pt x="58942" y="24526"/>
                  <a:pt x="58826" y="20769"/>
                </a:cubicBezTo>
                <a:cubicBezTo>
                  <a:pt x="58709" y="16968"/>
                  <a:pt x="58141" y="13093"/>
                  <a:pt x="57122" y="9117"/>
                </a:cubicBezTo>
                <a:lnTo>
                  <a:pt x="66501" y="11331"/>
                </a:lnTo>
                <a:cubicBezTo>
                  <a:pt x="67186" y="15191"/>
                  <a:pt x="67477" y="19123"/>
                  <a:pt x="67360" y="23055"/>
                </a:cubicBezTo>
                <a:cubicBezTo>
                  <a:pt x="67302" y="26973"/>
                  <a:pt x="66792" y="30906"/>
                  <a:pt x="65933" y="34707"/>
                </a:cubicBezTo>
                <a:cubicBezTo>
                  <a:pt x="63661" y="44319"/>
                  <a:pt x="59102" y="51325"/>
                  <a:pt x="52170" y="55651"/>
                </a:cubicBezTo>
                <a:cubicBezTo>
                  <a:pt x="45222" y="59976"/>
                  <a:pt x="37037" y="60996"/>
                  <a:pt x="27425" y="58782"/>
                </a:cubicBezTo>
                <a:cubicBezTo>
                  <a:pt x="17579" y="56452"/>
                  <a:pt x="10355" y="51951"/>
                  <a:pt x="5797" y="45295"/>
                </a:cubicBezTo>
                <a:cubicBezTo>
                  <a:pt x="1253" y="38581"/>
                  <a:pt x="0" y="30731"/>
                  <a:pt x="2097" y="21628"/>
                </a:cubicBezTo>
                <a:cubicBezTo>
                  <a:pt x="4034" y="13545"/>
                  <a:pt x="8127" y="7690"/>
                  <a:pt x="14448" y="4224"/>
                </a:cubicBezTo>
                <a:cubicBezTo>
                  <a:pt x="20813" y="685"/>
                  <a:pt x="28444" y="0"/>
                  <a:pt x="37430" y="2112"/>
                </a:cubicBezTo>
                <a:close/>
                <a:moveTo>
                  <a:pt x="32202" y="11331"/>
                </a:moveTo>
                <a:cubicBezTo>
                  <a:pt x="26740" y="10137"/>
                  <a:pt x="22065" y="10647"/>
                  <a:pt x="18147" y="12860"/>
                </a:cubicBezTo>
                <a:cubicBezTo>
                  <a:pt x="14215" y="15089"/>
                  <a:pt x="11710" y="18613"/>
                  <a:pt x="10515" y="23507"/>
                </a:cubicBezTo>
                <a:cubicBezTo>
                  <a:pt x="9263" y="29027"/>
                  <a:pt x="9787" y="33804"/>
                  <a:pt x="12118" y="37897"/>
                </a:cubicBezTo>
                <a:cubicBezTo>
                  <a:pt x="14506" y="41931"/>
                  <a:pt x="18424" y="44902"/>
                  <a:pt x="24002" y="46723"/>
                </a:cubicBezTo>
                <a:lnTo>
                  <a:pt x="32202" y="11331"/>
                </a:lnTo>
                <a:close/>
                <a:moveTo>
                  <a:pt x="32202" y="113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4ABDF-DC07-4EEC-9C69-E51CAAA8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667" y="6485841"/>
            <a:ext cx="86250" cy="68729"/>
          </a:xfrm>
          <a:custGeom xmlns:a="http://schemas.openxmlformats.org/drawingml/2006/main">
            <a:pathLst>
              <a:path w="86250" h="68729">
                <a:moveTo>
                  <a:pt x="32712" y="17521"/>
                </a:moveTo>
                <a:lnTo>
                  <a:pt x="0" y="9904"/>
                </a:lnTo>
                <a:lnTo>
                  <a:pt x="2330" y="0"/>
                </a:lnTo>
                <a:lnTo>
                  <a:pt x="86250" y="19575"/>
                </a:lnTo>
                <a:lnTo>
                  <a:pt x="83920" y="29478"/>
                </a:lnTo>
                <a:lnTo>
                  <a:pt x="74876" y="27366"/>
                </a:lnTo>
                <a:cubicBezTo>
                  <a:pt x="77949" y="30279"/>
                  <a:pt x="79988" y="33571"/>
                  <a:pt x="81007" y="37154"/>
                </a:cubicBezTo>
                <a:cubicBezTo>
                  <a:pt x="82041" y="40737"/>
                  <a:pt x="81983" y="44727"/>
                  <a:pt x="80963" y="49213"/>
                </a:cubicBezTo>
                <a:cubicBezTo>
                  <a:pt x="79245" y="56495"/>
                  <a:pt x="74977" y="61797"/>
                  <a:pt x="68103" y="64972"/>
                </a:cubicBezTo>
                <a:cubicBezTo>
                  <a:pt x="61156" y="68220"/>
                  <a:pt x="52971" y="68729"/>
                  <a:pt x="43518" y="66516"/>
                </a:cubicBezTo>
                <a:cubicBezTo>
                  <a:pt x="34022" y="64287"/>
                  <a:pt x="26915" y="60195"/>
                  <a:pt x="22138" y="54281"/>
                </a:cubicBezTo>
                <a:cubicBezTo>
                  <a:pt x="17404" y="48310"/>
                  <a:pt x="15875" y="41712"/>
                  <a:pt x="17579" y="34430"/>
                </a:cubicBezTo>
                <a:cubicBezTo>
                  <a:pt x="18599" y="29930"/>
                  <a:pt x="20361" y="26347"/>
                  <a:pt x="22866" y="23565"/>
                </a:cubicBezTo>
                <a:cubicBezTo>
                  <a:pt x="25313" y="20769"/>
                  <a:pt x="28619" y="18774"/>
                  <a:pt x="32712" y="17521"/>
                </a:cubicBezTo>
                <a:close/>
                <a:moveTo>
                  <a:pt x="45907" y="56277"/>
                </a:moveTo>
                <a:cubicBezTo>
                  <a:pt x="53189" y="57981"/>
                  <a:pt x="59219" y="57806"/>
                  <a:pt x="64112" y="55767"/>
                </a:cubicBezTo>
                <a:cubicBezTo>
                  <a:pt x="68948" y="53713"/>
                  <a:pt x="71963" y="50072"/>
                  <a:pt x="73215" y="44844"/>
                </a:cubicBezTo>
                <a:cubicBezTo>
                  <a:pt x="74409" y="39601"/>
                  <a:pt x="73332" y="34998"/>
                  <a:pt x="69865" y="31008"/>
                </a:cubicBezTo>
                <a:cubicBezTo>
                  <a:pt x="66443" y="27032"/>
                  <a:pt x="61039" y="24191"/>
                  <a:pt x="53757" y="22473"/>
                </a:cubicBezTo>
                <a:cubicBezTo>
                  <a:pt x="46475" y="20769"/>
                  <a:pt x="40387" y="20944"/>
                  <a:pt x="35552" y="22997"/>
                </a:cubicBezTo>
                <a:cubicBezTo>
                  <a:pt x="30716" y="25036"/>
                  <a:pt x="27643" y="28677"/>
                  <a:pt x="26449" y="33920"/>
                </a:cubicBezTo>
                <a:cubicBezTo>
                  <a:pt x="25196" y="39149"/>
                  <a:pt x="26347" y="43751"/>
                  <a:pt x="29755" y="47742"/>
                </a:cubicBezTo>
                <a:cubicBezTo>
                  <a:pt x="33221" y="51718"/>
                  <a:pt x="38567" y="54558"/>
                  <a:pt x="45907" y="56277"/>
                </a:cubicBezTo>
                <a:close/>
                <a:moveTo>
                  <a:pt x="45907" y="562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8082F-CDB0-475B-BE41-4C78C040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774" y="6455459"/>
            <a:ext cx="86192" cy="29537"/>
          </a:xfrm>
          <a:custGeom xmlns:a="http://schemas.openxmlformats.org/drawingml/2006/main">
            <a:pathLst>
              <a:path w="86192" h="29537">
                <a:moveTo>
                  <a:pt x="23507" y="15424"/>
                </a:moveTo>
                <a:lnTo>
                  <a:pt x="25837" y="5520"/>
                </a:lnTo>
                <a:lnTo>
                  <a:pt x="86192" y="19575"/>
                </a:lnTo>
                <a:lnTo>
                  <a:pt x="83862" y="29537"/>
                </a:lnTo>
                <a:lnTo>
                  <a:pt x="23507" y="15424"/>
                </a:lnTo>
                <a:close/>
                <a:moveTo>
                  <a:pt x="0" y="9962"/>
                </a:moveTo>
                <a:lnTo>
                  <a:pt x="2330" y="0"/>
                </a:lnTo>
                <a:lnTo>
                  <a:pt x="14914" y="2971"/>
                </a:lnTo>
                <a:lnTo>
                  <a:pt x="12584" y="12860"/>
                </a:lnTo>
                <a:lnTo>
                  <a:pt x="0" y="9962"/>
                </a:lnTo>
                <a:close/>
                <a:moveTo>
                  <a:pt x="0" y="9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12E3E-D06B-4307-9285-C48FDED2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544" y="6396867"/>
            <a:ext cx="69297" cy="58491"/>
          </a:xfrm>
          <a:custGeom xmlns:a="http://schemas.openxmlformats.org/drawingml/2006/main">
            <a:pathLst>
              <a:path w="69297" h="58491">
                <a:moveTo>
                  <a:pt x="34314" y="22924"/>
                </a:moveTo>
                <a:cubicBezTo>
                  <a:pt x="32493" y="30949"/>
                  <a:pt x="32085" y="36702"/>
                  <a:pt x="33178" y="40227"/>
                </a:cubicBezTo>
                <a:cubicBezTo>
                  <a:pt x="34314" y="43751"/>
                  <a:pt x="37037" y="46023"/>
                  <a:pt x="41479" y="47043"/>
                </a:cubicBezTo>
                <a:cubicBezTo>
                  <a:pt x="45004" y="47844"/>
                  <a:pt x="48077" y="47334"/>
                  <a:pt x="50699" y="45514"/>
                </a:cubicBezTo>
                <a:cubicBezTo>
                  <a:pt x="53306" y="43693"/>
                  <a:pt x="55083" y="40795"/>
                  <a:pt x="55986" y="36804"/>
                </a:cubicBezTo>
                <a:cubicBezTo>
                  <a:pt x="57238" y="31284"/>
                  <a:pt x="56321" y="26391"/>
                  <a:pt x="53204" y="22182"/>
                </a:cubicBezTo>
                <a:cubicBezTo>
                  <a:pt x="50131" y="17914"/>
                  <a:pt x="45295" y="15074"/>
                  <a:pt x="38858" y="13545"/>
                </a:cubicBezTo>
                <a:lnTo>
                  <a:pt x="36644" y="13035"/>
                </a:lnTo>
                <a:lnTo>
                  <a:pt x="34314" y="22924"/>
                </a:lnTo>
                <a:close/>
                <a:moveTo>
                  <a:pt x="34823" y="2156"/>
                </a:moveTo>
                <a:lnTo>
                  <a:pt x="69297" y="10181"/>
                </a:lnTo>
                <a:lnTo>
                  <a:pt x="66967" y="20143"/>
                </a:lnTo>
                <a:lnTo>
                  <a:pt x="57806" y="17972"/>
                </a:lnTo>
                <a:cubicBezTo>
                  <a:pt x="60937" y="21104"/>
                  <a:pt x="62976" y="24585"/>
                  <a:pt x="63952" y="28328"/>
                </a:cubicBezTo>
                <a:cubicBezTo>
                  <a:pt x="64913" y="32144"/>
                  <a:pt x="64797" y="36469"/>
                  <a:pt x="63661" y="41363"/>
                </a:cubicBezTo>
                <a:cubicBezTo>
                  <a:pt x="62248" y="47567"/>
                  <a:pt x="59335" y="52053"/>
                  <a:pt x="55024" y="54908"/>
                </a:cubicBezTo>
                <a:cubicBezTo>
                  <a:pt x="50699" y="57748"/>
                  <a:pt x="45630" y="58491"/>
                  <a:pt x="39834" y="57122"/>
                </a:cubicBezTo>
                <a:cubicBezTo>
                  <a:pt x="33003" y="55519"/>
                  <a:pt x="28444" y="52053"/>
                  <a:pt x="26056" y="46708"/>
                </a:cubicBezTo>
                <a:cubicBezTo>
                  <a:pt x="23667" y="41363"/>
                  <a:pt x="23507" y="34197"/>
                  <a:pt x="25604" y="25153"/>
                </a:cubicBezTo>
                <a:lnTo>
                  <a:pt x="28852" y="11215"/>
                </a:lnTo>
                <a:lnTo>
                  <a:pt x="27876" y="10982"/>
                </a:lnTo>
                <a:cubicBezTo>
                  <a:pt x="23332" y="9962"/>
                  <a:pt x="19458" y="10632"/>
                  <a:pt x="16268" y="13035"/>
                </a:cubicBezTo>
                <a:cubicBezTo>
                  <a:pt x="13035" y="15467"/>
                  <a:pt x="10807" y="19400"/>
                  <a:pt x="9554" y="24803"/>
                </a:cubicBezTo>
                <a:cubicBezTo>
                  <a:pt x="8768" y="28269"/>
                  <a:pt x="8360" y="31750"/>
                  <a:pt x="8418" y="35217"/>
                </a:cubicBezTo>
                <a:cubicBezTo>
                  <a:pt x="8476" y="38625"/>
                  <a:pt x="8986" y="42106"/>
                  <a:pt x="9962" y="45455"/>
                </a:cubicBezTo>
                <a:lnTo>
                  <a:pt x="801" y="43358"/>
                </a:lnTo>
                <a:cubicBezTo>
                  <a:pt x="233" y="39368"/>
                  <a:pt x="0" y="35610"/>
                  <a:pt x="117" y="32027"/>
                </a:cubicBezTo>
                <a:cubicBezTo>
                  <a:pt x="233" y="28444"/>
                  <a:pt x="626" y="25094"/>
                  <a:pt x="1369" y="21847"/>
                </a:cubicBezTo>
                <a:cubicBezTo>
                  <a:pt x="3423" y="13079"/>
                  <a:pt x="7224" y="7107"/>
                  <a:pt x="12744" y="3816"/>
                </a:cubicBezTo>
                <a:cubicBezTo>
                  <a:pt x="18264" y="568"/>
                  <a:pt x="25662" y="0"/>
                  <a:pt x="34823" y="2156"/>
                </a:cubicBezTo>
                <a:close/>
                <a:moveTo>
                  <a:pt x="34823" y="21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2BE86-F870-482C-843D-56FC7149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48" y="6370695"/>
            <a:ext cx="16327" cy="14564"/>
          </a:xfrm>
          <a:custGeom xmlns:a="http://schemas.openxmlformats.org/drawingml/2006/main">
            <a:pathLst>
              <a:path w="16327" h="14564">
                <a:moveTo>
                  <a:pt x="0" y="11375"/>
                </a:moveTo>
                <a:lnTo>
                  <a:pt x="2622" y="0"/>
                </a:lnTo>
                <a:lnTo>
                  <a:pt x="16327" y="3190"/>
                </a:lnTo>
                <a:lnTo>
                  <a:pt x="13661" y="14564"/>
                </a:lnTo>
                <a:lnTo>
                  <a:pt x="0" y="11375"/>
                </a:lnTo>
                <a:close/>
                <a:moveTo>
                  <a:pt x="0" y="113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8F3CC-A576-4215-9B0D-5E507185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258" y="6287343"/>
            <a:ext cx="90518" cy="73740"/>
          </a:xfrm>
          <a:custGeom xmlns:a="http://schemas.openxmlformats.org/drawingml/2006/main">
            <a:pathLst>
              <a:path w="90518" h="73740">
                <a:moveTo>
                  <a:pt x="12176" y="20609"/>
                </a:moveTo>
                <a:lnTo>
                  <a:pt x="48762" y="44727"/>
                </a:lnTo>
                <a:lnTo>
                  <a:pt x="55651" y="15147"/>
                </a:lnTo>
                <a:lnTo>
                  <a:pt x="12176" y="20609"/>
                </a:lnTo>
                <a:close/>
                <a:moveTo>
                  <a:pt x="0" y="24250"/>
                </a:moveTo>
                <a:lnTo>
                  <a:pt x="2840" y="11899"/>
                </a:lnTo>
                <a:lnTo>
                  <a:pt x="90518" y="0"/>
                </a:lnTo>
                <a:lnTo>
                  <a:pt x="87896" y="11331"/>
                </a:lnTo>
                <a:lnTo>
                  <a:pt x="65540" y="13836"/>
                </a:lnTo>
                <a:lnTo>
                  <a:pt x="57063" y="50131"/>
                </a:lnTo>
                <a:lnTo>
                  <a:pt x="76012" y="62248"/>
                </a:lnTo>
                <a:lnTo>
                  <a:pt x="73273" y="73740"/>
                </a:lnTo>
                <a:lnTo>
                  <a:pt x="0" y="24250"/>
                </a:lnTo>
                <a:close/>
                <a:moveTo>
                  <a:pt x="0" y="242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3C22D-1DF0-4E76-B2B5-AFD8354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74" y="6209176"/>
            <a:ext cx="87386" cy="68846"/>
          </a:xfrm>
          <a:custGeom xmlns:a="http://schemas.openxmlformats.org/drawingml/2006/main">
            <a:pathLst>
              <a:path w="87386" h="68846">
                <a:moveTo>
                  <a:pt x="11666" y="0"/>
                </a:moveTo>
                <a:lnTo>
                  <a:pt x="22254" y="2505"/>
                </a:lnTo>
                <a:cubicBezTo>
                  <a:pt x="19356" y="6146"/>
                  <a:pt x="16953" y="9729"/>
                  <a:pt x="15147" y="13152"/>
                </a:cubicBezTo>
                <a:cubicBezTo>
                  <a:pt x="13312" y="16618"/>
                  <a:pt x="12016" y="20026"/>
                  <a:pt x="11215" y="23449"/>
                </a:cubicBezTo>
                <a:cubicBezTo>
                  <a:pt x="9787" y="29362"/>
                  <a:pt x="9904" y="34197"/>
                  <a:pt x="11448" y="37955"/>
                </a:cubicBezTo>
                <a:cubicBezTo>
                  <a:pt x="12977" y="41712"/>
                  <a:pt x="15875" y="44101"/>
                  <a:pt x="20143" y="45062"/>
                </a:cubicBezTo>
                <a:cubicBezTo>
                  <a:pt x="23667" y="45922"/>
                  <a:pt x="26638" y="45455"/>
                  <a:pt x="28969" y="43751"/>
                </a:cubicBezTo>
                <a:cubicBezTo>
                  <a:pt x="31241" y="42047"/>
                  <a:pt x="33629" y="38348"/>
                  <a:pt x="36193" y="32610"/>
                </a:cubicBezTo>
                <a:lnTo>
                  <a:pt x="39033" y="26347"/>
                </a:lnTo>
                <a:cubicBezTo>
                  <a:pt x="42499" y="18613"/>
                  <a:pt x="46606" y="13254"/>
                  <a:pt x="51441" y="10297"/>
                </a:cubicBezTo>
                <a:cubicBezTo>
                  <a:pt x="56219" y="7340"/>
                  <a:pt x="61899" y="6598"/>
                  <a:pt x="68394" y="8141"/>
                </a:cubicBezTo>
                <a:cubicBezTo>
                  <a:pt x="76245" y="9962"/>
                  <a:pt x="81531" y="13938"/>
                  <a:pt x="84328" y="20143"/>
                </a:cubicBezTo>
                <a:cubicBezTo>
                  <a:pt x="87168" y="26289"/>
                  <a:pt x="87386" y="34430"/>
                  <a:pt x="84998" y="44552"/>
                </a:cubicBezTo>
                <a:cubicBezTo>
                  <a:pt x="84095" y="48368"/>
                  <a:pt x="82726" y="52286"/>
                  <a:pt x="80847" y="56379"/>
                </a:cubicBezTo>
                <a:cubicBezTo>
                  <a:pt x="79026" y="60486"/>
                  <a:pt x="76696" y="64637"/>
                  <a:pt x="73914" y="68846"/>
                </a:cubicBezTo>
                <a:lnTo>
                  <a:pt x="62700" y="66224"/>
                </a:lnTo>
                <a:cubicBezTo>
                  <a:pt x="66224" y="62365"/>
                  <a:pt x="69137" y="58491"/>
                  <a:pt x="71351" y="54500"/>
                </a:cubicBezTo>
                <a:cubicBezTo>
                  <a:pt x="73623" y="50582"/>
                  <a:pt x="75211" y="46548"/>
                  <a:pt x="76186" y="42441"/>
                </a:cubicBezTo>
                <a:cubicBezTo>
                  <a:pt x="77614" y="36251"/>
                  <a:pt x="77497" y="31182"/>
                  <a:pt x="75837" y="27192"/>
                </a:cubicBezTo>
                <a:cubicBezTo>
                  <a:pt x="74191" y="23274"/>
                  <a:pt x="71118" y="20769"/>
                  <a:pt x="66574" y="19691"/>
                </a:cubicBezTo>
                <a:cubicBezTo>
                  <a:pt x="62641" y="18774"/>
                  <a:pt x="59233" y="19298"/>
                  <a:pt x="56437" y="21162"/>
                </a:cubicBezTo>
                <a:cubicBezTo>
                  <a:pt x="53655" y="23099"/>
                  <a:pt x="51034" y="26682"/>
                  <a:pt x="48645" y="31983"/>
                </a:cubicBezTo>
                <a:lnTo>
                  <a:pt x="45805" y="38290"/>
                </a:lnTo>
                <a:cubicBezTo>
                  <a:pt x="42339" y="46023"/>
                  <a:pt x="38406" y="51325"/>
                  <a:pt x="34081" y="54165"/>
                </a:cubicBezTo>
                <a:cubicBezTo>
                  <a:pt x="29813" y="56947"/>
                  <a:pt x="24585" y="57631"/>
                  <a:pt x="18439" y="56219"/>
                </a:cubicBezTo>
                <a:cubicBezTo>
                  <a:pt x="11331" y="54558"/>
                  <a:pt x="6321" y="50757"/>
                  <a:pt x="3364" y="44786"/>
                </a:cubicBezTo>
                <a:cubicBezTo>
                  <a:pt x="466" y="38800"/>
                  <a:pt x="0" y="31415"/>
                  <a:pt x="2054" y="22648"/>
                </a:cubicBezTo>
                <a:cubicBezTo>
                  <a:pt x="2971" y="18832"/>
                  <a:pt x="4224" y="15074"/>
                  <a:pt x="5811" y="11331"/>
                </a:cubicBezTo>
                <a:cubicBezTo>
                  <a:pt x="7399" y="7573"/>
                  <a:pt x="9336" y="3816"/>
                  <a:pt x="11666" y="0"/>
                </a:cubicBezTo>
                <a:close/>
                <a:moveTo>
                  <a:pt x="1166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0963D-457F-491F-A881-0C311D6A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387" y="6153307"/>
            <a:ext cx="92163" cy="52228"/>
          </a:xfrm>
          <a:custGeom xmlns:a="http://schemas.openxmlformats.org/drawingml/2006/main">
            <a:pathLst>
              <a:path w="92163" h="52228">
                <a:moveTo>
                  <a:pt x="0" y="33454"/>
                </a:moveTo>
                <a:lnTo>
                  <a:pt x="2505" y="22531"/>
                </a:lnTo>
                <a:lnTo>
                  <a:pt x="73856" y="39207"/>
                </a:lnTo>
                <a:lnTo>
                  <a:pt x="83002" y="0"/>
                </a:lnTo>
                <a:lnTo>
                  <a:pt x="92163" y="2170"/>
                </a:lnTo>
                <a:lnTo>
                  <a:pt x="80512" y="52228"/>
                </a:lnTo>
                <a:lnTo>
                  <a:pt x="0" y="33454"/>
                </a:lnTo>
                <a:close/>
                <a:moveTo>
                  <a:pt x="0" y="334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F9710-2080-49BB-821F-41FB209E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36" y="6077761"/>
            <a:ext cx="90561" cy="73725"/>
          </a:xfrm>
          <a:custGeom xmlns:a="http://schemas.openxmlformats.org/drawingml/2006/main">
            <a:pathLst>
              <a:path w="90561" h="73725">
                <a:moveTo>
                  <a:pt x="12176" y="20594"/>
                </a:moveTo>
                <a:lnTo>
                  <a:pt x="48805" y="44713"/>
                </a:lnTo>
                <a:lnTo>
                  <a:pt x="55694" y="15132"/>
                </a:lnTo>
                <a:lnTo>
                  <a:pt x="12176" y="20594"/>
                </a:lnTo>
                <a:close/>
                <a:moveTo>
                  <a:pt x="0" y="24235"/>
                </a:moveTo>
                <a:lnTo>
                  <a:pt x="2898" y="11885"/>
                </a:lnTo>
                <a:lnTo>
                  <a:pt x="90561" y="0"/>
                </a:lnTo>
                <a:lnTo>
                  <a:pt x="87896" y="11317"/>
                </a:lnTo>
                <a:lnTo>
                  <a:pt x="65540" y="13822"/>
                </a:lnTo>
                <a:lnTo>
                  <a:pt x="57063" y="50116"/>
                </a:lnTo>
                <a:lnTo>
                  <a:pt x="75997" y="62234"/>
                </a:lnTo>
                <a:lnTo>
                  <a:pt x="73332" y="73725"/>
                </a:lnTo>
                <a:lnTo>
                  <a:pt x="0" y="24235"/>
                </a:lnTo>
                <a:close/>
                <a:moveTo>
                  <a:pt x="0" y="242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4D975-15AD-4EB5-BDD8-D1CE525E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848" y="6017231"/>
            <a:ext cx="62685" cy="49606"/>
          </a:xfrm>
          <a:custGeom xmlns:a="http://schemas.openxmlformats.org/drawingml/2006/main">
            <a:pathLst>
              <a:path w="62685" h="49606">
                <a:moveTo>
                  <a:pt x="17521" y="2330"/>
                </a:moveTo>
                <a:cubicBezTo>
                  <a:pt x="16603" y="3292"/>
                  <a:pt x="15875" y="4369"/>
                  <a:pt x="15249" y="5622"/>
                </a:cubicBezTo>
                <a:cubicBezTo>
                  <a:pt x="14681" y="6874"/>
                  <a:pt x="14157" y="8243"/>
                  <a:pt x="13763" y="9831"/>
                </a:cubicBezTo>
                <a:cubicBezTo>
                  <a:pt x="12453" y="15467"/>
                  <a:pt x="13312" y="20186"/>
                  <a:pt x="16268" y="24060"/>
                </a:cubicBezTo>
                <a:cubicBezTo>
                  <a:pt x="19167" y="27876"/>
                  <a:pt x="24060" y="30600"/>
                  <a:pt x="30891" y="32202"/>
                </a:cubicBezTo>
                <a:lnTo>
                  <a:pt x="62685" y="39644"/>
                </a:lnTo>
                <a:lnTo>
                  <a:pt x="60413" y="49606"/>
                </a:lnTo>
                <a:lnTo>
                  <a:pt x="0" y="35493"/>
                </a:lnTo>
                <a:lnTo>
                  <a:pt x="2330" y="25546"/>
                </a:lnTo>
                <a:lnTo>
                  <a:pt x="11710" y="27701"/>
                </a:lnTo>
                <a:cubicBezTo>
                  <a:pt x="8535" y="24803"/>
                  <a:pt x="6481" y="21439"/>
                  <a:pt x="5462" y="17681"/>
                </a:cubicBezTo>
                <a:cubicBezTo>
                  <a:pt x="4486" y="13938"/>
                  <a:pt x="4544" y="9671"/>
                  <a:pt x="5622" y="4894"/>
                </a:cubicBezTo>
                <a:cubicBezTo>
                  <a:pt x="5797" y="4209"/>
                  <a:pt x="6030" y="3466"/>
                  <a:pt x="6306" y="2607"/>
                </a:cubicBezTo>
                <a:cubicBezTo>
                  <a:pt x="6598" y="1821"/>
                  <a:pt x="6933" y="961"/>
                  <a:pt x="7340" y="0"/>
                </a:cubicBezTo>
                <a:lnTo>
                  <a:pt x="17521" y="2330"/>
                </a:lnTo>
                <a:close/>
                <a:moveTo>
                  <a:pt x="17521" y="23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335DB-E1ED-4FC2-9334-3DB7E2B3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17" y="5966533"/>
            <a:ext cx="66676" cy="56554"/>
          </a:xfrm>
          <a:custGeom xmlns:a="http://schemas.openxmlformats.org/drawingml/2006/main">
            <a:pathLst>
              <a:path w="66676" h="56554">
                <a:moveTo>
                  <a:pt x="10020" y="0"/>
                </a:moveTo>
                <a:lnTo>
                  <a:pt x="19283" y="2170"/>
                </a:lnTo>
                <a:cubicBezTo>
                  <a:pt x="17069" y="4617"/>
                  <a:pt x="15249" y="7166"/>
                  <a:pt x="13822" y="9787"/>
                </a:cubicBezTo>
                <a:cubicBezTo>
                  <a:pt x="12409" y="12409"/>
                  <a:pt x="11317" y="15191"/>
                  <a:pt x="10690" y="18031"/>
                </a:cubicBezTo>
                <a:cubicBezTo>
                  <a:pt x="9161" y="24526"/>
                  <a:pt x="10064" y="29988"/>
                  <a:pt x="13312" y="34474"/>
                </a:cubicBezTo>
                <a:cubicBezTo>
                  <a:pt x="16560" y="39033"/>
                  <a:pt x="21847" y="42106"/>
                  <a:pt x="29245" y="43810"/>
                </a:cubicBezTo>
                <a:cubicBezTo>
                  <a:pt x="36586" y="45572"/>
                  <a:pt x="42732" y="45120"/>
                  <a:pt x="47626" y="42499"/>
                </a:cubicBezTo>
                <a:cubicBezTo>
                  <a:pt x="52563" y="39877"/>
                  <a:pt x="55752" y="35391"/>
                  <a:pt x="57238" y="28910"/>
                </a:cubicBezTo>
                <a:cubicBezTo>
                  <a:pt x="57923" y="26056"/>
                  <a:pt x="58199" y="23099"/>
                  <a:pt x="58083" y="20143"/>
                </a:cubicBezTo>
                <a:cubicBezTo>
                  <a:pt x="57966" y="17128"/>
                  <a:pt x="57457" y="14055"/>
                  <a:pt x="56554" y="10865"/>
                </a:cubicBezTo>
                <a:lnTo>
                  <a:pt x="65773" y="13035"/>
                </a:lnTo>
                <a:cubicBezTo>
                  <a:pt x="66399" y="16108"/>
                  <a:pt x="66676" y="19181"/>
                  <a:pt x="66618" y="22298"/>
                </a:cubicBezTo>
                <a:cubicBezTo>
                  <a:pt x="66618" y="25429"/>
                  <a:pt x="66224" y="28619"/>
                  <a:pt x="65423" y="31969"/>
                </a:cubicBezTo>
                <a:cubicBezTo>
                  <a:pt x="63268" y="41072"/>
                  <a:pt x="58767" y="47626"/>
                  <a:pt x="51776" y="51660"/>
                </a:cubicBezTo>
                <a:cubicBezTo>
                  <a:pt x="44829" y="55694"/>
                  <a:pt x="36469" y="56554"/>
                  <a:pt x="26798" y="54281"/>
                </a:cubicBezTo>
                <a:cubicBezTo>
                  <a:pt x="16953" y="51995"/>
                  <a:pt x="9846" y="47509"/>
                  <a:pt x="5462" y="40737"/>
                </a:cubicBezTo>
                <a:cubicBezTo>
                  <a:pt x="1078" y="34022"/>
                  <a:pt x="0" y="25939"/>
                  <a:pt x="2156" y="16560"/>
                </a:cubicBezTo>
                <a:cubicBezTo>
                  <a:pt x="2898" y="13487"/>
                  <a:pt x="3874" y="10588"/>
                  <a:pt x="5229" y="7792"/>
                </a:cubicBezTo>
                <a:cubicBezTo>
                  <a:pt x="6481" y="5068"/>
                  <a:pt x="8083" y="2447"/>
                  <a:pt x="10020" y="0"/>
                </a:cubicBezTo>
                <a:close/>
                <a:moveTo>
                  <a:pt x="100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9C17A-3007-4594-A460-D13CB3A5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238" y="5905435"/>
            <a:ext cx="69297" cy="58432"/>
          </a:xfrm>
          <a:custGeom xmlns:a="http://schemas.openxmlformats.org/drawingml/2006/main">
            <a:pathLst>
              <a:path w="69297" h="58432">
                <a:moveTo>
                  <a:pt x="34314" y="22866"/>
                </a:moveTo>
                <a:cubicBezTo>
                  <a:pt x="32435" y="30891"/>
                  <a:pt x="32085" y="36688"/>
                  <a:pt x="33178" y="40169"/>
                </a:cubicBezTo>
                <a:cubicBezTo>
                  <a:pt x="34314" y="43693"/>
                  <a:pt x="37037" y="45965"/>
                  <a:pt x="41479" y="46985"/>
                </a:cubicBezTo>
                <a:cubicBezTo>
                  <a:pt x="45004" y="47844"/>
                  <a:pt x="48077" y="47334"/>
                  <a:pt x="50699" y="45514"/>
                </a:cubicBezTo>
                <a:cubicBezTo>
                  <a:pt x="53262" y="43635"/>
                  <a:pt x="55024" y="40737"/>
                  <a:pt x="55986" y="36746"/>
                </a:cubicBezTo>
                <a:cubicBezTo>
                  <a:pt x="57238" y="31226"/>
                  <a:pt x="56321" y="26391"/>
                  <a:pt x="53204" y="22123"/>
                </a:cubicBezTo>
                <a:cubicBezTo>
                  <a:pt x="50072" y="17914"/>
                  <a:pt x="45295" y="15016"/>
                  <a:pt x="38858" y="13545"/>
                </a:cubicBezTo>
                <a:lnTo>
                  <a:pt x="36644" y="13021"/>
                </a:lnTo>
                <a:lnTo>
                  <a:pt x="34314" y="22866"/>
                </a:lnTo>
                <a:close/>
                <a:moveTo>
                  <a:pt x="34823" y="2156"/>
                </a:moveTo>
                <a:lnTo>
                  <a:pt x="69297" y="10181"/>
                </a:lnTo>
                <a:lnTo>
                  <a:pt x="66967" y="20084"/>
                </a:lnTo>
                <a:lnTo>
                  <a:pt x="57806" y="17972"/>
                </a:lnTo>
                <a:cubicBezTo>
                  <a:pt x="60937" y="21104"/>
                  <a:pt x="62976" y="24512"/>
                  <a:pt x="63952" y="28328"/>
                </a:cubicBezTo>
                <a:cubicBezTo>
                  <a:pt x="64913" y="32085"/>
                  <a:pt x="64797" y="36469"/>
                  <a:pt x="63661" y="41363"/>
                </a:cubicBezTo>
                <a:cubicBezTo>
                  <a:pt x="62248" y="47509"/>
                  <a:pt x="59335" y="51995"/>
                  <a:pt x="55024" y="54835"/>
                </a:cubicBezTo>
                <a:cubicBezTo>
                  <a:pt x="50699" y="57690"/>
                  <a:pt x="45630" y="58432"/>
                  <a:pt x="39834" y="57063"/>
                </a:cubicBezTo>
                <a:cubicBezTo>
                  <a:pt x="33003" y="55519"/>
                  <a:pt x="28444" y="52053"/>
                  <a:pt x="26056" y="46708"/>
                </a:cubicBezTo>
                <a:cubicBezTo>
                  <a:pt x="23667" y="41305"/>
                  <a:pt x="23507" y="34139"/>
                  <a:pt x="25604" y="25138"/>
                </a:cubicBezTo>
                <a:lnTo>
                  <a:pt x="28852" y="11200"/>
                </a:lnTo>
                <a:lnTo>
                  <a:pt x="27876" y="10982"/>
                </a:lnTo>
                <a:cubicBezTo>
                  <a:pt x="23332" y="9904"/>
                  <a:pt x="19458" y="10574"/>
                  <a:pt x="16225" y="13021"/>
                </a:cubicBezTo>
                <a:cubicBezTo>
                  <a:pt x="13035" y="15409"/>
                  <a:pt x="10807" y="19342"/>
                  <a:pt x="9569" y="24803"/>
                </a:cubicBezTo>
                <a:cubicBezTo>
                  <a:pt x="8768" y="28211"/>
                  <a:pt x="8360" y="31692"/>
                  <a:pt x="8418" y="35158"/>
                </a:cubicBezTo>
                <a:cubicBezTo>
                  <a:pt x="8476" y="38625"/>
                  <a:pt x="8986" y="42047"/>
                  <a:pt x="9962" y="45455"/>
                </a:cubicBezTo>
                <a:lnTo>
                  <a:pt x="801" y="43285"/>
                </a:lnTo>
                <a:cubicBezTo>
                  <a:pt x="233" y="39368"/>
                  <a:pt x="0" y="35610"/>
                  <a:pt x="117" y="32027"/>
                </a:cubicBezTo>
                <a:cubicBezTo>
                  <a:pt x="175" y="28444"/>
                  <a:pt x="626" y="25036"/>
                  <a:pt x="1369" y="21788"/>
                </a:cubicBezTo>
                <a:cubicBezTo>
                  <a:pt x="3423" y="13079"/>
                  <a:pt x="7224" y="7049"/>
                  <a:pt x="12744" y="3816"/>
                </a:cubicBezTo>
                <a:cubicBezTo>
                  <a:pt x="18264" y="568"/>
                  <a:pt x="25662" y="0"/>
                  <a:pt x="34823" y="2156"/>
                </a:cubicBezTo>
                <a:close/>
                <a:moveTo>
                  <a:pt x="34823" y="21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90841-B342-42D4-A326-D703E9B0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670" y="5825957"/>
            <a:ext cx="86192" cy="68729"/>
          </a:xfrm>
          <a:custGeom xmlns:a="http://schemas.openxmlformats.org/drawingml/2006/main">
            <a:pathLst>
              <a:path w="86192" h="68729">
                <a:moveTo>
                  <a:pt x="32653" y="17579"/>
                </a:moveTo>
                <a:lnTo>
                  <a:pt x="0" y="9947"/>
                </a:lnTo>
                <a:lnTo>
                  <a:pt x="2330" y="0"/>
                </a:lnTo>
                <a:lnTo>
                  <a:pt x="86192" y="19575"/>
                </a:lnTo>
                <a:lnTo>
                  <a:pt x="83862" y="29522"/>
                </a:lnTo>
                <a:lnTo>
                  <a:pt x="74817" y="27425"/>
                </a:lnTo>
                <a:cubicBezTo>
                  <a:pt x="77949" y="30323"/>
                  <a:pt x="79988" y="33556"/>
                  <a:pt x="81022" y="37154"/>
                </a:cubicBezTo>
                <a:cubicBezTo>
                  <a:pt x="81983" y="40737"/>
                  <a:pt x="81983" y="44771"/>
                  <a:pt x="80963" y="49213"/>
                </a:cubicBezTo>
                <a:cubicBezTo>
                  <a:pt x="79259" y="56495"/>
                  <a:pt x="74934" y="61782"/>
                  <a:pt x="68045" y="65030"/>
                </a:cubicBezTo>
                <a:cubicBezTo>
                  <a:pt x="61156" y="68205"/>
                  <a:pt x="52971" y="68729"/>
                  <a:pt x="43475" y="66501"/>
                </a:cubicBezTo>
                <a:cubicBezTo>
                  <a:pt x="33964" y="64287"/>
                  <a:pt x="26857" y="60253"/>
                  <a:pt x="22138" y="54267"/>
                </a:cubicBezTo>
                <a:cubicBezTo>
                  <a:pt x="17361" y="48354"/>
                  <a:pt x="15817" y="41698"/>
                  <a:pt x="17521" y="34416"/>
                </a:cubicBezTo>
                <a:cubicBezTo>
                  <a:pt x="18613" y="29974"/>
                  <a:pt x="20376" y="26332"/>
                  <a:pt x="22822" y="23609"/>
                </a:cubicBezTo>
                <a:cubicBezTo>
                  <a:pt x="25313" y="20813"/>
                  <a:pt x="28619" y="18774"/>
                  <a:pt x="32653" y="17579"/>
                </a:cubicBezTo>
                <a:close/>
                <a:moveTo>
                  <a:pt x="45863" y="56262"/>
                </a:moveTo>
                <a:cubicBezTo>
                  <a:pt x="53145" y="57966"/>
                  <a:pt x="59233" y="57806"/>
                  <a:pt x="64069" y="55752"/>
                </a:cubicBezTo>
                <a:cubicBezTo>
                  <a:pt x="68962" y="53757"/>
                  <a:pt x="71977" y="50116"/>
                  <a:pt x="73172" y="44829"/>
                </a:cubicBezTo>
                <a:cubicBezTo>
                  <a:pt x="74424" y="39601"/>
                  <a:pt x="73273" y="34984"/>
                  <a:pt x="69865" y="31008"/>
                </a:cubicBezTo>
                <a:cubicBezTo>
                  <a:pt x="66399" y="27017"/>
                  <a:pt x="61054" y="24177"/>
                  <a:pt x="53772" y="22473"/>
                </a:cubicBezTo>
                <a:cubicBezTo>
                  <a:pt x="46490" y="20769"/>
                  <a:pt x="40402" y="20929"/>
                  <a:pt x="35508" y="22983"/>
                </a:cubicBezTo>
                <a:cubicBezTo>
                  <a:pt x="30673" y="25036"/>
                  <a:pt x="27658" y="28677"/>
                  <a:pt x="26405" y="33964"/>
                </a:cubicBezTo>
                <a:cubicBezTo>
                  <a:pt x="25211" y="39193"/>
                  <a:pt x="26289" y="43810"/>
                  <a:pt x="29755" y="47786"/>
                </a:cubicBezTo>
                <a:cubicBezTo>
                  <a:pt x="33221" y="51718"/>
                  <a:pt x="38581" y="54558"/>
                  <a:pt x="45863" y="56262"/>
                </a:cubicBezTo>
                <a:close/>
                <a:moveTo>
                  <a:pt x="45863" y="562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5D76A-93D9-4430-A467-C65B71A1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615" y="5763767"/>
            <a:ext cx="67419" cy="60996"/>
          </a:xfrm>
          <a:custGeom xmlns:a="http://schemas.openxmlformats.org/drawingml/2006/main">
            <a:pathLst>
              <a:path w="67419" h="60996">
                <a:moveTo>
                  <a:pt x="37430" y="2054"/>
                </a:moveTo>
                <a:lnTo>
                  <a:pt x="42266" y="3190"/>
                </a:lnTo>
                <a:lnTo>
                  <a:pt x="31634" y="48820"/>
                </a:lnTo>
                <a:cubicBezTo>
                  <a:pt x="38567" y="49956"/>
                  <a:pt x="44203" y="49097"/>
                  <a:pt x="48645" y="46257"/>
                </a:cubicBezTo>
                <a:cubicBezTo>
                  <a:pt x="53073" y="43416"/>
                  <a:pt x="56087" y="38741"/>
                  <a:pt x="57631" y="32144"/>
                </a:cubicBezTo>
                <a:cubicBezTo>
                  <a:pt x="58491" y="28342"/>
                  <a:pt x="58884" y="24526"/>
                  <a:pt x="58826" y="20769"/>
                </a:cubicBezTo>
                <a:cubicBezTo>
                  <a:pt x="58709" y="16953"/>
                  <a:pt x="58141" y="13093"/>
                  <a:pt x="57063" y="9103"/>
                </a:cubicBezTo>
                <a:lnTo>
                  <a:pt x="66443" y="11273"/>
                </a:lnTo>
                <a:cubicBezTo>
                  <a:pt x="67127" y="15191"/>
                  <a:pt x="67419" y="19123"/>
                  <a:pt x="67360" y="23041"/>
                </a:cubicBezTo>
                <a:cubicBezTo>
                  <a:pt x="67302" y="26973"/>
                  <a:pt x="66792" y="30833"/>
                  <a:pt x="65875" y="34707"/>
                </a:cubicBezTo>
                <a:cubicBezTo>
                  <a:pt x="63661" y="44319"/>
                  <a:pt x="59059" y="51325"/>
                  <a:pt x="52170" y="55651"/>
                </a:cubicBezTo>
                <a:cubicBezTo>
                  <a:pt x="45222" y="59962"/>
                  <a:pt x="36979" y="60996"/>
                  <a:pt x="27425" y="58767"/>
                </a:cubicBezTo>
                <a:cubicBezTo>
                  <a:pt x="17521" y="56437"/>
                  <a:pt x="10355" y="51951"/>
                  <a:pt x="5797" y="45237"/>
                </a:cubicBezTo>
                <a:cubicBezTo>
                  <a:pt x="1194" y="38581"/>
                  <a:pt x="0" y="30673"/>
                  <a:pt x="2097" y="21628"/>
                </a:cubicBezTo>
                <a:cubicBezTo>
                  <a:pt x="3976" y="13487"/>
                  <a:pt x="8127" y="7690"/>
                  <a:pt x="14448" y="4209"/>
                </a:cubicBezTo>
                <a:cubicBezTo>
                  <a:pt x="20769" y="685"/>
                  <a:pt x="28444" y="0"/>
                  <a:pt x="37430" y="2054"/>
                </a:cubicBezTo>
                <a:close/>
                <a:moveTo>
                  <a:pt x="32202" y="11331"/>
                </a:moveTo>
                <a:cubicBezTo>
                  <a:pt x="26740" y="10137"/>
                  <a:pt x="22080" y="10647"/>
                  <a:pt x="18147" y="12860"/>
                </a:cubicBezTo>
                <a:cubicBezTo>
                  <a:pt x="14215" y="15016"/>
                  <a:pt x="11666" y="18613"/>
                  <a:pt x="10530" y="23507"/>
                </a:cubicBezTo>
                <a:cubicBezTo>
                  <a:pt x="9219" y="29012"/>
                  <a:pt x="9787" y="33804"/>
                  <a:pt x="12118" y="37838"/>
                </a:cubicBezTo>
                <a:cubicBezTo>
                  <a:pt x="14448" y="41931"/>
                  <a:pt x="18439" y="44829"/>
                  <a:pt x="24002" y="46708"/>
                </a:cubicBezTo>
                <a:lnTo>
                  <a:pt x="32202" y="11331"/>
                </a:lnTo>
                <a:close/>
                <a:moveTo>
                  <a:pt x="32202" y="113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5C256-2383-4482-B8CD-E5EE41FC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34" y="5689591"/>
            <a:ext cx="95120" cy="67186"/>
          </a:xfrm>
          <a:custGeom xmlns:a="http://schemas.openxmlformats.org/drawingml/2006/main">
            <a:pathLst>
              <a:path w="95120" h="67186">
                <a:moveTo>
                  <a:pt x="51602" y="20186"/>
                </a:moveTo>
                <a:cubicBezTo>
                  <a:pt x="52956" y="18031"/>
                  <a:pt x="55184" y="16152"/>
                  <a:pt x="58301" y="14564"/>
                </a:cubicBezTo>
                <a:cubicBezTo>
                  <a:pt x="61374" y="12962"/>
                  <a:pt x="65482" y="11535"/>
                  <a:pt x="70535" y="10399"/>
                </a:cubicBezTo>
                <a:lnTo>
                  <a:pt x="95120" y="4486"/>
                </a:lnTo>
                <a:lnTo>
                  <a:pt x="92324" y="16152"/>
                </a:lnTo>
                <a:lnTo>
                  <a:pt x="69283" y="21614"/>
                </a:lnTo>
                <a:cubicBezTo>
                  <a:pt x="63311" y="23041"/>
                  <a:pt x="59102" y="24803"/>
                  <a:pt x="56772" y="26900"/>
                </a:cubicBezTo>
                <a:cubicBezTo>
                  <a:pt x="54442" y="28954"/>
                  <a:pt x="52738" y="32144"/>
                  <a:pt x="51762" y="36455"/>
                </a:cubicBezTo>
                <a:lnTo>
                  <a:pt x="48980" y="48354"/>
                </a:lnTo>
                <a:lnTo>
                  <a:pt x="83002" y="56262"/>
                </a:lnTo>
                <a:lnTo>
                  <a:pt x="80439" y="67186"/>
                </a:lnTo>
                <a:lnTo>
                  <a:pt x="0" y="48412"/>
                </a:lnTo>
                <a:lnTo>
                  <a:pt x="5680" y="23827"/>
                </a:lnTo>
                <a:cubicBezTo>
                  <a:pt x="7850" y="14608"/>
                  <a:pt x="11375" y="8185"/>
                  <a:pt x="16268" y="4544"/>
                </a:cubicBezTo>
                <a:cubicBezTo>
                  <a:pt x="21220" y="903"/>
                  <a:pt x="27527" y="0"/>
                  <a:pt x="35260" y="1806"/>
                </a:cubicBezTo>
                <a:cubicBezTo>
                  <a:pt x="40329" y="3015"/>
                  <a:pt x="44319" y="5170"/>
                  <a:pt x="47101" y="8302"/>
                </a:cubicBezTo>
                <a:cubicBezTo>
                  <a:pt x="49883" y="11433"/>
                  <a:pt x="51369" y="15409"/>
                  <a:pt x="51602" y="20186"/>
                </a:cubicBezTo>
                <a:close/>
                <a:moveTo>
                  <a:pt x="11491" y="39586"/>
                </a:moveTo>
                <a:lnTo>
                  <a:pt x="40052" y="46242"/>
                </a:lnTo>
                <a:lnTo>
                  <a:pt x="43227" y="32537"/>
                </a:lnTo>
                <a:cubicBezTo>
                  <a:pt x="44421" y="27294"/>
                  <a:pt x="44145" y="23085"/>
                  <a:pt x="42382" y="19851"/>
                </a:cubicBezTo>
                <a:cubicBezTo>
                  <a:pt x="40562" y="16603"/>
                  <a:pt x="37314" y="14390"/>
                  <a:pt x="32595" y="13312"/>
                </a:cubicBezTo>
                <a:cubicBezTo>
                  <a:pt x="27876" y="12220"/>
                  <a:pt x="24060" y="12729"/>
                  <a:pt x="21046" y="14841"/>
                </a:cubicBezTo>
                <a:cubicBezTo>
                  <a:pt x="18031" y="16953"/>
                  <a:pt x="15861" y="20638"/>
                  <a:pt x="14666" y="25881"/>
                </a:cubicBezTo>
                <a:lnTo>
                  <a:pt x="11491" y="39586"/>
                </a:lnTo>
                <a:close/>
                <a:moveTo>
                  <a:pt x="11491" y="395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921AA-1C1C-42C3-9E2F-4E4B2367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560" y="5625522"/>
            <a:ext cx="69283" cy="58491"/>
          </a:xfrm>
          <a:custGeom xmlns:a="http://schemas.openxmlformats.org/drawingml/2006/main">
            <a:pathLst>
              <a:path w="69283" h="58491">
                <a:moveTo>
                  <a:pt x="34299" y="22924"/>
                </a:moveTo>
                <a:cubicBezTo>
                  <a:pt x="32420" y="30949"/>
                  <a:pt x="32085" y="36702"/>
                  <a:pt x="33163" y="40227"/>
                </a:cubicBezTo>
                <a:cubicBezTo>
                  <a:pt x="34299" y="43751"/>
                  <a:pt x="37037" y="46023"/>
                  <a:pt x="41465" y="47058"/>
                </a:cubicBezTo>
                <a:cubicBezTo>
                  <a:pt x="44989" y="47844"/>
                  <a:pt x="48062" y="47334"/>
                  <a:pt x="50684" y="45514"/>
                </a:cubicBezTo>
                <a:cubicBezTo>
                  <a:pt x="53247" y="43693"/>
                  <a:pt x="55010" y="40795"/>
                  <a:pt x="55971" y="36804"/>
                </a:cubicBezTo>
                <a:cubicBezTo>
                  <a:pt x="57223" y="31299"/>
                  <a:pt x="56321" y="26405"/>
                  <a:pt x="53189" y="22182"/>
                </a:cubicBezTo>
                <a:cubicBezTo>
                  <a:pt x="50058" y="17929"/>
                  <a:pt x="45281" y="15074"/>
                  <a:pt x="38858" y="13545"/>
                </a:cubicBezTo>
                <a:lnTo>
                  <a:pt x="36629" y="13035"/>
                </a:lnTo>
                <a:lnTo>
                  <a:pt x="34299" y="22924"/>
                </a:lnTo>
                <a:close/>
                <a:moveTo>
                  <a:pt x="34809" y="2170"/>
                </a:moveTo>
                <a:lnTo>
                  <a:pt x="69283" y="10181"/>
                </a:lnTo>
                <a:lnTo>
                  <a:pt x="66953" y="20143"/>
                </a:lnTo>
                <a:lnTo>
                  <a:pt x="57792" y="17972"/>
                </a:lnTo>
                <a:cubicBezTo>
                  <a:pt x="60923" y="21104"/>
                  <a:pt x="62976" y="24585"/>
                  <a:pt x="63938" y="28328"/>
                </a:cubicBezTo>
                <a:cubicBezTo>
                  <a:pt x="64913" y="32144"/>
                  <a:pt x="64797" y="36469"/>
                  <a:pt x="63661" y="41363"/>
                </a:cubicBezTo>
                <a:cubicBezTo>
                  <a:pt x="62234" y="47567"/>
                  <a:pt x="59335" y="52053"/>
                  <a:pt x="55010" y="54908"/>
                </a:cubicBezTo>
                <a:cubicBezTo>
                  <a:pt x="50684" y="57748"/>
                  <a:pt x="45616" y="58491"/>
                  <a:pt x="39819" y="57122"/>
                </a:cubicBezTo>
                <a:cubicBezTo>
                  <a:pt x="32988" y="55534"/>
                  <a:pt x="28444" y="52053"/>
                  <a:pt x="26056" y="46708"/>
                </a:cubicBezTo>
                <a:cubicBezTo>
                  <a:pt x="23667" y="41363"/>
                  <a:pt x="23492" y="34197"/>
                  <a:pt x="25590" y="25153"/>
                </a:cubicBezTo>
                <a:lnTo>
                  <a:pt x="28837" y="11258"/>
                </a:lnTo>
                <a:lnTo>
                  <a:pt x="27876" y="10982"/>
                </a:lnTo>
                <a:cubicBezTo>
                  <a:pt x="23318" y="9962"/>
                  <a:pt x="19458" y="10647"/>
                  <a:pt x="16210" y="13035"/>
                </a:cubicBezTo>
                <a:cubicBezTo>
                  <a:pt x="13021" y="15482"/>
                  <a:pt x="10807" y="19400"/>
                  <a:pt x="9554" y="24803"/>
                </a:cubicBezTo>
                <a:cubicBezTo>
                  <a:pt x="8753" y="28269"/>
                  <a:pt x="8360" y="31750"/>
                  <a:pt x="8418" y="35217"/>
                </a:cubicBezTo>
                <a:cubicBezTo>
                  <a:pt x="8476" y="38625"/>
                  <a:pt x="8986" y="42106"/>
                  <a:pt x="9947" y="45455"/>
                </a:cubicBezTo>
                <a:lnTo>
                  <a:pt x="786" y="43358"/>
                </a:lnTo>
                <a:cubicBezTo>
                  <a:pt x="218" y="39368"/>
                  <a:pt x="0" y="35610"/>
                  <a:pt x="102" y="32027"/>
                </a:cubicBezTo>
                <a:cubicBezTo>
                  <a:pt x="160" y="28444"/>
                  <a:pt x="626" y="25094"/>
                  <a:pt x="1354" y="21847"/>
                </a:cubicBezTo>
                <a:cubicBezTo>
                  <a:pt x="3408" y="13093"/>
                  <a:pt x="7224" y="7107"/>
                  <a:pt x="12744" y="3816"/>
                </a:cubicBezTo>
                <a:cubicBezTo>
                  <a:pt x="18264" y="568"/>
                  <a:pt x="25648" y="0"/>
                  <a:pt x="34809" y="2170"/>
                </a:cubicBezTo>
                <a:close/>
                <a:moveTo>
                  <a:pt x="34809" y="2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35683-5634-4CD9-B146-49AC9D93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148" y="5554637"/>
            <a:ext cx="72137" cy="61039"/>
          </a:xfrm>
          <a:custGeom xmlns:a="http://schemas.openxmlformats.org/drawingml/2006/main">
            <a:pathLst>
              <a:path w="72137" h="61039">
                <a:moveTo>
                  <a:pt x="35726" y="1995"/>
                </a:moveTo>
                <a:lnTo>
                  <a:pt x="72137" y="10472"/>
                </a:lnTo>
                <a:lnTo>
                  <a:pt x="69865" y="20419"/>
                </a:lnTo>
                <a:lnTo>
                  <a:pt x="33746" y="11943"/>
                </a:lnTo>
                <a:cubicBezTo>
                  <a:pt x="27993" y="10632"/>
                  <a:pt x="23492" y="10749"/>
                  <a:pt x="20143" y="12351"/>
                </a:cubicBezTo>
                <a:cubicBezTo>
                  <a:pt x="16793" y="13880"/>
                  <a:pt x="14564" y="16895"/>
                  <a:pt x="13545" y="21337"/>
                </a:cubicBezTo>
                <a:cubicBezTo>
                  <a:pt x="12292" y="26740"/>
                  <a:pt x="12977" y="31343"/>
                  <a:pt x="15700" y="35217"/>
                </a:cubicBezTo>
                <a:cubicBezTo>
                  <a:pt x="18380" y="39135"/>
                  <a:pt x="22648" y="41756"/>
                  <a:pt x="28561" y="43125"/>
                </a:cubicBezTo>
                <a:lnTo>
                  <a:pt x="62700" y="51092"/>
                </a:lnTo>
                <a:lnTo>
                  <a:pt x="60369" y="61039"/>
                </a:lnTo>
                <a:lnTo>
                  <a:pt x="0" y="46985"/>
                </a:lnTo>
                <a:lnTo>
                  <a:pt x="2330" y="36979"/>
                </a:lnTo>
                <a:lnTo>
                  <a:pt x="11724" y="39193"/>
                </a:lnTo>
                <a:cubicBezTo>
                  <a:pt x="8593" y="35959"/>
                  <a:pt x="6539" y="32537"/>
                  <a:pt x="5520" y="28896"/>
                </a:cubicBezTo>
                <a:cubicBezTo>
                  <a:pt x="4442" y="25255"/>
                  <a:pt x="4442" y="21337"/>
                  <a:pt x="5403" y="17128"/>
                </a:cubicBezTo>
                <a:cubicBezTo>
                  <a:pt x="7064" y="10181"/>
                  <a:pt x="10414" y="5462"/>
                  <a:pt x="15540" y="2898"/>
                </a:cubicBezTo>
                <a:cubicBezTo>
                  <a:pt x="20652" y="335"/>
                  <a:pt x="27366" y="0"/>
                  <a:pt x="35726" y="1995"/>
                </a:cubicBezTo>
                <a:close/>
                <a:moveTo>
                  <a:pt x="35726" y="19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7429E-9E78-4041-B34F-554E06DD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924" y="5479427"/>
            <a:ext cx="96431" cy="66283"/>
          </a:xfrm>
          <a:custGeom xmlns:a="http://schemas.openxmlformats.org/drawingml/2006/main">
            <a:pathLst>
              <a:path w="96431" h="66283">
                <a:moveTo>
                  <a:pt x="0" y="46708"/>
                </a:moveTo>
                <a:lnTo>
                  <a:pt x="2330" y="36746"/>
                </a:lnTo>
                <a:lnTo>
                  <a:pt x="51893" y="48296"/>
                </a:lnTo>
                <a:lnTo>
                  <a:pt x="32770" y="12627"/>
                </a:lnTo>
                <a:lnTo>
                  <a:pt x="35726" y="0"/>
                </a:lnTo>
                <a:lnTo>
                  <a:pt x="56495" y="38567"/>
                </a:lnTo>
                <a:lnTo>
                  <a:pt x="96431" y="12686"/>
                </a:lnTo>
                <a:lnTo>
                  <a:pt x="93416" y="25662"/>
                </a:lnTo>
                <a:lnTo>
                  <a:pt x="56787" y="49432"/>
                </a:lnTo>
                <a:lnTo>
                  <a:pt x="86250" y="56321"/>
                </a:lnTo>
                <a:lnTo>
                  <a:pt x="83920" y="66283"/>
                </a:lnTo>
                <a:lnTo>
                  <a:pt x="0" y="46708"/>
                </a:lnTo>
                <a:close/>
                <a:moveTo>
                  <a:pt x="0" y="467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FDF1F-6DC6-4F07-BE62-85F59DAC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940" y="5451885"/>
            <a:ext cx="86192" cy="29537"/>
          </a:xfrm>
          <a:custGeom xmlns:a="http://schemas.openxmlformats.org/drawingml/2006/main">
            <a:pathLst>
              <a:path w="86192" h="29537">
                <a:moveTo>
                  <a:pt x="23507" y="15424"/>
                </a:moveTo>
                <a:lnTo>
                  <a:pt x="25837" y="5520"/>
                </a:lnTo>
                <a:lnTo>
                  <a:pt x="86192" y="19633"/>
                </a:lnTo>
                <a:lnTo>
                  <a:pt x="83920" y="29537"/>
                </a:lnTo>
                <a:lnTo>
                  <a:pt x="23507" y="15424"/>
                </a:lnTo>
                <a:close/>
                <a:moveTo>
                  <a:pt x="0" y="9962"/>
                </a:moveTo>
                <a:lnTo>
                  <a:pt x="2345" y="0"/>
                </a:lnTo>
                <a:lnTo>
                  <a:pt x="14914" y="2957"/>
                </a:lnTo>
                <a:lnTo>
                  <a:pt x="12584" y="12860"/>
                </a:lnTo>
                <a:lnTo>
                  <a:pt x="0" y="9962"/>
                </a:lnTo>
                <a:close/>
                <a:moveTo>
                  <a:pt x="0" y="9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E218D-C258-48F4-980F-C9451255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55" y="5390103"/>
            <a:ext cx="72137" cy="60981"/>
          </a:xfrm>
          <a:custGeom xmlns:a="http://schemas.openxmlformats.org/drawingml/2006/main">
            <a:pathLst>
              <a:path w="72137" h="60981">
                <a:moveTo>
                  <a:pt x="35726" y="1937"/>
                </a:moveTo>
                <a:lnTo>
                  <a:pt x="72137" y="10414"/>
                </a:lnTo>
                <a:lnTo>
                  <a:pt x="69865" y="20361"/>
                </a:lnTo>
                <a:lnTo>
                  <a:pt x="33731" y="11943"/>
                </a:lnTo>
                <a:cubicBezTo>
                  <a:pt x="27993" y="10588"/>
                  <a:pt x="23492" y="10690"/>
                  <a:pt x="20143" y="12292"/>
                </a:cubicBezTo>
                <a:cubicBezTo>
                  <a:pt x="16778" y="13822"/>
                  <a:pt x="14564" y="16836"/>
                  <a:pt x="13545" y="21337"/>
                </a:cubicBezTo>
                <a:cubicBezTo>
                  <a:pt x="12292" y="26682"/>
                  <a:pt x="13021" y="31284"/>
                  <a:pt x="15700" y="35158"/>
                </a:cubicBezTo>
                <a:cubicBezTo>
                  <a:pt x="18380" y="39091"/>
                  <a:pt x="22648" y="41698"/>
                  <a:pt x="28561" y="43067"/>
                </a:cubicBezTo>
                <a:lnTo>
                  <a:pt x="62700" y="51034"/>
                </a:lnTo>
                <a:lnTo>
                  <a:pt x="60355" y="60981"/>
                </a:lnTo>
                <a:lnTo>
                  <a:pt x="0" y="46941"/>
                </a:lnTo>
                <a:lnTo>
                  <a:pt x="2330" y="36979"/>
                </a:lnTo>
                <a:lnTo>
                  <a:pt x="11724" y="39135"/>
                </a:lnTo>
                <a:cubicBezTo>
                  <a:pt x="8593" y="35901"/>
                  <a:pt x="6539" y="32479"/>
                  <a:pt x="5520" y="28837"/>
                </a:cubicBezTo>
                <a:cubicBezTo>
                  <a:pt x="4500" y="25196"/>
                  <a:pt x="4442" y="21279"/>
                  <a:pt x="5403" y="17069"/>
                </a:cubicBezTo>
                <a:cubicBezTo>
                  <a:pt x="7049" y="10122"/>
                  <a:pt x="10414" y="5403"/>
                  <a:pt x="15526" y="2840"/>
                </a:cubicBezTo>
                <a:cubicBezTo>
                  <a:pt x="20652" y="291"/>
                  <a:pt x="27366" y="0"/>
                  <a:pt x="35726" y="1937"/>
                </a:cubicBezTo>
                <a:close/>
                <a:moveTo>
                  <a:pt x="35726" y="19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8B173-7F4B-476D-B555-B0C30D83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527" y="5317048"/>
            <a:ext cx="89047" cy="65380"/>
          </a:xfrm>
          <a:custGeom xmlns:a="http://schemas.openxmlformats.org/drawingml/2006/main">
            <a:pathLst>
              <a:path w="89047" h="65380">
                <a:moveTo>
                  <a:pt x="37154" y="16793"/>
                </a:moveTo>
                <a:cubicBezTo>
                  <a:pt x="29988" y="15089"/>
                  <a:pt x="24075" y="15307"/>
                  <a:pt x="19458" y="17361"/>
                </a:cubicBezTo>
                <a:cubicBezTo>
                  <a:pt x="14797" y="19356"/>
                  <a:pt x="11841" y="23041"/>
                  <a:pt x="10588" y="28401"/>
                </a:cubicBezTo>
                <a:cubicBezTo>
                  <a:pt x="9336" y="33746"/>
                  <a:pt x="10355" y="38348"/>
                  <a:pt x="13661" y="42222"/>
                </a:cubicBezTo>
                <a:cubicBezTo>
                  <a:pt x="16895" y="46082"/>
                  <a:pt x="22080" y="48878"/>
                  <a:pt x="29304" y="50582"/>
                </a:cubicBezTo>
                <a:cubicBezTo>
                  <a:pt x="36469" y="52228"/>
                  <a:pt x="42339" y="52068"/>
                  <a:pt x="46999" y="50014"/>
                </a:cubicBezTo>
                <a:cubicBezTo>
                  <a:pt x="51660" y="47961"/>
                  <a:pt x="54558" y="44261"/>
                  <a:pt x="55811" y="38974"/>
                </a:cubicBezTo>
                <a:cubicBezTo>
                  <a:pt x="57063" y="33629"/>
                  <a:pt x="56044" y="29027"/>
                  <a:pt x="52796" y="25094"/>
                </a:cubicBezTo>
                <a:cubicBezTo>
                  <a:pt x="49563" y="21220"/>
                  <a:pt x="44319" y="18439"/>
                  <a:pt x="37154" y="16793"/>
                </a:cubicBezTo>
                <a:close/>
                <a:moveTo>
                  <a:pt x="62933" y="12351"/>
                </a:moveTo>
                <a:cubicBezTo>
                  <a:pt x="73172" y="14739"/>
                  <a:pt x="80279" y="18774"/>
                  <a:pt x="84211" y="24526"/>
                </a:cubicBezTo>
                <a:cubicBezTo>
                  <a:pt x="88187" y="30279"/>
                  <a:pt x="89047" y="37838"/>
                  <a:pt x="86877" y="47232"/>
                </a:cubicBezTo>
                <a:cubicBezTo>
                  <a:pt x="86032" y="50699"/>
                  <a:pt x="84998" y="53932"/>
                  <a:pt x="83804" y="56903"/>
                </a:cubicBezTo>
                <a:cubicBezTo>
                  <a:pt x="82551" y="59918"/>
                  <a:pt x="81022" y="62700"/>
                  <a:pt x="79259" y="65380"/>
                </a:cubicBezTo>
                <a:lnTo>
                  <a:pt x="69647" y="63093"/>
                </a:lnTo>
                <a:cubicBezTo>
                  <a:pt x="71919" y="60602"/>
                  <a:pt x="73740" y="57981"/>
                  <a:pt x="75152" y="55301"/>
                </a:cubicBezTo>
                <a:cubicBezTo>
                  <a:pt x="76580" y="52636"/>
                  <a:pt x="77599" y="49839"/>
                  <a:pt x="78284" y="46883"/>
                </a:cubicBezTo>
                <a:cubicBezTo>
                  <a:pt x="79827" y="40402"/>
                  <a:pt x="79259" y="35115"/>
                  <a:pt x="76638" y="31066"/>
                </a:cubicBezTo>
                <a:cubicBezTo>
                  <a:pt x="73958" y="27090"/>
                  <a:pt x="69239" y="24235"/>
                  <a:pt x="62365" y="22648"/>
                </a:cubicBezTo>
                <a:lnTo>
                  <a:pt x="57471" y="21512"/>
                </a:lnTo>
                <a:cubicBezTo>
                  <a:pt x="60544" y="24410"/>
                  <a:pt x="62583" y="27658"/>
                  <a:pt x="63617" y="31241"/>
                </a:cubicBezTo>
                <a:cubicBezTo>
                  <a:pt x="64637" y="34823"/>
                  <a:pt x="64579" y="38858"/>
                  <a:pt x="63559" y="43358"/>
                </a:cubicBezTo>
                <a:cubicBezTo>
                  <a:pt x="61840" y="50757"/>
                  <a:pt x="57631" y="56044"/>
                  <a:pt x="50917" y="59292"/>
                </a:cubicBezTo>
                <a:cubicBezTo>
                  <a:pt x="44203" y="62467"/>
                  <a:pt x="36251" y="62991"/>
                  <a:pt x="26915" y="60821"/>
                </a:cubicBezTo>
                <a:cubicBezTo>
                  <a:pt x="17579" y="58665"/>
                  <a:pt x="10588" y="54616"/>
                  <a:pt x="6030" y="48762"/>
                </a:cubicBezTo>
                <a:cubicBezTo>
                  <a:pt x="1427" y="42965"/>
                  <a:pt x="0" y="36309"/>
                  <a:pt x="1719" y="28910"/>
                </a:cubicBezTo>
                <a:cubicBezTo>
                  <a:pt x="2796" y="24468"/>
                  <a:pt x="4559" y="20827"/>
                  <a:pt x="7064" y="18045"/>
                </a:cubicBezTo>
                <a:cubicBezTo>
                  <a:pt x="9569" y="15249"/>
                  <a:pt x="12802" y="13268"/>
                  <a:pt x="16851" y="12074"/>
                </a:cubicBezTo>
                <a:lnTo>
                  <a:pt x="7690" y="9904"/>
                </a:lnTo>
                <a:lnTo>
                  <a:pt x="10020" y="0"/>
                </a:lnTo>
                <a:lnTo>
                  <a:pt x="62933" y="12351"/>
                </a:lnTo>
                <a:close/>
                <a:moveTo>
                  <a:pt x="62933" y="123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94721-8560-40AA-8D3E-7EC0D365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345" y="6878686"/>
            <a:ext cx="97348" cy="84037"/>
          </a:xfrm>
          <a:custGeom xmlns:a="http://schemas.openxmlformats.org/drawingml/2006/main">
            <a:pathLst>
              <a:path w="97348" h="84037">
                <a:moveTo>
                  <a:pt x="0" y="59801"/>
                </a:moveTo>
                <a:lnTo>
                  <a:pt x="4384" y="45397"/>
                </a:lnTo>
                <a:lnTo>
                  <a:pt x="81240" y="30614"/>
                </a:lnTo>
                <a:lnTo>
                  <a:pt x="15132" y="10355"/>
                </a:lnTo>
                <a:lnTo>
                  <a:pt x="18322" y="0"/>
                </a:lnTo>
                <a:lnTo>
                  <a:pt x="97348" y="24177"/>
                </a:lnTo>
                <a:lnTo>
                  <a:pt x="92906" y="38625"/>
                </a:lnTo>
                <a:lnTo>
                  <a:pt x="16108" y="53364"/>
                </a:lnTo>
                <a:lnTo>
                  <a:pt x="82216" y="73623"/>
                </a:lnTo>
                <a:lnTo>
                  <a:pt x="79026" y="84037"/>
                </a:lnTo>
                <a:lnTo>
                  <a:pt x="0" y="59801"/>
                </a:lnTo>
                <a:close/>
                <a:moveTo>
                  <a:pt x="0" y="598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038F0-21A7-4C03-BBFF-228DA055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682" y="6847052"/>
            <a:ext cx="85333" cy="34984"/>
          </a:xfrm>
          <a:custGeom xmlns:a="http://schemas.openxmlformats.org/drawingml/2006/main">
            <a:pathLst>
              <a:path w="85333" h="34984">
                <a:moveTo>
                  <a:pt x="23099" y="16836"/>
                </a:moveTo>
                <a:lnTo>
                  <a:pt x="26056" y="7107"/>
                </a:lnTo>
                <a:lnTo>
                  <a:pt x="85333" y="25269"/>
                </a:lnTo>
                <a:lnTo>
                  <a:pt x="82376" y="34984"/>
                </a:lnTo>
                <a:lnTo>
                  <a:pt x="23099" y="16836"/>
                </a:lnTo>
                <a:close/>
                <a:moveTo>
                  <a:pt x="0" y="9787"/>
                </a:moveTo>
                <a:lnTo>
                  <a:pt x="3015" y="0"/>
                </a:lnTo>
                <a:lnTo>
                  <a:pt x="15365" y="3816"/>
                </a:lnTo>
                <a:lnTo>
                  <a:pt x="12351" y="13545"/>
                </a:lnTo>
                <a:lnTo>
                  <a:pt x="0" y="9787"/>
                </a:lnTo>
                <a:close/>
                <a:moveTo>
                  <a:pt x="0" y="97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DC552-DB0D-45CE-BBE8-21A1F305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505" y="6785037"/>
            <a:ext cx="88683" cy="69924"/>
          </a:xfrm>
          <a:custGeom xmlns:a="http://schemas.openxmlformats.org/drawingml/2006/main">
            <a:pathLst>
              <a:path w="88683" h="69924">
                <a:moveTo>
                  <a:pt x="38392" y="18613"/>
                </a:moveTo>
                <a:cubicBezTo>
                  <a:pt x="31343" y="16443"/>
                  <a:pt x="25429" y="16225"/>
                  <a:pt x="20652" y="17929"/>
                </a:cubicBezTo>
                <a:cubicBezTo>
                  <a:pt x="15861" y="19633"/>
                  <a:pt x="12686" y="23157"/>
                  <a:pt x="11084" y="28401"/>
                </a:cubicBezTo>
                <a:cubicBezTo>
                  <a:pt x="9496" y="33629"/>
                  <a:pt x="10181" y="38290"/>
                  <a:pt x="13195" y="42382"/>
                </a:cubicBezTo>
                <a:cubicBezTo>
                  <a:pt x="16152" y="46490"/>
                  <a:pt x="21162" y="49621"/>
                  <a:pt x="28211" y="51776"/>
                </a:cubicBezTo>
                <a:cubicBezTo>
                  <a:pt x="35260" y="53932"/>
                  <a:pt x="41130" y="54107"/>
                  <a:pt x="45907" y="52403"/>
                </a:cubicBezTo>
                <a:cubicBezTo>
                  <a:pt x="50684" y="50699"/>
                  <a:pt x="53874" y="47232"/>
                  <a:pt x="55461" y="41989"/>
                </a:cubicBezTo>
                <a:cubicBezTo>
                  <a:pt x="57107" y="36761"/>
                  <a:pt x="56437" y="32042"/>
                  <a:pt x="53422" y="27935"/>
                </a:cubicBezTo>
                <a:cubicBezTo>
                  <a:pt x="50393" y="23842"/>
                  <a:pt x="45397" y="20711"/>
                  <a:pt x="38392" y="18613"/>
                </a:cubicBezTo>
                <a:close/>
                <a:moveTo>
                  <a:pt x="64345" y="15875"/>
                </a:moveTo>
                <a:cubicBezTo>
                  <a:pt x="74409" y="18948"/>
                  <a:pt x="81240" y="23507"/>
                  <a:pt x="84823" y="29537"/>
                </a:cubicBezTo>
                <a:cubicBezTo>
                  <a:pt x="88348" y="35508"/>
                  <a:pt x="88683" y="43067"/>
                  <a:pt x="85901" y="52344"/>
                </a:cubicBezTo>
                <a:cubicBezTo>
                  <a:pt x="84823" y="55752"/>
                  <a:pt x="83570" y="58884"/>
                  <a:pt x="82143" y="61797"/>
                </a:cubicBezTo>
                <a:cubicBezTo>
                  <a:pt x="80716" y="64695"/>
                  <a:pt x="79012" y="67360"/>
                  <a:pt x="77075" y="69924"/>
                </a:cubicBezTo>
                <a:lnTo>
                  <a:pt x="67637" y="67025"/>
                </a:lnTo>
                <a:cubicBezTo>
                  <a:pt x="70026" y="64637"/>
                  <a:pt x="72079" y="62190"/>
                  <a:pt x="73608" y="59568"/>
                </a:cubicBezTo>
                <a:cubicBezTo>
                  <a:pt x="75269" y="57005"/>
                  <a:pt x="76463" y="54340"/>
                  <a:pt x="77366" y="51441"/>
                </a:cubicBezTo>
                <a:cubicBezTo>
                  <a:pt x="79303" y="45004"/>
                  <a:pt x="79128" y="39717"/>
                  <a:pt x="76740" y="35566"/>
                </a:cubicBezTo>
                <a:cubicBezTo>
                  <a:pt x="74409" y="31357"/>
                  <a:pt x="69851" y="28226"/>
                  <a:pt x="63093" y="26172"/>
                </a:cubicBezTo>
                <a:lnTo>
                  <a:pt x="58301" y="24701"/>
                </a:lnTo>
                <a:cubicBezTo>
                  <a:pt x="61156" y="27774"/>
                  <a:pt x="62976" y="31124"/>
                  <a:pt x="63763" y="34823"/>
                </a:cubicBezTo>
                <a:cubicBezTo>
                  <a:pt x="64506" y="38465"/>
                  <a:pt x="64229" y="42499"/>
                  <a:pt x="62918" y="46883"/>
                </a:cubicBezTo>
                <a:cubicBezTo>
                  <a:pt x="60704" y="54165"/>
                  <a:pt x="56087" y="59175"/>
                  <a:pt x="49199" y="61899"/>
                </a:cubicBezTo>
                <a:cubicBezTo>
                  <a:pt x="42324" y="64637"/>
                  <a:pt x="34299" y="64637"/>
                  <a:pt x="25138" y="61840"/>
                </a:cubicBezTo>
                <a:cubicBezTo>
                  <a:pt x="15977" y="59000"/>
                  <a:pt x="9321" y="54558"/>
                  <a:pt x="5112" y="48427"/>
                </a:cubicBezTo>
                <a:cubicBezTo>
                  <a:pt x="961" y="42280"/>
                  <a:pt x="0" y="35566"/>
                  <a:pt x="2214" y="28284"/>
                </a:cubicBezTo>
                <a:cubicBezTo>
                  <a:pt x="3525" y="23900"/>
                  <a:pt x="5564" y="20434"/>
                  <a:pt x="8243" y="17812"/>
                </a:cubicBezTo>
                <a:cubicBezTo>
                  <a:pt x="10923" y="15191"/>
                  <a:pt x="14331" y="13428"/>
                  <a:pt x="18424" y="12467"/>
                </a:cubicBezTo>
                <a:lnTo>
                  <a:pt x="9438" y="9729"/>
                </a:lnTo>
                <a:lnTo>
                  <a:pt x="12394" y="0"/>
                </a:lnTo>
                <a:lnTo>
                  <a:pt x="64345" y="15875"/>
                </a:lnTo>
                <a:close/>
                <a:moveTo>
                  <a:pt x="64345" y="158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64569-91D8-4A63-9915-6D7C60B4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888" y="6720182"/>
            <a:ext cx="97567" cy="63326"/>
          </a:xfrm>
          <a:custGeom xmlns:a="http://schemas.openxmlformats.org/drawingml/2006/main">
            <a:pathLst>
              <a:path w="97567" h="63326">
                <a:moveTo>
                  <a:pt x="61782" y="2680"/>
                </a:moveTo>
                <a:lnTo>
                  <a:pt x="97567" y="13661"/>
                </a:lnTo>
                <a:lnTo>
                  <a:pt x="94552" y="23390"/>
                </a:lnTo>
                <a:lnTo>
                  <a:pt x="59117" y="12525"/>
                </a:lnTo>
                <a:cubicBezTo>
                  <a:pt x="53480" y="10807"/>
                  <a:pt x="48980" y="10647"/>
                  <a:pt x="45514" y="11957"/>
                </a:cubicBezTo>
                <a:cubicBezTo>
                  <a:pt x="42047" y="13312"/>
                  <a:pt x="39659" y="16166"/>
                  <a:pt x="38348" y="20478"/>
                </a:cubicBezTo>
                <a:cubicBezTo>
                  <a:pt x="36702" y="25779"/>
                  <a:pt x="37096" y="30440"/>
                  <a:pt x="39542" y="34474"/>
                </a:cubicBezTo>
                <a:cubicBezTo>
                  <a:pt x="41931" y="38581"/>
                  <a:pt x="46023" y="41479"/>
                  <a:pt x="51835" y="43242"/>
                </a:cubicBezTo>
                <a:lnTo>
                  <a:pt x="85333" y="53539"/>
                </a:lnTo>
                <a:lnTo>
                  <a:pt x="82318" y="63326"/>
                </a:lnTo>
                <a:lnTo>
                  <a:pt x="0" y="38057"/>
                </a:lnTo>
                <a:lnTo>
                  <a:pt x="2957" y="28284"/>
                </a:lnTo>
                <a:lnTo>
                  <a:pt x="35275" y="38173"/>
                </a:lnTo>
                <a:cubicBezTo>
                  <a:pt x="32435" y="34765"/>
                  <a:pt x="30614" y="31182"/>
                  <a:pt x="29813" y="27483"/>
                </a:cubicBezTo>
                <a:cubicBezTo>
                  <a:pt x="29012" y="23784"/>
                  <a:pt x="29245" y="19851"/>
                  <a:pt x="30498" y="15759"/>
                </a:cubicBezTo>
                <a:cubicBezTo>
                  <a:pt x="32595" y="8928"/>
                  <a:pt x="36294" y="4442"/>
                  <a:pt x="41596" y="2228"/>
                </a:cubicBezTo>
                <a:cubicBezTo>
                  <a:pt x="46825" y="0"/>
                  <a:pt x="53597" y="175"/>
                  <a:pt x="61782" y="2680"/>
                </a:cubicBezTo>
                <a:close/>
                <a:moveTo>
                  <a:pt x="61782" y="268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59302-62D3-4AFF-8C2A-81093F6A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55" y="6666599"/>
            <a:ext cx="85231" cy="44363"/>
          </a:xfrm>
          <a:custGeom xmlns:a="http://schemas.openxmlformats.org/drawingml/2006/main">
            <a:pathLst>
              <a:path w="85231" h="44363">
                <a:moveTo>
                  <a:pt x="2957" y="14841"/>
                </a:moveTo>
                <a:lnTo>
                  <a:pt x="19793" y="20026"/>
                </a:lnTo>
                <a:lnTo>
                  <a:pt x="25939" y="0"/>
                </a:lnTo>
                <a:lnTo>
                  <a:pt x="33513" y="2272"/>
                </a:lnTo>
                <a:lnTo>
                  <a:pt x="27366" y="22356"/>
                </a:lnTo>
                <a:lnTo>
                  <a:pt x="59568" y="32187"/>
                </a:lnTo>
                <a:cubicBezTo>
                  <a:pt x="64404" y="33673"/>
                  <a:pt x="67695" y="33964"/>
                  <a:pt x="69472" y="33047"/>
                </a:cubicBezTo>
                <a:cubicBezTo>
                  <a:pt x="71293" y="32187"/>
                  <a:pt x="72764" y="29697"/>
                  <a:pt x="74016" y="25590"/>
                </a:cubicBezTo>
                <a:lnTo>
                  <a:pt x="77089" y="15642"/>
                </a:lnTo>
                <a:lnTo>
                  <a:pt x="85231" y="18147"/>
                </a:lnTo>
                <a:lnTo>
                  <a:pt x="82158" y="28095"/>
                </a:lnTo>
                <a:cubicBezTo>
                  <a:pt x="79871" y="35610"/>
                  <a:pt x="76856" y="40387"/>
                  <a:pt x="73215" y="42382"/>
                </a:cubicBezTo>
                <a:cubicBezTo>
                  <a:pt x="69516" y="44363"/>
                  <a:pt x="63952" y="44261"/>
                  <a:pt x="56554" y="41975"/>
                </a:cubicBezTo>
                <a:lnTo>
                  <a:pt x="24352" y="32144"/>
                </a:lnTo>
                <a:lnTo>
                  <a:pt x="22182" y="39251"/>
                </a:lnTo>
                <a:lnTo>
                  <a:pt x="14623" y="36979"/>
                </a:lnTo>
                <a:lnTo>
                  <a:pt x="16778" y="29799"/>
                </a:lnTo>
                <a:lnTo>
                  <a:pt x="0" y="24628"/>
                </a:lnTo>
                <a:lnTo>
                  <a:pt x="2957" y="14841"/>
                </a:lnTo>
                <a:close/>
                <a:moveTo>
                  <a:pt x="2957" y="148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8E9C6-E204-4613-9622-A3DB6F0F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027" y="6636946"/>
            <a:ext cx="85333" cy="34940"/>
          </a:xfrm>
          <a:custGeom xmlns:a="http://schemas.openxmlformats.org/drawingml/2006/main">
            <a:pathLst>
              <a:path w="85333" h="34940">
                <a:moveTo>
                  <a:pt x="23099" y="16793"/>
                </a:moveTo>
                <a:lnTo>
                  <a:pt x="26056" y="7064"/>
                </a:lnTo>
                <a:lnTo>
                  <a:pt x="85333" y="25211"/>
                </a:lnTo>
                <a:lnTo>
                  <a:pt x="82376" y="34940"/>
                </a:lnTo>
                <a:lnTo>
                  <a:pt x="23099" y="16793"/>
                </a:lnTo>
                <a:close/>
                <a:moveTo>
                  <a:pt x="0" y="9729"/>
                </a:moveTo>
                <a:lnTo>
                  <a:pt x="3015" y="0"/>
                </a:lnTo>
                <a:lnTo>
                  <a:pt x="15365" y="3758"/>
                </a:lnTo>
                <a:lnTo>
                  <a:pt x="12351" y="13545"/>
                </a:lnTo>
                <a:lnTo>
                  <a:pt x="0" y="9729"/>
                </a:lnTo>
                <a:close/>
                <a:moveTo>
                  <a:pt x="0" y="97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51664-A93A-4886-BCCC-5FFEFA00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229" y="6578864"/>
            <a:ext cx="74468" cy="63326"/>
          </a:xfrm>
          <a:custGeom xmlns:a="http://schemas.openxmlformats.org/drawingml/2006/main">
            <a:pathLst>
              <a:path w="74468" h="63326">
                <a:moveTo>
                  <a:pt x="38683" y="2680"/>
                </a:moveTo>
                <a:lnTo>
                  <a:pt x="74468" y="13661"/>
                </a:lnTo>
                <a:lnTo>
                  <a:pt x="71511" y="23390"/>
                </a:lnTo>
                <a:lnTo>
                  <a:pt x="36061" y="12511"/>
                </a:lnTo>
                <a:cubicBezTo>
                  <a:pt x="30440" y="10807"/>
                  <a:pt x="25881" y="10647"/>
                  <a:pt x="22473" y="11943"/>
                </a:cubicBezTo>
                <a:cubicBezTo>
                  <a:pt x="18992" y="13312"/>
                  <a:pt x="16603" y="16152"/>
                  <a:pt x="15249" y="20536"/>
                </a:cubicBezTo>
                <a:cubicBezTo>
                  <a:pt x="13647" y="25779"/>
                  <a:pt x="14055" y="30440"/>
                  <a:pt x="16501" y="34474"/>
                </a:cubicBezTo>
                <a:cubicBezTo>
                  <a:pt x="18890" y="38581"/>
                  <a:pt x="22983" y="41479"/>
                  <a:pt x="28779" y="43242"/>
                </a:cubicBezTo>
                <a:lnTo>
                  <a:pt x="62292" y="53539"/>
                </a:lnTo>
                <a:lnTo>
                  <a:pt x="59277" y="63326"/>
                </a:lnTo>
                <a:lnTo>
                  <a:pt x="0" y="45179"/>
                </a:lnTo>
                <a:lnTo>
                  <a:pt x="3015" y="35333"/>
                </a:lnTo>
                <a:lnTo>
                  <a:pt x="12234" y="38173"/>
                </a:lnTo>
                <a:cubicBezTo>
                  <a:pt x="9379" y="34765"/>
                  <a:pt x="7559" y="31182"/>
                  <a:pt x="6772" y="27483"/>
                </a:cubicBezTo>
                <a:cubicBezTo>
                  <a:pt x="5971" y="23784"/>
                  <a:pt x="6204" y="19851"/>
                  <a:pt x="7457" y="15759"/>
                </a:cubicBezTo>
                <a:cubicBezTo>
                  <a:pt x="9554" y="8928"/>
                  <a:pt x="13195" y="4442"/>
                  <a:pt x="18482" y="2214"/>
                </a:cubicBezTo>
                <a:cubicBezTo>
                  <a:pt x="23784" y="0"/>
                  <a:pt x="30498" y="175"/>
                  <a:pt x="38683" y="2680"/>
                </a:cubicBezTo>
                <a:close/>
                <a:moveTo>
                  <a:pt x="38683" y="268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FE6F2-25CB-4C60-A6F7-93D095B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896" y="6506216"/>
            <a:ext cx="88697" cy="69924"/>
          </a:xfrm>
          <a:custGeom xmlns:a="http://schemas.openxmlformats.org/drawingml/2006/main">
            <a:pathLst>
              <a:path w="88697" h="69924">
                <a:moveTo>
                  <a:pt x="38406" y="18599"/>
                </a:moveTo>
                <a:cubicBezTo>
                  <a:pt x="31343" y="16443"/>
                  <a:pt x="25429" y="16210"/>
                  <a:pt x="20652" y="17914"/>
                </a:cubicBezTo>
                <a:cubicBezTo>
                  <a:pt x="15875" y="19618"/>
                  <a:pt x="12686" y="23157"/>
                  <a:pt x="11098" y="28386"/>
                </a:cubicBezTo>
                <a:cubicBezTo>
                  <a:pt x="9496" y="33615"/>
                  <a:pt x="10181" y="38290"/>
                  <a:pt x="13137" y="42382"/>
                </a:cubicBezTo>
                <a:cubicBezTo>
                  <a:pt x="16152" y="46475"/>
                  <a:pt x="21162" y="49606"/>
                  <a:pt x="28211" y="51762"/>
                </a:cubicBezTo>
                <a:cubicBezTo>
                  <a:pt x="35275" y="53932"/>
                  <a:pt x="41130" y="54107"/>
                  <a:pt x="45907" y="52388"/>
                </a:cubicBezTo>
                <a:cubicBezTo>
                  <a:pt x="50684" y="50684"/>
                  <a:pt x="53874" y="47218"/>
                  <a:pt x="55461" y="41989"/>
                </a:cubicBezTo>
                <a:cubicBezTo>
                  <a:pt x="57122" y="36746"/>
                  <a:pt x="56379" y="32027"/>
                  <a:pt x="53422" y="27993"/>
                </a:cubicBezTo>
                <a:cubicBezTo>
                  <a:pt x="50407" y="23842"/>
                  <a:pt x="45397" y="20711"/>
                  <a:pt x="38406" y="18599"/>
                </a:cubicBezTo>
                <a:close/>
                <a:moveTo>
                  <a:pt x="64345" y="15875"/>
                </a:moveTo>
                <a:cubicBezTo>
                  <a:pt x="74409" y="18948"/>
                  <a:pt x="81240" y="23492"/>
                  <a:pt x="84823" y="29522"/>
                </a:cubicBezTo>
                <a:cubicBezTo>
                  <a:pt x="88348" y="35493"/>
                  <a:pt x="88697" y="43067"/>
                  <a:pt x="85901" y="52344"/>
                </a:cubicBezTo>
                <a:cubicBezTo>
                  <a:pt x="84823" y="55752"/>
                  <a:pt x="83570" y="58942"/>
                  <a:pt x="82143" y="61782"/>
                </a:cubicBezTo>
                <a:cubicBezTo>
                  <a:pt x="80730" y="64680"/>
                  <a:pt x="79026" y="67360"/>
                  <a:pt x="77089" y="69924"/>
                </a:cubicBezTo>
                <a:lnTo>
                  <a:pt x="67637" y="67011"/>
                </a:lnTo>
                <a:cubicBezTo>
                  <a:pt x="70026" y="64622"/>
                  <a:pt x="72021" y="62175"/>
                  <a:pt x="73623" y="59627"/>
                </a:cubicBezTo>
                <a:cubicBezTo>
                  <a:pt x="75211" y="57063"/>
                  <a:pt x="76463" y="54325"/>
                  <a:pt x="77366" y="51427"/>
                </a:cubicBezTo>
                <a:cubicBezTo>
                  <a:pt x="79303" y="45004"/>
                  <a:pt x="79128" y="39703"/>
                  <a:pt x="76740" y="35552"/>
                </a:cubicBezTo>
                <a:cubicBezTo>
                  <a:pt x="74409" y="31343"/>
                  <a:pt x="69865" y="28211"/>
                  <a:pt x="63093" y="26172"/>
                </a:cubicBezTo>
                <a:lnTo>
                  <a:pt x="58258" y="24687"/>
                </a:lnTo>
                <a:cubicBezTo>
                  <a:pt x="61156" y="27760"/>
                  <a:pt x="62976" y="31124"/>
                  <a:pt x="63777" y="34809"/>
                </a:cubicBezTo>
                <a:cubicBezTo>
                  <a:pt x="64506" y="38450"/>
                  <a:pt x="64229" y="42499"/>
                  <a:pt x="62918" y="46883"/>
                </a:cubicBezTo>
                <a:cubicBezTo>
                  <a:pt x="60704" y="54165"/>
                  <a:pt x="56087" y="59161"/>
                  <a:pt x="49213" y="61899"/>
                </a:cubicBezTo>
                <a:cubicBezTo>
                  <a:pt x="42324" y="64622"/>
                  <a:pt x="34299" y="64622"/>
                  <a:pt x="25138" y="61840"/>
                </a:cubicBezTo>
                <a:cubicBezTo>
                  <a:pt x="15977" y="59000"/>
                  <a:pt x="9321" y="54558"/>
                  <a:pt x="5112" y="48412"/>
                </a:cubicBezTo>
                <a:cubicBezTo>
                  <a:pt x="961" y="42266"/>
                  <a:pt x="0" y="35552"/>
                  <a:pt x="2214" y="28269"/>
                </a:cubicBezTo>
                <a:cubicBezTo>
                  <a:pt x="3525" y="23886"/>
                  <a:pt x="5578" y="20419"/>
                  <a:pt x="8243" y="17798"/>
                </a:cubicBezTo>
                <a:cubicBezTo>
                  <a:pt x="10923" y="15191"/>
                  <a:pt x="14331" y="13428"/>
                  <a:pt x="18424" y="12453"/>
                </a:cubicBezTo>
                <a:lnTo>
                  <a:pt x="9438" y="9729"/>
                </a:lnTo>
                <a:lnTo>
                  <a:pt x="12394" y="0"/>
                </a:lnTo>
                <a:lnTo>
                  <a:pt x="64345" y="15875"/>
                </a:lnTo>
                <a:close/>
                <a:moveTo>
                  <a:pt x="64345" y="158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C5C45-84EE-436B-8726-0E47E48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058" y="6444769"/>
            <a:ext cx="70885" cy="59685"/>
          </a:xfrm>
          <a:custGeom xmlns:a="http://schemas.openxmlformats.org/drawingml/2006/main">
            <a:pathLst>
              <a:path w="70885" h="59685">
                <a:moveTo>
                  <a:pt x="35158" y="23434"/>
                </a:moveTo>
                <a:cubicBezTo>
                  <a:pt x="32712" y="31299"/>
                  <a:pt x="31969" y="37037"/>
                  <a:pt x="32828" y="40620"/>
                </a:cubicBezTo>
                <a:cubicBezTo>
                  <a:pt x="33673" y="44203"/>
                  <a:pt x="36294" y="46650"/>
                  <a:pt x="40620" y="48019"/>
                </a:cubicBezTo>
                <a:cubicBezTo>
                  <a:pt x="44086" y="49038"/>
                  <a:pt x="47160" y="48762"/>
                  <a:pt x="49898" y="47101"/>
                </a:cubicBezTo>
                <a:cubicBezTo>
                  <a:pt x="52621" y="45455"/>
                  <a:pt x="54616" y="42674"/>
                  <a:pt x="55811" y="38741"/>
                </a:cubicBezTo>
                <a:cubicBezTo>
                  <a:pt x="57457" y="33338"/>
                  <a:pt x="56889" y="28444"/>
                  <a:pt x="54048" y="24017"/>
                </a:cubicBezTo>
                <a:cubicBezTo>
                  <a:pt x="51208" y="19575"/>
                  <a:pt x="46591" y="16385"/>
                  <a:pt x="40285" y="14390"/>
                </a:cubicBezTo>
                <a:lnTo>
                  <a:pt x="38115" y="13763"/>
                </a:lnTo>
                <a:lnTo>
                  <a:pt x="35158" y="23434"/>
                </a:lnTo>
                <a:close/>
                <a:moveTo>
                  <a:pt x="37037" y="2782"/>
                </a:moveTo>
                <a:lnTo>
                  <a:pt x="70885" y="13137"/>
                </a:lnTo>
                <a:lnTo>
                  <a:pt x="67870" y="22866"/>
                </a:lnTo>
                <a:lnTo>
                  <a:pt x="58884" y="20143"/>
                </a:lnTo>
                <a:cubicBezTo>
                  <a:pt x="61840" y="23434"/>
                  <a:pt x="63603" y="27032"/>
                  <a:pt x="64345" y="30891"/>
                </a:cubicBezTo>
                <a:cubicBezTo>
                  <a:pt x="65030" y="34707"/>
                  <a:pt x="64622" y="39033"/>
                  <a:pt x="63151" y="43868"/>
                </a:cubicBezTo>
                <a:cubicBezTo>
                  <a:pt x="61331" y="49898"/>
                  <a:pt x="58141" y="54223"/>
                  <a:pt x="53597" y="56787"/>
                </a:cubicBezTo>
                <a:cubicBezTo>
                  <a:pt x="49097" y="59277"/>
                  <a:pt x="43970" y="59685"/>
                  <a:pt x="38290" y="57923"/>
                </a:cubicBezTo>
                <a:cubicBezTo>
                  <a:pt x="31634" y="55927"/>
                  <a:pt x="27308" y="52111"/>
                  <a:pt x="25255" y="46650"/>
                </a:cubicBezTo>
                <a:cubicBezTo>
                  <a:pt x="23274" y="41130"/>
                  <a:pt x="23609" y="33964"/>
                  <a:pt x="26289" y="25094"/>
                </a:cubicBezTo>
                <a:lnTo>
                  <a:pt x="30498" y="11433"/>
                </a:lnTo>
                <a:lnTo>
                  <a:pt x="29522" y="11156"/>
                </a:lnTo>
                <a:cubicBezTo>
                  <a:pt x="25036" y="9729"/>
                  <a:pt x="21104" y="10181"/>
                  <a:pt x="17754" y="12351"/>
                </a:cubicBezTo>
                <a:cubicBezTo>
                  <a:pt x="14390" y="14564"/>
                  <a:pt x="11943" y="18322"/>
                  <a:pt x="10297" y="23667"/>
                </a:cubicBezTo>
                <a:cubicBezTo>
                  <a:pt x="9278" y="27032"/>
                  <a:pt x="8651" y="30498"/>
                  <a:pt x="8476" y="33906"/>
                </a:cubicBezTo>
                <a:cubicBezTo>
                  <a:pt x="8302" y="37372"/>
                  <a:pt x="8593" y="40853"/>
                  <a:pt x="9336" y="44319"/>
                </a:cubicBezTo>
                <a:lnTo>
                  <a:pt x="277" y="41538"/>
                </a:lnTo>
                <a:cubicBezTo>
                  <a:pt x="0" y="37547"/>
                  <a:pt x="58" y="33789"/>
                  <a:pt x="393" y="30207"/>
                </a:cubicBezTo>
                <a:cubicBezTo>
                  <a:pt x="743" y="26682"/>
                  <a:pt x="1369" y="23332"/>
                  <a:pt x="2330" y="20143"/>
                </a:cubicBezTo>
                <a:cubicBezTo>
                  <a:pt x="4952" y="11550"/>
                  <a:pt x="9161" y="5811"/>
                  <a:pt x="14899" y="2957"/>
                </a:cubicBezTo>
                <a:cubicBezTo>
                  <a:pt x="20652" y="58"/>
                  <a:pt x="28051" y="0"/>
                  <a:pt x="37037" y="2782"/>
                </a:cubicBezTo>
                <a:close/>
                <a:moveTo>
                  <a:pt x="37037" y="27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326E4-54C5-4D5F-A87A-94C70105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713" y="6402897"/>
            <a:ext cx="85333" cy="34984"/>
          </a:xfrm>
          <a:custGeom xmlns:a="http://schemas.openxmlformats.org/drawingml/2006/main">
            <a:pathLst>
              <a:path w="85333" h="34984">
                <a:moveTo>
                  <a:pt x="0" y="9729"/>
                </a:moveTo>
                <a:lnTo>
                  <a:pt x="3015" y="0"/>
                </a:lnTo>
                <a:lnTo>
                  <a:pt x="85333" y="25211"/>
                </a:lnTo>
                <a:lnTo>
                  <a:pt x="82376" y="34984"/>
                </a:lnTo>
                <a:lnTo>
                  <a:pt x="0" y="9729"/>
                </a:lnTo>
                <a:close/>
                <a:moveTo>
                  <a:pt x="0" y="97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FED96-805B-478F-AA18-7BCA0970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498" y="6344522"/>
            <a:ext cx="68045" cy="61447"/>
          </a:xfrm>
          <a:custGeom xmlns:a="http://schemas.openxmlformats.org/drawingml/2006/main">
            <a:pathLst>
              <a:path w="68045" h="61447">
                <a:moveTo>
                  <a:pt x="39251" y="2680"/>
                </a:moveTo>
                <a:lnTo>
                  <a:pt x="44028" y="4151"/>
                </a:lnTo>
                <a:lnTo>
                  <a:pt x="30323" y="48936"/>
                </a:lnTo>
                <a:cubicBezTo>
                  <a:pt x="37154" y="50582"/>
                  <a:pt x="42892" y="50072"/>
                  <a:pt x="47509" y="47567"/>
                </a:cubicBezTo>
                <a:cubicBezTo>
                  <a:pt x="52111" y="45004"/>
                  <a:pt x="55403" y="40518"/>
                  <a:pt x="57398" y="34081"/>
                </a:cubicBezTo>
                <a:cubicBezTo>
                  <a:pt x="58534" y="30323"/>
                  <a:pt x="59161" y="26565"/>
                  <a:pt x="59335" y="22764"/>
                </a:cubicBezTo>
                <a:cubicBezTo>
                  <a:pt x="59510" y="19007"/>
                  <a:pt x="59161" y="15074"/>
                  <a:pt x="58432" y="11040"/>
                </a:cubicBezTo>
                <a:lnTo>
                  <a:pt x="67637" y="13880"/>
                </a:lnTo>
                <a:cubicBezTo>
                  <a:pt x="68045" y="17812"/>
                  <a:pt x="68045" y="21730"/>
                  <a:pt x="67695" y="25662"/>
                </a:cubicBezTo>
                <a:cubicBezTo>
                  <a:pt x="67360" y="29595"/>
                  <a:pt x="66618" y="33396"/>
                  <a:pt x="65482" y="37154"/>
                </a:cubicBezTo>
                <a:cubicBezTo>
                  <a:pt x="62583" y="46650"/>
                  <a:pt x="57515" y="53306"/>
                  <a:pt x="50349" y="57122"/>
                </a:cubicBezTo>
                <a:cubicBezTo>
                  <a:pt x="43125" y="60937"/>
                  <a:pt x="34809" y="61447"/>
                  <a:pt x="25429" y="58549"/>
                </a:cubicBezTo>
                <a:cubicBezTo>
                  <a:pt x="15759" y="55592"/>
                  <a:pt x="8870" y="50640"/>
                  <a:pt x="4777" y="43635"/>
                </a:cubicBezTo>
                <a:cubicBezTo>
                  <a:pt x="685" y="36644"/>
                  <a:pt x="0" y="28677"/>
                  <a:pt x="2724" y="19808"/>
                </a:cubicBezTo>
                <a:cubicBezTo>
                  <a:pt x="5170" y="11841"/>
                  <a:pt x="9671" y="6321"/>
                  <a:pt x="16210" y="3248"/>
                </a:cubicBezTo>
                <a:cubicBezTo>
                  <a:pt x="22750" y="175"/>
                  <a:pt x="30440" y="0"/>
                  <a:pt x="39251" y="2680"/>
                </a:cubicBezTo>
                <a:close/>
                <a:moveTo>
                  <a:pt x="33396" y="11550"/>
                </a:moveTo>
                <a:cubicBezTo>
                  <a:pt x="28095" y="10020"/>
                  <a:pt x="23376" y="10181"/>
                  <a:pt x="19283" y="12118"/>
                </a:cubicBezTo>
                <a:cubicBezTo>
                  <a:pt x="15249" y="14055"/>
                  <a:pt x="12453" y="17419"/>
                  <a:pt x="10982" y="22254"/>
                </a:cubicBezTo>
                <a:cubicBezTo>
                  <a:pt x="9321" y="27658"/>
                  <a:pt x="9554" y="32493"/>
                  <a:pt x="11608" y="36702"/>
                </a:cubicBezTo>
                <a:cubicBezTo>
                  <a:pt x="13647" y="40911"/>
                  <a:pt x="17404" y="44101"/>
                  <a:pt x="22866" y="46315"/>
                </a:cubicBezTo>
                <a:lnTo>
                  <a:pt x="33396" y="11550"/>
                </a:lnTo>
                <a:close/>
                <a:moveTo>
                  <a:pt x="33396" y="115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B4335-2341-4817-9FB7-D396E197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707" y="6324380"/>
            <a:ext cx="16895" cy="15307"/>
          </a:xfrm>
          <a:custGeom xmlns:a="http://schemas.openxmlformats.org/drawingml/2006/main">
            <a:pathLst>
              <a:path w="16895" h="15307">
                <a:moveTo>
                  <a:pt x="0" y="11156"/>
                </a:moveTo>
                <a:lnTo>
                  <a:pt x="3408" y="0"/>
                </a:lnTo>
                <a:lnTo>
                  <a:pt x="16895" y="4107"/>
                </a:lnTo>
                <a:lnTo>
                  <a:pt x="13428" y="15307"/>
                </a:lnTo>
                <a:lnTo>
                  <a:pt x="0" y="11156"/>
                </a:lnTo>
                <a:close/>
                <a:moveTo>
                  <a:pt x="0" y="1115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CDBFA-369E-4DD2-AF13-DF25CF7A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223" y="6289906"/>
            <a:ext cx="16895" cy="15307"/>
          </a:xfrm>
          <a:custGeom xmlns:a="http://schemas.openxmlformats.org/drawingml/2006/main">
            <a:pathLst>
              <a:path w="16895" h="15307">
                <a:moveTo>
                  <a:pt x="0" y="11215"/>
                </a:moveTo>
                <a:lnTo>
                  <a:pt x="3481" y="0"/>
                </a:lnTo>
                <a:lnTo>
                  <a:pt x="16895" y="4151"/>
                </a:lnTo>
                <a:lnTo>
                  <a:pt x="13487" y="15307"/>
                </a:lnTo>
                <a:lnTo>
                  <a:pt x="0" y="11215"/>
                </a:lnTo>
                <a:close/>
                <a:moveTo>
                  <a:pt x="0" y="112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22729-9249-49CE-A09A-CF181E0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922" y="6201325"/>
            <a:ext cx="82333" cy="70375"/>
          </a:xfrm>
          <a:custGeom xmlns:a="http://schemas.openxmlformats.org/drawingml/2006/main">
            <a:pathLst>
              <a:path w="82333" h="70375">
                <a:moveTo>
                  <a:pt x="12074" y="38173"/>
                </a:moveTo>
                <a:lnTo>
                  <a:pt x="41771" y="47276"/>
                </a:lnTo>
                <a:lnTo>
                  <a:pt x="45863" y="33848"/>
                </a:lnTo>
                <a:cubicBezTo>
                  <a:pt x="47393" y="28852"/>
                  <a:pt x="47291" y="24643"/>
                  <a:pt x="45572" y="21104"/>
                </a:cubicBezTo>
                <a:cubicBezTo>
                  <a:pt x="43810" y="17637"/>
                  <a:pt x="40576" y="15132"/>
                  <a:pt x="35785" y="13661"/>
                </a:cubicBezTo>
                <a:cubicBezTo>
                  <a:pt x="31066" y="12234"/>
                  <a:pt x="26973" y="12467"/>
                  <a:pt x="23565" y="14390"/>
                </a:cubicBezTo>
                <a:cubicBezTo>
                  <a:pt x="20201" y="16327"/>
                  <a:pt x="17696" y="19749"/>
                  <a:pt x="16225" y="24745"/>
                </a:cubicBezTo>
                <a:lnTo>
                  <a:pt x="12074" y="38173"/>
                </a:lnTo>
                <a:close/>
                <a:moveTo>
                  <a:pt x="0" y="46198"/>
                </a:moveTo>
                <a:lnTo>
                  <a:pt x="7399" y="22080"/>
                </a:lnTo>
                <a:cubicBezTo>
                  <a:pt x="10137" y="13195"/>
                  <a:pt x="14171" y="7107"/>
                  <a:pt x="19575" y="3816"/>
                </a:cubicBezTo>
                <a:cubicBezTo>
                  <a:pt x="24978" y="510"/>
                  <a:pt x="31517" y="0"/>
                  <a:pt x="39266" y="2389"/>
                </a:cubicBezTo>
                <a:cubicBezTo>
                  <a:pt x="47058" y="4777"/>
                  <a:pt x="52228" y="8884"/>
                  <a:pt x="54849" y="14623"/>
                </a:cubicBezTo>
                <a:cubicBezTo>
                  <a:pt x="57471" y="20376"/>
                  <a:pt x="57413" y="27658"/>
                  <a:pt x="54675" y="36527"/>
                </a:cubicBezTo>
                <a:lnTo>
                  <a:pt x="50582" y="49956"/>
                </a:lnTo>
                <a:lnTo>
                  <a:pt x="82333" y="59685"/>
                </a:lnTo>
                <a:lnTo>
                  <a:pt x="79026" y="70375"/>
                </a:lnTo>
                <a:lnTo>
                  <a:pt x="0" y="46198"/>
                </a:lnTo>
                <a:close/>
                <a:moveTo>
                  <a:pt x="0" y="461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E2ABF-3CF3-44CA-AD26-71EE5D47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95" y="6147452"/>
            <a:ext cx="68103" cy="61447"/>
          </a:xfrm>
          <a:custGeom xmlns:a="http://schemas.openxmlformats.org/drawingml/2006/main">
            <a:pathLst>
              <a:path w="68103" h="61447">
                <a:moveTo>
                  <a:pt x="39324" y="2724"/>
                </a:moveTo>
                <a:lnTo>
                  <a:pt x="44043" y="4151"/>
                </a:lnTo>
                <a:lnTo>
                  <a:pt x="30323" y="48980"/>
                </a:lnTo>
                <a:cubicBezTo>
                  <a:pt x="37212" y="50582"/>
                  <a:pt x="42907" y="50116"/>
                  <a:pt x="47509" y="47626"/>
                </a:cubicBezTo>
                <a:cubicBezTo>
                  <a:pt x="52170" y="45062"/>
                  <a:pt x="55476" y="40562"/>
                  <a:pt x="57413" y="34081"/>
                </a:cubicBezTo>
                <a:cubicBezTo>
                  <a:pt x="58549" y="30381"/>
                  <a:pt x="59233" y="26565"/>
                  <a:pt x="59408" y="22808"/>
                </a:cubicBezTo>
                <a:cubicBezTo>
                  <a:pt x="59568" y="19007"/>
                  <a:pt x="59233" y="15074"/>
                  <a:pt x="58432" y="11098"/>
                </a:cubicBezTo>
                <a:lnTo>
                  <a:pt x="67652" y="13880"/>
                </a:lnTo>
                <a:cubicBezTo>
                  <a:pt x="68103" y="17871"/>
                  <a:pt x="68103" y="21788"/>
                  <a:pt x="67768" y="25662"/>
                </a:cubicBezTo>
                <a:cubicBezTo>
                  <a:pt x="67419" y="29580"/>
                  <a:pt x="66690" y="33454"/>
                  <a:pt x="65482" y="37212"/>
                </a:cubicBezTo>
                <a:cubicBezTo>
                  <a:pt x="62641" y="46650"/>
                  <a:pt x="57588" y="53306"/>
                  <a:pt x="50407" y="57180"/>
                </a:cubicBezTo>
                <a:cubicBezTo>
                  <a:pt x="43183" y="60981"/>
                  <a:pt x="34882" y="61447"/>
                  <a:pt x="25488" y="58593"/>
                </a:cubicBezTo>
                <a:cubicBezTo>
                  <a:pt x="15759" y="55636"/>
                  <a:pt x="8884" y="50640"/>
                  <a:pt x="4792" y="43635"/>
                </a:cubicBezTo>
                <a:cubicBezTo>
                  <a:pt x="685" y="36702"/>
                  <a:pt x="0" y="28736"/>
                  <a:pt x="2738" y="19851"/>
                </a:cubicBezTo>
                <a:cubicBezTo>
                  <a:pt x="5185" y="11885"/>
                  <a:pt x="9671" y="6365"/>
                  <a:pt x="16283" y="3306"/>
                </a:cubicBezTo>
                <a:cubicBezTo>
                  <a:pt x="22822" y="233"/>
                  <a:pt x="30498" y="0"/>
                  <a:pt x="39324" y="2724"/>
                </a:cubicBezTo>
                <a:close/>
                <a:moveTo>
                  <a:pt x="33454" y="11608"/>
                </a:moveTo>
                <a:cubicBezTo>
                  <a:pt x="28109" y="10006"/>
                  <a:pt x="23449" y="10239"/>
                  <a:pt x="19356" y="12176"/>
                </a:cubicBezTo>
                <a:cubicBezTo>
                  <a:pt x="15249" y="14113"/>
                  <a:pt x="12525" y="17463"/>
                  <a:pt x="11040" y="22240"/>
                </a:cubicBezTo>
                <a:cubicBezTo>
                  <a:pt x="9394" y="27701"/>
                  <a:pt x="9569" y="32479"/>
                  <a:pt x="11666" y="36702"/>
                </a:cubicBezTo>
                <a:cubicBezTo>
                  <a:pt x="13720" y="40911"/>
                  <a:pt x="17477" y="44145"/>
                  <a:pt x="22881" y="46315"/>
                </a:cubicBezTo>
                <a:lnTo>
                  <a:pt x="33454" y="11608"/>
                </a:lnTo>
                <a:close/>
                <a:moveTo>
                  <a:pt x="33454" y="116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B9DC0-3BFC-4CCD-822B-4175B76E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704" y="6091306"/>
            <a:ext cx="62234" cy="53073"/>
          </a:xfrm>
          <a:custGeom xmlns:a="http://schemas.openxmlformats.org/drawingml/2006/main">
            <a:pathLst>
              <a:path w="62234" h="53073">
                <a:moveTo>
                  <a:pt x="19676" y="3015"/>
                </a:moveTo>
                <a:cubicBezTo>
                  <a:pt x="18715" y="3918"/>
                  <a:pt x="17914" y="4937"/>
                  <a:pt x="17230" y="6132"/>
                </a:cubicBezTo>
                <a:cubicBezTo>
                  <a:pt x="16487" y="7326"/>
                  <a:pt x="15919" y="8695"/>
                  <a:pt x="15467" y="10239"/>
                </a:cubicBezTo>
                <a:cubicBezTo>
                  <a:pt x="13763" y="15759"/>
                  <a:pt x="14273" y="20536"/>
                  <a:pt x="16953" y="24570"/>
                </a:cubicBezTo>
                <a:cubicBezTo>
                  <a:pt x="19618" y="28604"/>
                  <a:pt x="24293" y="31678"/>
                  <a:pt x="30993" y="33731"/>
                </a:cubicBezTo>
                <a:lnTo>
                  <a:pt x="62234" y="43285"/>
                </a:lnTo>
                <a:lnTo>
                  <a:pt x="59277" y="53073"/>
                </a:lnTo>
                <a:lnTo>
                  <a:pt x="0" y="34925"/>
                </a:lnTo>
                <a:lnTo>
                  <a:pt x="2957" y="25138"/>
                </a:lnTo>
                <a:lnTo>
                  <a:pt x="12161" y="27978"/>
                </a:lnTo>
                <a:cubicBezTo>
                  <a:pt x="9205" y="24803"/>
                  <a:pt x="7326" y="21322"/>
                  <a:pt x="6656" y="17521"/>
                </a:cubicBezTo>
                <a:cubicBezTo>
                  <a:pt x="5855" y="13705"/>
                  <a:pt x="6248" y="9438"/>
                  <a:pt x="7675" y="4719"/>
                </a:cubicBezTo>
                <a:cubicBezTo>
                  <a:pt x="7850" y="4093"/>
                  <a:pt x="8127" y="3350"/>
                  <a:pt x="8476" y="2549"/>
                </a:cubicBezTo>
                <a:cubicBezTo>
                  <a:pt x="8811" y="1762"/>
                  <a:pt x="9205" y="903"/>
                  <a:pt x="9671" y="0"/>
                </a:cubicBezTo>
                <a:lnTo>
                  <a:pt x="19676" y="3015"/>
                </a:lnTo>
                <a:close/>
                <a:moveTo>
                  <a:pt x="19676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8CA50-F53C-4C47-A4E2-E8373987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368" y="6064507"/>
            <a:ext cx="85333" cy="34925"/>
          </a:xfrm>
          <a:custGeom xmlns:a="http://schemas.openxmlformats.org/drawingml/2006/main">
            <a:pathLst>
              <a:path w="85333" h="34925">
                <a:moveTo>
                  <a:pt x="23099" y="16778"/>
                </a:moveTo>
                <a:lnTo>
                  <a:pt x="26056" y="7049"/>
                </a:lnTo>
                <a:lnTo>
                  <a:pt x="85333" y="25196"/>
                </a:lnTo>
                <a:lnTo>
                  <a:pt x="82318" y="34925"/>
                </a:lnTo>
                <a:lnTo>
                  <a:pt x="23099" y="16778"/>
                </a:lnTo>
                <a:close/>
                <a:moveTo>
                  <a:pt x="0" y="9729"/>
                </a:moveTo>
                <a:lnTo>
                  <a:pt x="2957" y="0"/>
                </a:lnTo>
                <a:lnTo>
                  <a:pt x="15307" y="3758"/>
                </a:lnTo>
                <a:lnTo>
                  <a:pt x="12351" y="13472"/>
                </a:lnTo>
                <a:lnTo>
                  <a:pt x="0" y="9729"/>
                </a:lnTo>
                <a:close/>
                <a:moveTo>
                  <a:pt x="0" y="97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51DA1-1A47-4739-B8F5-A291D5F2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701" y="6007095"/>
            <a:ext cx="67419" cy="60369"/>
          </a:xfrm>
          <a:custGeom xmlns:a="http://schemas.openxmlformats.org/drawingml/2006/main">
            <a:pathLst>
              <a:path w="67419" h="60369">
                <a:moveTo>
                  <a:pt x="10807" y="23216"/>
                </a:moveTo>
                <a:cubicBezTo>
                  <a:pt x="9219" y="28444"/>
                  <a:pt x="10006" y="33178"/>
                  <a:pt x="13137" y="37445"/>
                </a:cubicBezTo>
                <a:cubicBezTo>
                  <a:pt x="16268" y="41756"/>
                  <a:pt x="21381" y="45004"/>
                  <a:pt x="28503" y="47174"/>
                </a:cubicBezTo>
                <a:cubicBezTo>
                  <a:pt x="35610" y="49330"/>
                  <a:pt x="41640" y="49504"/>
                  <a:pt x="46650" y="47742"/>
                </a:cubicBezTo>
                <a:cubicBezTo>
                  <a:pt x="51660" y="45980"/>
                  <a:pt x="54951" y="42441"/>
                  <a:pt x="56554" y="37212"/>
                </a:cubicBezTo>
                <a:cubicBezTo>
                  <a:pt x="58141" y="32042"/>
                  <a:pt x="57340" y="27308"/>
                  <a:pt x="54209" y="22983"/>
                </a:cubicBezTo>
                <a:cubicBezTo>
                  <a:pt x="51034" y="18715"/>
                  <a:pt x="45907" y="15482"/>
                  <a:pt x="38858" y="13312"/>
                </a:cubicBezTo>
                <a:cubicBezTo>
                  <a:pt x="31852" y="11156"/>
                  <a:pt x="25823" y="10982"/>
                  <a:pt x="20769" y="12744"/>
                </a:cubicBezTo>
                <a:cubicBezTo>
                  <a:pt x="15700" y="14506"/>
                  <a:pt x="12394" y="18045"/>
                  <a:pt x="10807" y="23216"/>
                </a:cubicBezTo>
                <a:close/>
                <a:moveTo>
                  <a:pt x="2563" y="20652"/>
                </a:moveTo>
                <a:cubicBezTo>
                  <a:pt x="5170" y="12234"/>
                  <a:pt x="9947" y="6437"/>
                  <a:pt x="16953" y="3248"/>
                </a:cubicBezTo>
                <a:cubicBezTo>
                  <a:pt x="23944" y="117"/>
                  <a:pt x="32304" y="0"/>
                  <a:pt x="42033" y="3015"/>
                </a:cubicBezTo>
                <a:cubicBezTo>
                  <a:pt x="51704" y="5971"/>
                  <a:pt x="58593" y="10705"/>
                  <a:pt x="62627" y="17244"/>
                </a:cubicBezTo>
                <a:cubicBezTo>
                  <a:pt x="66676" y="23784"/>
                  <a:pt x="67419" y="31299"/>
                  <a:pt x="64797" y="39775"/>
                </a:cubicBezTo>
                <a:cubicBezTo>
                  <a:pt x="62234" y="48252"/>
                  <a:pt x="57398" y="54048"/>
                  <a:pt x="50407" y="57180"/>
                </a:cubicBezTo>
                <a:cubicBezTo>
                  <a:pt x="43402" y="60311"/>
                  <a:pt x="35042" y="60369"/>
                  <a:pt x="25371" y="57413"/>
                </a:cubicBezTo>
                <a:cubicBezTo>
                  <a:pt x="15642" y="54456"/>
                  <a:pt x="8753" y="49665"/>
                  <a:pt x="4719" y="43183"/>
                </a:cubicBezTo>
                <a:cubicBezTo>
                  <a:pt x="685" y="36702"/>
                  <a:pt x="0" y="29187"/>
                  <a:pt x="2563" y="20652"/>
                </a:cubicBezTo>
                <a:close/>
                <a:moveTo>
                  <a:pt x="2563" y="2065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7D05E-EA36-4800-B934-85137A61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47" y="5929044"/>
            <a:ext cx="85333" cy="72079"/>
          </a:xfrm>
          <a:custGeom xmlns:a="http://schemas.openxmlformats.org/drawingml/2006/main">
            <a:pathLst>
              <a:path w="85333" h="72079">
                <a:moveTo>
                  <a:pt x="32085" y="19575"/>
                </a:moveTo>
                <a:lnTo>
                  <a:pt x="0" y="9729"/>
                </a:lnTo>
                <a:lnTo>
                  <a:pt x="2957" y="0"/>
                </a:lnTo>
                <a:lnTo>
                  <a:pt x="85333" y="25196"/>
                </a:lnTo>
                <a:lnTo>
                  <a:pt x="82376" y="34984"/>
                </a:lnTo>
                <a:lnTo>
                  <a:pt x="73448" y="32260"/>
                </a:lnTo>
                <a:cubicBezTo>
                  <a:pt x="76347" y="35391"/>
                  <a:pt x="78167" y="38741"/>
                  <a:pt x="78954" y="42382"/>
                </a:cubicBezTo>
                <a:cubicBezTo>
                  <a:pt x="79696" y="46023"/>
                  <a:pt x="79420" y="50058"/>
                  <a:pt x="78051" y="54442"/>
                </a:cubicBezTo>
                <a:cubicBezTo>
                  <a:pt x="75895" y="61607"/>
                  <a:pt x="71220" y="66559"/>
                  <a:pt x="64171" y="69297"/>
                </a:cubicBezTo>
                <a:cubicBezTo>
                  <a:pt x="57063" y="72079"/>
                  <a:pt x="48805" y="72021"/>
                  <a:pt x="39528" y="69123"/>
                </a:cubicBezTo>
                <a:cubicBezTo>
                  <a:pt x="30207" y="66283"/>
                  <a:pt x="23376" y="61724"/>
                  <a:pt x="19050" y="55519"/>
                </a:cubicBezTo>
                <a:cubicBezTo>
                  <a:pt x="14725" y="49271"/>
                  <a:pt x="13647" y="42557"/>
                  <a:pt x="15817" y="35391"/>
                </a:cubicBezTo>
                <a:cubicBezTo>
                  <a:pt x="17171" y="31008"/>
                  <a:pt x="19167" y="27541"/>
                  <a:pt x="21847" y="24920"/>
                </a:cubicBezTo>
                <a:cubicBezTo>
                  <a:pt x="24512" y="22298"/>
                  <a:pt x="27935" y="20536"/>
                  <a:pt x="32085" y="19575"/>
                </a:cubicBezTo>
                <a:close/>
                <a:moveTo>
                  <a:pt x="42601" y="59117"/>
                </a:moveTo>
                <a:cubicBezTo>
                  <a:pt x="49781" y="61272"/>
                  <a:pt x="55811" y="61505"/>
                  <a:pt x="60806" y="59845"/>
                </a:cubicBezTo>
                <a:cubicBezTo>
                  <a:pt x="65758" y="58141"/>
                  <a:pt x="69064" y="54733"/>
                  <a:pt x="70652" y="49548"/>
                </a:cubicBezTo>
                <a:cubicBezTo>
                  <a:pt x="72196" y="44436"/>
                  <a:pt x="71395" y="39703"/>
                  <a:pt x="68263" y="35493"/>
                </a:cubicBezTo>
                <a:cubicBezTo>
                  <a:pt x="65074" y="31284"/>
                  <a:pt x="59903" y="28109"/>
                  <a:pt x="52738" y="25881"/>
                </a:cubicBezTo>
                <a:cubicBezTo>
                  <a:pt x="45616" y="23725"/>
                  <a:pt x="39528" y="23492"/>
                  <a:pt x="34532" y="25196"/>
                </a:cubicBezTo>
                <a:cubicBezTo>
                  <a:pt x="29580" y="26915"/>
                  <a:pt x="26274" y="30323"/>
                  <a:pt x="24687" y="35493"/>
                </a:cubicBezTo>
                <a:cubicBezTo>
                  <a:pt x="23143" y="40620"/>
                  <a:pt x="23944" y="45281"/>
                  <a:pt x="27075" y="49490"/>
                </a:cubicBezTo>
                <a:cubicBezTo>
                  <a:pt x="30265" y="53699"/>
                  <a:pt x="35435" y="56889"/>
                  <a:pt x="42601" y="59117"/>
                </a:cubicBezTo>
                <a:close/>
                <a:moveTo>
                  <a:pt x="42601" y="5911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D60C5-255F-44A1-AEA2-6BF4060B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417" y="5863388"/>
            <a:ext cx="82318" cy="70375"/>
          </a:xfrm>
          <a:custGeom xmlns:a="http://schemas.openxmlformats.org/drawingml/2006/main">
            <a:pathLst>
              <a:path w="82318" h="70375">
                <a:moveTo>
                  <a:pt x="12059" y="38173"/>
                </a:moveTo>
                <a:lnTo>
                  <a:pt x="41756" y="47276"/>
                </a:lnTo>
                <a:lnTo>
                  <a:pt x="45849" y="33848"/>
                </a:lnTo>
                <a:cubicBezTo>
                  <a:pt x="47393" y="28852"/>
                  <a:pt x="47276" y="24628"/>
                  <a:pt x="45572" y="21104"/>
                </a:cubicBezTo>
                <a:cubicBezTo>
                  <a:pt x="43810" y="17637"/>
                  <a:pt x="40562" y="15132"/>
                  <a:pt x="35785" y="13661"/>
                </a:cubicBezTo>
                <a:cubicBezTo>
                  <a:pt x="31066" y="12234"/>
                  <a:pt x="26959" y="12467"/>
                  <a:pt x="23609" y="14390"/>
                </a:cubicBezTo>
                <a:cubicBezTo>
                  <a:pt x="20201" y="16327"/>
                  <a:pt x="17696" y="19793"/>
                  <a:pt x="16210" y="24745"/>
                </a:cubicBezTo>
                <a:lnTo>
                  <a:pt x="12059" y="38173"/>
                </a:lnTo>
                <a:close/>
                <a:moveTo>
                  <a:pt x="0" y="46198"/>
                </a:moveTo>
                <a:lnTo>
                  <a:pt x="7399" y="22080"/>
                </a:lnTo>
                <a:cubicBezTo>
                  <a:pt x="10122" y="13195"/>
                  <a:pt x="14171" y="7107"/>
                  <a:pt x="19575" y="3816"/>
                </a:cubicBezTo>
                <a:cubicBezTo>
                  <a:pt x="24978" y="510"/>
                  <a:pt x="31517" y="0"/>
                  <a:pt x="39251" y="2389"/>
                </a:cubicBezTo>
                <a:cubicBezTo>
                  <a:pt x="47043" y="4777"/>
                  <a:pt x="52228" y="8870"/>
                  <a:pt x="54835" y="14623"/>
                </a:cubicBezTo>
                <a:cubicBezTo>
                  <a:pt x="57457" y="20376"/>
                  <a:pt x="57398" y="27658"/>
                  <a:pt x="54675" y="36527"/>
                </a:cubicBezTo>
                <a:lnTo>
                  <a:pt x="50582" y="50014"/>
                </a:lnTo>
                <a:lnTo>
                  <a:pt x="82318" y="59743"/>
                </a:lnTo>
                <a:lnTo>
                  <a:pt x="79026" y="70375"/>
                </a:lnTo>
                <a:lnTo>
                  <a:pt x="0" y="46198"/>
                </a:lnTo>
                <a:close/>
                <a:moveTo>
                  <a:pt x="0" y="461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63155-C2D7-4D33-B2F3-5F5E4A4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391" y="5817991"/>
            <a:ext cx="62234" cy="53131"/>
          </a:xfrm>
          <a:custGeom xmlns:a="http://schemas.openxmlformats.org/drawingml/2006/main">
            <a:pathLst>
              <a:path w="62234" h="53131">
                <a:moveTo>
                  <a:pt x="19676" y="3015"/>
                </a:moveTo>
                <a:cubicBezTo>
                  <a:pt x="18715" y="3918"/>
                  <a:pt x="17914" y="5010"/>
                  <a:pt x="17230" y="6204"/>
                </a:cubicBezTo>
                <a:cubicBezTo>
                  <a:pt x="16487" y="7399"/>
                  <a:pt x="15919" y="8753"/>
                  <a:pt x="15467" y="10297"/>
                </a:cubicBezTo>
                <a:cubicBezTo>
                  <a:pt x="13763" y="15817"/>
                  <a:pt x="14273" y="20594"/>
                  <a:pt x="16953" y="24628"/>
                </a:cubicBezTo>
                <a:cubicBezTo>
                  <a:pt x="19618" y="28677"/>
                  <a:pt x="24293" y="31692"/>
                  <a:pt x="31008" y="33789"/>
                </a:cubicBezTo>
                <a:lnTo>
                  <a:pt x="62234" y="43344"/>
                </a:lnTo>
                <a:lnTo>
                  <a:pt x="59277" y="53131"/>
                </a:lnTo>
                <a:lnTo>
                  <a:pt x="0" y="34984"/>
                </a:lnTo>
                <a:lnTo>
                  <a:pt x="2957" y="25196"/>
                </a:lnTo>
                <a:lnTo>
                  <a:pt x="12176" y="27993"/>
                </a:lnTo>
                <a:cubicBezTo>
                  <a:pt x="9205" y="24861"/>
                  <a:pt x="7340" y="21337"/>
                  <a:pt x="6656" y="17579"/>
                </a:cubicBezTo>
                <a:cubicBezTo>
                  <a:pt x="5855" y="13705"/>
                  <a:pt x="6248" y="9438"/>
                  <a:pt x="7675" y="4777"/>
                </a:cubicBezTo>
                <a:cubicBezTo>
                  <a:pt x="7850" y="4093"/>
                  <a:pt x="8127" y="3350"/>
                  <a:pt x="8476" y="2622"/>
                </a:cubicBezTo>
                <a:cubicBezTo>
                  <a:pt x="8811" y="1821"/>
                  <a:pt x="9205" y="961"/>
                  <a:pt x="9729" y="0"/>
                </a:cubicBezTo>
                <a:lnTo>
                  <a:pt x="19676" y="3015"/>
                </a:lnTo>
                <a:close/>
                <a:moveTo>
                  <a:pt x="19676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810A7-18ED-4735-A679-C22E5F29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834" y="5765369"/>
            <a:ext cx="68089" cy="61433"/>
          </a:xfrm>
          <a:custGeom xmlns:a="http://schemas.openxmlformats.org/drawingml/2006/main">
            <a:pathLst>
              <a:path w="68089" h="61433">
                <a:moveTo>
                  <a:pt x="39309" y="2724"/>
                </a:moveTo>
                <a:lnTo>
                  <a:pt x="44028" y="4151"/>
                </a:lnTo>
                <a:lnTo>
                  <a:pt x="30323" y="48922"/>
                </a:lnTo>
                <a:cubicBezTo>
                  <a:pt x="37139" y="50568"/>
                  <a:pt x="42892" y="50116"/>
                  <a:pt x="47494" y="47553"/>
                </a:cubicBezTo>
                <a:cubicBezTo>
                  <a:pt x="52111" y="45048"/>
                  <a:pt x="55403" y="40562"/>
                  <a:pt x="57398" y="34066"/>
                </a:cubicBezTo>
                <a:cubicBezTo>
                  <a:pt x="58534" y="30381"/>
                  <a:pt x="59219" y="26565"/>
                  <a:pt x="59394" y="22808"/>
                </a:cubicBezTo>
                <a:cubicBezTo>
                  <a:pt x="59510" y="18992"/>
                  <a:pt x="59219" y="15074"/>
                  <a:pt x="58418" y="11025"/>
                </a:cubicBezTo>
                <a:lnTo>
                  <a:pt x="67637" y="13880"/>
                </a:lnTo>
                <a:cubicBezTo>
                  <a:pt x="68030" y="17856"/>
                  <a:pt x="68089" y="21788"/>
                  <a:pt x="67754" y="25648"/>
                </a:cubicBezTo>
                <a:cubicBezTo>
                  <a:pt x="67404" y="29580"/>
                  <a:pt x="66676" y="33454"/>
                  <a:pt x="65482" y="37197"/>
                </a:cubicBezTo>
                <a:cubicBezTo>
                  <a:pt x="62569" y="46650"/>
                  <a:pt x="57573" y="53306"/>
                  <a:pt x="50349" y="57107"/>
                </a:cubicBezTo>
                <a:cubicBezTo>
                  <a:pt x="43169" y="60981"/>
                  <a:pt x="34867" y="61433"/>
                  <a:pt x="25488" y="58593"/>
                </a:cubicBezTo>
                <a:cubicBezTo>
                  <a:pt x="15759" y="55578"/>
                  <a:pt x="8870" y="50626"/>
                  <a:pt x="4777" y="43635"/>
                </a:cubicBezTo>
                <a:cubicBezTo>
                  <a:pt x="670" y="36688"/>
                  <a:pt x="0" y="28721"/>
                  <a:pt x="2724" y="19851"/>
                </a:cubicBezTo>
                <a:cubicBezTo>
                  <a:pt x="5170" y="11826"/>
                  <a:pt x="9671" y="6306"/>
                  <a:pt x="16210" y="3233"/>
                </a:cubicBezTo>
                <a:cubicBezTo>
                  <a:pt x="22750" y="218"/>
                  <a:pt x="30483" y="0"/>
                  <a:pt x="39309" y="2724"/>
                </a:cubicBezTo>
                <a:close/>
                <a:moveTo>
                  <a:pt x="33440" y="11550"/>
                </a:moveTo>
                <a:cubicBezTo>
                  <a:pt x="28095" y="10006"/>
                  <a:pt x="23376" y="10181"/>
                  <a:pt x="19342" y="12176"/>
                </a:cubicBezTo>
                <a:cubicBezTo>
                  <a:pt x="15234" y="14098"/>
                  <a:pt x="12453" y="17463"/>
                  <a:pt x="11025" y="22240"/>
                </a:cubicBezTo>
                <a:cubicBezTo>
                  <a:pt x="9321" y="27701"/>
                  <a:pt x="9554" y="32479"/>
                  <a:pt x="11593" y="36688"/>
                </a:cubicBezTo>
                <a:cubicBezTo>
                  <a:pt x="13705" y="40897"/>
                  <a:pt x="17463" y="44086"/>
                  <a:pt x="22866" y="46300"/>
                </a:cubicBezTo>
                <a:lnTo>
                  <a:pt x="33440" y="11550"/>
                </a:lnTo>
                <a:close/>
                <a:moveTo>
                  <a:pt x="33440" y="115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D12D5-9E9E-48F2-A613-CACB1100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689" y="5687931"/>
            <a:ext cx="85333" cy="72079"/>
          </a:xfrm>
          <a:custGeom xmlns:a="http://schemas.openxmlformats.org/drawingml/2006/main">
            <a:pathLst>
              <a:path w="85333" h="72079">
                <a:moveTo>
                  <a:pt x="32027" y="19575"/>
                </a:moveTo>
                <a:lnTo>
                  <a:pt x="0" y="9787"/>
                </a:lnTo>
                <a:lnTo>
                  <a:pt x="2957" y="0"/>
                </a:lnTo>
                <a:lnTo>
                  <a:pt x="85333" y="25269"/>
                </a:lnTo>
                <a:lnTo>
                  <a:pt x="82318" y="34998"/>
                </a:lnTo>
                <a:lnTo>
                  <a:pt x="73448" y="32260"/>
                </a:lnTo>
                <a:cubicBezTo>
                  <a:pt x="76347" y="35391"/>
                  <a:pt x="78167" y="38741"/>
                  <a:pt x="78910" y="42441"/>
                </a:cubicBezTo>
                <a:cubicBezTo>
                  <a:pt x="79711" y="46082"/>
                  <a:pt x="79420" y="50072"/>
                  <a:pt x="78051" y="54442"/>
                </a:cubicBezTo>
                <a:cubicBezTo>
                  <a:pt x="75895" y="61622"/>
                  <a:pt x="71234" y="66574"/>
                  <a:pt x="64112" y="69356"/>
                </a:cubicBezTo>
                <a:cubicBezTo>
                  <a:pt x="57063" y="72079"/>
                  <a:pt x="48805" y="72035"/>
                  <a:pt x="39542" y="69181"/>
                </a:cubicBezTo>
                <a:cubicBezTo>
                  <a:pt x="30207" y="66341"/>
                  <a:pt x="23376" y="61782"/>
                  <a:pt x="19050" y="55534"/>
                </a:cubicBezTo>
                <a:cubicBezTo>
                  <a:pt x="14681" y="49271"/>
                  <a:pt x="13647" y="42557"/>
                  <a:pt x="15817" y="35391"/>
                </a:cubicBezTo>
                <a:cubicBezTo>
                  <a:pt x="17186" y="31008"/>
                  <a:pt x="19167" y="27541"/>
                  <a:pt x="21847" y="24920"/>
                </a:cubicBezTo>
                <a:cubicBezTo>
                  <a:pt x="24526" y="22356"/>
                  <a:pt x="27935" y="20536"/>
                  <a:pt x="32027" y="19575"/>
                </a:cubicBezTo>
                <a:close/>
                <a:moveTo>
                  <a:pt x="42615" y="59117"/>
                </a:moveTo>
                <a:cubicBezTo>
                  <a:pt x="49723" y="61272"/>
                  <a:pt x="55811" y="61564"/>
                  <a:pt x="60821" y="59860"/>
                </a:cubicBezTo>
                <a:cubicBezTo>
                  <a:pt x="65773" y="58141"/>
                  <a:pt x="69064" y="54733"/>
                  <a:pt x="70652" y="49563"/>
                </a:cubicBezTo>
                <a:cubicBezTo>
                  <a:pt x="72196" y="44436"/>
                  <a:pt x="71395" y="39775"/>
                  <a:pt x="68263" y="35566"/>
                </a:cubicBezTo>
                <a:cubicBezTo>
                  <a:pt x="65088" y="31357"/>
                  <a:pt x="59903" y="28109"/>
                  <a:pt x="52738" y="25939"/>
                </a:cubicBezTo>
                <a:cubicBezTo>
                  <a:pt x="45572" y="23725"/>
                  <a:pt x="39542" y="23507"/>
                  <a:pt x="34532" y="25211"/>
                </a:cubicBezTo>
                <a:cubicBezTo>
                  <a:pt x="29580" y="26915"/>
                  <a:pt x="26289" y="30381"/>
                  <a:pt x="24687" y="35508"/>
                </a:cubicBezTo>
                <a:cubicBezTo>
                  <a:pt x="23099" y="40678"/>
                  <a:pt x="23900" y="45354"/>
                  <a:pt x="27075" y="49504"/>
                </a:cubicBezTo>
                <a:cubicBezTo>
                  <a:pt x="30265" y="53713"/>
                  <a:pt x="35450" y="56889"/>
                  <a:pt x="42615" y="59117"/>
                </a:cubicBezTo>
                <a:close/>
                <a:moveTo>
                  <a:pt x="42615" y="5911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70BB4-A22C-4733-95B0-7955E312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258" y="5619784"/>
            <a:ext cx="90634" cy="72924"/>
          </a:xfrm>
          <a:custGeom xmlns:a="http://schemas.openxmlformats.org/drawingml/2006/main">
            <a:pathLst>
              <a:path w="90634" h="72924">
                <a:moveTo>
                  <a:pt x="44552" y="50684"/>
                </a:moveTo>
                <a:lnTo>
                  <a:pt x="73506" y="59496"/>
                </a:lnTo>
                <a:lnTo>
                  <a:pt x="78735" y="42382"/>
                </a:lnTo>
                <a:cubicBezTo>
                  <a:pt x="80512" y="36629"/>
                  <a:pt x="80614" y="32027"/>
                  <a:pt x="79085" y="28503"/>
                </a:cubicBezTo>
                <a:cubicBezTo>
                  <a:pt x="77541" y="25022"/>
                  <a:pt x="74366" y="22517"/>
                  <a:pt x="69472" y="20987"/>
                </a:cubicBezTo>
                <a:cubicBezTo>
                  <a:pt x="64520" y="19502"/>
                  <a:pt x="60428" y="19735"/>
                  <a:pt x="57238" y="21847"/>
                </a:cubicBezTo>
                <a:cubicBezTo>
                  <a:pt x="54048" y="23886"/>
                  <a:pt x="51602" y="27760"/>
                  <a:pt x="49839" y="33498"/>
                </a:cubicBezTo>
                <a:lnTo>
                  <a:pt x="44552" y="50684"/>
                </a:lnTo>
                <a:close/>
                <a:moveTo>
                  <a:pt x="12059" y="40722"/>
                </a:moveTo>
                <a:lnTo>
                  <a:pt x="35901" y="48004"/>
                </a:lnTo>
                <a:lnTo>
                  <a:pt x="40737" y="32187"/>
                </a:lnTo>
                <a:cubicBezTo>
                  <a:pt x="42324" y="26959"/>
                  <a:pt x="42557" y="22750"/>
                  <a:pt x="41363" y="19618"/>
                </a:cubicBezTo>
                <a:cubicBezTo>
                  <a:pt x="40169" y="16429"/>
                  <a:pt x="37605" y="14273"/>
                  <a:pt x="33571" y="13021"/>
                </a:cubicBezTo>
                <a:cubicBezTo>
                  <a:pt x="29580" y="11826"/>
                  <a:pt x="26230" y="12161"/>
                  <a:pt x="23449" y="14098"/>
                </a:cubicBezTo>
                <a:cubicBezTo>
                  <a:pt x="20711" y="16094"/>
                  <a:pt x="18497" y="19676"/>
                  <a:pt x="16895" y="24861"/>
                </a:cubicBezTo>
                <a:lnTo>
                  <a:pt x="12059" y="40722"/>
                </a:lnTo>
                <a:close/>
                <a:moveTo>
                  <a:pt x="0" y="48689"/>
                </a:moveTo>
                <a:lnTo>
                  <a:pt x="8360" y="21381"/>
                </a:lnTo>
                <a:cubicBezTo>
                  <a:pt x="10865" y="13254"/>
                  <a:pt x="14448" y="7501"/>
                  <a:pt x="19240" y="4093"/>
                </a:cubicBezTo>
                <a:cubicBezTo>
                  <a:pt x="23958" y="728"/>
                  <a:pt x="29478" y="0"/>
                  <a:pt x="35668" y="1922"/>
                </a:cubicBezTo>
                <a:cubicBezTo>
                  <a:pt x="40504" y="3408"/>
                  <a:pt x="44043" y="5680"/>
                  <a:pt x="46198" y="8811"/>
                </a:cubicBezTo>
                <a:cubicBezTo>
                  <a:pt x="48368" y="12001"/>
                  <a:pt x="49155" y="15802"/>
                  <a:pt x="48470" y="20419"/>
                </a:cubicBezTo>
                <a:cubicBezTo>
                  <a:pt x="51208" y="15526"/>
                  <a:pt x="54849" y="12161"/>
                  <a:pt x="59335" y="10341"/>
                </a:cubicBezTo>
                <a:cubicBezTo>
                  <a:pt x="63777" y="8520"/>
                  <a:pt x="68729" y="8418"/>
                  <a:pt x="74074" y="10064"/>
                </a:cubicBezTo>
                <a:cubicBezTo>
                  <a:pt x="81138" y="12220"/>
                  <a:pt x="85857" y="16327"/>
                  <a:pt x="88246" y="22298"/>
                </a:cubicBezTo>
                <a:cubicBezTo>
                  <a:pt x="90634" y="28269"/>
                  <a:pt x="90401" y="35668"/>
                  <a:pt x="87736" y="44538"/>
                </a:cubicBezTo>
                <a:lnTo>
                  <a:pt x="79026" y="72924"/>
                </a:lnTo>
                <a:lnTo>
                  <a:pt x="0" y="48689"/>
                </a:lnTo>
                <a:close/>
                <a:moveTo>
                  <a:pt x="0" y="486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CDD7C-E88B-49B9-AC06-3E8FE940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262" y="5559240"/>
            <a:ext cx="70885" cy="59685"/>
          </a:xfrm>
          <a:custGeom xmlns:a="http://schemas.openxmlformats.org/drawingml/2006/main">
            <a:pathLst>
              <a:path w="70885" h="59685">
                <a:moveTo>
                  <a:pt x="35100" y="23449"/>
                </a:moveTo>
                <a:cubicBezTo>
                  <a:pt x="32712" y="31299"/>
                  <a:pt x="31969" y="37037"/>
                  <a:pt x="32828" y="40620"/>
                </a:cubicBezTo>
                <a:cubicBezTo>
                  <a:pt x="33687" y="44203"/>
                  <a:pt x="36294" y="46650"/>
                  <a:pt x="40620" y="48019"/>
                </a:cubicBezTo>
                <a:cubicBezTo>
                  <a:pt x="44086" y="49038"/>
                  <a:pt x="47160" y="48762"/>
                  <a:pt x="49898" y="47116"/>
                </a:cubicBezTo>
                <a:cubicBezTo>
                  <a:pt x="52621" y="45455"/>
                  <a:pt x="54558" y="42674"/>
                  <a:pt x="55811" y="38741"/>
                </a:cubicBezTo>
                <a:cubicBezTo>
                  <a:pt x="57457" y="33338"/>
                  <a:pt x="56830" y="28401"/>
                  <a:pt x="54048" y="24017"/>
                </a:cubicBezTo>
                <a:cubicBezTo>
                  <a:pt x="51208" y="19575"/>
                  <a:pt x="46591" y="16385"/>
                  <a:pt x="40285" y="14404"/>
                </a:cubicBezTo>
                <a:lnTo>
                  <a:pt x="38115" y="13778"/>
                </a:lnTo>
                <a:lnTo>
                  <a:pt x="35100" y="23449"/>
                </a:lnTo>
                <a:close/>
                <a:moveTo>
                  <a:pt x="37037" y="2796"/>
                </a:moveTo>
                <a:lnTo>
                  <a:pt x="70885" y="13152"/>
                </a:lnTo>
                <a:lnTo>
                  <a:pt x="67870" y="22881"/>
                </a:lnTo>
                <a:lnTo>
                  <a:pt x="58884" y="20143"/>
                </a:lnTo>
                <a:cubicBezTo>
                  <a:pt x="61782" y="23449"/>
                  <a:pt x="63603" y="27032"/>
                  <a:pt x="64287" y="30891"/>
                </a:cubicBezTo>
                <a:cubicBezTo>
                  <a:pt x="65030" y="34707"/>
                  <a:pt x="64637" y="39033"/>
                  <a:pt x="63151" y="43868"/>
                </a:cubicBezTo>
                <a:cubicBezTo>
                  <a:pt x="61272" y="49898"/>
                  <a:pt x="58083" y="54223"/>
                  <a:pt x="53597" y="56787"/>
                </a:cubicBezTo>
                <a:cubicBezTo>
                  <a:pt x="49097" y="59292"/>
                  <a:pt x="43984" y="59685"/>
                  <a:pt x="38290" y="57923"/>
                </a:cubicBezTo>
                <a:cubicBezTo>
                  <a:pt x="31634" y="55869"/>
                  <a:pt x="27250" y="52111"/>
                  <a:pt x="25255" y="46650"/>
                </a:cubicBezTo>
                <a:cubicBezTo>
                  <a:pt x="23216" y="41130"/>
                  <a:pt x="23551" y="33964"/>
                  <a:pt x="26289" y="25094"/>
                </a:cubicBezTo>
                <a:lnTo>
                  <a:pt x="30498" y="11433"/>
                </a:lnTo>
                <a:lnTo>
                  <a:pt x="29522" y="11098"/>
                </a:lnTo>
                <a:cubicBezTo>
                  <a:pt x="25036" y="9729"/>
                  <a:pt x="21104" y="10195"/>
                  <a:pt x="17754" y="12351"/>
                </a:cubicBezTo>
                <a:cubicBezTo>
                  <a:pt x="14390" y="14564"/>
                  <a:pt x="11885" y="18322"/>
                  <a:pt x="10297" y="23667"/>
                </a:cubicBezTo>
                <a:cubicBezTo>
                  <a:pt x="9219" y="27032"/>
                  <a:pt x="8651" y="30440"/>
                  <a:pt x="8476" y="33906"/>
                </a:cubicBezTo>
                <a:cubicBezTo>
                  <a:pt x="8302" y="37387"/>
                  <a:pt x="8593" y="40853"/>
                  <a:pt x="9278" y="44319"/>
                </a:cubicBezTo>
                <a:lnTo>
                  <a:pt x="291" y="41538"/>
                </a:lnTo>
                <a:cubicBezTo>
                  <a:pt x="0" y="37547"/>
                  <a:pt x="0" y="33804"/>
                  <a:pt x="393" y="30207"/>
                </a:cubicBezTo>
                <a:cubicBezTo>
                  <a:pt x="685" y="26682"/>
                  <a:pt x="1369" y="23274"/>
                  <a:pt x="2330" y="20143"/>
                </a:cubicBezTo>
                <a:cubicBezTo>
                  <a:pt x="4952" y="11550"/>
                  <a:pt x="9161" y="5811"/>
                  <a:pt x="14899" y="2957"/>
                </a:cubicBezTo>
                <a:cubicBezTo>
                  <a:pt x="20652" y="58"/>
                  <a:pt x="27993" y="0"/>
                  <a:pt x="37037" y="2796"/>
                </a:cubicBezTo>
                <a:close/>
                <a:moveTo>
                  <a:pt x="37037" y="27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218B1-CF46-48B6-894F-1DA2B67F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121" y="5504463"/>
            <a:ext cx="85216" cy="44421"/>
          </a:xfrm>
          <a:custGeom xmlns:a="http://schemas.openxmlformats.org/drawingml/2006/main">
            <a:pathLst>
              <a:path w="85216" h="44421">
                <a:moveTo>
                  <a:pt x="3015" y="14899"/>
                </a:moveTo>
                <a:lnTo>
                  <a:pt x="19851" y="20070"/>
                </a:lnTo>
                <a:lnTo>
                  <a:pt x="25939" y="0"/>
                </a:lnTo>
                <a:lnTo>
                  <a:pt x="33556" y="2330"/>
                </a:lnTo>
                <a:lnTo>
                  <a:pt x="27410" y="22415"/>
                </a:lnTo>
                <a:lnTo>
                  <a:pt x="59554" y="32246"/>
                </a:lnTo>
                <a:cubicBezTo>
                  <a:pt x="64404" y="33731"/>
                  <a:pt x="67695" y="34008"/>
                  <a:pt x="69516" y="33105"/>
                </a:cubicBezTo>
                <a:cubicBezTo>
                  <a:pt x="71278" y="32202"/>
                  <a:pt x="72822" y="29755"/>
                  <a:pt x="74016" y="25648"/>
                </a:cubicBezTo>
                <a:lnTo>
                  <a:pt x="77089" y="15700"/>
                </a:lnTo>
                <a:lnTo>
                  <a:pt x="85216" y="18205"/>
                </a:lnTo>
                <a:lnTo>
                  <a:pt x="82201" y="28153"/>
                </a:lnTo>
                <a:cubicBezTo>
                  <a:pt x="79871" y="35668"/>
                  <a:pt x="76915" y="40445"/>
                  <a:pt x="73215" y="42441"/>
                </a:cubicBezTo>
                <a:cubicBezTo>
                  <a:pt x="69516" y="44421"/>
                  <a:pt x="63996" y="44319"/>
                  <a:pt x="56597" y="42033"/>
                </a:cubicBezTo>
                <a:lnTo>
                  <a:pt x="24395" y="32202"/>
                </a:lnTo>
                <a:lnTo>
                  <a:pt x="22182" y="39309"/>
                </a:lnTo>
                <a:lnTo>
                  <a:pt x="14623" y="37037"/>
                </a:lnTo>
                <a:lnTo>
                  <a:pt x="16836" y="29857"/>
                </a:lnTo>
                <a:lnTo>
                  <a:pt x="0" y="24687"/>
                </a:lnTo>
                <a:lnTo>
                  <a:pt x="3015" y="14899"/>
                </a:lnTo>
                <a:close/>
                <a:moveTo>
                  <a:pt x="3015" y="1489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8FFA2-5F2A-4C24-9D28-CB446D6B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142" y="5461964"/>
            <a:ext cx="85231" cy="44421"/>
          </a:xfrm>
          <a:custGeom xmlns:a="http://schemas.openxmlformats.org/drawingml/2006/main">
            <a:pathLst>
              <a:path w="85231" h="44421">
                <a:moveTo>
                  <a:pt x="2957" y="14899"/>
                </a:moveTo>
                <a:lnTo>
                  <a:pt x="19808" y="20084"/>
                </a:lnTo>
                <a:lnTo>
                  <a:pt x="25939" y="0"/>
                </a:lnTo>
                <a:lnTo>
                  <a:pt x="33513" y="2330"/>
                </a:lnTo>
                <a:lnTo>
                  <a:pt x="27366" y="22415"/>
                </a:lnTo>
                <a:lnTo>
                  <a:pt x="59568" y="32246"/>
                </a:lnTo>
                <a:cubicBezTo>
                  <a:pt x="64404" y="33731"/>
                  <a:pt x="67710" y="34022"/>
                  <a:pt x="69472" y="33105"/>
                </a:cubicBezTo>
                <a:cubicBezTo>
                  <a:pt x="71293" y="32202"/>
                  <a:pt x="72764" y="29755"/>
                  <a:pt x="74016" y="25648"/>
                </a:cubicBezTo>
                <a:lnTo>
                  <a:pt x="77089" y="15700"/>
                </a:lnTo>
                <a:lnTo>
                  <a:pt x="85231" y="18205"/>
                </a:lnTo>
                <a:lnTo>
                  <a:pt x="82158" y="28153"/>
                </a:lnTo>
                <a:cubicBezTo>
                  <a:pt x="79886" y="35668"/>
                  <a:pt x="76871" y="40445"/>
                  <a:pt x="73230" y="42441"/>
                </a:cubicBezTo>
                <a:cubicBezTo>
                  <a:pt x="69530" y="44421"/>
                  <a:pt x="64011" y="44319"/>
                  <a:pt x="56554" y="42033"/>
                </a:cubicBezTo>
                <a:lnTo>
                  <a:pt x="24410" y="32202"/>
                </a:lnTo>
                <a:lnTo>
                  <a:pt x="22196" y="39309"/>
                </a:lnTo>
                <a:lnTo>
                  <a:pt x="14623" y="37037"/>
                </a:lnTo>
                <a:lnTo>
                  <a:pt x="16836" y="29857"/>
                </a:lnTo>
                <a:lnTo>
                  <a:pt x="0" y="24687"/>
                </a:lnTo>
                <a:lnTo>
                  <a:pt x="2957" y="14899"/>
                </a:lnTo>
                <a:close/>
                <a:moveTo>
                  <a:pt x="2957" y="1489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291B7-80BF-4755-99BD-FB2AFA0A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480" y="5404100"/>
            <a:ext cx="68103" cy="61447"/>
          </a:xfrm>
          <a:custGeom xmlns:a="http://schemas.openxmlformats.org/drawingml/2006/main">
            <a:pathLst>
              <a:path w="68103" h="61447">
                <a:moveTo>
                  <a:pt x="39266" y="2680"/>
                </a:moveTo>
                <a:lnTo>
                  <a:pt x="44043" y="4151"/>
                </a:lnTo>
                <a:lnTo>
                  <a:pt x="30323" y="48922"/>
                </a:lnTo>
                <a:cubicBezTo>
                  <a:pt x="37154" y="50582"/>
                  <a:pt x="42907" y="50116"/>
                  <a:pt x="47509" y="47567"/>
                </a:cubicBezTo>
                <a:cubicBezTo>
                  <a:pt x="52111" y="45004"/>
                  <a:pt x="55418" y="40504"/>
                  <a:pt x="57413" y="34081"/>
                </a:cubicBezTo>
                <a:cubicBezTo>
                  <a:pt x="58549" y="30323"/>
                  <a:pt x="59175" y="26565"/>
                  <a:pt x="59335" y="22750"/>
                </a:cubicBezTo>
                <a:cubicBezTo>
                  <a:pt x="59510" y="19007"/>
                  <a:pt x="59233" y="15074"/>
                  <a:pt x="58432" y="11040"/>
                </a:cubicBezTo>
                <a:lnTo>
                  <a:pt x="67652" y="13880"/>
                </a:lnTo>
                <a:cubicBezTo>
                  <a:pt x="68045" y="17812"/>
                  <a:pt x="68103" y="21730"/>
                  <a:pt x="67768" y="25662"/>
                </a:cubicBezTo>
                <a:cubicBezTo>
                  <a:pt x="67419" y="29580"/>
                  <a:pt x="66618" y="33396"/>
                  <a:pt x="65482" y="37154"/>
                </a:cubicBezTo>
                <a:cubicBezTo>
                  <a:pt x="62583" y="46650"/>
                  <a:pt x="57515" y="53306"/>
                  <a:pt x="50349" y="57122"/>
                </a:cubicBezTo>
                <a:cubicBezTo>
                  <a:pt x="43183" y="60937"/>
                  <a:pt x="34882" y="61447"/>
                  <a:pt x="25488" y="58534"/>
                </a:cubicBezTo>
                <a:cubicBezTo>
                  <a:pt x="15759" y="55578"/>
                  <a:pt x="8884" y="50626"/>
                  <a:pt x="4777" y="43635"/>
                </a:cubicBezTo>
                <a:cubicBezTo>
                  <a:pt x="685" y="36644"/>
                  <a:pt x="0" y="28736"/>
                  <a:pt x="2738" y="19793"/>
                </a:cubicBezTo>
                <a:cubicBezTo>
                  <a:pt x="5185" y="11826"/>
                  <a:pt x="9671" y="6321"/>
                  <a:pt x="16210" y="3248"/>
                </a:cubicBezTo>
                <a:cubicBezTo>
                  <a:pt x="22764" y="175"/>
                  <a:pt x="30440" y="0"/>
                  <a:pt x="39266" y="2680"/>
                </a:cubicBezTo>
                <a:close/>
                <a:moveTo>
                  <a:pt x="33454" y="11550"/>
                </a:moveTo>
                <a:cubicBezTo>
                  <a:pt x="28109" y="10006"/>
                  <a:pt x="23390" y="10181"/>
                  <a:pt x="19342" y="12118"/>
                </a:cubicBezTo>
                <a:cubicBezTo>
                  <a:pt x="15249" y="14055"/>
                  <a:pt x="12467" y="17404"/>
                  <a:pt x="10982" y="22240"/>
                </a:cubicBezTo>
                <a:cubicBezTo>
                  <a:pt x="9336" y="27643"/>
                  <a:pt x="9554" y="32479"/>
                  <a:pt x="11608" y="36688"/>
                </a:cubicBezTo>
                <a:cubicBezTo>
                  <a:pt x="13720" y="40911"/>
                  <a:pt x="17419" y="44086"/>
                  <a:pt x="22881" y="46315"/>
                </a:cubicBezTo>
                <a:lnTo>
                  <a:pt x="33454" y="11550"/>
                </a:lnTo>
                <a:close/>
                <a:moveTo>
                  <a:pt x="33454" y="115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2CC59-04E9-4675-AECF-61D272CE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316" y="5347896"/>
            <a:ext cx="62306" cy="53131"/>
          </a:xfrm>
          <a:custGeom xmlns:a="http://schemas.openxmlformats.org/drawingml/2006/main">
            <a:pathLst>
              <a:path w="62306" h="53131">
                <a:moveTo>
                  <a:pt x="19749" y="3015"/>
                </a:moveTo>
                <a:cubicBezTo>
                  <a:pt x="18788" y="3918"/>
                  <a:pt x="17929" y="4996"/>
                  <a:pt x="17244" y="6190"/>
                </a:cubicBezTo>
                <a:cubicBezTo>
                  <a:pt x="16560" y="7384"/>
                  <a:pt x="15992" y="8753"/>
                  <a:pt x="15482" y="10297"/>
                </a:cubicBezTo>
                <a:cubicBezTo>
                  <a:pt x="13836" y="15802"/>
                  <a:pt x="14288" y="20594"/>
                  <a:pt x="16968" y="24628"/>
                </a:cubicBezTo>
                <a:cubicBezTo>
                  <a:pt x="19691" y="28663"/>
                  <a:pt x="24352" y="31678"/>
                  <a:pt x="31066" y="33731"/>
                </a:cubicBezTo>
                <a:lnTo>
                  <a:pt x="62306" y="43344"/>
                </a:lnTo>
                <a:lnTo>
                  <a:pt x="59292" y="53131"/>
                </a:lnTo>
                <a:lnTo>
                  <a:pt x="0" y="34984"/>
                </a:lnTo>
                <a:lnTo>
                  <a:pt x="3015" y="25138"/>
                </a:lnTo>
                <a:lnTo>
                  <a:pt x="12234" y="27978"/>
                </a:lnTo>
                <a:cubicBezTo>
                  <a:pt x="9278" y="24861"/>
                  <a:pt x="7399" y="21322"/>
                  <a:pt x="6656" y="17521"/>
                </a:cubicBezTo>
                <a:cubicBezTo>
                  <a:pt x="5928" y="13705"/>
                  <a:pt x="6263" y="9438"/>
                  <a:pt x="7690" y="4777"/>
                </a:cubicBezTo>
                <a:cubicBezTo>
                  <a:pt x="7908" y="4093"/>
                  <a:pt x="8200" y="3350"/>
                  <a:pt x="8535" y="2607"/>
                </a:cubicBezTo>
                <a:cubicBezTo>
                  <a:pt x="8826" y="1821"/>
                  <a:pt x="9278" y="961"/>
                  <a:pt x="9729" y="0"/>
                </a:cubicBezTo>
                <a:lnTo>
                  <a:pt x="19749" y="3015"/>
                </a:lnTo>
                <a:close/>
                <a:moveTo>
                  <a:pt x="19749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50529-7E37-4A73-8E2E-5A89234E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982" y="5287191"/>
            <a:ext cx="87168" cy="77424"/>
          </a:xfrm>
          <a:custGeom xmlns:a="http://schemas.openxmlformats.org/drawingml/2006/main">
            <a:pathLst>
              <a:path w="87168" h="77424">
                <a:moveTo>
                  <a:pt x="74482" y="45907"/>
                </a:moveTo>
                <a:cubicBezTo>
                  <a:pt x="80672" y="50801"/>
                  <a:pt x="84430" y="54893"/>
                  <a:pt x="85799" y="58199"/>
                </a:cubicBezTo>
                <a:cubicBezTo>
                  <a:pt x="87168" y="61433"/>
                  <a:pt x="87168" y="65248"/>
                  <a:pt x="85799" y="69632"/>
                </a:cubicBezTo>
                <a:lnTo>
                  <a:pt x="83410" y="77424"/>
                </a:lnTo>
                <a:lnTo>
                  <a:pt x="75269" y="74919"/>
                </a:lnTo>
                <a:lnTo>
                  <a:pt x="77031" y="69225"/>
                </a:lnTo>
                <a:cubicBezTo>
                  <a:pt x="77832" y="66501"/>
                  <a:pt x="77832" y="64287"/>
                  <a:pt x="77031" y="62408"/>
                </a:cubicBezTo>
                <a:cubicBezTo>
                  <a:pt x="76245" y="60530"/>
                  <a:pt x="73740" y="57966"/>
                  <a:pt x="69530" y="54718"/>
                </a:cubicBezTo>
                <a:lnTo>
                  <a:pt x="65656" y="51602"/>
                </a:lnTo>
                <a:lnTo>
                  <a:pt x="0" y="57690"/>
                </a:lnTo>
                <a:lnTo>
                  <a:pt x="3131" y="47378"/>
                </a:lnTo>
                <a:lnTo>
                  <a:pt x="55184" y="43067"/>
                </a:lnTo>
                <a:lnTo>
                  <a:pt x="14506" y="10355"/>
                </a:lnTo>
                <a:lnTo>
                  <a:pt x="17637" y="0"/>
                </a:lnTo>
                <a:lnTo>
                  <a:pt x="74482" y="45907"/>
                </a:lnTo>
                <a:close/>
                <a:moveTo>
                  <a:pt x="74482" y="459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F9217-D39C-4108-8C4E-0713428D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300" y="6328939"/>
            <a:ext cx="56539" cy="50466"/>
          </a:xfrm>
          <a:custGeom xmlns:a="http://schemas.openxmlformats.org/drawingml/2006/main">
            <a:pathLst>
              <a:path w="56539" h="50466">
                <a:moveTo>
                  <a:pt x="8637" y="25764"/>
                </a:moveTo>
                <a:lnTo>
                  <a:pt x="28896" y="33105"/>
                </a:lnTo>
                <a:lnTo>
                  <a:pt x="32246" y="23944"/>
                </a:lnTo>
                <a:cubicBezTo>
                  <a:pt x="33440" y="20536"/>
                  <a:pt x="33556" y="17637"/>
                  <a:pt x="32479" y="15132"/>
                </a:cubicBezTo>
                <a:cubicBezTo>
                  <a:pt x="31343" y="12627"/>
                  <a:pt x="29172" y="10807"/>
                  <a:pt x="25939" y="9612"/>
                </a:cubicBezTo>
                <a:cubicBezTo>
                  <a:pt x="22750" y="8418"/>
                  <a:pt x="19910" y="8476"/>
                  <a:pt x="17463" y="9671"/>
                </a:cubicBezTo>
                <a:cubicBezTo>
                  <a:pt x="15074" y="10923"/>
                  <a:pt x="13195" y="13195"/>
                  <a:pt x="12001" y="16618"/>
                </a:cubicBezTo>
                <a:lnTo>
                  <a:pt x="8637" y="25764"/>
                </a:lnTo>
                <a:close/>
                <a:moveTo>
                  <a:pt x="0" y="30891"/>
                </a:moveTo>
                <a:lnTo>
                  <a:pt x="5971" y="14448"/>
                </a:lnTo>
                <a:cubicBezTo>
                  <a:pt x="8185" y="8360"/>
                  <a:pt x="11200" y="4326"/>
                  <a:pt x="15074" y="2214"/>
                </a:cubicBezTo>
                <a:cubicBezTo>
                  <a:pt x="18934" y="117"/>
                  <a:pt x="23492" y="0"/>
                  <a:pt x="28721" y="1937"/>
                </a:cubicBezTo>
                <a:cubicBezTo>
                  <a:pt x="34066" y="3874"/>
                  <a:pt x="37547" y="6889"/>
                  <a:pt x="39135" y="10923"/>
                </a:cubicBezTo>
                <a:cubicBezTo>
                  <a:pt x="40722" y="15016"/>
                  <a:pt x="40445" y="20084"/>
                  <a:pt x="38232" y="26114"/>
                </a:cubicBezTo>
                <a:lnTo>
                  <a:pt x="34867" y="35275"/>
                </a:lnTo>
                <a:lnTo>
                  <a:pt x="56539" y="43183"/>
                </a:lnTo>
                <a:lnTo>
                  <a:pt x="53932" y="50466"/>
                </a:lnTo>
                <a:lnTo>
                  <a:pt x="0" y="30891"/>
                </a:lnTo>
                <a:close/>
                <a:moveTo>
                  <a:pt x="0" y="308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A24AC-112A-4251-81D8-8A92049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312" y="6298106"/>
            <a:ext cx="42834" cy="38508"/>
          </a:xfrm>
          <a:custGeom xmlns:a="http://schemas.openxmlformats.org/drawingml/2006/main">
            <a:pathLst>
              <a:path w="42834" h="38508">
                <a:moveTo>
                  <a:pt x="14783" y="2447"/>
                </a:moveTo>
                <a:cubicBezTo>
                  <a:pt x="14055" y="3015"/>
                  <a:pt x="13487" y="3699"/>
                  <a:pt x="12962" y="4544"/>
                </a:cubicBezTo>
                <a:cubicBezTo>
                  <a:pt x="12394" y="5345"/>
                  <a:pt x="11943" y="6248"/>
                  <a:pt x="11608" y="7340"/>
                </a:cubicBezTo>
                <a:cubicBezTo>
                  <a:pt x="10239" y="11084"/>
                  <a:pt x="10414" y="14390"/>
                  <a:pt x="12118" y="17288"/>
                </a:cubicBezTo>
                <a:cubicBezTo>
                  <a:pt x="13822" y="20186"/>
                  <a:pt x="16953" y="22473"/>
                  <a:pt x="21555" y="24119"/>
                </a:cubicBezTo>
                <a:lnTo>
                  <a:pt x="42834" y="31852"/>
                </a:lnTo>
                <a:lnTo>
                  <a:pt x="40387" y="38508"/>
                </a:lnTo>
                <a:lnTo>
                  <a:pt x="0" y="23827"/>
                </a:lnTo>
                <a:lnTo>
                  <a:pt x="2389" y="17171"/>
                </a:lnTo>
                <a:lnTo>
                  <a:pt x="8695" y="19458"/>
                </a:lnTo>
                <a:cubicBezTo>
                  <a:pt x="6772" y="17171"/>
                  <a:pt x="5578" y="14681"/>
                  <a:pt x="5170" y="12059"/>
                </a:cubicBezTo>
                <a:cubicBezTo>
                  <a:pt x="4835" y="9379"/>
                  <a:pt x="5229" y="6423"/>
                  <a:pt x="6365" y="3233"/>
                </a:cubicBezTo>
                <a:cubicBezTo>
                  <a:pt x="6539" y="2782"/>
                  <a:pt x="6772" y="2272"/>
                  <a:pt x="6991" y="1762"/>
                </a:cubicBezTo>
                <a:cubicBezTo>
                  <a:pt x="7282" y="1194"/>
                  <a:pt x="7559" y="626"/>
                  <a:pt x="7967" y="0"/>
                </a:cubicBezTo>
                <a:lnTo>
                  <a:pt x="14783" y="2447"/>
                </a:lnTo>
                <a:close/>
                <a:moveTo>
                  <a:pt x="14783" y="2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DC418-C3DE-4C75-B96E-6AA820E3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37" y="6278983"/>
            <a:ext cx="58607" cy="27032"/>
          </a:xfrm>
          <a:custGeom xmlns:a="http://schemas.openxmlformats.org/drawingml/2006/main">
            <a:pathLst>
              <a:path w="58607" h="27032">
                <a:moveTo>
                  <a:pt x="15759" y="12351"/>
                </a:moveTo>
                <a:lnTo>
                  <a:pt x="18205" y="5695"/>
                </a:lnTo>
                <a:lnTo>
                  <a:pt x="58607" y="20376"/>
                </a:lnTo>
                <a:lnTo>
                  <a:pt x="56219" y="27032"/>
                </a:lnTo>
                <a:lnTo>
                  <a:pt x="15759" y="12351"/>
                </a:lnTo>
                <a:close/>
                <a:moveTo>
                  <a:pt x="0" y="6598"/>
                </a:moveTo>
                <a:lnTo>
                  <a:pt x="2447" y="0"/>
                </a:lnTo>
                <a:lnTo>
                  <a:pt x="10880" y="3015"/>
                </a:lnTo>
                <a:lnTo>
                  <a:pt x="8433" y="9671"/>
                </a:lnTo>
                <a:lnTo>
                  <a:pt x="0" y="6598"/>
                </a:lnTo>
                <a:close/>
                <a:moveTo>
                  <a:pt x="0" y="6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9E757-4CF0-4837-B027-FEFF7B08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474" y="6241261"/>
            <a:ext cx="46650" cy="42397"/>
          </a:xfrm>
          <a:custGeom xmlns:a="http://schemas.openxmlformats.org/drawingml/2006/main">
            <a:pathLst>
              <a:path w="46650" h="42397">
                <a:moveTo>
                  <a:pt x="7734" y="15540"/>
                </a:moveTo>
                <a:cubicBezTo>
                  <a:pt x="6423" y="19123"/>
                  <a:pt x="6831" y="22415"/>
                  <a:pt x="8811" y="25488"/>
                </a:cubicBezTo>
                <a:cubicBezTo>
                  <a:pt x="10865" y="28561"/>
                  <a:pt x="14273" y="31008"/>
                  <a:pt x="19108" y="32770"/>
                </a:cubicBezTo>
                <a:cubicBezTo>
                  <a:pt x="23944" y="34488"/>
                  <a:pt x="28153" y="34882"/>
                  <a:pt x="31692" y="33804"/>
                </a:cubicBezTo>
                <a:cubicBezTo>
                  <a:pt x="35217" y="32770"/>
                  <a:pt x="37605" y="30440"/>
                  <a:pt x="38916" y="26857"/>
                </a:cubicBezTo>
                <a:cubicBezTo>
                  <a:pt x="40227" y="23332"/>
                  <a:pt x="39819" y="20026"/>
                  <a:pt x="37780" y="16953"/>
                </a:cubicBezTo>
                <a:cubicBezTo>
                  <a:pt x="35726" y="13836"/>
                  <a:pt x="32318" y="11448"/>
                  <a:pt x="27527" y="9671"/>
                </a:cubicBezTo>
                <a:cubicBezTo>
                  <a:pt x="22691" y="7967"/>
                  <a:pt x="18540" y="7632"/>
                  <a:pt x="15016" y="8651"/>
                </a:cubicBezTo>
                <a:cubicBezTo>
                  <a:pt x="11433" y="9671"/>
                  <a:pt x="9044" y="12016"/>
                  <a:pt x="7734" y="15540"/>
                </a:cubicBezTo>
                <a:close/>
                <a:moveTo>
                  <a:pt x="2097" y="13487"/>
                </a:moveTo>
                <a:cubicBezTo>
                  <a:pt x="4209" y="7748"/>
                  <a:pt x="7734" y="3874"/>
                  <a:pt x="12686" y="1937"/>
                </a:cubicBezTo>
                <a:cubicBezTo>
                  <a:pt x="17637" y="0"/>
                  <a:pt x="23434" y="233"/>
                  <a:pt x="30032" y="2622"/>
                </a:cubicBezTo>
                <a:cubicBezTo>
                  <a:pt x="36688" y="5010"/>
                  <a:pt x="41305" y="8593"/>
                  <a:pt x="43868" y="13268"/>
                </a:cubicBezTo>
                <a:cubicBezTo>
                  <a:pt x="46417" y="17929"/>
                  <a:pt x="46650" y="23099"/>
                  <a:pt x="44538" y="28910"/>
                </a:cubicBezTo>
                <a:cubicBezTo>
                  <a:pt x="42441" y="34707"/>
                  <a:pt x="38916" y="38581"/>
                  <a:pt x="33964" y="40518"/>
                </a:cubicBezTo>
                <a:cubicBezTo>
                  <a:pt x="29012" y="42397"/>
                  <a:pt x="23216" y="42164"/>
                  <a:pt x="16603" y="39775"/>
                </a:cubicBezTo>
                <a:cubicBezTo>
                  <a:pt x="9947" y="37329"/>
                  <a:pt x="5345" y="33804"/>
                  <a:pt x="2782" y="29187"/>
                </a:cubicBezTo>
                <a:cubicBezTo>
                  <a:pt x="218" y="24526"/>
                  <a:pt x="0" y="19298"/>
                  <a:pt x="2097" y="13487"/>
                </a:cubicBezTo>
                <a:close/>
                <a:moveTo>
                  <a:pt x="2097" y="134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0B205-B000-4849-ACA5-DE602F36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926" y="6189499"/>
            <a:ext cx="56554" cy="50407"/>
          </a:xfrm>
          <a:custGeom xmlns:a="http://schemas.openxmlformats.org/drawingml/2006/main">
            <a:pathLst>
              <a:path w="56554" h="50407">
                <a:moveTo>
                  <a:pt x="8651" y="25764"/>
                </a:moveTo>
                <a:lnTo>
                  <a:pt x="28896" y="33105"/>
                </a:lnTo>
                <a:lnTo>
                  <a:pt x="32202" y="23944"/>
                </a:lnTo>
                <a:cubicBezTo>
                  <a:pt x="33454" y="20536"/>
                  <a:pt x="33513" y="17579"/>
                  <a:pt x="32435" y="15132"/>
                </a:cubicBezTo>
                <a:cubicBezTo>
                  <a:pt x="31343" y="12627"/>
                  <a:pt x="29187" y="10807"/>
                  <a:pt x="25939" y="9612"/>
                </a:cubicBezTo>
                <a:cubicBezTo>
                  <a:pt x="22706" y="8418"/>
                  <a:pt x="19851" y="8476"/>
                  <a:pt x="17463" y="9671"/>
                </a:cubicBezTo>
                <a:cubicBezTo>
                  <a:pt x="15016" y="10865"/>
                  <a:pt x="13195" y="13195"/>
                  <a:pt x="11943" y="16603"/>
                </a:cubicBezTo>
                <a:lnTo>
                  <a:pt x="8651" y="25764"/>
                </a:lnTo>
                <a:close/>
                <a:moveTo>
                  <a:pt x="0" y="30891"/>
                </a:moveTo>
                <a:lnTo>
                  <a:pt x="5971" y="14390"/>
                </a:lnTo>
                <a:cubicBezTo>
                  <a:pt x="8141" y="8360"/>
                  <a:pt x="11215" y="4326"/>
                  <a:pt x="15016" y="2214"/>
                </a:cubicBezTo>
                <a:cubicBezTo>
                  <a:pt x="18890" y="117"/>
                  <a:pt x="23434" y="0"/>
                  <a:pt x="28736" y="1937"/>
                </a:cubicBezTo>
                <a:cubicBezTo>
                  <a:pt x="34022" y="3860"/>
                  <a:pt x="37489" y="6816"/>
                  <a:pt x="39091" y="10923"/>
                </a:cubicBezTo>
                <a:cubicBezTo>
                  <a:pt x="40678" y="15016"/>
                  <a:pt x="40402" y="20084"/>
                  <a:pt x="38232" y="26114"/>
                </a:cubicBezTo>
                <a:lnTo>
                  <a:pt x="34882" y="35275"/>
                </a:lnTo>
                <a:lnTo>
                  <a:pt x="56554" y="43125"/>
                </a:lnTo>
                <a:lnTo>
                  <a:pt x="53874" y="50407"/>
                </a:lnTo>
                <a:lnTo>
                  <a:pt x="0" y="30891"/>
                </a:lnTo>
                <a:close/>
                <a:moveTo>
                  <a:pt x="0" y="308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9F3E5-63AD-4CCC-AF45-6BE62929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689" y="6168614"/>
            <a:ext cx="58607" cy="27032"/>
          </a:xfrm>
          <a:custGeom xmlns:a="http://schemas.openxmlformats.org/drawingml/2006/main">
            <a:pathLst>
              <a:path w="58607" h="27032">
                <a:moveTo>
                  <a:pt x="0" y="6656"/>
                </a:moveTo>
                <a:lnTo>
                  <a:pt x="2447" y="0"/>
                </a:lnTo>
                <a:lnTo>
                  <a:pt x="58607" y="20376"/>
                </a:lnTo>
                <a:lnTo>
                  <a:pt x="56219" y="27032"/>
                </a:lnTo>
                <a:lnTo>
                  <a:pt x="0" y="6656"/>
                </a:lnTo>
                <a:close/>
                <a:moveTo>
                  <a:pt x="0" y="66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12E09-D4C3-4695-9CC4-BBFEB2CE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686" y="6127251"/>
            <a:ext cx="52679" cy="45062"/>
          </a:xfrm>
          <a:custGeom xmlns:a="http://schemas.openxmlformats.org/drawingml/2006/main">
            <a:pathLst>
              <a:path w="52679" h="45062">
                <a:moveTo>
                  <a:pt x="24454" y="42732"/>
                </a:moveTo>
                <a:lnTo>
                  <a:pt x="0" y="33848"/>
                </a:lnTo>
                <a:lnTo>
                  <a:pt x="2389" y="27192"/>
                </a:lnTo>
                <a:lnTo>
                  <a:pt x="26624" y="36018"/>
                </a:lnTo>
                <a:cubicBezTo>
                  <a:pt x="30425" y="37387"/>
                  <a:pt x="33556" y="37664"/>
                  <a:pt x="36061" y="36921"/>
                </a:cubicBezTo>
                <a:cubicBezTo>
                  <a:pt x="38508" y="36076"/>
                  <a:pt x="40271" y="34197"/>
                  <a:pt x="41348" y="31241"/>
                </a:cubicBezTo>
                <a:cubicBezTo>
                  <a:pt x="42659" y="27658"/>
                  <a:pt x="42543" y="24410"/>
                  <a:pt x="41013" y="21512"/>
                </a:cubicBezTo>
                <a:cubicBezTo>
                  <a:pt x="39470" y="18555"/>
                  <a:pt x="36746" y="16385"/>
                  <a:pt x="32770" y="14972"/>
                </a:cubicBezTo>
                <a:lnTo>
                  <a:pt x="9831" y="6656"/>
                </a:lnTo>
                <a:lnTo>
                  <a:pt x="12278" y="0"/>
                </a:lnTo>
                <a:lnTo>
                  <a:pt x="52679" y="14681"/>
                </a:lnTo>
                <a:lnTo>
                  <a:pt x="50291" y="21337"/>
                </a:lnTo>
                <a:lnTo>
                  <a:pt x="44086" y="19065"/>
                </a:lnTo>
                <a:cubicBezTo>
                  <a:pt x="45965" y="21570"/>
                  <a:pt x="47101" y="24075"/>
                  <a:pt x="47494" y="26624"/>
                </a:cubicBezTo>
                <a:cubicBezTo>
                  <a:pt x="47946" y="29187"/>
                  <a:pt x="47611" y="31925"/>
                  <a:pt x="46591" y="34707"/>
                </a:cubicBezTo>
                <a:cubicBezTo>
                  <a:pt x="44931" y="39368"/>
                  <a:pt x="42208" y="42382"/>
                  <a:pt x="38450" y="43751"/>
                </a:cubicBezTo>
                <a:cubicBezTo>
                  <a:pt x="34692" y="45062"/>
                  <a:pt x="30032" y="44771"/>
                  <a:pt x="24454" y="42732"/>
                </a:cubicBezTo>
                <a:close/>
                <a:moveTo>
                  <a:pt x="24454" y="427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FB268-A451-4FC4-AFD9-6D287681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460" y="6088233"/>
            <a:ext cx="46300" cy="42441"/>
          </a:xfrm>
          <a:custGeom xmlns:a="http://schemas.openxmlformats.org/drawingml/2006/main">
            <a:pathLst>
              <a:path w="46300" h="42441">
                <a:moveTo>
                  <a:pt x="8986" y="0"/>
                </a:moveTo>
                <a:lnTo>
                  <a:pt x="15293" y="2272"/>
                </a:lnTo>
                <a:cubicBezTo>
                  <a:pt x="13647" y="3801"/>
                  <a:pt x="12220" y="5520"/>
                  <a:pt x="11025" y="7326"/>
                </a:cubicBezTo>
                <a:cubicBezTo>
                  <a:pt x="9773" y="9161"/>
                  <a:pt x="8811" y="11200"/>
                  <a:pt x="8010" y="13370"/>
                </a:cubicBezTo>
                <a:cubicBezTo>
                  <a:pt x="6816" y="16662"/>
                  <a:pt x="6423" y="19283"/>
                  <a:pt x="6816" y="21322"/>
                </a:cubicBezTo>
                <a:cubicBezTo>
                  <a:pt x="7224" y="23318"/>
                  <a:pt x="8476" y="24687"/>
                  <a:pt x="10457" y="25429"/>
                </a:cubicBezTo>
                <a:cubicBezTo>
                  <a:pt x="12001" y="25997"/>
                  <a:pt x="13414" y="25881"/>
                  <a:pt x="14725" y="24963"/>
                </a:cubicBezTo>
                <a:cubicBezTo>
                  <a:pt x="16035" y="24119"/>
                  <a:pt x="17739" y="22065"/>
                  <a:pt x="19851" y="18774"/>
                </a:cubicBezTo>
                <a:lnTo>
                  <a:pt x="21162" y="16720"/>
                </a:lnTo>
                <a:cubicBezTo>
                  <a:pt x="23886" y="12336"/>
                  <a:pt x="26507" y="9496"/>
                  <a:pt x="29071" y="8185"/>
                </a:cubicBezTo>
                <a:cubicBezTo>
                  <a:pt x="31619" y="6874"/>
                  <a:pt x="34590" y="6816"/>
                  <a:pt x="37882" y="8010"/>
                </a:cubicBezTo>
                <a:cubicBezTo>
                  <a:pt x="41640" y="9379"/>
                  <a:pt x="44086" y="11943"/>
                  <a:pt x="45164" y="15700"/>
                </a:cubicBezTo>
                <a:cubicBezTo>
                  <a:pt x="46300" y="19502"/>
                  <a:pt x="45907" y="23944"/>
                  <a:pt x="44028" y="29172"/>
                </a:cubicBezTo>
                <a:cubicBezTo>
                  <a:pt x="43227" y="31343"/>
                  <a:pt x="42208" y="33498"/>
                  <a:pt x="40897" y="35726"/>
                </a:cubicBezTo>
                <a:cubicBezTo>
                  <a:pt x="39644" y="37882"/>
                  <a:pt x="38115" y="40154"/>
                  <a:pt x="36353" y="42441"/>
                </a:cubicBezTo>
                <a:lnTo>
                  <a:pt x="29464" y="39936"/>
                </a:lnTo>
                <a:cubicBezTo>
                  <a:pt x="31619" y="37940"/>
                  <a:pt x="33498" y="35887"/>
                  <a:pt x="34984" y="33731"/>
                </a:cubicBezTo>
                <a:cubicBezTo>
                  <a:pt x="36455" y="31576"/>
                  <a:pt x="37664" y="29347"/>
                  <a:pt x="38508" y="27017"/>
                </a:cubicBezTo>
                <a:cubicBezTo>
                  <a:pt x="39644" y="23886"/>
                  <a:pt x="39994" y="21279"/>
                  <a:pt x="39528" y="19225"/>
                </a:cubicBezTo>
                <a:cubicBezTo>
                  <a:pt x="39076" y="17113"/>
                  <a:pt x="37824" y="15759"/>
                  <a:pt x="35887" y="15016"/>
                </a:cubicBezTo>
                <a:cubicBezTo>
                  <a:pt x="34124" y="14390"/>
                  <a:pt x="32479" y="14506"/>
                  <a:pt x="31110" y="15351"/>
                </a:cubicBezTo>
                <a:cubicBezTo>
                  <a:pt x="29697" y="16210"/>
                  <a:pt x="27818" y="18540"/>
                  <a:pt x="25429" y="22356"/>
                </a:cubicBezTo>
                <a:lnTo>
                  <a:pt x="24002" y="24454"/>
                </a:lnTo>
                <a:cubicBezTo>
                  <a:pt x="21672" y="28269"/>
                  <a:pt x="19283" y="30716"/>
                  <a:pt x="16836" y="31911"/>
                </a:cubicBezTo>
                <a:cubicBezTo>
                  <a:pt x="14331" y="33105"/>
                  <a:pt x="11550" y="33105"/>
                  <a:pt x="8418" y="31969"/>
                </a:cubicBezTo>
                <a:cubicBezTo>
                  <a:pt x="4602" y="30600"/>
                  <a:pt x="2156" y="28153"/>
                  <a:pt x="1078" y="24745"/>
                </a:cubicBezTo>
                <a:cubicBezTo>
                  <a:pt x="0" y="21279"/>
                  <a:pt x="335" y="17055"/>
                  <a:pt x="2156" y="12118"/>
                </a:cubicBezTo>
                <a:cubicBezTo>
                  <a:pt x="3073" y="9671"/>
                  <a:pt x="4093" y="7442"/>
                  <a:pt x="5229" y="5403"/>
                </a:cubicBezTo>
                <a:cubicBezTo>
                  <a:pt x="6365" y="3350"/>
                  <a:pt x="7617" y="1529"/>
                  <a:pt x="8986" y="0"/>
                </a:cubicBezTo>
                <a:close/>
                <a:moveTo>
                  <a:pt x="89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7BB50C-6682-42E7-B818-612ABD3D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542" y="6039020"/>
            <a:ext cx="56554" cy="50407"/>
          </a:xfrm>
          <a:custGeom xmlns:a="http://schemas.openxmlformats.org/drawingml/2006/main">
            <a:pathLst>
              <a:path w="56554" h="50407">
                <a:moveTo>
                  <a:pt x="8651" y="25764"/>
                </a:moveTo>
                <a:lnTo>
                  <a:pt x="28896" y="33105"/>
                </a:lnTo>
                <a:lnTo>
                  <a:pt x="32202" y="23886"/>
                </a:lnTo>
                <a:cubicBezTo>
                  <a:pt x="33454" y="20536"/>
                  <a:pt x="33513" y="17579"/>
                  <a:pt x="32435" y="15074"/>
                </a:cubicBezTo>
                <a:cubicBezTo>
                  <a:pt x="31343" y="12627"/>
                  <a:pt x="29187" y="10749"/>
                  <a:pt x="25939" y="9612"/>
                </a:cubicBezTo>
                <a:cubicBezTo>
                  <a:pt x="22706" y="8418"/>
                  <a:pt x="19851" y="8418"/>
                  <a:pt x="17463" y="9671"/>
                </a:cubicBezTo>
                <a:cubicBezTo>
                  <a:pt x="15016" y="10865"/>
                  <a:pt x="13195" y="13195"/>
                  <a:pt x="11943" y="16545"/>
                </a:cubicBezTo>
                <a:lnTo>
                  <a:pt x="8651" y="25764"/>
                </a:lnTo>
                <a:close/>
                <a:moveTo>
                  <a:pt x="0" y="30833"/>
                </a:moveTo>
                <a:lnTo>
                  <a:pt x="5971" y="14390"/>
                </a:lnTo>
                <a:cubicBezTo>
                  <a:pt x="8141" y="8360"/>
                  <a:pt x="11215" y="4267"/>
                  <a:pt x="15016" y="2156"/>
                </a:cubicBezTo>
                <a:cubicBezTo>
                  <a:pt x="18890" y="58"/>
                  <a:pt x="23434" y="0"/>
                  <a:pt x="28736" y="1879"/>
                </a:cubicBezTo>
                <a:cubicBezTo>
                  <a:pt x="34022" y="3801"/>
                  <a:pt x="37489" y="6816"/>
                  <a:pt x="39091" y="10923"/>
                </a:cubicBezTo>
                <a:cubicBezTo>
                  <a:pt x="40678" y="15016"/>
                  <a:pt x="40402" y="20026"/>
                  <a:pt x="38232" y="26114"/>
                </a:cubicBezTo>
                <a:lnTo>
                  <a:pt x="34882" y="35275"/>
                </a:lnTo>
                <a:lnTo>
                  <a:pt x="56554" y="43125"/>
                </a:lnTo>
                <a:lnTo>
                  <a:pt x="53874" y="50407"/>
                </a:lnTo>
                <a:lnTo>
                  <a:pt x="0" y="30833"/>
                </a:lnTo>
                <a:close/>
                <a:moveTo>
                  <a:pt x="0" y="308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2F9C0-C27B-4268-8804-E2C58913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06" y="6018134"/>
            <a:ext cx="58607" cy="27032"/>
          </a:xfrm>
          <a:custGeom xmlns:a="http://schemas.openxmlformats.org/drawingml/2006/main">
            <a:pathLst>
              <a:path w="58607" h="27032">
                <a:moveTo>
                  <a:pt x="0" y="6598"/>
                </a:moveTo>
                <a:lnTo>
                  <a:pt x="2447" y="0"/>
                </a:lnTo>
                <a:lnTo>
                  <a:pt x="58607" y="20376"/>
                </a:lnTo>
                <a:lnTo>
                  <a:pt x="56219" y="27032"/>
                </a:lnTo>
                <a:lnTo>
                  <a:pt x="0" y="6598"/>
                </a:lnTo>
                <a:close/>
                <a:moveTo>
                  <a:pt x="0" y="6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F5D1C-3361-46DF-AE40-C4FA5E7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303" y="5976772"/>
            <a:ext cx="52679" cy="45062"/>
          </a:xfrm>
          <a:custGeom xmlns:a="http://schemas.openxmlformats.org/drawingml/2006/main">
            <a:pathLst>
              <a:path w="52679" h="45062">
                <a:moveTo>
                  <a:pt x="24454" y="42732"/>
                </a:moveTo>
                <a:lnTo>
                  <a:pt x="0" y="33848"/>
                </a:lnTo>
                <a:lnTo>
                  <a:pt x="2389" y="27192"/>
                </a:lnTo>
                <a:lnTo>
                  <a:pt x="26624" y="35959"/>
                </a:lnTo>
                <a:cubicBezTo>
                  <a:pt x="30425" y="37387"/>
                  <a:pt x="33556" y="37664"/>
                  <a:pt x="36061" y="36877"/>
                </a:cubicBezTo>
                <a:cubicBezTo>
                  <a:pt x="38508" y="36076"/>
                  <a:pt x="40271" y="34197"/>
                  <a:pt x="41348" y="31182"/>
                </a:cubicBezTo>
                <a:cubicBezTo>
                  <a:pt x="42659" y="27600"/>
                  <a:pt x="42543" y="24352"/>
                  <a:pt x="41013" y="21453"/>
                </a:cubicBezTo>
                <a:cubicBezTo>
                  <a:pt x="39470" y="18555"/>
                  <a:pt x="36746" y="16385"/>
                  <a:pt x="32770" y="14972"/>
                </a:cubicBezTo>
                <a:lnTo>
                  <a:pt x="9831" y="6598"/>
                </a:lnTo>
                <a:lnTo>
                  <a:pt x="12278" y="0"/>
                </a:lnTo>
                <a:lnTo>
                  <a:pt x="52679" y="14623"/>
                </a:lnTo>
                <a:lnTo>
                  <a:pt x="50291" y="21279"/>
                </a:lnTo>
                <a:lnTo>
                  <a:pt x="44086" y="19065"/>
                </a:lnTo>
                <a:cubicBezTo>
                  <a:pt x="45965" y="21570"/>
                  <a:pt x="47101" y="24075"/>
                  <a:pt x="47494" y="26624"/>
                </a:cubicBezTo>
                <a:cubicBezTo>
                  <a:pt x="47946" y="29187"/>
                  <a:pt x="47611" y="31867"/>
                  <a:pt x="46591" y="34707"/>
                </a:cubicBezTo>
                <a:cubicBezTo>
                  <a:pt x="44931" y="39368"/>
                  <a:pt x="42208" y="42324"/>
                  <a:pt x="38450" y="43693"/>
                </a:cubicBezTo>
                <a:cubicBezTo>
                  <a:pt x="34692" y="45062"/>
                  <a:pt x="30032" y="44727"/>
                  <a:pt x="24454" y="42732"/>
                </a:cubicBezTo>
                <a:close/>
                <a:moveTo>
                  <a:pt x="24454" y="427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FC6FD-CB8D-4CB7-8C51-5E1CF950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076" y="5937754"/>
            <a:ext cx="46300" cy="42441"/>
          </a:xfrm>
          <a:custGeom xmlns:a="http://schemas.openxmlformats.org/drawingml/2006/main">
            <a:pathLst>
              <a:path w="46300" h="42441">
                <a:moveTo>
                  <a:pt x="8986" y="0"/>
                </a:moveTo>
                <a:lnTo>
                  <a:pt x="15293" y="2272"/>
                </a:lnTo>
                <a:cubicBezTo>
                  <a:pt x="13647" y="3801"/>
                  <a:pt x="12220" y="5462"/>
                  <a:pt x="11025" y="7326"/>
                </a:cubicBezTo>
                <a:cubicBezTo>
                  <a:pt x="9773" y="9146"/>
                  <a:pt x="8753" y="11142"/>
                  <a:pt x="8010" y="13370"/>
                </a:cubicBezTo>
                <a:cubicBezTo>
                  <a:pt x="6816" y="16662"/>
                  <a:pt x="6423" y="19283"/>
                  <a:pt x="6816" y="21322"/>
                </a:cubicBezTo>
                <a:cubicBezTo>
                  <a:pt x="7224" y="23318"/>
                  <a:pt x="8476" y="24687"/>
                  <a:pt x="10457" y="25429"/>
                </a:cubicBezTo>
                <a:cubicBezTo>
                  <a:pt x="12001" y="25997"/>
                  <a:pt x="13414" y="25823"/>
                  <a:pt x="14725" y="24963"/>
                </a:cubicBezTo>
                <a:cubicBezTo>
                  <a:pt x="16035" y="24119"/>
                  <a:pt x="17739" y="22065"/>
                  <a:pt x="19851" y="18774"/>
                </a:cubicBezTo>
                <a:lnTo>
                  <a:pt x="21162" y="16662"/>
                </a:lnTo>
                <a:cubicBezTo>
                  <a:pt x="23886" y="12336"/>
                  <a:pt x="26507" y="9496"/>
                  <a:pt x="29071" y="8185"/>
                </a:cubicBezTo>
                <a:cubicBezTo>
                  <a:pt x="31619" y="6874"/>
                  <a:pt x="34590" y="6816"/>
                  <a:pt x="37882" y="8010"/>
                </a:cubicBezTo>
                <a:cubicBezTo>
                  <a:pt x="41640" y="9379"/>
                  <a:pt x="44086" y="11943"/>
                  <a:pt x="45164" y="15700"/>
                </a:cubicBezTo>
                <a:cubicBezTo>
                  <a:pt x="46300" y="19443"/>
                  <a:pt x="45907" y="23944"/>
                  <a:pt x="44028" y="29129"/>
                </a:cubicBezTo>
                <a:cubicBezTo>
                  <a:pt x="43227" y="31284"/>
                  <a:pt x="42208" y="33498"/>
                  <a:pt x="40897" y="35668"/>
                </a:cubicBezTo>
                <a:cubicBezTo>
                  <a:pt x="39644" y="37882"/>
                  <a:pt x="38115" y="40096"/>
                  <a:pt x="36353" y="42441"/>
                </a:cubicBezTo>
                <a:lnTo>
                  <a:pt x="29464" y="39936"/>
                </a:lnTo>
                <a:cubicBezTo>
                  <a:pt x="31619" y="37940"/>
                  <a:pt x="33498" y="35843"/>
                  <a:pt x="34984" y="33731"/>
                </a:cubicBezTo>
                <a:cubicBezTo>
                  <a:pt x="36455" y="31576"/>
                  <a:pt x="37664" y="29289"/>
                  <a:pt x="38508" y="26959"/>
                </a:cubicBezTo>
                <a:cubicBezTo>
                  <a:pt x="39644" y="23827"/>
                  <a:pt x="39994" y="21279"/>
                  <a:pt x="39528" y="19167"/>
                </a:cubicBezTo>
                <a:cubicBezTo>
                  <a:pt x="39076" y="17113"/>
                  <a:pt x="37824" y="15700"/>
                  <a:pt x="35887" y="15016"/>
                </a:cubicBezTo>
                <a:cubicBezTo>
                  <a:pt x="34066" y="14331"/>
                  <a:pt x="32479" y="14448"/>
                  <a:pt x="31110" y="15351"/>
                </a:cubicBezTo>
                <a:cubicBezTo>
                  <a:pt x="29697" y="16210"/>
                  <a:pt x="27818" y="18540"/>
                  <a:pt x="25429" y="22298"/>
                </a:cubicBezTo>
                <a:lnTo>
                  <a:pt x="24002" y="24395"/>
                </a:lnTo>
                <a:cubicBezTo>
                  <a:pt x="21672" y="28211"/>
                  <a:pt x="19283" y="30716"/>
                  <a:pt x="16778" y="31911"/>
                </a:cubicBezTo>
                <a:cubicBezTo>
                  <a:pt x="14331" y="33047"/>
                  <a:pt x="11550" y="33105"/>
                  <a:pt x="8418" y="31969"/>
                </a:cubicBezTo>
                <a:cubicBezTo>
                  <a:pt x="4602" y="30600"/>
                  <a:pt x="2156" y="28153"/>
                  <a:pt x="1078" y="24745"/>
                </a:cubicBezTo>
                <a:cubicBezTo>
                  <a:pt x="0" y="21279"/>
                  <a:pt x="335" y="17055"/>
                  <a:pt x="2156" y="12118"/>
                </a:cubicBezTo>
                <a:cubicBezTo>
                  <a:pt x="3073" y="9671"/>
                  <a:pt x="4034" y="7442"/>
                  <a:pt x="5229" y="5403"/>
                </a:cubicBezTo>
                <a:cubicBezTo>
                  <a:pt x="6365" y="3350"/>
                  <a:pt x="7617" y="1529"/>
                  <a:pt x="8986" y="0"/>
                </a:cubicBezTo>
                <a:close/>
                <a:moveTo>
                  <a:pt x="89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2E5F5-0D3A-4053-83F7-40BF4479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435" y="5881258"/>
            <a:ext cx="63486" cy="47844"/>
          </a:xfrm>
          <a:custGeom xmlns:a="http://schemas.openxmlformats.org/drawingml/2006/main">
            <a:pathLst>
              <a:path w="63486" h="47844">
                <a:moveTo>
                  <a:pt x="0" y="45572"/>
                </a:moveTo>
                <a:lnTo>
                  <a:pt x="16545" y="0"/>
                </a:lnTo>
                <a:lnTo>
                  <a:pt x="22691" y="2214"/>
                </a:lnTo>
                <a:lnTo>
                  <a:pt x="15759" y="21381"/>
                </a:lnTo>
                <a:lnTo>
                  <a:pt x="63486" y="38683"/>
                </a:lnTo>
                <a:lnTo>
                  <a:pt x="60865" y="46023"/>
                </a:lnTo>
                <a:lnTo>
                  <a:pt x="13079" y="28663"/>
                </a:lnTo>
                <a:lnTo>
                  <a:pt x="6132" y="47844"/>
                </a:lnTo>
                <a:lnTo>
                  <a:pt x="0" y="45572"/>
                </a:lnTo>
                <a:close/>
                <a:moveTo>
                  <a:pt x="0" y="45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116F5-6FA0-4978-BF3C-9F66C32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326" y="5861800"/>
            <a:ext cx="47494" cy="42834"/>
          </a:xfrm>
          <a:custGeom xmlns:a="http://schemas.openxmlformats.org/drawingml/2006/main">
            <a:pathLst>
              <a:path w="47494" h="42834">
                <a:moveTo>
                  <a:pt x="28095" y="2330"/>
                </a:moveTo>
                <a:lnTo>
                  <a:pt x="31343" y="3466"/>
                </a:lnTo>
                <a:lnTo>
                  <a:pt x="20303" y="34022"/>
                </a:lnTo>
                <a:cubicBezTo>
                  <a:pt x="24978" y="35377"/>
                  <a:pt x="28954" y="35275"/>
                  <a:pt x="32260" y="33673"/>
                </a:cubicBezTo>
                <a:cubicBezTo>
                  <a:pt x="35493" y="32085"/>
                  <a:pt x="37940" y="29071"/>
                  <a:pt x="39586" y="24687"/>
                </a:cubicBezTo>
                <a:cubicBezTo>
                  <a:pt x="40504" y="22123"/>
                  <a:pt x="41072" y="19560"/>
                  <a:pt x="41305" y="16953"/>
                </a:cubicBezTo>
                <a:cubicBezTo>
                  <a:pt x="41581" y="14331"/>
                  <a:pt x="41465" y="11608"/>
                  <a:pt x="41072" y="8753"/>
                </a:cubicBezTo>
                <a:lnTo>
                  <a:pt x="47393" y="11040"/>
                </a:lnTo>
                <a:cubicBezTo>
                  <a:pt x="47494" y="13822"/>
                  <a:pt x="47393" y="16545"/>
                  <a:pt x="47043" y="19225"/>
                </a:cubicBezTo>
                <a:cubicBezTo>
                  <a:pt x="46650" y="21905"/>
                  <a:pt x="46023" y="24570"/>
                  <a:pt x="45048" y="27133"/>
                </a:cubicBezTo>
                <a:cubicBezTo>
                  <a:pt x="42717" y="33556"/>
                  <a:pt x="38960" y="37998"/>
                  <a:pt x="33848" y="40387"/>
                </a:cubicBezTo>
                <a:cubicBezTo>
                  <a:pt x="28721" y="42834"/>
                  <a:pt x="22983" y="42834"/>
                  <a:pt x="16545" y="40504"/>
                </a:cubicBezTo>
                <a:cubicBezTo>
                  <a:pt x="9947" y="38115"/>
                  <a:pt x="5345" y="34416"/>
                  <a:pt x="2782" y="29464"/>
                </a:cubicBezTo>
                <a:cubicBezTo>
                  <a:pt x="160" y="24454"/>
                  <a:pt x="0" y="18934"/>
                  <a:pt x="2214" y="12860"/>
                </a:cubicBezTo>
                <a:cubicBezTo>
                  <a:pt x="4151" y="7442"/>
                  <a:pt x="7442" y="3758"/>
                  <a:pt x="12118" y="1879"/>
                </a:cubicBezTo>
                <a:cubicBezTo>
                  <a:pt x="16778" y="0"/>
                  <a:pt x="22123" y="117"/>
                  <a:pt x="28095" y="2330"/>
                </a:cubicBezTo>
                <a:close/>
                <a:moveTo>
                  <a:pt x="23769" y="8243"/>
                </a:moveTo>
                <a:cubicBezTo>
                  <a:pt x="20128" y="6991"/>
                  <a:pt x="16836" y="6933"/>
                  <a:pt x="13938" y="8127"/>
                </a:cubicBezTo>
                <a:cubicBezTo>
                  <a:pt x="11084" y="9321"/>
                  <a:pt x="9044" y="11608"/>
                  <a:pt x="7850" y="14841"/>
                </a:cubicBezTo>
                <a:cubicBezTo>
                  <a:pt x="6481" y="18540"/>
                  <a:pt x="6481" y="21905"/>
                  <a:pt x="7734" y="24861"/>
                </a:cubicBezTo>
                <a:cubicBezTo>
                  <a:pt x="9044" y="27876"/>
                  <a:pt x="11550" y="30207"/>
                  <a:pt x="15191" y="31969"/>
                </a:cubicBezTo>
                <a:lnTo>
                  <a:pt x="23769" y="8243"/>
                </a:lnTo>
                <a:close/>
                <a:moveTo>
                  <a:pt x="23769" y="82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A0335-EE98-4854-A460-00FEE7A9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400" y="5821122"/>
            <a:ext cx="46257" cy="42441"/>
          </a:xfrm>
          <a:custGeom xmlns:a="http://schemas.openxmlformats.org/drawingml/2006/main">
            <a:pathLst>
              <a:path w="46257" h="42441">
                <a:moveTo>
                  <a:pt x="8986" y="0"/>
                </a:moveTo>
                <a:lnTo>
                  <a:pt x="15249" y="2272"/>
                </a:lnTo>
                <a:cubicBezTo>
                  <a:pt x="13647" y="3801"/>
                  <a:pt x="12234" y="5520"/>
                  <a:pt x="10982" y="7340"/>
                </a:cubicBezTo>
                <a:cubicBezTo>
                  <a:pt x="9787" y="9219"/>
                  <a:pt x="8753" y="11200"/>
                  <a:pt x="7967" y="13370"/>
                </a:cubicBezTo>
                <a:cubicBezTo>
                  <a:pt x="6772" y="16662"/>
                  <a:pt x="6365" y="19342"/>
                  <a:pt x="6831" y="21337"/>
                </a:cubicBezTo>
                <a:cubicBezTo>
                  <a:pt x="7224" y="23376"/>
                  <a:pt x="8418" y="24745"/>
                  <a:pt x="10472" y="25488"/>
                </a:cubicBezTo>
                <a:cubicBezTo>
                  <a:pt x="12001" y="26056"/>
                  <a:pt x="13428" y="25881"/>
                  <a:pt x="14739" y="25036"/>
                </a:cubicBezTo>
                <a:cubicBezTo>
                  <a:pt x="16035" y="24177"/>
                  <a:pt x="17754" y="22065"/>
                  <a:pt x="19793" y="18832"/>
                </a:cubicBezTo>
                <a:lnTo>
                  <a:pt x="21162" y="16720"/>
                </a:lnTo>
                <a:cubicBezTo>
                  <a:pt x="23886" y="12394"/>
                  <a:pt x="26507" y="9554"/>
                  <a:pt x="29071" y="8243"/>
                </a:cubicBezTo>
                <a:cubicBezTo>
                  <a:pt x="31634" y="6874"/>
                  <a:pt x="34590" y="6831"/>
                  <a:pt x="37824" y="8025"/>
                </a:cubicBezTo>
                <a:cubicBezTo>
                  <a:pt x="41640" y="9379"/>
                  <a:pt x="44028" y="11943"/>
                  <a:pt x="45164" y="15759"/>
                </a:cubicBezTo>
                <a:cubicBezTo>
                  <a:pt x="46257" y="19516"/>
                  <a:pt x="45907" y="24002"/>
                  <a:pt x="43970" y="29187"/>
                </a:cubicBezTo>
                <a:cubicBezTo>
                  <a:pt x="43242" y="31343"/>
                  <a:pt x="42208" y="33513"/>
                  <a:pt x="40897" y="35726"/>
                </a:cubicBezTo>
                <a:cubicBezTo>
                  <a:pt x="39659" y="37940"/>
                  <a:pt x="38115" y="40169"/>
                  <a:pt x="36353" y="42441"/>
                </a:cubicBezTo>
                <a:lnTo>
                  <a:pt x="29464" y="39936"/>
                </a:lnTo>
                <a:cubicBezTo>
                  <a:pt x="31634" y="37940"/>
                  <a:pt x="33454" y="35901"/>
                  <a:pt x="34984" y="33731"/>
                </a:cubicBezTo>
                <a:cubicBezTo>
                  <a:pt x="36469" y="31576"/>
                  <a:pt x="37664" y="29347"/>
                  <a:pt x="38508" y="27017"/>
                </a:cubicBezTo>
                <a:cubicBezTo>
                  <a:pt x="39659" y="23886"/>
                  <a:pt x="39936" y="21279"/>
                  <a:pt x="39484" y="19225"/>
                </a:cubicBezTo>
                <a:cubicBezTo>
                  <a:pt x="39033" y="17128"/>
                  <a:pt x="37824" y="15759"/>
                  <a:pt x="35901" y="15074"/>
                </a:cubicBezTo>
                <a:cubicBezTo>
                  <a:pt x="34081" y="14390"/>
                  <a:pt x="32479" y="14506"/>
                  <a:pt x="31066" y="15351"/>
                </a:cubicBezTo>
                <a:cubicBezTo>
                  <a:pt x="29697" y="16210"/>
                  <a:pt x="27760" y="18540"/>
                  <a:pt x="25371" y="22356"/>
                </a:cubicBezTo>
                <a:lnTo>
                  <a:pt x="24002" y="24454"/>
                </a:lnTo>
                <a:cubicBezTo>
                  <a:pt x="21672" y="28269"/>
                  <a:pt x="19225" y="30775"/>
                  <a:pt x="16778" y="31911"/>
                </a:cubicBezTo>
                <a:cubicBezTo>
                  <a:pt x="14331" y="33105"/>
                  <a:pt x="11550" y="33105"/>
                  <a:pt x="8418" y="31969"/>
                </a:cubicBezTo>
                <a:cubicBezTo>
                  <a:pt x="4602" y="30600"/>
                  <a:pt x="2156" y="28211"/>
                  <a:pt x="1078" y="24745"/>
                </a:cubicBezTo>
                <a:cubicBezTo>
                  <a:pt x="0" y="21337"/>
                  <a:pt x="335" y="17128"/>
                  <a:pt x="2156" y="12176"/>
                </a:cubicBezTo>
                <a:cubicBezTo>
                  <a:pt x="3015" y="9729"/>
                  <a:pt x="4034" y="7442"/>
                  <a:pt x="5170" y="5403"/>
                </a:cubicBezTo>
                <a:cubicBezTo>
                  <a:pt x="6306" y="3408"/>
                  <a:pt x="7617" y="1588"/>
                  <a:pt x="8986" y="0"/>
                </a:cubicBezTo>
                <a:close/>
                <a:moveTo>
                  <a:pt x="89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7E164-5E84-4B57-85BE-88FFC448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303" y="5787726"/>
            <a:ext cx="59292" cy="32318"/>
          </a:xfrm>
          <a:custGeom xmlns:a="http://schemas.openxmlformats.org/drawingml/2006/main">
            <a:pathLst>
              <a:path w="59292" h="32318">
                <a:moveTo>
                  <a:pt x="2447" y="9496"/>
                </a:moveTo>
                <a:lnTo>
                  <a:pt x="13880" y="13647"/>
                </a:lnTo>
                <a:lnTo>
                  <a:pt x="18890" y="0"/>
                </a:lnTo>
                <a:lnTo>
                  <a:pt x="24017" y="1879"/>
                </a:lnTo>
                <a:lnTo>
                  <a:pt x="19065" y="15526"/>
                </a:lnTo>
                <a:lnTo>
                  <a:pt x="41028" y="23492"/>
                </a:lnTo>
                <a:cubicBezTo>
                  <a:pt x="44319" y="24687"/>
                  <a:pt x="46606" y="25036"/>
                  <a:pt x="47844" y="24454"/>
                </a:cubicBezTo>
                <a:cubicBezTo>
                  <a:pt x="49097" y="23886"/>
                  <a:pt x="50247" y="22240"/>
                  <a:pt x="51267" y="19458"/>
                </a:cubicBezTo>
                <a:lnTo>
                  <a:pt x="53772" y="12627"/>
                </a:lnTo>
                <a:lnTo>
                  <a:pt x="59292" y="14681"/>
                </a:lnTo>
                <a:lnTo>
                  <a:pt x="56845" y="21497"/>
                </a:lnTo>
                <a:cubicBezTo>
                  <a:pt x="54966" y="26624"/>
                  <a:pt x="52738" y="29813"/>
                  <a:pt x="50131" y="31066"/>
                </a:cubicBezTo>
                <a:cubicBezTo>
                  <a:pt x="47509" y="32318"/>
                  <a:pt x="43635" y="32027"/>
                  <a:pt x="38581" y="30207"/>
                </a:cubicBezTo>
                <a:lnTo>
                  <a:pt x="16676" y="22240"/>
                </a:lnTo>
                <a:lnTo>
                  <a:pt x="14856" y="27075"/>
                </a:lnTo>
                <a:lnTo>
                  <a:pt x="9729" y="25196"/>
                </a:lnTo>
                <a:lnTo>
                  <a:pt x="11491" y="20361"/>
                </a:lnTo>
                <a:lnTo>
                  <a:pt x="0" y="16152"/>
                </a:lnTo>
                <a:lnTo>
                  <a:pt x="2447" y="9496"/>
                </a:lnTo>
                <a:close/>
                <a:moveTo>
                  <a:pt x="2447" y="94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05CD5-2265-4C59-944D-57AA36A7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888" y="6447668"/>
            <a:ext cx="56102" cy="51485"/>
          </a:xfrm>
          <a:custGeom xmlns:a="http://schemas.openxmlformats.org/drawingml/2006/main">
            <a:pathLst>
              <a:path w="56102" h="51485">
                <a:moveTo>
                  <a:pt x="8811" y="25327"/>
                </a:moveTo>
                <a:lnTo>
                  <a:pt x="28794" y="33338"/>
                </a:lnTo>
                <a:lnTo>
                  <a:pt x="32435" y="24293"/>
                </a:lnTo>
                <a:cubicBezTo>
                  <a:pt x="33731" y="20944"/>
                  <a:pt x="33964" y="17987"/>
                  <a:pt x="32945" y="15482"/>
                </a:cubicBezTo>
                <a:cubicBezTo>
                  <a:pt x="31911" y="12977"/>
                  <a:pt x="29813" y="11040"/>
                  <a:pt x="26624" y="9729"/>
                </a:cubicBezTo>
                <a:cubicBezTo>
                  <a:pt x="23434" y="8476"/>
                  <a:pt x="20594" y="8418"/>
                  <a:pt x="18147" y="9569"/>
                </a:cubicBezTo>
                <a:cubicBezTo>
                  <a:pt x="15700" y="10705"/>
                  <a:pt x="13763" y="12919"/>
                  <a:pt x="12409" y="16268"/>
                </a:cubicBezTo>
                <a:lnTo>
                  <a:pt x="8811" y="25327"/>
                </a:lnTo>
                <a:close/>
                <a:moveTo>
                  <a:pt x="0" y="30163"/>
                </a:moveTo>
                <a:lnTo>
                  <a:pt x="6481" y="13880"/>
                </a:lnTo>
                <a:cubicBezTo>
                  <a:pt x="8928" y="7908"/>
                  <a:pt x="12059" y="3932"/>
                  <a:pt x="15992" y="1995"/>
                </a:cubicBezTo>
                <a:cubicBezTo>
                  <a:pt x="19910" y="0"/>
                  <a:pt x="24468" y="58"/>
                  <a:pt x="29697" y="2170"/>
                </a:cubicBezTo>
                <a:cubicBezTo>
                  <a:pt x="34925" y="4267"/>
                  <a:pt x="38290" y="7399"/>
                  <a:pt x="39761" y="11550"/>
                </a:cubicBezTo>
                <a:cubicBezTo>
                  <a:pt x="41188" y="15642"/>
                  <a:pt x="40737" y="20711"/>
                  <a:pt x="38348" y="26682"/>
                </a:cubicBezTo>
                <a:lnTo>
                  <a:pt x="34707" y="35726"/>
                </a:lnTo>
                <a:lnTo>
                  <a:pt x="56102" y="44319"/>
                </a:lnTo>
                <a:lnTo>
                  <a:pt x="53189" y="51485"/>
                </a:lnTo>
                <a:lnTo>
                  <a:pt x="0" y="30163"/>
                </a:lnTo>
                <a:close/>
                <a:moveTo>
                  <a:pt x="0" y="301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F7966-C7F0-4F89-9D83-B927BA4D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079" y="6409902"/>
            <a:ext cx="68890" cy="45790"/>
          </a:xfrm>
          <a:custGeom xmlns:a="http://schemas.openxmlformats.org/drawingml/2006/main">
            <a:pathLst>
              <a:path w="68890" h="45790">
                <a:moveTo>
                  <a:pt x="44829" y="2665"/>
                </a:moveTo>
                <a:lnTo>
                  <a:pt x="68890" y="12394"/>
                </a:lnTo>
                <a:lnTo>
                  <a:pt x="66283" y="18934"/>
                </a:lnTo>
                <a:lnTo>
                  <a:pt x="42382" y="9321"/>
                </a:lnTo>
                <a:cubicBezTo>
                  <a:pt x="38625" y="7850"/>
                  <a:pt x="35493" y="7442"/>
                  <a:pt x="33003" y="8127"/>
                </a:cubicBezTo>
                <a:cubicBezTo>
                  <a:pt x="30556" y="8870"/>
                  <a:pt x="28736" y="10690"/>
                  <a:pt x="27541" y="13647"/>
                </a:cubicBezTo>
                <a:cubicBezTo>
                  <a:pt x="26114" y="17171"/>
                  <a:pt x="26114" y="20419"/>
                  <a:pt x="27585" y="23376"/>
                </a:cubicBezTo>
                <a:cubicBezTo>
                  <a:pt x="29012" y="26332"/>
                  <a:pt x="31634" y="28604"/>
                  <a:pt x="35552" y="30148"/>
                </a:cubicBezTo>
                <a:lnTo>
                  <a:pt x="58083" y="39193"/>
                </a:lnTo>
                <a:lnTo>
                  <a:pt x="55476" y="45790"/>
                </a:lnTo>
                <a:lnTo>
                  <a:pt x="0" y="23551"/>
                </a:lnTo>
                <a:lnTo>
                  <a:pt x="2680" y="16953"/>
                </a:lnTo>
                <a:lnTo>
                  <a:pt x="24410" y="25648"/>
                </a:lnTo>
                <a:cubicBezTo>
                  <a:pt x="22648" y="23143"/>
                  <a:pt x="21555" y="20594"/>
                  <a:pt x="21279" y="17972"/>
                </a:cubicBezTo>
                <a:cubicBezTo>
                  <a:pt x="20929" y="15351"/>
                  <a:pt x="21337" y="12686"/>
                  <a:pt x="22415" y="9889"/>
                </a:cubicBezTo>
                <a:cubicBezTo>
                  <a:pt x="24293" y="5287"/>
                  <a:pt x="27075" y="2389"/>
                  <a:pt x="30891" y="1194"/>
                </a:cubicBezTo>
                <a:cubicBezTo>
                  <a:pt x="34649" y="0"/>
                  <a:pt x="39309" y="510"/>
                  <a:pt x="44829" y="2665"/>
                </a:cubicBezTo>
                <a:close/>
                <a:moveTo>
                  <a:pt x="44829" y="26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8784A-9A2B-423C-B82F-51C26BD8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291" y="6364388"/>
            <a:ext cx="46475" cy="42717"/>
          </a:xfrm>
          <a:custGeom xmlns:a="http://schemas.openxmlformats.org/drawingml/2006/main">
            <a:pathLst>
              <a:path w="46475" h="42717">
                <a:moveTo>
                  <a:pt x="7850" y="15176"/>
                </a:moveTo>
                <a:cubicBezTo>
                  <a:pt x="6423" y="18657"/>
                  <a:pt x="6714" y="22007"/>
                  <a:pt x="8578" y="25138"/>
                </a:cubicBezTo>
                <a:cubicBezTo>
                  <a:pt x="10515" y="28328"/>
                  <a:pt x="13880" y="30833"/>
                  <a:pt x="18657" y="32770"/>
                </a:cubicBezTo>
                <a:cubicBezTo>
                  <a:pt x="23434" y="34692"/>
                  <a:pt x="27585" y="35158"/>
                  <a:pt x="31168" y="34241"/>
                </a:cubicBezTo>
                <a:cubicBezTo>
                  <a:pt x="34692" y="33338"/>
                  <a:pt x="37197" y="31051"/>
                  <a:pt x="38625" y="27527"/>
                </a:cubicBezTo>
                <a:cubicBezTo>
                  <a:pt x="40052" y="24060"/>
                  <a:pt x="39761" y="20696"/>
                  <a:pt x="37824" y="17579"/>
                </a:cubicBezTo>
                <a:cubicBezTo>
                  <a:pt x="35887" y="14448"/>
                  <a:pt x="32537" y="11885"/>
                  <a:pt x="27818" y="10006"/>
                </a:cubicBezTo>
                <a:cubicBezTo>
                  <a:pt x="23099" y="8069"/>
                  <a:pt x="18934" y="7617"/>
                  <a:pt x="15293" y="8520"/>
                </a:cubicBezTo>
                <a:cubicBezTo>
                  <a:pt x="11710" y="9438"/>
                  <a:pt x="9263" y="11652"/>
                  <a:pt x="7850" y="15176"/>
                </a:cubicBezTo>
                <a:close/>
                <a:moveTo>
                  <a:pt x="2272" y="12962"/>
                </a:moveTo>
                <a:cubicBezTo>
                  <a:pt x="4602" y="7224"/>
                  <a:pt x="8243" y="3525"/>
                  <a:pt x="13254" y="1762"/>
                </a:cubicBezTo>
                <a:cubicBezTo>
                  <a:pt x="18264" y="0"/>
                  <a:pt x="24060" y="393"/>
                  <a:pt x="30600" y="3015"/>
                </a:cubicBezTo>
                <a:cubicBezTo>
                  <a:pt x="37139" y="5680"/>
                  <a:pt x="41581" y="9321"/>
                  <a:pt x="44028" y="14098"/>
                </a:cubicBezTo>
                <a:cubicBezTo>
                  <a:pt x="46417" y="18817"/>
                  <a:pt x="46475" y="24060"/>
                  <a:pt x="44203" y="29740"/>
                </a:cubicBezTo>
                <a:cubicBezTo>
                  <a:pt x="41873" y="35493"/>
                  <a:pt x="38232" y="39251"/>
                  <a:pt x="33221" y="41013"/>
                </a:cubicBezTo>
                <a:cubicBezTo>
                  <a:pt x="28153" y="42717"/>
                  <a:pt x="22415" y="42266"/>
                  <a:pt x="15861" y="39644"/>
                </a:cubicBezTo>
                <a:cubicBezTo>
                  <a:pt x="9321" y="37023"/>
                  <a:pt x="4835" y="33338"/>
                  <a:pt x="2447" y="28604"/>
                </a:cubicBezTo>
                <a:cubicBezTo>
                  <a:pt x="58" y="23886"/>
                  <a:pt x="0" y="18657"/>
                  <a:pt x="2272" y="12962"/>
                </a:cubicBezTo>
                <a:close/>
                <a:moveTo>
                  <a:pt x="2272" y="129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CC2AC-1AEB-4B78-9768-D2972C35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874" y="6328545"/>
            <a:ext cx="59335" cy="33280"/>
          </a:xfrm>
          <a:custGeom xmlns:a="http://schemas.openxmlformats.org/drawingml/2006/main">
            <a:pathLst>
              <a:path w="59335" h="33280">
                <a:moveTo>
                  <a:pt x="2665" y="8928"/>
                </a:moveTo>
                <a:lnTo>
                  <a:pt x="13996" y="13472"/>
                </a:lnTo>
                <a:lnTo>
                  <a:pt x="19400" y="0"/>
                </a:lnTo>
                <a:lnTo>
                  <a:pt x="24512" y="2039"/>
                </a:lnTo>
                <a:lnTo>
                  <a:pt x="19108" y="15526"/>
                </a:lnTo>
                <a:lnTo>
                  <a:pt x="40737" y="24235"/>
                </a:lnTo>
                <a:cubicBezTo>
                  <a:pt x="44028" y="25531"/>
                  <a:pt x="46300" y="25939"/>
                  <a:pt x="47553" y="25429"/>
                </a:cubicBezTo>
                <a:cubicBezTo>
                  <a:pt x="48864" y="24920"/>
                  <a:pt x="50058" y="23259"/>
                  <a:pt x="51136" y="20536"/>
                </a:cubicBezTo>
                <a:lnTo>
                  <a:pt x="53815" y="13822"/>
                </a:lnTo>
                <a:lnTo>
                  <a:pt x="59335" y="16035"/>
                </a:lnTo>
                <a:lnTo>
                  <a:pt x="56597" y="22750"/>
                </a:lnTo>
                <a:cubicBezTo>
                  <a:pt x="54616" y="27818"/>
                  <a:pt x="52228" y="30949"/>
                  <a:pt x="49606" y="32085"/>
                </a:cubicBezTo>
                <a:cubicBezTo>
                  <a:pt x="46926" y="33280"/>
                  <a:pt x="43125" y="32814"/>
                  <a:pt x="38115" y="30833"/>
                </a:cubicBezTo>
                <a:lnTo>
                  <a:pt x="16443" y="22123"/>
                </a:lnTo>
                <a:lnTo>
                  <a:pt x="14506" y="26959"/>
                </a:lnTo>
                <a:lnTo>
                  <a:pt x="9438" y="24920"/>
                </a:lnTo>
                <a:lnTo>
                  <a:pt x="11317" y="20084"/>
                </a:lnTo>
                <a:lnTo>
                  <a:pt x="0" y="15526"/>
                </a:lnTo>
                <a:lnTo>
                  <a:pt x="2665" y="8928"/>
                </a:lnTo>
                <a:close/>
                <a:moveTo>
                  <a:pt x="2665" y="89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A7871-0785-4E16-9B58-7DC18F57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696" y="6291100"/>
            <a:ext cx="46533" cy="42732"/>
          </a:xfrm>
          <a:custGeom xmlns:a="http://schemas.openxmlformats.org/drawingml/2006/main">
            <a:pathLst>
              <a:path w="46533" h="42732">
                <a:moveTo>
                  <a:pt x="7850" y="15191"/>
                </a:moveTo>
                <a:cubicBezTo>
                  <a:pt x="6437" y="18715"/>
                  <a:pt x="6714" y="22021"/>
                  <a:pt x="8651" y="25211"/>
                </a:cubicBezTo>
                <a:cubicBezTo>
                  <a:pt x="10588" y="28342"/>
                  <a:pt x="13880" y="30833"/>
                  <a:pt x="18657" y="32770"/>
                </a:cubicBezTo>
                <a:cubicBezTo>
                  <a:pt x="23449" y="34707"/>
                  <a:pt x="27600" y="35217"/>
                  <a:pt x="31182" y="34255"/>
                </a:cubicBezTo>
                <a:cubicBezTo>
                  <a:pt x="34765" y="33338"/>
                  <a:pt x="37212" y="31124"/>
                  <a:pt x="38639" y="27541"/>
                </a:cubicBezTo>
                <a:cubicBezTo>
                  <a:pt x="40052" y="24075"/>
                  <a:pt x="39775" y="20769"/>
                  <a:pt x="37897" y="17579"/>
                </a:cubicBezTo>
                <a:cubicBezTo>
                  <a:pt x="35901" y="14448"/>
                  <a:pt x="32595" y="11899"/>
                  <a:pt x="27818" y="10020"/>
                </a:cubicBezTo>
                <a:cubicBezTo>
                  <a:pt x="23099" y="8141"/>
                  <a:pt x="18948" y="7632"/>
                  <a:pt x="15365" y="8535"/>
                </a:cubicBezTo>
                <a:cubicBezTo>
                  <a:pt x="11783" y="9511"/>
                  <a:pt x="9278" y="11724"/>
                  <a:pt x="7850" y="15191"/>
                </a:cubicBezTo>
                <a:close/>
                <a:moveTo>
                  <a:pt x="2330" y="12977"/>
                </a:moveTo>
                <a:cubicBezTo>
                  <a:pt x="4617" y="7282"/>
                  <a:pt x="8258" y="3525"/>
                  <a:pt x="13254" y="1762"/>
                </a:cubicBezTo>
                <a:cubicBezTo>
                  <a:pt x="18264" y="0"/>
                  <a:pt x="24075" y="408"/>
                  <a:pt x="30614" y="3073"/>
                </a:cubicBezTo>
                <a:cubicBezTo>
                  <a:pt x="37154" y="5695"/>
                  <a:pt x="41654" y="9394"/>
                  <a:pt x="44043" y="14113"/>
                </a:cubicBezTo>
                <a:cubicBezTo>
                  <a:pt x="46431" y="18890"/>
                  <a:pt x="46533" y="24133"/>
                  <a:pt x="44203" y="29813"/>
                </a:cubicBezTo>
                <a:cubicBezTo>
                  <a:pt x="41931" y="35508"/>
                  <a:pt x="38232" y="39266"/>
                  <a:pt x="33221" y="41028"/>
                </a:cubicBezTo>
                <a:cubicBezTo>
                  <a:pt x="28226" y="42732"/>
                  <a:pt x="22415" y="42339"/>
                  <a:pt x="15933" y="39717"/>
                </a:cubicBezTo>
                <a:cubicBezTo>
                  <a:pt x="9336" y="37037"/>
                  <a:pt x="4894" y="33396"/>
                  <a:pt x="2447" y="28677"/>
                </a:cubicBezTo>
                <a:cubicBezTo>
                  <a:pt x="58" y="23900"/>
                  <a:pt x="0" y="18672"/>
                  <a:pt x="2330" y="12977"/>
                </a:cubicBezTo>
                <a:close/>
                <a:moveTo>
                  <a:pt x="2330" y="129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83BF3-363B-40FF-8FB3-D796C235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373" y="6250320"/>
            <a:ext cx="46300" cy="43285"/>
          </a:xfrm>
          <a:custGeom xmlns:a="http://schemas.openxmlformats.org/drawingml/2006/main">
            <a:pathLst>
              <a:path w="46300" h="43285">
                <a:moveTo>
                  <a:pt x="9729" y="0"/>
                </a:moveTo>
                <a:lnTo>
                  <a:pt x="15919" y="2491"/>
                </a:lnTo>
                <a:cubicBezTo>
                  <a:pt x="14215" y="3918"/>
                  <a:pt x="12744" y="5564"/>
                  <a:pt x="11491" y="7384"/>
                </a:cubicBezTo>
                <a:cubicBezTo>
                  <a:pt x="10181" y="9146"/>
                  <a:pt x="9103" y="11142"/>
                  <a:pt x="8243" y="13312"/>
                </a:cubicBezTo>
                <a:cubicBezTo>
                  <a:pt x="6933" y="16545"/>
                  <a:pt x="6481" y="19167"/>
                  <a:pt x="6816" y="21220"/>
                </a:cubicBezTo>
                <a:cubicBezTo>
                  <a:pt x="7166" y="23259"/>
                  <a:pt x="8302" y="24687"/>
                  <a:pt x="10355" y="25488"/>
                </a:cubicBezTo>
                <a:cubicBezTo>
                  <a:pt x="11826" y="26056"/>
                  <a:pt x="13254" y="25997"/>
                  <a:pt x="14623" y="25138"/>
                </a:cubicBezTo>
                <a:cubicBezTo>
                  <a:pt x="15919" y="24337"/>
                  <a:pt x="17696" y="22356"/>
                  <a:pt x="19910" y="19108"/>
                </a:cubicBezTo>
                <a:lnTo>
                  <a:pt x="21337" y="17055"/>
                </a:lnTo>
                <a:cubicBezTo>
                  <a:pt x="24177" y="12846"/>
                  <a:pt x="26900" y="10064"/>
                  <a:pt x="29522" y="8870"/>
                </a:cubicBezTo>
                <a:cubicBezTo>
                  <a:pt x="32144" y="7617"/>
                  <a:pt x="35042" y="7675"/>
                  <a:pt x="38290" y="8986"/>
                </a:cubicBezTo>
                <a:cubicBezTo>
                  <a:pt x="42033" y="10457"/>
                  <a:pt x="44378" y="13137"/>
                  <a:pt x="45339" y="16895"/>
                </a:cubicBezTo>
                <a:cubicBezTo>
                  <a:pt x="46300" y="20696"/>
                  <a:pt x="45790" y="25196"/>
                  <a:pt x="43751" y="30323"/>
                </a:cubicBezTo>
                <a:cubicBezTo>
                  <a:pt x="42892" y="32420"/>
                  <a:pt x="41756" y="34576"/>
                  <a:pt x="40387" y="36746"/>
                </a:cubicBezTo>
                <a:cubicBezTo>
                  <a:pt x="39076" y="38901"/>
                  <a:pt x="37489" y="41072"/>
                  <a:pt x="35610" y="43285"/>
                </a:cubicBezTo>
                <a:lnTo>
                  <a:pt x="28837" y="40620"/>
                </a:lnTo>
                <a:cubicBezTo>
                  <a:pt x="31051" y="38683"/>
                  <a:pt x="32988" y="36688"/>
                  <a:pt x="34532" y="34576"/>
                </a:cubicBezTo>
                <a:cubicBezTo>
                  <a:pt x="36120" y="32479"/>
                  <a:pt x="37372" y="30265"/>
                  <a:pt x="38290" y="27978"/>
                </a:cubicBezTo>
                <a:cubicBezTo>
                  <a:pt x="39542" y="24861"/>
                  <a:pt x="39936" y="22298"/>
                  <a:pt x="39586" y="20186"/>
                </a:cubicBezTo>
                <a:cubicBezTo>
                  <a:pt x="39193" y="18147"/>
                  <a:pt x="37998" y="16662"/>
                  <a:pt x="36120" y="15919"/>
                </a:cubicBezTo>
                <a:cubicBezTo>
                  <a:pt x="34299" y="15176"/>
                  <a:pt x="32712" y="15234"/>
                  <a:pt x="31284" y="16094"/>
                </a:cubicBezTo>
                <a:cubicBezTo>
                  <a:pt x="29857" y="16895"/>
                  <a:pt x="27876" y="19167"/>
                  <a:pt x="25371" y="22866"/>
                </a:cubicBezTo>
                <a:lnTo>
                  <a:pt x="23886" y="24905"/>
                </a:lnTo>
                <a:cubicBezTo>
                  <a:pt x="21439" y="28604"/>
                  <a:pt x="18934" y="31051"/>
                  <a:pt x="16443" y="32144"/>
                </a:cubicBezTo>
                <a:cubicBezTo>
                  <a:pt x="13938" y="33221"/>
                  <a:pt x="11142" y="33163"/>
                  <a:pt x="8069" y="31911"/>
                </a:cubicBezTo>
                <a:cubicBezTo>
                  <a:pt x="4326" y="30425"/>
                  <a:pt x="1922" y="27920"/>
                  <a:pt x="961" y="24454"/>
                </a:cubicBezTo>
                <a:cubicBezTo>
                  <a:pt x="0" y="20929"/>
                  <a:pt x="510" y="16778"/>
                  <a:pt x="2447" y="11885"/>
                </a:cubicBezTo>
                <a:cubicBezTo>
                  <a:pt x="3466" y="9438"/>
                  <a:pt x="4544" y="7224"/>
                  <a:pt x="5738" y="5229"/>
                </a:cubicBezTo>
                <a:cubicBezTo>
                  <a:pt x="6933" y="3233"/>
                  <a:pt x="8302" y="1471"/>
                  <a:pt x="9729" y="0"/>
                </a:cubicBezTo>
                <a:close/>
                <a:moveTo>
                  <a:pt x="97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9F044-5589-4A0F-A926-FD5AA786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202" y="6241203"/>
            <a:ext cx="12059" cy="11156"/>
          </a:xfrm>
          <a:custGeom xmlns:a="http://schemas.openxmlformats.org/drawingml/2006/main">
            <a:pathLst>
              <a:path w="12059" h="11156">
                <a:moveTo>
                  <a:pt x="0" y="7515"/>
                </a:moveTo>
                <a:lnTo>
                  <a:pt x="3015" y="0"/>
                </a:lnTo>
                <a:lnTo>
                  <a:pt x="12059" y="3641"/>
                </a:lnTo>
                <a:lnTo>
                  <a:pt x="9044" y="11156"/>
                </a:lnTo>
                <a:lnTo>
                  <a:pt x="0" y="7515"/>
                </a:lnTo>
                <a:close/>
                <a:moveTo>
                  <a:pt x="0" y="75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71FFD-3B75-4107-8675-099322B7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102" y="6178285"/>
            <a:ext cx="56087" cy="51485"/>
          </a:xfrm>
          <a:custGeom xmlns:a="http://schemas.openxmlformats.org/drawingml/2006/main">
            <a:pathLst>
              <a:path w="56087" h="51485">
                <a:moveTo>
                  <a:pt x="8811" y="25313"/>
                </a:moveTo>
                <a:lnTo>
                  <a:pt x="28837" y="33338"/>
                </a:lnTo>
                <a:lnTo>
                  <a:pt x="32420" y="24293"/>
                </a:lnTo>
                <a:cubicBezTo>
                  <a:pt x="33789" y="20944"/>
                  <a:pt x="33964" y="17987"/>
                  <a:pt x="32988" y="15482"/>
                </a:cubicBezTo>
                <a:cubicBezTo>
                  <a:pt x="31969" y="12977"/>
                  <a:pt x="29857" y="11040"/>
                  <a:pt x="26682" y="9729"/>
                </a:cubicBezTo>
                <a:cubicBezTo>
                  <a:pt x="23492" y="8476"/>
                  <a:pt x="20652" y="8418"/>
                  <a:pt x="18205" y="9554"/>
                </a:cubicBezTo>
                <a:cubicBezTo>
                  <a:pt x="15700" y="10647"/>
                  <a:pt x="13822" y="12919"/>
                  <a:pt x="12453" y="16268"/>
                </a:cubicBezTo>
                <a:lnTo>
                  <a:pt x="8811" y="25313"/>
                </a:lnTo>
                <a:close/>
                <a:moveTo>
                  <a:pt x="0" y="30148"/>
                </a:moveTo>
                <a:lnTo>
                  <a:pt x="6539" y="13880"/>
                </a:lnTo>
                <a:cubicBezTo>
                  <a:pt x="8928" y="7908"/>
                  <a:pt x="12118" y="3932"/>
                  <a:pt x="16035" y="1995"/>
                </a:cubicBezTo>
                <a:cubicBezTo>
                  <a:pt x="19968" y="0"/>
                  <a:pt x="24512" y="58"/>
                  <a:pt x="29697" y="2170"/>
                </a:cubicBezTo>
                <a:cubicBezTo>
                  <a:pt x="34984" y="4267"/>
                  <a:pt x="38333" y="7399"/>
                  <a:pt x="39761" y="11550"/>
                </a:cubicBezTo>
                <a:cubicBezTo>
                  <a:pt x="41246" y="15642"/>
                  <a:pt x="40780" y="20711"/>
                  <a:pt x="38392" y="26682"/>
                </a:cubicBezTo>
                <a:lnTo>
                  <a:pt x="34751" y="35726"/>
                </a:lnTo>
                <a:lnTo>
                  <a:pt x="56087" y="44319"/>
                </a:lnTo>
                <a:lnTo>
                  <a:pt x="53247" y="51485"/>
                </a:lnTo>
                <a:lnTo>
                  <a:pt x="0" y="30148"/>
                </a:lnTo>
                <a:close/>
                <a:moveTo>
                  <a:pt x="0" y="301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E7582-8161-4BD1-BE83-1C685704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51" y="6140504"/>
            <a:ext cx="68890" cy="45805"/>
          </a:xfrm>
          <a:custGeom xmlns:a="http://schemas.openxmlformats.org/drawingml/2006/main">
            <a:pathLst>
              <a:path w="68890" h="45805">
                <a:moveTo>
                  <a:pt x="44771" y="2680"/>
                </a:moveTo>
                <a:lnTo>
                  <a:pt x="68890" y="12409"/>
                </a:lnTo>
                <a:lnTo>
                  <a:pt x="66210" y="18948"/>
                </a:lnTo>
                <a:lnTo>
                  <a:pt x="42382" y="9336"/>
                </a:lnTo>
                <a:cubicBezTo>
                  <a:pt x="38567" y="7865"/>
                  <a:pt x="35435" y="7457"/>
                  <a:pt x="32988" y="8141"/>
                </a:cubicBezTo>
                <a:cubicBezTo>
                  <a:pt x="30542" y="8884"/>
                  <a:pt x="28721" y="10705"/>
                  <a:pt x="27527" y="13661"/>
                </a:cubicBezTo>
                <a:cubicBezTo>
                  <a:pt x="26114" y="17186"/>
                  <a:pt x="26114" y="20434"/>
                  <a:pt x="27527" y="23390"/>
                </a:cubicBezTo>
                <a:cubicBezTo>
                  <a:pt x="28954" y="26347"/>
                  <a:pt x="31619" y="28619"/>
                  <a:pt x="35552" y="30163"/>
                </a:cubicBezTo>
                <a:lnTo>
                  <a:pt x="58083" y="39207"/>
                </a:lnTo>
                <a:lnTo>
                  <a:pt x="55461" y="45805"/>
                </a:lnTo>
                <a:lnTo>
                  <a:pt x="0" y="23565"/>
                </a:lnTo>
                <a:lnTo>
                  <a:pt x="2607" y="16953"/>
                </a:lnTo>
                <a:lnTo>
                  <a:pt x="24395" y="25662"/>
                </a:lnTo>
                <a:cubicBezTo>
                  <a:pt x="22633" y="23157"/>
                  <a:pt x="21555" y="20594"/>
                  <a:pt x="21220" y="17987"/>
                </a:cubicBezTo>
                <a:cubicBezTo>
                  <a:pt x="20871" y="15365"/>
                  <a:pt x="21264" y="12700"/>
                  <a:pt x="22415" y="9904"/>
                </a:cubicBezTo>
                <a:cubicBezTo>
                  <a:pt x="24235" y="5301"/>
                  <a:pt x="27075" y="2389"/>
                  <a:pt x="30833" y="1194"/>
                </a:cubicBezTo>
                <a:cubicBezTo>
                  <a:pt x="34634" y="0"/>
                  <a:pt x="39251" y="524"/>
                  <a:pt x="44771" y="2680"/>
                </a:cubicBezTo>
                <a:close/>
                <a:moveTo>
                  <a:pt x="44771" y="26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5BD59-CBC7-465B-83BF-78A96DF0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90" y="6094991"/>
            <a:ext cx="46548" cy="42732"/>
          </a:xfrm>
          <a:custGeom xmlns:a="http://schemas.openxmlformats.org/drawingml/2006/main">
            <a:pathLst>
              <a:path w="46548" h="42732">
                <a:moveTo>
                  <a:pt x="7908" y="15191"/>
                </a:moveTo>
                <a:cubicBezTo>
                  <a:pt x="6496" y="18672"/>
                  <a:pt x="6714" y="22021"/>
                  <a:pt x="8651" y="25153"/>
                </a:cubicBezTo>
                <a:cubicBezTo>
                  <a:pt x="10588" y="28342"/>
                  <a:pt x="13938" y="30847"/>
                  <a:pt x="18715" y="32770"/>
                </a:cubicBezTo>
                <a:cubicBezTo>
                  <a:pt x="23449" y="34707"/>
                  <a:pt x="27658" y="35173"/>
                  <a:pt x="31182" y="34255"/>
                </a:cubicBezTo>
                <a:cubicBezTo>
                  <a:pt x="34765" y="33338"/>
                  <a:pt x="37270" y="31066"/>
                  <a:pt x="38698" y="27541"/>
                </a:cubicBezTo>
                <a:cubicBezTo>
                  <a:pt x="40052" y="24075"/>
                  <a:pt x="39834" y="20711"/>
                  <a:pt x="37897" y="17579"/>
                </a:cubicBezTo>
                <a:cubicBezTo>
                  <a:pt x="35959" y="14462"/>
                  <a:pt x="32610" y="11899"/>
                  <a:pt x="27818" y="10020"/>
                </a:cubicBezTo>
                <a:cubicBezTo>
                  <a:pt x="23099" y="8083"/>
                  <a:pt x="18948" y="7632"/>
                  <a:pt x="15365" y="8535"/>
                </a:cubicBezTo>
                <a:cubicBezTo>
                  <a:pt x="11783" y="9452"/>
                  <a:pt x="9278" y="11666"/>
                  <a:pt x="7908" y="15191"/>
                </a:cubicBezTo>
                <a:close/>
                <a:moveTo>
                  <a:pt x="2330" y="12919"/>
                </a:moveTo>
                <a:cubicBezTo>
                  <a:pt x="4617" y="7239"/>
                  <a:pt x="8258" y="3539"/>
                  <a:pt x="13312" y="1777"/>
                </a:cubicBezTo>
                <a:cubicBezTo>
                  <a:pt x="18322" y="0"/>
                  <a:pt x="24075" y="408"/>
                  <a:pt x="30673" y="3015"/>
                </a:cubicBezTo>
                <a:cubicBezTo>
                  <a:pt x="37154" y="5636"/>
                  <a:pt x="41654" y="9336"/>
                  <a:pt x="44043" y="14113"/>
                </a:cubicBezTo>
                <a:cubicBezTo>
                  <a:pt x="46490" y="18832"/>
                  <a:pt x="46548" y="24075"/>
                  <a:pt x="44203" y="29755"/>
                </a:cubicBezTo>
                <a:cubicBezTo>
                  <a:pt x="41931" y="35508"/>
                  <a:pt x="38290" y="39266"/>
                  <a:pt x="33236" y="41028"/>
                </a:cubicBezTo>
                <a:cubicBezTo>
                  <a:pt x="28226" y="42732"/>
                  <a:pt x="22473" y="42280"/>
                  <a:pt x="15933" y="39659"/>
                </a:cubicBezTo>
                <a:cubicBezTo>
                  <a:pt x="9394" y="37037"/>
                  <a:pt x="4894" y="33338"/>
                  <a:pt x="2505" y="28619"/>
                </a:cubicBezTo>
                <a:cubicBezTo>
                  <a:pt x="58" y="23900"/>
                  <a:pt x="0" y="18672"/>
                  <a:pt x="2330" y="12919"/>
                </a:cubicBezTo>
                <a:close/>
                <a:moveTo>
                  <a:pt x="2330" y="129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C849E-19E1-4DD2-9A94-EC6EE0C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131" y="6059148"/>
            <a:ext cx="59350" cy="33294"/>
          </a:xfrm>
          <a:custGeom xmlns:a="http://schemas.openxmlformats.org/drawingml/2006/main">
            <a:pathLst>
              <a:path w="59350" h="33294">
                <a:moveTo>
                  <a:pt x="2680" y="8943"/>
                </a:moveTo>
                <a:lnTo>
                  <a:pt x="13996" y="13487"/>
                </a:lnTo>
                <a:lnTo>
                  <a:pt x="19400" y="0"/>
                </a:lnTo>
                <a:lnTo>
                  <a:pt x="24526" y="2054"/>
                </a:lnTo>
                <a:lnTo>
                  <a:pt x="19065" y="15540"/>
                </a:lnTo>
                <a:lnTo>
                  <a:pt x="40737" y="24250"/>
                </a:lnTo>
                <a:cubicBezTo>
                  <a:pt x="43984" y="25546"/>
                  <a:pt x="46257" y="25954"/>
                  <a:pt x="47567" y="25444"/>
                </a:cubicBezTo>
                <a:cubicBezTo>
                  <a:pt x="48820" y="24920"/>
                  <a:pt x="50014" y="23274"/>
                  <a:pt x="51150" y="20550"/>
                </a:cubicBezTo>
                <a:lnTo>
                  <a:pt x="53830" y="13836"/>
                </a:lnTo>
                <a:lnTo>
                  <a:pt x="59350" y="16050"/>
                </a:lnTo>
                <a:lnTo>
                  <a:pt x="56612" y="22764"/>
                </a:lnTo>
                <a:cubicBezTo>
                  <a:pt x="54558" y="27833"/>
                  <a:pt x="52228" y="30964"/>
                  <a:pt x="49563" y="32100"/>
                </a:cubicBezTo>
                <a:cubicBezTo>
                  <a:pt x="46883" y="33294"/>
                  <a:pt x="43067" y="32828"/>
                  <a:pt x="38115" y="30847"/>
                </a:cubicBezTo>
                <a:lnTo>
                  <a:pt x="16443" y="22138"/>
                </a:lnTo>
                <a:lnTo>
                  <a:pt x="14506" y="26973"/>
                </a:lnTo>
                <a:lnTo>
                  <a:pt x="9394" y="24920"/>
                </a:lnTo>
                <a:lnTo>
                  <a:pt x="11331" y="20084"/>
                </a:lnTo>
                <a:lnTo>
                  <a:pt x="0" y="15540"/>
                </a:lnTo>
                <a:lnTo>
                  <a:pt x="2680" y="8943"/>
                </a:lnTo>
                <a:close/>
                <a:moveTo>
                  <a:pt x="2680" y="89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25661-6C05-4A1A-9556-F58E9DD5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968" y="6021717"/>
            <a:ext cx="46475" cy="42732"/>
          </a:xfrm>
          <a:custGeom xmlns:a="http://schemas.openxmlformats.org/drawingml/2006/main">
            <a:pathLst>
              <a:path w="46475" h="42732">
                <a:moveTo>
                  <a:pt x="7850" y="15191"/>
                </a:moveTo>
                <a:cubicBezTo>
                  <a:pt x="6423" y="18715"/>
                  <a:pt x="6714" y="22021"/>
                  <a:pt x="8593" y="25211"/>
                </a:cubicBezTo>
                <a:cubicBezTo>
                  <a:pt x="10515" y="28342"/>
                  <a:pt x="13880" y="30833"/>
                  <a:pt x="18657" y="32770"/>
                </a:cubicBezTo>
                <a:cubicBezTo>
                  <a:pt x="23434" y="34707"/>
                  <a:pt x="27585" y="35217"/>
                  <a:pt x="31168" y="34255"/>
                </a:cubicBezTo>
                <a:cubicBezTo>
                  <a:pt x="34707" y="33338"/>
                  <a:pt x="37197" y="31124"/>
                  <a:pt x="38625" y="27541"/>
                </a:cubicBezTo>
                <a:cubicBezTo>
                  <a:pt x="40052" y="24075"/>
                  <a:pt x="39761" y="20769"/>
                  <a:pt x="37824" y="17579"/>
                </a:cubicBezTo>
                <a:cubicBezTo>
                  <a:pt x="35901" y="14448"/>
                  <a:pt x="32537" y="11899"/>
                  <a:pt x="27818" y="10020"/>
                </a:cubicBezTo>
                <a:cubicBezTo>
                  <a:pt x="23099" y="8141"/>
                  <a:pt x="18948" y="7632"/>
                  <a:pt x="15351" y="8535"/>
                </a:cubicBezTo>
                <a:cubicBezTo>
                  <a:pt x="11768" y="9511"/>
                  <a:pt x="9263" y="11724"/>
                  <a:pt x="7850" y="15191"/>
                </a:cubicBezTo>
                <a:close/>
                <a:moveTo>
                  <a:pt x="2272" y="12977"/>
                </a:moveTo>
                <a:cubicBezTo>
                  <a:pt x="4602" y="7282"/>
                  <a:pt x="8243" y="3525"/>
                  <a:pt x="13254" y="1762"/>
                </a:cubicBezTo>
                <a:cubicBezTo>
                  <a:pt x="18264" y="0"/>
                  <a:pt x="24060" y="408"/>
                  <a:pt x="30600" y="3073"/>
                </a:cubicBezTo>
                <a:cubicBezTo>
                  <a:pt x="37154" y="5695"/>
                  <a:pt x="41581" y="9394"/>
                  <a:pt x="44028" y="14113"/>
                </a:cubicBezTo>
                <a:cubicBezTo>
                  <a:pt x="46417" y="18890"/>
                  <a:pt x="46475" y="24119"/>
                  <a:pt x="44203" y="29813"/>
                </a:cubicBezTo>
                <a:cubicBezTo>
                  <a:pt x="41873" y="35508"/>
                  <a:pt x="38232" y="39266"/>
                  <a:pt x="33221" y="41028"/>
                </a:cubicBezTo>
                <a:cubicBezTo>
                  <a:pt x="28211" y="42732"/>
                  <a:pt x="22415" y="42324"/>
                  <a:pt x="15875" y="39717"/>
                </a:cubicBezTo>
                <a:cubicBezTo>
                  <a:pt x="9321" y="37037"/>
                  <a:pt x="4835" y="33396"/>
                  <a:pt x="2447" y="28677"/>
                </a:cubicBezTo>
                <a:cubicBezTo>
                  <a:pt x="58" y="23900"/>
                  <a:pt x="0" y="18657"/>
                  <a:pt x="2272" y="12977"/>
                </a:cubicBezTo>
                <a:close/>
                <a:moveTo>
                  <a:pt x="2272" y="129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C7E98-CC0C-4F93-AEED-78F67332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630" y="5980922"/>
            <a:ext cx="46315" cy="43300"/>
          </a:xfrm>
          <a:custGeom xmlns:a="http://schemas.openxmlformats.org/drawingml/2006/main">
            <a:pathLst>
              <a:path w="46315" h="43300">
                <a:moveTo>
                  <a:pt x="9729" y="0"/>
                </a:moveTo>
                <a:lnTo>
                  <a:pt x="15933" y="2447"/>
                </a:lnTo>
                <a:cubicBezTo>
                  <a:pt x="14229" y="3932"/>
                  <a:pt x="12744" y="5578"/>
                  <a:pt x="11433" y="7399"/>
                </a:cubicBezTo>
                <a:cubicBezTo>
                  <a:pt x="10181" y="9161"/>
                  <a:pt x="9103" y="11156"/>
                  <a:pt x="8258" y="13312"/>
                </a:cubicBezTo>
                <a:cubicBezTo>
                  <a:pt x="6947" y="16560"/>
                  <a:pt x="6496" y="19181"/>
                  <a:pt x="6831" y="21220"/>
                </a:cubicBezTo>
                <a:cubicBezTo>
                  <a:pt x="7166" y="23274"/>
                  <a:pt x="8316" y="24701"/>
                  <a:pt x="10297" y="25488"/>
                </a:cubicBezTo>
                <a:cubicBezTo>
                  <a:pt x="11841" y="26056"/>
                  <a:pt x="13254" y="26012"/>
                  <a:pt x="14623" y="25153"/>
                </a:cubicBezTo>
                <a:cubicBezTo>
                  <a:pt x="15933" y="24352"/>
                  <a:pt x="17696" y="22371"/>
                  <a:pt x="19910" y="19123"/>
                </a:cubicBezTo>
                <a:lnTo>
                  <a:pt x="21279" y="17069"/>
                </a:lnTo>
                <a:cubicBezTo>
                  <a:pt x="24177" y="12860"/>
                  <a:pt x="26915" y="10079"/>
                  <a:pt x="29537" y="8884"/>
                </a:cubicBezTo>
                <a:cubicBezTo>
                  <a:pt x="32085" y="7632"/>
                  <a:pt x="35056" y="7690"/>
                  <a:pt x="38290" y="9001"/>
                </a:cubicBezTo>
                <a:cubicBezTo>
                  <a:pt x="41989" y="10472"/>
                  <a:pt x="44378" y="13152"/>
                  <a:pt x="45354" y="16909"/>
                </a:cubicBezTo>
                <a:cubicBezTo>
                  <a:pt x="46315" y="20711"/>
                  <a:pt x="45805" y="25211"/>
                  <a:pt x="43693" y="30323"/>
                </a:cubicBezTo>
                <a:cubicBezTo>
                  <a:pt x="42848" y="32435"/>
                  <a:pt x="41756" y="34590"/>
                  <a:pt x="40402" y="36761"/>
                </a:cubicBezTo>
                <a:cubicBezTo>
                  <a:pt x="39033" y="38916"/>
                  <a:pt x="37445" y="41086"/>
                  <a:pt x="35625" y="43300"/>
                </a:cubicBezTo>
                <a:lnTo>
                  <a:pt x="28852" y="40620"/>
                </a:lnTo>
                <a:cubicBezTo>
                  <a:pt x="31066" y="38698"/>
                  <a:pt x="32945" y="36702"/>
                  <a:pt x="34532" y="34590"/>
                </a:cubicBezTo>
                <a:cubicBezTo>
                  <a:pt x="36134" y="32493"/>
                  <a:pt x="37329" y="30279"/>
                  <a:pt x="38290" y="27993"/>
                </a:cubicBezTo>
                <a:cubicBezTo>
                  <a:pt x="39542" y="24861"/>
                  <a:pt x="39936" y="22313"/>
                  <a:pt x="39542" y="20201"/>
                </a:cubicBezTo>
                <a:cubicBezTo>
                  <a:pt x="39149" y="18162"/>
                  <a:pt x="38013" y="16676"/>
                  <a:pt x="36076" y="15933"/>
                </a:cubicBezTo>
                <a:cubicBezTo>
                  <a:pt x="34314" y="15191"/>
                  <a:pt x="32712" y="15249"/>
                  <a:pt x="31299" y="16108"/>
                </a:cubicBezTo>
                <a:cubicBezTo>
                  <a:pt x="29813" y="16909"/>
                  <a:pt x="27876" y="19181"/>
                  <a:pt x="25371" y="22881"/>
                </a:cubicBezTo>
                <a:lnTo>
                  <a:pt x="23900" y="24920"/>
                </a:lnTo>
                <a:cubicBezTo>
                  <a:pt x="21395" y="28619"/>
                  <a:pt x="18948" y="31066"/>
                  <a:pt x="16443" y="32144"/>
                </a:cubicBezTo>
                <a:cubicBezTo>
                  <a:pt x="13938" y="33236"/>
                  <a:pt x="11156" y="33178"/>
                  <a:pt x="8083" y="31925"/>
                </a:cubicBezTo>
                <a:cubicBezTo>
                  <a:pt x="4326" y="30440"/>
                  <a:pt x="1937" y="27935"/>
                  <a:pt x="976" y="24468"/>
                </a:cubicBezTo>
                <a:cubicBezTo>
                  <a:pt x="0" y="20944"/>
                  <a:pt x="510" y="16793"/>
                  <a:pt x="2447" y="11899"/>
                </a:cubicBezTo>
                <a:cubicBezTo>
                  <a:pt x="3423" y="9452"/>
                  <a:pt x="4500" y="7239"/>
                  <a:pt x="5753" y="5243"/>
                </a:cubicBezTo>
                <a:cubicBezTo>
                  <a:pt x="6947" y="3248"/>
                  <a:pt x="8258" y="1486"/>
                  <a:pt x="9729" y="0"/>
                </a:cubicBezTo>
                <a:close/>
                <a:moveTo>
                  <a:pt x="97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2B4D0-F6F4-496E-BBE3-4E9522B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038" y="5924209"/>
            <a:ext cx="64171" cy="59394"/>
          </a:xfrm>
          <a:custGeom xmlns:a="http://schemas.openxmlformats.org/drawingml/2006/main">
            <a:pathLst>
              <a:path w="64171" h="59394">
                <a:moveTo>
                  <a:pt x="8811" y="33221"/>
                </a:moveTo>
                <a:lnTo>
                  <a:pt x="50174" y="49839"/>
                </a:lnTo>
                <a:lnTo>
                  <a:pt x="53699" y="41130"/>
                </a:lnTo>
                <a:cubicBezTo>
                  <a:pt x="56655" y="33789"/>
                  <a:pt x="57107" y="27760"/>
                  <a:pt x="55184" y="22983"/>
                </a:cubicBezTo>
                <a:cubicBezTo>
                  <a:pt x="53189" y="18264"/>
                  <a:pt x="48631" y="14448"/>
                  <a:pt x="41465" y="11550"/>
                </a:cubicBezTo>
                <a:cubicBezTo>
                  <a:pt x="34357" y="8710"/>
                  <a:pt x="28444" y="8302"/>
                  <a:pt x="23769" y="10355"/>
                </a:cubicBezTo>
                <a:cubicBezTo>
                  <a:pt x="19050" y="12453"/>
                  <a:pt x="15249" y="17186"/>
                  <a:pt x="12278" y="24512"/>
                </a:cubicBezTo>
                <a:lnTo>
                  <a:pt x="8811" y="33221"/>
                </a:lnTo>
                <a:close/>
                <a:moveTo>
                  <a:pt x="0" y="37998"/>
                </a:moveTo>
                <a:lnTo>
                  <a:pt x="5971" y="23216"/>
                </a:lnTo>
                <a:cubicBezTo>
                  <a:pt x="10064" y="12919"/>
                  <a:pt x="15293" y="6204"/>
                  <a:pt x="21497" y="3131"/>
                </a:cubicBezTo>
                <a:cubicBezTo>
                  <a:pt x="27701" y="0"/>
                  <a:pt x="35377" y="277"/>
                  <a:pt x="44538" y="3976"/>
                </a:cubicBezTo>
                <a:cubicBezTo>
                  <a:pt x="53699" y="7675"/>
                  <a:pt x="59452" y="12802"/>
                  <a:pt x="61840" y="19342"/>
                </a:cubicBezTo>
                <a:cubicBezTo>
                  <a:pt x="64171" y="25939"/>
                  <a:pt x="63253" y="34357"/>
                  <a:pt x="59161" y="44596"/>
                </a:cubicBezTo>
                <a:lnTo>
                  <a:pt x="53189" y="59394"/>
                </a:lnTo>
                <a:lnTo>
                  <a:pt x="0" y="37998"/>
                </a:lnTo>
                <a:close/>
                <a:moveTo>
                  <a:pt x="0" y="379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617A3-016F-4838-9E2E-4B510BD7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612" y="5872374"/>
            <a:ext cx="66967" cy="55024"/>
          </a:xfrm>
          <a:custGeom xmlns:a="http://schemas.openxmlformats.org/drawingml/2006/main">
            <a:pathLst>
              <a:path w="66967" h="55024">
                <a:moveTo>
                  <a:pt x="0" y="33687"/>
                </a:moveTo>
                <a:lnTo>
                  <a:pt x="13545" y="0"/>
                </a:lnTo>
                <a:lnTo>
                  <a:pt x="19575" y="2447"/>
                </a:lnTo>
                <a:lnTo>
                  <a:pt x="9001" y="28910"/>
                </a:lnTo>
                <a:lnTo>
                  <a:pt x="24701" y="35217"/>
                </a:lnTo>
                <a:lnTo>
                  <a:pt x="34882" y="9904"/>
                </a:lnTo>
                <a:lnTo>
                  <a:pt x="40970" y="12351"/>
                </a:lnTo>
                <a:lnTo>
                  <a:pt x="30789" y="37664"/>
                </a:lnTo>
                <a:lnTo>
                  <a:pt x="50072" y="45397"/>
                </a:lnTo>
                <a:lnTo>
                  <a:pt x="60937" y="18322"/>
                </a:lnTo>
                <a:lnTo>
                  <a:pt x="66967" y="20769"/>
                </a:lnTo>
                <a:lnTo>
                  <a:pt x="53204" y="55024"/>
                </a:lnTo>
                <a:lnTo>
                  <a:pt x="0" y="33687"/>
                </a:lnTo>
                <a:close/>
                <a:moveTo>
                  <a:pt x="0" y="336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751C6-E9D9-4F6F-B924-D82C5327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49" y="5828739"/>
            <a:ext cx="60763" cy="53772"/>
          </a:xfrm>
          <a:custGeom xmlns:a="http://schemas.openxmlformats.org/drawingml/2006/main">
            <a:pathLst>
              <a:path w="60763" h="53772">
                <a:moveTo>
                  <a:pt x="11783" y="0"/>
                </a:moveTo>
                <a:lnTo>
                  <a:pt x="18774" y="2796"/>
                </a:lnTo>
                <a:cubicBezTo>
                  <a:pt x="16385" y="5010"/>
                  <a:pt x="14404" y="7224"/>
                  <a:pt x="12744" y="9394"/>
                </a:cubicBezTo>
                <a:cubicBezTo>
                  <a:pt x="11156" y="11550"/>
                  <a:pt x="9904" y="13778"/>
                  <a:pt x="8986" y="15992"/>
                </a:cubicBezTo>
                <a:cubicBezTo>
                  <a:pt x="7399" y="19910"/>
                  <a:pt x="6947" y="23274"/>
                  <a:pt x="7632" y="25997"/>
                </a:cubicBezTo>
                <a:cubicBezTo>
                  <a:pt x="8258" y="28736"/>
                  <a:pt x="10020" y="30673"/>
                  <a:pt x="12802" y="31809"/>
                </a:cubicBezTo>
                <a:cubicBezTo>
                  <a:pt x="15191" y="32712"/>
                  <a:pt x="17244" y="32770"/>
                  <a:pt x="19007" y="31809"/>
                </a:cubicBezTo>
                <a:cubicBezTo>
                  <a:pt x="20769" y="30891"/>
                  <a:pt x="22822" y="28561"/>
                  <a:pt x="25153" y="24920"/>
                </a:cubicBezTo>
                <a:lnTo>
                  <a:pt x="27760" y="20944"/>
                </a:lnTo>
                <a:cubicBezTo>
                  <a:pt x="30949" y="15992"/>
                  <a:pt x="34372" y="12744"/>
                  <a:pt x="37955" y="11273"/>
                </a:cubicBezTo>
                <a:cubicBezTo>
                  <a:pt x="41538" y="9729"/>
                  <a:pt x="45514" y="9846"/>
                  <a:pt x="49839" y="11550"/>
                </a:cubicBezTo>
                <a:cubicBezTo>
                  <a:pt x="54966" y="13661"/>
                  <a:pt x="58199" y="16953"/>
                  <a:pt x="59452" y="21453"/>
                </a:cubicBezTo>
                <a:cubicBezTo>
                  <a:pt x="60763" y="25997"/>
                  <a:pt x="60020" y="31576"/>
                  <a:pt x="57355" y="38290"/>
                </a:cubicBezTo>
                <a:cubicBezTo>
                  <a:pt x="56321" y="40795"/>
                  <a:pt x="54966" y="43358"/>
                  <a:pt x="53247" y="45965"/>
                </a:cubicBezTo>
                <a:cubicBezTo>
                  <a:pt x="51543" y="48587"/>
                  <a:pt x="49563" y="51150"/>
                  <a:pt x="47218" y="53772"/>
                </a:cubicBezTo>
                <a:lnTo>
                  <a:pt x="39775" y="50757"/>
                </a:lnTo>
                <a:cubicBezTo>
                  <a:pt x="42615" y="48529"/>
                  <a:pt x="45004" y="46140"/>
                  <a:pt x="46941" y="43693"/>
                </a:cubicBezTo>
                <a:cubicBezTo>
                  <a:pt x="48878" y="41188"/>
                  <a:pt x="50407" y="38639"/>
                  <a:pt x="51485" y="35901"/>
                </a:cubicBezTo>
                <a:cubicBezTo>
                  <a:pt x="53145" y="31809"/>
                  <a:pt x="53655" y="28342"/>
                  <a:pt x="52912" y="25429"/>
                </a:cubicBezTo>
                <a:cubicBezTo>
                  <a:pt x="52170" y="22531"/>
                  <a:pt x="50349" y="20478"/>
                  <a:pt x="47334" y="19283"/>
                </a:cubicBezTo>
                <a:cubicBezTo>
                  <a:pt x="44727" y="18264"/>
                  <a:pt x="42382" y="18205"/>
                  <a:pt x="40227" y="19225"/>
                </a:cubicBezTo>
                <a:cubicBezTo>
                  <a:pt x="38115" y="20259"/>
                  <a:pt x="35959" y="22415"/>
                  <a:pt x="33746" y="25779"/>
                </a:cubicBezTo>
                <a:lnTo>
                  <a:pt x="31124" y="29872"/>
                </a:lnTo>
                <a:cubicBezTo>
                  <a:pt x="27935" y="34765"/>
                  <a:pt x="24701" y="38013"/>
                  <a:pt x="21453" y="39484"/>
                </a:cubicBezTo>
                <a:cubicBezTo>
                  <a:pt x="18205" y="40970"/>
                  <a:pt x="14564" y="40911"/>
                  <a:pt x="10472" y="39266"/>
                </a:cubicBezTo>
                <a:cubicBezTo>
                  <a:pt x="5753" y="37387"/>
                  <a:pt x="2738" y="34197"/>
                  <a:pt x="1369" y="29813"/>
                </a:cubicBezTo>
                <a:cubicBezTo>
                  <a:pt x="0" y="25429"/>
                  <a:pt x="466" y="20317"/>
                  <a:pt x="2796" y="14506"/>
                </a:cubicBezTo>
                <a:cubicBezTo>
                  <a:pt x="3816" y="12001"/>
                  <a:pt x="5068" y="9554"/>
                  <a:pt x="6539" y="7107"/>
                </a:cubicBezTo>
                <a:cubicBezTo>
                  <a:pt x="8025" y="4719"/>
                  <a:pt x="9787" y="2330"/>
                  <a:pt x="11783" y="0"/>
                </a:cubicBezTo>
                <a:close/>
                <a:moveTo>
                  <a:pt x="117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43F86-8930-4407-B24D-0B79768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766" y="5783517"/>
            <a:ext cx="56102" cy="51485"/>
          </a:xfrm>
          <a:custGeom xmlns:a="http://schemas.openxmlformats.org/drawingml/2006/main">
            <a:pathLst>
              <a:path w="56102" h="51485">
                <a:moveTo>
                  <a:pt x="8826" y="25255"/>
                </a:moveTo>
                <a:lnTo>
                  <a:pt x="28794" y="33280"/>
                </a:lnTo>
                <a:lnTo>
                  <a:pt x="32435" y="24235"/>
                </a:lnTo>
                <a:cubicBezTo>
                  <a:pt x="33789" y="20871"/>
                  <a:pt x="33964" y="17972"/>
                  <a:pt x="32945" y="15409"/>
                </a:cubicBezTo>
                <a:cubicBezTo>
                  <a:pt x="31983" y="12904"/>
                  <a:pt x="29872" y="10982"/>
                  <a:pt x="26624" y="9729"/>
                </a:cubicBezTo>
                <a:cubicBezTo>
                  <a:pt x="23449" y="8418"/>
                  <a:pt x="20652" y="8360"/>
                  <a:pt x="18147" y="9496"/>
                </a:cubicBezTo>
                <a:cubicBezTo>
                  <a:pt x="15700" y="10632"/>
                  <a:pt x="13778" y="12860"/>
                  <a:pt x="12467" y="16210"/>
                </a:cubicBezTo>
                <a:lnTo>
                  <a:pt x="8826" y="25255"/>
                </a:lnTo>
                <a:close/>
                <a:moveTo>
                  <a:pt x="0" y="30090"/>
                </a:moveTo>
                <a:lnTo>
                  <a:pt x="6539" y="13822"/>
                </a:lnTo>
                <a:cubicBezTo>
                  <a:pt x="8928" y="7850"/>
                  <a:pt x="12059" y="3918"/>
                  <a:pt x="15992" y="1937"/>
                </a:cubicBezTo>
                <a:cubicBezTo>
                  <a:pt x="19910" y="0"/>
                  <a:pt x="24526" y="58"/>
                  <a:pt x="29697" y="2097"/>
                </a:cubicBezTo>
                <a:cubicBezTo>
                  <a:pt x="34940" y="4209"/>
                  <a:pt x="38290" y="7340"/>
                  <a:pt x="39775" y="11491"/>
                </a:cubicBezTo>
                <a:cubicBezTo>
                  <a:pt x="41246" y="15584"/>
                  <a:pt x="40737" y="20652"/>
                  <a:pt x="38348" y="26624"/>
                </a:cubicBezTo>
                <a:lnTo>
                  <a:pt x="34707" y="35668"/>
                </a:lnTo>
                <a:lnTo>
                  <a:pt x="56102" y="44261"/>
                </a:lnTo>
                <a:lnTo>
                  <a:pt x="53204" y="51485"/>
                </a:lnTo>
                <a:lnTo>
                  <a:pt x="0" y="30090"/>
                </a:lnTo>
                <a:close/>
                <a:moveTo>
                  <a:pt x="0" y="300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3DC15-6660-4A50-824D-9AEF727D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073" y="5762413"/>
            <a:ext cx="58083" cy="28837"/>
          </a:xfrm>
          <a:custGeom xmlns:a="http://schemas.openxmlformats.org/drawingml/2006/main">
            <a:pathLst>
              <a:path w="58083" h="28837">
                <a:moveTo>
                  <a:pt x="0" y="6598"/>
                </a:moveTo>
                <a:lnTo>
                  <a:pt x="2680" y="0"/>
                </a:lnTo>
                <a:lnTo>
                  <a:pt x="58083" y="22298"/>
                </a:lnTo>
                <a:lnTo>
                  <a:pt x="55476" y="28837"/>
                </a:lnTo>
                <a:lnTo>
                  <a:pt x="0" y="6598"/>
                </a:lnTo>
                <a:close/>
                <a:moveTo>
                  <a:pt x="0" y="6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720AE-BEDC-4B13-B4E8-E5275B65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507" y="5722186"/>
            <a:ext cx="53306" cy="45849"/>
          </a:xfrm>
          <a:custGeom xmlns:a="http://schemas.openxmlformats.org/drawingml/2006/main">
            <a:pathLst>
              <a:path w="53306" h="45849">
                <a:moveTo>
                  <a:pt x="24177" y="43125"/>
                </a:moveTo>
                <a:lnTo>
                  <a:pt x="0" y="33454"/>
                </a:lnTo>
                <a:lnTo>
                  <a:pt x="2622" y="26900"/>
                </a:lnTo>
                <a:lnTo>
                  <a:pt x="26580" y="36469"/>
                </a:lnTo>
                <a:cubicBezTo>
                  <a:pt x="30323" y="37998"/>
                  <a:pt x="33454" y="38392"/>
                  <a:pt x="35959" y="37722"/>
                </a:cubicBezTo>
                <a:cubicBezTo>
                  <a:pt x="38406" y="36979"/>
                  <a:pt x="40227" y="35158"/>
                  <a:pt x="41421" y="32202"/>
                </a:cubicBezTo>
                <a:cubicBezTo>
                  <a:pt x="42848" y="28677"/>
                  <a:pt x="42848" y="25429"/>
                  <a:pt x="41421" y="22473"/>
                </a:cubicBezTo>
                <a:cubicBezTo>
                  <a:pt x="39994" y="19516"/>
                  <a:pt x="37329" y="17230"/>
                  <a:pt x="33396" y="15642"/>
                </a:cubicBezTo>
                <a:lnTo>
                  <a:pt x="10821" y="6598"/>
                </a:lnTo>
                <a:lnTo>
                  <a:pt x="13428" y="0"/>
                </a:lnTo>
                <a:lnTo>
                  <a:pt x="53306" y="16035"/>
                </a:lnTo>
                <a:lnTo>
                  <a:pt x="50699" y="22589"/>
                </a:lnTo>
                <a:lnTo>
                  <a:pt x="44552" y="20143"/>
                </a:lnTo>
                <a:cubicBezTo>
                  <a:pt x="46373" y="22691"/>
                  <a:pt x="47393" y="25255"/>
                  <a:pt x="47742" y="27876"/>
                </a:cubicBezTo>
                <a:cubicBezTo>
                  <a:pt x="48077" y="30440"/>
                  <a:pt x="47684" y="33105"/>
                  <a:pt x="46606" y="35901"/>
                </a:cubicBezTo>
                <a:cubicBezTo>
                  <a:pt x="44727" y="40445"/>
                  <a:pt x="41931" y="43402"/>
                  <a:pt x="38130" y="44596"/>
                </a:cubicBezTo>
                <a:cubicBezTo>
                  <a:pt x="34314" y="45849"/>
                  <a:pt x="29653" y="45339"/>
                  <a:pt x="24177" y="43125"/>
                </a:cubicBezTo>
                <a:close/>
                <a:moveTo>
                  <a:pt x="24177" y="431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865B9-4F9A-4AE5-B48D-7988DAAA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844" y="5675871"/>
            <a:ext cx="61098" cy="52170"/>
          </a:xfrm>
          <a:custGeom xmlns:a="http://schemas.openxmlformats.org/drawingml/2006/main">
            <a:pathLst>
              <a:path w="61098" h="52170">
                <a:moveTo>
                  <a:pt x="27541" y="14390"/>
                </a:moveTo>
                <a:cubicBezTo>
                  <a:pt x="22822" y="12467"/>
                  <a:pt x="18715" y="12001"/>
                  <a:pt x="15365" y="12919"/>
                </a:cubicBezTo>
                <a:cubicBezTo>
                  <a:pt x="11957" y="13822"/>
                  <a:pt x="9511" y="16050"/>
                  <a:pt x="8083" y="19575"/>
                </a:cubicBezTo>
                <a:cubicBezTo>
                  <a:pt x="6714" y="23099"/>
                  <a:pt x="6889" y="26347"/>
                  <a:pt x="8710" y="29362"/>
                </a:cubicBezTo>
                <a:cubicBezTo>
                  <a:pt x="10530" y="32377"/>
                  <a:pt x="13822" y="34823"/>
                  <a:pt x="18613" y="36761"/>
                </a:cubicBezTo>
                <a:cubicBezTo>
                  <a:pt x="23332" y="38625"/>
                  <a:pt x="27366" y="39149"/>
                  <a:pt x="30775" y="38232"/>
                </a:cubicBezTo>
                <a:cubicBezTo>
                  <a:pt x="34197" y="37329"/>
                  <a:pt x="36586" y="35100"/>
                  <a:pt x="38013" y="31576"/>
                </a:cubicBezTo>
                <a:cubicBezTo>
                  <a:pt x="39426" y="28051"/>
                  <a:pt x="39207" y="24745"/>
                  <a:pt x="37387" y="21788"/>
                </a:cubicBezTo>
                <a:cubicBezTo>
                  <a:pt x="35566" y="18774"/>
                  <a:pt x="32260" y="16268"/>
                  <a:pt x="27541" y="14390"/>
                </a:cubicBezTo>
                <a:close/>
                <a:moveTo>
                  <a:pt x="45688" y="14055"/>
                </a:moveTo>
                <a:cubicBezTo>
                  <a:pt x="52461" y="16778"/>
                  <a:pt x="56889" y="20317"/>
                  <a:pt x="59000" y="24687"/>
                </a:cubicBezTo>
                <a:cubicBezTo>
                  <a:pt x="61098" y="29012"/>
                  <a:pt x="60937" y="34314"/>
                  <a:pt x="58432" y="40504"/>
                </a:cubicBezTo>
                <a:cubicBezTo>
                  <a:pt x="57457" y="42848"/>
                  <a:pt x="56437" y="44946"/>
                  <a:pt x="55243" y="46825"/>
                </a:cubicBezTo>
                <a:cubicBezTo>
                  <a:pt x="54107" y="48762"/>
                  <a:pt x="52796" y="50524"/>
                  <a:pt x="51325" y="52170"/>
                </a:cubicBezTo>
                <a:lnTo>
                  <a:pt x="44946" y="49606"/>
                </a:lnTo>
                <a:cubicBezTo>
                  <a:pt x="46708" y="48077"/>
                  <a:pt x="48252" y="46490"/>
                  <a:pt x="49504" y="44829"/>
                </a:cubicBezTo>
                <a:cubicBezTo>
                  <a:pt x="50757" y="43125"/>
                  <a:pt x="51776" y="41363"/>
                  <a:pt x="52577" y="39368"/>
                </a:cubicBezTo>
                <a:cubicBezTo>
                  <a:pt x="54281" y="35100"/>
                  <a:pt x="54442" y="31401"/>
                  <a:pt x="53087" y="28386"/>
                </a:cubicBezTo>
                <a:cubicBezTo>
                  <a:pt x="51718" y="25313"/>
                  <a:pt x="48762" y="22924"/>
                  <a:pt x="44203" y="21104"/>
                </a:cubicBezTo>
                <a:lnTo>
                  <a:pt x="40970" y="19793"/>
                </a:lnTo>
                <a:cubicBezTo>
                  <a:pt x="42790" y="22080"/>
                  <a:pt x="43810" y="24526"/>
                  <a:pt x="44145" y="27075"/>
                </a:cubicBezTo>
                <a:cubicBezTo>
                  <a:pt x="44436" y="29697"/>
                  <a:pt x="44043" y="32435"/>
                  <a:pt x="42848" y="35391"/>
                </a:cubicBezTo>
                <a:cubicBezTo>
                  <a:pt x="40853" y="40285"/>
                  <a:pt x="37445" y="43460"/>
                  <a:pt x="32493" y="45004"/>
                </a:cubicBezTo>
                <a:cubicBezTo>
                  <a:pt x="27541" y="46490"/>
                  <a:pt x="22021" y="45965"/>
                  <a:pt x="15875" y="43518"/>
                </a:cubicBezTo>
                <a:cubicBezTo>
                  <a:pt x="9671" y="41013"/>
                  <a:pt x="5345" y="37547"/>
                  <a:pt x="2840" y="33061"/>
                </a:cubicBezTo>
                <a:cubicBezTo>
                  <a:pt x="291" y="28561"/>
                  <a:pt x="0" y="23842"/>
                  <a:pt x="1995" y="19007"/>
                </a:cubicBezTo>
                <a:cubicBezTo>
                  <a:pt x="3131" y="16050"/>
                  <a:pt x="4777" y="13720"/>
                  <a:pt x="6772" y="12059"/>
                </a:cubicBezTo>
                <a:cubicBezTo>
                  <a:pt x="8768" y="10414"/>
                  <a:pt x="11215" y="9394"/>
                  <a:pt x="14113" y="8986"/>
                </a:cubicBezTo>
                <a:lnTo>
                  <a:pt x="8083" y="6539"/>
                </a:lnTo>
                <a:lnTo>
                  <a:pt x="10705" y="0"/>
                </a:lnTo>
                <a:lnTo>
                  <a:pt x="45688" y="14055"/>
                </a:lnTo>
                <a:close/>
                <a:moveTo>
                  <a:pt x="45688" y="140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4A556-7989-4D2F-ACC8-3A2D5872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412" y="5649583"/>
            <a:ext cx="58097" cy="28852"/>
          </a:xfrm>
          <a:custGeom xmlns:a="http://schemas.openxmlformats.org/drawingml/2006/main">
            <a:pathLst>
              <a:path w="58097" h="28852">
                <a:moveTo>
                  <a:pt x="15598" y="12802"/>
                </a:moveTo>
                <a:lnTo>
                  <a:pt x="18205" y="6263"/>
                </a:lnTo>
                <a:lnTo>
                  <a:pt x="58097" y="22254"/>
                </a:lnTo>
                <a:lnTo>
                  <a:pt x="55476" y="28852"/>
                </a:lnTo>
                <a:lnTo>
                  <a:pt x="15598" y="12802"/>
                </a:lnTo>
                <a:close/>
                <a:moveTo>
                  <a:pt x="0" y="6554"/>
                </a:moveTo>
                <a:lnTo>
                  <a:pt x="2680" y="0"/>
                </a:lnTo>
                <a:lnTo>
                  <a:pt x="10982" y="3306"/>
                </a:lnTo>
                <a:lnTo>
                  <a:pt x="8316" y="9904"/>
                </a:lnTo>
                <a:lnTo>
                  <a:pt x="0" y="6554"/>
                </a:lnTo>
                <a:close/>
                <a:moveTo>
                  <a:pt x="0" y="65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B98D1-7F18-4A51-B680-ACFCC6D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021" y="5612545"/>
            <a:ext cx="53364" cy="45863"/>
          </a:xfrm>
          <a:custGeom xmlns:a="http://schemas.openxmlformats.org/drawingml/2006/main">
            <a:pathLst>
              <a:path w="53364" h="45863">
                <a:moveTo>
                  <a:pt x="29245" y="2738"/>
                </a:moveTo>
                <a:lnTo>
                  <a:pt x="53364" y="12409"/>
                </a:lnTo>
                <a:lnTo>
                  <a:pt x="50699" y="18948"/>
                </a:lnTo>
                <a:lnTo>
                  <a:pt x="26857" y="9394"/>
                </a:lnTo>
                <a:cubicBezTo>
                  <a:pt x="23041" y="7865"/>
                  <a:pt x="19924" y="7457"/>
                  <a:pt x="17477" y="8200"/>
                </a:cubicBezTo>
                <a:cubicBezTo>
                  <a:pt x="15030" y="8884"/>
                  <a:pt x="13210" y="10763"/>
                  <a:pt x="12016" y="13661"/>
                </a:cubicBezTo>
                <a:cubicBezTo>
                  <a:pt x="10588" y="17186"/>
                  <a:pt x="10588" y="20492"/>
                  <a:pt x="12016" y="23390"/>
                </a:cubicBezTo>
                <a:cubicBezTo>
                  <a:pt x="13428" y="26347"/>
                  <a:pt x="16108" y="28619"/>
                  <a:pt x="20026" y="30221"/>
                </a:cubicBezTo>
                <a:lnTo>
                  <a:pt x="42557" y="39266"/>
                </a:lnTo>
                <a:lnTo>
                  <a:pt x="39892" y="45863"/>
                </a:lnTo>
                <a:lnTo>
                  <a:pt x="0" y="29813"/>
                </a:lnTo>
                <a:lnTo>
                  <a:pt x="2680" y="23216"/>
                </a:lnTo>
                <a:lnTo>
                  <a:pt x="8884" y="25721"/>
                </a:lnTo>
                <a:cubicBezTo>
                  <a:pt x="7064" y="23157"/>
                  <a:pt x="6030" y="20594"/>
                  <a:pt x="5695" y="17987"/>
                </a:cubicBezTo>
                <a:cubicBezTo>
                  <a:pt x="5360" y="15424"/>
                  <a:pt x="5753" y="12700"/>
                  <a:pt x="6889" y="9904"/>
                </a:cubicBezTo>
                <a:cubicBezTo>
                  <a:pt x="8710" y="5360"/>
                  <a:pt x="11550" y="2447"/>
                  <a:pt x="15307" y="1253"/>
                </a:cubicBezTo>
                <a:cubicBezTo>
                  <a:pt x="19123" y="0"/>
                  <a:pt x="23725" y="524"/>
                  <a:pt x="29245" y="2738"/>
                </a:cubicBezTo>
                <a:close/>
                <a:moveTo>
                  <a:pt x="29245" y="27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2D418-7243-4AD5-87B0-9D6BF2DA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919" y="6549342"/>
            <a:ext cx="64855" cy="51252"/>
          </a:xfrm>
          <a:custGeom xmlns:a="http://schemas.openxmlformats.org/drawingml/2006/main">
            <a:pathLst>
              <a:path w="64855" h="51252">
                <a:moveTo>
                  <a:pt x="8768" y="7107"/>
                </a:moveTo>
                <a:lnTo>
                  <a:pt x="30614" y="28269"/>
                </a:lnTo>
                <a:lnTo>
                  <a:pt x="39149" y="8986"/>
                </a:lnTo>
                <a:lnTo>
                  <a:pt x="8768" y="7107"/>
                </a:lnTo>
                <a:close/>
                <a:moveTo>
                  <a:pt x="0" y="8069"/>
                </a:moveTo>
                <a:lnTo>
                  <a:pt x="3583" y="0"/>
                </a:lnTo>
                <a:lnTo>
                  <a:pt x="64855" y="3190"/>
                </a:lnTo>
                <a:lnTo>
                  <a:pt x="61622" y="10574"/>
                </a:lnTo>
                <a:lnTo>
                  <a:pt x="46023" y="9379"/>
                </a:lnTo>
                <a:lnTo>
                  <a:pt x="35610" y="33047"/>
                </a:lnTo>
                <a:lnTo>
                  <a:pt x="46941" y="43751"/>
                </a:lnTo>
                <a:lnTo>
                  <a:pt x="43635" y="51252"/>
                </a:lnTo>
                <a:lnTo>
                  <a:pt x="0" y="8069"/>
                </a:lnTo>
                <a:close/>
                <a:moveTo>
                  <a:pt x="0" y="80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EEB6E-8A07-41C3-999F-26B80054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736" y="6492278"/>
            <a:ext cx="55578" cy="52621"/>
          </a:xfrm>
          <a:custGeom xmlns:a="http://schemas.openxmlformats.org/drawingml/2006/main">
            <a:pathLst>
              <a:path w="55578" h="52621">
                <a:moveTo>
                  <a:pt x="8928" y="24920"/>
                </a:moveTo>
                <a:lnTo>
                  <a:pt x="28677" y="33615"/>
                </a:lnTo>
                <a:lnTo>
                  <a:pt x="32595" y="24687"/>
                </a:lnTo>
                <a:cubicBezTo>
                  <a:pt x="34081" y="21395"/>
                  <a:pt x="34299" y="18482"/>
                  <a:pt x="33396" y="15933"/>
                </a:cubicBezTo>
                <a:cubicBezTo>
                  <a:pt x="32493" y="13370"/>
                  <a:pt x="30440" y="11375"/>
                  <a:pt x="27308" y="9947"/>
                </a:cubicBezTo>
                <a:cubicBezTo>
                  <a:pt x="24177" y="8593"/>
                  <a:pt x="21337" y="8418"/>
                  <a:pt x="18832" y="9438"/>
                </a:cubicBezTo>
                <a:cubicBezTo>
                  <a:pt x="16327" y="10515"/>
                  <a:pt x="14331" y="12686"/>
                  <a:pt x="12860" y="15977"/>
                </a:cubicBezTo>
                <a:lnTo>
                  <a:pt x="8928" y="24920"/>
                </a:lnTo>
                <a:close/>
                <a:moveTo>
                  <a:pt x="0" y="29406"/>
                </a:moveTo>
                <a:lnTo>
                  <a:pt x="7049" y="13428"/>
                </a:lnTo>
                <a:cubicBezTo>
                  <a:pt x="9671" y="7501"/>
                  <a:pt x="12977" y="3699"/>
                  <a:pt x="16953" y="1821"/>
                </a:cubicBezTo>
                <a:cubicBezTo>
                  <a:pt x="20944" y="0"/>
                  <a:pt x="25488" y="218"/>
                  <a:pt x="30614" y="2505"/>
                </a:cubicBezTo>
                <a:cubicBezTo>
                  <a:pt x="35785" y="4777"/>
                  <a:pt x="39033" y="8025"/>
                  <a:pt x="40343" y="12176"/>
                </a:cubicBezTo>
                <a:cubicBezTo>
                  <a:pt x="41640" y="16385"/>
                  <a:pt x="41013" y="21395"/>
                  <a:pt x="38406" y="27250"/>
                </a:cubicBezTo>
                <a:lnTo>
                  <a:pt x="34474" y="36178"/>
                </a:lnTo>
                <a:lnTo>
                  <a:pt x="55578" y="45514"/>
                </a:lnTo>
                <a:lnTo>
                  <a:pt x="52403" y="52621"/>
                </a:lnTo>
                <a:lnTo>
                  <a:pt x="0" y="29406"/>
                </a:lnTo>
                <a:close/>
                <a:moveTo>
                  <a:pt x="0" y="294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6AFC59-5E48-4B85-8CF4-D85E56C2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912" y="6440050"/>
            <a:ext cx="61214" cy="57282"/>
          </a:xfrm>
          <a:custGeom xmlns:a="http://schemas.openxmlformats.org/drawingml/2006/main">
            <a:pathLst>
              <a:path w="61214" h="57282">
                <a:moveTo>
                  <a:pt x="9161" y="19108"/>
                </a:moveTo>
                <a:cubicBezTo>
                  <a:pt x="6889" y="24293"/>
                  <a:pt x="7005" y="29187"/>
                  <a:pt x="9511" y="33964"/>
                </a:cubicBezTo>
                <a:cubicBezTo>
                  <a:pt x="12001" y="38683"/>
                  <a:pt x="16560" y="42499"/>
                  <a:pt x="23216" y="45397"/>
                </a:cubicBezTo>
                <a:cubicBezTo>
                  <a:pt x="29813" y="48354"/>
                  <a:pt x="35726" y="49155"/>
                  <a:pt x="40911" y="47786"/>
                </a:cubicBezTo>
                <a:cubicBezTo>
                  <a:pt x="46082" y="46475"/>
                  <a:pt x="49781" y="43242"/>
                  <a:pt x="52053" y="38057"/>
                </a:cubicBezTo>
                <a:cubicBezTo>
                  <a:pt x="54340" y="32945"/>
                  <a:pt x="54223" y="27993"/>
                  <a:pt x="51718" y="23259"/>
                </a:cubicBezTo>
                <a:cubicBezTo>
                  <a:pt x="49213" y="18540"/>
                  <a:pt x="44669" y="14739"/>
                  <a:pt x="38057" y="11826"/>
                </a:cubicBezTo>
                <a:cubicBezTo>
                  <a:pt x="31401" y="8928"/>
                  <a:pt x="25546" y="8083"/>
                  <a:pt x="20376" y="9438"/>
                </a:cubicBezTo>
                <a:cubicBezTo>
                  <a:pt x="15191" y="10749"/>
                  <a:pt x="11433" y="13938"/>
                  <a:pt x="9161" y="19108"/>
                </a:cubicBezTo>
                <a:close/>
                <a:moveTo>
                  <a:pt x="3423" y="16560"/>
                </a:moveTo>
                <a:cubicBezTo>
                  <a:pt x="6656" y="9219"/>
                  <a:pt x="11724" y="4442"/>
                  <a:pt x="18613" y="2214"/>
                </a:cubicBezTo>
                <a:cubicBezTo>
                  <a:pt x="25488" y="0"/>
                  <a:pt x="33061" y="685"/>
                  <a:pt x="41363" y="4384"/>
                </a:cubicBezTo>
                <a:cubicBezTo>
                  <a:pt x="49606" y="8025"/>
                  <a:pt x="55243" y="13137"/>
                  <a:pt x="58258" y="19735"/>
                </a:cubicBezTo>
                <a:cubicBezTo>
                  <a:pt x="61214" y="26289"/>
                  <a:pt x="61098" y="33280"/>
                  <a:pt x="57864" y="40620"/>
                </a:cubicBezTo>
                <a:cubicBezTo>
                  <a:pt x="54558" y="47961"/>
                  <a:pt x="49504" y="52796"/>
                  <a:pt x="42674" y="55068"/>
                </a:cubicBezTo>
                <a:cubicBezTo>
                  <a:pt x="35785" y="57282"/>
                  <a:pt x="28226" y="56554"/>
                  <a:pt x="19910" y="52912"/>
                </a:cubicBezTo>
                <a:cubicBezTo>
                  <a:pt x="11608" y="49271"/>
                  <a:pt x="5971" y="44145"/>
                  <a:pt x="3015" y="37547"/>
                </a:cubicBezTo>
                <a:cubicBezTo>
                  <a:pt x="0" y="30949"/>
                  <a:pt x="175" y="23944"/>
                  <a:pt x="3423" y="16560"/>
                </a:cubicBezTo>
                <a:close/>
                <a:moveTo>
                  <a:pt x="3423" y="165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2EC11-9E5B-4A17-A0A3-119FF50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983" y="6388682"/>
            <a:ext cx="57515" cy="54034"/>
          </a:xfrm>
          <a:custGeom xmlns:a="http://schemas.openxmlformats.org/drawingml/2006/main">
            <a:pathLst>
              <a:path w="57515" h="54034">
                <a:moveTo>
                  <a:pt x="21279" y="15861"/>
                </a:moveTo>
                <a:lnTo>
                  <a:pt x="0" y="6423"/>
                </a:lnTo>
                <a:lnTo>
                  <a:pt x="2855" y="0"/>
                </a:lnTo>
                <a:lnTo>
                  <a:pt x="57515" y="24119"/>
                </a:lnTo>
                <a:lnTo>
                  <a:pt x="54675" y="30600"/>
                </a:lnTo>
                <a:lnTo>
                  <a:pt x="48762" y="27978"/>
                </a:lnTo>
                <a:cubicBezTo>
                  <a:pt x="50524" y="30367"/>
                  <a:pt x="51485" y="32872"/>
                  <a:pt x="51718" y="35435"/>
                </a:cubicBezTo>
                <a:cubicBezTo>
                  <a:pt x="51951" y="37998"/>
                  <a:pt x="51441" y="40722"/>
                  <a:pt x="50131" y="43635"/>
                </a:cubicBezTo>
                <a:cubicBezTo>
                  <a:pt x="48019" y="48412"/>
                  <a:pt x="44436" y="51427"/>
                  <a:pt x="39309" y="52738"/>
                </a:cubicBezTo>
                <a:cubicBezTo>
                  <a:pt x="34197" y="54034"/>
                  <a:pt x="28561" y="53364"/>
                  <a:pt x="22356" y="50626"/>
                </a:cubicBezTo>
                <a:cubicBezTo>
                  <a:pt x="16166" y="47902"/>
                  <a:pt x="11841" y="44203"/>
                  <a:pt x="9394" y="39528"/>
                </a:cubicBezTo>
                <a:cubicBezTo>
                  <a:pt x="6889" y="34867"/>
                  <a:pt x="6714" y="30148"/>
                  <a:pt x="8826" y="25429"/>
                </a:cubicBezTo>
                <a:cubicBezTo>
                  <a:pt x="10079" y="22458"/>
                  <a:pt x="11783" y="20245"/>
                  <a:pt x="13822" y="18715"/>
                </a:cubicBezTo>
                <a:cubicBezTo>
                  <a:pt x="15875" y="17113"/>
                  <a:pt x="18380" y="16152"/>
                  <a:pt x="21279" y="15861"/>
                </a:cubicBezTo>
                <a:close/>
                <a:moveTo>
                  <a:pt x="25327" y="43912"/>
                </a:moveTo>
                <a:cubicBezTo>
                  <a:pt x="30046" y="46023"/>
                  <a:pt x="34197" y="46708"/>
                  <a:pt x="37780" y="45965"/>
                </a:cubicBezTo>
                <a:cubicBezTo>
                  <a:pt x="41363" y="45164"/>
                  <a:pt x="43926" y="43067"/>
                  <a:pt x="45397" y="39644"/>
                </a:cubicBezTo>
                <a:cubicBezTo>
                  <a:pt x="46941" y="36236"/>
                  <a:pt x="46766" y="32988"/>
                  <a:pt x="44887" y="29799"/>
                </a:cubicBezTo>
                <a:cubicBezTo>
                  <a:pt x="43067" y="26624"/>
                  <a:pt x="39775" y="24002"/>
                  <a:pt x="35056" y="21890"/>
                </a:cubicBezTo>
                <a:cubicBezTo>
                  <a:pt x="30265" y="19793"/>
                  <a:pt x="26114" y="19167"/>
                  <a:pt x="22531" y="19910"/>
                </a:cubicBezTo>
                <a:cubicBezTo>
                  <a:pt x="18948" y="20696"/>
                  <a:pt x="16443" y="22808"/>
                  <a:pt x="14914" y="26216"/>
                </a:cubicBezTo>
                <a:cubicBezTo>
                  <a:pt x="13428" y="29639"/>
                  <a:pt x="13603" y="32872"/>
                  <a:pt x="15424" y="36061"/>
                </a:cubicBezTo>
                <a:cubicBezTo>
                  <a:pt x="17244" y="39193"/>
                  <a:pt x="20536" y="41814"/>
                  <a:pt x="25327" y="43912"/>
                </a:cubicBezTo>
                <a:close/>
                <a:moveTo>
                  <a:pt x="25327" y="439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C375D-42A7-441E-B49F-38C69D65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941" y="6328764"/>
            <a:ext cx="64739" cy="70943"/>
          </a:xfrm>
          <a:custGeom xmlns:a="http://schemas.openxmlformats.org/drawingml/2006/main">
            <a:pathLst>
              <a:path w="64739" h="70943">
                <a:moveTo>
                  <a:pt x="21220" y="26056"/>
                </a:moveTo>
                <a:cubicBezTo>
                  <a:pt x="18992" y="23157"/>
                  <a:pt x="17754" y="20259"/>
                  <a:pt x="17346" y="17419"/>
                </a:cubicBezTo>
                <a:cubicBezTo>
                  <a:pt x="16953" y="14564"/>
                  <a:pt x="17404" y="11608"/>
                  <a:pt x="18774" y="8535"/>
                </a:cubicBezTo>
                <a:cubicBezTo>
                  <a:pt x="20594" y="4442"/>
                  <a:pt x="23434" y="1937"/>
                  <a:pt x="27250" y="976"/>
                </a:cubicBezTo>
                <a:cubicBezTo>
                  <a:pt x="31124" y="0"/>
                  <a:pt x="35668" y="685"/>
                  <a:pt x="40955" y="3015"/>
                </a:cubicBezTo>
                <a:lnTo>
                  <a:pt x="64739" y="13545"/>
                </a:lnTo>
                <a:lnTo>
                  <a:pt x="61840" y="20026"/>
                </a:lnTo>
                <a:lnTo>
                  <a:pt x="38348" y="9612"/>
                </a:lnTo>
                <a:cubicBezTo>
                  <a:pt x="34532" y="7967"/>
                  <a:pt x="31459" y="7399"/>
                  <a:pt x="29071" y="7967"/>
                </a:cubicBezTo>
                <a:cubicBezTo>
                  <a:pt x="26624" y="8476"/>
                  <a:pt x="24803" y="10079"/>
                  <a:pt x="23609" y="12802"/>
                </a:cubicBezTo>
                <a:cubicBezTo>
                  <a:pt x="22123" y="16166"/>
                  <a:pt x="22065" y="19342"/>
                  <a:pt x="23434" y="22254"/>
                </a:cubicBezTo>
                <a:cubicBezTo>
                  <a:pt x="24803" y="25153"/>
                  <a:pt x="27425" y="27483"/>
                  <a:pt x="31226" y="29187"/>
                </a:cubicBezTo>
                <a:lnTo>
                  <a:pt x="53480" y="39033"/>
                </a:lnTo>
                <a:lnTo>
                  <a:pt x="50568" y="45514"/>
                </a:lnTo>
                <a:lnTo>
                  <a:pt x="27075" y="35100"/>
                </a:lnTo>
                <a:cubicBezTo>
                  <a:pt x="23259" y="33454"/>
                  <a:pt x="20201" y="32828"/>
                  <a:pt x="17754" y="33396"/>
                </a:cubicBezTo>
                <a:cubicBezTo>
                  <a:pt x="15351" y="33906"/>
                  <a:pt x="13545" y="35566"/>
                  <a:pt x="12336" y="38348"/>
                </a:cubicBezTo>
                <a:cubicBezTo>
                  <a:pt x="10865" y="41654"/>
                  <a:pt x="10807" y="44771"/>
                  <a:pt x="12176" y="47742"/>
                </a:cubicBezTo>
                <a:cubicBezTo>
                  <a:pt x="13545" y="50640"/>
                  <a:pt x="16152" y="52971"/>
                  <a:pt x="19968" y="54675"/>
                </a:cubicBezTo>
                <a:lnTo>
                  <a:pt x="42208" y="64462"/>
                </a:lnTo>
                <a:lnTo>
                  <a:pt x="39368" y="70943"/>
                </a:lnTo>
                <a:lnTo>
                  <a:pt x="0" y="53597"/>
                </a:lnTo>
                <a:lnTo>
                  <a:pt x="2898" y="47116"/>
                </a:lnTo>
                <a:lnTo>
                  <a:pt x="8986" y="49781"/>
                </a:lnTo>
                <a:cubicBezTo>
                  <a:pt x="7224" y="47276"/>
                  <a:pt x="6263" y="44727"/>
                  <a:pt x="5971" y="42106"/>
                </a:cubicBezTo>
                <a:cubicBezTo>
                  <a:pt x="5738" y="39542"/>
                  <a:pt x="6263" y="36862"/>
                  <a:pt x="7501" y="34022"/>
                </a:cubicBezTo>
                <a:cubicBezTo>
                  <a:pt x="8753" y="31182"/>
                  <a:pt x="10574" y="29071"/>
                  <a:pt x="12919" y="27716"/>
                </a:cubicBezTo>
                <a:cubicBezTo>
                  <a:pt x="15249" y="26347"/>
                  <a:pt x="18031" y="25779"/>
                  <a:pt x="21220" y="26056"/>
                </a:cubicBezTo>
                <a:close/>
                <a:moveTo>
                  <a:pt x="21220" y="260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6834B-B4DD-4FC2-941A-DE805969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700" y="6298790"/>
            <a:ext cx="57515" cy="30600"/>
          </a:xfrm>
          <a:custGeom xmlns:a="http://schemas.openxmlformats.org/drawingml/2006/main">
            <a:pathLst>
              <a:path w="57515" h="30600">
                <a:moveTo>
                  <a:pt x="0" y="6481"/>
                </a:moveTo>
                <a:lnTo>
                  <a:pt x="2840" y="0"/>
                </a:lnTo>
                <a:lnTo>
                  <a:pt x="57515" y="24177"/>
                </a:lnTo>
                <a:lnTo>
                  <a:pt x="54675" y="30600"/>
                </a:lnTo>
                <a:lnTo>
                  <a:pt x="0" y="6481"/>
                </a:lnTo>
                <a:close/>
                <a:moveTo>
                  <a:pt x="0" y="64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720E3-20F1-46E8-8965-72D79478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57" y="6255316"/>
            <a:ext cx="60704" cy="54908"/>
          </a:xfrm>
          <a:custGeom xmlns:a="http://schemas.openxmlformats.org/drawingml/2006/main">
            <a:pathLst>
              <a:path w="60704" h="54908">
                <a:moveTo>
                  <a:pt x="12642" y="0"/>
                </a:moveTo>
                <a:lnTo>
                  <a:pt x="19516" y="3015"/>
                </a:lnTo>
                <a:cubicBezTo>
                  <a:pt x="17069" y="5185"/>
                  <a:pt x="14972" y="7282"/>
                  <a:pt x="13326" y="9394"/>
                </a:cubicBezTo>
                <a:cubicBezTo>
                  <a:pt x="11608" y="11491"/>
                  <a:pt x="10253" y="13661"/>
                  <a:pt x="9278" y="15875"/>
                </a:cubicBezTo>
                <a:cubicBezTo>
                  <a:pt x="7573" y="19749"/>
                  <a:pt x="7005" y="23041"/>
                  <a:pt x="7573" y="25837"/>
                </a:cubicBezTo>
                <a:cubicBezTo>
                  <a:pt x="8141" y="28561"/>
                  <a:pt x="9846" y="30556"/>
                  <a:pt x="12584" y="31809"/>
                </a:cubicBezTo>
                <a:cubicBezTo>
                  <a:pt x="14914" y="32828"/>
                  <a:pt x="16968" y="32886"/>
                  <a:pt x="18788" y="32027"/>
                </a:cubicBezTo>
                <a:cubicBezTo>
                  <a:pt x="20550" y="31124"/>
                  <a:pt x="22706" y="28910"/>
                  <a:pt x="25153" y="25371"/>
                </a:cubicBezTo>
                <a:lnTo>
                  <a:pt x="27891" y="21453"/>
                </a:lnTo>
                <a:cubicBezTo>
                  <a:pt x="31241" y="16618"/>
                  <a:pt x="34765" y="13487"/>
                  <a:pt x="38406" y="12118"/>
                </a:cubicBezTo>
                <a:cubicBezTo>
                  <a:pt x="42047" y="10705"/>
                  <a:pt x="46038" y="10923"/>
                  <a:pt x="50247" y="12860"/>
                </a:cubicBezTo>
                <a:cubicBezTo>
                  <a:pt x="55359" y="15074"/>
                  <a:pt x="58432" y="18497"/>
                  <a:pt x="59568" y="23041"/>
                </a:cubicBezTo>
                <a:cubicBezTo>
                  <a:pt x="60704" y="27600"/>
                  <a:pt x="59801" y="33178"/>
                  <a:pt x="56903" y="39775"/>
                </a:cubicBezTo>
                <a:cubicBezTo>
                  <a:pt x="55825" y="42280"/>
                  <a:pt x="54340" y="44771"/>
                  <a:pt x="52577" y="47334"/>
                </a:cubicBezTo>
                <a:cubicBezTo>
                  <a:pt x="50757" y="49898"/>
                  <a:pt x="48645" y="52403"/>
                  <a:pt x="46198" y="54908"/>
                </a:cubicBezTo>
                <a:lnTo>
                  <a:pt x="38916" y="51660"/>
                </a:lnTo>
                <a:cubicBezTo>
                  <a:pt x="41771" y="49504"/>
                  <a:pt x="44276" y="47218"/>
                  <a:pt x="46315" y="44829"/>
                </a:cubicBezTo>
                <a:cubicBezTo>
                  <a:pt x="48368" y="42441"/>
                  <a:pt x="49956" y="39892"/>
                  <a:pt x="51150" y="37212"/>
                </a:cubicBezTo>
                <a:cubicBezTo>
                  <a:pt x="52912" y="33178"/>
                  <a:pt x="53480" y="29697"/>
                  <a:pt x="52854" y="26798"/>
                </a:cubicBezTo>
                <a:cubicBezTo>
                  <a:pt x="52286" y="23900"/>
                  <a:pt x="50466" y="21788"/>
                  <a:pt x="47509" y="20492"/>
                </a:cubicBezTo>
                <a:cubicBezTo>
                  <a:pt x="44946" y="19342"/>
                  <a:pt x="42615" y="19240"/>
                  <a:pt x="40460" y="20201"/>
                </a:cubicBezTo>
                <a:cubicBezTo>
                  <a:pt x="38290" y="21104"/>
                  <a:pt x="36076" y="23216"/>
                  <a:pt x="33746" y="26522"/>
                </a:cubicBezTo>
                <a:lnTo>
                  <a:pt x="30964" y="30440"/>
                </a:lnTo>
                <a:cubicBezTo>
                  <a:pt x="27600" y="35275"/>
                  <a:pt x="24250" y="38406"/>
                  <a:pt x="20944" y="39775"/>
                </a:cubicBezTo>
                <a:cubicBezTo>
                  <a:pt x="17637" y="41130"/>
                  <a:pt x="13996" y="40911"/>
                  <a:pt x="10020" y="39149"/>
                </a:cubicBezTo>
                <a:cubicBezTo>
                  <a:pt x="5360" y="37096"/>
                  <a:pt x="2447" y="33848"/>
                  <a:pt x="1209" y="29420"/>
                </a:cubicBezTo>
                <a:cubicBezTo>
                  <a:pt x="0" y="24978"/>
                  <a:pt x="626" y="19866"/>
                  <a:pt x="3190" y="14171"/>
                </a:cubicBezTo>
                <a:cubicBezTo>
                  <a:pt x="4267" y="11666"/>
                  <a:pt x="5578" y="9278"/>
                  <a:pt x="7180" y="6947"/>
                </a:cubicBezTo>
                <a:cubicBezTo>
                  <a:pt x="8768" y="4559"/>
                  <a:pt x="10530" y="2287"/>
                  <a:pt x="12642" y="0"/>
                </a:cubicBezTo>
                <a:close/>
                <a:moveTo>
                  <a:pt x="126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433FA-C873-42E6-B218-D16136C5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602" y="6217594"/>
            <a:ext cx="47961" cy="43591"/>
          </a:xfrm>
          <a:custGeom xmlns:a="http://schemas.openxmlformats.org/drawingml/2006/main">
            <a:pathLst>
              <a:path w="47961" h="43591">
                <a:moveTo>
                  <a:pt x="29362" y="3131"/>
                </a:moveTo>
                <a:lnTo>
                  <a:pt x="32479" y="4500"/>
                </a:lnTo>
                <a:lnTo>
                  <a:pt x="19400" y="34197"/>
                </a:lnTo>
                <a:cubicBezTo>
                  <a:pt x="23944" y="35901"/>
                  <a:pt x="27935" y="36076"/>
                  <a:pt x="31343" y="34707"/>
                </a:cubicBezTo>
                <a:cubicBezTo>
                  <a:pt x="34707" y="33338"/>
                  <a:pt x="37372" y="30498"/>
                  <a:pt x="39251" y="26230"/>
                </a:cubicBezTo>
                <a:cubicBezTo>
                  <a:pt x="40329" y="23725"/>
                  <a:pt x="41130" y="21177"/>
                  <a:pt x="41523" y="18613"/>
                </a:cubicBezTo>
                <a:cubicBezTo>
                  <a:pt x="41931" y="15992"/>
                  <a:pt x="42047" y="13268"/>
                  <a:pt x="41873" y="10414"/>
                </a:cubicBezTo>
                <a:lnTo>
                  <a:pt x="47961" y="13152"/>
                </a:lnTo>
                <a:cubicBezTo>
                  <a:pt x="47902" y="15875"/>
                  <a:pt x="47611" y="18613"/>
                  <a:pt x="47043" y="21279"/>
                </a:cubicBezTo>
                <a:cubicBezTo>
                  <a:pt x="46475" y="23958"/>
                  <a:pt x="45688" y="26522"/>
                  <a:pt x="44552" y="29027"/>
                </a:cubicBezTo>
                <a:cubicBezTo>
                  <a:pt x="41814" y="35275"/>
                  <a:pt x="37780" y="39484"/>
                  <a:pt x="32479" y="41538"/>
                </a:cubicBezTo>
                <a:cubicBezTo>
                  <a:pt x="27250" y="43591"/>
                  <a:pt x="21453" y="43183"/>
                  <a:pt x="15249" y="40460"/>
                </a:cubicBezTo>
                <a:cubicBezTo>
                  <a:pt x="8811" y="37605"/>
                  <a:pt x="4442" y="33629"/>
                  <a:pt x="2214" y="28459"/>
                </a:cubicBezTo>
                <a:cubicBezTo>
                  <a:pt x="0" y="23332"/>
                  <a:pt x="175" y="17812"/>
                  <a:pt x="2782" y="11899"/>
                </a:cubicBezTo>
                <a:cubicBezTo>
                  <a:pt x="5112" y="6612"/>
                  <a:pt x="8651" y="3190"/>
                  <a:pt x="13428" y="1602"/>
                </a:cubicBezTo>
                <a:cubicBezTo>
                  <a:pt x="18205" y="0"/>
                  <a:pt x="23492" y="524"/>
                  <a:pt x="29362" y="3131"/>
                </a:cubicBezTo>
                <a:close/>
                <a:moveTo>
                  <a:pt x="24570" y="8710"/>
                </a:moveTo>
                <a:cubicBezTo>
                  <a:pt x="21046" y="7239"/>
                  <a:pt x="17812" y="6947"/>
                  <a:pt x="14841" y="7967"/>
                </a:cubicBezTo>
                <a:cubicBezTo>
                  <a:pt x="11826" y="8943"/>
                  <a:pt x="9671" y="11040"/>
                  <a:pt x="8243" y="14229"/>
                </a:cubicBezTo>
                <a:cubicBezTo>
                  <a:pt x="6656" y="17871"/>
                  <a:pt x="6423" y="21177"/>
                  <a:pt x="7515" y="24235"/>
                </a:cubicBezTo>
                <a:cubicBezTo>
                  <a:pt x="8593" y="27308"/>
                  <a:pt x="10923" y="29813"/>
                  <a:pt x="14448" y="31809"/>
                </a:cubicBezTo>
                <a:lnTo>
                  <a:pt x="24570" y="8710"/>
                </a:lnTo>
                <a:close/>
                <a:moveTo>
                  <a:pt x="24570" y="87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EDAF7-A120-4D64-84D7-F74A973C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575" y="6175619"/>
            <a:ext cx="50917" cy="43125"/>
          </a:xfrm>
          <a:custGeom xmlns:a="http://schemas.openxmlformats.org/drawingml/2006/main">
            <a:pathLst>
              <a:path w="50917" h="43125">
                <a:moveTo>
                  <a:pt x="25488" y="17288"/>
                </a:moveTo>
                <a:cubicBezTo>
                  <a:pt x="23157" y="22473"/>
                  <a:pt x="22196" y="26391"/>
                  <a:pt x="22473" y="28896"/>
                </a:cubicBezTo>
                <a:cubicBezTo>
                  <a:pt x="22764" y="31459"/>
                  <a:pt x="24352" y="33396"/>
                  <a:pt x="27250" y="34649"/>
                </a:cubicBezTo>
                <a:cubicBezTo>
                  <a:pt x="29537" y="35668"/>
                  <a:pt x="31692" y="35726"/>
                  <a:pt x="33687" y="34751"/>
                </a:cubicBezTo>
                <a:cubicBezTo>
                  <a:pt x="35726" y="33848"/>
                  <a:pt x="37329" y="32085"/>
                  <a:pt x="38465" y="29522"/>
                </a:cubicBezTo>
                <a:cubicBezTo>
                  <a:pt x="40052" y="25939"/>
                  <a:pt x="40052" y="22473"/>
                  <a:pt x="38465" y="19167"/>
                </a:cubicBezTo>
                <a:cubicBezTo>
                  <a:pt x="36877" y="15919"/>
                  <a:pt x="33964" y="13312"/>
                  <a:pt x="29755" y="11491"/>
                </a:cubicBezTo>
                <a:lnTo>
                  <a:pt x="28342" y="10865"/>
                </a:lnTo>
                <a:lnTo>
                  <a:pt x="25488" y="17288"/>
                </a:lnTo>
                <a:close/>
                <a:moveTo>
                  <a:pt x="28503" y="3175"/>
                </a:moveTo>
                <a:lnTo>
                  <a:pt x="50917" y="13137"/>
                </a:lnTo>
                <a:lnTo>
                  <a:pt x="48077" y="19560"/>
                </a:lnTo>
                <a:lnTo>
                  <a:pt x="42106" y="16953"/>
                </a:lnTo>
                <a:cubicBezTo>
                  <a:pt x="43868" y="19458"/>
                  <a:pt x="44786" y="22065"/>
                  <a:pt x="44946" y="24803"/>
                </a:cubicBezTo>
                <a:cubicBezTo>
                  <a:pt x="45120" y="27468"/>
                  <a:pt x="44494" y="30425"/>
                  <a:pt x="43125" y="33615"/>
                </a:cubicBezTo>
                <a:cubicBezTo>
                  <a:pt x="41305" y="37664"/>
                  <a:pt x="38800" y="40329"/>
                  <a:pt x="35450" y="41756"/>
                </a:cubicBezTo>
                <a:cubicBezTo>
                  <a:pt x="32144" y="43125"/>
                  <a:pt x="28619" y="42950"/>
                  <a:pt x="24803" y="41305"/>
                </a:cubicBezTo>
                <a:cubicBezTo>
                  <a:pt x="20376" y="39309"/>
                  <a:pt x="17696" y="36411"/>
                  <a:pt x="16793" y="32420"/>
                </a:cubicBezTo>
                <a:cubicBezTo>
                  <a:pt x="15817" y="28444"/>
                  <a:pt x="16676" y="23551"/>
                  <a:pt x="19240" y="17681"/>
                </a:cubicBezTo>
                <a:lnTo>
                  <a:pt x="23274" y="8578"/>
                </a:lnTo>
                <a:lnTo>
                  <a:pt x="22648" y="8302"/>
                </a:lnTo>
                <a:cubicBezTo>
                  <a:pt x="19633" y="6991"/>
                  <a:pt x="16895" y="6991"/>
                  <a:pt x="14404" y="8185"/>
                </a:cubicBezTo>
                <a:cubicBezTo>
                  <a:pt x="11957" y="9438"/>
                  <a:pt x="9904" y="11826"/>
                  <a:pt x="8375" y="15351"/>
                </a:cubicBezTo>
                <a:cubicBezTo>
                  <a:pt x="7340" y="17637"/>
                  <a:pt x="6656" y="19910"/>
                  <a:pt x="6263" y="22298"/>
                </a:cubicBezTo>
                <a:cubicBezTo>
                  <a:pt x="5869" y="24687"/>
                  <a:pt x="5753" y="27075"/>
                  <a:pt x="5971" y="29522"/>
                </a:cubicBezTo>
                <a:lnTo>
                  <a:pt x="0" y="26842"/>
                </a:lnTo>
                <a:cubicBezTo>
                  <a:pt x="117" y="24119"/>
                  <a:pt x="466" y="21497"/>
                  <a:pt x="976" y="19108"/>
                </a:cubicBezTo>
                <a:cubicBezTo>
                  <a:pt x="1486" y="16662"/>
                  <a:pt x="2228" y="14390"/>
                  <a:pt x="3131" y="12278"/>
                </a:cubicBezTo>
                <a:cubicBezTo>
                  <a:pt x="5695" y="6598"/>
                  <a:pt x="9044" y="3015"/>
                  <a:pt x="13210" y="1471"/>
                </a:cubicBezTo>
                <a:cubicBezTo>
                  <a:pt x="17419" y="0"/>
                  <a:pt x="22473" y="568"/>
                  <a:pt x="28503" y="3175"/>
                </a:cubicBezTo>
                <a:close/>
                <a:moveTo>
                  <a:pt x="28503" y="31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40395-B428-4C11-8798-8E244E21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936" y="6134999"/>
            <a:ext cx="42208" cy="40664"/>
          </a:xfrm>
          <a:custGeom xmlns:a="http://schemas.openxmlformats.org/drawingml/2006/main">
            <a:pathLst>
              <a:path w="42208" h="40664">
                <a:moveTo>
                  <a:pt x="16210" y="2898"/>
                </a:moveTo>
                <a:cubicBezTo>
                  <a:pt x="15467" y="3466"/>
                  <a:pt x="14841" y="4093"/>
                  <a:pt x="14273" y="4879"/>
                </a:cubicBezTo>
                <a:cubicBezTo>
                  <a:pt x="13705" y="5622"/>
                  <a:pt x="13137" y="6539"/>
                  <a:pt x="12744" y="7559"/>
                </a:cubicBezTo>
                <a:cubicBezTo>
                  <a:pt x="11084" y="11200"/>
                  <a:pt x="11025" y="14564"/>
                  <a:pt x="12569" y="17579"/>
                </a:cubicBezTo>
                <a:cubicBezTo>
                  <a:pt x="14055" y="20594"/>
                  <a:pt x="17069" y="23041"/>
                  <a:pt x="21497" y="25022"/>
                </a:cubicBezTo>
                <a:lnTo>
                  <a:pt x="42208" y="34183"/>
                </a:lnTo>
                <a:lnTo>
                  <a:pt x="39368" y="40664"/>
                </a:lnTo>
                <a:lnTo>
                  <a:pt x="0" y="23259"/>
                </a:lnTo>
                <a:lnTo>
                  <a:pt x="2898" y="16778"/>
                </a:lnTo>
                <a:lnTo>
                  <a:pt x="8986" y="19502"/>
                </a:lnTo>
                <a:cubicBezTo>
                  <a:pt x="7224" y="17055"/>
                  <a:pt x="6190" y="14506"/>
                  <a:pt x="6030" y="11826"/>
                </a:cubicBezTo>
                <a:cubicBezTo>
                  <a:pt x="5855" y="9146"/>
                  <a:pt x="6423" y="6248"/>
                  <a:pt x="7792" y="3117"/>
                </a:cubicBezTo>
                <a:cubicBezTo>
                  <a:pt x="8010" y="2665"/>
                  <a:pt x="8243" y="2214"/>
                  <a:pt x="8535" y="1704"/>
                </a:cubicBezTo>
                <a:cubicBezTo>
                  <a:pt x="8811" y="1194"/>
                  <a:pt x="9161" y="612"/>
                  <a:pt x="9612" y="0"/>
                </a:cubicBezTo>
                <a:lnTo>
                  <a:pt x="16210" y="2898"/>
                </a:lnTo>
                <a:close/>
                <a:moveTo>
                  <a:pt x="16210" y="28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3032F-4BDE-4265-871C-C4784264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971" y="6102448"/>
            <a:ext cx="46825" cy="42441"/>
          </a:xfrm>
          <a:custGeom xmlns:a="http://schemas.openxmlformats.org/drawingml/2006/main">
            <a:pathLst>
              <a:path w="46825" h="42441">
                <a:moveTo>
                  <a:pt x="10472" y="0"/>
                </a:moveTo>
                <a:lnTo>
                  <a:pt x="16501" y="2680"/>
                </a:lnTo>
                <a:cubicBezTo>
                  <a:pt x="14681" y="4034"/>
                  <a:pt x="13152" y="5520"/>
                  <a:pt x="11783" y="7166"/>
                </a:cubicBezTo>
                <a:cubicBezTo>
                  <a:pt x="10472" y="8768"/>
                  <a:pt x="9452" y="10530"/>
                  <a:pt x="8593" y="12409"/>
                </a:cubicBezTo>
                <a:cubicBezTo>
                  <a:pt x="6714" y="16560"/>
                  <a:pt x="6598" y="20434"/>
                  <a:pt x="8258" y="23900"/>
                </a:cubicBezTo>
                <a:cubicBezTo>
                  <a:pt x="9904" y="27425"/>
                  <a:pt x="13093" y="30207"/>
                  <a:pt x="17929" y="32318"/>
                </a:cubicBezTo>
                <a:cubicBezTo>
                  <a:pt x="22706" y="34474"/>
                  <a:pt x="26973" y="34940"/>
                  <a:pt x="30673" y="33789"/>
                </a:cubicBezTo>
                <a:cubicBezTo>
                  <a:pt x="34314" y="32653"/>
                  <a:pt x="37096" y="29988"/>
                  <a:pt x="38916" y="25779"/>
                </a:cubicBezTo>
                <a:cubicBezTo>
                  <a:pt x="39775" y="23900"/>
                  <a:pt x="40343" y="21963"/>
                  <a:pt x="40620" y="19910"/>
                </a:cubicBezTo>
                <a:cubicBezTo>
                  <a:pt x="40970" y="17812"/>
                  <a:pt x="41028" y="15642"/>
                  <a:pt x="40795" y="13370"/>
                </a:cubicBezTo>
                <a:lnTo>
                  <a:pt x="46766" y="16050"/>
                </a:lnTo>
                <a:cubicBezTo>
                  <a:pt x="46825" y="18205"/>
                  <a:pt x="46650" y="20376"/>
                  <a:pt x="46198" y="22473"/>
                </a:cubicBezTo>
                <a:cubicBezTo>
                  <a:pt x="45747" y="24585"/>
                  <a:pt x="45062" y="26740"/>
                  <a:pt x="44101" y="28910"/>
                </a:cubicBezTo>
                <a:cubicBezTo>
                  <a:pt x="41479" y="34823"/>
                  <a:pt x="37547" y="38741"/>
                  <a:pt x="32260" y="40562"/>
                </a:cubicBezTo>
                <a:cubicBezTo>
                  <a:pt x="27032" y="42441"/>
                  <a:pt x="21220" y="41931"/>
                  <a:pt x="14914" y="39149"/>
                </a:cubicBezTo>
                <a:cubicBezTo>
                  <a:pt x="8476" y="36294"/>
                  <a:pt x="4209" y="32318"/>
                  <a:pt x="2112" y="27192"/>
                </a:cubicBezTo>
                <a:cubicBezTo>
                  <a:pt x="0" y="22021"/>
                  <a:pt x="291" y="16385"/>
                  <a:pt x="3015" y="10239"/>
                </a:cubicBezTo>
                <a:cubicBezTo>
                  <a:pt x="3874" y="8258"/>
                  <a:pt x="4952" y="6437"/>
                  <a:pt x="6204" y="4661"/>
                </a:cubicBezTo>
                <a:cubicBezTo>
                  <a:pt x="7457" y="2957"/>
                  <a:pt x="8884" y="1427"/>
                  <a:pt x="10472" y="0"/>
                </a:cubicBezTo>
                <a:close/>
                <a:moveTo>
                  <a:pt x="104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E2BAA9-6EAE-475B-9686-3C7B2FB0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442" y="6061653"/>
            <a:ext cx="69239" cy="46490"/>
          </a:xfrm>
          <a:custGeom xmlns:a="http://schemas.openxmlformats.org/drawingml/2006/main">
            <a:pathLst>
              <a:path w="69239" h="46490">
                <a:moveTo>
                  <a:pt x="45514" y="3073"/>
                </a:moveTo>
                <a:lnTo>
                  <a:pt x="69239" y="13545"/>
                </a:lnTo>
                <a:lnTo>
                  <a:pt x="66384" y="20026"/>
                </a:lnTo>
                <a:lnTo>
                  <a:pt x="42834" y="9627"/>
                </a:lnTo>
                <a:cubicBezTo>
                  <a:pt x="39135" y="7967"/>
                  <a:pt x="36003" y="7457"/>
                  <a:pt x="33513" y="8083"/>
                </a:cubicBezTo>
                <a:cubicBezTo>
                  <a:pt x="31066" y="8710"/>
                  <a:pt x="29129" y="10530"/>
                  <a:pt x="27876" y="13428"/>
                </a:cubicBezTo>
                <a:cubicBezTo>
                  <a:pt x="26332" y="16909"/>
                  <a:pt x="26230" y="20143"/>
                  <a:pt x="27527" y="23157"/>
                </a:cubicBezTo>
                <a:cubicBezTo>
                  <a:pt x="28896" y="26114"/>
                  <a:pt x="31459" y="28503"/>
                  <a:pt x="35333" y="30163"/>
                </a:cubicBezTo>
                <a:lnTo>
                  <a:pt x="57573" y="39994"/>
                </a:lnTo>
                <a:lnTo>
                  <a:pt x="54675" y="46490"/>
                </a:lnTo>
                <a:lnTo>
                  <a:pt x="0" y="22371"/>
                </a:lnTo>
                <a:lnTo>
                  <a:pt x="2898" y="15875"/>
                </a:lnTo>
                <a:lnTo>
                  <a:pt x="24352" y="25327"/>
                </a:lnTo>
                <a:cubicBezTo>
                  <a:pt x="22633" y="22706"/>
                  <a:pt x="21672" y="20143"/>
                  <a:pt x="21439" y="17536"/>
                </a:cubicBezTo>
                <a:cubicBezTo>
                  <a:pt x="21162" y="14914"/>
                  <a:pt x="21672" y="12234"/>
                  <a:pt x="22866" y="9511"/>
                </a:cubicBezTo>
                <a:cubicBezTo>
                  <a:pt x="24861" y="4952"/>
                  <a:pt x="27818" y="2170"/>
                  <a:pt x="31634" y="1092"/>
                </a:cubicBezTo>
                <a:cubicBezTo>
                  <a:pt x="35435" y="0"/>
                  <a:pt x="40052" y="626"/>
                  <a:pt x="45514" y="3073"/>
                </a:cubicBezTo>
                <a:close/>
                <a:moveTo>
                  <a:pt x="45514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28E0F-23C8-4C60-853D-154F74C4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031" y="6009265"/>
            <a:ext cx="70535" cy="52796"/>
          </a:xfrm>
          <a:custGeom xmlns:a="http://schemas.openxmlformats.org/drawingml/2006/main">
            <a:pathLst>
              <a:path w="70535" h="52796">
                <a:moveTo>
                  <a:pt x="38858" y="17011"/>
                </a:moveTo>
                <a:cubicBezTo>
                  <a:pt x="40052" y="15759"/>
                  <a:pt x="41814" y="14725"/>
                  <a:pt x="44145" y="14055"/>
                </a:cubicBezTo>
                <a:cubicBezTo>
                  <a:pt x="46475" y="13370"/>
                  <a:pt x="49432" y="12904"/>
                  <a:pt x="53014" y="12802"/>
                </a:cubicBezTo>
                <a:lnTo>
                  <a:pt x="70535" y="11885"/>
                </a:lnTo>
                <a:lnTo>
                  <a:pt x="67127" y="19560"/>
                </a:lnTo>
                <a:lnTo>
                  <a:pt x="50742" y="20303"/>
                </a:lnTo>
                <a:cubicBezTo>
                  <a:pt x="46475" y="20478"/>
                  <a:pt x="43402" y="21162"/>
                  <a:pt x="41523" y="22240"/>
                </a:cubicBezTo>
                <a:cubicBezTo>
                  <a:pt x="39644" y="23376"/>
                  <a:pt x="38115" y="25313"/>
                  <a:pt x="36862" y="28153"/>
                </a:cubicBezTo>
                <a:lnTo>
                  <a:pt x="33440" y="35901"/>
                </a:lnTo>
                <a:lnTo>
                  <a:pt x="55578" y="45674"/>
                </a:lnTo>
                <a:lnTo>
                  <a:pt x="52446" y="52796"/>
                </a:lnTo>
                <a:lnTo>
                  <a:pt x="0" y="29580"/>
                </a:lnTo>
                <a:lnTo>
                  <a:pt x="7107" y="13589"/>
                </a:lnTo>
                <a:cubicBezTo>
                  <a:pt x="9729" y="7559"/>
                  <a:pt x="12962" y="3699"/>
                  <a:pt x="16778" y="1821"/>
                </a:cubicBezTo>
                <a:cubicBezTo>
                  <a:pt x="20594" y="0"/>
                  <a:pt x="25022" y="160"/>
                  <a:pt x="30090" y="2389"/>
                </a:cubicBezTo>
                <a:cubicBezTo>
                  <a:pt x="33396" y="3860"/>
                  <a:pt x="35785" y="5855"/>
                  <a:pt x="37314" y="8360"/>
                </a:cubicBezTo>
                <a:cubicBezTo>
                  <a:pt x="38800" y="10865"/>
                  <a:pt x="39309" y="13763"/>
                  <a:pt x="38858" y="17011"/>
                </a:cubicBezTo>
                <a:close/>
                <a:moveTo>
                  <a:pt x="8986" y="25080"/>
                </a:moveTo>
                <a:lnTo>
                  <a:pt x="27585" y="33338"/>
                </a:lnTo>
                <a:lnTo>
                  <a:pt x="31576" y="24395"/>
                </a:lnTo>
                <a:cubicBezTo>
                  <a:pt x="33047" y="20987"/>
                  <a:pt x="33396" y="18031"/>
                  <a:pt x="32595" y="15584"/>
                </a:cubicBezTo>
                <a:cubicBezTo>
                  <a:pt x="31794" y="13137"/>
                  <a:pt x="29857" y="11258"/>
                  <a:pt x="26784" y="9889"/>
                </a:cubicBezTo>
                <a:cubicBezTo>
                  <a:pt x="23711" y="8535"/>
                  <a:pt x="21046" y="8418"/>
                  <a:pt x="18715" y="9438"/>
                </a:cubicBezTo>
                <a:cubicBezTo>
                  <a:pt x="16385" y="10515"/>
                  <a:pt x="14448" y="12744"/>
                  <a:pt x="12904" y="16152"/>
                </a:cubicBezTo>
                <a:lnTo>
                  <a:pt x="8986" y="25080"/>
                </a:lnTo>
                <a:close/>
                <a:moveTo>
                  <a:pt x="8986" y="25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0B5CA-2A2D-47FD-8CF3-24D2C25B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229" y="5969431"/>
            <a:ext cx="48019" cy="43533"/>
          </a:xfrm>
          <a:custGeom xmlns:a="http://schemas.openxmlformats.org/drawingml/2006/main">
            <a:pathLst>
              <a:path w="48019" h="43533">
                <a:moveTo>
                  <a:pt x="29362" y="3073"/>
                </a:moveTo>
                <a:lnTo>
                  <a:pt x="32551" y="4500"/>
                </a:lnTo>
                <a:lnTo>
                  <a:pt x="19400" y="34197"/>
                </a:lnTo>
                <a:cubicBezTo>
                  <a:pt x="24017" y="35843"/>
                  <a:pt x="27993" y="36018"/>
                  <a:pt x="31357" y="34649"/>
                </a:cubicBezTo>
                <a:cubicBezTo>
                  <a:pt x="34765" y="33294"/>
                  <a:pt x="37387" y="30440"/>
                  <a:pt x="39266" y="26172"/>
                </a:cubicBezTo>
                <a:cubicBezTo>
                  <a:pt x="40402" y="23725"/>
                  <a:pt x="41130" y="21162"/>
                  <a:pt x="41538" y="18555"/>
                </a:cubicBezTo>
                <a:cubicBezTo>
                  <a:pt x="41989" y="15992"/>
                  <a:pt x="42106" y="13254"/>
                  <a:pt x="41873" y="10414"/>
                </a:cubicBezTo>
                <a:lnTo>
                  <a:pt x="48019" y="13093"/>
                </a:lnTo>
                <a:cubicBezTo>
                  <a:pt x="47961" y="15875"/>
                  <a:pt x="47684" y="18555"/>
                  <a:pt x="47116" y="21220"/>
                </a:cubicBezTo>
                <a:cubicBezTo>
                  <a:pt x="46548" y="23900"/>
                  <a:pt x="45688" y="26463"/>
                  <a:pt x="44611" y="28969"/>
                </a:cubicBezTo>
                <a:cubicBezTo>
                  <a:pt x="41814" y="35275"/>
                  <a:pt x="37780" y="39426"/>
                  <a:pt x="32551" y="41479"/>
                </a:cubicBezTo>
                <a:cubicBezTo>
                  <a:pt x="27250" y="43533"/>
                  <a:pt x="21512" y="43183"/>
                  <a:pt x="15249" y="40402"/>
                </a:cubicBezTo>
                <a:cubicBezTo>
                  <a:pt x="8826" y="37547"/>
                  <a:pt x="4500" y="33571"/>
                  <a:pt x="2272" y="28444"/>
                </a:cubicBezTo>
                <a:cubicBezTo>
                  <a:pt x="0" y="23274"/>
                  <a:pt x="175" y="17754"/>
                  <a:pt x="2796" y="11841"/>
                </a:cubicBezTo>
                <a:cubicBezTo>
                  <a:pt x="5127" y="6554"/>
                  <a:pt x="8710" y="3131"/>
                  <a:pt x="13428" y="1544"/>
                </a:cubicBezTo>
                <a:cubicBezTo>
                  <a:pt x="18205" y="0"/>
                  <a:pt x="23507" y="524"/>
                  <a:pt x="29362" y="3073"/>
                </a:cubicBezTo>
                <a:close/>
                <a:moveTo>
                  <a:pt x="24643" y="8710"/>
                </a:moveTo>
                <a:cubicBezTo>
                  <a:pt x="21060" y="7180"/>
                  <a:pt x="17812" y="6947"/>
                  <a:pt x="14856" y="7908"/>
                </a:cubicBezTo>
                <a:cubicBezTo>
                  <a:pt x="11899" y="8943"/>
                  <a:pt x="9729" y="11040"/>
                  <a:pt x="8316" y="14229"/>
                </a:cubicBezTo>
                <a:cubicBezTo>
                  <a:pt x="6714" y="17812"/>
                  <a:pt x="6437" y="21162"/>
                  <a:pt x="7515" y="24235"/>
                </a:cubicBezTo>
                <a:cubicBezTo>
                  <a:pt x="8593" y="27250"/>
                  <a:pt x="10923" y="29813"/>
                  <a:pt x="14506" y="31750"/>
                </a:cubicBezTo>
                <a:lnTo>
                  <a:pt x="24643" y="8710"/>
                </a:lnTo>
                <a:close/>
                <a:moveTo>
                  <a:pt x="24643" y="87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CE0C5-11B5-4B4B-BBA3-75460C25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41" y="5929379"/>
            <a:ext cx="46315" cy="44159"/>
          </a:xfrm>
          <a:custGeom xmlns:a="http://schemas.openxmlformats.org/drawingml/2006/main">
            <a:pathLst>
              <a:path w="46315" h="44159">
                <a:moveTo>
                  <a:pt x="10472" y="0"/>
                </a:moveTo>
                <a:lnTo>
                  <a:pt x="16560" y="2680"/>
                </a:lnTo>
                <a:cubicBezTo>
                  <a:pt x="14797" y="4107"/>
                  <a:pt x="13254" y="5695"/>
                  <a:pt x="11943" y="7457"/>
                </a:cubicBezTo>
                <a:cubicBezTo>
                  <a:pt x="10574" y="9219"/>
                  <a:pt x="9438" y="11156"/>
                  <a:pt x="8535" y="13254"/>
                </a:cubicBezTo>
                <a:cubicBezTo>
                  <a:pt x="7107" y="16443"/>
                  <a:pt x="6539" y="19065"/>
                  <a:pt x="6831" y="21118"/>
                </a:cubicBezTo>
                <a:cubicBezTo>
                  <a:pt x="7107" y="23157"/>
                  <a:pt x="8185" y="24585"/>
                  <a:pt x="10181" y="25488"/>
                </a:cubicBezTo>
                <a:cubicBezTo>
                  <a:pt x="11666" y="26114"/>
                  <a:pt x="13079" y="26056"/>
                  <a:pt x="14448" y="25327"/>
                </a:cubicBezTo>
                <a:cubicBezTo>
                  <a:pt x="15817" y="24526"/>
                  <a:pt x="17637" y="22589"/>
                  <a:pt x="19968" y="19458"/>
                </a:cubicBezTo>
                <a:lnTo>
                  <a:pt x="21453" y="17477"/>
                </a:lnTo>
                <a:cubicBezTo>
                  <a:pt x="24468" y="13312"/>
                  <a:pt x="27250" y="10705"/>
                  <a:pt x="29930" y="9511"/>
                </a:cubicBezTo>
                <a:cubicBezTo>
                  <a:pt x="32537" y="8375"/>
                  <a:pt x="35493" y="8535"/>
                  <a:pt x="38683" y="9962"/>
                </a:cubicBezTo>
                <a:cubicBezTo>
                  <a:pt x="42382" y="11550"/>
                  <a:pt x="44596" y="14288"/>
                  <a:pt x="45455" y="18104"/>
                </a:cubicBezTo>
                <a:cubicBezTo>
                  <a:pt x="46315" y="21963"/>
                  <a:pt x="45630" y="26405"/>
                  <a:pt x="43402" y="31459"/>
                </a:cubicBezTo>
                <a:cubicBezTo>
                  <a:pt x="42441" y="33571"/>
                  <a:pt x="41305" y="35683"/>
                  <a:pt x="39877" y="37780"/>
                </a:cubicBezTo>
                <a:cubicBezTo>
                  <a:pt x="38465" y="39892"/>
                  <a:pt x="36746" y="41989"/>
                  <a:pt x="34823" y="44159"/>
                </a:cubicBezTo>
                <a:lnTo>
                  <a:pt x="28153" y="41188"/>
                </a:lnTo>
                <a:cubicBezTo>
                  <a:pt x="30440" y="39368"/>
                  <a:pt x="32420" y="37445"/>
                  <a:pt x="34081" y="35391"/>
                </a:cubicBezTo>
                <a:cubicBezTo>
                  <a:pt x="35726" y="33338"/>
                  <a:pt x="37037" y="31182"/>
                  <a:pt x="38057" y="28910"/>
                </a:cubicBezTo>
                <a:cubicBezTo>
                  <a:pt x="39368" y="25895"/>
                  <a:pt x="39877" y="23332"/>
                  <a:pt x="39601" y="21220"/>
                </a:cubicBezTo>
                <a:cubicBezTo>
                  <a:pt x="39251" y="19123"/>
                  <a:pt x="38173" y="17637"/>
                  <a:pt x="36236" y="16793"/>
                </a:cubicBezTo>
                <a:cubicBezTo>
                  <a:pt x="34532" y="16050"/>
                  <a:pt x="32886" y="16050"/>
                  <a:pt x="31459" y="16793"/>
                </a:cubicBezTo>
                <a:cubicBezTo>
                  <a:pt x="29988" y="17579"/>
                  <a:pt x="27935" y="19749"/>
                  <a:pt x="25313" y="23390"/>
                </a:cubicBezTo>
                <a:lnTo>
                  <a:pt x="23784" y="25386"/>
                </a:lnTo>
                <a:cubicBezTo>
                  <a:pt x="21162" y="29027"/>
                  <a:pt x="18599" y="31357"/>
                  <a:pt x="16035" y="32377"/>
                </a:cubicBezTo>
                <a:cubicBezTo>
                  <a:pt x="13545" y="33338"/>
                  <a:pt x="10749" y="33178"/>
                  <a:pt x="7675" y="31867"/>
                </a:cubicBezTo>
                <a:cubicBezTo>
                  <a:pt x="3976" y="30221"/>
                  <a:pt x="1704" y="27658"/>
                  <a:pt x="859" y="24133"/>
                </a:cubicBezTo>
                <a:cubicBezTo>
                  <a:pt x="0" y="20594"/>
                  <a:pt x="685" y="16443"/>
                  <a:pt x="2782" y="11608"/>
                </a:cubicBezTo>
                <a:cubicBezTo>
                  <a:pt x="3874" y="9219"/>
                  <a:pt x="5010" y="7064"/>
                  <a:pt x="6306" y="5127"/>
                </a:cubicBezTo>
                <a:cubicBezTo>
                  <a:pt x="7559" y="3131"/>
                  <a:pt x="8928" y="1427"/>
                  <a:pt x="10472" y="0"/>
                </a:cubicBezTo>
                <a:close/>
                <a:moveTo>
                  <a:pt x="104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547CD-0C42-4209-B9D5-81E328D4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89" y="5884157"/>
            <a:ext cx="53932" cy="46533"/>
          </a:xfrm>
          <a:custGeom xmlns:a="http://schemas.openxmlformats.org/drawingml/2006/main">
            <a:pathLst>
              <a:path w="53932" h="46533">
                <a:moveTo>
                  <a:pt x="23842" y="43460"/>
                </a:moveTo>
                <a:lnTo>
                  <a:pt x="0" y="32945"/>
                </a:lnTo>
                <a:lnTo>
                  <a:pt x="2898" y="26507"/>
                </a:lnTo>
                <a:lnTo>
                  <a:pt x="26463" y="36921"/>
                </a:lnTo>
                <a:cubicBezTo>
                  <a:pt x="30148" y="38567"/>
                  <a:pt x="33280" y="39076"/>
                  <a:pt x="35785" y="38465"/>
                </a:cubicBezTo>
                <a:cubicBezTo>
                  <a:pt x="38290" y="37838"/>
                  <a:pt x="40169" y="36018"/>
                  <a:pt x="41479" y="33105"/>
                </a:cubicBezTo>
                <a:cubicBezTo>
                  <a:pt x="43009" y="29639"/>
                  <a:pt x="43125" y="26391"/>
                  <a:pt x="41756" y="23376"/>
                </a:cubicBezTo>
                <a:cubicBezTo>
                  <a:pt x="40445" y="20361"/>
                  <a:pt x="37897" y="18031"/>
                  <a:pt x="34022" y="16327"/>
                </a:cubicBezTo>
                <a:lnTo>
                  <a:pt x="11724" y="6481"/>
                </a:lnTo>
                <a:lnTo>
                  <a:pt x="14564" y="0"/>
                </a:lnTo>
                <a:lnTo>
                  <a:pt x="53932" y="17404"/>
                </a:lnTo>
                <a:lnTo>
                  <a:pt x="51092" y="23842"/>
                </a:lnTo>
                <a:lnTo>
                  <a:pt x="45004" y="21162"/>
                </a:lnTo>
                <a:cubicBezTo>
                  <a:pt x="46708" y="23784"/>
                  <a:pt x="47684" y="26391"/>
                  <a:pt x="47902" y="29012"/>
                </a:cubicBezTo>
                <a:cubicBezTo>
                  <a:pt x="48194" y="31576"/>
                  <a:pt x="47684" y="34241"/>
                  <a:pt x="46475" y="36979"/>
                </a:cubicBezTo>
                <a:cubicBezTo>
                  <a:pt x="44494" y="41523"/>
                  <a:pt x="41596" y="44319"/>
                  <a:pt x="37722" y="45397"/>
                </a:cubicBezTo>
                <a:cubicBezTo>
                  <a:pt x="33848" y="46533"/>
                  <a:pt x="29245" y="45849"/>
                  <a:pt x="23842" y="43460"/>
                </a:cubicBezTo>
                <a:close/>
                <a:moveTo>
                  <a:pt x="23842" y="434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413BC-17CE-4EF9-AE12-69838939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15" y="5857649"/>
            <a:ext cx="57515" cy="30600"/>
          </a:xfrm>
          <a:custGeom xmlns:a="http://schemas.openxmlformats.org/drawingml/2006/main">
            <a:pathLst>
              <a:path w="57515" h="30600">
                <a:moveTo>
                  <a:pt x="0" y="6423"/>
                </a:moveTo>
                <a:lnTo>
                  <a:pt x="2898" y="0"/>
                </a:lnTo>
                <a:lnTo>
                  <a:pt x="57515" y="24119"/>
                </a:lnTo>
                <a:lnTo>
                  <a:pt x="54675" y="30600"/>
                </a:lnTo>
                <a:lnTo>
                  <a:pt x="0" y="6423"/>
                </a:lnTo>
                <a:close/>
                <a:moveTo>
                  <a:pt x="0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253A6-D2FD-46C9-87BB-B8DC7ACE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578" y="5831186"/>
            <a:ext cx="59233" cy="34139"/>
          </a:xfrm>
          <a:custGeom xmlns:a="http://schemas.openxmlformats.org/drawingml/2006/main">
            <a:pathLst>
              <a:path w="59233" h="34139">
                <a:moveTo>
                  <a:pt x="2855" y="8360"/>
                </a:moveTo>
                <a:lnTo>
                  <a:pt x="13996" y="13254"/>
                </a:lnTo>
                <a:lnTo>
                  <a:pt x="19910" y="0"/>
                </a:lnTo>
                <a:lnTo>
                  <a:pt x="24920" y="2214"/>
                </a:lnTo>
                <a:lnTo>
                  <a:pt x="19065" y="15540"/>
                </a:lnTo>
                <a:lnTo>
                  <a:pt x="40402" y="24920"/>
                </a:lnTo>
                <a:cubicBezTo>
                  <a:pt x="43635" y="26347"/>
                  <a:pt x="45863" y="26857"/>
                  <a:pt x="47174" y="26347"/>
                </a:cubicBezTo>
                <a:cubicBezTo>
                  <a:pt x="48470" y="25895"/>
                  <a:pt x="49723" y="24293"/>
                  <a:pt x="50917" y="21628"/>
                </a:cubicBezTo>
                <a:lnTo>
                  <a:pt x="53830" y="14972"/>
                </a:lnTo>
                <a:lnTo>
                  <a:pt x="59233" y="17361"/>
                </a:lnTo>
                <a:lnTo>
                  <a:pt x="56321" y="24017"/>
                </a:lnTo>
                <a:cubicBezTo>
                  <a:pt x="54107" y="28954"/>
                  <a:pt x="51660" y="32027"/>
                  <a:pt x="48995" y="33119"/>
                </a:cubicBezTo>
                <a:cubicBezTo>
                  <a:pt x="46257" y="34139"/>
                  <a:pt x="42441" y="33629"/>
                  <a:pt x="37547" y="31459"/>
                </a:cubicBezTo>
                <a:lnTo>
                  <a:pt x="16166" y="22021"/>
                </a:lnTo>
                <a:lnTo>
                  <a:pt x="14113" y="26740"/>
                </a:lnTo>
                <a:lnTo>
                  <a:pt x="9044" y="24526"/>
                </a:lnTo>
                <a:lnTo>
                  <a:pt x="11156" y="19808"/>
                </a:lnTo>
                <a:lnTo>
                  <a:pt x="0" y="14856"/>
                </a:lnTo>
                <a:lnTo>
                  <a:pt x="2855" y="8360"/>
                </a:lnTo>
                <a:close/>
                <a:moveTo>
                  <a:pt x="2855" y="83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D9663-706E-4413-8597-534159E0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065" y="5798081"/>
            <a:ext cx="46315" cy="44203"/>
          </a:xfrm>
          <a:custGeom xmlns:a="http://schemas.openxmlformats.org/drawingml/2006/main">
            <a:pathLst>
              <a:path w="46315" h="44203">
                <a:moveTo>
                  <a:pt x="10414" y="0"/>
                </a:moveTo>
                <a:lnTo>
                  <a:pt x="16501" y="2724"/>
                </a:lnTo>
                <a:cubicBezTo>
                  <a:pt x="14797" y="4151"/>
                  <a:pt x="13254" y="5680"/>
                  <a:pt x="11899" y="7442"/>
                </a:cubicBezTo>
                <a:cubicBezTo>
                  <a:pt x="10588" y="9219"/>
                  <a:pt x="9452" y="11142"/>
                  <a:pt x="8476" y="13254"/>
                </a:cubicBezTo>
                <a:cubicBezTo>
                  <a:pt x="7122" y="16501"/>
                  <a:pt x="6496" y="19108"/>
                  <a:pt x="6772" y="21162"/>
                </a:cubicBezTo>
                <a:cubicBezTo>
                  <a:pt x="7064" y="23201"/>
                  <a:pt x="8200" y="24628"/>
                  <a:pt x="10137" y="25488"/>
                </a:cubicBezTo>
                <a:cubicBezTo>
                  <a:pt x="11666" y="26172"/>
                  <a:pt x="13093" y="26114"/>
                  <a:pt x="14448" y="25371"/>
                </a:cubicBezTo>
                <a:cubicBezTo>
                  <a:pt x="15817" y="24570"/>
                  <a:pt x="17637" y="22633"/>
                  <a:pt x="19910" y="19516"/>
                </a:cubicBezTo>
                <a:lnTo>
                  <a:pt x="21395" y="17521"/>
                </a:lnTo>
                <a:cubicBezTo>
                  <a:pt x="24410" y="13370"/>
                  <a:pt x="27250" y="10690"/>
                  <a:pt x="29872" y="9554"/>
                </a:cubicBezTo>
                <a:cubicBezTo>
                  <a:pt x="32551" y="8418"/>
                  <a:pt x="35450" y="8535"/>
                  <a:pt x="38698" y="9947"/>
                </a:cubicBezTo>
                <a:cubicBezTo>
                  <a:pt x="42339" y="11608"/>
                  <a:pt x="44611" y="14331"/>
                  <a:pt x="45455" y="18147"/>
                </a:cubicBezTo>
                <a:cubicBezTo>
                  <a:pt x="46315" y="22007"/>
                  <a:pt x="45630" y="26449"/>
                  <a:pt x="43358" y="31517"/>
                </a:cubicBezTo>
                <a:cubicBezTo>
                  <a:pt x="42441" y="33615"/>
                  <a:pt x="41246" y="35726"/>
                  <a:pt x="39834" y="37824"/>
                </a:cubicBezTo>
                <a:cubicBezTo>
                  <a:pt x="38406" y="39936"/>
                  <a:pt x="36761" y="42033"/>
                  <a:pt x="34823" y="44203"/>
                </a:cubicBezTo>
                <a:lnTo>
                  <a:pt x="28109" y="41246"/>
                </a:lnTo>
                <a:cubicBezTo>
                  <a:pt x="30440" y="39426"/>
                  <a:pt x="32435" y="37489"/>
                  <a:pt x="34022" y="35435"/>
                </a:cubicBezTo>
                <a:cubicBezTo>
                  <a:pt x="35668" y="33396"/>
                  <a:pt x="36979" y="31226"/>
                  <a:pt x="38013" y="28954"/>
                </a:cubicBezTo>
                <a:cubicBezTo>
                  <a:pt x="39368" y="25881"/>
                  <a:pt x="39892" y="23318"/>
                  <a:pt x="39542" y="21220"/>
                </a:cubicBezTo>
                <a:cubicBezTo>
                  <a:pt x="39266" y="19167"/>
                  <a:pt x="38115" y="17696"/>
                  <a:pt x="36251" y="16836"/>
                </a:cubicBezTo>
                <a:cubicBezTo>
                  <a:pt x="34474" y="16035"/>
                  <a:pt x="32886" y="16035"/>
                  <a:pt x="31415" y="16836"/>
                </a:cubicBezTo>
                <a:cubicBezTo>
                  <a:pt x="29930" y="17579"/>
                  <a:pt x="27876" y="19793"/>
                  <a:pt x="25269" y="23434"/>
                </a:cubicBezTo>
                <a:lnTo>
                  <a:pt x="23725" y="25429"/>
                </a:lnTo>
                <a:cubicBezTo>
                  <a:pt x="21104" y="29071"/>
                  <a:pt x="18555" y="31401"/>
                  <a:pt x="16050" y="32362"/>
                </a:cubicBezTo>
                <a:cubicBezTo>
                  <a:pt x="13487" y="33396"/>
                  <a:pt x="10705" y="33221"/>
                  <a:pt x="7690" y="31852"/>
                </a:cubicBezTo>
                <a:cubicBezTo>
                  <a:pt x="3991" y="30265"/>
                  <a:pt x="1704" y="27643"/>
                  <a:pt x="859" y="24177"/>
                </a:cubicBezTo>
                <a:cubicBezTo>
                  <a:pt x="0" y="20652"/>
                  <a:pt x="626" y="16501"/>
                  <a:pt x="2738" y="11666"/>
                </a:cubicBezTo>
                <a:cubicBezTo>
                  <a:pt x="3816" y="9263"/>
                  <a:pt x="4952" y="7107"/>
                  <a:pt x="6263" y="5170"/>
                </a:cubicBezTo>
                <a:cubicBezTo>
                  <a:pt x="7515" y="3175"/>
                  <a:pt x="8943" y="1471"/>
                  <a:pt x="10414" y="0"/>
                </a:cubicBezTo>
                <a:close/>
                <a:moveTo>
                  <a:pt x="104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263068-F7AA-480D-ACD2-8671A0D1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828" y="5745970"/>
            <a:ext cx="67360" cy="56321"/>
          </a:xfrm>
          <a:custGeom xmlns:a="http://schemas.openxmlformats.org/drawingml/2006/main">
            <a:pathLst>
              <a:path w="67360" h="56321">
                <a:moveTo>
                  <a:pt x="0" y="33163"/>
                </a:moveTo>
                <a:lnTo>
                  <a:pt x="14623" y="0"/>
                </a:lnTo>
                <a:lnTo>
                  <a:pt x="20594" y="2607"/>
                </a:lnTo>
                <a:lnTo>
                  <a:pt x="9103" y="28663"/>
                </a:lnTo>
                <a:lnTo>
                  <a:pt x="24643" y="35552"/>
                </a:lnTo>
                <a:lnTo>
                  <a:pt x="35683" y="10574"/>
                </a:lnTo>
                <a:lnTo>
                  <a:pt x="41654" y="13195"/>
                </a:lnTo>
                <a:lnTo>
                  <a:pt x="30614" y="38173"/>
                </a:lnTo>
                <a:lnTo>
                  <a:pt x="49621" y="46591"/>
                </a:lnTo>
                <a:lnTo>
                  <a:pt x="61389" y="19910"/>
                </a:lnTo>
                <a:lnTo>
                  <a:pt x="67360" y="22517"/>
                </a:lnTo>
                <a:lnTo>
                  <a:pt x="52461" y="56321"/>
                </a:lnTo>
                <a:lnTo>
                  <a:pt x="0" y="33163"/>
                </a:lnTo>
                <a:close/>
                <a:moveTo>
                  <a:pt x="0" y="331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74184-4D7F-4040-995B-E7A5D504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03" y="5706995"/>
            <a:ext cx="55592" cy="54835"/>
          </a:xfrm>
          <a:custGeom xmlns:a="http://schemas.openxmlformats.org/drawingml/2006/main">
            <a:pathLst>
              <a:path w="55592" h="54835">
                <a:moveTo>
                  <a:pt x="15933" y="0"/>
                </a:moveTo>
                <a:lnTo>
                  <a:pt x="28794" y="22691"/>
                </a:lnTo>
                <a:lnTo>
                  <a:pt x="55592" y="16662"/>
                </a:lnTo>
                <a:lnTo>
                  <a:pt x="52228" y="24293"/>
                </a:lnTo>
                <a:lnTo>
                  <a:pt x="31692" y="28896"/>
                </a:lnTo>
                <a:lnTo>
                  <a:pt x="42106" y="47218"/>
                </a:lnTo>
                <a:lnTo>
                  <a:pt x="38741" y="54835"/>
                </a:lnTo>
                <a:lnTo>
                  <a:pt x="24920" y="30440"/>
                </a:lnTo>
                <a:lnTo>
                  <a:pt x="0" y="36120"/>
                </a:lnTo>
                <a:lnTo>
                  <a:pt x="3364" y="28503"/>
                </a:lnTo>
                <a:lnTo>
                  <a:pt x="21963" y="24293"/>
                </a:lnTo>
                <a:lnTo>
                  <a:pt x="12584" y="7675"/>
                </a:lnTo>
                <a:lnTo>
                  <a:pt x="15933" y="0"/>
                </a:lnTo>
                <a:close/>
                <a:moveTo>
                  <a:pt x="159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FAAD7-7332-4800-915A-BF9D9E2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48" y="5677459"/>
            <a:ext cx="59292" cy="34197"/>
          </a:xfrm>
          <a:custGeom xmlns:a="http://schemas.openxmlformats.org/drawingml/2006/main">
            <a:pathLst>
              <a:path w="59292" h="34197">
                <a:moveTo>
                  <a:pt x="2913" y="8375"/>
                </a:moveTo>
                <a:lnTo>
                  <a:pt x="14055" y="13326"/>
                </a:lnTo>
                <a:lnTo>
                  <a:pt x="19982" y="0"/>
                </a:lnTo>
                <a:lnTo>
                  <a:pt x="24978" y="2228"/>
                </a:lnTo>
                <a:lnTo>
                  <a:pt x="19123" y="15540"/>
                </a:lnTo>
                <a:lnTo>
                  <a:pt x="40460" y="24978"/>
                </a:lnTo>
                <a:cubicBezTo>
                  <a:pt x="43649" y="26347"/>
                  <a:pt x="45922" y="26857"/>
                  <a:pt x="47232" y="26347"/>
                </a:cubicBezTo>
                <a:cubicBezTo>
                  <a:pt x="48529" y="25895"/>
                  <a:pt x="49781" y="24293"/>
                  <a:pt x="50975" y="21628"/>
                </a:cubicBezTo>
                <a:lnTo>
                  <a:pt x="53888" y="14972"/>
                </a:lnTo>
                <a:lnTo>
                  <a:pt x="59292" y="17361"/>
                </a:lnTo>
                <a:lnTo>
                  <a:pt x="56393" y="24017"/>
                </a:lnTo>
                <a:cubicBezTo>
                  <a:pt x="54165" y="29027"/>
                  <a:pt x="51718" y="32042"/>
                  <a:pt x="48995" y="33119"/>
                </a:cubicBezTo>
                <a:cubicBezTo>
                  <a:pt x="46315" y="34197"/>
                  <a:pt x="42499" y="33629"/>
                  <a:pt x="37605" y="31474"/>
                </a:cubicBezTo>
                <a:lnTo>
                  <a:pt x="16225" y="22021"/>
                </a:lnTo>
                <a:lnTo>
                  <a:pt x="14113" y="26740"/>
                </a:lnTo>
                <a:lnTo>
                  <a:pt x="9103" y="24526"/>
                </a:lnTo>
                <a:lnTo>
                  <a:pt x="11215" y="19808"/>
                </a:lnTo>
                <a:lnTo>
                  <a:pt x="0" y="14856"/>
                </a:lnTo>
                <a:lnTo>
                  <a:pt x="2913" y="8375"/>
                </a:lnTo>
                <a:close/>
                <a:moveTo>
                  <a:pt x="2913" y="83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067E5E-E376-4BD8-A878-A909AC30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12" y="5640203"/>
            <a:ext cx="48004" cy="43518"/>
          </a:xfrm>
          <a:custGeom xmlns:a="http://schemas.openxmlformats.org/drawingml/2006/main">
            <a:pathLst>
              <a:path w="48004" h="43518">
                <a:moveTo>
                  <a:pt x="29347" y="3073"/>
                </a:moveTo>
                <a:lnTo>
                  <a:pt x="32537" y="4442"/>
                </a:lnTo>
                <a:lnTo>
                  <a:pt x="19400" y="34197"/>
                </a:lnTo>
                <a:cubicBezTo>
                  <a:pt x="23944" y="35843"/>
                  <a:pt x="27978" y="36018"/>
                  <a:pt x="31343" y="34649"/>
                </a:cubicBezTo>
                <a:cubicBezTo>
                  <a:pt x="34751" y="33280"/>
                  <a:pt x="37372" y="30440"/>
                  <a:pt x="39251" y="26172"/>
                </a:cubicBezTo>
                <a:cubicBezTo>
                  <a:pt x="40387" y="23667"/>
                  <a:pt x="41130" y="21162"/>
                  <a:pt x="41523" y="18540"/>
                </a:cubicBezTo>
                <a:cubicBezTo>
                  <a:pt x="41975" y="15933"/>
                  <a:pt x="42091" y="13254"/>
                  <a:pt x="41873" y="10414"/>
                </a:cubicBezTo>
                <a:lnTo>
                  <a:pt x="48004" y="13079"/>
                </a:lnTo>
                <a:cubicBezTo>
                  <a:pt x="47961" y="15875"/>
                  <a:pt x="47669" y="18540"/>
                  <a:pt x="47101" y="21220"/>
                </a:cubicBezTo>
                <a:cubicBezTo>
                  <a:pt x="46533" y="23900"/>
                  <a:pt x="45674" y="26449"/>
                  <a:pt x="44596" y="28954"/>
                </a:cubicBezTo>
                <a:cubicBezTo>
                  <a:pt x="41814" y="35275"/>
                  <a:pt x="37765" y="39426"/>
                  <a:pt x="32537" y="41479"/>
                </a:cubicBezTo>
                <a:cubicBezTo>
                  <a:pt x="27250" y="43518"/>
                  <a:pt x="21497" y="43183"/>
                  <a:pt x="15234" y="40387"/>
                </a:cubicBezTo>
                <a:cubicBezTo>
                  <a:pt x="8811" y="37547"/>
                  <a:pt x="4486" y="33571"/>
                  <a:pt x="2272" y="28444"/>
                </a:cubicBezTo>
                <a:cubicBezTo>
                  <a:pt x="0" y="23274"/>
                  <a:pt x="160" y="17754"/>
                  <a:pt x="2782" y="11826"/>
                </a:cubicBezTo>
                <a:cubicBezTo>
                  <a:pt x="5112" y="6539"/>
                  <a:pt x="8695" y="3131"/>
                  <a:pt x="13414" y="1529"/>
                </a:cubicBezTo>
                <a:cubicBezTo>
                  <a:pt x="18205" y="0"/>
                  <a:pt x="23492" y="510"/>
                  <a:pt x="29347" y="3073"/>
                </a:cubicBezTo>
                <a:close/>
                <a:moveTo>
                  <a:pt x="24628" y="8710"/>
                </a:moveTo>
                <a:cubicBezTo>
                  <a:pt x="21046" y="7166"/>
                  <a:pt x="17798" y="6933"/>
                  <a:pt x="14841" y="7908"/>
                </a:cubicBezTo>
                <a:cubicBezTo>
                  <a:pt x="11885" y="8928"/>
                  <a:pt x="9714" y="11040"/>
                  <a:pt x="8302" y="14215"/>
                </a:cubicBezTo>
                <a:cubicBezTo>
                  <a:pt x="6700" y="17812"/>
                  <a:pt x="6423" y="21162"/>
                  <a:pt x="7501" y="24235"/>
                </a:cubicBezTo>
                <a:cubicBezTo>
                  <a:pt x="8578" y="27250"/>
                  <a:pt x="10923" y="29813"/>
                  <a:pt x="14506" y="31750"/>
                </a:cubicBezTo>
                <a:lnTo>
                  <a:pt x="24628" y="8710"/>
                </a:lnTo>
                <a:close/>
                <a:moveTo>
                  <a:pt x="24628" y="87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0DB8E-18C8-48D7-B058-AFE686B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573" y="5595825"/>
            <a:ext cx="53947" cy="46475"/>
          </a:xfrm>
          <a:custGeom xmlns:a="http://schemas.openxmlformats.org/drawingml/2006/main">
            <a:pathLst>
              <a:path w="53947" h="46475">
                <a:moveTo>
                  <a:pt x="30163" y="3015"/>
                </a:moveTo>
                <a:lnTo>
                  <a:pt x="53947" y="13545"/>
                </a:lnTo>
                <a:lnTo>
                  <a:pt x="51092" y="20026"/>
                </a:lnTo>
                <a:lnTo>
                  <a:pt x="27541" y="9612"/>
                </a:lnTo>
                <a:cubicBezTo>
                  <a:pt x="23842" y="7967"/>
                  <a:pt x="20711" y="7457"/>
                  <a:pt x="18205" y="8083"/>
                </a:cubicBezTo>
                <a:cubicBezTo>
                  <a:pt x="15700" y="8710"/>
                  <a:pt x="13836" y="10472"/>
                  <a:pt x="12584" y="13370"/>
                </a:cubicBezTo>
                <a:cubicBezTo>
                  <a:pt x="11040" y="16895"/>
                  <a:pt x="10923" y="20143"/>
                  <a:pt x="12234" y="23157"/>
                </a:cubicBezTo>
                <a:cubicBezTo>
                  <a:pt x="13603" y="26114"/>
                  <a:pt x="16166" y="28503"/>
                  <a:pt x="20026" y="30148"/>
                </a:cubicBezTo>
                <a:lnTo>
                  <a:pt x="42222" y="39994"/>
                </a:lnTo>
                <a:lnTo>
                  <a:pt x="39382" y="46475"/>
                </a:lnTo>
                <a:lnTo>
                  <a:pt x="0" y="29129"/>
                </a:lnTo>
                <a:lnTo>
                  <a:pt x="2913" y="22589"/>
                </a:lnTo>
                <a:lnTo>
                  <a:pt x="9001" y="25313"/>
                </a:lnTo>
                <a:cubicBezTo>
                  <a:pt x="7340" y="22706"/>
                  <a:pt x="6379" y="20143"/>
                  <a:pt x="6146" y="17521"/>
                </a:cubicBezTo>
                <a:cubicBezTo>
                  <a:pt x="5869" y="14899"/>
                  <a:pt x="6379" y="12234"/>
                  <a:pt x="7573" y="9496"/>
                </a:cubicBezTo>
                <a:cubicBezTo>
                  <a:pt x="9569" y="4952"/>
                  <a:pt x="12467" y="2156"/>
                  <a:pt x="16283" y="1078"/>
                </a:cubicBezTo>
                <a:cubicBezTo>
                  <a:pt x="20143" y="0"/>
                  <a:pt x="24759" y="626"/>
                  <a:pt x="30163" y="3015"/>
                </a:cubicBezTo>
                <a:close/>
                <a:moveTo>
                  <a:pt x="30163" y="30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9D7BC-383D-4EA6-9997-9A609A07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653" y="5554521"/>
            <a:ext cx="46315" cy="44203"/>
          </a:xfrm>
          <a:custGeom xmlns:a="http://schemas.openxmlformats.org/drawingml/2006/main">
            <a:pathLst>
              <a:path w="46315" h="44203">
                <a:moveTo>
                  <a:pt x="10472" y="0"/>
                </a:moveTo>
                <a:lnTo>
                  <a:pt x="16560" y="2738"/>
                </a:lnTo>
                <a:cubicBezTo>
                  <a:pt x="14797" y="4093"/>
                  <a:pt x="13254" y="5695"/>
                  <a:pt x="11943" y="7457"/>
                </a:cubicBezTo>
                <a:cubicBezTo>
                  <a:pt x="10588" y="9219"/>
                  <a:pt x="9438" y="11156"/>
                  <a:pt x="8535" y="13254"/>
                </a:cubicBezTo>
                <a:cubicBezTo>
                  <a:pt x="7107" y="16501"/>
                  <a:pt x="6539" y="19123"/>
                  <a:pt x="6831" y="21162"/>
                </a:cubicBezTo>
                <a:cubicBezTo>
                  <a:pt x="7107" y="23157"/>
                  <a:pt x="8185" y="24628"/>
                  <a:pt x="10181" y="25488"/>
                </a:cubicBezTo>
                <a:cubicBezTo>
                  <a:pt x="11666" y="26172"/>
                  <a:pt x="13079" y="26114"/>
                  <a:pt x="14448" y="25313"/>
                </a:cubicBezTo>
                <a:cubicBezTo>
                  <a:pt x="15817" y="24585"/>
                  <a:pt x="17696" y="22648"/>
                  <a:pt x="19968" y="19516"/>
                </a:cubicBezTo>
                <a:lnTo>
                  <a:pt x="21453" y="17521"/>
                </a:lnTo>
                <a:cubicBezTo>
                  <a:pt x="24468" y="13370"/>
                  <a:pt x="27308" y="10690"/>
                  <a:pt x="29930" y="9554"/>
                </a:cubicBezTo>
                <a:cubicBezTo>
                  <a:pt x="32595" y="8418"/>
                  <a:pt x="35508" y="8535"/>
                  <a:pt x="38683" y="9962"/>
                </a:cubicBezTo>
                <a:cubicBezTo>
                  <a:pt x="42382" y="11608"/>
                  <a:pt x="44596" y="14331"/>
                  <a:pt x="45455" y="18147"/>
                </a:cubicBezTo>
                <a:cubicBezTo>
                  <a:pt x="46315" y="21963"/>
                  <a:pt x="45630" y="26405"/>
                  <a:pt x="43402" y="31459"/>
                </a:cubicBezTo>
                <a:cubicBezTo>
                  <a:pt x="42441" y="33571"/>
                  <a:pt x="41305" y="35668"/>
                  <a:pt x="39877" y="37780"/>
                </a:cubicBezTo>
                <a:cubicBezTo>
                  <a:pt x="38465" y="39877"/>
                  <a:pt x="36746" y="42047"/>
                  <a:pt x="34823" y="44203"/>
                </a:cubicBezTo>
                <a:lnTo>
                  <a:pt x="28168" y="41246"/>
                </a:lnTo>
                <a:cubicBezTo>
                  <a:pt x="30440" y="39426"/>
                  <a:pt x="32435" y="37489"/>
                  <a:pt x="34081" y="35450"/>
                </a:cubicBezTo>
                <a:cubicBezTo>
                  <a:pt x="35726" y="33396"/>
                  <a:pt x="37037" y="31241"/>
                  <a:pt x="38057" y="28954"/>
                </a:cubicBezTo>
                <a:cubicBezTo>
                  <a:pt x="39368" y="25881"/>
                  <a:pt x="39877" y="23332"/>
                  <a:pt x="39601" y="21220"/>
                </a:cubicBezTo>
                <a:cubicBezTo>
                  <a:pt x="39251" y="19123"/>
                  <a:pt x="38173" y="17696"/>
                  <a:pt x="36236" y="16836"/>
                </a:cubicBezTo>
                <a:cubicBezTo>
                  <a:pt x="34532" y="16050"/>
                  <a:pt x="32886" y="16050"/>
                  <a:pt x="31459" y="16836"/>
                </a:cubicBezTo>
                <a:cubicBezTo>
                  <a:pt x="29988" y="17579"/>
                  <a:pt x="27935" y="19793"/>
                  <a:pt x="25313" y="23390"/>
                </a:cubicBezTo>
                <a:lnTo>
                  <a:pt x="23784" y="25429"/>
                </a:lnTo>
                <a:cubicBezTo>
                  <a:pt x="21162" y="29071"/>
                  <a:pt x="18599" y="31343"/>
                  <a:pt x="16050" y="32377"/>
                </a:cubicBezTo>
                <a:cubicBezTo>
                  <a:pt x="13545" y="33396"/>
                  <a:pt x="10749" y="33221"/>
                  <a:pt x="7675" y="31867"/>
                </a:cubicBezTo>
                <a:cubicBezTo>
                  <a:pt x="3976" y="30265"/>
                  <a:pt x="1704" y="27643"/>
                  <a:pt x="859" y="24177"/>
                </a:cubicBezTo>
                <a:cubicBezTo>
                  <a:pt x="0" y="20652"/>
                  <a:pt x="685" y="16501"/>
                  <a:pt x="2782" y="11666"/>
                </a:cubicBezTo>
                <a:cubicBezTo>
                  <a:pt x="3874" y="9278"/>
                  <a:pt x="5010" y="7107"/>
                  <a:pt x="6321" y="5127"/>
                </a:cubicBezTo>
                <a:cubicBezTo>
                  <a:pt x="7573" y="3190"/>
                  <a:pt x="8928" y="1486"/>
                  <a:pt x="10472" y="0"/>
                </a:cubicBezTo>
                <a:close/>
                <a:moveTo>
                  <a:pt x="104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7F01C-0C56-4963-B37B-693781E2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084" y="5528407"/>
            <a:ext cx="57515" cy="30614"/>
          </a:xfrm>
          <a:custGeom xmlns:a="http://schemas.openxmlformats.org/drawingml/2006/main">
            <a:pathLst>
              <a:path w="57515" h="30614">
                <a:moveTo>
                  <a:pt x="15365" y="13195"/>
                </a:moveTo>
                <a:lnTo>
                  <a:pt x="18205" y="6772"/>
                </a:lnTo>
                <a:lnTo>
                  <a:pt x="57515" y="24119"/>
                </a:lnTo>
                <a:lnTo>
                  <a:pt x="54675" y="30614"/>
                </a:lnTo>
                <a:lnTo>
                  <a:pt x="15365" y="13195"/>
                </a:lnTo>
                <a:close/>
                <a:moveTo>
                  <a:pt x="0" y="6423"/>
                </a:moveTo>
                <a:lnTo>
                  <a:pt x="2840" y="0"/>
                </a:lnTo>
                <a:lnTo>
                  <a:pt x="11098" y="3583"/>
                </a:lnTo>
                <a:lnTo>
                  <a:pt x="8185" y="10064"/>
                </a:lnTo>
                <a:lnTo>
                  <a:pt x="0" y="6423"/>
                </a:lnTo>
                <a:close/>
                <a:moveTo>
                  <a:pt x="0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893B6-AB58-4DB6-B2CA-E4B363D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51" y="5493540"/>
            <a:ext cx="46475" cy="43067"/>
          </a:xfrm>
          <a:custGeom xmlns:a="http://schemas.openxmlformats.org/drawingml/2006/main">
            <a:pathLst>
              <a:path w="46475" h="43067">
                <a:moveTo>
                  <a:pt x="8083" y="14841"/>
                </a:moveTo>
                <a:cubicBezTo>
                  <a:pt x="6539" y="18307"/>
                  <a:pt x="6656" y="21672"/>
                  <a:pt x="8476" y="24861"/>
                </a:cubicBezTo>
                <a:cubicBezTo>
                  <a:pt x="10297" y="28036"/>
                  <a:pt x="13545" y="30716"/>
                  <a:pt x="18264" y="32814"/>
                </a:cubicBezTo>
                <a:cubicBezTo>
                  <a:pt x="22983" y="34867"/>
                  <a:pt x="27133" y="35493"/>
                  <a:pt x="30716" y="34692"/>
                </a:cubicBezTo>
                <a:cubicBezTo>
                  <a:pt x="34299" y="33906"/>
                  <a:pt x="36862" y="31736"/>
                  <a:pt x="38406" y="28269"/>
                </a:cubicBezTo>
                <a:cubicBezTo>
                  <a:pt x="39936" y="24803"/>
                  <a:pt x="39761" y="21497"/>
                  <a:pt x="37940" y="18249"/>
                </a:cubicBezTo>
                <a:cubicBezTo>
                  <a:pt x="36120" y="15074"/>
                  <a:pt x="32886" y="12394"/>
                  <a:pt x="28211" y="10355"/>
                </a:cubicBezTo>
                <a:cubicBezTo>
                  <a:pt x="23551" y="8302"/>
                  <a:pt x="19400" y="7675"/>
                  <a:pt x="15759" y="8476"/>
                </a:cubicBezTo>
                <a:cubicBezTo>
                  <a:pt x="12176" y="9263"/>
                  <a:pt x="9612" y="11433"/>
                  <a:pt x="8083" y="14841"/>
                </a:cubicBezTo>
                <a:close/>
                <a:moveTo>
                  <a:pt x="2622" y="12453"/>
                </a:moveTo>
                <a:cubicBezTo>
                  <a:pt x="5068" y="6816"/>
                  <a:pt x="8870" y="3175"/>
                  <a:pt x="13938" y="1588"/>
                </a:cubicBezTo>
                <a:cubicBezTo>
                  <a:pt x="19007" y="0"/>
                  <a:pt x="24745" y="626"/>
                  <a:pt x="31226" y="3466"/>
                </a:cubicBezTo>
                <a:cubicBezTo>
                  <a:pt x="37664" y="6306"/>
                  <a:pt x="41989" y="10181"/>
                  <a:pt x="44261" y="15016"/>
                </a:cubicBezTo>
                <a:cubicBezTo>
                  <a:pt x="46475" y="19851"/>
                  <a:pt x="46358" y="25080"/>
                  <a:pt x="43912" y="30658"/>
                </a:cubicBezTo>
                <a:cubicBezTo>
                  <a:pt x="41421" y="36353"/>
                  <a:pt x="37605" y="39936"/>
                  <a:pt x="32537" y="41523"/>
                </a:cubicBezTo>
                <a:cubicBezTo>
                  <a:pt x="27483" y="43067"/>
                  <a:pt x="21672" y="42441"/>
                  <a:pt x="15249" y="39586"/>
                </a:cubicBezTo>
                <a:cubicBezTo>
                  <a:pt x="8811" y="36746"/>
                  <a:pt x="4442" y="32930"/>
                  <a:pt x="2214" y="28095"/>
                </a:cubicBezTo>
                <a:cubicBezTo>
                  <a:pt x="0" y="23318"/>
                  <a:pt x="117" y="18089"/>
                  <a:pt x="2622" y="12453"/>
                </a:cubicBezTo>
                <a:close/>
                <a:moveTo>
                  <a:pt x="2622" y="12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06780-360B-40F0-A545-9B3E0FBB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03" y="5448754"/>
            <a:ext cx="53874" cy="46490"/>
          </a:xfrm>
          <a:custGeom xmlns:a="http://schemas.openxmlformats.org/drawingml/2006/main">
            <a:pathLst>
              <a:path w="53874" h="46490">
                <a:moveTo>
                  <a:pt x="30163" y="3015"/>
                </a:moveTo>
                <a:lnTo>
                  <a:pt x="53874" y="13545"/>
                </a:lnTo>
                <a:lnTo>
                  <a:pt x="51034" y="19968"/>
                </a:lnTo>
                <a:lnTo>
                  <a:pt x="27483" y="9612"/>
                </a:lnTo>
                <a:cubicBezTo>
                  <a:pt x="23784" y="7967"/>
                  <a:pt x="20652" y="7457"/>
                  <a:pt x="18205" y="8083"/>
                </a:cubicBezTo>
                <a:cubicBezTo>
                  <a:pt x="15700" y="8710"/>
                  <a:pt x="13822" y="10472"/>
                  <a:pt x="12525" y="13370"/>
                </a:cubicBezTo>
                <a:cubicBezTo>
                  <a:pt x="10982" y="16895"/>
                  <a:pt x="10865" y="20143"/>
                  <a:pt x="12176" y="23099"/>
                </a:cubicBezTo>
                <a:cubicBezTo>
                  <a:pt x="13545" y="26114"/>
                  <a:pt x="16108" y="28444"/>
                  <a:pt x="19968" y="30163"/>
                </a:cubicBezTo>
                <a:lnTo>
                  <a:pt x="42222" y="39994"/>
                </a:lnTo>
                <a:lnTo>
                  <a:pt x="39309" y="46490"/>
                </a:lnTo>
                <a:lnTo>
                  <a:pt x="0" y="29129"/>
                </a:lnTo>
                <a:lnTo>
                  <a:pt x="2855" y="22589"/>
                </a:lnTo>
                <a:lnTo>
                  <a:pt x="8986" y="25327"/>
                </a:lnTo>
                <a:cubicBezTo>
                  <a:pt x="7282" y="22706"/>
                  <a:pt x="6321" y="20084"/>
                  <a:pt x="6088" y="17521"/>
                </a:cubicBezTo>
                <a:cubicBezTo>
                  <a:pt x="5869" y="14914"/>
                  <a:pt x="6321" y="12234"/>
                  <a:pt x="7515" y="9452"/>
                </a:cubicBezTo>
                <a:cubicBezTo>
                  <a:pt x="9511" y="4952"/>
                  <a:pt x="12467" y="2170"/>
                  <a:pt x="16268" y="1092"/>
                </a:cubicBezTo>
                <a:cubicBezTo>
                  <a:pt x="20084" y="0"/>
                  <a:pt x="24701" y="626"/>
                  <a:pt x="30163" y="3015"/>
                </a:cubicBezTo>
                <a:close/>
                <a:moveTo>
                  <a:pt x="30163" y="30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69FC1-0D48-496A-99F5-E357F8E1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261" y="6684281"/>
            <a:ext cx="64972" cy="52577"/>
          </a:xfrm>
          <a:custGeom xmlns:a="http://schemas.openxmlformats.org/drawingml/2006/main">
            <a:pathLst>
              <a:path w="64972" h="52577">
                <a:moveTo>
                  <a:pt x="8753" y="7282"/>
                </a:moveTo>
                <a:lnTo>
                  <a:pt x="29857" y="29187"/>
                </a:lnTo>
                <a:lnTo>
                  <a:pt x="39076" y="10195"/>
                </a:lnTo>
                <a:lnTo>
                  <a:pt x="8753" y="7282"/>
                </a:lnTo>
                <a:close/>
                <a:moveTo>
                  <a:pt x="0" y="7908"/>
                </a:moveTo>
                <a:lnTo>
                  <a:pt x="3801" y="0"/>
                </a:lnTo>
                <a:lnTo>
                  <a:pt x="64972" y="5243"/>
                </a:lnTo>
                <a:lnTo>
                  <a:pt x="61433" y="12525"/>
                </a:lnTo>
                <a:lnTo>
                  <a:pt x="45907" y="10821"/>
                </a:lnTo>
                <a:lnTo>
                  <a:pt x="34707" y="34081"/>
                </a:lnTo>
                <a:lnTo>
                  <a:pt x="45630" y="45179"/>
                </a:lnTo>
                <a:lnTo>
                  <a:pt x="42091" y="52577"/>
                </a:lnTo>
                <a:lnTo>
                  <a:pt x="0" y="7908"/>
                </a:lnTo>
                <a:close/>
                <a:moveTo>
                  <a:pt x="0" y="79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2720F-DCB7-4147-953B-CEF44A4D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214" y="6626708"/>
            <a:ext cx="64287" cy="55301"/>
          </a:xfrm>
          <a:custGeom xmlns:a="http://schemas.openxmlformats.org/drawingml/2006/main">
            <a:pathLst>
              <a:path w="64287" h="55301">
                <a:moveTo>
                  <a:pt x="30323" y="36411"/>
                </a:moveTo>
                <a:lnTo>
                  <a:pt x="49271" y="45514"/>
                </a:lnTo>
                <a:lnTo>
                  <a:pt x="54675" y="34314"/>
                </a:lnTo>
                <a:cubicBezTo>
                  <a:pt x="56495" y="30556"/>
                  <a:pt x="57063" y="27425"/>
                  <a:pt x="56379" y="24861"/>
                </a:cubicBezTo>
                <a:cubicBezTo>
                  <a:pt x="55694" y="22298"/>
                  <a:pt x="53757" y="20259"/>
                  <a:pt x="50568" y="18657"/>
                </a:cubicBezTo>
                <a:cubicBezTo>
                  <a:pt x="47334" y="17128"/>
                  <a:pt x="44480" y="16895"/>
                  <a:pt x="42091" y="17987"/>
                </a:cubicBezTo>
                <a:cubicBezTo>
                  <a:pt x="39703" y="19007"/>
                  <a:pt x="37605" y="21453"/>
                  <a:pt x="35785" y="25211"/>
                </a:cubicBezTo>
                <a:lnTo>
                  <a:pt x="30323" y="36411"/>
                </a:lnTo>
                <a:close/>
                <a:moveTo>
                  <a:pt x="9103" y="26114"/>
                </a:moveTo>
                <a:lnTo>
                  <a:pt x="24687" y="33687"/>
                </a:lnTo>
                <a:lnTo>
                  <a:pt x="29697" y="23332"/>
                </a:lnTo>
                <a:cubicBezTo>
                  <a:pt x="31284" y="19910"/>
                  <a:pt x="31911" y="17069"/>
                  <a:pt x="31459" y="14797"/>
                </a:cubicBezTo>
                <a:cubicBezTo>
                  <a:pt x="30949" y="12467"/>
                  <a:pt x="29406" y="10705"/>
                  <a:pt x="26798" y="9452"/>
                </a:cubicBezTo>
                <a:cubicBezTo>
                  <a:pt x="24177" y="8200"/>
                  <a:pt x="21847" y="8083"/>
                  <a:pt x="19735" y="9103"/>
                </a:cubicBezTo>
                <a:cubicBezTo>
                  <a:pt x="17637" y="10181"/>
                  <a:pt x="15759" y="12409"/>
                  <a:pt x="14113" y="15817"/>
                </a:cubicBezTo>
                <a:lnTo>
                  <a:pt x="9103" y="26114"/>
                </a:lnTo>
                <a:close/>
                <a:moveTo>
                  <a:pt x="0" y="30323"/>
                </a:moveTo>
                <a:lnTo>
                  <a:pt x="8637" y="12525"/>
                </a:lnTo>
                <a:cubicBezTo>
                  <a:pt x="11200" y="7166"/>
                  <a:pt x="14273" y="3583"/>
                  <a:pt x="17856" y="1821"/>
                </a:cubicBezTo>
                <a:cubicBezTo>
                  <a:pt x="21497" y="0"/>
                  <a:pt x="25313" y="58"/>
                  <a:pt x="29406" y="2054"/>
                </a:cubicBezTo>
                <a:cubicBezTo>
                  <a:pt x="32595" y="3583"/>
                  <a:pt x="34751" y="5520"/>
                  <a:pt x="35901" y="7908"/>
                </a:cubicBezTo>
                <a:cubicBezTo>
                  <a:pt x="37037" y="10239"/>
                  <a:pt x="37154" y="12977"/>
                  <a:pt x="36236" y="16108"/>
                </a:cubicBezTo>
                <a:cubicBezTo>
                  <a:pt x="38625" y="12977"/>
                  <a:pt x="41465" y="11098"/>
                  <a:pt x="44713" y="10297"/>
                </a:cubicBezTo>
                <a:cubicBezTo>
                  <a:pt x="47961" y="9511"/>
                  <a:pt x="51369" y="10020"/>
                  <a:pt x="54835" y="11666"/>
                </a:cubicBezTo>
                <a:cubicBezTo>
                  <a:pt x="59510" y="13880"/>
                  <a:pt x="62292" y="17186"/>
                  <a:pt x="63253" y="21570"/>
                </a:cubicBezTo>
                <a:cubicBezTo>
                  <a:pt x="64287" y="25895"/>
                  <a:pt x="63370" y="30949"/>
                  <a:pt x="60588" y="36761"/>
                </a:cubicBezTo>
                <a:lnTo>
                  <a:pt x="51660" y="55301"/>
                </a:lnTo>
                <a:lnTo>
                  <a:pt x="0" y="30323"/>
                </a:lnTo>
                <a:close/>
                <a:moveTo>
                  <a:pt x="0" y="303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5AD28-62E1-4FF2-A34C-52D8752F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32" y="6621246"/>
            <a:ext cx="12292" cy="11550"/>
          </a:xfrm>
          <a:custGeom xmlns:a="http://schemas.openxmlformats.org/drawingml/2006/main">
            <a:pathLst>
              <a:path w="12292" h="11550">
                <a:moveTo>
                  <a:pt x="0" y="7282"/>
                </a:moveTo>
                <a:lnTo>
                  <a:pt x="3525" y="0"/>
                </a:lnTo>
                <a:lnTo>
                  <a:pt x="12292" y="4267"/>
                </a:lnTo>
                <a:lnTo>
                  <a:pt x="8768" y="11550"/>
                </a:lnTo>
                <a:lnTo>
                  <a:pt x="0" y="7282"/>
                </a:lnTo>
                <a:close/>
                <a:moveTo>
                  <a:pt x="0" y="72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49165-837C-43F5-ABDA-E30725BA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009" y="6564751"/>
            <a:ext cx="64957" cy="52577"/>
          </a:xfrm>
          <a:custGeom xmlns:a="http://schemas.openxmlformats.org/drawingml/2006/main">
            <a:pathLst>
              <a:path w="64957" h="52577">
                <a:moveTo>
                  <a:pt x="8753" y="7282"/>
                </a:moveTo>
                <a:lnTo>
                  <a:pt x="29857" y="29187"/>
                </a:lnTo>
                <a:lnTo>
                  <a:pt x="39076" y="10195"/>
                </a:lnTo>
                <a:lnTo>
                  <a:pt x="8753" y="7282"/>
                </a:lnTo>
                <a:close/>
                <a:moveTo>
                  <a:pt x="0" y="7908"/>
                </a:moveTo>
                <a:lnTo>
                  <a:pt x="3801" y="0"/>
                </a:lnTo>
                <a:lnTo>
                  <a:pt x="64957" y="5243"/>
                </a:lnTo>
                <a:lnTo>
                  <a:pt x="61433" y="12525"/>
                </a:lnTo>
                <a:lnTo>
                  <a:pt x="45907" y="10821"/>
                </a:lnTo>
                <a:lnTo>
                  <a:pt x="34692" y="34081"/>
                </a:lnTo>
                <a:lnTo>
                  <a:pt x="45616" y="45179"/>
                </a:lnTo>
                <a:lnTo>
                  <a:pt x="42091" y="52577"/>
                </a:lnTo>
                <a:lnTo>
                  <a:pt x="0" y="7908"/>
                </a:lnTo>
                <a:close/>
                <a:moveTo>
                  <a:pt x="0" y="79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31127-9E5B-47D4-9AA2-6FC1EDE1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590" y="6515144"/>
            <a:ext cx="56554" cy="54966"/>
          </a:xfrm>
          <a:custGeom xmlns:a="http://schemas.openxmlformats.org/drawingml/2006/main">
            <a:pathLst>
              <a:path w="56554" h="54966">
                <a:moveTo>
                  <a:pt x="36003" y="38625"/>
                </a:moveTo>
                <a:lnTo>
                  <a:pt x="56554" y="48529"/>
                </a:lnTo>
                <a:lnTo>
                  <a:pt x="53480" y="54966"/>
                </a:lnTo>
                <a:lnTo>
                  <a:pt x="0" y="29129"/>
                </a:lnTo>
                <a:lnTo>
                  <a:pt x="3131" y="22764"/>
                </a:lnTo>
                <a:lnTo>
                  <a:pt x="8986" y="25546"/>
                </a:lnTo>
                <a:cubicBezTo>
                  <a:pt x="7340" y="23099"/>
                  <a:pt x="6423" y="20594"/>
                  <a:pt x="6306" y="18031"/>
                </a:cubicBezTo>
                <a:cubicBezTo>
                  <a:pt x="6204" y="15424"/>
                  <a:pt x="6772" y="12744"/>
                  <a:pt x="8127" y="9904"/>
                </a:cubicBezTo>
                <a:cubicBezTo>
                  <a:pt x="10414" y="5185"/>
                  <a:pt x="14157" y="2272"/>
                  <a:pt x="19283" y="1136"/>
                </a:cubicBezTo>
                <a:cubicBezTo>
                  <a:pt x="24454" y="0"/>
                  <a:pt x="30090" y="918"/>
                  <a:pt x="36178" y="3816"/>
                </a:cubicBezTo>
                <a:cubicBezTo>
                  <a:pt x="42266" y="6772"/>
                  <a:pt x="46417" y="10647"/>
                  <a:pt x="48747" y="15365"/>
                </a:cubicBezTo>
                <a:cubicBezTo>
                  <a:pt x="51092" y="20143"/>
                  <a:pt x="51092" y="24861"/>
                  <a:pt x="48805" y="29522"/>
                </a:cubicBezTo>
                <a:cubicBezTo>
                  <a:pt x="47451" y="32377"/>
                  <a:pt x="45732" y="34532"/>
                  <a:pt x="43635" y="36076"/>
                </a:cubicBezTo>
                <a:cubicBezTo>
                  <a:pt x="41523" y="37547"/>
                  <a:pt x="38974" y="38406"/>
                  <a:pt x="36003" y="38625"/>
                </a:cubicBezTo>
                <a:close/>
                <a:moveTo>
                  <a:pt x="32930" y="10472"/>
                </a:moveTo>
                <a:cubicBezTo>
                  <a:pt x="28269" y="8200"/>
                  <a:pt x="24177" y="7399"/>
                  <a:pt x="20536" y="8025"/>
                </a:cubicBezTo>
                <a:cubicBezTo>
                  <a:pt x="16953" y="8651"/>
                  <a:pt x="14331" y="10647"/>
                  <a:pt x="12744" y="13996"/>
                </a:cubicBezTo>
                <a:cubicBezTo>
                  <a:pt x="11084" y="17404"/>
                  <a:pt x="11142" y="20711"/>
                  <a:pt x="12919" y="23900"/>
                </a:cubicBezTo>
                <a:cubicBezTo>
                  <a:pt x="14623" y="27075"/>
                  <a:pt x="17798" y="29872"/>
                  <a:pt x="22531" y="32085"/>
                </a:cubicBezTo>
                <a:cubicBezTo>
                  <a:pt x="27192" y="34357"/>
                  <a:pt x="31343" y="35158"/>
                  <a:pt x="34925" y="34532"/>
                </a:cubicBezTo>
                <a:cubicBezTo>
                  <a:pt x="38508" y="33906"/>
                  <a:pt x="41130" y="31867"/>
                  <a:pt x="42717" y="28503"/>
                </a:cubicBezTo>
                <a:cubicBezTo>
                  <a:pt x="44378" y="25153"/>
                  <a:pt x="44319" y="21847"/>
                  <a:pt x="42557" y="18657"/>
                </a:cubicBezTo>
                <a:cubicBezTo>
                  <a:pt x="40839" y="15424"/>
                  <a:pt x="37664" y="12686"/>
                  <a:pt x="32930" y="10472"/>
                </a:cubicBezTo>
                <a:close/>
                <a:moveTo>
                  <a:pt x="32930" y="104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01F28-428D-4970-ACE0-5ECADCFB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320" y="6470199"/>
            <a:ext cx="56554" cy="54966"/>
          </a:xfrm>
          <a:custGeom xmlns:a="http://schemas.openxmlformats.org/drawingml/2006/main">
            <a:pathLst>
              <a:path w="56554" h="54966">
                <a:moveTo>
                  <a:pt x="36018" y="38639"/>
                </a:moveTo>
                <a:lnTo>
                  <a:pt x="56554" y="48529"/>
                </a:lnTo>
                <a:lnTo>
                  <a:pt x="53480" y="54966"/>
                </a:lnTo>
                <a:lnTo>
                  <a:pt x="0" y="29129"/>
                </a:lnTo>
                <a:lnTo>
                  <a:pt x="3073" y="22706"/>
                </a:lnTo>
                <a:lnTo>
                  <a:pt x="8986" y="25546"/>
                </a:lnTo>
                <a:cubicBezTo>
                  <a:pt x="7340" y="23099"/>
                  <a:pt x="6423" y="20594"/>
                  <a:pt x="6321" y="18031"/>
                </a:cubicBezTo>
                <a:cubicBezTo>
                  <a:pt x="6146" y="15424"/>
                  <a:pt x="6772" y="12744"/>
                  <a:pt x="8141" y="9904"/>
                </a:cubicBezTo>
                <a:cubicBezTo>
                  <a:pt x="10414" y="5185"/>
                  <a:pt x="14113" y="2272"/>
                  <a:pt x="19283" y="1136"/>
                </a:cubicBezTo>
                <a:cubicBezTo>
                  <a:pt x="24468" y="0"/>
                  <a:pt x="30032" y="918"/>
                  <a:pt x="36120" y="3816"/>
                </a:cubicBezTo>
                <a:cubicBezTo>
                  <a:pt x="42208" y="6772"/>
                  <a:pt x="46417" y="10647"/>
                  <a:pt x="48762" y="15365"/>
                </a:cubicBezTo>
                <a:cubicBezTo>
                  <a:pt x="51092" y="20084"/>
                  <a:pt x="51092" y="24803"/>
                  <a:pt x="48820" y="29522"/>
                </a:cubicBezTo>
                <a:cubicBezTo>
                  <a:pt x="47451" y="32377"/>
                  <a:pt x="45688" y="34532"/>
                  <a:pt x="43577" y="36018"/>
                </a:cubicBezTo>
                <a:cubicBezTo>
                  <a:pt x="41479" y="37547"/>
                  <a:pt x="38974" y="38406"/>
                  <a:pt x="36018" y="38639"/>
                </a:cubicBezTo>
                <a:close/>
                <a:moveTo>
                  <a:pt x="32945" y="10414"/>
                </a:moveTo>
                <a:cubicBezTo>
                  <a:pt x="28269" y="8200"/>
                  <a:pt x="24119" y="7399"/>
                  <a:pt x="20536" y="8025"/>
                </a:cubicBezTo>
                <a:cubicBezTo>
                  <a:pt x="16953" y="8651"/>
                  <a:pt x="14331" y="10647"/>
                  <a:pt x="12744" y="13996"/>
                </a:cubicBezTo>
                <a:cubicBezTo>
                  <a:pt x="11098" y="17404"/>
                  <a:pt x="11156" y="20652"/>
                  <a:pt x="12860" y="23900"/>
                </a:cubicBezTo>
                <a:cubicBezTo>
                  <a:pt x="14623" y="27090"/>
                  <a:pt x="17812" y="29813"/>
                  <a:pt x="22473" y="32085"/>
                </a:cubicBezTo>
                <a:cubicBezTo>
                  <a:pt x="27192" y="34372"/>
                  <a:pt x="31284" y="35158"/>
                  <a:pt x="34882" y="34532"/>
                </a:cubicBezTo>
                <a:cubicBezTo>
                  <a:pt x="38523" y="33906"/>
                  <a:pt x="41072" y="31867"/>
                  <a:pt x="42732" y="28503"/>
                </a:cubicBezTo>
                <a:cubicBezTo>
                  <a:pt x="44378" y="25153"/>
                  <a:pt x="44319" y="21847"/>
                  <a:pt x="42557" y="18657"/>
                </a:cubicBezTo>
                <a:cubicBezTo>
                  <a:pt x="40853" y="15424"/>
                  <a:pt x="37605" y="12686"/>
                  <a:pt x="32945" y="10414"/>
                </a:cubicBezTo>
                <a:close/>
                <a:moveTo>
                  <a:pt x="32945" y="104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C7819-48F8-4129-BBB9-70F91122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092" y="6440502"/>
            <a:ext cx="56889" cy="32318"/>
          </a:xfrm>
          <a:custGeom xmlns:a="http://schemas.openxmlformats.org/drawingml/2006/main">
            <a:pathLst>
              <a:path w="56889" h="32318">
                <a:moveTo>
                  <a:pt x="0" y="6321"/>
                </a:moveTo>
                <a:lnTo>
                  <a:pt x="3073" y="0"/>
                </a:lnTo>
                <a:lnTo>
                  <a:pt x="56889" y="25939"/>
                </a:lnTo>
                <a:lnTo>
                  <a:pt x="53815" y="32318"/>
                </a:lnTo>
                <a:lnTo>
                  <a:pt x="0" y="6321"/>
                </a:lnTo>
                <a:close/>
                <a:moveTo>
                  <a:pt x="0" y="6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872C8-DB5B-4E89-9B1C-3066A123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362" y="6406421"/>
            <a:ext cx="48368" cy="43868"/>
          </a:xfrm>
          <a:custGeom xmlns:a="http://schemas.openxmlformats.org/drawingml/2006/main">
            <a:pathLst>
              <a:path w="48368" h="43868">
                <a:moveTo>
                  <a:pt x="30105" y="3481"/>
                </a:moveTo>
                <a:lnTo>
                  <a:pt x="33178" y="5010"/>
                </a:lnTo>
                <a:lnTo>
                  <a:pt x="19065" y="34255"/>
                </a:lnTo>
                <a:cubicBezTo>
                  <a:pt x="23551" y="36076"/>
                  <a:pt x="27541" y="36353"/>
                  <a:pt x="30949" y="35100"/>
                </a:cubicBezTo>
                <a:cubicBezTo>
                  <a:pt x="34416" y="33848"/>
                  <a:pt x="37154" y="31124"/>
                  <a:pt x="39207" y="26915"/>
                </a:cubicBezTo>
                <a:cubicBezTo>
                  <a:pt x="40343" y="24468"/>
                  <a:pt x="41188" y="21963"/>
                  <a:pt x="41698" y="19342"/>
                </a:cubicBezTo>
                <a:cubicBezTo>
                  <a:pt x="42222" y="16793"/>
                  <a:pt x="42441" y="14055"/>
                  <a:pt x="42324" y="11215"/>
                </a:cubicBezTo>
                <a:lnTo>
                  <a:pt x="48368" y="14113"/>
                </a:lnTo>
                <a:cubicBezTo>
                  <a:pt x="48194" y="16895"/>
                  <a:pt x="47786" y="19575"/>
                  <a:pt x="47174" y="22254"/>
                </a:cubicBezTo>
                <a:cubicBezTo>
                  <a:pt x="46548" y="24861"/>
                  <a:pt x="45572" y="27425"/>
                  <a:pt x="44378" y="29872"/>
                </a:cubicBezTo>
                <a:cubicBezTo>
                  <a:pt x="41421" y="36076"/>
                  <a:pt x="37270" y="40110"/>
                  <a:pt x="31925" y="41989"/>
                </a:cubicBezTo>
                <a:cubicBezTo>
                  <a:pt x="26565" y="43868"/>
                  <a:pt x="20827" y="43300"/>
                  <a:pt x="14681" y="40343"/>
                </a:cubicBezTo>
                <a:cubicBezTo>
                  <a:pt x="8360" y="37270"/>
                  <a:pt x="4151" y="33119"/>
                  <a:pt x="2112" y="27876"/>
                </a:cubicBezTo>
                <a:cubicBezTo>
                  <a:pt x="0" y="22706"/>
                  <a:pt x="408" y="17186"/>
                  <a:pt x="3190" y="11389"/>
                </a:cubicBezTo>
                <a:cubicBezTo>
                  <a:pt x="5753" y="6146"/>
                  <a:pt x="9394" y="2855"/>
                  <a:pt x="14229" y="1427"/>
                </a:cubicBezTo>
                <a:cubicBezTo>
                  <a:pt x="19007" y="0"/>
                  <a:pt x="24293" y="685"/>
                  <a:pt x="30105" y="3481"/>
                </a:cubicBezTo>
                <a:close/>
                <a:moveTo>
                  <a:pt x="25153" y="8943"/>
                </a:moveTo>
                <a:cubicBezTo>
                  <a:pt x="21628" y="7282"/>
                  <a:pt x="18380" y="6947"/>
                  <a:pt x="15424" y="7850"/>
                </a:cubicBezTo>
                <a:cubicBezTo>
                  <a:pt x="12409" y="8768"/>
                  <a:pt x="10137" y="10763"/>
                  <a:pt x="8651" y="13880"/>
                </a:cubicBezTo>
                <a:cubicBezTo>
                  <a:pt x="6889" y="17419"/>
                  <a:pt x="6539" y="20769"/>
                  <a:pt x="7515" y="23842"/>
                </a:cubicBezTo>
                <a:cubicBezTo>
                  <a:pt x="8476" y="26973"/>
                  <a:pt x="10763" y="29595"/>
                  <a:pt x="14229" y="31634"/>
                </a:cubicBezTo>
                <a:lnTo>
                  <a:pt x="25153" y="8943"/>
                </a:lnTo>
                <a:close/>
                <a:moveTo>
                  <a:pt x="25153" y="89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F8A2B-8208-4A92-B458-ABD5AE05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920" y="6337124"/>
            <a:ext cx="74468" cy="72196"/>
          </a:xfrm>
          <a:custGeom xmlns:a="http://schemas.openxmlformats.org/drawingml/2006/main">
            <a:pathLst>
              <a:path w="74468" h="72196">
                <a:moveTo>
                  <a:pt x="0" y="47232"/>
                </a:moveTo>
                <a:lnTo>
                  <a:pt x="5054" y="36819"/>
                </a:lnTo>
                <a:lnTo>
                  <a:pt x="46533" y="40635"/>
                </a:lnTo>
                <a:lnTo>
                  <a:pt x="17798" y="10414"/>
                </a:lnTo>
                <a:lnTo>
                  <a:pt x="22808" y="0"/>
                </a:lnTo>
                <a:lnTo>
                  <a:pt x="74468" y="24920"/>
                </a:lnTo>
                <a:lnTo>
                  <a:pt x="71162" y="31750"/>
                </a:lnTo>
                <a:lnTo>
                  <a:pt x="25823" y="9846"/>
                </a:lnTo>
                <a:lnTo>
                  <a:pt x="54835" y="40285"/>
                </a:lnTo>
                <a:lnTo>
                  <a:pt x="51427" y="47291"/>
                </a:lnTo>
                <a:lnTo>
                  <a:pt x="9612" y="43533"/>
                </a:lnTo>
                <a:lnTo>
                  <a:pt x="54951" y="65380"/>
                </a:lnTo>
                <a:lnTo>
                  <a:pt x="51660" y="72196"/>
                </a:lnTo>
                <a:lnTo>
                  <a:pt x="0" y="47232"/>
                </a:lnTo>
                <a:close/>
                <a:moveTo>
                  <a:pt x="0" y="472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ABDD6-DFCA-4D60-B6EE-48E703D4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944" y="6301747"/>
            <a:ext cx="48296" cy="43853"/>
          </a:xfrm>
          <a:custGeom xmlns:a="http://schemas.openxmlformats.org/drawingml/2006/main">
            <a:pathLst>
              <a:path w="48296" h="43853">
                <a:moveTo>
                  <a:pt x="30032" y="3466"/>
                </a:moveTo>
                <a:lnTo>
                  <a:pt x="33163" y="4996"/>
                </a:lnTo>
                <a:lnTo>
                  <a:pt x="19050" y="34241"/>
                </a:lnTo>
                <a:cubicBezTo>
                  <a:pt x="23551" y="36061"/>
                  <a:pt x="27527" y="36353"/>
                  <a:pt x="30949" y="35100"/>
                </a:cubicBezTo>
                <a:cubicBezTo>
                  <a:pt x="34416" y="33848"/>
                  <a:pt x="37154" y="31110"/>
                  <a:pt x="39135" y="26900"/>
                </a:cubicBezTo>
                <a:cubicBezTo>
                  <a:pt x="40329" y="24454"/>
                  <a:pt x="41188" y="21963"/>
                  <a:pt x="41698" y="19400"/>
                </a:cubicBezTo>
                <a:cubicBezTo>
                  <a:pt x="42208" y="16778"/>
                  <a:pt x="42441" y="14113"/>
                  <a:pt x="42324" y="11258"/>
                </a:cubicBezTo>
                <a:lnTo>
                  <a:pt x="48296" y="14157"/>
                </a:lnTo>
                <a:cubicBezTo>
                  <a:pt x="48179" y="16895"/>
                  <a:pt x="47786" y="19560"/>
                  <a:pt x="47160" y="22240"/>
                </a:cubicBezTo>
                <a:cubicBezTo>
                  <a:pt x="46475" y="24861"/>
                  <a:pt x="45572" y="27425"/>
                  <a:pt x="44378" y="29915"/>
                </a:cubicBezTo>
                <a:cubicBezTo>
                  <a:pt x="41421" y="36061"/>
                  <a:pt x="37256" y="40110"/>
                  <a:pt x="31911" y="41989"/>
                </a:cubicBezTo>
                <a:cubicBezTo>
                  <a:pt x="26565" y="43853"/>
                  <a:pt x="20827" y="43285"/>
                  <a:pt x="14681" y="40329"/>
                </a:cubicBezTo>
                <a:cubicBezTo>
                  <a:pt x="8360" y="37256"/>
                  <a:pt x="4151" y="33105"/>
                  <a:pt x="2097" y="27935"/>
                </a:cubicBezTo>
                <a:cubicBezTo>
                  <a:pt x="0" y="22691"/>
                  <a:pt x="393" y="17171"/>
                  <a:pt x="3190" y="11375"/>
                </a:cubicBezTo>
                <a:cubicBezTo>
                  <a:pt x="5680" y="6146"/>
                  <a:pt x="9379" y="2840"/>
                  <a:pt x="14171" y="1413"/>
                </a:cubicBezTo>
                <a:cubicBezTo>
                  <a:pt x="19007" y="0"/>
                  <a:pt x="24293" y="685"/>
                  <a:pt x="30032" y="3466"/>
                </a:cubicBezTo>
                <a:close/>
                <a:moveTo>
                  <a:pt x="25094" y="8928"/>
                </a:moveTo>
                <a:cubicBezTo>
                  <a:pt x="21614" y="7340"/>
                  <a:pt x="18380" y="6933"/>
                  <a:pt x="15365" y="7850"/>
                </a:cubicBezTo>
                <a:cubicBezTo>
                  <a:pt x="12394" y="8753"/>
                  <a:pt x="10122" y="10749"/>
                  <a:pt x="8593" y="13880"/>
                </a:cubicBezTo>
                <a:cubicBezTo>
                  <a:pt x="6889" y="17463"/>
                  <a:pt x="6539" y="20769"/>
                  <a:pt x="7515" y="23886"/>
                </a:cubicBezTo>
                <a:cubicBezTo>
                  <a:pt x="8476" y="26959"/>
                  <a:pt x="10690" y="29580"/>
                  <a:pt x="14215" y="31634"/>
                </a:cubicBezTo>
                <a:lnTo>
                  <a:pt x="25094" y="8928"/>
                </a:lnTo>
                <a:close/>
                <a:moveTo>
                  <a:pt x="25094" y="89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D0AE2-5291-4DC4-9E3C-2E377527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508" y="6247072"/>
            <a:ext cx="56889" cy="55126"/>
          </a:xfrm>
          <a:custGeom xmlns:a="http://schemas.openxmlformats.org/drawingml/2006/main">
            <a:pathLst>
              <a:path w="56889" h="55126">
                <a:moveTo>
                  <a:pt x="20929" y="16501"/>
                </a:moveTo>
                <a:lnTo>
                  <a:pt x="0" y="6365"/>
                </a:lnTo>
                <a:lnTo>
                  <a:pt x="3073" y="0"/>
                </a:lnTo>
                <a:lnTo>
                  <a:pt x="56889" y="25997"/>
                </a:lnTo>
                <a:lnTo>
                  <a:pt x="53815" y="32377"/>
                </a:lnTo>
                <a:lnTo>
                  <a:pt x="48019" y="29580"/>
                </a:lnTo>
                <a:cubicBezTo>
                  <a:pt x="49665" y="32027"/>
                  <a:pt x="50524" y="34532"/>
                  <a:pt x="50684" y="37096"/>
                </a:cubicBezTo>
                <a:cubicBezTo>
                  <a:pt x="50801" y="39703"/>
                  <a:pt x="50174" y="42382"/>
                  <a:pt x="48805" y="45281"/>
                </a:cubicBezTo>
                <a:cubicBezTo>
                  <a:pt x="46533" y="49956"/>
                  <a:pt x="42834" y="52854"/>
                  <a:pt x="37722" y="53990"/>
                </a:cubicBezTo>
                <a:cubicBezTo>
                  <a:pt x="32537" y="55126"/>
                  <a:pt x="26915" y="54223"/>
                  <a:pt x="20827" y="51252"/>
                </a:cubicBezTo>
                <a:cubicBezTo>
                  <a:pt x="14739" y="48354"/>
                  <a:pt x="10530" y="44494"/>
                  <a:pt x="8243" y="39761"/>
                </a:cubicBezTo>
                <a:cubicBezTo>
                  <a:pt x="5913" y="34984"/>
                  <a:pt x="5855" y="30323"/>
                  <a:pt x="8127" y="25604"/>
                </a:cubicBezTo>
                <a:cubicBezTo>
                  <a:pt x="9554" y="22750"/>
                  <a:pt x="11258" y="20594"/>
                  <a:pt x="13370" y="19050"/>
                </a:cubicBezTo>
                <a:cubicBezTo>
                  <a:pt x="15467" y="17579"/>
                  <a:pt x="17972" y="16720"/>
                  <a:pt x="20929" y="16501"/>
                </a:cubicBezTo>
                <a:close/>
                <a:moveTo>
                  <a:pt x="24002" y="44713"/>
                </a:moveTo>
                <a:cubicBezTo>
                  <a:pt x="28677" y="46941"/>
                  <a:pt x="32828" y="47786"/>
                  <a:pt x="36411" y="47101"/>
                </a:cubicBezTo>
                <a:cubicBezTo>
                  <a:pt x="39994" y="46475"/>
                  <a:pt x="42615" y="44494"/>
                  <a:pt x="44203" y="41130"/>
                </a:cubicBezTo>
                <a:cubicBezTo>
                  <a:pt x="45849" y="37780"/>
                  <a:pt x="45790" y="34474"/>
                  <a:pt x="44086" y="31226"/>
                </a:cubicBezTo>
                <a:cubicBezTo>
                  <a:pt x="42324" y="28051"/>
                  <a:pt x="39135" y="25255"/>
                  <a:pt x="34474" y="23041"/>
                </a:cubicBezTo>
                <a:cubicBezTo>
                  <a:pt x="29813" y="20769"/>
                  <a:pt x="25662" y="19968"/>
                  <a:pt x="22080" y="20594"/>
                </a:cubicBezTo>
                <a:cubicBezTo>
                  <a:pt x="18439" y="21279"/>
                  <a:pt x="15875" y="23259"/>
                  <a:pt x="14215" y="26624"/>
                </a:cubicBezTo>
                <a:cubicBezTo>
                  <a:pt x="12569" y="29974"/>
                  <a:pt x="12627" y="33280"/>
                  <a:pt x="14390" y="36469"/>
                </a:cubicBezTo>
                <a:cubicBezTo>
                  <a:pt x="16094" y="39703"/>
                  <a:pt x="19342" y="42441"/>
                  <a:pt x="24002" y="44713"/>
                </a:cubicBezTo>
                <a:close/>
                <a:moveTo>
                  <a:pt x="24002" y="447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24096-0C87-4174-A627-5C06FB27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887" y="6227614"/>
            <a:ext cx="56903" cy="32377"/>
          </a:xfrm>
          <a:custGeom xmlns:a="http://schemas.openxmlformats.org/drawingml/2006/main">
            <a:pathLst>
              <a:path w="56903" h="32377">
                <a:moveTo>
                  <a:pt x="15089" y="13647"/>
                </a:moveTo>
                <a:lnTo>
                  <a:pt x="18147" y="7282"/>
                </a:lnTo>
                <a:lnTo>
                  <a:pt x="56903" y="25997"/>
                </a:lnTo>
                <a:lnTo>
                  <a:pt x="53830" y="32377"/>
                </a:lnTo>
                <a:lnTo>
                  <a:pt x="15089" y="13647"/>
                </a:lnTo>
                <a:close/>
                <a:moveTo>
                  <a:pt x="0" y="6365"/>
                </a:moveTo>
                <a:lnTo>
                  <a:pt x="3073" y="0"/>
                </a:lnTo>
                <a:lnTo>
                  <a:pt x="11156" y="3874"/>
                </a:lnTo>
                <a:lnTo>
                  <a:pt x="8083" y="10239"/>
                </a:lnTo>
                <a:lnTo>
                  <a:pt x="0" y="6365"/>
                </a:lnTo>
                <a:close/>
                <a:moveTo>
                  <a:pt x="0" y="63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BC7CE-F52B-49D7-9062-5BB59628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468" y="6195704"/>
            <a:ext cx="51369" cy="43635"/>
          </a:xfrm>
          <a:custGeom xmlns:a="http://schemas.openxmlformats.org/drawingml/2006/main">
            <a:pathLst>
              <a:path w="51369" h="43635">
                <a:moveTo>
                  <a:pt x="25764" y="17579"/>
                </a:moveTo>
                <a:cubicBezTo>
                  <a:pt x="23318" y="22691"/>
                  <a:pt x="22182" y="26565"/>
                  <a:pt x="22415" y="29129"/>
                </a:cubicBezTo>
                <a:cubicBezTo>
                  <a:pt x="22575" y="31678"/>
                  <a:pt x="24119" y="33615"/>
                  <a:pt x="26959" y="34984"/>
                </a:cubicBezTo>
                <a:cubicBezTo>
                  <a:pt x="29231" y="36120"/>
                  <a:pt x="31401" y="36236"/>
                  <a:pt x="33454" y="35377"/>
                </a:cubicBezTo>
                <a:cubicBezTo>
                  <a:pt x="35493" y="34532"/>
                  <a:pt x="37096" y="32814"/>
                  <a:pt x="38333" y="30265"/>
                </a:cubicBezTo>
                <a:cubicBezTo>
                  <a:pt x="40052" y="26726"/>
                  <a:pt x="40154" y="23259"/>
                  <a:pt x="38683" y="19968"/>
                </a:cubicBezTo>
                <a:cubicBezTo>
                  <a:pt x="37197" y="16603"/>
                  <a:pt x="34416" y="13938"/>
                  <a:pt x="30265" y="11943"/>
                </a:cubicBezTo>
                <a:lnTo>
                  <a:pt x="28837" y="11258"/>
                </a:lnTo>
                <a:lnTo>
                  <a:pt x="25764" y="17579"/>
                </a:lnTo>
                <a:close/>
                <a:moveTo>
                  <a:pt x="29289" y="3641"/>
                </a:moveTo>
                <a:lnTo>
                  <a:pt x="51369" y="14273"/>
                </a:lnTo>
                <a:lnTo>
                  <a:pt x="48296" y="20638"/>
                </a:lnTo>
                <a:lnTo>
                  <a:pt x="42441" y="17798"/>
                </a:lnTo>
                <a:cubicBezTo>
                  <a:pt x="44086" y="20419"/>
                  <a:pt x="44946" y="23041"/>
                  <a:pt x="44989" y="25764"/>
                </a:cubicBezTo>
                <a:cubicBezTo>
                  <a:pt x="45106" y="28503"/>
                  <a:pt x="44378" y="31401"/>
                  <a:pt x="42834" y="34532"/>
                </a:cubicBezTo>
                <a:cubicBezTo>
                  <a:pt x="40955" y="38508"/>
                  <a:pt x="38290" y="41130"/>
                  <a:pt x="34925" y="42382"/>
                </a:cubicBezTo>
                <a:cubicBezTo>
                  <a:pt x="31576" y="43635"/>
                  <a:pt x="28036" y="43344"/>
                  <a:pt x="24293" y="41581"/>
                </a:cubicBezTo>
                <a:cubicBezTo>
                  <a:pt x="19968" y="39470"/>
                  <a:pt x="17346" y="36411"/>
                  <a:pt x="16545" y="32420"/>
                </a:cubicBezTo>
                <a:cubicBezTo>
                  <a:pt x="15759" y="28444"/>
                  <a:pt x="16778" y="23551"/>
                  <a:pt x="19560" y="17798"/>
                </a:cubicBezTo>
                <a:lnTo>
                  <a:pt x="23886" y="8870"/>
                </a:lnTo>
                <a:lnTo>
                  <a:pt x="23259" y="8520"/>
                </a:lnTo>
                <a:cubicBezTo>
                  <a:pt x="20303" y="7107"/>
                  <a:pt x="17579" y="6991"/>
                  <a:pt x="15074" y="8127"/>
                </a:cubicBezTo>
                <a:cubicBezTo>
                  <a:pt x="12511" y="9321"/>
                  <a:pt x="10399" y="11593"/>
                  <a:pt x="8753" y="15074"/>
                </a:cubicBezTo>
                <a:cubicBezTo>
                  <a:pt x="7675" y="17288"/>
                  <a:pt x="6874" y="19618"/>
                  <a:pt x="6423" y="21949"/>
                </a:cubicBezTo>
                <a:cubicBezTo>
                  <a:pt x="5913" y="24279"/>
                  <a:pt x="5738" y="26682"/>
                  <a:pt x="5855" y="29129"/>
                </a:cubicBezTo>
                <a:lnTo>
                  <a:pt x="0" y="26332"/>
                </a:lnTo>
                <a:cubicBezTo>
                  <a:pt x="218" y="23551"/>
                  <a:pt x="626" y="20987"/>
                  <a:pt x="1253" y="18540"/>
                </a:cubicBezTo>
                <a:cubicBezTo>
                  <a:pt x="1879" y="16152"/>
                  <a:pt x="2665" y="13938"/>
                  <a:pt x="3641" y="11826"/>
                </a:cubicBezTo>
                <a:cubicBezTo>
                  <a:pt x="6365" y="6248"/>
                  <a:pt x="9831" y="2724"/>
                  <a:pt x="14098" y="1354"/>
                </a:cubicBezTo>
                <a:cubicBezTo>
                  <a:pt x="18307" y="0"/>
                  <a:pt x="23376" y="786"/>
                  <a:pt x="29289" y="3641"/>
                </a:cubicBezTo>
                <a:close/>
                <a:moveTo>
                  <a:pt x="29289" y="36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C67A3-A188-4C7D-BA0A-C3DD7FE4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657" y="6135611"/>
            <a:ext cx="64870" cy="60996"/>
          </a:xfrm>
          <a:custGeom xmlns:a="http://schemas.openxmlformats.org/drawingml/2006/main">
            <a:pathLst>
              <a:path w="64870" h="60996">
                <a:moveTo>
                  <a:pt x="9161" y="31867"/>
                </a:moveTo>
                <a:lnTo>
                  <a:pt x="49271" y="51267"/>
                </a:lnTo>
                <a:lnTo>
                  <a:pt x="53364" y="42790"/>
                </a:lnTo>
                <a:cubicBezTo>
                  <a:pt x="56787" y="35683"/>
                  <a:pt x="57690" y="29711"/>
                  <a:pt x="56102" y="24818"/>
                </a:cubicBezTo>
                <a:cubicBezTo>
                  <a:pt x="54456" y="19982"/>
                  <a:pt x="50131" y="15817"/>
                  <a:pt x="43183" y="12467"/>
                </a:cubicBezTo>
                <a:cubicBezTo>
                  <a:pt x="36309" y="9161"/>
                  <a:pt x="30440" y="8375"/>
                  <a:pt x="25604" y="10079"/>
                </a:cubicBezTo>
                <a:cubicBezTo>
                  <a:pt x="20769" y="11841"/>
                  <a:pt x="16676" y="16283"/>
                  <a:pt x="13210" y="23390"/>
                </a:cubicBezTo>
                <a:lnTo>
                  <a:pt x="9161" y="31867"/>
                </a:lnTo>
                <a:close/>
                <a:moveTo>
                  <a:pt x="0" y="36076"/>
                </a:moveTo>
                <a:lnTo>
                  <a:pt x="6947" y="21686"/>
                </a:lnTo>
                <a:cubicBezTo>
                  <a:pt x="11783" y="11724"/>
                  <a:pt x="17419" y="5360"/>
                  <a:pt x="23842" y="2680"/>
                </a:cubicBezTo>
                <a:cubicBezTo>
                  <a:pt x="30279" y="0"/>
                  <a:pt x="37897" y="859"/>
                  <a:pt x="46766" y="5127"/>
                </a:cubicBezTo>
                <a:cubicBezTo>
                  <a:pt x="55651" y="9394"/>
                  <a:pt x="61054" y="14914"/>
                  <a:pt x="62991" y="21628"/>
                </a:cubicBezTo>
                <a:cubicBezTo>
                  <a:pt x="64870" y="28342"/>
                  <a:pt x="63384" y="36702"/>
                  <a:pt x="58607" y="46664"/>
                </a:cubicBezTo>
                <a:lnTo>
                  <a:pt x="51660" y="60996"/>
                </a:lnTo>
                <a:lnTo>
                  <a:pt x="0" y="36076"/>
                </a:lnTo>
                <a:close/>
                <a:moveTo>
                  <a:pt x="0" y="360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5C31F-0766-45DF-9641-600A165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732" y="6110021"/>
            <a:ext cx="56889" cy="32362"/>
          </a:xfrm>
          <a:custGeom xmlns:a="http://schemas.openxmlformats.org/drawingml/2006/main">
            <a:pathLst>
              <a:path w="56889" h="32362">
                <a:moveTo>
                  <a:pt x="15074" y="13647"/>
                </a:moveTo>
                <a:lnTo>
                  <a:pt x="18147" y="7282"/>
                </a:lnTo>
                <a:lnTo>
                  <a:pt x="56889" y="25997"/>
                </a:lnTo>
                <a:lnTo>
                  <a:pt x="53815" y="32362"/>
                </a:lnTo>
                <a:lnTo>
                  <a:pt x="15074" y="13647"/>
                </a:lnTo>
                <a:close/>
                <a:moveTo>
                  <a:pt x="0" y="6365"/>
                </a:moveTo>
                <a:lnTo>
                  <a:pt x="3073" y="0"/>
                </a:lnTo>
                <a:lnTo>
                  <a:pt x="11142" y="3860"/>
                </a:lnTo>
                <a:lnTo>
                  <a:pt x="8069" y="10239"/>
                </a:lnTo>
                <a:lnTo>
                  <a:pt x="0" y="6365"/>
                </a:lnTo>
                <a:close/>
                <a:moveTo>
                  <a:pt x="0" y="63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1AD0A-3160-48C0-8AC8-6EA280C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240" y="6079858"/>
            <a:ext cx="46257" cy="44946"/>
          </a:xfrm>
          <a:custGeom xmlns:a="http://schemas.openxmlformats.org/drawingml/2006/main">
            <a:pathLst>
              <a:path w="46257" h="44946">
                <a:moveTo>
                  <a:pt x="11156" y="0"/>
                </a:moveTo>
                <a:lnTo>
                  <a:pt x="17128" y="2913"/>
                </a:lnTo>
                <a:cubicBezTo>
                  <a:pt x="15365" y="4209"/>
                  <a:pt x="13763" y="5753"/>
                  <a:pt x="12351" y="7515"/>
                </a:cubicBezTo>
                <a:cubicBezTo>
                  <a:pt x="10982" y="9219"/>
                  <a:pt x="9787" y="11098"/>
                  <a:pt x="8768" y="13152"/>
                </a:cubicBezTo>
                <a:cubicBezTo>
                  <a:pt x="7224" y="16327"/>
                  <a:pt x="6598" y="18948"/>
                  <a:pt x="6772" y="21002"/>
                </a:cubicBezTo>
                <a:cubicBezTo>
                  <a:pt x="7005" y="23041"/>
                  <a:pt x="8083" y="24526"/>
                  <a:pt x="10020" y="25429"/>
                </a:cubicBezTo>
                <a:cubicBezTo>
                  <a:pt x="11491" y="26172"/>
                  <a:pt x="12919" y="26172"/>
                  <a:pt x="14288" y="25429"/>
                </a:cubicBezTo>
                <a:cubicBezTo>
                  <a:pt x="15700" y="24701"/>
                  <a:pt x="17579" y="22822"/>
                  <a:pt x="19968" y="19808"/>
                </a:cubicBezTo>
                <a:lnTo>
                  <a:pt x="21512" y="17812"/>
                </a:lnTo>
                <a:cubicBezTo>
                  <a:pt x="24687" y="13778"/>
                  <a:pt x="27600" y="11215"/>
                  <a:pt x="30265" y="10195"/>
                </a:cubicBezTo>
                <a:cubicBezTo>
                  <a:pt x="32945" y="9103"/>
                  <a:pt x="35901" y="9394"/>
                  <a:pt x="39033" y="10865"/>
                </a:cubicBezTo>
                <a:cubicBezTo>
                  <a:pt x="42615" y="12642"/>
                  <a:pt x="44771" y="15424"/>
                  <a:pt x="45514" y="19298"/>
                </a:cubicBezTo>
                <a:cubicBezTo>
                  <a:pt x="46257" y="23157"/>
                  <a:pt x="45397" y="27600"/>
                  <a:pt x="43009" y="32551"/>
                </a:cubicBezTo>
                <a:cubicBezTo>
                  <a:pt x="41989" y="34649"/>
                  <a:pt x="40737" y="36702"/>
                  <a:pt x="39251" y="38756"/>
                </a:cubicBezTo>
                <a:cubicBezTo>
                  <a:pt x="37780" y="40795"/>
                  <a:pt x="36018" y="42907"/>
                  <a:pt x="34022" y="44946"/>
                </a:cubicBezTo>
                <a:lnTo>
                  <a:pt x="27425" y="41814"/>
                </a:lnTo>
                <a:cubicBezTo>
                  <a:pt x="29813" y="40052"/>
                  <a:pt x="31809" y="38173"/>
                  <a:pt x="33571" y="36193"/>
                </a:cubicBezTo>
                <a:cubicBezTo>
                  <a:pt x="35275" y="34197"/>
                  <a:pt x="36644" y="32100"/>
                  <a:pt x="37722" y="29813"/>
                </a:cubicBezTo>
                <a:cubicBezTo>
                  <a:pt x="39193" y="26857"/>
                  <a:pt x="39775" y="24293"/>
                  <a:pt x="39542" y="22196"/>
                </a:cubicBezTo>
                <a:cubicBezTo>
                  <a:pt x="39251" y="20084"/>
                  <a:pt x="38232" y="18555"/>
                  <a:pt x="36353" y="17696"/>
                </a:cubicBezTo>
                <a:cubicBezTo>
                  <a:pt x="34649" y="16851"/>
                  <a:pt x="33061" y="16793"/>
                  <a:pt x="31517" y="17536"/>
                </a:cubicBezTo>
                <a:cubicBezTo>
                  <a:pt x="30046" y="18205"/>
                  <a:pt x="27935" y="20317"/>
                  <a:pt x="25211" y="23842"/>
                </a:cubicBezTo>
                <a:lnTo>
                  <a:pt x="23609" y="25837"/>
                </a:lnTo>
                <a:cubicBezTo>
                  <a:pt x="20885" y="29362"/>
                  <a:pt x="18205" y="31576"/>
                  <a:pt x="15642" y="32551"/>
                </a:cubicBezTo>
                <a:cubicBezTo>
                  <a:pt x="13093" y="33454"/>
                  <a:pt x="10297" y="33178"/>
                  <a:pt x="7282" y="31750"/>
                </a:cubicBezTo>
                <a:cubicBezTo>
                  <a:pt x="3641" y="29988"/>
                  <a:pt x="1486" y="27308"/>
                  <a:pt x="743" y="23784"/>
                </a:cubicBezTo>
                <a:cubicBezTo>
                  <a:pt x="0" y="20259"/>
                  <a:pt x="801" y="16108"/>
                  <a:pt x="3073" y="11331"/>
                </a:cubicBezTo>
                <a:cubicBezTo>
                  <a:pt x="4209" y="9001"/>
                  <a:pt x="5462" y="6889"/>
                  <a:pt x="6831" y="4952"/>
                </a:cubicBezTo>
                <a:cubicBezTo>
                  <a:pt x="8141" y="3073"/>
                  <a:pt x="9612" y="1369"/>
                  <a:pt x="11156" y="0"/>
                </a:cubicBezTo>
                <a:close/>
                <a:moveTo>
                  <a:pt x="1115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2A811-8044-4FBE-8E44-2A1272A8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872" y="6039923"/>
            <a:ext cx="46985" cy="42950"/>
          </a:xfrm>
          <a:custGeom xmlns:a="http://schemas.openxmlformats.org/drawingml/2006/main">
            <a:pathLst>
              <a:path w="46985" h="42950">
                <a:moveTo>
                  <a:pt x="11200" y="0"/>
                </a:moveTo>
                <a:lnTo>
                  <a:pt x="17171" y="2898"/>
                </a:lnTo>
                <a:cubicBezTo>
                  <a:pt x="15307" y="4209"/>
                  <a:pt x="13647" y="5636"/>
                  <a:pt x="12278" y="7224"/>
                </a:cubicBezTo>
                <a:cubicBezTo>
                  <a:pt x="10923" y="8768"/>
                  <a:pt x="9787" y="10472"/>
                  <a:pt x="8928" y="12351"/>
                </a:cubicBezTo>
                <a:cubicBezTo>
                  <a:pt x="6933" y="16443"/>
                  <a:pt x="6656" y="20317"/>
                  <a:pt x="8185" y="23842"/>
                </a:cubicBezTo>
                <a:cubicBezTo>
                  <a:pt x="9729" y="27366"/>
                  <a:pt x="12802" y="30323"/>
                  <a:pt x="17579" y="32595"/>
                </a:cubicBezTo>
                <a:cubicBezTo>
                  <a:pt x="22298" y="34882"/>
                  <a:pt x="26507" y="35508"/>
                  <a:pt x="30207" y="34474"/>
                </a:cubicBezTo>
                <a:cubicBezTo>
                  <a:pt x="33964" y="33454"/>
                  <a:pt x="36804" y="30891"/>
                  <a:pt x="38800" y="26740"/>
                </a:cubicBezTo>
                <a:cubicBezTo>
                  <a:pt x="39703" y="24920"/>
                  <a:pt x="40329" y="22983"/>
                  <a:pt x="40678" y="20944"/>
                </a:cubicBezTo>
                <a:cubicBezTo>
                  <a:pt x="41072" y="18890"/>
                  <a:pt x="41188" y="16734"/>
                  <a:pt x="41072" y="14448"/>
                </a:cubicBezTo>
                <a:lnTo>
                  <a:pt x="46985" y="17302"/>
                </a:lnTo>
                <a:cubicBezTo>
                  <a:pt x="46926" y="19458"/>
                  <a:pt x="46650" y="21628"/>
                  <a:pt x="46140" y="23667"/>
                </a:cubicBezTo>
                <a:cubicBezTo>
                  <a:pt x="45674" y="25779"/>
                  <a:pt x="44887" y="27935"/>
                  <a:pt x="43853" y="30046"/>
                </a:cubicBezTo>
                <a:cubicBezTo>
                  <a:pt x="41013" y="35901"/>
                  <a:pt x="36979" y="39659"/>
                  <a:pt x="31634" y="41305"/>
                </a:cubicBezTo>
                <a:cubicBezTo>
                  <a:pt x="26332" y="42950"/>
                  <a:pt x="20536" y="42324"/>
                  <a:pt x="14331" y="39309"/>
                </a:cubicBezTo>
                <a:cubicBezTo>
                  <a:pt x="8025" y="36236"/>
                  <a:pt x="3860" y="32085"/>
                  <a:pt x="1937" y="26915"/>
                </a:cubicBezTo>
                <a:cubicBezTo>
                  <a:pt x="0" y="21672"/>
                  <a:pt x="451" y="16050"/>
                  <a:pt x="3408" y="10020"/>
                </a:cubicBezTo>
                <a:cubicBezTo>
                  <a:pt x="4326" y="8025"/>
                  <a:pt x="5462" y="6263"/>
                  <a:pt x="6772" y="4559"/>
                </a:cubicBezTo>
                <a:cubicBezTo>
                  <a:pt x="8069" y="2898"/>
                  <a:pt x="9554" y="1369"/>
                  <a:pt x="11200" y="0"/>
                </a:cubicBezTo>
                <a:close/>
                <a:moveTo>
                  <a:pt x="112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682FF-561A-4874-A33A-665BD7C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238" y="6000847"/>
            <a:ext cx="46664" cy="43344"/>
          </a:xfrm>
          <a:custGeom xmlns:a="http://schemas.openxmlformats.org/drawingml/2006/main">
            <a:pathLst>
              <a:path w="46664" h="43344">
                <a:moveTo>
                  <a:pt x="8433" y="14448"/>
                </a:moveTo>
                <a:cubicBezTo>
                  <a:pt x="6772" y="17856"/>
                  <a:pt x="6772" y="21220"/>
                  <a:pt x="8476" y="24454"/>
                </a:cubicBezTo>
                <a:cubicBezTo>
                  <a:pt x="10195" y="27760"/>
                  <a:pt x="13370" y="30483"/>
                  <a:pt x="17987" y="32712"/>
                </a:cubicBezTo>
                <a:cubicBezTo>
                  <a:pt x="22648" y="34984"/>
                  <a:pt x="26740" y="35726"/>
                  <a:pt x="30381" y="35042"/>
                </a:cubicBezTo>
                <a:cubicBezTo>
                  <a:pt x="33964" y="34357"/>
                  <a:pt x="36644" y="32304"/>
                  <a:pt x="38290" y="28896"/>
                </a:cubicBezTo>
                <a:cubicBezTo>
                  <a:pt x="39950" y="25488"/>
                  <a:pt x="39892" y="22182"/>
                  <a:pt x="38188" y="18875"/>
                </a:cubicBezTo>
                <a:cubicBezTo>
                  <a:pt x="36411" y="15642"/>
                  <a:pt x="33294" y="12846"/>
                  <a:pt x="28677" y="10632"/>
                </a:cubicBezTo>
                <a:cubicBezTo>
                  <a:pt x="24075" y="8418"/>
                  <a:pt x="19982" y="7675"/>
                  <a:pt x="16341" y="8360"/>
                </a:cubicBezTo>
                <a:cubicBezTo>
                  <a:pt x="12700" y="9044"/>
                  <a:pt x="10020" y="11025"/>
                  <a:pt x="8433" y="14448"/>
                </a:cubicBezTo>
                <a:close/>
                <a:moveTo>
                  <a:pt x="3015" y="11826"/>
                </a:moveTo>
                <a:cubicBezTo>
                  <a:pt x="5695" y="6306"/>
                  <a:pt x="9569" y="2840"/>
                  <a:pt x="14681" y="1413"/>
                </a:cubicBezTo>
                <a:cubicBezTo>
                  <a:pt x="19808" y="0"/>
                  <a:pt x="25546" y="786"/>
                  <a:pt x="31925" y="3860"/>
                </a:cubicBezTo>
                <a:cubicBezTo>
                  <a:pt x="38290" y="6933"/>
                  <a:pt x="42499" y="10923"/>
                  <a:pt x="44552" y="15861"/>
                </a:cubicBezTo>
                <a:cubicBezTo>
                  <a:pt x="46664" y="20754"/>
                  <a:pt x="46373" y="25939"/>
                  <a:pt x="43693" y="31517"/>
                </a:cubicBezTo>
                <a:cubicBezTo>
                  <a:pt x="40970" y="37037"/>
                  <a:pt x="37096" y="40504"/>
                  <a:pt x="31983" y="41931"/>
                </a:cubicBezTo>
                <a:cubicBezTo>
                  <a:pt x="26798" y="43344"/>
                  <a:pt x="21118" y="42499"/>
                  <a:pt x="14739" y="39426"/>
                </a:cubicBezTo>
                <a:cubicBezTo>
                  <a:pt x="8375" y="36353"/>
                  <a:pt x="4165" y="32362"/>
                  <a:pt x="2112" y="27527"/>
                </a:cubicBezTo>
                <a:cubicBezTo>
                  <a:pt x="0" y="22633"/>
                  <a:pt x="350" y="17404"/>
                  <a:pt x="3015" y="11826"/>
                </a:cubicBezTo>
                <a:close/>
                <a:moveTo>
                  <a:pt x="3015" y="118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A3F8F-D5C8-4177-85DE-40D00AE2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662" y="5951692"/>
            <a:ext cx="49898" cy="41873"/>
          </a:xfrm>
          <a:custGeom xmlns:a="http://schemas.openxmlformats.org/drawingml/2006/main">
            <a:pathLst>
              <a:path w="49898" h="41873">
                <a:moveTo>
                  <a:pt x="0" y="37664"/>
                </a:moveTo>
                <a:lnTo>
                  <a:pt x="3248" y="30949"/>
                </a:lnTo>
                <a:lnTo>
                  <a:pt x="41581" y="34532"/>
                </a:lnTo>
                <a:lnTo>
                  <a:pt x="14958" y="6714"/>
                </a:lnTo>
                <a:lnTo>
                  <a:pt x="18205" y="0"/>
                </a:lnTo>
                <a:lnTo>
                  <a:pt x="49898" y="33221"/>
                </a:lnTo>
                <a:lnTo>
                  <a:pt x="45747" y="41873"/>
                </a:lnTo>
                <a:lnTo>
                  <a:pt x="0" y="37664"/>
                </a:lnTo>
                <a:close/>
                <a:moveTo>
                  <a:pt x="0" y="376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C4716-CA93-40E7-9836-155B0298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834" y="5914873"/>
            <a:ext cx="48296" cy="43868"/>
          </a:xfrm>
          <a:custGeom xmlns:a="http://schemas.openxmlformats.org/drawingml/2006/main">
            <a:pathLst>
              <a:path w="48296" h="43868">
                <a:moveTo>
                  <a:pt x="30032" y="3481"/>
                </a:moveTo>
                <a:lnTo>
                  <a:pt x="33163" y="5010"/>
                </a:lnTo>
                <a:lnTo>
                  <a:pt x="19007" y="34255"/>
                </a:lnTo>
                <a:cubicBezTo>
                  <a:pt x="23551" y="36076"/>
                  <a:pt x="27541" y="36353"/>
                  <a:pt x="30949" y="35100"/>
                </a:cubicBezTo>
                <a:cubicBezTo>
                  <a:pt x="34357" y="33848"/>
                  <a:pt x="37154" y="31124"/>
                  <a:pt x="39135" y="26915"/>
                </a:cubicBezTo>
                <a:cubicBezTo>
                  <a:pt x="40329" y="24468"/>
                  <a:pt x="41188" y="21963"/>
                  <a:pt x="41698" y="19400"/>
                </a:cubicBezTo>
                <a:cubicBezTo>
                  <a:pt x="42208" y="16793"/>
                  <a:pt x="42382" y="14055"/>
                  <a:pt x="42324" y="11215"/>
                </a:cubicBezTo>
                <a:lnTo>
                  <a:pt x="48296" y="14171"/>
                </a:lnTo>
                <a:cubicBezTo>
                  <a:pt x="48179" y="16895"/>
                  <a:pt x="47786" y="19575"/>
                  <a:pt x="47160" y="22254"/>
                </a:cubicBezTo>
                <a:cubicBezTo>
                  <a:pt x="46475" y="24861"/>
                  <a:pt x="45572" y="27425"/>
                  <a:pt x="44378" y="29930"/>
                </a:cubicBezTo>
                <a:cubicBezTo>
                  <a:pt x="41421" y="36076"/>
                  <a:pt x="37212" y="40110"/>
                  <a:pt x="31911" y="41989"/>
                </a:cubicBezTo>
                <a:cubicBezTo>
                  <a:pt x="26565" y="43868"/>
                  <a:pt x="20827" y="43300"/>
                  <a:pt x="14681" y="40343"/>
                </a:cubicBezTo>
                <a:cubicBezTo>
                  <a:pt x="8360" y="37270"/>
                  <a:pt x="4151" y="33119"/>
                  <a:pt x="2097" y="27935"/>
                </a:cubicBezTo>
                <a:cubicBezTo>
                  <a:pt x="0" y="22706"/>
                  <a:pt x="393" y="17186"/>
                  <a:pt x="3190" y="11389"/>
                </a:cubicBezTo>
                <a:cubicBezTo>
                  <a:pt x="5695" y="6146"/>
                  <a:pt x="9379" y="2855"/>
                  <a:pt x="14171" y="1427"/>
                </a:cubicBezTo>
                <a:cubicBezTo>
                  <a:pt x="19007" y="0"/>
                  <a:pt x="24293" y="685"/>
                  <a:pt x="30032" y="3481"/>
                </a:cubicBezTo>
                <a:close/>
                <a:moveTo>
                  <a:pt x="25094" y="8943"/>
                </a:moveTo>
                <a:cubicBezTo>
                  <a:pt x="21614" y="7340"/>
                  <a:pt x="18380" y="6947"/>
                  <a:pt x="15365" y="7850"/>
                </a:cubicBezTo>
                <a:cubicBezTo>
                  <a:pt x="12394" y="8768"/>
                  <a:pt x="10122" y="10763"/>
                  <a:pt x="8593" y="13880"/>
                </a:cubicBezTo>
                <a:cubicBezTo>
                  <a:pt x="6889" y="17463"/>
                  <a:pt x="6539" y="20769"/>
                  <a:pt x="7515" y="23900"/>
                </a:cubicBezTo>
                <a:cubicBezTo>
                  <a:pt x="8476" y="26973"/>
                  <a:pt x="10690" y="29595"/>
                  <a:pt x="14171" y="31634"/>
                </a:cubicBezTo>
                <a:lnTo>
                  <a:pt x="25094" y="8943"/>
                </a:lnTo>
                <a:close/>
                <a:moveTo>
                  <a:pt x="25094" y="89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A3969-21B1-490D-B436-6F9B96BB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20" y="5876641"/>
            <a:ext cx="41814" cy="41654"/>
          </a:xfrm>
          <a:custGeom xmlns:a="http://schemas.openxmlformats.org/drawingml/2006/main">
            <a:pathLst>
              <a:path w="41814" h="41654">
                <a:moveTo>
                  <a:pt x="16895" y="3131"/>
                </a:moveTo>
                <a:cubicBezTo>
                  <a:pt x="16152" y="3641"/>
                  <a:pt x="15467" y="4267"/>
                  <a:pt x="14899" y="5010"/>
                </a:cubicBezTo>
                <a:cubicBezTo>
                  <a:pt x="14273" y="5753"/>
                  <a:pt x="13705" y="6656"/>
                  <a:pt x="13254" y="7690"/>
                </a:cubicBezTo>
                <a:cubicBezTo>
                  <a:pt x="11491" y="11273"/>
                  <a:pt x="11317" y="14564"/>
                  <a:pt x="12744" y="17637"/>
                </a:cubicBezTo>
                <a:cubicBezTo>
                  <a:pt x="14157" y="20711"/>
                  <a:pt x="17055" y="23274"/>
                  <a:pt x="21439" y="25371"/>
                </a:cubicBezTo>
                <a:lnTo>
                  <a:pt x="41814" y="35275"/>
                </a:lnTo>
                <a:lnTo>
                  <a:pt x="38741" y="41654"/>
                </a:lnTo>
                <a:lnTo>
                  <a:pt x="0" y="22924"/>
                </a:lnTo>
                <a:lnTo>
                  <a:pt x="3117" y="16560"/>
                </a:lnTo>
                <a:lnTo>
                  <a:pt x="9146" y="19458"/>
                </a:lnTo>
                <a:cubicBezTo>
                  <a:pt x="7442" y="16953"/>
                  <a:pt x="6539" y="14404"/>
                  <a:pt x="6423" y="11724"/>
                </a:cubicBezTo>
                <a:cubicBezTo>
                  <a:pt x="6306" y="8986"/>
                  <a:pt x="6991" y="6088"/>
                  <a:pt x="8476" y="3073"/>
                </a:cubicBezTo>
                <a:cubicBezTo>
                  <a:pt x="8695" y="2622"/>
                  <a:pt x="8928" y="2170"/>
                  <a:pt x="9263" y="1660"/>
                </a:cubicBezTo>
                <a:cubicBezTo>
                  <a:pt x="9554" y="1136"/>
                  <a:pt x="9947" y="568"/>
                  <a:pt x="10355" y="0"/>
                </a:cubicBezTo>
                <a:lnTo>
                  <a:pt x="16895" y="3131"/>
                </a:lnTo>
                <a:close/>
                <a:moveTo>
                  <a:pt x="16895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9D812-A4CB-4FB5-B735-B6A88791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021" y="5837099"/>
            <a:ext cx="59394" cy="60034"/>
          </a:xfrm>
          <a:custGeom xmlns:a="http://schemas.openxmlformats.org/drawingml/2006/main">
            <a:pathLst>
              <a:path w="59394" h="60034">
                <a:moveTo>
                  <a:pt x="52286" y="37445"/>
                </a:moveTo>
                <a:cubicBezTo>
                  <a:pt x="56029" y="41479"/>
                  <a:pt x="58199" y="44669"/>
                  <a:pt x="58767" y="47058"/>
                </a:cubicBezTo>
                <a:cubicBezTo>
                  <a:pt x="59394" y="49446"/>
                  <a:pt x="59000" y="52068"/>
                  <a:pt x="57573" y="54908"/>
                </a:cubicBezTo>
                <a:lnTo>
                  <a:pt x="55126" y="60034"/>
                </a:lnTo>
                <a:lnTo>
                  <a:pt x="49839" y="57471"/>
                </a:lnTo>
                <a:lnTo>
                  <a:pt x="51602" y="53713"/>
                </a:lnTo>
                <a:cubicBezTo>
                  <a:pt x="52446" y="51951"/>
                  <a:pt x="52679" y="50407"/>
                  <a:pt x="52344" y="49053"/>
                </a:cubicBezTo>
                <a:cubicBezTo>
                  <a:pt x="51995" y="47684"/>
                  <a:pt x="50524" y="45630"/>
                  <a:pt x="48019" y="42965"/>
                </a:cubicBezTo>
                <a:lnTo>
                  <a:pt x="45688" y="40460"/>
                </a:lnTo>
                <a:lnTo>
                  <a:pt x="0" y="37664"/>
                </a:lnTo>
                <a:lnTo>
                  <a:pt x="3233" y="30949"/>
                </a:lnTo>
                <a:lnTo>
                  <a:pt x="39368" y="33454"/>
                </a:lnTo>
                <a:lnTo>
                  <a:pt x="14958" y="6714"/>
                </a:lnTo>
                <a:lnTo>
                  <a:pt x="18205" y="0"/>
                </a:lnTo>
                <a:lnTo>
                  <a:pt x="52286" y="37445"/>
                </a:lnTo>
                <a:close/>
                <a:moveTo>
                  <a:pt x="52286" y="374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D22C6-6C17-4ACF-8099-ACADB951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692" y="5811786"/>
            <a:ext cx="67127" cy="34940"/>
          </a:xfrm>
          <a:custGeom xmlns:a="http://schemas.openxmlformats.org/drawingml/2006/main">
            <a:pathLst>
              <a:path w="67127" h="34940">
                <a:moveTo>
                  <a:pt x="0" y="10020"/>
                </a:moveTo>
                <a:lnTo>
                  <a:pt x="3350" y="3015"/>
                </a:lnTo>
                <a:lnTo>
                  <a:pt x="49155" y="25153"/>
                </a:lnTo>
                <a:lnTo>
                  <a:pt x="61272" y="0"/>
                </a:lnTo>
                <a:lnTo>
                  <a:pt x="67127" y="2840"/>
                </a:lnTo>
                <a:lnTo>
                  <a:pt x="51660" y="34940"/>
                </a:lnTo>
                <a:lnTo>
                  <a:pt x="0" y="10020"/>
                </a:lnTo>
                <a:close/>
                <a:moveTo>
                  <a:pt x="0" y="100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24AB8-6673-481F-A65D-FFB3FD35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12" y="5775200"/>
            <a:ext cx="56903" cy="32377"/>
          </a:xfrm>
          <a:custGeom xmlns:a="http://schemas.openxmlformats.org/drawingml/2006/main">
            <a:pathLst>
              <a:path w="56903" h="32377">
                <a:moveTo>
                  <a:pt x="15132" y="13661"/>
                </a:moveTo>
                <a:lnTo>
                  <a:pt x="18205" y="7282"/>
                </a:lnTo>
                <a:lnTo>
                  <a:pt x="56903" y="26012"/>
                </a:lnTo>
                <a:lnTo>
                  <a:pt x="53830" y="32377"/>
                </a:lnTo>
                <a:lnTo>
                  <a:pt x="15132" y="13661"/>
                </a:lnTo>
                <a:close/>
                <a:moveTo>
                  <a:pt x="0" y="6379"/>
                </a:moveTo>
                <a:lnTo>
                  <a:pt x="3073" y="0"/>
                </a:lnTo>
                <a:lnTo>
                  <a:pt x="11156" y="3932"/>
                </a:lnTo>
                <a:lnTo>
                  <a:pt x="8083" y="10253"/>
                </a:lnTo>
                <a:lnTo>
                  <a:pt x="0" y="6379"/>
                </a:lnTo>
                <a:close/>
                <a:moveTo>
                  <a:pt x="0" y="63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FA144-1587-442B-BB32-728AA5EF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069" y="5737318"/>
            <a:ext cx="60646" cy="54791"/>
          </a:xfrm>
          <a:custGeom xmlns:a="http://schemas.openxmlformats.org/drawingml/2006/main">
            <a:pathLst>
              <a:path w="60646" h="54791">
                <a:moveTo>
                  <a:pt x="28153" y="15526"/>
                </a:moveTo>
                <a:cubicBezTo>
                  <a:pt x="23551" y="13312"/>
                  <a:pt x="19560" y="12511"/>
                  <a:pt x="16094" y="13195"/>
                </a:cubicBezTo>
                <a:cubicBezTo>
                  <a:pt x="12627" y="13880"/>
                  <a:pt x="10064" y="15933"/>
                  <a:pt x="8418" y="19342"/>
                </a:cubicBezTo>
                <a:cubicBezTo>
                  <a:pt x="6772" y="22750"/>
                  <a:pt x="6772" y="26056"/>
                  <a:pt x="8360" y="29187"/>
                </a:cubicBezTo>
                <a:cubicBezTo>
                  <a:pt x="10006" y="32318"/>
                  <a:pt x="13079" y="34984"/>
                  <a:pt x="17696" y="37212"/>
                </a:cubicBezTo>
                <a:cubicBezTo>
                  <a:pt x="22298" y="39426"/>
                  <a:pt x="26332" y="40169"/>
                  <a:pt x="29755" y="39484"/>
                </a:cubicBezTo>
                <a:cubicBezTo>
                  <a:pt x="33221" y="38800"/>
                  <a:pt x="35785" y="36804"/>
                  <a:pt x="37430" y="33396"/>
                </a:cubicBezTo>
                <a:cubicBezTo>
                  <a:pt x="39076" y="29930"/>
                  <a:pt x="39135" y="26682"/>
                  <a:pt x="37489" y="23551"/>
                </a:cubicBezTo>
                <a:cubicBezTo>
                  <a:pt x="35901" y="20419"/>
                  <a:pt x="32770" y="17754"/>
                  <a:pt x="28153" y="15526"/>
                </a:cubicBezTo>
                <a:close/>
                <a:moveTo>
                  <a:pt x="46257" y="16385"/>
                </a:moveTo>
                <a:cubicBezTo>
                  <a:pt x="52854" y="19575"/>
                  <a:pt x="57063" y="23434"/>
                  <a:pt x="58884" y="27935"/>
                </a:cubicBezTo>
                <a:cubicBezTo>
                  <a:pt x="60646" y="32377"/>
                  <a:pt x="60078" y="37664"/>
                  <a:pt x="57180" y="43693"/>
                </a:cubicBezTo>
                <a:cubicBezTo>
                  <a:pt x="56087" y="45907"/>
                  <a:pt x="54893" y="47961"/>
                  <a:pt x="53641" y="49781"/>
                </a:cubicBezTo>
                <a:cubicBezTo>
                  <a:pt x="52330" y="51602"/>
                  <a:pt x="50917" y="53247"/>
                  <a:pt x="49315" y="54791"/>
                </a:cubicBezTo>
                <a:lnTo>
                  <a:pt x="43125" y="51820"/>
                </a:lnTo>
                <a:cubicBezTo>
                  <a:pt x="45004" y="50466"/>
                  <a:pt x="46650" y="48922"/>
                  <a:pt x="48019" y="47334"/>
                </a:cubicBezTo>
                <a:cubicBezTo>
                  <a:pt x="49373" y="45790"/>
                  <a:pt x="50524" y="44028"/>
                  <a:pt x="51427" y="42149"/>
                </a:cubicBezTo>
                <a:cubicBezTo>
                  <a:pt x="53480" y="37940"/>
                  <a:pt x="53874" y="34299"/>
                  <a:pt x="52679" y="31168"/>
                </a:cubicBezTo>
                <a:cubicBezTo>
                  <a:pt x="51543" y="28051"/>
                  <a:pt x="48747" y="25429"/>
                  <a:pt x="44319" y="23318"/>
                </a:cubicBezTo>
                <a:lnTo>
                  <a:pt x="41188" y="21788"/>
                </a:lnTo>
                <a:cubicBezTo>
                  <a:pt x="42834" y="24235"/>
                  <a:pt x="43751" y="26740"/>
                  <a:pt x="43853" y="29304"/>
                </a:cubicBezTo>
                <a:cubicBezTo>
                  <a:pt x="44028" y="31911"/>
                  <a:pt x="43402" y="34649"/>
                  <a:pt x="41989" y="37489"/>
                </a:cubicBezTo>
                <a:cubicBezTo>
                  <a:pt x="39703" y="42266"/>
                  <a:pt x="36061" y="45222"/>
                  <a:pt x="31066" y="46358"/>
                </a:cubicBezTo>
                <a:cubicBezTo>
                  <a:pt x="25997" y="47509"/>
                  <a:pt x="20536" y="46650"/>
                  <a:pt x="14564" y="43751"/>
                </a:cubicBezTo>
                <a:cubicBezTo>
                  <a:pt x="8535" y="40853"/>
                  <a:pt x="4428" y="37096"/>
                  <a:pt x="2214" y="32420"/>
                </a:cubicBezTo>
                <a:cubicBezTo>
                  <a:pt x="0" y="27818"/>
                  <a:pt x="58" y="23099"/>
                  <a:pt x="2330" y="18380"/>
                </a:cubicBezTo>
                <a:cubicBezTo>
                  <a:pt x="3758" y="15467"/>
                  <a:pt x="5462" y="13312"/>
                  <a:pt x="7617" y="11768"/>
                </a:cubicBezTo>
                <a:cubicBezTo>
                  <a:pt x="9729" y="10297"/>
                  <a:pt x="12234" y="9438"/>
                  <a:pt x="15132" y="9219"/>
                </a:cubicBezTo>
                <a:lnTo>
                  <a:pt x="9263" y="6365"/>
                </a:lnTo>
                <a:lnTo>
                  <a:pt x="12336" y="0"/>
                </a:lnTo>
                <a:lnTo>
                  <a:pt x="46257" y="16385"/>
                </a:lnTo>
                <a:close/>
                <a:moveTo>
                  <a:pt x="46257" y="163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EB9B4-3C2D-429F-BE12-B662BCF4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536" y="5696072"/>
            <a:ext cx="69472" cy="47101"/>
          </a:xfrm>
          <a:custGeom xmlns:a="http://schemas.openxmlformats.org/drawingml/2006/main">
            <a:pathLst>
              <a:path w="69472" h="47101">
                <a:moveTo>
                  <a:pt x="46082" y="3350"/>
                </a:moveTo>
                <a:lnTo>
                  <a:pt x="69472" y="14681"/>
                </a:lnTo>
                <a:lnTo>
                  <a:pt x="66399" y="21046"/>
                </a:lnTo>
                <a:lnTo>
                  <a:pt x="43242" y="9846"/>
                </a:lnTo>
                <a:cubicBezTo>
                  <a:pt x="39601" y="8083"/>
                  <a:pt x="36469" y="7457"/>
                  <a:pt x="33964" y="8025"/>
                </a:cubicBezTo>
                <a:cubicBezTo>
                  <a:pt x="31459" y="8593"/>
                  <a:pt x="29522" y="10239"/>
                  <a:pt x="28168" y="13137"/>
                </a:cubicBezTo>
                <a:cubicBezTo>
                  <a:pt x="26507" y="16560"/>
                  <a:pt x="26289" y="19793"/>
                  <a:pt x="27541" y="22866"/>
                </a:cubicBezTo>
                <a:cubicBezTo>
                  <a:pt x="28736" y="25881"/>
                  <a:pt x="31241" y="28328"/>
                  <a:pt x="35042" y="30148"/>
                </a:cubicBezTo>
                <a:lnTo>
                  <a:pt x="56889" y="40737"/>
                </a:lnTo>
                <a:lnTo>
                  <a:pt x="53815" y="47101"/>
                </a:lnTo>
                <a:lnTo>
                  <a:pt x="0" y="21104"/>
                </a:lnTo>
                <a:lnTo>
                  <a:pt x="3073" y="14739"/>
                </a:lnTo>
                <a:lnTo>
                  <a:pt x="24177" y="24920"/>
                </a:lnTo>
                <a:cubicBezTo>
                  <a:pt x="22589" y="22240"/>
                  <a:pt x="21730" y="19618"/>
                  <a:pt x="21570" y="17011"/>
                </a:cubicBezTo>
                <a:cubicBezTo>
                  <a:pt x="21453" y="14390"/>
                  <a:pt x="22021" y="11724"/>
                  <a:pt x="23332" y="9044"/>
                </a:cubicBezTo>
                <a:cubicBezTo>
                  <a:pt x="25429" y="4602"/>
                  <a:pt x="28444" y="1879"/>
                  <a:pt x="32318" y="903"/>
                </a:cubicBezTo>
                <a:cubicBezTo>
                  <a:pt x="36178" y="0"/>
                  <a:pt x="40737" y="801"/>
                  <a:pt x="46082" y="3350"/>
                </a:cubicBezTo>
                <a:close/>
                <a:moveTo>
                  <a:pt x="46082" y="33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8ECF2-0962-40E1-94DF-0E81881F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358" y="5659938"/>
            <a:ext cx="59175" cy="35056"/>
          </a:xfrm>
          <a:custGeom xmlns:a="http://schemas.openxmlformats.org/drawingml/2006/main">
            <a:pathLst>
              <a:path w="59175" h="35056">
                <a:moveTo>
                  <a:pt x="3131" y="7807"/>
                </a:moveTo>
                <a:lnTo>
                  <a:pt x="14113" y="13093"/>
                </a:lnTo>
                <a:lnTo>
                  <a:pt x="20434" y="0"/>
                </a:lnTo>
                <a:lnTo>
                  <a:pt x="25386" y="2389"/>
                </a:lnTo>
                <a:lnTo>
                  <a:pt x="19065" y="15482"/>
                </a:lnTo>
                <a:lnTo>
                  <a:pt x="40052" y="25662"/>
                </a:lnTo>
                <a:cubicBezTo>
                  <a:pt x="43242" y="27206"/>
                  <a:pt x="45470" y="27716"/>
                  <a:pt x="46766" y="27308"/>
                </a:cubicBezTo>
                <a:cubicBezTo>
                  <a:pt x="48077" y="26857"/>
                  <a:pt x="49388" y="25327"/>
                  <a:pt x="50699" y="22706"/>
                </a:cubicBezTo>
                <a:lnTo>
                  <a:pt x="53830" y="16166"/>
                </a:lnTo>
                <a:lnTo>
                  <a:pt x="59175" y="18730"/>
                </a:lnTo>
                <a:lnTo>
                  <a:pt x="55986" y="25269"/>
                </a:lnTo>
                <a:cubicBezTo>
                  <a:pt x="53655" y="30163"/>
                  <a:pt x="51092" y="33119"/>
                  <a:pt x="48368" y="34081"/>
                </a:cubicBezTo>
                <a:cubicBezTo>
                  <a:pt x="45630" y="35056"/>
                  <a:pt x="41829" y="34372"/>
                  <a:pt x="36994" y="32042"/>
                </a:cubicBezTo>
                <a:lnTo>
                  <a:pt x="15992" y="21905"/>
                </a:lnTo>
                <a:lnTo>
                  <a:pt x="13720" y="26580"/>
                </a:lnTo>
                <a:lnTo>
                  <a:pt x="8768" y="24177"/>
                </a:lnTo>
                <a:lnTo>
                  <a:pt x="11040" y="19516"/>
                </a:lnTo>
                <a:lnTo>
                  <a:pt x="0" y="14171"/>
                </a:lnTo>
                <a:lnTo>
                  <a:pt x="3131" y="7807"/>
                </a:lnTo>
                <a:close/>
                <a:moveTo>
                  <a:pt x="3131" y="78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4F206-030F-47BF-9155-00D1306B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636" y="5623425"/>
            <a:ext cx="69472" cy="47101"/>
          </a:xfrm>
          <a:custGeom xmlns:a="http://schemas.openxmlformats.org/drawingml/2006/main">
            <a:pathLst>
              <a:path w="69472" h="47101">
                <a:moveTo>
                  <a:pt x="46082" y="3350"/>
                </a:moveTo>
                <a:lnTo>
                  <a:pt x="69472" y="14666"/>
                </a:lnTo>
                <a:lnTo>
                  <a:pt x="66399" y="21046"/>
                </a:lnTo>
                <a:lnTo>
                  <a:pt x="43242" y="9831"/>
                </a:lnTo>
                <a:cubicBezTo>
                  <a:pt x="39601" y="8069"/>
                  <a:pt x="36469" y="7442"/>
                  <a:pt x="33964" y="8010"/>
                </a:cubicBezTo>
                <a:cubicBezTo>
                  <a:pt x="31459" y="8578"/>
                  <a:pt x="29537" y="10297"/>
                  <a:pt x="28168" y="13137"/>
                </a:cubicBezTo>
                <a:cubicBezTo>
                  <a:pt x="26463" y="16545"/>
                  <a:pt x="26289" y="19793"/>
                  <a:pt x="27483" y="22866"/>
                </a:cubicBezTo>
                <a:cubicBezTo>
                  <a:pt x="28736" y="25881"/>
                  <a:pt x="31241" y="28328"/>
                  <a:pt x="34998" y="30148"/>
                </a:cubicBezTo>
                <a:lnTo>
                  <a:pt x="56889" y="40722"/>
                </a:lnTo>
                <a:lnTo>
                  <a:pt x="53815" y="47101"/>
                </a:lnTo>
                <a:lnTo>
                  <a:pt x="0" y="21104"/>
                </a:lnTo>
                <a:lnTo>
                  <a:pt x="3073" y="14725"/>
                </a:lnTo>
                <a:lnTo>
                  <a:pt x="24177" y="24905"/>
                </a:lnTo>
                <a:cubicBezTo>
                  <a:pt x="22589" y="22240"/>
                  <a:pt x="21730" y="19618"/>
                  <a:pt x="21570" y="16997"/>
                </a:cubicBezTo>
                <a:cubicBezTo>
                  <a:pt x="21395" y="14390"/>
                  <a:pt x="22021" y="11710"/>
                  <a:pt x="23274" y="9044"/>
                </a:cubicBezTo>
                <a:cubicBezTo>
                  <a:pt x="25429" y="4602"/>
                  <a:pt x="28444" y="1864"/>
                  <a:pt x="32318" y="903"/>
                </a:cubicBezTo>
                <a:cubicBezTo>
                  <a:pt x="36134" y="0"/>
                  <a:pt x="40737" y="786"/>
                  <a:pt x="46082" y="3350"/>
                </a:cubicBezTo>
                <a:close/>
                <a:moveTo>
                  <a:pt x="46082" y="33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6E626-F223-461C-88B3-A3E6FBF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863" y="5579382"/>
            <a:ext cx="46591" cy="43358"/>
          </a:xfrm>
          <a:custGeom xmlns:a="http://schemas.openxmlformats.org/drawingml/2006/main">
            <a:pathLst>
              <a:path w="46591" h="43358">
                <a:moveTo>
                  <a:pt x="8360" y="14448"/>
                </a:moveTo>
                <a:cubicBezTo>
                  <a:pt x="6714" y="17871"/>
                  <a:pt x="6772" y="21220"/>
                  <a:pt x="8476" y="24468"/>
                </a:cubicBezTo>
                <a:cubicBezTo>
                  <a:pt x="10181" y="27760"/>
                  <a:pt x="13312" y="30498"/>
                  <a:pt x="17972" y="32770"/>
                </a:cubicBezTo>
                <a:cubicBezTo>
                  <a:pt x="22589" y="34984"/>
                  <a:pt x="26740" y="35785"/>
                  <a:pt x="30323" y="35100"/>
                </a:cubicBezTo>
                <a:cubicBezTo>
                  <a:pt x="33964" y="34357"/>
                  <a:pt x="36586" y="32318"/>
                  <a:pt x="38232" y="28896"/>
                </a:cubicBezTo>
                <a:cubicBezTo>
                  <a:pt x="39877" y="25488"/>
                  <a:pt x="39819" y="22196"/>
                  <a:pt x="38115" y="18890"/>
                </a:cubicBezTo>
                <a:cubicBezTo>
                  <a:pt x="36411" y="15642"/>
                  <a:pt x="33221" y="12860"/>
                  <a:pt x="28619" y="10647"/>
                </a:cubicBezTo>
                <a:cubicBezTo>
                  <a:pt x="24060" y="8418"/>
                  <a:pt x="19910" y="7675"/>
                  <a:pt x="16268" y="8360"/>
                </a:cubicBezTo>
                <a:cubicBezTo>
                  <a:pt x="12627" y="9044"/>
                  <a:pt x="10006" y="11098"/>
                  <a:pt x="8360" y="14448"/>
                </a:cubicBezTo>
                <a:close/>
                <a:moveTo>
                  <a:pt x="2957" y="11841"/>
                </a:moveTo>
                <a:cubicBezTo>
                  <a:pt x="5636" y="6321"/>
                  <a:pt x="9554" y="2840"/>
                  <a:pt x="14681" y="1427"/>
                </a:cubicBezTo>
                <a:cubicBezTo>
                  <a:pt x="19793" y="0"/>
                  <a:pt x="25546" y="859"/>
                  <a:pt x="31911" y="3874"/>
                </a:cubicBezTo>
                <a:cubicBezTo>
                  <a:pt x="38232" y="6947"/>
                  <a:pt x="42441" y="10923"/>
                  <a:pt x="44552" y="15875"/>
                </a:cubicBezTo>
                <a:cubicBezTo>
                  <a:pt x="46591" y="20769"/>
                  <a:pt x="46315" y="25939"/>
                  <a:pt x="43635" y="31517"/>
                </a:cubicBezTo>
                <a:cubicBezTo>
                  <a:pt x="40955" y="37037"/>
                  <a:pt x="37037" y="40562"/>
                  <a:pt x="31911" y="41931"/>
                </a:cubicBezTo>
                <a:cubicBezTo>
                  <a:pt x="26798" y="43358"/>
                  <a:pt x="21046" y="42499"/>
                  <a:pt x="14739" y="39426"/>
                </a:cubicBezTo>
                <a:cubicBezTo>
                  <a:pt x="8360" y="36353"/>
                  <a:pt x="4151" y="32435"/>
                  <a:pt x="2054" y="27541"/>
                </a:cubicBezTo>
                <a:cubicBezTo>
                  <a:pt x="0" y="22648"/>
                  <a:pt x="277" y="17404"/>
                  <a:pt x="2957" y="11841"/>
                </a:cubicBezTo>
                <a:close/>
                <a:moveTo>
                  <a:pt x="2957" y="11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DCDD0-E9C4-44C9-8B92-748897DD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151" y="5531596"/>
            <a:ext cx="54398" cy="47101"/>
          </a:xfrm>
          <a:custGeom xmlns:a="http://schemas.openxmlformats.org/drawingml/2006/main">
            <a:pathLst>
              <a:path w="54398" h="47101">
                <a:moveTo>
                  <a:pt x="23449" y="43751"/>
                </a:moveTo>
                <a:lnTo>
                  <a:pt x="0" y="32420"/>
                </a:lnTo>
                <a:lnTo>
                  <a:pt x="3073" y="26056"/>
                </a:lnTo>
                <a:lnTo>
                  <a:pt x="26289" y="37256"/>
                </a:lnTo>
                <a:cubicBezTo>
                  <a:pt x="29930" y="39033"/>
                  <a:pt x="33003" y="39644"/>
                  <a:pt x="35566" y="39135"/>
                </a:cubicBezTo>
                <a:cubicBezTo>
                  <a:pt x="38071" y="38567"/>
                  <a:pt x="39994" y="36862"/>
                  <a:pt x="41421" y="34022"/>
                </a:cubicBezTo>
                <a:cubicBezTo>
                  <a:pt x="43067" y="30600"/>
                  <a:pt x="43300" y="27366"/>
                  <a:pt x="42047" y="24293"/>
                </a:cubicBezTo>
                <a:cubicBezTo>
                  <a:pt x="40795" y="21220"/>
                  <a:pt x="38290" y="18774"/>
                  <a:pt x="34547" y="16953"/>
                </a:cubicBezTo>
                <a:lnTo>
                  <a:pt x="12584" y="6365"/>
                </a:lnTo>
                <a:lnTo>
                  <a:pt x="15657" y="0"/>
                </a:lnTo>
                <a:lnTo>
                  <a:pt x="54398" y="18715"/>
                </a:lnTo>
                <a:lnTo>
                  <a:pt x="51325" y="25080"/>
                </a:lnTo>
                <a:lnTo>
                  <a:pt x="45354" y="22182"/>
                </a:lnTo>
                <a:cubicBezTo>
                  <a:pt x="46941" y="24861"/>
                  <a:pt x="47859" y="27483"/>
                  <a:pt x="48019" y="30090"/>
                </a:cubicBezTo>
                <a:cubicBezTo>
                  <a:pt x="48135" y="32712"/>
                  <a:pt x="47567" y="35333"/>
                  <a:pt x="46257" y="38057"/>
                </a:cubicBezTo>
                <a:cubicBezTo>
                  <a:pt x="44159" y="42499"/>
                  <a:pt x="41144" y="45164"/>
                  <a:pt x="37212" y="46140"/>
                </a:cubicBezTo>
                <a:cubicBezTo>
                  <a:pt x="33338" y="47101"/>
                  <a:pt x="28736" y="46315"/>
                  <a:pt x="23449" y="43751"/>
                </a:cubicBezTo>
                <a:close/>
                <a:moveTo>
                  <a:pt x="23449" y="437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2CE20-F1F1-4D76-A115-91F1D3D2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109" y="5494326"/>
            <a:ext cx="46198" cy="45004"/>
          </a:xfrm>
          <a:custGeom xmlns:a="http://schemas.openxmlformats.org/drawingml/2006/main">
            <a:pathLst>
              <a:path w="46198" h="45004">
                <a:moveTo>
                  <a:pt x="11098" y="0"/>
                </a:moveTo>
                <a:lnTo>
                  <a:pt x="17128" y="2898"/>
                </a:lnTo>
                <a:cubicBezTo>
                  <a:pt x="15307" y="4267"/>
                  <a:pt x="13705" y="5811"/>
                  <a:pt x="12351" y="7515"/>
                </a:cubicBezTo>
                <a:cubicBezTo>
                  <a:pt x="10923" y="9219"/>
                  <a:pt x="9729" y="11156"/>
                  <a:pt x="8710" y="13210"/>
                </a:cubicBezTo>
                <a:cubicBezTo>
                  <a:pt x="7224" y="16385"/>
                  <a:pt x="6539" y="18948"/>
                  <a:pt x="6772" y="21002"/>
                </a:cubicBezTo>
                <a:cubicBezTo>
                  <a:pt x="6947" y="23041"/>
                  <a:pt x="8025" y="24585"/>
                  <a:pt x="9962" y="25488"/>
                </a:cubicBezTo>
                <a:cubicBezTo>
                  <a:pt x="11433" y="26230"/>
                  <a:pt x="12860" y="26172"/>
                  <a:pt x="14273" y="25488"/>
                </a:cubicBezTo>
                <a:cubicBezTo>
                  <a:pt x="15642" y="24745"/>
                  <a:pt x="17521" y="22881"/>
                  <a:pt x="19968" y="19808"/>
                </a:cubicBezTo>
                <a:lnTo>
                  <a:pt x="21512" y="17871"/>
                </a:lnTo>
                <a:cubicBezTo>
                  <a:pt x="24628" y="13822"/>
                  <a:pt x="27541" y="11273"/>
                  <a:pt x="30207" y="10239"/>
                </a:cubicBezTo>
                <a:cubicBezTo>
                  <a:pt x="32945" y="9161"/>
                  <a:pt x="35843" y="9394"/>
                  <a:pt x="38974" y="10923"/>
                </a:cubicBezTo>
                <a:cubicBezTo>
                  <a:pt x="42615" y="12686"/>
                  <a:pt x="44771" y="15482"/>
                  <a:pt x="45514" y="19342"/>
                </a:cubicBezTo>
                <a:cubicBezTo>
                  <a:pt x="46198" y="23216"/>
                  <a:pt x="45339" y="27600"/>
                  <a:pt x="42950" y="32610"/>
                </a:cubicBezTo>
                <a:cubicBezTo>
                  <a:pt x="41931" y="34649"/>
                  <a:pt x="40737" y="36761"/>
                  <a:pt x="39193" y="38800"/>
                </a:cubicBezTo>
                <a:cubicBezTo>
                  <a:pt x="37722" y="40853"/>
                  <a:pt x="35959" y="42907"/>
                  <a:pt x="33964" y="45004"/>
                </a:cubicBezTo>
                <a:lnTo>
                  <a:pt x="27425" y="41814"/>
                </a:lnTo>
                <a:cubicBezTo>
                  <a:pt x="29755" y="40052"/>
                  <a:pt x="31809" y="38232"/>
                  <a:pt x="33513" y="36251"/>
                </a:cubicBezTo>
                <a:cubicBezTo>
                  <a:pt x="35217" y="34255"/>
                  <a:pt x="36586" y="32144"/>
                  <a:pt x="37722" y="29872"/>
                </a:cubicBezTo>
                <a:cubicBezTo>
                  <a:pt x="39135" y="26857"/>
                  <a:pt x="39717" y="24352"/>
                  <a:pt x="39484" y="22254"/>
                </a:cubicBezTo>
                <a:cubicBezTo>
                  <a:pt x="39251" y="20143"/>
                  <a:pt x="38173" y="18613"/>
                  <a:pt x="36294" y="17696"/>
                </a:cubicBezTo>
                <a:cubicBezTo>
                  <a:pt x="34590" y="16895"/>
                  <a:pt x="33003" y="16851"/>
                  <a:pt x="31517" y="17521"/>
                </a:cubicBezTo>
                <a:cubicBezTo>
                  <a:pt x="30032" y="18264"/>
                  <a:pt x="27876" y="20376"/>
                  <a:pt x="25153" y="23900"/>
                </a:cubicBezTo>
                <a:lnTo>
                  <a:pt x="23551" y="25895"/>
                </a:lnTo>
                <a:cubicBezTo>
                  <a:pt x="20827" y="29420"/>
                  <a:pt x="18147" y="31634"/>
                  <a:pt x="15584" y="32551"/>
                </a:cubicBezTo>
                <a:cubicBezTo>
                  <a:pt x="13021" y="33513"/>
                  <a:pt x="10239" y="33221"/>
                  <a:pt x="7282" y="31750"/>
                </a:cubicBezTo>
                <a:cubicBezTo>
                  <a:pt x="3641" y="30046"/>
                  <a:pt x="1427" y="27366"/>
                  <a:pt x="685" y="23842"/>
                </a:cubicBezTo>
                <a:cubicBezTo>
                  <a:pt x="0" y="20317"/>
                  <a:pt x="743" y="16166"/>
                  <a:pt x="3073" y="11375"/>
                </a:cubicBezTo>
                <a:cubicBezTo>
                  <a:pt x="4151" y="9044"/>
                  <a:pt x="5403" y="6947"/>
                  <a:pt x="6772" y="5010"/>
                </a:cubicBezTo>
                <a:cubicBezTo>
                  <a:pt x="8141" y="3073"/>
                  <a:pt x="9554" y="1427"/>
                  <a:pt x="11098" y="0"/>
                </a:cubicBezTo>
                <a:close/>
                <a:moveTo>
                  <a:pt x="110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4D98C-20E1-4F9E-BC3D-103921F4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684" y="5453590"/>
            <a:ext cx="48296" cy="43810"/>
          </a:xfrm>
          <a:custGeom xmlns:a="http://schemas.openxmlformats.org/drawingml/2006/main">
            <a:pathLst>
              <a:path w="48296" h="43810">
                <a:moveTo>
                  <a:pt x="30032" y="3481"/>
                </a:moveTo>
                <a:lnTo>
                  <a:pt x="33163" y="4952"/>
                </a:lnTo>
                <a:lnTo>
                  <a:pt x="18992" y="34197"/>
                </a:lnTo>
                <a:cubicBezTo>
                  <a:pt x="23551" y="36076"/>
                  <a:pt x="27527" y="36353"/>
                  <a:pt x="30949" y="35115"/>
                </a:cubicBezTo>
                <a:cubicBezTo>
                  <a:pt x="34357" y="33862"/>
                  <a:pt x="37139" y="31124"/>
                  <a:pt x="39135" y="26857"/>
                </a:cubicBezTo>
                <a:cubicBezTo>
                  <a:pt x="40329" y="24468"/>
                  <a:pt x="41188" y="21905"/>
                  <a:pt x="41698" y="19342"/>
                </a:cubicBezTo>
                <a:cubicBezTo>
                  <a:pt x="42208" y="16793"/>
                  <a:pt x="42441" y="14055"/>
                  <a:pt x="42324" y="11215"/>
                </a:cubicBezTo>
                <a:lnTo>
                  <a:pt x="48296" y="14113"/>
                </a:lnTo>
                <a:cubicBezTo>
                  <a:pt x="48179" y="16851"/>
                  <a:pt x="47786" y="19575"/>
                  <a:pt x="47160" y="22196"/>
                </a:cubicBezTo>
                <a:cubicBezTo>
                  <a:pt x="46475" y="24861"/>
                  <a:pt x="45572" y="27425"/>
                  <a:pt x="44378" y="29872"/>
                </a:cubicBezTo>
                <a:cubicBezTo>
                  <a:pt x="41407" y="36076"/>
                  <a:pt x="37256" y="40052"/>
                  <a:pt x="31911" y="41931"/>
                </a:cubicBezTo>
                <a:cubicBezTo>
                  <a:pt x="26565" y="43810"/>
                  <a:pt x="20813" y="43242"/>
                  <a:pt x="14666" y="40285"/>
                </a:cubicBezTo>
                <a:cubicBezTo>
                  <a:pt x="8360" y="37270"/>
                  <a:pt x="4151" y="33119"/>
                  <a:pt x="2097" y="27876"/>
                </a:cubicBezTo>
                <a:cubicBezTo>
                  <a:pt x="0" y="22648"/>
                  <a:pt x="393" y="17128"/>
                  <a:pt x="3175" y="11331"/>
                </a:cubicBezTo>
                <a:cubicBezTo>
                  <a:pt x="5680" y="6146"/>
                  <a:pt x="9379" y="2796"/>
                  <a:pt x="14157" y="1427"/>
                </a:cubicBezTo>
                <a:cubicBezTo>
                  <a:pt x="18992" y="0"/>
                  <a:pt x="24293" y="685"/>
                  <a:pt x="30032" y="3481"/>
                </a:cubicBezTo>
                <a:close/>
                <a:moveTo>
                  <a:pt x="25080" y="8943"/>
                </a:moveTo>
                <a:cubicBezTo>
                  <a:pt x="21614" y="7282"/>
                  <a:pt x="18366" y="6889"/>
                  <a:pt x="15351" y="7807"/>
                </a:cubicBezTo>
                <a:cubicBezTo>
                  <a:pt x="12394" y="8710"/>
                  <a:pt x="10122" y="10763"/>
                  <a:pt x="8593" y="13894"/>
                </a:cubicBezTo>
                <a:cubicBezTo>
                  <a:pt x="6874" y="17419"/>
                  <a:pt x="6539" y="20711"/>
                  <a:pt x="7501" y="23842"/>
                </a:cubicBezTo>
                <a:cubicBezTo>
                  <a:pt x="8476" y="26915"/>
                  <a:pt x="10690" y="29537"/>
                  <a:pt x="14215" y="31634"/>
                </a:cubicBezTo>
                <a:lnTo>
                  <a:pt x="25080" y="8943"/>
                </a:lnTo>
                <a:close/>
                <a:moveTo>
                  <a:pt x="25080" y="89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99397-98D5-49B9-A838-44892ACA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228" y="5402789"/>
            <a:ext cx="55024" cy="53655"/>
          </a:xfrm>
          <a:custGeom xmlns:a="http://schemas.openxmlformats.org/drawingml/2006/main">
            <a:pathLst>
              <a:path w="55024" h="53655">
                <a:moveTo>
                  <a:pt x="9103" y="24526"/>
                </a:moveTo>
                <a:lnTo>
                  <a:pt x="28503" y="33906"/>
                </a:lnTo>
                <a:lnTo>
                  <a:pt x="32770" y="25094"/>
                </a:lnTo>
                <a:cubicBezTo>
                  <a:pt x="34314" y="21847"/>
                  <a:pt x="34707" y="18948"/>
                  <a:pt x="33906" y="16327"/>
                </a:cubicBezTo>
                <a:cubicBezTo>
                  <a:pt x="33061" y="13763"/>
                  <a:pt x="31066" y="11724"/>
                  <a:pt x="27993" y="10181"/>
                </a:cubicBezTo>
                <a:cubicBezTo>
                  <a:pt x="24861" y="8710"/>
                  <a:pt x="22080" y="8418"/>
                  <a:pt x="19516" y="9394"/>
                </a:cubicBezTo>
                <a:cubicBezTo>
                  <a:pt x="17011" y="10355"/>
                  <a:pt x="14972" y="12467"/>
                  <a:pt x="13370" y="15700"/>
                </a:cubicBezTo>
                <a:lnTo>
                  <a:pt x="9103" y="24526"/>
                </a:lnTo>
                <a:close/>
                <a:moveTo>
                  <a:pt x="0" y="28736"/>
                </a:moveTo>
                <a:lnTo>
                  <a:pt x="7632" y="12977"/>
                </a:lnTo>
                <a:cubicBezTo>
                  <a:pt x="10414" y="7166"/>
                  <a:pt x="13822" y="3408"/>
                  <a:pt x="17871" y="1704"/>
                </a:cubicBezTo>
                <a:cubicBezTo>
                  <a:pt x="21963" y="0"/>
                  <a:pt x="26522" y="393"/>
                  <a:pt x="31517" y="2840"/>
                </a:cubicBezTo>
                <a:cubicBezTo>
                  <a:pt x="36644" y="5287"/>
                  <a:pt x="39775" y="8651"/>
                  <a:pt x="40970" y="12860"/>
                </a:cubicBezTo>
                <a:cubicBezTo>
                  <a:pt x="42106" y="17069"/>
                  <a:pt x="41305" y="22080"/>
                  <a:pt x="38523" y="27876"/>
                </a:cubicBezTo>
                <a:lnTo>
                  <a:pt x="34255" y="36644"/>
                </a:lnTo>
                <a:lnTo>
                  <a:pt x="55024" y="46650"/>
                </a:lnTo>
                <a:lnTo>
                  <a:pt x="51660" y="53655"/>
                </a:lnTo>
                <a:lnTo>
                  <a:pt x="0" y="28736"/>
                </a:lnTo>
                <a:close/>
                <a:moveTo>
                  <a:pt x="0" y="287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D3982-259F-4143-ACFC-D4FA1DAC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550" y="5381685"/>
            <a:ext cx="56889" cy="32318"/>
          </a:xfrm>
          <a:custGeom xmlns:a="http://schemas.openxmlformats.org/drawingml/2006/main">
            <a:pathLst>
              <a:path w="56889" h="32318">
                <a:moveTo>
                  <a:pt x="0" y="6365"/>
                </a:moveTo>
                <a:lnTo>
                  <a:pt x="3073" y="0"/>
                </a:lnTo>
                <a:lnTo>
                  <a:pt x="56889" y="25997"/>
                </a:lnTo>
                <a:lnTo>
                  <a:pt x="53815" y="32318"/>
                </a:lnTo>
                <a:lnTo>
                  <a:pt x="0" y="6365"/>
                </a:lnTo>
                <a:close/>
                <a:moveTo>
                  <a:pt x="0" y="63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DBCB8-74A6-4C1E-84F6-E56D2A74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843" y="5343847"/>
            <a:ext cx="54383" cy="47174"/>
          </a:xfrm>
          <a:custGeom xmlns:a="http://schemas.openxmlformats.org/drawingml/2006/main">
            <a:pathLst>
              <a:path w="54383" h="47174">
                <a:moveTo>
                  <a:pt x="23434" y="43751"/>
                </a:moveTo>
                <a:lnTo>
                  <a:pt x="0" y="32435"/>
                </a:lnTo>
                <a:lnTo>
                  <a:pt x="3073" y="26056"/>
                </a:lnTo>
                <a:lnTo>
                  <a:pt x="26289" y="37270"/>
                </a:lnTo>
                <a:cubicBezTo>
                  <a:pt x="29930" y="39091"/>
                  <a:pt x="33003" y="39659"/>
                  <a:pt x="35552" y="39149"/>
                </a:cubicBezTo>
                <a:cubicBezTo>
                  <a:pt x="38057" y="38581"/>
                  <a:pt x="39994" y="36862"/>
                  <a:pt x="41421" y="34022"/>
                </a:cubicBezTo>
                <a:cubicBezTo>
                  <a:pt x="43067" y="30614"/>
                  <a:pt x="43300" y="27366"/>
                  <a:pt x="42047" y="24293"/>
                </a:cubicBezTo>
                <a:cubicBezTo>
                  <a:pt x="40795" y="21220"/>
                  <a:pt x="38290" y="18832"/>
                  <a:pt x="34532" y="16953"/>
                </a:cubicBezTo>
                <a:lnTo>
                  <a:pt x="12569" y="6379"/>
                </a:lnTo>
                <a:lnTo>
                  <a:pt x="15642" y="0"/>
                </a:lnTo>
                <a:lnTo>
                  <a:pt x="54383" y="18715"/>
                </a:lnTo>
                <a:lnTo>
                  <a:pt x="51310" y="25094"/>
                </a:lnTo>
                <a:lnTo>
                  <a:pt x="45339" y="22196"/>
                </a:lnTo>
                <a:cubicBezTo>
                  <a:pt x="46941" y="24861"/>
                  <a:pt x="47844" y="27541"/>
                  <a:pt x="48019" y="30105"/>
                </a:cubicBezTo>
                <a:cubicBezTo>
                  <a:pt x="48135" y="32712"/>
                  <a:pt x="47567" y="35333"/>
                  <a:pt x="46257" y="38057"/>
                </a:cubicBezTo>
                <a:cubicBezTo>
                  <a:pt x="44145" y="42499"/>
                  <a:pt x="41130" y="45237"/>
                  <a:pt x="37212" y="46198"/>
                </a:cubicBezTo>
                <a:cubicBezTo>
                  <a:pt x="33338" y="47174"/>
                  <a:pt x="28736" y="46373"/>
                  <a:pt x="23434" y="43751"/>
                </a:cubicBezTo>
                <a:close/>
                <a:moveTo>
                  <a:pt x="23434" y="437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2CDFC-33CF-48A5-865F-13209F64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79" y="5298901"/>
            <a:ext cx="60646" cy="54791"/>
          </a:xfrm>
          <a:custGeom xmlns:a="http://schemas.openxmlformats.org/drawingml/2006/main">
            <a:pathLst>
              <a:path w="60646" h="54791">
                <a:moveTo>
                  <a:pt x="28153" y="15540"/>
                </a:moveTo>
                <a:cubicBezTo>
                  <a:pt x="23551" y="13254"/>
                  <a:pt x="19516" y="12525"/>
                  <a:pt x="16094" y="13210"/>
                </a:cubicBezTo>
                <a:cubicBezTo>
                  <a:pt x="12627" y="13880"/>
                  <a:pt x="10064" y="15933"/>
                  <a:pt x="8418" y="19342"/>
                </a:cubicBezTo>
                <a:cubicBezTo>
                  <a:pt x="6772" y="22764"/>
                  <a:pt x="6772" y="25997"/>
                  <a:pt x="8360" y="29129"/>
                </a:cubicBezTo>
                <a:cubicBezTo>
                  <a:pt x="9947" y="32260"/>
                  <a:pt x="13079" y="34940"/>
                  <a:pt x="17696" y="37212"/>
                </a:cubicBezTo>
                <a:cubicBezTo>
                  <a:pt x="22298" y="39368"/>
                  <a:pt x="26274" y="40169"/>
                  <a:pt x="29755" y="39484"/>
                </a:cubicBezTo>
                <a:cubicBezTo>
                  <a:pt x="33221" y="38800"/>
                  <a:pt x="35785" y="36761"/>
                  <a:pt x="37430" y="33338"/>
                </a:cubicBezTo>
                <a:cubicBezTo>
                  <a:pt x="39076" y="29930"/>
                  <a:pt x="39076" y="26624"/>
                  <a:pt x="37489" y="23507"/>
                </a:cubicBezTo>
                <a:cubicBezTo>
                  <a:pt x="35843" y="20376"/>
                  <a:pt x="32770" y="17696"/>
                  <a:pt x="28153" y="15540"/>
                </a:cubicBezTo>
                <a:close/>
                <a:moveTo>
                  <a:pt x="46257" y="16385"/>
                </a:moveTo>
                <a:cubicBezTo>
                  <a:pt x="52854" y="19575"/>
                  <a:pt x="57063" y="23390"/>
                  <a:pt x="58826" y="27876"/>
                </a:cubicBezTo>
                <a:cubicBezTo>
                  <a:pt x="60646" y="32377"/>
                  <a:pt x="60078" y="37605"/>
                  <a:pt x="57180" y="43693"/>
                </a:cubicBezTo>
                <a:cubicBezTo>
                  <a:pt x="56087" y="45922"/>
                  <a:pt x="54893" y="47902"/>
                  <a:pt x="53582" y="49781"/>
                </a:cubicBezTo>
                <a:cubicBezTo>
                  <a:pt x="52330" y="51602"/>
                  <a:pt x="50859" y="53262"/>
                  <a:pt x="49271" y="54791"/>
                </a:cubicBezTo>
                <a:lnTo>
                  <a:pt x="43125" y="51776"/>
                </a:lnTo>
                <a:cubicBezTo>
                  <a:pt x="45004" y="50407"/>
                  <a:pt x="46650" y="48936"/>
                  <a:pt x="48019" y="47334"/>
                </a:cubicBezTo>
                <a:cubicBezTo>
                  <a:pt x="49373" y="45747"/>
                  <a:pt x="50509" y="44043"/>
                  <a:pt x="51427" y="42164"/>
                </a:cubicBezTo>
                <a:cubicBezTo>
                  <a:pt x="53422" y="37955"/>
                  <a:pt x="53874" y="34314"/>
                  <a:pt x="52679" y="31182"/>
                </a:cubicBezTo>
                <a:cubicBezTo>
                  <a:pt x="51485" y="28051"/>
                  <a:pt x="48689" y="25429"/>
                  <a:pt x="44319" y="23332"/>
                </a:cubicBezTo>
                <a:lnTo>
                  <a:pt x="41188" y="21788"/>
                </a:lnTo>
                <a:cubicBezTo>
                  <a:pt x="42834" y="24177"/>
                  <a:pt x="43693" y="26682"/>
                  <a:pt x="43853" y="29304"/>
                </a:cubicBezTo>
                <a:cubicBezTo>
                  <a:pt x="43970" y="31925"/>
                  <a:pt x="43344" y="34649"/>
                  <a:pt x="41989" y="37503"/>
                </a:cubicBezTo>
                <a:cubicBezTo>
                  <a:pt x="39703" y="42222"/>
                  <a:pt x="36003" y="45179"/>
                  <a:pt x="31008" y="46373"/>
                </a:cubicBezTo>
                <a:cubicBezTo>
                  <a:pt x="25997" y="47509"/>
                  <a:pt x="20478" y="46650"/>
                  <a:pt x="14506" y="43751"/>
                </a:cubicBezTo>
                <a:cubicBezTo>
                  <a:pt x="8535" y="40853"/>
                  <a:pt x="4428" y="37096"/>
                  <a:pt x="2214" y="32435"/>
                </a:cubicBezTo>
                <a:cubicBezTo>
                  <a:pt x="0" y="27774"/>
                  <a:pt x="58" y="23099"/>
                  <a:pt x="2330" y="18322"/>
                </a:cubicBezTo>
                <a:cubicBezTo>
                  <a:pt x="3699" y="15482"/>
                  <a:pt x="5462" y="13312"/>
                  <a:pt x="7559" y="11783"/>
                </a:cubicBezTo>
                <a:cubicBezTo>
                  <a:pt x="9729" y="10297"/>
                  <a:pt x="12234" y="9452"/>
                  <a:pt x="15132" y="9219"/>
                </a:cubicBezTo>
                <a:lnTo>
                  <a:pt x="9263" y="6379"/>
                </a:lnTo>
                <a:lnTo>
                  <a:pt x="12336" y="0"/>
                </a:lnTo>
                <a:lnTo>
                  <a:pt x="46257" y="16385"/>
                </a:lnTo>
                <a:close/>
                <a:moveTo>
                  <a:pt x="46257" y="163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D7423-2863-4542-B093-CC032A7A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462" y="5272161"/>
            <a:ext cx="56889" cy="32377"/>
          </a:xfrm>
          <a:custGeom xmlns:a="http://schemas.openxmlformats.org/drawingml/2006/main">
            <a:pathLst>
              <a:path w="56889" h="32377">
                <a:moveTo>
                  <a:pt x="15074" y="13661"/>
                </a:moveTo>
                <a:lnTo>
                  <a:pt x="18147" y="7282"/>
                </a:lnTo>
                <a:lnTo>
                  <a:pt x="56889" y="25997"/>
                </a:lnTo>
                <a:lnTo>
                  <a:pt x="53815" y="32377"/>
                </a:lnTo>
                <a:lnTo>
                  <a:pt x="15074" y="13661"/>
                </a:lnTo>
                <a:close/>
                <a:moveTo>
                  <a:pt x="0" y="6379"/>
                </a:moveTo>
                <a:lnTo>
                  <a:pt x="3073" y="0"/>
                </a:lnTo>
                <a:lnTo>
                  <a:pt x="11142" y="3874"/>
                </a:lnTo>
                <a:lnTo>
                  <a:pt x="8069" y="10239"/>
                </a:lnTo>
                <a:lnTo>
                  <a:pt x="0" y="6379"/>
                </a:lnTo>
                <a:close/>
                <a:moveTo>
                  <a:pt x="0" y="63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5CB95-E0C3-459A-B755-7EE68753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930" y="5237978"/>
            <a:ext cx="54383" cy="47101"/>
          </a:xfrm>
          <a:custGeom xmlns:a="http://schemas.openxmlformats.org/drawingml/2006/main">
            <a:pathLst>
              <a:path w="54383" h="47101">
                <a:moveTo>
                  <a:pt x="30993" y="3350"/>
                </a:moveTo>
                <a:lnTo>
                  <a:pt x="54383" y="14681"/>
                </a:lnTo>
                <a:lnTo>
                  <a:pt x="51310" y="21046"/>
                </a:lnTo>
                <a:lnTo>
                  <a:pt x="28153" y="9831"/>
                </a:lnTo>
                <a:cubicBezTo>
                  <a:pt x="24454" y="8069"/>
                  <a:pt x="21381" y="7442"/>
                  <a:pt x="18875" y="8010"/>
                </a:cubicBezTo>
                <a:cubicBezTo>
                  <a:pt x="16370" y="8535"/>
                  <a:pt x="14448" y="10239"/>
                  <a:pt x="13079" y="13137"/>
                </a:cubicBezTo>
                <a:cubicBezTo>
                  <a:pt x="11375" y="16545"/>
                  <a:pt x="11200" y="19793"/>
                  <a:pt x="12394" y="22808"/>
                </a:cubicBezTo>
                <a:cubicBezTo>
                  <a:pt x="13647" y="25881"/>
                  <a:pt x="16152" y="28328"/>
                  <a:pt x="19910" y="30148"/>
                </a:cubicBezTo>
                <a:lnTo>
                  <a:pt x="41814" y="40737"/>
                </a:lnTo>
                <a:lnTo>
                  <a:pt x="38741" y="47101"/>
                </a:lnTo>
                <a:lnTo>
                  <a:pt x="0" y="28386"/>
                </a:lnTo>
                <a:lnTo>
                  <a:pt x="3059" y="22007"/>
                </a:lnTo>
                <a:lnTo>
                  <a:pt x="9088" y="24920"/>
                </a:lnTo>
                <a:cubicBezTo>
                  <a:pt x="7501" y="22240"/>
                  <a:pt x="6656" y="19618"/>
                  <a:pt x="6481" y="17011"/>
                </a:cubicBezTo>
                <a:cubicBezTo>
                  <a:pt x="6306" y="14390"/>
                  <a:pt x="6874" y="11710"/>
                  <a:pt x="8185" y="9044"/>
                </a:cubicBezTo>
                <a:cubicBezTo>
                  <a:pt x="10341" y="4544"/>
                  <a:pt x="13356" y="1879"/>
                  <a:pt x="17230" y="903"/>
                </a:cubicBezTo>
                <a:cubicBezTo>
                  <a:pt x="21046" y="0"/>
                  <a:pt x="25648" y="786"/>
                  <a:pt x="30993" y="3350"/>
                </a:cubicBezTo>
                <a:close/>
                <a:moveTo>
                  <a:pt x="30993" y="33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DFB94-9953-4589-9000-078C2EE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683" y="6632169"/>
            <a:ext cx="54383" cy="54616"/>
          </a:xfrm>
          <a:custGeom xmlns:a="http://schemas.openxmlformats.org/drawingml/2006/main">
            <a:pathLst>
              <a:path w="54383" h="54616">
                <a:moveTo>
                  <a:pt x="9263" y="24017"/>
                </a:moveTo>
                <a:lnTo>
                  <a:pt x="28328" y="34081"/>
                </a:lnTo>
                <a:lnTo>
                  <a:pt x="32872" y="25429"/>
                </a:lnTo>
                <a:cubicBezTo>
                  <a:pt x="34532" y="22254"/>
                  <a:pt x="34984" y="19342"/>
                  <a:pt x="34241" y="16734"/>
                </a:cubicBezTo>
                <a:cubicBezTo>
                  <a:pt x="33556" y="14113"/>
                  <a:pt x="31619" y="12001"/>
                  <a:pt x="28546" y="10355"/>
                </a:cubicBezTo>
                <a:cubicBezTo>
                  <a:pt x="25531" y="8768"/>
                  <a:pt x="22750" y="8418"/>
                  <a:pt x="20128" y="9278"/>
                </a:cubicBezTo>
                <a:cubicBezTo>
                  <a:pt x="17579" y="10181"/>
                  <a:pt x="15467" y="12176"/>
                  <a:pt x="13763" y="15424"/>
                </a:cubicBezTo>
                <a:lnTo>
                  <a:pt x="9263" y="24017"/>
                </a:lnTo>
                <a:close/>
                <a:moveTo>
                  <a:pt x="0" y="27935"/>
                </a:moveTo>
                <a:lnTo>
                  <a:pt x="8127" y="12409"/>
                </a:lnTo>
                <a:cubicBezTo>
                  <a:pt x="11142" y="6714"/>
                  <a:pt x="14666" y="3131"/>
                  <a:pt x="18774" y="1544"/>
                </a:cubicBezTo>
                <a:cubicBezTo>
                  <a:pt x="22866" y="0"/>
                  <a:pt x="27410" y="510"/>
                  <a:pt x="32362" y="3131"/>
                </a:cubicBezTo>
                <a:cubicBezTo>
                  <a:pt x="37372" y="5753"/>
                  <a:pt x="40387" y="9219"/>
                  <a:pt x="41465" y="13487"/>
                </a:cubicBezTo>
                <a:cubicBezTo>
                  <a:pt x="42484" y="17696"/>
                  <a:pt x="41465" y="22706"/>
                  <a:pt x="38508" y="28386"/>
                </a:cubicBezTo>
                <a:lnTo>
                  <a:pt x="33964" y="37037"/>
                </a:lnTo>
                <a:lnTo>
                  <a:pt x="54383" y="47742"/>
                </a:lnTo>
                <a:lnTo>
                  <a:pt x="50742" y="54616"/>
                </a:lnTo>
                <a:lnTo>
                  <a:pt x="0" y="27935"/>
                </a:lnTo>
                <a:close/>
                <a:moveTo>
                  <a:pt x="0" y="279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49FC9-E4C6-4FD6-B85D-06BC803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748" y="6588942"/>
            <a:ext cx="54340" cy="55854"/>
          </a:xfrm>
          <a:custGeom xmlns:a="http://schemas.openxmlformats.org/drawingml/2006/main">
            <a:pathLst>
              <a:path w="54340" h="55854">
                <a:moveTo>
                  <a:pt x="0" y="29172"/>
                </a:moveTo>
                <a:lnTo>
                  <a:pt x="15307" y="0"/>
                </a:lnTo>
                <a:lnTo>
                  <a:pt x="21104" y="3059"/>
                </a:lnTo>
                <a:lnTo>
                  <a:pt x="9394" y="25371"/>
                </a:lnTo>
                <a:lnTo>
                  <a:pt x="24352" y="33221"/>
                </a:lnTo>
                <a:lnTo>
                  <a:pt x="34940" y="13079"/>
                </a:lnTo>
                <a:lnTo>
                  <a:pt x="40678" y="16152"/>
                </a:lnTo>
                <a:lnTo>
                  <a:pt x="30105" y="36236"/>
                </a:lnTo>
                <a:lnTo>
                  <a:pt x="54340" y="48980"/>
                </a:lnTo>
                <a:lnTo>
                  <a:pt x="50757" y="55854"/>
                </a:lnTo>
                <a:lnTo>
                  <a:pt x="0" y="29172"/>
                </a:lnTo>
                <a:close/>
                <a:moveTo>
                  <a:pt x="0" y="291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03511-1209-4633-871F-796A35E1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794" y="6570154"/>
            <a:ext cx="67360" cy="34590"/>
          </a:xfrm>
          <a:custGeom xmlns:a="http://schemas.openxmlformats.org/drawingml/2006/main">
            <a:pathLst>
              <a:path w="67360" h="34590">
                <a:moveTo>
                  <a:pt x="0" y="7908"/>
                </a:moveTo>
                <a:lnTo>
                  <a:pt x="3597" y="1092"/>
                </a:lnTo>
                <a:lnTo>
                  <a:pt x="48587" y="24701"/>
                </a:lnTo>
                <a:lnTo>
                  <a:pt x="61564" y="0"/>
                </a:lnTo>
                <a:lnTo>
                  <a:pt x="67360" y="3015"/>
                </a:lnTo>
                <a:lnTo>
                  <a:pt x="50757" y="34590"/>
                </a:lnTo>
                <a:lnTo>
                  <a:pt x="0" y="7908"/>
                </a:lnTo>
                <a:close/>
                <a:moveTo>
                  <a:pt x="0" y="79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AA8B6-78A2-47B6-8B74-3B50740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610" y="6553667"/>
            <a:ext cx="12394" cy="11710"/>
          </a:xfrm>
          <a:custGeom xmlns:a="http://schemas.openxmlformats.org/drawingml/2006/main">
            <a:pathLst>
              <a:path w="12394" h="11710">
                <a:moveTo>
                  <a:pt x="0" y="7166"/>
                </a:moveTo>
                <a:lnTo>
                  <a:pt x="3758" y="0"/>
                </a:lnTo>
                <a:lnTo>
                  <a:pt x="12394" y="4544"/>
                </a:lnTo>
                <a:lnTo>
                  <a:pt x="8651" y="11710"/>
                </a:lnTo>
                <a:lnTo>
                  <a:pt x="0" y="7166"/>
                </a:lnTo>
                <a:close/>
                <a:moveTo>
                  <a:pt x="0" y="71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4E600-F575-4808-BD01-6651DE13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36" y="6489263"/>
            <a:ext cx="54325" cy="54558"/>
          </a:xfrm>
          <a:custGeom xmlns:a="http://schemas.openxmlformats.org/drawingml/2006/main">
            <a:pathLst>
              <a:path w="54325" h="54558">
                <a:moveTo>
                  <a:pt x="9205" y="24002"/>
                </a:moveTo>
                <a:lnTo>
                  <a:pt x="28269" y="34022"/>
                </a:lnTo>
                <a:lnTo>
                  <a:pt x="32828" y="25371"/>
                </a:lnTo>
                <a:cubicBezTo>
                  <a:pt x="34532" y="22182"/>
                  <a:pt x="34984" y="19283"/>
                  <a:pt x="34241" y="16662"/>
                </a:cubicBezTo>
                <a:cubicBezTo>
                  <a:pt x="33498" y="14055"/>
                  <a:pt x="31634" y="11943"/>
                  <a:pt x="28561" y="10355"/>
                </a:cubicBezTo>
                <a:cubicBezTo>
                  <a:pt x="25546" y="8753"/>
                  <a:pt x="22691" y="8360"/>
                  <a:pt x="20128" y="9263"/>
                </a:cubicBezTo>
                <a:cubicBezTo>
                  <a:pt x="17579" y="10122"/>
                  <a:pt x="15467" y="12176"/>
                  <a:pt x="13763" y="15351"/>
                </a:cubicBezTo>
                <a:lnTo>
                  <a:pt x="9205" y="24002"/>
                </a:lnTo>
                <a:close/>
                <a:moveTo>
                  <a:pt x="0" y="27876"/>
                </a:moveTo>
                <a:lnTo>
                  <a:pt x="8127" y="12394"/>
                </a:lnTo>
                <a:cubicBezTo>
                  <a:pt x="11142" y="6714"/>
                  <a:pt x="14666" y="3073"/>
                  <a:pt x="18774" y="1529"/>
                </a:cubicBezTo>
                <a:cubicBezTo>
                  <a:pt x="22866" y="0"/>
                  <a:pt x="27410" y="510"/>
                  <a:pt x="32362" y="3131"/>
                </a:cubicBezTo>
                <a:cubicBezTo>
                  <a:pt x="37372" y="5738"/>
                  <a:pt x="40387" y="9161"/>
                  <a:pt x="41407" y="13428"/>
                </a:cubicBezTo>
                <a:cubicBezTo>
                  <a:pt x="42441" y="17696"/>
                  <a:pt x="41465" y="22633"/>
                  <a:pt x="38508" y="28386"/>
                </a:cubicBezTo>
                <a:lnTo>
                  <a:pt x="33964" y="36979"/>
                </a:lnTo>
                <a:lnTo>
                  <a:pt x="54325" y="47728"/>
                </a:lnTo>
                <a:lnTo>
                  <a:pt x="50742" y="54558"/>
                </a:lnTo>
                <a:lnTo>
                  <a:pt x="0" y="27876"/>
                </a:lnTo>
                <a:close/>
                <a:moveTo>
                  <a:pt x="0" y="278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1E4B7-3235-4622-A7EC-79983BD2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454" y="6454673"/>
            <a:ext cx="69691" cy="47728"/>
          </a:xfrm>
          <a:custGeom xmlns:a="http://schemas.openxmlformats.org/drawingml/2006/main">
            <a:pathLst>
              <a:path w="69691" h="47728">
                <a:moveTo>
                  <a:pt x="46708" y="3758"/>
                </a:moveTo>
                <a:lnTo>
                  <a:pt x="69691" y="15817"/>
                </a:lnTo>
                <a:lnTo>
                  <a:pt x="66399" y="22065"/>
                </a:lnTo>
                <a:lnTo>
                  <a:pt x="43591" y="10064"/>
                </a:lnTo>
                <a:cubicBezTo>
                  <a:pt x="39994" y="8185"/>
                  <a:pt x="36921" y="7501"/>
                  <a:pt x="34430" y="7967"/>
                </a:cubicBezTo>
                <a:cubicBezTo>
                  <a:pt x="31867" y="8418"/>
                  <a:pt x="29872" y="10064"/>
                  <a:pt x="28401" y="12860"/>
                </a:cubicBezTo>
                <a:cubicBezTo>
                  <a:pt x="26624" y="16268"/>
                  <a:pt x="26289" y="19458"/>
                  <a:pt x="27425" y="22531"/>
                </a:cubicBezTo>
                <a:cubicBezTo>
                  <a:pt x="28561" y="25648"/>
                  <a:pt x="30949" y="28153"/>
                  <a:pt x="34707" y="30090"/>
                </a:cubicBezTo>
                <a:lnTo>
                  <a:pt x="56219" y="41407"/>
                </a:lnTo>
                <a:lnTo>
                  <a:pt x="52912" y="47728"/>
                </a:lnTo>
                <a:lnTo>
                  <a:pt x="0" y="19910"/>
                </a:lnTo>
                <a:lnTo>
                  <a:pt x="3306" y="13589"/>
                </a:lnTo>
                <a:lnTo>
                  <a:pt x="24075" y="24512"/>
                </a:lnTo>
                <a:cubicBezTo>
                  <a:pt x="22531" y="21788"/>
                  <a:pt x="21788" y="19167"/>
                  <a:pt x="21686" y="16545"/>
                </a:cubicBezTo>
                <a:cubicBezTo>
                  <a:pt x="21628" y="13880"/>
                  <a:pt x="22313" y="11258"/>
                  <a:pt x="23725" y="8593"/>
                </a:cubicBezTo>
                <a:cubicBezTo>
                  <a:pt x="25997" y="4267"/>
                  <a:pt x="29071" y="1646"/>
                  <a:pt x="33003" y="845"/>
                </a:cubicBezTo>
                <a:cubicBezTo>
                  <a:pt x="36877" y="0"/>
                  <a:pt x="41421" y="961"/>
                  <a:pt x="46708" y="3758"/>
                </a:cubicBezTo>
                <a:close/>
                <a:moveTo>
                  <a:pt x="46708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22736-3DEF-4FA9-8C13-7029A20B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108" y="6411490"/>
            <a:ext cx="46650" cy="43577"/>
          </a:xfrm>
          <a:custGeom xmlns:a="http://schemas.openxmlformats.org/drawingml/2006/main">
            <a:pathLst>
              <a:path w="46650" h="43577">
                <a:moveTo>
                  <a:pt x="8637" y="14055"/>
                </a:moveTo>
                <a:cubicBezTo>
                  <a:pt x="6874" y="17404"/>
                  <a:pt x="6816" y="20769"/>
                  <a:pt x="8418" y="24060"/>
                </a:cubicBezTo>
                <a:cubicBezTo>
                  <a:pt x="10006" y="27425"/>
                  <a:pt x="13079" y="30265"/>
                  <a:pt x="17637" y="32653"/>
                </a:cubicBezTo>
                <a:cubicBezTo>
                  <a:pt x="22182" y="35042"/>
                  <a:pt x="26274" y="35959"/>
                  <a:pt x="29915" y="35450"/>
                </a:cubicBezTo>
                <a:cubicBezTo>
                  <a:pt x="33556" y="34867"/>
                  <a:pt x="36236" y="32886"/>
                  <a:pt x="37998" y="29522"/>
                </a:cubicBezTo>
                <a:cubicBezTo>
                  <a:pt x="39761" y="26172"/>
                  <a:pt x="39819" y="22866"/>
                  <a:pt x="38232" y="19516"/>
                </a:cubicBezTo>
                <a:cubicBezTo>
                  <a:pt x="36629" y="16152"/>
                  <a:pt x="33556" y="13312"/>
                  <a:pt x="29012" y="10923"/>
                </a:cubicBezTo>
                <a:cubicBezTo>
                  <a:pt x="24512" y="8593"/>
                  <a:pt x="20419" y="7675"/>
                  <a:pt x="16778" y="8243"/>
                </a:cubicBezTo>
                <a:cubicBezTo>
                  <a:pt x="13079" y="8753"/>
                  <a:pt x="10414" y="10749"/>
                  <a:pt x="8637" y="14055"/>
                </a:cubicBezTo>
                <a:close/>
                <a:moveTo>
                  <a:pt x="3350" y="11258"/>
                </a:moveTo>
                <a:cubicBezTo>
                  <a:pt x="6190" y="5855"/>
                  <a:pt x="10239" y="2505"/>
                  <a:pt x="15409" y="1253"/>
                </a:cubicBezTo>
                <a:cubicBezTo>
                  <a:pt x="20536" y="0"/>
                  <a:pt x="26274" y="1020"/>
                  <a:pt x="32537" y="4326"/>
                </a:cubicBezTo>
                <a:cubicBezTo>
                  <a:pt x="38741" y="7559"/>
                  <a:pt x="42834" y="11724"/>
                  <a:pt x="44713" y="16662"/>
                </a:cubicBezTo>
                <a:cubicBezTo>
                  <a:pt x="46650" y="21672"/>
                  <a:pt x="46198" y="26857"/>
                  <a:pt x="43344" y="32318"/>
                </a:cubicBezTo>
                <a:cubicBezTo>
                  <a:pt x="40445" y="37780"/>
                  <a:pt x="36411" y="41130"/>
                  <a:pt x="31226" y="42324"/>
                </a:cubicBezTo>
                <a:cubicBezTo>
                  <a:pt x="26056" y="43577"/>
                  <a:pt x="20361" y="42557"/>
                  <a:pt x="14157" y="39251"/>
                </a:cubicBezTo>
                <a:cubicBezTo>
                  <a:pt x="7908" y="35959"/>
                  <a:pt x="3801" y="31852"/>
                  <a:pt x="1937" y="26915"/>
                </a:cubicBezTo>
                <a:cubicBezTo>
                  <a:pt x="0" y="21963"/>
                  <a:pt x="451" y="16720"/>
                  <a:pt x="3350" y="11258"/>
                </a:cubicBezTo>
                <a:close/>
                <a:moveTo>
                  <a:pt x="3350" y="112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89D9C-B819-4FCC-9B33-0269554A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118" y="6376331"/>
            <a:ext cx="59000" cy="35901"/>
          </a:xfrm>
          <a:custGeom xmlns:a="http://schemas.openxmlformats.org/drawingml/2006/main">
            <a:pathLst>
              <a:path w="59000" h="35901">
                <a:moveTo>
                  <a:pt x="3306" y="7224"/>
                </a:moveTo>
                <a:lnTo>
                  <a:pt x="14113" y="12919"/>
                </a:lnTo>
                <a:lnTo>
                  <a:pt x="20885" y="0"/>
                </a:lnTo>
                <a:lnTo>
                  <a:pt x="25779" y="2563"/>
                </a:lnTo>
                <a:lnTo>
                  <a:pt x="19007" y="15467"/>
                </a:lnTo>
                <a:lnTo>
                  <a:pt x="39659" y="26332"/>
                </a:lnTo>
                <a:cubicBezTo>
                  <a:pt x="42790" y="27935"/>
                  <a:pt x="45004" y="28561"/>
                  <a:pt x="46315" y="28153"/>
                </a:cubicBezTo>
                <a:cubicBezTo>
                  <a:pt x="47626" y="27818"/>
                  <a:pt x="48995" y="26289"/>
                  <a:pt x="50349" y="23667"/>
                </a:cubicBezTo>
                <a:lnTo>
                  <a:pt x="53772" y="17288"/>
                </a:lnTo>
                <a:lnTo>
                  <a:pt x="59000" y="20026"/>
                </a:lnTo>
                <a:lnTo>
                  <a:pt x="55592" y="26449"/>
                </a:lnTo>
                <a:cubicBezTo>
                  <a:pt x="53087" y="31284"/>
                  <a:pt x="50407" y="34139"/>
                  <a:pt x="47626" y="35042"/>
                </a:cubicBezTo>
                <a:cubicBezTo>
                  <a:pt x="44902" y="35901"/>
                  <a:pt x="41144" y="35100"/>
                  <a:pt x="36367" y="32595"/>
                </a:cubicBezTo>
                <a:lnTo>
                  <a:pt x="15715" y="21730"/>
                </a:lnTo>
                <a:lnTo>
                  <a:pt x="13268" y="26332"/>
                </a:lnTo>
                <a:lnTo>
                  <a:pt x="8433" y="23784"/>
                </a:lnTo>
                <a:lnTo>
                  <a:pt x="10821" y="19167"/>
                </a:lnTo>
                <a:lnTo>
                  <a:pt x="0" y="13487"/>
                </a:lnTo>
                <a:lnTo>
                  <a:pt x="3306" y="7224"/>
                </a:lnTo>
                <a:close/>
                <a:moveTo>
                  <a:pt x="3306" y="72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12E5C-2132-4099-9B92-41576E6F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854" y="6341624"/>
            <a:ext cx="46650" cy="43518"/>
          </a:xfrm>
          <a:custGeom xmlns:a="http://schemas.openxmlformats.org/drawingml/2006/main">
            <a:pathLst>
              <a:path w="46650" h="43518">
                <a:moveTo>
                  <a:pt x="8651" y="14055"/>
                </a:moveTo>
                <a:cubicBezTo>
                  <a:pt x="6889" y="17404"/>
                  <a:pt x="6772" y="20711"/>
                  <a:pt x="8360" y="24060"/>
                </a:cubicBezTo>
                <a:cubicBezTo>
                  <a:pt x="9962" y="27366"/>
                  <a:pt x="13035" y="30265"/>
                  <a:pt x="17579" y="32653"/>
                </a:cubicBezTo>
                <a:cubicBezTo>
                  <a:pt x="22138" y="35042"/>
                  <a:pt x="26230" y="35959"/>
                  <a:pt x="29872" y="35391"/>
                </a:cubicBezTo>
                <a:cubicBezTo>
                  <a:pt x="33513" y="34823"/>
                  <a:pt x="36236" y="32886"/>
                  <a:pt x="38013" y="29464"/>
                </a:cubicBezTo>
                <a:cubicBezTo>
                  <a:pt x="39775" y="26172"/>
                  <a:pt x="39819" y="22808"/>
                  <a:pt x="38232" y="19516"/>
                </a:cubicBezTo>
                <a:cubicBezTo>
                  <a:pt x="36644" y="16152"/>
                  <a:pt x="33571" y="13312"/>
                  <a:pt x="29012" y="10923"/>
                </a:cubicBezTo>
                <a:cubicBezTo>
                  <a:pt x="24526" y="8535"/>
                  <a:pt x="20419" y="7617"/>
                  <a:pt x="16778" y="8200"/>
                </a:cubicBezTo>
                <a:cubicBezTo>
                  <a:pt x="13093" y="8768"/>
                  <a:pt x="10414" y="10690"/>
                  <a:pt x="8651" y="14055"/>
                </a:cubicBezTo>
                <a:close/>
                <a:moveTo>
                  <a:pt x="3364" y="11258"/>
                </a:moveTo>
                <a:cubicBezTo>
                  <a:pt x="6204" y="5797"/>
                  <a:pt x="10181" y="2505"/>
                  <a:pt x="15365" y="1253"/>
                </a:cubicBezTo>
                <a:cubicBezTo>
                  <a:pt x="20536" y="0"/>
                  <a:pt x="26230" y="1020"/>
                  <a:pt x="32493" y="4267"/>
                </a:cubicBezTo>
                <a:cubicBezTo>
                  <a:pt x="38741" y="7573"/>
                  <a:pt x="42790" y="11666"/>
                  <a:pt x="44713" y="16676"/>
                </a:cubicBezTo>
                <a:cubicBezTo>
                  <a:pt x="46650" y="21614"/>
                  <a:pt x="46198" y="26857"/>
                  <a:pt x="43300" y="32260"/>
                </a:cubicBezTo>
                <a:cubicBezTo>
                  <a:pt x="40445" y="37722"/>
                  <a:pt x="36411" y="41072"/>
                  <a:pt x="31241" y="42324"/>
                </a:cubicBezTo>
                <a:cubicBezTo>
                  <a:pt x="26056" y="43518"/>
                  <a:pt x="20376" y="42499"/>
                  <a:pt x="14113" y="39251"/>
                </a:cubicBezTo>
                <a:cubicBezTo>
                  <a:pt x="7908" y="35959"/>
                  <a:pt x="3816" y="31867"/>
                  <a:pt x="1879" y="26915"/>
                </a:cubicBezTo>
                <a:cubicBezTo>
                  <a:pt x="0" y="21905"/>
                  <a:pt x="451" y="16720"/>
                  <a:pt x="3364" y="11258"/>
                </a:cubicBezTo>
                <a:close/>
                <a:moveTo>
                  <a:pt x="3364" y="112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D925B-A6C7-4CD1-890A-429F33ED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798" y="6301863"/>
            <a:ext cx="46140" cy="45732"/>
          </a:xfrm>
          <a:custGeom xmlns:a="http://schemas.openxmlformats.org/drawingml/2006/main">
            <a:pathLst>
              <a:path w="46140" h="45732">
                <a:moveTo>
                  <a:pt x="11826" y="0"/>
                </a:moveTo>
                <a:lnTo>
                  <a:pt x="17739" y="3073"/>
                </a:lnTo>
                <a:cubicBezTo>
                  <a:pt x="15919" y="4369"/>
                  <a:pt x="14273" y="5855"/>
                  <a:pt x="12802" y="7501"/>
                </a:cubicBezTo>
                <a:cubicBezTo>
                  <a:pt x="11375" y="9205"/>
                  <a:pt x="10064" y="11025"/>
                  <a:pt x="9044" y="13079"/>
                </a:cubicBezTo>
                <a:cubicBezTo>
                  <a:pt x="7384" y="16210"/>
                  <a:pt x="6656" y="18774"/>
                  <a:pt x="6758" y="20813"/>
                </a:cubicBezTo>
                <a:cubicBezTo>
                  <a:pt x="6874" y="22866"/>
                  <a:pt x="7908" y="24395"/>
                  <a:pt x="9831" y="25429"/>
                </a:cubicBezTo>
                <a:cubicBezTo>
                  <a:pt x="11258" y="26158"/>
                  <a:pt x="12744" y="26216"/>
                  <a:pt x="14098" y="25531"/>
                </a:cubicBezTo>
                <a:cubicBezTo>
                  <a:pt x="15526" y="24861"/>
                  <a:pt x="17521" y="23041"/>
                  <a:pt x="20026" y="20070"/>
                </a:cubicBezTo>
                <a:lnTo>
                  <a:pt x="21614" y="18205"/>
                </a:lnTo>
                <a:cubicBezTo>
                  <a:pt x="24920" y="14215"/>
                  <a:pt x="27876" y="11768"/>
                  <a:pt x="30600" y="10807"/>
                </a:cubicBezTo>
                <a:cubicBezTo>
                  <a:pt x="33338" y="9889"/>
                  <a:pt x="36236" y="10239"/>
                  <a:pt x="39368" y="11826"/>
                </a:cubicBezTo>
                <a:cubicBezTo>
                  <a:pt x="42892" y="13705"/>
                  <a:pt x="44946" y="16545"/>
                  <a:pt x="45572" y="20478"/>
                </a:cubicBezTo>
                <a:cubicBezTo>
                  <a:pt x="46140" y="24337"/>
                  <a:pt x="45106" y="28721"/>
                  <a:pt x="42557" y="33615"/>
                </a:cubicBezTo>
                <a:cubicBezTo>
                  <a:pt x="41465" y="35668"/>
                  <a:pt x="40154" y="37649"/>
                  <a:pt x="38625" y="39703"/>
                </a:cubicBezTo>
                <a:cubicBezTo>
                  <a:pt x="37037" y="41698"/>
                  <a:pt x="35217" y="43693"/>
                  <a:pt x="33163" y="45732"/>
                </a:cubicBezTo>
                <a:lnTo>
                  <a:pt x="26682" y="42324"/>
                </a:lnTo>
                <a:cubicBezTo>
                  <a:pt x="29129" y="40678"/>
                  <a:pt x="31226" y="38858"/>
                  <a:pt x="32988" y="36921"/>
                </a:cubicBezTo>
                <a:cubicBezTo>
                  <a:pt x="34751" y="34984"/>
                  <a:pt x="36236" y="32930"/>
                  <a:pt x="37372" y="30716"/>
                </a:cubicBezTo>
                <a:cubicBezTo>
                  <a:pt x="38960" y="27760"/>
                  <a:pt x="39644" y="25255"/>
                  <a:pt x="39484" y="23143"/>
                </a:cubicBezTo>
                <a:cubicBezTo>
                  <a:pt x="39251" y="21046"/>
                  <a:pt x="38290" y="19502"/>
                  <a:pt x="36469" y="18540"/>
                </a:cubicBezTo>
                <a:cubicBezTo>
                  <a:pt x="34751" y="17637"/>
                  <a:pt x="33163" y="17521"/>
                  <a:pt x="31634" y="18205"/>
                </a:cubicBezTo>
                <a:cubicBezTo>
                  <a:pt x="30148" y="18832"/>
                  <a:pt x="27935" y="20871"/>
                  <a:pt x="25022" y="24337"/>
                </a:cubicBezTo>
                <a:lnTo>
                  <a:pt x="23376" y="26216"/>
                </a:lnTo>
                <a:cubicBezTo>
                  <a:pt x="20536" y="29697"/>
                  <a:pt x="17798" y="31852"/>
                  <a:pt x="15234" y="32653"/>
                </a:cubicBezTo>
                <a:cubicBezTo>
                  <a:pt x="12627" y="33498"/>
                  <a:pt x="9889" y="33163"/>
                  <a:pt x="6933" y="31576"/>
                </a:cubicBezTo>
                <a:cubicBezTo>
                  <a:pt x="3350" y="29697"/>
                  <a:pt x="1253" y="26959"/>
                  <a:pt x="626" y="23434"/>
                </a:cubicBezTo>
                <a:cubicBezTo>
                  <a:pt x="0" y="19851"/>
                  <a:pt x="961" y="15759"/>
                  <a:pt x="3408" y="11084"/>
                </a:cubicBezTo>
                <a:cubicBezTo>
                  <a:pt x="4602" y="8753"/>
                  <a:pt x="5913" y="6714"/>
                  <a:pt x="7340" y="4835"/>
                </a:cubicBezTo>
                <a:cubicBezTo>
                  <a:pt x="8753" y="2957"/>
                  <a:pt x="10239" y="1354"/>
                  <a:pt x="11826" y="0"/>
                </a:cubicBezTo>
                <a:close/>
                <a:moveTo>
                  <a:pt x="118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A54FF-DFDE-4ACF-A0B6-D8F89DFF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724" y="6296678"/>
            <a:ext cx="12409" cy="11724"/>
          </a:xfrm>
          <a:custGeom xmlns:a="http://schemas.openxmlformats.org/drawingml/2006/main">
            <a:pathLst>
              <a:path w="12409" h="11724">
                <a:moveTo>
                  <a:pt x="0" y="7166"/>
                </a:moveTo>
                <a:lnTo>
                  <a:pt x="3758" y="0"/>
                </a:lnTo>
                <a:lnTo>
                  <a:pt x="12409" y="4559"/>
                </a:lnTo>
                <a:lnTo>
                  <a:pt x="8593" y="11724"/>
                </a:lnTo>
                <a:lnTo>
                  <a:pt x="0" y="7166"/>
                </a:lnTo>
                <a:close/>
                <a:moveTo>
                  <a:pt x="0" y="71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EAEB4-DD0E-46B9-86FB-1515219F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891" y="6232275"/>
            <a:ext cx="54383" cy="54616"/>
          </a:xfrm>
          <a:custGeom xmlns:a="http://schemas.openxmlformats.org/drawingml/2006/main">
            <a:pathLst>
              <a:path w="54383" h="54616">
                <a:moveTo>
                  <a:pt x="9278" y="24017"/>
                </a:moveTo>
                <a:lnTo>
                  <a:pt x="28328" y="34022"/>
                </a:lnTo>
                <a:lnTo>
                  <a:pt x="32886" y="25371"/>
                </a:lnTo>
                <a:cubicBezTo>
                  <a:pt x="34532" y="22196"/>
                  <a:pt x="35042" y="19283"/>
                  <a:pt x="34314" y="16676"/>
                </a:cubicBezTo>
                <a:cubicBezTo>
                  <a:pt x="33571" y="14055"/>
                  <a:pt x="31634" y="11957"/>
                  <a:pt x="28619" y="10355"/>
                </a:cubicBezTo>
                <a:cubicBezTo>
                  <a:pt x="25546" y="8768"/>
                  <a:pt x="22764" y="8418"/>
                  <a:pt x="20201" y="9278"/>
                </a:cubicBezTo>
                <a:cubicBezTo>
                  <a:pt x="17579" y="10137"/>
                  <a:pt x="15482" y="12176"/>
                  <a:pt x="13822" y="15365"/>
                </a:cubicBezTo>
                <a:lnTo>
                  <a:pt x="9278" y="24017"/>
                </a:lnTo>
                <a:close/>
                <a:moveTo>
                  <a:pt x="0" y="27935"/>
                </a:moveTo>
                <a:lnTo>
                  <a:pt x="8141" y="12409"/>
                </a:lnTo>
                <a:cubicBezTo>
                  <a:pt x="11156" y="6714"/>
                  <a:pt x="14681" y="3073"/>
                  <a:pt x="18774" y="1544"/>
                </a:cubicBezTo>
                <a:cubicBezTo>
                  <a:pt x="22924" y="0"/>
                  <a:pt x="27425" y="510"/>
                  <a:pt x="32377" y="3131"/>
                </a:cubicBezTo>
                <a:cubicBezTo>
                  <a:pt x="37430" y="5753"/>
                  <a:pt x="40445" y="9161"/>
                  <a:pt x="41479" y="13428"/>
                </a:cubicBezTo>
                <a:cubicBezTo>
                  <a:pt x="42499" y="17696"/>
                  <a:pt x="41538" y="22706"/>
                  <a:pt x="38523" y="28386"/>
                </a:cubicBezTo>
                <a:lnTo>
                  <a:pt x="33964" y="36979"/>
                </a:lnTo>
                <a:lnTo>
                  <a:pt x="54383" y="47742"/>
                </a:lnTo>
                <a:lnTo>
                  <a:pt x="50742" y="54616"/>
                </a:lnTo>
                <a:lnTo>
                  <a:pt x="0" y="27935"/>
                </a:lnTo>
                <a:close/>
                <a:moveTo>
                  <a:pt x="0" y="279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0018C-CC71-4470-835A-B1EC5751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82" y="6197684"/>
            <a:ext cx="69632" cy="47742"/>
          </a:xfrm>
          <a:custGeom xmlns:a="http://schemas.openxmlformats.org/drawingml/2006/main">
            <a:pathLst>
              <a:path w="69632" h="47742">
                <a:moveTo>
                  <a:pt x="46650" y="3758"/>
                </a:moveTo>
                <a:lnTo>
                  <a:pt x="69632" y="15817"/>
                </a:lnTo>
                <a:lnTo>
                  <a:pt x="66326" y="22080"/>
                </a:lnTo>
                <a:lnTo>
                  <a:pt x="43577" y="10137"/>
                </a:lnTo>
                <a:cubicBezTo>
                  <a:pt x="39994" y="8200"/>
                  <a:pt x="36921" y="7515"/>
                  <a:pt x="34357" y="7967"/>
                </a:cubicBezTo>
                <a:cubicBezTo>
                  <a:pt x="31852" y="8418"/>
                  <a:pt x="29857" y="10079"/>
                  <a:pt x="28386" y="12860"/>
                </a:cubicBezTo>
                <a:cubicBezTo>
                  <a:pt x="26624" y="16268"/>
                  <a:pt x="26274" y="19458"/>
                  <a:pt x="27410" y="22589"/>
                </a:cubicBezTo>
                <a:cubicBezTo>
                  <a:pt x="28503" y="25662"/>
                  <a:pt x="30949" y="28168"/>
                  <a:pt x="34649" y="30105"/>
                </a:cubicBezTo>
                <a:lnTo>
                  <a:pt x="56146" y="41421"/>
                </a:lnTo>
                <a:lnTo>
                  <a:pt x="52854" y="47742"/>
                </a:lnTo>
                <a:lnTo>
                  <a:pt x="0" y="19910"/>
                </a:lnTo>
                <a:lnTo>
                  <a:pt x="3292" y="13603"/>
                </a:lnTo>
                <a:lnTo>
                  <a:pt x="24002" y="24526"/>
                </a:lnTo>
                <a:cubicBezTo>
                  <a:pt x="22531" y="21788"/>
                  <a:pt x="21730" y="19181"/>
                  <a:pt x="21672" y="16560"/>
                </a:cubicBezTo>
                <a:cubicBezTo>
                  <a:pt x="21614" y="13938"/>
                  <a:pt x="22240" y="11273"/>
                  <a:pt x="23667" y="8593"/>
                </a:cubicBezTo>
                <a:cubicBezTo>
                  <a:pt x="25939" y="4267"/>
                  <a:pt x="29071" y="1660"/>
                  <a:pt x="32930" y="859"/>
                </a:cubicBezTo>
                <a:cubicBezTo>
                  <a:pt x="36804" y="0"/>
                  <a:pt x="41407" y="976"/>
                  <a:pt x="46650" y="3758"/>
                </a:cubicBezTo>
                <a:close/>
                <a:moveTo>
                  <a:pt x="46650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F13DB-6799-467A-8874-1ECDF22C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164" y="6154501"/>
            <a:ext cx="46708" cy="43591"/>
          </a:xfrm>
          <a:custGeom xmlns:a="http://schemas.openxmlformats.org/drawingml/2006/main">
            <a:pathLst>
              <a:path w="46708" h="43591">
                <a:moveTo>
                  <a:pt x="8651" y="14055"/>
                </a:moveTo>
                <a:cubicBezTo>
                  <a:pt x="6889" y="17419"/>
                  <a:pt x="6831" y="20769"/>
                  <a:pt x="8418" y="24075"/>
                </a:cubicBezTo>
                <a:cubicBezTo>
                  <a:pt x="10020" y="27425"/>
                  <a:pt x="13093" y="30279"/>
                  <a:pt x="17637" y="32668"/>
                </a:cubicBezTo>
                <a:cubicBezTo>
                  <a:pt x="22196" y="35056"/>
                  <a:pt x="26289" y="35959"/>
                  <a:pt x="29930" y="35450"/>
                </a:cubicBezTo>
                <a:cubicBezTo>
                  <a:pt x="33571" y="34882"/>
                  <a:pt x="36236" y="32886"/>
                  <a:pt x="38057" y="29537"/>
                </a:cubicBezTo>
                <a:cubicBezTo>
                  <a:pt x="39775" y="26172"/>
                  <a:pt x="39877" y="22881"/>
                  <a:pt x="38290" y="19516"/>
                </a:cubicBezTo>
                <a:cubicBezTo>
                  <a:pt x="36644" y="16225"/>
                  <a:pt x="33571" y="13312"/>
                  <a:pt x="29071" y="10923"/>
                </a:cubicBezTo>
                <a:cubicBezTo>
                  <a:pt x="24526" y="8593"/>
                  <a:pt x="20478" y="7690"/>
                  <a:pt x="16778" y="8258"/>
                </a:cubicBezTo>
                <a:cubicBezTo>
                  <a:pt x="13137" y="8826"/>
                  <a:pt x="10414" y="10763"/>
                  <a:pt x="8651" y="14055"/>
                </a:cubicBezTo>
                <a:close/>
                <a:moveTo>
                  <a:pt x="3364" y="11273"/>
                </a:moveTo>
                <a:cubicBezTo>
                  <a:pt x="6263" y="5869"/>
                  <a:pt x="10239" y="2505"/>
                  <a:pt x="15424" y="1253"/>
                </a:cubicBezTo>
                <a:cubicBezTo>
                  <a:pt x="20594" y="0"/>
                  <a:pt x="26289" y="1034"/>
                  <a:pt x="32537" y="4326"/>
                </a:cubicBezTo>
                <a:cubicBezTo>
                  <a:pt x="38800" y="7573"/>
                  <a:pt x="42848" y="11724"/>
                  <a:pt x="44771" y="16676"/>
                </a:cubicBezTo>
                <a:cubicBezTo>
                  <a:pt x="46708" y="21686"/>
                  <a:pt x="46198" y="26857"/>
                  <a:pt x="43358" y="32318"/>
                </a:cubicBezTo>
                <a:cubicBezTo>
                  <a:pt x="40504" y="37780"/>
                  <a:pt x="36469" y="41144"/>
                  <a:pt x="31299" y="42339"/>
                </a:cubicBezTo>
                <a:cubicBezTo>
                  <a:pt x="26114" y="43591"/>
                  <a:pt x="20419" y="42557"/>
                  <a:pt x="14171" y="39266"/>
                </a:cubicBezTo>
                <a:cubicBezTo>
                  <a:pt x="7908" y="35959"/>
                  <a:pt x="3874" y="31867"/>
                  <a:pt x="1937" y="26915"/>
                </a:cubicBezTo>
                <a:cubicBezTo>
                  <a:pt x="0" y="21963"/>
                  <a:pt x="510" y="16734"/>
                  <a:pt x="3364" y="11273"/>
                </a:cubicBezTo>
                <a:close/>
                <a:moveTo>
                  <a:pt x="3364" y="112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F7527-21A5-4671-B75D-875A6690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247" y="6119342"/>
            <a:ext cx="58942" cy="35901"/>
          </a:xfrm>
          <a:custGeom xmlns:a="http://schemas.openxmlformats.org/drawingml/2006/main">
            <a:pathLst>
              <a:path w="58942" h="35901">
                <a:moveTo>
                  <a:pt x="3292" y="7224"/>
                </a:moveTo>
                <a:lnTo>
                  <a:pt x="14113" y="12919"/>
                </a:lnTo>
                <a:lnTo>
                  <a:pt x="20871" y="0"/>
                </a:lnTo>
                <a:lnTo>
                  <a:pt x="25706" y="2563"/>
                </a:lnTo>
                <a:lnTo>
                  <a:pt x="18948" y="15482"/>
                </a:lnTo>
                <a:lnTo>
                  <a:pt x="39644" y="26347"/>
                </a:lnTo>
                <a:cubicBezTo>
                  <a:pt x="42717" y="27935"/>
                  <a:pt x="44946" y="28561"/>
                  <a:pt x="46257" y="28168"/>
                </a:cubicBezTo>
                <a:cubicBezTo>
                  <a:pt x="47611" y="27818"/>
                  <a:pt x="48980" y="26289"/>
                  <a:pt x="50349" y="23725"/>
                </a:cubicBezTo>
                <a:lnTo>
                  <a:pt x="53699" y="17302"/>
                </a:lnTo>
                <a:lnTo>
                  <a:pt x="58942" y="20026"/>
                </a:lnTo>
                <a:lnTo>
                  <a:pt x="55578" y="26463"/>
                </a:lnTo>
                <a:cubicBezTo>
                  <a:pt x="53014" y="31299"/>
                  <a:pt x="50349" y="34139"/>
                  <a:pt x="47611" y="35056"/>
                </a:cubicBezTo>
                <a:cubicBezTo>
                  <a:pt x="44829" y="35901"/>
                  <a:pt x="41072" y="35100"/>
                  <a:pt x="36294" y="32610"/>
                </a:cubicBezTo>
                <a:lnTo>
                  <a:pt x="15642" y="21745"/>
                </a:lnTo>
                <a:lnTo>
                  <a:pt x="13254" y="26347"/>
                </a:lnTo>
                <a:lnTo>
                  <a:pt x="8360" y="23784"/>
                </a:lnTo>
                <a:lnTo>
                  <a:pt x="10807" y="19181"/>
                </a:lnTo>
                <a:lnTo>
                  <a:pt x="0" y="13487"/>
                </a:lnTo>
                <a:lnTo>
                  <a:pt x="3292" y="7224"/>
                </a:lnTo>
                <a:close/>
                <a:moveTo>
                  <a:pt x="3292" y="72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5766F-29EA-403C-9DB5-669B076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924" y="6084635"/>
            <a:ext cx="46650" cy="43533"/>
          </a:xfrm>
          <a:custGeom xmlns:a="http://schemas.openxmlformats.org/drawingml/2006/main">
            <a:pathLst>
              <a:path w="46650" h="43533">
                <a:moveTo>
                  <a:pt x="8637" y="14055"/>
                </a:moveTo>
                <a:cubicBezTo>
                  <a:pt x="6874" y="17419"/>
                  <a:pt x="6816" y="20769"/>
                  <a:pt x="8418" y="24075"/>
                </a:cubicBezTo>
                <a:cubicBezTo>
                  <a:pt x="10006" y="27366"/>
                  <a:pt x="13079" y="30279"/>
                  <a:pt x="17623" y="32668"/>
                </a:cubicBezTo>
                <a:cubicBezTo>
                  <a:pt x="22182" y="35056"/>
                  <a:pt x="26274" y="35959"/>
                  <a:pt x="29915" y="35391"/>
                </a:cubicBezTo>
                <a:cubicBezTo>
                  <a:pt x="33556" y="34823"/>
                  <a:pt x="36236" y="32886"/>
                  <a:pt x="37998" y="29478"/>
                </a:cubicBezTo>
                <a:cubicBezTo>
                  <a:pt x="39761" y="26172"/>
                  <a:pt x="39877" y="22822"/>
                  <a:pt x="38232" y="19516"/>
                </a:cubicBezTo>
                <a:cubicBezTo>
                  <a:pt x="36629" y="16166"/>
                  <a:pt x="33556" y="13326"/>
                  <a:pt x="29012" y="10923"/>
                </a:cubicBezTo>
                <a:cubicBezTo>
                  <a:pt x="24512" y="8535"/>
                  <a:pt x="20419" y="7632"/>
                  <a:pt x="16778" y="8200"/>
                </a:cubicBezTo>
                <a:cubicBezTo>
                  <a:pt x="13137" y="8768"/>
                  <a:pt x="10399" y="10705"/>
                  <a:pt x="8637" y="14055"/>
                </a:cubicBezTo>
                <a:close/>
                <a:moveTo>
                  <a:pt x="3350" y="11273"/>
                </a:moveTo>
                <a:cubicBezTo>
                  <a:pt x="6190" y="5811"/>
                  <a:pt x="10239" y="2505"/>
                  <a:pt x="15409" y="1253"/>
                </a:cubicBezTo>
                <a:cubicBezTo>
                  <a:pt x="20594" y="0"/>
                  <a:pt x="26274" y="1034"/>
                  <a:pt x="32537" y="4267"/>
                </a:cubicBezTo>
                <a:cubicBezTo>
                  <a:pt x="38741" y="7573"/>
                  <a:pt x="42834" y="11666"/>
                  <a:pt x="44771" y="16676"/>
                </a:cubicBezTo>
                <a:cubicBezTo>
                  <a:pt x="46650" y="21628"/>
                  <a:pt x="46184" y="26857"/>
                  <a:pt x="43344" y="32260"/>
                </a:cubicBezTo>
                <a:cubicBezTo>
                  <a:pt x="40445" y="37722"/>
                  <a:pt x="36455" y="41086"/>
                  <a:pt x="31284" y="42339"/>
                </a:cubicBezTo>
                <a:cubicBezTo>
                  <a:pt x="26114" y="43533"/>
                  <a:pt x="20361" y="42499"/>
                  <a:pt x="14157" y="39266"/>
                </a:cubicBezTo>
                <a:cubicBezTo>
                  <a:pt x="7908" y="35959"/>
                  <a:pt x="3801" y="31867"/>
                  <a:pt x="1922" y="26915"/>
                </a:cubicBezTo>
                <a:cubicBezTo>
                  <a:pt x="0" y="21963"/>
                  <a:pt x="510" y="16734"/>
                  <a:pt x="3350" y="11273"/>
                </a:cubicBezTo>
                <a:close/>
                <a:moveTo>
                  <a:pt x="3350" y="112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3DF53-797E-4F53-A19F-70881E65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178" y="6040724"/>
            <a:ext cx="65030" cy="53874"/>
          </a:xfrm>
          <a:custGeom xmlns:a="http://schemas.openxmlformats.org/drawingml/2006/main">
            <a:pathLst>
              <a:path w="65030" h="53874">
                <a:moveTo>
                  <a:pt x="8811" y="7457"/>
                </a:moveTo>
                <a:lnTo>
                  <a:pt x="29129" y="30090"/>
                </a:lnTo>
                <a:lnTo>
                  <a:pt x="38974" y="11375"/>
                </a:lnTo>
                <a:lnTo>
                  <a:pt x="8811" y="7457"/>
                </a:lnTo>
                <a:close/>
                <a:moveTo>
                  <a:pt x="0" y="7792"/>
                </a:moveTo>
                <a:lnTo>
                  <a:pt x="4093" y="0"/>
                </a:lnTo>
                <a:lnTo>
                  <a:pt x="65030" y="7340"/>
                </a:lnTo>
                <a:lnTo>
                  <a:pt x="61272" y="14506"/>
                </a:lnTo>
                <a:lnTo>
                  <a:pt x="45790" y="12292"/>
                </a:lnTo>
                <a:lnTo>
                  <a:pt x="33789" y="35158"/>
                </a:lnTo>
                <a:lnTo>
                  <a:pt x="44378" y="46591"/>
                </a:lnTo>
                <a:lnTo>
                  <a:pt x="40562" y="53874"/>
                </a:lnTo>
                <a:lnTo>
                  <a:pt x="0" y="7792"/>
                </a:lnTo>
                <a:close/>
                <a:moveTo>
                  <a:pt x="0" y="77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0C39E-2FD6-46EE-9507-40B7FBF4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9" y="5993448"/>
            <a:ext cx="54849" cy="47728"/>
          </a:xfrm>
          <a:custGeom xmlns:a="http://schemas.openxmlformats.org/drawingml/2006/main">
            <a:pathLst>
              <a:path w="54849" h="47728">
                <a:moveTo>
                  <a:pt x="31867" y="3758"/>
                </a:moveTo>
                <a:lnTo>
                  <a:pt x="54849" y="15817"/>
                </a:lnTo>
                <a:lnTo>
                  <a:pt x="51543" y="22065"/>
                </a:lnTo>
                <a:lnTo>
                  <a:pt x="28794" y="10122"/>
                </a:lnTo>
                <a:cubicBezTo>
                  <a:pt x="25211" y="8243"/>
                  <a:pt x="22138" y="7501"/>
                  <a:pt x="19575" y="7967"/>
                </a:cubicBezTo>
                <a:cubicBezTo>
                  <a:pt x="17069" y="8418"/>
                  <a:pt x="15089" y="10064"/>
                  <a:pt x="13603" y="12919"/>
                </a:cubicBezTo>
                <a:cubicBezTo>
                  <a:pt x="11841" y="16268"/>
                  <a:pt x="11491" y="19516"/>
                  <a:pt x="12642" y="22589"/>
                </a:cubicBezTo>
                <a:cubicBezTo>
                  <a:pt x="13720" y="25648"/>
                  <a:pt x="16166" y="28153"/>
                  <a:pt x="19866" y="30148"/>
                </a:cubicBezTo>
                <a:lnTo>
                  <a:pt x="41363" y="41421"/>
                </a:lnTo>
                <a:lnTo>
                  <a:pt x="38071" y="47728"/>
                </a:lnTo>
                <a:lnTo>
                  <a:pt x="0" y="27701"/>
                </a:lnTo>
                <a:lnTo>
                  <a:pt x="3306" y="21439"/>
                </a:lnTo>
                <a:lnTo>
                  <a:pt x="9219" y="24512"/>
                </a:lnTo>
                <a:cubicBezTo>
                  <a:pt x="7748" y="21847"/>
                  <a:pt x="6947" y="19167"/>
                  <a:pt x="6889" y="16560"/>
                </a:cubicBezTo>
                <a:cubicBezTo>
                  <a:pt x="6831" y="13938"/>
                  <a:pt x="7457" y="11258"/>
                  <a:pt x="8884" y="8651"/>
                </a:cubicBezTo>
                <a:cubicBezTo>
                  <a:pt x="11156" y="4267"/>
                  <a:pt x="14288" y="1646"/>
                  <a:pt x="18147" y="845"/>
                </a:cubicBezTo>
                <a:cubicBezTo>
                  <a:pt x="22021" y="0"/>
                  <a:pt x="26638" y="961"/>
                  <a:pt x="31867" y="3758"/>
                </a:cubicBezTo>
                <a:close/>
                <a:moveTo>
                  <a:pt x="31867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50ADC-A112-45F5-940C-2D2F609D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988" y="5951633"/>
            <a:ext cx="51762" cy="44028"/>
          </a:xfrm>
          <a:custGeom xmlns:a="http://schemas.openxmlformats.org/drawingml/2006/main">
            <a:pathLst>
              <a:path w="51762" h="44028">
                <a:moveTo>
                  <a:pt x="26114" y="17798"/>
                </a:moveTo>
                <a:cubicBezTo>
                  <a:pt x="23434" y="22866"/>
                  <a:pt x="22182" y="26682"/>
                  <a:pt x="22298" y="29245"/>
                </a:cubicBezTo>
                <a:cubicBezTo>
                  <a:pt x="22415" y="31794"/>
                  <a:pt x="23886" y="33789"/>
                  <a:pt x="26682" y="35275"/>
                </a:cubicBezTo>
                <a:cubicBezTo>
                  <a:pt x="28896" y="36469"/>
                  <a:pt x="31066" y="36629"/>
                  <a:pt x="33105" y="35843"/>
                </a:cubicBezTo>
                <a:cubicBezTo>
                  <a:pt x="35217" y="35100"/>
                  <a:pt x="36862" y="33454"/>
                  <a:pt x="38232" y="30891"/>
                </a:cubicBezTo>
                <a:cubicBezTo>
                  <a:pt x="40052" y="27410"/>
                  <a:pt x="40271" y="24002"/>
                  <a:pt x="38916" y="20652"/>
                </a:cubicBezTo>
                <a:cubicBezTo>
                  <a:pt x="37547" y="17230"/>
                  <a:pt x="34809" y="14448"/>
                  <a:pt x="30775" y="12336"/>
                </a:cubicBezTo>
                <a:lnTo>
                  <a:pt x="29347" y="11608"/>
                </a:lnTo>
                <a:lnTo>
                  <a:pt x="26114" y="17798"/>
                </a:lnTo>
                <a:close/>
                <a:moveTo>
                  <a:pt x="30090" y="3976"/>
                </a:moveTo>
                <a:lnTo>
                  <a:pt x="51762" y="15409"/>
                </a:lnTo>
                <a:lnTo>
                  <a:pt x="48529" y="21672"/>
                </a:lnTo>
                <a:lnTo>
                  <a:pt x="42717" y="18599"/>
                </a:lnTo>
                <a:cubicBezTo>
                  <a:pt x="44261" y="21279"/>
                  <a:pt x="45062" y="23944"/>
                  <a:pt x="45062" y="26624"/>
                </a:cubicBezTo>
                <a:cubicBezTo>
                  <a:pt x="45004" y="29347"/>
                  <a:pt x="44203" y="32260"/>
                  <a:pt x="42557" y="35319"/>
                </a:cubicBezTo>
                <a:cubicBezTo>
                  <a:pt x="40504" y="39251"/>
                  <a:pt x="37824" y="41756"/>
                  <a:pt x="34416" y="42892"/>
                </a:cubicBezTo>
                <a:cubicBezTo>
                  <a:pt x="31008" y="44028"/>
                  <a:pt x="27468" y="43693"/>
                  <a:pt x="23784" y="41756"/>
                </a:cubicBezTo>
                <a:cubicBezTo>
                  <a:pt x="19516" y="39484"/>
                  <a:pt x="17069" y="36353"/>
                  <a:pt x="16385" y="32362"/>
                </a:cubicBezTo>
                <a:cubicBezTo>
                  <a:pt x="15700" y="28328"/>
                  <a:pt x="16895" y="23492"/>
                  <a:pt x="19851" y="17798"/>
                </a:cubicBezTo>
                <a:lnTo>
                  <a:pt x="24454" y="9044"/>
                </a:lnTo>
                <a:lnTo>
                  <a:pt x="23827" y="8695"/>
                </a:lnTo>
                <a:cubicBezTo>
                  <a:pt x="20987" y="7166"/>
                  <a:pt x="18264" y="6933"/>
                  <a:pt x="15700" y="8010"/>
                </a:cubicBezTo>
                <a:cubicBezTo>
                  <a:pt x="13137" y="9103"/>
                  <a:pt x="10923" y="11317"/>
                  <a:pt x="9161" y="14725"/>
                </a:cubicBezTo>
                <a:cubicBezTo>
                  <a:pt x="8025" y="16953"/>
                  <a:pt x="7166" y="19167"/>
                  <a:pt x="6598" y="21555"/>
                </a:cubicBezTo>
                <a:cubicBezTo>
                  <a:pt x="6030" y="23886"/>
                  <a:pt x="5738" y="26274"/>
                  <a:pt x="5797" y="28721"/>
                </a:cubicBezTo>
                <a:lnTo>
                  <a:pt x="0" y="25648"/>
                </a:lnTo>
                <a:cubicBezTo>
                  <a:pt x="335" y="22924"/>
                  <a:pt x="845" y="20361"/>
                  <a:pt x="1529" y="17972"/>
                </a:cubicBezTo>
                <a:cubicBezTo>
                  <a:pt x="2214" y="15584"/>
                  <a:pt x="3131" y="13370"/>
                  <a:pt x="4151" y="11317"/>
                </a:cubicBezTo>
                <a:cubicBezTo>
                  <a:pt x="7049" y="5797"/>
                  <a:pt x="10632" y="2447"/>
                  <a:pt x="14958" y="1253"/>
                </a:cubicBezTo>
                <a:cubicBezTo>
                  <a:pt x="19225" y="0"/>
                  <a:pt x="24293" y="903"/>
                  <a:pt x="30090" y="3976"/>
                </a:cubicBezTo>
                <a:close/>
                <a:moveTo>
                  <a:pt x="30090" y="3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84567-C159-4363-BBB6-7594A022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669" y="5920116"/>
            <a:ext cx="56160" cy="34022"/>
          </a:xfrm>
          <a:custGeom xmlns:a="http://schemas.openxmlformats.org/drawingml/2006/main">
            <a:pathLst>
              <a:path w="56160" h="34022">
                <a:moveTo>
                  <a:pt x="0" y="6248"/>
                </a:moveTo>
                <a:lnTo>
                  <a:pt x="3248" y="0"/>
                </a:lnTo>
                <a:lnTo>
                  <a:pt x="56160" y="27760"/>
                </a:lnTo>
                <a:lnTo>
                  <a:pt x="52854" y="34022"/>
                </a:lnTo>
                <a:lnTo>
                  <a:pt x="0" y="6248"/>
                </a:lnTo>
                <a:close/>
                <a:moveTo>
                  <a:pt x="0" y="62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EE5C2-765C-4234-B95F-438893A0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316" y="5882220"/>
            <a:ext cx="58942" cy="61272"/>
          </a:xfrm>
          <a:custGeom xmlns:a="http://schemas.openxmlformats.org/drawingml/2006/main">
            <a:pathLst>
              <a:path w="58942" h="61272">
                <a:moveTo>
                  <a:pt x="52286" y="38625"/>
                </a:moveTo>
                <a:cubicBezTo>
                  <a:pt x="55869" y="42790"/>
                  <a:pt x="57923" y="46023"/>
                  <a:pt x="58432" y="48412"/>
                </a:cubicBezTo>
                <a:cubicBezTo>
                  <a:pt x="58942" y="50859"/>
                  <a:pt x="58432" y="53422"/>
                  <a:pt x="56947" y="56262"/>
                </a:cubicBezTo>
                <a:lnTo>
                  <a:pt x="54340" y="61272"/>
                </a:lnTo>
                <a:lnTo>
                  <a:pt x="49097" y="58491"/>
                </a:lnTo>
                <a:lnTo>
                  <a:pt x="51034" y="54849"/>
                </a:lnTo>
                <a:cubicBezTo>
                  <a:pt x="51937" y="53131"/>
                  <a:pt x="52228" y="51543"/>
                  <a:pt x="51893" y="50174"/>
                </a:cubicBezTo>
                <a:cubicBezTo>
                  <a:pt x="51602" y="48820"/>
                  <a:pt x="50233" y="46708"/>
                  <a:pt x="47786" y="43984"/>
                </a:cubicBezTo>
                <a:lnTo>
                  <a:pt x="45514" y="41363"/>
                </a:lnTo>
                <a:lnTo>
                  <a:pt x="0" y="37037"/>
                </a:lnTo>
                <a:lnTo>
                  <a:pt x="3466" y="30440"/>
                </a:lnTo>
                <a:lnTo>
                  <a:pt x="39484" y="34197"/>
                </a:lnTo>
                <a:lnTo>
                  <a:pt x="15992" y="6656"/>
                </a:lnTo>
                <a:lnTo>
                  <a:pt x="19458" y="0"/>
                </a:lnTo>
                <a:lnTo>
                  <a:pt x="52286" y="38625"/>
                </a:lnTo>
                <a:close/>
                <a:moveTo>
                  <a:pt x="52286" y="386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27CB9-8CE1-48E3-A23F-EDFEC680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372" y="5849901"/>
            <a:ext cx="46140" cy="45747"/>
          </a:xfrm>
          <a:custGeom xmlns:a="http://schemas.openxmlformats.org/drawingml/2006/main">
            <a:pathLst>
              <a:path w="46140" h="45747">
                <a:moveTo>
                  <a:pt x="11841" y="0"/>
                </a:moveTo>
                <a:lnTo>
                  <a:pt x="17754" y="3131"/>
                </a:lnTo>
                <a:cubicBezTo>
                  <a:pt x="15875" y="4442"/>
                  <a:pt x="14229" y="5928"/>
                  <a:pt x="12802" y="7573"/>
                </a:cubicBezTo>
                <a:cubicBezTo>
                  <a:pt x="11317" y="9219"/>
                  <a:pt x="10079" y="11098"/>
                  <a:pt x="8986" y="13152"/>
                </a:cubicBezTo>
                <a:cubicBezTo>
                  <a:pt x="7399" y="16225"/>
                  <a:pt x="6598" y="18774"/>
                  <a:pt x="6772" y="20885"/>
                </a:cubicBezTo>
                <a:cubicBezTo>
                  <a:pt x="6889" y="22939"/>
                  <a:pt x="7908" y="24410"/>
                  <a:pt x="9846" y="25429"/>
                </a:cubicBezTo>
                <a:cubicBezTo>
                  <a:pt x="11273" y="26172"/>
                  <a:pt x="12686" y="26230"/>
                  <a:pt x="14113" y="25546"/>
                </a:cubicBezTo>
                <a:cubicBezTo>
                  <a:pt x="15540" y="24861"/>
                  <a:pt x="17463" y="23099"/>
                  <a:pt x="19968" y="20084"/>
                </a:cubicBezTo>
                <a:lnTo>
                  <a:pt x="21614" y="18205"/>
                </a:lnTo>
                <a:cubicBezTo>
                  <a:pt x="24861" y="14288"/>
                  <a:pt x="27876" y="11841"/>
                  <a:pt x="30614" y="10865"/>
                </a:cubicBezTo>
                <a:cubicBezTo>
                  <a:pt x="33338" y="9904"/>
                  <a:pt x="36236" y="10239"/>
                  <a:pt x="39309" y="11899"/>
                </a:cubicBezTo>
                <a:cubicBezTo>
                  <a:pt x="42848" y="13720"/>
                  <a:pt x="44946" y="16618"/>
                  <a:pt x="45514" y="20492"/>
                </a:cubicBezTo>
                <a:cubicBezTo>
                  <a:pt x="46140" y="24352"/>
                  <a:pt x="45120" y="28794"/>
                  <a:pt x="42557" y="33687"/>
                </a:cubicBezTo>
                <a:cubicBezTo>
                  <a:pt x="41479" y="35683"/>
                  <a:pt x="40169" y="37722"/>
                  <a:pt x="38581" y="39717"/>
                </a:cubicBezTo>
                <a:cubicBezTo>
                  <a:pt x="37037" y="41712"/>
                  <a:pt x="35217" y="43751"/>
                  <a:pt x="33163" y="45747"/>
                </a:cubicBezTo>
                <a:lnTo>
                  <a:pt x="26682" y="42382"/>
                </a:lnTo>
                <a:cubicBezTo>
                  <a:pt x="29129" y="40678"/>
                  <a:pt x="31182" y="38858"/>
                  <a:pt x="33003" y="36979"/>
                </a:cubicBezTo>
                <a:cubicBezTo>
                  <a:pt x="34765" y="35056"/>
                  <a:pt x="36236" y="32945"/>
                  <a:pt x="37387" y="30789"/>
                </a:cubicBezTo>
                <a:cubicBezTo>
                  <a:pt x="38916" y="27818"/>
                  <a:pt x="39601" y="25269"/>
                  <a:pt x="39426" y="23157"/>
                </a:cubicBezTo>
                <a:cubicBezTo>
                  <a:pt x="39251" y="21060"/>
                  <a:pt x="38232" y="19516"/>
                  <a:pt x="36411" y="18555"/>
                </a:cubicBezTo>
                <a:cubicBezTo>
                  <a:pt x="34707" y="17637"/>
                  <a:pt x="33119" y="17521"/>
                  <a:pt x="31634" y="18205"/>
                </a:cubicBezTo>
                <a:cubicBezTo>
                  <a:pt x="30105" y="18890"/>
                  <a:pt x="27935" y="20944"/>
                  <a:pt x="25036" y="24352"/>
                </a:cubicBezTo>
                <a:lnTo>
                  <a:pt x="23390" y="26289"/>
                </a:lnTo>
                <a:cubicBezTo>
                  <a:pt x="20536" y="29697"/>
                  <a:pt x="17812" y="31867"/>
                  <a:pt x="15191" y="32712"/>
                </a:cubicBezTo>
                <a:cubicBezTo>
                  <a:pt x="12627" y="33513"/>
                  <a:pt x="9846" y="33178"/>
                  <a:pt x="6889" y="31634"/>
                </a:cubicBezTo>
                <a:cubicBezTo>
                  <a:pt x="3364" y="29755"/>
                  <a:pt x="1253" y="27032"/>
                  <a:pt x="626" y="23449"/>
                </a:cubicBezTo>
                <a:cubicBezTo>
                  <a:pt x="0" y="19910"/>
                  <a:pt x="918" y="15759"/>
                  <a:pt x="3364" y="11098"/>
                </a:cubicBezTo>
                <a:cubicBezTo>
                  <a:pt x="4617" y="8826"/>
                  <a:pt x="5913" y="6714"/>
                  <a:pt x="7340" y="4835"/>
                </a:cubicBezTo>
                <a:cubicBezTo>
                  <a:pt x="8710" y="3015"/>
                  <a:pt x="10239" y="1369"/>
                  <a:pt x="11841" y="0"/>
                </a:cubicBezTo>
                <a:close/>
                <a:moveTo>
                  <a:pt x="1184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BE721-8906-40CE-BC8E-65F961AC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542" y="5823277"/>
            <a:ext cx="56204" cy="34081"/>
          </a:xfrm>
          <a:custGeom xmlns:a="http://schemas.openxmlformats.org/drawingml/2006/main">
            <a:pathLst>
              <a:path w="56204" h="34081">
                <a:moveTo>
                  <a:pt x="14841" y="14055"/>
                </a:moveTo>
                <a:lnTo>
                  <a:pt x="18147" y="7792"/>
                </a:lnTo>
                <a:lnTo>
                  <a:pt x="56204" y="27818"/>
                </a:lnTo>
                <a:lnTo>
                  <a:pt x="52898" y="34081"/>
                </a:lnTo>
                <a:lnTo>
                  <a:pt x="14841" y="14055"/>
                </a:lnTo>
                <a:close/>
                <a:moveTo>
                  <a:pt x="0" y="6263"/>
                </a:moveTo>
                <a:lnTo>
                  <a:pt x="3292" y="0"/>
                </a:lnTo>
                <a:lnTo>
                  <a:pt x="11200" y="4151"/>
                </a:lnTo>
                <a:lnTo>
                  <a:pt x="7952" y="10414"/>
                </a:lnTo>
                <a:lnTo>
                  <a:pt x="0" y="6263"/>
                </a:lnTo>
                <a:close/>
                <a:moveTo>
                  <a:pt x="0" y="62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920AF-DD4E-4B55-A793-5D842FE9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617" y="5794323"/>
            <a:ext cx="46082" cy="45747"/>
          </a:xfrm>
          <a:custGeom xmlns:a="http://schemas.openxmlformats.org/drawingml/2006/main">
            <a:pathLst>
              <a:path w="46082" h="45747">
                <a:moveTo>
                  <a:pt x="11783" y="0"/>
                </a:moveTo>
                <a:lnTo>
                  <a:pt x="17696" y="3131"/>
                </a:lnTo>
                <a:cubicBezTo>
                  <a:pt x="15875" y="4384"/>
                  <a:pt x="14215" y="5855"/>
                  <a:pt x="12802" y="7515"/>
                </a:cubicBezTo>
                <a:cubicBezTo>
                  <a:pt x="11317" y="9219"/>
                  <a:pt x="10064" y="11040"/>
                  <a:pt x="8986" y="13079"/>
                </a:cubicBezTo>
                <a:cubicBezTo>
                  <a:pt x="7340" y="16210"/>
                  <a:pt x="6598" y="18774"/>
                  <a:pt x="6772" y="20827"/>
                </a:cubicBezTo>
                <a:cubicBezTo>
                  <a:pt x="6889" y="22866"/>
                  <a:pt x="7908" y="24410"/>
                  <a:pt x="9787" y="25429"/>
                </a:cubicBezTo>
                <a:cubicBezTo>
                  <a:pt x="11258" y="26172"/>
                  <a:pt x="12686" y="26230"/>
                  <a:pt x="14113" y="25546"/>
                </a:cubicBezTo>
                <a:cubicBezTo>
                  <a:pt x="15526" y="24861"/>
                  <a:pt x="17463" y="23041"/>
                  <a:pt x="19968" y="20084"/>
                </a:cubicBezTo>
                <a:lnTo>
                  <a:pt x="21555" y="18205"/>
                </a:lnTo>
                <a:cubicBezTo>
                  <a:pt x="24861" y="14215"/>
                  <a:pt x="27876" y="11783"/>
                  <a:pt x="30614" y="10865"/>
                </a:cubicBezTo>
                <a:cubicBezTo>
                  <a:pt x="33280" y="9904"/>
                  <a:pt x="36236" y="10239"/>
                  <a:pt x="39309" y="11826"/>
                </a:cubicBezTo>
                <a:cubicBezTo>
                  <a:pt x="42834" y="13705"/>
                  <a:pt x="44946" y="16560"/>
                  <a:pt x="45514" y="20478"/>
                </a:cubicBezTo>
                <a:cubicBezTo>
                  <a:pt x="46082" y="24352"/>
                  <a:pt x="45120" y="28736"/>
                  <a:pt x="42557" y="33629"/>
                </a:cubicBezTo>
                <a:cubicBezTo>
                  <a:pt x="41479" y="35668"/>
                  <a:pt x="40169" y="37664"/>
                  <a:pt x="38567" y="39703"/>
                </a:cubicBezTo>
                <a:cubicBezTo>
                  <a:pt x="37037" y="41698"/>
                  <a:pt x="35217" y="43693"/>
                  <a:pt x="33105" y="45747"/>
                </a:cubicBezTo>
                <a:lnTo>
                  <a:pt x="26682" y="42324"/>
                </a:lnTo>
                <a:cubicBezTo>
                  <a:pt x="29071" y="40678"/>
                  <a:pt x="31182" y="38858"/>
                  <a:pt x="33003" y="36921"/>
                </a:cubicBezTo>
                <a:cubicBezTo>
                  <a:pt x="34765" y="34984"/>
                  <a:pt x="36236" y="32945"/>
                  <a:pt x="37372" y="30716"/>
                </a:cubicBezTo>
                <a:cubicBezTo>
                  <a:pt x="38916" y="27760"/>
                  <a:pt x="39601" y="25255"/>
                  <a:pt x="39426" y="23157"/>
                </a:cubicBezTo>
                <a:cubicBezTo>
                  <a:pt x="39251" y="21046"/>
                  <a:pt x="38232" y="19516"/>
                  <a:pt x="36411" y="18540"/>
                </a:cubicBezTo>
                <a:cubicBezTo>
                  <a:pt x="34707" y="17637"/>
                  <a:pt x="33105" y="17521"/>
                  <a:pt x="31634" y="18205"/>
                </a:cubicBezTo>
                <a:cubicBezTo>
                  <a:pt x="30090" y="18832"/>
                  <a:pt x="27935" y="20871"/>
                  <a:pt x="25036" y="24352"/>
                </a:cubicBezTo>
                <a:lnTo>
                  <a:pt x="23376" y="26230"/>
                </a:lnTo>
                <a:cubicBezTo>
                  <a:pt x="20536" y="29697"/>
                  <a:pt x="17812" y="31852"/>
                  <a:pt x="15191" y="32653"/>
                </a:cubicBezTo>
                <a:cubicBezTo>
                  <a:pt x="12627" y="33513"/>
                  <a:pt x="9846" y="33163"/>
                  <a:pt x="6889" y="31576"/>
                </a:cubicBezTo>
                <a:cubicBezTo>
                  <a:pt x="3292" y="29697"/>
                  <a:pt x="1194" y="26959"/>
                  <a:pt x="626" y="23434"/>
                </a:cubicBezTo>
                <a:cubicBezTo>
                  <a:pt x="0" y="19851"/>
                  <a:pt x="903" y="15759"/>
                  <a:pt x="3350" y="11098"/>
                </a:cubicBezTo>
                <a:cubicBezTo>
                  <a:pt x="4602" y="8753"/>
                  <a:pt x="5913" y="6714"/>
                  <a:pt x="7282" y="4835"/>
                </a:cubicBezTo>
                <a:cubicBezTo>
                  <a:pt x="8710" y="2957"/>
                  <a:pt x="10239" y="1369"/>
                  <a:pt x="11783" y="0"/>
                </a:cubicBezTo>
                <a:close/>
                <a:moveTo>
                  <a:pt x="117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3637F-F690-410F-A44D-4ABC3745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059" y="5766840"/>
            <a:ext cx="67360" cy="34649"/>
          </a:xfrm>
          <a:custGeom xmlns:a="http://schemas.openxmlformats.org/drawingml/2006/main">
            <a:pathLst>
              <a:path w="67360" h="34649">
                <a:moveTo>
                  <a:pt x="0" y="7967"/>
                </a:moveTo>
                <a:lnTo>
                  <a:pt x="3641" y="1078"/>
                </a:lnTo>
                <a:lnTo>
                  <a:pt x="48587" y="24745"/>
                </a:lnTo>
                <a:lnTo>
                  <a:pt x="61607" y="0"/>
                </a:lnTo>
                <a:lnTo>
                  <a:pt x="67360" y="3015"/>
                </a:lnTo>
                <a:lnTo>
                  <a:pt x="50742" y="34649"/>
                </a:lnTo>
                <a:lnTo>
                  <a:pt x="0" y="7967"/>
                </a:lnTo>
                <a:close/>
                <a:moveTo>
                  <a:pt x="0" y="79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34F88-E5A5-4509-855D-9B7CDCA0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148" y="5728900"/>
            <a:ext cx="56204" cy="34081"/>
          </a:xfrm>
          <a:custGeom xmlns:a="http://schemas.openxmlformats.org/drawingml/2006/main">
            <a:pathLst>
              <a:path w="56204" h="34081">
                <a:moveTo>
                  <a:pt x="14841" y="14055"/>
                </a:moveTo>
                <a:lnTo>
                  <a:pt x="18147" y="7792"/>
                </a:lnTo>
                <a:lnTo>
                  <a:pt x="56204" y="27818"/>
                </a:lnTo>
                <a:lnTo>
                  <a:pt x="52912" y="34081"/>
                </a:lnTo>
                <a:lnTo>
                  <a:pt x="14841" y="14055"/>
                </a:lnTo>
                <a:close/>
                <a:moveTo>
                  <a:pt x="0" y="6248"/>
                </a:moveTo>
                <a:lnTo>
                  <a:pt x="3292" y="0"/>
                </a:lnTo>
                <a:lnTo>
                  <a:pt x="11258" y="4151"/>
                </a:lnTo>
                <a:lnTo>
                  <a:pt x="7967" y="10414"/>
                </a:lnTo>
                <a:lnTo>
                  <a:pt x="0" y="6248"/>
                </a:lnTo>
                <a:close/>
                <a:moveTo>
                  <a:pt x="0" y="62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E997B-E18B-4C92-8B96-B8E22B56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360" y="5692314"/>
            <a:ext cx="60428" cy="55986"/>
          </a:xfrm>
          <a:custGeom xmlns:a="http://schemas.openxmlformats.org/drawingml/2006/main">
            <a:pathLst>
              <a:path w="60428" h="55986">
                <a:moveTo>
                  <a:pt x="28561" y="15992"/>
                </a:moveTo>
                <a:cubicBezTo>
                  <a:pt x="24017" y="13603"/>
                  <a:pt x="20026" y="12686"/>
                  <a:pt x="16560" y="13254"/>
                </a:cubicBezTo>
                <a:cubicBezTo>
                  <a:pt x="13093" y="13822"/>
                  <a:pt x="10472" y="15817"/>
                  <a:pt x="8651" y="19167"/>
                </a:cubicBezTo>
                <a:cubicBezTo>
                  <a:pt x="6889" y="22531"/>
                  <a:pt x="6772" y="25779"/>
                  <a:pt x="8316" y="28954"/>
                </a:cubicBezTo>
                <a:cubicBezTo>
                  <a:pt x="9787" y="32144"/>
                  <a:pt x="12802" y="34925"/>
                  <a:pt x="17361" y="37329"/>
                </a:cubicBezTo>
                <a:cubicBezTo>
                  <a:pt x="21847" y="39717"/>
                  <a:pt x="25837" y="40562"/>
                  <a:pt x="29362" y="40052"/>
                </a:cubicBezTo>
                <a:cubicBezTo>
                  <a:pt x="32828" y="39484"/>
                  <a:pt x="35450" y="37489"/>
                  <a:pt x="37212" y="34197"/>
                </a:cubicBezTo>
                <a:cubicBezTo>
                  <a:pt x="38974" y="30775"/>
                  <a:pt x="39091" y="27541"/>
                  <a:pt x="37605" y="24352"/>
                </a:cubicBezTo>
                <a:cubicBezTo>
                  <a:pt x="36076" y="21162"/>
                  <a:pt x="33061" y="18380"/>
                  <a:pt x="28561" y="15992"/>
                </a:cubicBezTo>
                <a:close/>
                <a:moveTo>
                  <a:pt x="46606" y="17521"/>
                </a:moveTo>
                <a:cubicBezTo>
                  <a:pt x="53087" y="20929"/>
                  <a:pt x="57122" y="24861"/>
                  <a:pt x="58767" y="29420"/>
                </a:cubicBezTo>
                <a:cubicBezTo>
                  <a:pt x="60428" y="33964"/>
                  <a:pt x="59685" y="39193"/>
                  <a:pt x="56612" y="45120"/>
                </a:cubicBezTo>
                <a:cubicBezTo>
                  <a:pt x="55418" y="47334"/>
                  <a:pt x="54165" y="49330"/>
                  <a:pt x="52796" y="51092"/>
                </a:cubicBezTo>
                <a:cubicBezTo>
                  <a:pt x="51485" y="52854"/>
                  <a:pt x="49956" y="54500"/>
                  <a:pt x="48310" y="55986"/>
                </a:cubicBezTo>
                <a:lnTo>
                  <a:pt x="42280" y="52796"/>
                </a:lnTo>
                <a:cubicBezTo>
                  <a:pt x="44203" y="51485"/>
                  <a:pt x="45922" y="50058"/>
                  <a:pt x="47276" y="48529"/>
                </a:cubicBezTo>
                <a:cubicBezTo>
                  <a:pt x="48703" y="46941"/>
                  <a:pt x="49898" y="45281"/>
                  <a:pt x="50917" y="43402"/>
                </a:cubicBezTo>
                <a:cubicBezTo>
                  <a:pt x="53087" y="39309"/>
                  <a:pt x="53597" y="35668"/>
                  <a:pt x="52519" y="32479"/>
                </a:cubicBezTo>
                <a:cubicBezTo>
                  <a:pt x="51485" y="29362"/>
                  <a:pt x="48762" y="26624"/>
                  <a:pt x="44436" y="24352"/>
                </a:cubicBezTo>
                <a:lnTo>
                  <a:pt x="41363" y="22706"/>
                </a:lnTo>
                <a:cubicBezTo>
                  <a:pt x="42907" y="25196"/>
                  <a:pt x="43693" y="27701"/>
                  <a:pt x="43751" y="30323"/>
                </a:cubicBezTo>
                <a:cubicBezTo>
                  <a:pt x="43810" y="32945"/>
                  <a:pt x="43125" y="35610"/>
                  <a:pt x="41654" y="38465"/>
                </a:cubicBezTo>
                <a:cubicBezTo>
                  <a:pt x="39149" y="43125"/>
                  <a:pt x="35391" y="45907"/>
                  <a:pt x="30381" y="46941"/>
                </a:cubicBezTo>
                <a:cubicBezTo>
                  <a:pt x="25327" y="47902"/>
                  <a:pt x="19866" y="46883"/>
                  <a:pt x="13938" y="43751"/>
                </a:cubicBezTo>
                <a:cubicBezTo>
                  <a:pt x="8083" y="40678"/>
                  <a:pt x="4107" y="36746"/>
                  <a:pt x="2054" y="32027"/>
                </a:cubicBezTo>
                <a:cubicBezTo>
                  <a:pt x="0" y="27308"/>
                  <a:pt x="175" y="22648"/>
                  <a:pt x="2622" y="17972"/>
                </a:cubicBezTo>
                <a:cubicBezTo>
                  <a:pt x="4107" y="15132"/>
                  <a:pt x="5928" y="13035"/>
                  <a:pt x="8083" y="11608"/>
                </a:cubicBezTo>
                <a:cubicBezTo>
                  <a:pt x="10297" y="10122"/>
                  <a:pt x="12802" y="9394"/>
                  <a:pt x="15759" y="9278"/>
                </a:cubicBezTo>
                <a:lnTo>
                  <a:pt x="9962" y="6263"/>
                </a:lnTo>
                <a:lnTo>
                  <a:pt x="13254" y="0"/>
                </a:lnTo>
                <a:lnTo>
                  <a:pt x="46606" y="17521"/>
                </a:lnTo>
                <a:close/>
                <a:moveTo>
                  <a:pt x="46606" y="175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230A9-5289-4EF9-96DC-476AFE3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28" y="5651971"/>
            <a:ext cx="69691" cy="47684"/>
          </a:xfrm>
          <a:custGeom xmlns:a="http://schemas.openxmlformats.org/drawingml/2006/main">
            <a:pathLst>
              <a:path w="69691" h="47684">
                <a:moveTo>
                  <a:pt x="46708" y="3699"/>
                </a:moveTo>
                <a:lnTo>
                  <a:pt x="69691" y="15817"/>
                </a:lnTo>
                <a:lnTo>
                  <a:pt x="66399" y="22021"/>
                </a:lnTo>
                <a:lnTo>
                  <a:pt x="43577" y="10079"/>
                </a:lnTo>
                <a:cubicBezTo>
                  <a:pt x="39994" y="8200"/>
                  <a:pt x="36921" y="7457"/>
                  <a:pt x="34416" y="7908"/>
                </a:cubicBezTo>
                <a:cubicBezTo>
                  <a:pt x="31852" y="8433"/>
                  <a:pt x="29872" y="10020"/>
                  <a:pt x="28386" y="12860"/>
                </a:cubicBezTo>
                <a:cubicBezTo>
                  <a:pt x="26624" y="16225"/>
                  <a:pt x="26289" y="19458"/>
                  <a:pt x="27425" y="22531"/>
                </a:cubicBezTo>
                <a:cubicBezTo>
                  <a:pt x="28561" y="25604"/>
                  <a:pt x="30949" y="28109"/>
                  <a:pt x="34707" y="30105"/>
                </a:cubicBezTo>
                <a:lnTo>
                  <a:pt x="56204" y="41421"/>
                </a:lnTo>
                <a:lnTo>
                  <a:pt x="52912" y="47684"/>
                </a:lnTo>
                <a:lnTo>
                  <a:pt x="0" y="19866"/>
                </a:lnTo>
                <a:lnTo>
                  <a:pt x="3306" y="13603"/>
                </a:lnTo>
                <a:lnTo>
                  <a:pt x="24060" y="24526"/>
                </a:lnTo>
                <a:cubicBezTo>
                  <a:pt x="22531" y="21803"/>
                  <a:pt x="21788" y="19123"/>
                  <a:pt x="21672" y="16501"/>
                </a:cubicBezTo>
                <a:cubicBezTo>
                  <a:pt x="21614" y="13894"/>
                  <a:pt x="22298" y="11273"/>
                  <a:pt x="23725" y="8593"/>
                </a:cubicBezTo>
                <a:cubicBezTo>
                  <a:pt x="25997" y="4224"/>
                  <a:pt x="29071" y="1602"/>
                  <a:pt x="33003" y="801"/>
                </a:cubicBezTo>
                <a:cubicBezTo>
                  <a:pt x="36862" y="0"/>
                  <a:pt x="41421" y="976"/>
                  <a:pt x="46708" y="3699"/>
                </a:cubicBezTo>
                <a:close/>
                <a:moveTo>
                  <a:pt x="46708" y="36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340E4-758B-40B5-A8BE-71957B6E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736" y="5616186"/>
            <a:ext cx="58942" cy="35901"/>
          </a:xfrm>
          <a:custGeom xmlns:a="http://schemas.openxmlformats.org/drawingml/2006/main">
            <a:pathLst>
              <a:path w="58942" h="35901">
                <a:moveTo>
                  <a:pt x="3306" y="7239"/>
                </a:moveTo>
                <a:lnTo>
                  <a:pt x="14113" y="12919"/>
                </a:lnTo>
                <a:lnTo>
                  <a:pt x="20885" y="0"/>
                </a:lnTo>
                <a:lnTo>
                  <a:pt x="25721" y="2563"/>
                </a:lnTo>
                <a:lnTo>
                  <a:pt x="18948" y="15482"/>
                </a:lnTo>
                <a:lnTo>
                  <a:pt x="39659" y="26347"/>
                </a:lnTo>
                <a:cubicBezTo>
                  <a:pt x="42732" y="27935"/>
                  <a:pt x="44946" y="28561"/>
                  <a:pt x="46257" y="28226"/>
                </a:cubicBezTo>
                <a:cubicBezTo>
                  <a:pt x="47611" y="27833"/>
                  <a:pt x="48980" y="26347"/>
                  <a:pt x="50349" y="23725"/>
                </a:cubicBezTo>
                <a:lnTo>
                  <a:pt x="53699" y="17302"/>
                </a:lnTo>
                <a:lnTo>
                  <a:pt x="58942" y="20026"/>
                </a:lnTo>
                <a:lnTo>
                  <a:pt x="55578" y="26463"/>
                </a:lnTo>
                <a:cubicBezTo>
                  <a:pt x="53029" y="31299"/>
                  <a:pt x="50349" y="34139"/>
                  <a:pt x="47611" y="35056"/>
                </a:cubicBezTo>
                <a:cubicBezTo>
                  <a:pt x="44829" y="35901"/>
                  <a:pt x="41072" y="35115"/>
                  <a:pt x="36294" y="32610"/>
                </a:cubicBezTo>
                <a:lnTo>
                  <a:pt x="15642" y="21745"/>
                </a:lnTo>
                <a:lnTo>
                  <a:pt x="13254" y="26347"/>
                </a:lnTo>
                <a:lnTo>
                  <a:pt x="8360" y="23784"/>
                </a:lnTo>
                <a:lnTo>
                  <a:pt x="10807" y="19181"/>
                </a:lnTo>
                <a:lnTo>
                  <a:pt x="0" y="13487"/>
                </a:lnTo>
                <a:lnTo>
                  <a:pt x="3306" y="7239"/>
                </a:lnTo>
                <a:close/>
                <a:moveTo>
                  <a:pt x="3306" y="72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6BA4F-B095-4A51-ADE0-3A425DEC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975" y="5580518"/>
            <a:ext cx="69632" cy="47742"/>
          </a:xfrm>
          <a:custGeom xmlns:a="http://schemas.openxmlformats.org/drawingml/2006/main">
            <a:pathLst>
              <a:path w="69632" h="47742">
                <a:moveTo>
                  <a:pt x="46650" y="3758"/>
                </a:moveTo>
                <a:lnTo>
                  <a:pt x="69632" y="15817"/>
                </a:lnTo>
                <a:lnTo>
                  <a:pt x="66399" y="22080"/>
                </a:lnTo>
                <a:lnTo>
                  <a:pt x="43577" y="10137"/>
                </a:lnTo>
                <a:cubicBezTo>
                  <a:pt x="39994" y="8200"/>
                  <a:pt x="36921" y="7515"/>
                  <a:pt x="34416" y="7967"/>
                </a:cubicBezTo>
                <a:cubicBezTo>
                  <a:pt x="31867" y="8418"/>
                  <a:pt x="29872" y="10079"/>
                  <a:pt x="28386" y="12860"/>
                </a:cubicBezTo>
                <a:cubicBezTo>
                  <a:pt x="26624" y="16268"/>
                  <a:pt x="26289" y="19516"/>
                  <a:pt x="27425" y="22589"/>
                </a:cubicBezTo>
                <a:cubicBezTo>
                  <a:pt x="28561" y="25662"/>
                  <a:pt x="30949" y="28168"/>
                  <a:pt x="34707" y="30163"/>
                </a:cubicBezTo>
                <a:lnTo>
                  <a:pt x="56204" y="41421"/>
                </a:lnTo>
                <a:lnTo>
                  <a:pt x="52912" y="47742"/>
                </a:lnTo>
                <a:lnTo>
                  <a:pt x="0" y="19910"/>
                </a:lnTo>
                <a:lnTo>
                  <a:pt x="3306" y="13661"/>
                </a:lnTo>
                <a:lnTo>
                  <a:pt x="24060" y="24526"/>
                </a:lnTo>
                <a:cubicBezTo>
                  <a:pt x="22531" y="21847"/>
                  <a:pt x="21788" y="19181"/>
                  <a:pt x="21672" y="16560"/>
                </a:cubicBezTo>
                <a:cubicBezTo>
                  <a:pt x="21614" y="13938"/>
                  <a:pt x="22298" y="11273"/>
                  <a:pt x="23667" y="8651"/>
                </a:cubicBezTo>
                <a:cubicBezTo>
                  <a:pt x="25997" y="4267"/>
                  <a:pt x="29071" y="1646"/>
                  <a:pt x="32945" y="859"/>
                </a:cubicBezTo>
                <a:cubicBezTo>
                  <a:pt x="36862" y="0"/>
                  <a:pt x="41421" y="976"/>
                  <a:pt x="46650" y="3758"/>
                </a:cubicBezTo>
                <a:close/>
                <a:moveTo>
                  <a:pt x="46650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74AAC-5278-4560-BB47-6D845FE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615" y="5537335"/>
            <a:ext cx="46664" cy="43591"/>
          </a:xfrm>
          <a:custGeom xmlns:a="http://schemas.openxmlformats.org/drawingml/2006/main">
            <a:pathLst>
              <a:path w="46664" h="43591">
                <a:moveTo>
                  <a:pt x="8651" y="14113"/>
                </a:moveTo>
                <a:cubicBezTo>
                  <a:pt x="6889" y="17419"/>
                  <a:pt x="6772" y="20769"/>
                  <a:pt x="8375" y="24133"/>
                </a:cubicBezTo>
                <a:cubicBezTo>
                  <a:pt x="9962" y="27425"/>
                  <a:pt x="13035" y="30265"/>
                  <a:pt x="17579" y="32668"/>
                </a:cubicBezTo>
                <a:cubicBezTo>
                  <a:pt x="22138" y="35115"/>
                  <a:pt x="26230" y="36018"/>
                  <a:pt x="29872" y="35450"/>
                </a:cubicBezTo>
                <a:cubicBezTo>
                  <a:pt x="33513" y="34882"/>
                  <a:pt x="36251" y="32886"/>
                  <a:pt x="38013" y="29537"/>
                </a:cubicBezTo>
                <a:cubicBezTo>
                  <a:pt x="39775" y="26172"/>
                  <a:pt x="39834" y="22881"/>
                  <a:pt x="38232" y="19516"/>
                </a:cubicBezTo>
                <a:cubicBezTo>
                  <a:pt x="36644" y="16225"/>
                  <a:pt x="33571" y="13312"/>
                  <a:pt x="29027" y="10982"/>
                </a:cubicBezTo>
                <a:cubicBezTo>
                  <a:pt x="24526" y="8593"/>
                  <a:pt x="20434" y="7690"/>
                  <a:pt x="16793" y="8258"/>
                </a:cubicBezTo>
                <a:cubicBezTo>
                  <a:pt x="13093" y="8826"/>
                  <a:pt x="10414" y="10763"/>
                  <a:pt x="8651" y="14113"/>
                </a:cubicBezTo>
                <a:close/>
                <a:moveTo>
                  <a:pt x="3364" y="11331"/>
                </a:moveTo>
                <a:cubicBezTo>
                  <a:pt x="6204" y="5869"/>
                  <a:pt x="10253" y="2505"/>
                  <a:pt x="15365" y="1253"/>
                </a:cubicBezTo>
                <a:cubicBezTo>
                  <a:pt x="20550" y="0"/>
                  <a:pt x="26289" y="1034"/>
                  <a:pt x="32493" y="4326"/>
                </a:cubicBezTo>
                <a:cubicBezTo>
                  <a:pt x="38756" y="7632"/>
                  <a:pt x="42848" y="11724"/>
                  <a:pt x="44727" y="16734"/>
                </a:cubicBezTo>
                <a:cubicBezTo>
                  <a:pt x="46664" y="21686"/>
                  <a:pt x="46198" y="26857"/>
                  <a:pt x="43300" y="32318"/>
                </a:cubicBezTo>
                <a:cubicBezTo>
                  <a:pt x="40460" y="37780"/>
                  <a:pt x="36411" y="41144"/>
                  <a:pt x="31241" y="42339"/>
                </a:cubicBezTo>
                <a:cubicBezTo>
                  <a:pt x="26070" y="43591"/>
                  <a:pt x="20376" y="42557"/>
                  <a:pt x="14171" y="39266"/>
                </a:cubicBezTo>
                <a:cubicBezTo>
                  <a:pt x="7908" y="36018"/>
                  <a:pt x="3816" y="31867"/>
                  <a:pt x="1879" y="26915"/>
                </a:cubicBezTo>
                <a:cubicBezTo>
                  <a:pt x="0" y="21963"/>
                  <a:pt x="466" y="16793"/>
                  <a:pt x="3364" y="11331"/>
                </a:cubicBezTo>
                <a:close/>
                <a:moveTo>
                  <a:pt x="3364" y="113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076B2-4C17-4538-B421-66CF23BB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170" y="5490059"/>
            <a:ext cx="54849" cy="47684"/>
          </a:xfrm>
          <a:custGeom xmlns:a="http://schemas.openxmlformats.org/drawingml/2006/main">
            <a:pathLst>
              <a:path w="54849" h="47684">
                <a:moveTo>
                  <a:pt x="23041" y="43984"/>
                </a:moveTo>
                <a:lnTo>
                  <a:pt x="0" y="31867"/>
                </a:lnTo>
                <a:lnTo>
                  <a:pt x="3292" y="25604"/>
                </a:lnTo>
                <a:lnTo>
                  <a:pt x="26114" y="37605"/>
                </a:lnTo>
                <a:cubicBezTo>
                  <a:pt x="29697" y="39484"/>
                  <a:pt x="32770" y="40227"/>
                  <a:pt x="35333" y="39775"/>
                </a:cubicBezTo>
                <a:cubicBezTo>
                  <a:pt x="37838" y="39324"/>
                  <a:pt x="39877" y="37664"/>
                  <a:pt x="41363" y="34882"/>
                </a:cubicBezTo>
                <a:cubicBezTo>
                  <a:pt x="43125" y="31459"/>
                  <a:pt x="43460" y="28226"/>
                  <a:pt x="42324" y="25153"/>
                </a:cubicBezTo>
                <a:cubicBezTo>
                  <a:pt x="41188" y="22080"/>
                  <a:pt x="38800" y="19516"/>
                  <a:pt x="35042" y="17579"/>
                </a:cubicBezTo>
                <a:lnTo>
                  <a:pt x="13487" y="6204"/>
                </a:lnTo>
                <a:lnTo>
                  <a:pt x="16778" y="0"/>
                </a:lnTo>
                <a:lnTo>
                  <a:pt x="54849" y="19968"/>
                </a:lnTo>
                <a:lnTo>
                  <a:pt x="51543" y="26230"/>
                </a:lnTo>
                <a:lnTo>
                  <a:pt x="45688" y="23157"/>
                </a:lnTo>
                <a:cubicBezTo>
                  <a:pt x="47218" y="25895"/>
                  <a:pt x="48019" y="28561"/>
                  <a:pt x="48077" y="31182"/>
                </a:cubicBezTo>
                <a:cubicBezTo>
                  <a:pt x="48135" y="33746"/>
                  <a:pt x="47509" y="36353"/>
                  <a:pt x="46082" y="39033"/>
                </a:cubicBezTo>
                <a:cubicBezTo>
                  <a:pt x="43810" y="43416"/>
                  <a:pt x="40678" y="46023"/>
                  <a:pt x="36746" y="46883"/>
                </a:cubicBezTo>
                <a:cubicBezTo>
                  <a:pt x="32886" y="47684"/>
                  <a:pt x="28269" y="46708"/>
                  <a:pt x="23041" y="43984"/>
                </a:cubicBezTo>
                <a:close/>
                <a:moveTo>
                  <a:pt x="23041" y="439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9D10B-126D-4021-94F5-FB53493E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774" y="5453488"/>
            <a:ext cx="46140" cy="45732"/>
          </a:xfrm>
          <a:custGeom xmlns:a="http://schemas.openxmlformats.org/drawingml/2006/main">
            <a:pathLst>
              <a:path w="46140" h="45732">
                <a:moveTo>
                  <a:pt x="11826" y="0"/>
                </a:moveTo>
                <a:lnTo>
                  <a:pt x="17739" y="3117"/>
                </a:lnTo>
                <a:cubicBezTo>
                  <a:pt x="15875" y="4369"/>
                  <a:pt x="14273" y="5855"/>
                  <a:pt x="12802" y="7559"/>
                </a:cubicBezTo>
                <a:cubicBezTo>
                  <a:pt x="11317" y="9205"/>
                  <a:pt x="10064" y="11025"/>
                  <a:pt x="8986" y="13079"/>
                </a:cubicBezTo>
                <a:cubicBezTo>
                  <a:pt x="7399" y="16210"/>
                  <a:pt x="6598" y="18774"/>
                  <a:pt x="6772" y="20813"/>
                </a:cubicBezTo>
                <a:cubicBezTo>
                  <a:pt x="6874" y="22866"/>
                  <a:pt x="7908" y="24395"/>
                  <a:pt x="9831" y="25429"/>
                </a:cubicBezTo>
                <a:cubicBezTo>
                  <a:pt x="11258" y="26158"/>
                  <a:pt x="12686" y="26216"/>
                  <a:pt x="14098" y="25531"/>
                </a:cubicBezTo>
                <a:cubicBezTo>
                  <a:pt x="15526" y="24861"/>
                  <a:pt x="17463" y="23041"/>
                  <a:pt x="19968" y="20070"/>
                </a:cubicBezTo>
                <a:lnTo>
                  <a:pt x="21614" y="18205"/>
                </a:lnTo>
                <a:cubicBezTo>
                  <a:pt x="24861" y="14273"/>
                  <a:pt x="27876" y="11768"/>
                  <a:pt x="30600" y="10865"/>
                </a:cubicBezTo>
                <a:cubicBezTo>
                  <a:pt x="33338" y="9889"/>
                  <a:pt x="36236" y="10239"/>
                  <a:pt x="39309" y="11826"/>
                </a:cubicBezTo>
                <a:cubicBezTo>
                  <a:pt x="42892" y="13705"/>
                  <a:pt x="44946" y="16603"/>
                  <a:pt x="45514" y="20478"/>
                </a:cubicBezTo>
                <a:cubicBezTo>
                  <a:pt x="46140" y="24337"/>
                  <a:pt x="45106" y="28721"/>
                  <a:pt x="42557" y="33615"/>
                </a:cubicBezTo>
                <a:cubicBezTo>
                  <a:pt x="41465" y="35668"/>
                  <a:pt x="40169" y="37707"/>
                  <a:pt x="38625" y="39703"/>
                </a:cubicBezTo>
                <a:cubicBezTo>
                  <a:pt x="37037" y="41698"/>
                  <a:pt x="35217" y="43693"/>
                  <a:pt x="33163" y="45732"/>
                </a:cubicBezTo>
                <a:lnTo>
                  <a:pt x="26682" y="42324"/>
                </a:lnTo>
                <a:cubicBezTo>
                  <a:pt x="29129" y="40678"/>
                  <a:pt x="31226" y="38858"/>
                  <a:pt x="32988" y="36921"/>
                </a:cubicBezTo>
                <a:cubicBezTo>
                  <a:pt x="34751" y="34984"/>
                  <a:pt x="36236" y="32930"/>
                  <a:pt x="37372" y="30716"/>
                </a:cubicBezTo>
                <a:cubicBezTo>
                  <a:pt x="38916" y="27818"/>
                  <a:pt x="39586" y="25255"/>
                  <a:pt x="39426" y="23143"/>
                </a:cubicBezTo>
                <a:cubicBezTo>
                  <a:pt x="39251" y="21046"/>
                  <a:pt x="38290" y="19502"/>
                  <a:pt x="36411" y="18540"/>
                </a:cubicBezTo>
                <a:cubicBezTo>
                  <a:pt x="34751" y="17637"/>
                  <a:pt x="33105" y="17521"/>
                  <a:pt x="31634" y="18205"/>
                </a:cubicBezTo>
                <a:cubicBezTo>
                  <a:pt x="30090" y="18875"/>
                  <a:pt x="27935" y="20929"/>
                  <a:pt x="25022" y="24337"/>
                </a:cubicBezTo>
                <a:lnTo>
                  <a:pt x="23376" y="26216"/>
                </a:lnTo>
                <a:cubicBezTo>
                  <a:pt x="20536" y="29697"/>
                  <a:pt x="17798" y="31852"/>
                  <a:pt x="15249" y="32653"/>
                </a:cubicBezTo>
                <a:cubicBezTo>
                  <a:pt x="12627" y="33498"/>
                  <a:pt x="9831" y="33163"/>
                  <a:pt x="6933" y="31576"/>
                </a:cubicBezTo>
                <a:cubicBezTo>
                  <a:pt x="3350" y="29697"/>
                  <a:pt x="1253" y="27017"/>
                  <a:pt x="626" y="23434"/>
                </a:cubicBezTo>
                <a:cubicBezTo>
                  <a:pt x="0" y="19851"/>
                  <a:pt x="903" y="15759"/>
                  <a:pt x="3408" y="11084"/>
                </a:cubicBezTo>
                <a:cubicBezTo>
                  <a:pt x="4602" y="8753"/>
                  <a:pt x="5913" y="6714"/>
                  <a:pt x="7340" y="4835"/>
                </a:cubicBezTo>
                <a:cubicBezTo>
                  <a:pt x="8695" y="2957"/>
                  <a:pt x="10239" y="1354"/>
                  <a:pt x="11826" y="0"/>
                </a:cubicBezTo>
                <a:close/>
                <a:moveTo>
                  <a:pt x="118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55058-990D-4A3C-96BD-B9452FF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703" y="5413654"/>
            <a:ext cx="48529" cy="44101"/>
          </a:xfrm>
          <a:custGeom xmlns:a="http://schemas.openxmlformats.org/drawingml/2006/main">
            <a:pathLst>
              <a:path w="48529" h="44101">
                <a:moveTo>
                  <a:pt x="30673" y="3874"/>
                </a:moveTo>
                <a:lnTo>
                  <a:pt x="33746" y="5462"/>
                </a:lnTo>
                <a:lnTo>
                  <a:pt x="18613" y="34197"/>
                </a:lnTo>
                <a:cubicBezTo>
                  <a:pt x="23041" y="36193"/>
                  <a:pt x="27032" y="36644"/>
                  <a:pt x="30498" y="35508"/>
                </a:cubicBezTo>
                <a:cubicBezTo>
                  <a:pt x="33964" y="34372"/>
                  <a:pt x="36819" y="31750"/>
                  <a:pt x="38974" y="27600"/>
                </a:cubicBezTo>
                <a:cubicBezTo>
                  <a:pt x="40227" y="25153"/>
                  <a:pt x="41130" y="22706"/>
                  <a:pt x="41756" y="20143"/>
                </a:cubicBezTo>
                <a:cubicBezTo>
                  <a:pt x="42324" y="17579"/>
                  <a:pt x="42674" y="14856"/>
                  <a:pt x="42615" y="12001"/>
                </a:cubicBezTo>
                <a:lnTo>
                  <a:pt x="48529" y="15132"/>
                </a:lnTo>
                <a:cubicBezTo>
                  <a:pt x="48310" y="17871"/>
                  <a:pt x="47844" y="20536"/>
                  <a:pt x="47116" y="23157"/>
                </a:cubicBezTo>
                <a:cubicBezTo>
                  <a:pt x="46373" y="25779"/>
                  <a:pt x="45354" y="28342"/>
                  <a:pt x="44101" y="30731"/>
                </a:cubicBezTo>
                <a:cubicBezTo>
                  <a:pt x="40911" y="36819"/>
                  <a:pt x="36586" y="40678"/>
                  <a:pt x="31182" y="42382"/>
                </a:cubicBezTo>
                <a:cubicBezTo>
                  <a:pt x="25779" y="44101"/>
                  <a:pt x="20084" y="43300"/>
                  <a:pt x="14055" y="40169"/>
                </a:cubicBezTo>
                <a:cubicBezTo>
                  <a:pt x="7792" y="36862"/>
                  <a:pt x="3758" y="32595"/>
                  <a:pt x="1879" y="27308"/>
                </a:cubicBezTo>
                <a:cubicBezTo>
                  <a:pt x="0" y="22021"/>
                  <a:pt x="510" y="16501"/>
                  <a:pt x="3525" y="10807"/>
                </a:cubicBezTo>
                <a:cubicBezTo>
                  <a:pt x="6204" y="5695"/>
                  <a:pt x="10020" y="2505"/>
                  <a:pt x="14856" y="1253"/>
                </a:cubicBezTo>
                <a:cubicBezTo>
                  <a:pt x="19749" y="0"/>
                  <a:pt x="24978" y="859"/>
                  <a:pt x="30673" y="3874"/>
                </a:cubicBezTo>
                <a:close/>
                <a:moveTo>
                  <a:pt x="25546" y="9161"/>
                </a:moveTo>
                <a:cubicBezTo>
                  <a:pt x="22080" y="7399"/>
                  <a:pt x="18890" y="6889"/>
                  <a:pt x="15817" y="7690"/>
                </a:cubicBezTo>
                <a:cubicBezTo>
                  <a:pt x="12802" y="8476"/>
                  <a:pt x="10472" y="10472"/>
                  <a:pt x="8884" y="13545"/>
                </a:cubicBezTo>
                <a:cubicBezTo>
                  <a:pt x="7064" y="17011"/>
                  <a:pt x="6539" y="20317"/>
                  <a:pt x="7399" y="23449"/>
                </a:cubicBezTo>
                <a:cubicBezTo>
                  <a:pt x="8316" y="26565"/>
                  <a:pt x="10414" y="29245"/>
                  <a:pt x="13822" y="31459"/>
                </a:cubicBezTo>
                <a:lnTo>
                  <a:pt x="25546" y="9161"/>
                </a:lnTo>
                <a:close/>
                <a:moveTo>
                  <a:pt x="25546" y="91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5FF6C-F161-476F-8F03-BB57EE19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732" y="5363188"/>
            <a:ext cx="54398" cy="54616"/>
          </a:xfrm>
          <a:custGeom xmlns:a="http://schemas.openxmlformats.org/drawingml/2006/main">
            <a:pathLst>
              <a:path w="54398" h="54616">
                <a:moveTo>
                  <a:pt x="9278" y="24017"/>
                </a:moveTo>
                <a:lnTo>
                  <a:pt x="28342" y="34081"/>
                </a:lnTo>
                <a:lnTo>
                  <a:pt x="32886" y="25429"/>
                </a:lnTo>
                <a:cubicBezTo>
                  <a:pt x="34532" y="22254"/>
                  <a:pt x="35056" y="19298"/>
                  <a:pt x="34314" y="16734"/>
                </a:cubicBezTo>
                <a:cubicBezTo>
                  <a:pt x="33571" y="14113"/>
                  <a:pt x="31634" y="11957"/>
                  <a:pt x="28619" y="10355"/>
                </a:cubicBezTo>
                <a:cubicBezTo>
                  <a:pt x="25546" y="8768"/>
                  <a:pt x="22764" y="8418"/>
                  <a:pt x="20201" y="9278"/>
                </a:cubicBezTo>
                <a:cubicBezTo>
                  <a:pt x="17637" y="10195"/>
                  <a:pt x="15482" y="12176"/>
                  <a:pt x="13836" y="15424"/>
                </a:cubicBezTo>
                <a:lnTo>
                  <a:pt x="9278" y="24017"/>
                </a:lnTo>
                <a:close/>
                <a:moveTo>
                  <a:pt x="0" y="27935"/>
                </a:moveTo>
                <a:lnTo>
                  <a:pt x="8141" y="12409"/>
                </a:lnTo>
                <a:cubicBezTo>
                  <a:pt x="11156" y="6714"/>
                  <a:pt x="14681" y="3131"/>
                  <a:pt x="18774" y="1544"/>
                </a:cubicBezTo>
                <a:cubicBezTo>
                  <a:pt x="22924" y="0"/>
                  <a:pt x="27425" y="510"/>
                  <a:pt x="32435" y="3131"/>
                </a:cubicBezTo>
                <a:cubicBezTo>
                  <a:pt x="37445" y="5753"/>
                  <a:pt x="40460" y="9219"/>
                  <a:pt x="41479" y="13487"/>
                </a:cubicBezTo>
                <a:cubicBezTo>
                  <a:pt x="42499" y="17696"/>
                  <a:pt x="41538" y="22706"/>
                  <a:pt x="38523" y="28401"/>
                </a:cubicBezTo>
                <a:lnTo>
                  <a:pt x="33964" y="37037"/>
                </a:lnTo>
                <a:lnTo>
                  <a:pt x="54398" y="47742"/>
                </a:lnTo>
                <a:lnTo>
                  <a:pt x="50757" y="54616"/>
                </a:lnTo>
                <a:lnTo>
                  <a:pt x="0" y="27935"/>
                </a:lnTo>
                <a:close/>
                <a:moveTo>
                  <a:pt x="0" y="279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BC916-F045-4CA6-A378-6BD28D01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0" y="5342026"/>
            <a:ext cx="56146" cy="34081"/>
          </a:xfrm>
          <a:custGeom xmlns:a="http://schemas.openxmlformats.org/drawingml/2006/main">
            <a:pathLst>
              <a:path w="56146" h="34081">
                <a:moveTo>
                  <a:pt x="0" y="6263"/>
                </a:moveTo>
                <a:lnTo>
                  <a:pt x="3292" y="0"/>
                </a:lnTo>
                <a:lnTo>
                  <a:pt x="56146" y="27818"/>
                </a:lnTo>
                <a:lnTo>
                  <a:pt x="52898" y="34081"/>
                </a:lnTo>
                <a:lnTo>
                  <a:pt x="0" y="6263"/>
                </a:lnTo>
                <a:close/>
                <a:moveTo>
                  <a:pt x="0" y="62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ED4FE-22B5-4A90-833F-24D2F9EC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168" y="5305499"/>
            <a:ext cx="54849" cy="47684"/>
          </a:xfrm>
          <a:custGeom xmlns:a="http://schemas.openxmlformats.org/drawingml/2006/main">
            <a:pathLst>
              <a:path w="54849" h="47684">
                <a:moveTo>
                  <a:pt x="23041" y="43984"/>
                </a:moveTo>
                <a:lnTo>
                  <a:pt x="0" y="31867"/>
                </a:lnTo>
                <a:lnTo>
                  <a:pt x="3306" y="25604"/>
                </a:lnTo>
                <a:lnTo>
                  <a:pt x="26114" y="37605"/>
                </a:lnTo>
                <a:cubicBezTo>
                  <a:pt x="29697" y="39484"/>
                  <a:pt x="32770" y="40227"/>
                  <a:pt x="35333" y="39775"/>
                </a:cubicBezTo>
                <a:cubicBezTo>
                  <a:pt x="37897" y="39324"/>
                  <a:pt x="39877" y="37664"/>
                  <a:pt x="41363" y="34882"/>
                </a:cubicBezTo>
                <a:cubicBezTo>
                  <a:pt x="43125" y="31517"/>
                  <a:pt x="43460" y="28284"/>
                  <a:pt x="42324" y="25153"/>
                </a:cubicBezTo>
                <a:cubicBezTo>
                  <a:pt x="41188" y="22080"/>
                  <a:pt x="38800" y="19575"/>
                  <a:pt x="35042" y="17579"/>
                </a:cubicBezTo>
                <a:lnTo>
                  <a:pt x="13487" y="6263"/>
                </a:lnTo>
                <a:lnTo>
                  <a:pt x="16778" y="0"/>
                </a:lnTo>
                <a:lnTo>
                  <a:pt x="54849" y="20026"/>
                </a:lnTo>
                <a:lnTo>
                  <a:pt x="51543" y="26289"/>
                </a:lnTo>
                <a:lnTo>
                  <a:pt x="45688" y="23157"/>
                </a:lnTo>
                <a:cubicBezTo>
                  <a:pt x="47218" y="25954"/>
                  <a:pt x="48019" y="28561"/>
                  <a:pt x="48077" y="31182"/>
                </a:cubicBezTo>
                <a:cubicBezTo>
                  <a:pt x="48135" y="33804"/>
                  <a:pt x="47509" y="36411"/>
                  <a:pt x="46082" y="39033"/>
                </a:cubicBezTo>
                <a:cubicBezTo>
                  <a:pt x="43810" y="43416"/>
                  <a:pt x="40678" y="46038"/>
                  <a:pt x="36746" y="46883"/>
                </a:cubicBezTo>
                <a:cubicBezTo>
                  <a:pt x="32886" y="47684"/>
                  <a:pt x="28269" y="46766"/>
                  <a:pt x="23041" y="43984"/>
                </a:cubicBezTo>
                <a:close/>
                <a:moveTo>
                  <a:pt x="23041" y="439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0EB14-DFDD-4B20-A08C-527BC22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909" y="5261296"/>
            <a:ext cx="60471" cy="56044"/>
          </a:xfrm>
          <a:custGeom xmlns:a="http://schemas.openxmlformats.org/drawingml/2006/main">
            <a:pathLst>
              <a:path w="60471" h="56044">
                <a:moveTo>
                  <a:pt x="28561" y="16050"/>
                </a:moveTo>
                <a:cubicBezTo>
                  <a:pt x="24002" y="13661"/>
                  <a:pt x="20026" y="12744"/>
                  <a:pt x="16560" y="13312"/>
                </a:cubicBezTo>
                <a:cubicBezTo>
                  <a:pt x="13079" y="13880"/>
                  <a:pt x="10472" y="15817"/>
                  <a:pt x="8710" y="19240"/>
                </a:cubicBezTo>
                <a:cubicBezTo>
                  <a:pt x="6947" y="22531"/>
                  <a:pt x="6772" y="25837"/>
                  <a:pt x="8302" y="29012"/>
                </a:cubicBezTo>
                <a:cubicBezTo>
                  <a:pt x="9787" y="32202"/>
                  <a:pt x="12860" y="34998"/>
                  <a:pt x="17346" y="37329"/>
                </a:cubicBezTo>
                <a:cubicBezTo>
                  <a:pt x="21847" y="39717"/>
                  <a:pt x="25881" y="40620"/>
                  <a:pt x="29362" y="40052"/>
                </a:cubicBezTo>
                <a:cubicBezTo>
                  <a:pt x="32828" y="39484"/>
                  <a:pt x="35450" y="37547"/>
                  <a:pt x="37212" y="34197"/>
                </a:cubicBezTo>
                <a:cubicBezTo>
                  <a:pt x="38974" y="30833"/>
                  <a:pt x="39091" y="27541"/>
                  <a:pt x="37605" y="24352"/>
                </a:cubicBezTo>
                <a:cubicBezTo>
                  <a:pt x="36076" y="21162"/>
                  <a:pt x="33061" y="18439"/>
                  <a:pt x="28561" y="16050"/>
                </a:cubicBezTo>
                <a:close/>
                <a:moveTo>
                  <a:pt x="46591" y="17521"/>
                </a:moveTo>
                <a:cubicBezTo>
                  <a:pt x="53087" y="20944"/>
                  <a:pt x="57180" y="24920"/>
                  <a:pt x="58767" y="29478"/>
                </a:cubicBezTo>
                <a:cubicBezTo>
                  <a:pt x="60471" y="33964"/>
                  <a:pt x="59743" y="39266"/>
                  <a:pt x="56612" y="45179"/>
                </a:cubicBezTo>
                <a:cubicBezTo>
                  <a:pt x="55418" y="47393"/>
                  <a:pt x="54165" y="49330"/>
                  <a:pt x="52854" y="51150"/>
                </a:cubicBezTo>
                <a:cubicBezTo>
                  <a:pt x="51485" y="52912"/>
                  <a:pt x="50014" y="54558"/>
                  <a:pt x="48354" y="56044"/>
                </a:cubicBezTo>
                <a:lnTo>
                  <a:pt x="42266" y="52796"/>
                </a:lnTo>
                <a:cubicBezTo>
                  <a:pt x="44203" y="51485"/>
                  <a:pt x="45907" y="50072"/>
                  <a:pt x="47334" y="48529"/>
                </a:cubicBezTo>
                <a:cubicBezTo>
                  <a:pt x="48762" y="46999"/>
                  <a:pt x="49956" y="45295"/>
                  <a:pt x="50917" y="43475"/>
                </a:cubicBezTo>
                <a:cubicBezTo>
                  <a:pt x="53087" y="39309"/>
                  <a:pt x="53597" y="35726"/>
                  <a:pt x="52563" y="32551"/>
                </a:cubicBezTo>
                <a:cubicBezTo>
                  <a:pt x="51485" y="29362"/>
                  <a:pt x="48762" y="26682"/>
                  <a:pt x="44436" y="24410"/>
                </a:cubicBezTo>
                <a:lnTo>
                  <a:pt x="41363" y="22764"/>
                </a:lnTo>
                <a:cubicBezTo>
                  <a:pt x="42892" y="25211"/>
                  <a:pt x="43751" y="27774"/>
                  <a:pt x="43751" y="30381"/>
                </a:cubicBezTo>
                <a:cubicBezTo>
                  <a:pt x="43810" y="32945"/>
                  <a:pt x="43125" y="35668"/>
                  <a:pt x="41640" y="38465"/>
                </a:cubicBezTo>
                <a:cubicBezTo>
                  <a:pt x="39193" y="43125"/>
                  <a:pt x="35450" y="45980"/>
                  <a:pt x="30381" y="46941"/>
                </a:cubicBezTo>
                <a:cubicBezTo>
                  <a:pt x="25313" y="47961"/>
                  <a:pt x="19851" y="46883"/>
                  <a:pt x="13938" y="43810"/>
                </a:cubicBezTo>
                <a:cubicBezTo>
                  <a:pt x="8083" y="40737"/>
                  <a:pt x="4093" y="36819"/>
                  <a:pt x="2054" y="32085"/>
                </a:cubicBezTo>
                <a:cubicBezTo>
                  <a:pt x="0" y="27366"/>
                  <a:pt x="175" y="22648"/>
                  <a:pt x="2622" y="17987"/>
                </a:cubicBezTo>
                <a:cubicBezTo>
                  <a:pt x="4093" y="15191"/>
                  <a:pt x="5971" y="13035"/>
                  <a:pt x="8141" y="11608"/>
                </a:cubicBezTo>
                <a:cubicBezTo>
                  <a:pt x="10297" y="10181"/>
                  <a:pt x="12860" y="9394"/>
                  <a:pt x="15759" y="9278"/>
                </a:cubicBezTo>
                <a:lnTo>
                  <a:pt x="9962" y="6263"/>
                </a:lnTo>
                <a:lnTo>
                  <a:pt x="13254" y="0"/>
                </a:lnTo>
                <a:lnTo>
                  <a:pt x="46591" y="17521"/>
                </a:lnTo>
                <a:close/>
                <a:moveTo>
                  <a:pt x="46591" y="175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5F6F7-0786-4728-9F68-3F66BF9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37" y="5234395"/>
            <a:ext cx="56160" cy="34022"/>
          </a:xfrm>
          <a:custGeom xmlns:a="http://schemas.openxmlformats.org/drawingml/2006/main">
            <a:pathLst>
              <a:path w="56160" h="34022">
                <a:moveTo>
                  <a:pt x="14797" y="14040"/>
                </a:moveTo>
                <a:lnTo>
                  <a:pt x="18104" y="7792"/>
                </a:lnTo>
                <a:lnTo>
                  <a:pt x="56160" y="27818"/>
                </a:lnTo>
                <a:lnTo>
                  <a:pt x="52854" y="34022"/>
                </a:lnTo>
                <a:lnTo>
                  <a:pt x="14797" y="14040"/>
                </a:lnTo>
                <a:close/>
                <a:moveTo>
                  <a:pt x="0" y="6248"/>
                </a:moveTo>
                <a:lnTo>
                  <a:pt x="3248" y="0"/>
                </a:lnTo>
                <a:lnTo>
                  <a:pt x="11215" y="4151"/>
                </a:lnTo>
                <a:lnTo>
                  <a:pt x="7908" y="10399"/>
                </a:lnTo>
                <a:lnTo>
                  <a:pt x="0" y="6248"/>
                </a:lnTo>
                <a:close/>
                <a:moveTo>
                  <a:pt x="0" y="62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5F4E7-94C0-4676-9BA7-CD99CE7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999" y="5201626"/>
            <a:ext cx="54849" cy="47728"/>
          </a:xfrm>
          <a:custGeom xmlns:a="http://schemas.openxmlformats.org/drawingml/2006/main">
            <a:pathLst>
              <a:path w="54849" h="47728">
                <a:moveTo>
                  <a:pt x="31867" y="3743"/>
                </a:moveTo>
                <a:lnTo>
                  <a:pt x="54849" y="15817"/>
                </a:lnTo>
                <a:lnTo>
                  <a:pt x="51543" y="22065"/>
                </a:lnTo>
                <a:lnTo>
                  <a:pt x="28736" y="10122"/>
                </a:lnTo>
                <a:cubicBezTo>
                  <a:pt x="25153" y="8185"/>
                  <a:pt x="22080" y="7501"/>
                  <a:pt x="19575" y="7952"/>
                </a:cubicBezTo>
                <a:cubicBezTo>
                  <a:pt x="17011" y="8418"/>
                  <a:pt x="15030" y="10064"/>
                  <a:pt x="13545" y="12846"/>
                </a:cubicBezTo>
                <a:cubicBezTo>
                  <a:pt x="11783" y="16268"/>
                  <a:pt x="11448" y="19458"/>
                  <a:pt x="12584" y="22575"/>
                </a:cubicBezTo>
                <a:cubicBezTo>
                  <a:pt x="13720" y="25648"/>
                  <a:pt x="16108" y="28153"/>
                  <a:pt x="19866" y="30090"/>
                </a:cubicBezTo>
                <a:lnTo>
                  <a:pt x="41363" y="41407"/>
                </a:lnTo>
                <a:lnTo>
                  <a:pt x="38071" y="47728"/>
                </a:lnTo>
                <a:lnTo>
                  <a:pt x="0" y="27701"/>
                </a:lnTo>
                <a:lnTo>
                  <a:pt x="3306" y="21381"/>
                </a:lnTo>
                <a:lnTo>
                  <a:pt x="9219" y="24512"/>
                </a:lnTo>
                <a:cubicBezTo>
                  <a:pt x="7690" y="21847"/>
                  <a:pt x="6947" y="19167"/>
                  <a:pt x="6831" y="16545"/>
                </a:cubicBezTo>
                <a:cubicBezTo>
                  <a:pt x="6772" y="13938"/>
                  <a:pt x="7457" y="11258"/>
                  <a:pt x="8826" y="8637"/>
                </a:cubicBezTo>
                <a:cubicBezTo>
                  <a:pt x="11156" y="4267"/>
                  <a:pt x="14229" y="1646"/>
                  <a:pt x="18104" y="845"/>
                </a:cubicBezTo>
                <a:cubicBezTo>
                  <a:pt x="22021" y="0"/>
                  <a:pt x="26580" y="961"/>
                  <a:pt x="31867" y="3743"/>
                </a:cubicBezTo>
                <a:close/>
                <a:moveTo>
                  <a:pt x="31867" y="37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609EB-823D-4F4D-B146-978108EE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494" y="6107108"/>
            <a:ext cx="53655" cy="55534"/>
          </a:xfrm>
          <a:custGeom xmlns:a="http://schemas.openxmlformats.org/drawingml/2006/main">
            <a:pathLst>
              <a:path w="53655" h="55534">
                <a:moveTo>
                  <a:pt x="9379" y="23565"/>
                </a:moveTo>
                <a:lnTo>
                  <a:pt x="28109" y="34255"/>
                </a:lnTo>
                <a:lnTo>
                  <a:pt x="32886" y="25779"/>
                </a:lnTo>
                <a:cubicBezTo>
                  <a:pt x="34707" y="22589"/>
                  <a:pt x="35275" y="19749"/>
                  <a:pt x="34590" y="17069"/>
                </a:cubicBezTo>
                <a:cubicBezTo>
                  <a:pt x="33964" y="14462"/>
                  <a:pt x="32144" y="12292"/>
                  <a:pt x="29129" y="10588"/>
                </a:cubicBezTo>
                <a:cubicBezTo>
                  <a:pt x="26172" y="8884"/>
                  <a:pt x="23376" y="8433"/>
                  <a:pt x="20769" y="9219"/>
                </a:cubicBezTo>
                <a:cubicBezTo>
                  <a:pt x="18147" y="9962"/>
                  <a:pt x="15992" y="11957"/>
                  <a:pt x="14171" y="15089"/>
                </a:cubicBezTo>
                <a:lnTo>
                  <a:pt x="9379" y="23565"/>
                </a:lnTo>
                <a:close/>
                <a:moveTo>
                  <a:pt x="0" y="27148"/>
                </a:moveTo>
                <a:lnTo>
                  <a:pt x="8651" y="11957"/>
                </a:lnTo>
                <a:cubicBezTo>
                  <a:pt x="11826" y="6321"/>
                  <a:pt x="15467" y="2855"/>
                  <a:pt x="19676" y="1427"/>
                </a:cubicBezTo>
                <a:cubicBezTo>
                  <a:pt x="23842" y="0"/>
                  <a:pt x="28328" y="685"/>
                  <a:pt x="33163" y="3481"/>
                </a:cubicBezTo>
                <a:cubicBezTo>
                  <a:pt x="38115" y="6263"/>
                  <a:pt x="41013" y="9787"/>
                  <a:pt x="41873" y="14113"/>
                </a:cubicBezTo>
                <a:cubicBezTo>
                  <a:pt x="42776" y="18380"/>
                  <a:pt x="41640" y="23332"/>
                  <a:pt x="38465" y="28910"/>
                </a:cubicBezTo>
                <a:lnTo>
                  <a:pt x="33615" y="37387"/>
                </a:lnTo>
                <a:lnTo>
                  <a:pt x="53655" y="48820"/>
                </a:lnTo>
                <a:lnTo>
                  <a:pt x="49781" y="55534"/>
                </a:lnTo>
                <a:lnTo>
                  <a:pt x="0" y="27148"/>
                </a:lnTo>
                <a:close/>
                <a:moveTo>
                  <a:pt x="0" y="2714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F298C-732F-4B55-8940-64F51448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540" y="6073712"/>
            <a:ext cx="69807" cy="48252"/>
          </a:xfrm>
          <a:custGeom xmlns:a="http://schemas.openxmlformats.org/drawingml/2006/main">
            <a:pathLst>
              <a:path w="69807" h="48252">
                <a:moveTo>
                  <a:pt x="47218" y="4049"/>
                </a:moveTo>
                <a:lnTo>
                  <a:pt x="69807" y="16909"/>
                </a:lnTo>
                <a:lnTo>
                  <a:pt x="66283" y="23055"/>
                </a:lnTo>
                <a:lnTo>
                  <a:pt x="43926" y="10312"/>
                </a:lnTo>
                <a:cubicBezTo>
                  <a:pt x="40402" y="8316"/>
                  <a:pt x="37387" y="7457"/>
                  <a:pt x="34823" y="7865"/>
                </a:cubicBezTo>
                <a:cubicBezTo>
                  <a:pt x="32260" y="8258"/>
                  <a:pt x="30207" y="9787"/>
                  <a:pt x="28619" y="12584"/>
                </a:cubicBezTo>
                <a:cubicBezTo>
                  <a:pt x="26740" y="15875"/>
                  <a:pt x="26347" y="19123"/>
                  <a:pt x="27366" y="22254"/>
                </a:cubicBezTo>
                <a:cubicBezTo>
                  <a:pt x="28342" y="25327"/>
                  <a:pt x="30673" y="27935"/>
                  <a:pt x="34372" y="30046"/>
                </a:cubicBezTo>
                <a:lnTo>
                  <a:pt x="55476" y="42047"/>
                </a:lnTo>
                <a:lnTo>
                  <a:pt x="51951" y="48252"/>
                </a:lnTo>
                <a:lnTo>
                  <a:pt x="0" y="18613"/>
                </a:lnTo>
                <a:lnTo>
                  <a:pt x="3525" y="12467"/>
                </a:lnTo>
                <a:lnTo>
                  <a:pt x="23900" y="24075"/>
                </a:lnTo>
                <a:cubicBezTo>
                  <a:pt x="22473" y="21337"/>
                  <a:pt x="21788" y="18613"/>
                  <a:pt x="21788" y="15992"/>
                </a:cubicBezTo>
                <a:cubicBezTo>
                  <a:pt x="21847" y="13370"/>
                  <a:pt x="22589" y="10763"/>
                  <a:pt x="24075" y="8141"/>
                </a:cubicBezTo>
                <a:cubicBezTo>
                  <a:pt x="26522" y="3874"/>
                  <a:pt x="29697" y="1369"/>
                  <a:pt x="33629" y="685"/>
                </a:cubicBezTo>
                <a:cubicBezTo>
                  <a:pt x="37547" y="0"/>
                  <a:pt x="42047" y="1151"/>
                  <a:pt x="47218" y="4049"/>
                </a:cubicBezTo>
                <a:close/>
                <a:moveTo>
                  <a:pt x="47218" y="40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44D5D-0DEB-4637-841E-956068B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135" y="6033893"/>
            <a:ext cx="45907" cy="46490"/>
          </a:xfrm>
          <a:custGeom xmlns:a="http://schemas.openxmlformats.org/drawingml/2006/main">
            <a:pathLst>
              <a:path w="45907" h="46490">
                <a:moveTo>
                  <a:pt x="12453" y="0"/>
                </a:moveTo>
                <a:lnTo>
                  <a:pt x="18264" y="3306"/>
                </a:lnTo>
                <a:cubicBezTo>
                  <a:pt x="16385" y="4559"/>
                  <a:pt x="14725" y="5971"/>
                  <a:pt x="13195" y="7573"/>
                </a:cubicBezTo>
                <a:cubicBezTo>
                  <a:pt x="11710" y="9219"/>
                  <a:pt x="10355" y="10982"/>
                  <a:pt x="9219" y="13035"/>
                </a:cubicBezTo>
                <a:cubicBezTo>
                  <a:pt x="7501" y="16050"/>
                  <a:pt x="6656" y="18599"/>
                  <a:pt x="6714" y="20652"/>
                </a:cubicBezTo>
                <a:cubicBezTo>
                  <a:pt x="6772" y="22706"/>
                  <a:pt x="7734" y="24293"/>
                  <a:pt x="9612" y="25313"/>
                </a:cubicBezTo>
                <a:cubicBezTo>
                  <a:pt x="11025" y="26172"/>
                  <a:pt x="12453" y="26230"/>
                  <a:pt x="13880" y="25604"/>
                </a:cubicBezTo>
                <a:cubicBezTo>
                  <a:pt x="15351" y="24978"/>
                  <a:pt x="17346" y="23274"/>
                  <a:pt x="19968" y="20376"/>
                </a:cubicBezTo>
                <a:lnTo>
                  <a:pt x="21614" y="18555"/>
                </a:lnTo>
                <a:cubicBezTo>
                  <a:pt x="25022" y="14681"/>
                  <a:pt x="28095" y="12351"/>
                  <a:pt x="30891" y="11491"/>
                </a:cubicBezTo>
                <a:cubicBezTo>
                  <a:pt x="33615" y="10647"/>
                  <a:pt x="36513" y="11040"/>
                  <a:pt x="39586" y="12802"/>
                </a:cubicBezTo>
                <a:cubicBezTo>
                  <a:pt x="43067" y="14797"/>
                  <a:pt x="45004" y="17696"/>
                  <a:pt x="45455" y="21614"/>
                </a:cubicBezTo>
                <a:cubicBezTo>
                  <a:pt x="45907" y="25546"/>
                  <a:pt x="44771" y="29872"/>
                  <a:pt x="42033" y="34649"/>
                </a:cubicBezTo>
                <a:cubicBezTo>
                  <a:pt x="40897" y="36702"/>
                  <a:pt x="39542" y="38625"/>
                  <a:pt x="37882" y="40620"/>
                </a:cubicBezTo>
                <a:cubicBezTo>
                  <a:pt x="36294" y="42557"/>
                  <a:pt x="34357" y="44494"/>
                  <a:pt x="32260" y="46490"/>
                </a:cubicBezTo>
                <a:lnTo>
                  <a:pt x="25881" y="42848"/>
                </a:lnTo>
                <a:cubicBezTo>
                  <a:pt x="28386" y="41246"/>
                  <a:pt x="30542" y="39542"/>
                  <a:pt x="32362" y="37664"/>
                </a:cubicBezTo>
                <a:cubicBezTo>
                  <a:pt x="34183" y="35785"/>
                  <a:pt x="35726" y="33789"/>
                  <a:pt x="36979" y="31576"/>
                </a:cubicBezTo>
                <a:cubicBezTo>
                  <a:pt x="38625" y="28736"/>
                  <a:pt x="39426" y="26230"/>
                  <a:pt x="39309" y="24119"/>
                </a:cubicBezTo>
                <a:cubicBezTo>
                  <a:pt x="39193" y="21963"/>
                  <a:pt x="38232" y="20419"/>
                  <a:pt x="36469" y="19400"/>
                </a:cubicBezTo>
                <a:cubicBezTo>
                  <a:pt x="34751" y="18439"/>
                  <a:pt x="33163" y="18264"/>
                  <a:pt x="31634" y="18890"/>
                </a:cubicBezTo>
                <a:cubicBezTo>
                  <a:pt x="30090" y="19458"/>
                  <a:pt x="27876" y="21453"/>
                  <a:pt x="24861" y="24803"/>
                </a:cubicBezTo>
                <a:lnTo>
                  <a:pt x="23157" y="26624"/>
                </a:lnTo>
                <a:cubicBezTo>
                  <a:pt x="20186" y="29988"/>
                  <a:pt x="17404" y="32027"/>
                  <a:pt x="14783" y="32770"/>
                </a:cubicBezTo>
                <a:cubicBezTo>
                  <a:pt x="12176" y="33513"/>
                  <a:pt x="9379" y="33061"/>
                  <a:pt x="6481" y="31401"/>
                </a:cubicBezTo>
                <a:cubicBezTo>
                  <a:pt x="3015" y="29420"/>
                  <a:pt x="961" y="26624"/>
                  <a:pt x="510" y="23041"/>
                </a:cubicBezTo>
                <a:cubicBezTo>
                  <a:pt x="0" y="19458"/>
                  <a:pt x="1078" y="15424"/>
                  <a:pt x="3699" y="10807"/>
                </a:cubicBezTo>
                <a:cubicBezTo>
                  <a:pt x="4952" y="8535"/>
                  <a:pt x="6365" y="6481"/>
                  <a:pt x="7792" y="4719"/>
                </a:cubicBezTo>
                <a:cubicBezTo>
                  <a:pt x="9263" y="2898"/>
                  <a:pt x="10865" y="1311"/>
                  <a:pt x="12453" y="0"/>
                </a:cubicBezTo>
                <a:close/>
                <a:moveTo>
                  <a:pt x="1245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B339A-214E-484B-B35C-0E294C4B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572" y="6030019"/>
            <a:ext cx="12525" cy="11899"/>
          </a:xfrm>
          <a:custGeom xmlns:a="http://schemas.openxmlformats.org/drawingml/2006/main">
            <a:pathLst>
              <a:path w="12525" h="11899">
                <a:moveTo>
                  <a:pt x="0" y="7064"/>
                </a:moveTo>
                <a:lnTo>
                  <a:pt x="4049" y="0"/>
                </a:lnTo>
                <a:lnTo>
                  <a:pt x="12525" y="4850"/>
                </a:lnTo>
                <a:lnTo>
                  <a:pt x="8491" y="11899"/>
                </a:lnTo>
                <a:lnTo>
                  <a:pt x="0" y="7064"/>
                </a:lnTo>
                <a:close/>
                <a:moveTo>
                  <a:pt x="0" y="7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425F3-5119-4C34-9106-AD5487E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758" y="5952944"/>
            <a:ext cx="65015" cy="55010"/>
          </a:xfrm>
          <a:custGeom xmlns:a="http://schemas.openxmlformats.org/drawingml/2006/main">
            <a:pathLst>
              <a:path w="65015" h="55010">
                <a:moveTo>
                  <a:pt x="60704" y="55010"/>
                </a:moveTo>
                <a:lnTo>
                  <a:pt x="0" y="45616"/>
                </a:lnTo>
                <a:lnTo>
                  <a:pt x="4034" y="38625"/>
                </a:lnTo>
                <a:lnTo>
                  <a:pt x="54951" y="46708"/>
                </a:lnTo>
                <a:lnTo>
                  <a:pt x="22007" y="6991"/>
                </a:lnTo>
                <a:lnTo>
                  <a:pt x="26056" y="0"/>
                </a:lnTo>
                <a:lnTo>
                  <a:pt x="65015" y="47378"/>
                </a:lnTo>
                <a:lnTo>
                  <a:pt x="60704" y="55010"/>
                </a:lnTo>
                <a:close/>
                <a:moveTo>
                  <a:pt x="60704" y="5501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A4FAE-5DB5-4090-837D-74383D4A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883" y="5932627"/>
            <a:ext cx="46591" cy="43751"/>
          </a:xfrm>
          <a:custGeom xmlns:a="http://schemas.openxmlformats.org/drawingml/2006/main">
            <a:pathLst>
              <a:path w="46591" h="43751">
                <a:moveTo>
                  <a:pt x="8870" y="13647"/>
                </a:moveTo>
                <a:cubicBezTo>
                  <a:pt x="6991" y="16953"/>
                  <a:pt x="6816" y="20317"/>
                  <a:pt x="8302" y="23667"/>
                </a:cubicBezTo>
                <a:cubicBezTo>
                  <a:pt x="9773" y="27075"/>
                  <a:pt x="12744" y="30046"/>
                  <a:pt x="17230" y="32537"/>
                </a:cubicBezTo>
                <a:cubicBezTo>
                  <a:pt x="21672" y="35100"/>
                  <a:pt x="25764" y="36178"/>
                  <a:pt x="29406" y="35726"/>
                </a:cubicBezTo>
                <a:cubicBezTo>
                  <a:pt x="33047" y="35275"/>
                  <a:pt x="35828" y="33396"/>
                  <a:pt x="37707" y="30090"/>
                </a:cubicBezTo>
                <a:cubicBezTo>
                  <a:pt x="39586" y="26857"/>
                  <a:pt x="39761" y="23492"/>
                  <a:pt x="38275" y="20143"/>
                </a:cubicBezTo>
                <a:cubicBezTo>
                  <a:pt x="36804" y="16720"/>
                  <a:pt x="33789" y="13763"/>
                  <a:pt x="29347" y="11258"/>
                </a:cubicBezTo>
                <a:cubicBezTo>
                  <a:pt x="24905" y="8710"/>
                  <a:pt x="20871" y="7675"/>
                  <a:pt x="17171" y="8141"/>
                </a:cubicBezTo>
                <a:cubicBezTo>
                  <a:pt x="13530" y="8535"/>
                  <a:pt x="10749" y="10414"/>
                  <a:pt x="8870" y="13647"/>
                </a:cubicBezTo>
                <a:close/>
                <a:moveTo>
                  <a:pt x="3685" y="10690"/>
                </a:moveTo>
                <a:cubicBezTo>
                  <a:pt x="6700" y="5345"/>
                  <a:pt x="10865" y="2156"/>
                  <a:pt x="16035" y="1078"/>
                </a:cubicBezTo>
                <a:cubicBezTo>
                  <a:pt x="21264" y="0"/>
                  <a:pt x="26959" y="1253"/>
                  <a:pt x="33047" y="4719"/>
                </a:cubicBezTo>
                <a:cubicBezTo>
                  <a:pt x="39193" y="8200"/>
                  <a:pt x="43111" y="12453"/>
                  <a:pt x="44887" y="17521"/>
                </a:cubicBezTo>
                <a:cubicBezTo>
                  <a:pt x="46591" y="22531"/>
                  <a:pt x="45965" y="27701"/>
                  <a:pt x="42950" y="33061"/>
                </a:cubicBezTo>
                <a:cubicBezTo>
                  <a:pt x="39877" y="38465"/>
                  <a:pt x="35726" y="41640"/>
                  <a:pt x="30542" y="42674"/>
                </a:cubicBezTo>
                <a:cubicBezTo>
                  <a:pt x="25313" y="43751"/>
                  <a:pt x="19618" y="42499"/>
                  <a:pt x="13530" y="39033"/>
                </a:cubicBezTo>
                <a:cubicBezTo>
                  <a:pt x="7384" y="35552"/>
                  <a:pt x="3466" y="31284"/>
                  <a:pt x="1704" y="26289"/>
                </a:cubicBezTo>
                <a:cubicBezTo>
                  <a:pt x="0" y="21279"/>
                  <a:pt x="612" y="16094"/>
                  <a:pt x="3685" y="10690"/>
                </a:cubicBezTo>
                <a:close/>
                <a:moveTo>
                  <a:pt x="3685" y="106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93F9C-166B-4AF5-ABD5-16ECA82C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118" y="5890463"/>
            <a:ext cx="47160" cy="43868"/>
          </a:xfrm>
          <a:custGeom xmlns:a="http://schemas.openxmlformats.org/drawingml/2006/main">
            <a:pathLst>
              <a:path w="47160" h="43868">
                <a:moveTo>
                  <a:pt x="12686" y="0"/>
                </a:moveTo>
                <a:lnTo>
                  <a:pt x="18424" y="3248"/>
                </a:lnTo>
                <a:cubicBezTo>
                  <a:pt x="16487" y="4442"/>
                  <a:pt x="14725" y="5753"/>
                  <a:pt x="13312" y="7239"/>
                </a:cubicBezTo>
                <a:cubicBezTo>
                  <a:pt x="11826" y="8710"/>
                  <a:pt x="10574" y="10355"/>
                  <a:pt x="9554" y="12118"/>
                </a:cubicBezTo>
                <a:cubicBezTo>
                  <a:pt x="7282" y="16108"/>
                  <a:pt x="6758" y="19924"/>
                  <a:pt x="8069" y="23565"/>
                </a:cubicBezTo>
                <a:cubicBezTo>
                  <a:pt x="9321" y="27206"/>
                  <a:pt x="12220" y="30323"/>
                  <a:pt x="16778" y="32945"/>
                </a:cubicBezTo>
                <a:cubicBezTo>
                  <a:pt x="21381" y="35508"/>
                  <a:pt x="25546" y="36411"/>
                  <a:pt x="29289" y="35683"/>
                </a:cubicBezTo>
                <a:cubicBezTo>
                  <a:pt x="33105" y="34940"/>
                  <a:pt x="36120" y="32551"/>
                  <a:pt x="38392" y="28561"/>
                </a:cubicBezTo>
                <a:cubicBezTo>
                  <a:pt x="39426" y="26740"/>
                  <a:pt x="40154" y="24876"/>
                  <a:pt x="40678" y="22881"/>
                </a:cubicBezTo>
                <a:cubicBezTo>
                  <a:pt x="41188" y="20827"/>
                  <a:pt x="41465" y="18672"/>
                  <a:pt x="41523" y="16385"/>
                </a:cubicBezTo>
                <a:lnTo>
                  <a:pt x="47160" y="19633"/>
                </a:lnTo>
                <a:cubicBezTo>
                  <a:pt x="46985" y="21803"/>
                  <a:pt x="46591" y="23900"/>
                  <a:pt x="45965" y="26012"/>
                </a:cubicBezTo>
                <a:cubicBezTo>
                  <a:pt x="45281" y="28051"/>
                  <a:pt x="44363" y="30105"/>
                  <a:pt x="43227" y="32202"/>
                </a:cubicBezTo>
                <a:cubicBezTo>
                  <a:pt x="39994" y="37838"/>
                  <a:pt x="35668" y="41305"/>
                  <a:pt x="30265" y="42557"/>
                </a:cubicBezTo>
                <a:cubicBezTo>
                  <a:pt x="24861" y="43868"/>
                  <a:pt x="19108" y="42790"/>
                  <a:pt x="13137" y="39382"/>
                </a:cubicBezTo>
                <a:cubicBezTo>
                  <a:pt x="6991" y="35901"/>
                  <a:pt x="3175" y="31532"/>
                  <a:pt x="1588" y="26172"/>
                </a:cubicBezTo>
                <a:cubicBezTo>
                  <a:pt x="0" y="20827"/>
                  <a:pt x="903" y="15249"/>
                  <a:pt x="4209" y="9452"/>
                </a:cubicBezTo>
                <a:cubicBezTo>
                  <a:pt x="5287" y="7515"/>
                  <a:pt x="6539" y="5811"/>
                  <a:pt x="7952" y="4224"/>
                </a:cubicBezTo>
                <a:cubicBezTo>
                  <a:pt x="9379" y="2622"/>
                  <a:pt x="10923" y="1253"/>
                  <a:pt x="12686" y="0"/>
                </a:cubicBezTo>
                <a:close/>
                <a:moveTo>
                  <a:pt x="1268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767D41-0EE9-4D4A-AEC4-9CE692F1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02" y="5854518"/>
            <a:ext cx="52053" cy="44421"/>
          </a:xfrm>
          <a:custGeom xmlns:a="http://schemas.openxmlformats.org/drawingml/2006/main">
            <a:pathLst>
              <a:path w="52053" h="44421">
                <a:moveTo>
                  <a:pt x="26274" y="18031"/>
                </a:moveTo>
                <a:cubicBezTo>
                  <a:pt x="23492" y="22983"/>
                  <a:pt x="22065" y="26740"/>
                  <a:pt x="22123" y="29289"/>
                </a:cubicBezTo>
                <a:cubicBezTo>
                  <a:pt x="22182" y="31852"/>
                  <a:pt x="23551" y="33964"/>
                  <a:pt x="26274" y="35493"/>
                </a:cubicBezTo>
                <a:cubicBezTo>
                  <a:pt x="28503" y="36746"/>
                  <a:pt x="30600" y="37037"/>
                  <a:pt x="32712" y="36294"/>
                </a:cubicBezTo>
                <a:cubicBezTo>
                  <a:pt x="34809" y="35610"/>
                  <a:pt x="36586" y="34022"/>
                  <a:pt x="37940" y="31517"/>
                </a:cubicBezTo>
                <a:cubicBezTo>
                  <a:pt x="39936" y="28153"/>
                  <a:pt x="40271" y="24687"/>
                  <a:pt x="39033" y="21279"/>
                </a:cubicBezTo>
                <a:cubicBezTo>
                  <a:pt x="37780" y="17856"/>
                  <a:pt x="35158" y="15016"/>
                  <a:pt x="31168" y="12686"/>
                </a:cubicBezTo>
                <a:lnTo>
                  <a:pt x="29813" y="11943"/>
                </a:lnTo>
                <a:lnTo>
                  <a:pt x="26274" y="18031"/>
                </a:lnTo>
                <a:close/>
                <a:moveTo>
                  <a:pt x="30716" y="4326"/>
                </a:moveTo>
                <a:lnTo>
                  <a:pt x="52053" y="16501"/>
                </a:lnTo>
                <a:lnTo>
                  <a:pt x="48587" y="22633"/>
                </a:lnTo>
                <a:lnTo>
                  <a:pt x="42892" y="19400"/>
                </a:lnTo>
                <a:cubicBezTo>
                  <a:pt x="44378" y="22065"/>
                  <a:pt x="45062" y="24803"/>
                  <a:pt x="44946" y="27527"/>
                </a:cubicBezTo>
                <a:cubicBezTo>
                  <a:pt x="44829" y="30207"/>
                  <a:pt x="43912" y="33105"/>
                  <a:pt x="42149" y="36120"/>
                </a:cubicBezTo>
                <a:cubicBezTo>
                  <a:pt x="39994" y="39936"/>
                  <a:pt x="37197" y="42382"/>
                  <a:pt x="33731" y="43402"/>
                </a:cubicBezTo>
                <a:cubicBezTo>
                  <a:pt x="30323" y="44421"/>
                  <a:pt x="26798" y="43912"/>
                  <a:pt x="23216" y="41873"/>
                </a:cubicBezTo>
                <a:cubicBezTo>
                  <a:pt x="18992" y="39484"/>
                  <a:pt x="16603" y="36236"/>
                  <a:pt x="16094" y="32260"/>
                </a:cubicBezTo>
                <a:cubicBezTo>
                  <a:pt x="15584" y="28211"/>
                  <a:pt x="16895" y="23376"/>
                  <a:pt x="20084" y="17798"/>
                </a:cubicBezTo>
                <a:lnTo>
                  <a:pt x="24978" y="9219"/>
                </a:lnTo>
                <a:lnTo>
                  <a:pt x="24410" y="8870"/>
                </a:lnTo>
                <a:cubicBezTo>
                  <a:pt x="21555" y="7224"/>
                  <a:pt x="18832" y="6933"/>
                  <a:pt x="16210" y="7908"/>
                </a:cubicBezTo>
                <a:cubicBezTo>
                  <a:pt x="13647" y="8870"/>
                  <a:pt x="11375" y="11040"/>
                  <a:pt x="9438" y="14390"/>
                </a:cubicBezTo>
                <a:cubicBezTo>
                  <a:pt x="8243" y="16545"/>
                  <a:pt x="7340" y="18774"/>
                  <a:pt x="6656" y="21104"/>
                </a:cubicBezTo>
                <a:cubicBezTo>
                  <a:pt x="6030" y="23376"/>
                  <a:pt x="5680" y="25764"/>
                  <a:pt x="5636" y="28211"/>
                </a:cubicBezTo>
                <a:lnTo>
                  <a:pt x="0" y="24978"/>
                </a:lnTo>
                <a:cubicBezTo>
                  <a:pt x="393" y="22240"/>
                  <a:pt x="961" y="19735"/>
                  <a:pt x="1762" y="17346"/>
                </a:cubicBezTo>
                <a:cubicBezTo>
                  <a:pt x="2505" y="15016"/>
                  <a:pt x="3466" y="12802"/>
                  <a:pt x="4602" y="10807"/>
                </a:cubicBezTo>
                <a:cubicBezTo>
                  <a:pt x="7675" y="5403"/>
                  <a:pt x="11375" y="2156"/>
                  <a:pt x="15700" y="1078"/>
                </a:cubicBezTo>
                <a:cubicBezTo>
                  <a:pt x="20026" y="0"/>
                  <a:pt x="25036" y="1078"/>
                  <a:pt x="30716" y="4326"/>
                </a:cubicBezTo>
                <a:close/>
                <a:moveTo>
                  <a:pt x="30716" y="43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41E12-CB76-4F24-9310-47294BA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742" y="5822651"/>
            <a:ext cx="55403" cy="35726"/>
          </a:xfrm>
          <a:custGeom xmlns:a="http://schemas.openxmlformats.org/drawingml/2006/main">
            <a:pathLst>
              <a:path w="55403" h="35726">
                <a:moveTo>
                  <a:pt x="0" y="6146"/>
                </a:moveTo>
                <a:lnTo>
                  <a:pt x="3525" y="0"/>
                </a:lnTo>
                <a:lnTo>
                  <a:pt x="55403" y="29580"/>
                </a:lnTo>
                <a:lnTo>
                  <a:pt x="51937" y="35726"/>
                </a:lnTo>
                <a:lnTo>
                  <a:pt x="0" y="6146"/>
                </a:lnTo>
                <a:close/>
                <a:moveTo>
                  <a:pt x="0" y="61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3821C-4980-4009-A934-495F719C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51" y="5773555"/>
            <a:ext cx="62700" cy="60311"/>
          </a:xfrm>
          <a:custGeom xmlns:a="http://schemas.openxmlformats.org/drawingml/2006/main">
            <a:pathLst>
              <a:path w="62700" h="60311">
                <a:moveTo>
                  <a:pt x="56044" y="27541"/>
                </a:moveTo>
                <a:lnTo>
                  <a:pt x="42674" y="19910"/>
                </a:lnTo>
                <a:lnTo>
                  <a:pt x="36353" y="30949"/>
                </a:lnTo>
                <a:lnTo>
                  <a:pt x="30833" y="27760"/>
                </a:lnTo>
                <a:lnTo>
                  <a:pt x="40911" y="10079"/>
                </a:lnTo>
                <a:lnTo>
                  <a:pt x="62306" y="22298"/>
                </a:lnTo>
                <a:cubicBezTo>
                  <a:pt x="62700" y="25939"/>
                  <a:pt x="62408" y="29580"/>
                  <a:pt x="61622" y="33280"/>
                </a:cubicBezTo>
                <a:cubicBezTo>
                  <a:pt x="60763" y="36921"/>
                  <a:pt x="59335" y="40562"/>
                  <a:pt x="57296" y="44145"/>
                </a:cubicBezTo>
                <a:cubicBezTo>
                  <a:pt x="52854" y="51893"/>
                  <a:pt x="47116" y="56728"/>
                  <a:pt x="40052" y="58549"/>
                </a:cubicBezTo>
                <a:cubicBezTo>
                  <a:pt x="33003" y="60311"/>
                  <a:pt x="25429" y="58884"/>
                  <a:pt x="17302" y="54281"/>
                </a:cubicBezTo>
                <a:cubicBezTo>
                  <a:pt x="9161" y="49606"/>
                  <a:pt x="4049" y="43810"/>
                  <a:pt x="1995" y="36804"/>
                </a:cubicBezTo>
                <a:cubicBezTo>
                  <a:pt x="0" y="29872"/>
                  <a:pt x="1194" y="22473"/>
                  <a:pt x="5636" y="14681"/>
                </a:cubicBezTo>
                <a:cubicBezTo>
                  <a:pt x="7457" y="11433"/>
                  <a:pt x="9612" y="8593"/>
                  <a:pt x="12059" y="6088"/>
                </a:cubicBezTo>
                <a:cubicBezTo>
                  <a:pt x="14564" y="3641"/>
                  <a:pt x="17302" y="1588"/>
                  <a:pt x="20259" y="0"/>
                </a:cubicBezTo>
                <a:lnTo>
                  <a:pt x="27425" y="4093"/>
                </a:lnTo>
                <a:cubicBezTo>
                  <a:pt x="23900" y="5403"/>
                  <a:pt x="20769" y="7107"/>
                  <a:pt x="18089" y="9336"/>
                </a:cubicBezTo>
                <a:cubicBezTo>
                  <a:pt x="15424" y="11550"/>
                  <a:pt x="13254" y="14171"/>
                  <a:pt x="11491" y="17244"/>
                </a:cubicBezTo>
                <a:cubicBezTo>
                  <a:pt x="8025" y="23390"/>
                  <a:pt x="7107" y="28910"/>
                  <a:pt x="8768" y="33906"/>
                </a:cubicBezTo>
                <a:cubicBezTo>
                  <a:pt x="10414" y="38916"/>
                  <a:pt x="14623" y="43300"/>
                  <a:pt x="21337" y="47160"/>
                </a:cubicBezTo>
                <a:cubicBezTo>
                  <a:pt x="28051" y="50975"/>
                  <a:pt x="34022" y="52344"/>
                  <a:pt x="39149" y="51267"/>
                </a:cubicBezTo>
                <a:cubicBezTo>
                  <a:pt x="44261" y="50131"/>
                  <a:pt x="48587" y="46490"/>
                  <a:pt x="52053" y="40402"/>
                </a:cubicBezTo>
                <a:cubicBezTo>
                  <a:pt x="53422" y="37998"/>
                  <a:pt x="54442" y="35785"/>
                  <a:pt x="55068" y="33687"/>
                </a:cubicBezTo>
                <a:cubicBezTo>
                  <a:pt x="55752" y="31576"/>
                  <a:pt x="56044" y="29522"/>
                  <a:pt x="56044" y="27541"/>
                </a:cubicBezTo>
                <a:close/>
                <a:moveTo>
                  <a:pt x="56044" y="275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B428D-63E1-461A-8B14-490C9C6A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969" y="5728958"/>
            <a:ext cx="64462" cy="57223"/>
          </a:xfrm>
          <a:custGeom xmlns:a="http://schemas.openxmlformats.org/drawingml/2006/main">
            <a:pathLst>
              <a:path w="64462" h="57223">
                <a:moveTo>
                  <a:pt x="29872" y="36921"/>
                </a:moveTo>
                <a:lnTo>
                  <a:pt x="48135" y="47334"/>
                </a:lnTo>
                <a:lnTo>
                  <a:pt x="54281" y="36513"/>
                </a:lnTo>
                <a:cubicBezTo>
                  <a:pt x="56393" y="32872"/>
                  <a:pt x="57122" y="29755"/>
                  <a:pt x="56612" y="27192"/>
                </a:cubicBezTo>
                <a:cubicBezTo>
                  <a:pt x="56160" y="24570"/>
                  <a:pt x="54340" y="22356"/>
                  <a:pt x="51267" y="20594"/>
                </a:cubicBezTo>
                <a:cubicBezTo>
                  <a:pt x="48135" y="18832"/>
                  <a:pt x="45354" y="18424"/>
                  <a:pt x="42848" y="19342"/>
                </a:cubicBezTo>
                <a:cubicBezTo>
                  <a:pt x="40402" y="20186"/>
                  <a:pt x="38130" y="22473"/>
                  <a:pt x="36076" y="26114"/>
                </a:cubicBezTo>
                <a:lnTo>
                  <a:pt x="29872" y="36921"/>
                </a:lnTo>
                <a:close/>
                <a:moveTo>
                  <a:pt x="9394" y="25255"/>
                </a:moveTo>
                <a:lnTo>
                  <a:pt x="24410" y="33789"/>
                </a:lnTo>
                <a:lnTo>
                  <a:pt x="30105" y="23827"/>
                </a:lnTo>
                <a:cubicBezTo>
                  <a:pt x="31983" y="20536"/>
                  <a:pt x="32770" y="17739"/>
                  <a:pt x="32435" y="15409"/>
                </a:cubicBezTo>
                <a:cubicBezTo>
                  <a:pt x="32158" y="13079"/>
                  <a:pt x="30731" y="11200"/>
                  <a:pt x="28168" y="9773"/>
                </a:cubicBezTo>
                <a:cubicBezTo>
                  <a:pt x="25662" y="8360"/>
                  <a:pt x="23332" y="8069"/>
                  <a:pt x="21177" y="8986"/>
                </a:cubicBezTo>
                <a:cubicBezTo>
                  <a:pt x="19007" y="9889"/>
                  <a:pt x="16968" y="12001"/>
                  <a:pt x="15089" y="15249"/>
                </a:cubicBezTo>
                <a:lnTo>
                  <a:pt x="9394" y="25255"/>
                </a:lnTo>
                <a:close/>
                <a:moveTo>
                  <a:pt x="0" y="28837"/>
                </a:moveTo>
                <a:lnTo>
                  <a:pt x="9846" y="11608"/>
                </a:lnTo>
                <a:cubicBezTo>
                  <a:pt x="12744" y="6481"/>
                  <a:pt x="16108" y="3117"/>
                  <a:pt x="19808" y="1529"/>
                </a:cubicBezTo>
                <a:cubicBezTo>
                  <a:pt x="23507" y="0"/>
                  <a:pt x="27366" y="335"/>
                  <a:pt x="31299" y="2549"/>
                </a:cubicBezTo>
                <a:cubicBezTo>
                  <a:pt x="34372" y="4326"/>
                  <a:pt x="36367" y="6423"/>
                  <a:pt x="37387" y="8870"/>
                </a:cubicBezTo>
                <a:cubicBezTo>
                  <a:pt x="38348" y="11317"/>
                  <a:pt x="38290" y="14040"/>
                  <a:pt x="37154" y="17055"/>
                </a:cubicBezTo>
                <a:cubicBezTo>
                  <a:pt x="39775" y="14157"/>
                  <a:pt x="42732" y="12394"/>
                  <a:pt x="46038" y="11885"/>
                </a:cubicBezTo>
                <a:cubicBezTo>
                  <a:pt x="49330" y="11317"/>
                  <a:pt x="52636" y="12001"/>
                  <a:pt x="56044" y="13938"/>
                </a:cubicBezTo>
                <a:cubicBezTo>
                  <a:pt x="60486" y="16443"/>
                  <a:pt x="63049" y="19910"/>
                  <a:pt x="63777" y="24337"/>
                </a:cubicBezTo>
                <a:cubicBezTo>
                  <a:pt x="64462" y="28721"/>
                  <a:pt x="63209" y="33731"/>
                  <a:pt x="60034" y="39309"/>
                </a:cubicBezTo>
                <a:lnTo>
                  <a:pt x="49839" y="57223"/>
                </a:lnTo>
                <a:lnTo>
                  <a:pt x="0" y="28837"/>
                </a:lnTo>
                <a:close/>
                <a:moveTo>
                  <a:pt x="0" y="288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64045-18E5-4A4C-9600-39071C0E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709" y="5677007"/>
            <a:ext cx="65205" cy="62306"/>
          </a:xfrm>
          <a:custGeom xmlns:a="http://schemas.openxmlformats.org/drawingml/2006/main">
            <a:pathLst>
              <a:path w="65205" h="62306">
                <a:moveTo>
                  <a:pt x="9394" y="30323"/>
                </a:moveTo>
                <a:lnTo>
                  <a:pt x="48135" y="52403"/>
                </a:lnTo>
                <a:lnTo>
                  <a:pt x="52752" y="44261"/>
                </a:lnTo>
                <a:cubicBezTo>
                  <a:pt x="56670" y="37387"/>
                  <a:pt x="57981" y="31459"/>
                  <a:pt x="56670" y="26522"/>
                </a:cubicBezTo>
                <a:cubicBezTo>
                  <a:pt x="55418" y="21512"/>
                  <a:pt x="51383" y="17128"/>
                  <a:pt x="44669" y="13312"/>
                </a:cubicBezTo>
                <a:cubicBezTo>
                  <a:pt x="38013" y="9511"/>
                  <a:pt x="32202" y="8316"/>
                  <a:pt x="27265" y="9729"/>
                </a:cubicBezTo>
                <a:cubicBezTo>
                  <a:pt x="22371" y="11156"/>
                  <a:pt x="17929" y="15307"/>
                  <a:pt x="13996" y="22196"/>
                </a:cubicBezTo>
                <a:lnTo>
                  <a:pt x="9394" y="30323"/>
                </a:lnTo>
                <a:close/>
                <a:moveTo>
                  <a:pt x="0" y="33906"/>
                </a:moveTo>
                <a:lnTo>
                  <a:pt x="7908" y="20026"/>
                </a:lnTo>
                <a:cubicBezTo>
                  <a:pt x="13370" y="10414"/>
                  <a:pt x="19400" y="4442"/>
                  <a:pt x="26012" y="2228"/>
                </a:cubicBezTo>
                <a:cubicBezTo>
                  <a:pt x="32610" y="0"/>
                  <a:pt x="40169" y="1311"/>
                  <a:pt x="48703" y="6204"/>
                </a:cubicBezTo>
                <a:cubicBezTo>
                  <a:pt x="57296" y="11098"/>
                  <a:pt x="62306" y="16953"/>
                  <a:pt x="63777" y="23784"/>
                </a:cubicBezTo>
                <a:cubicBezTo>
                  <a:pt x="65205" y="30614"/>
                  <a:pt x="63209" y="38800"/>
                  <a:pt x="57690" y="48412"/>
                </a:cubicBezTo>
                <a:lnTo>
                  <a:pt x="49839" y="62306"/>
                </a:lnTo>
                <a:lnTo>
                  <a:pt x="0" y="33906"/>
                </a:lnTo>
                <a:close/>
                <a:moveTo>
                  <a:pt x="0" y="339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CD65C-6AEE-4BFD-9CCD-3B408743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65" y="5623075"/>
            <a:ext cx="63719" cy="52796"/>
          </a:xfrm>
          <a:custGeom xmlns:a="http://schemas.openxmlformats.org/drawingml/2006/main">
            <a:pathLst>
              <a:path w="63719" h="52796">
                <a:moveTo>
                  <a:pt x="0" y="42106"/>
                </a:moveTo>
                <a:lnTo>
                  <a:pt x="24017" y="0"/>
                </a:lnTo>
                <a:lnTo>
                  <a:pt x="29711" y="3190"/>
                </a:lnTo>
                <a:lnTo>
                  <a:pt x="19633" y="20885"/>
                </a:lnTo>
                <a:lnTo>
                  <a:pt x="63719" y="46023"/>
                </a:lnTo>
                <a:lnTo>
                  <a:pt x="59918" y="52796"/>
                </a:lnTo>
                <a:lnTo>
                  <a:pt x="15773" y="27658"/>
                </a:lnTo>
                <a:lnTo>
                  <a:pt x="5695" y="45339"/>
                </a:lnTo>
                <a:lnTo>
                  <a:pt x="0" y="42106"/>
                </a:lnTo>
                <a:close/>
                <a:moveTo>
                  <a:pt x="0" y="421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DC3A1-FB7A-4210-963E-A9C4E0A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211" y="6395731"/>
            <a:ext cx="52912" cy="56379"/>
          </a:xfrm>
          <a:custGeom xmlns:a="http://schemas.openxmlformats.org/drawingml/2006/main">
            <a:pathLst>
              <a:path w="52912" h="56379">
                <a:moveTo>
                  <a:pt x="9511" y="23041"/>
                </a:moveTo>
                <a:lnTo>
                  <a:pt x="27818" y="34299"/>
                </a:lnTo>
                <a:lnTo>
                  <a:pt x="32945" y="25997"/>
                </a:lnTo>
                <a:cubicBezTo>
                  <a:pt x="34823" y="22924"/>
                  <a:pt x="35508" y="20084"/>
                  <a:pt x="34940" y="17404"/>
                </a:cubicBezTo>
                <a:cubicBezTo>
                  <a:pt x="34416" y="14739"/>
                  <a:pt x="32653" y="12511"/>
                  <a:pt x="29697" y="10690"/>
                </a:cubicBezTo>
                <a:cubicBezTo>
                  <a:pt x="26798" y="8928"/>
                  <a:pt x="24017" y="8360"/>
                  <a:pt x="21395" y="9044"/>
                </a:cubicBezTo>
                <a:cubicBezTo>
                  <a:pt x="18774" y="9787"/>
                  <a:pt x="16501" y="11666"/>
                  <a:pt x="14623" y="14739"/>
                </a:cubicBezTo>
                <a:lnTo>
                  <a:pt x="9511" y="23041"/>
                </a:lnTo>
                <a:close/>
                <a:moveTo>
                  <a:pt x="0" y="26289"/>
                </a:moveTo>
                <a:lnTo>
                  <a:pt x="9161" y="11375"/>
                </a:lnTo>
                <a:cubicBezTo>
                  <a:pt x="12569" y="5913"/>
                  <a:pt x="16327" y="2505"/>
                  <a:pt x="20536" y="1253"/>
                </a:cubicBezTo>
                <a:cubicBezTo>
                  <a:pt x="24745" y="0"/>
                  <a:pt x="29245" y="801"/>
                  <a:pt x="34022" y="3758"/>
                </a:cubicBezTo>
                <a:cubicBezTo>
                  <a:pt x="38800" y="6714"/>
                  <a:pt x="41596" y="10355"/>
                  <a:pt x="42324" y="14681"/>
                </a:cubicBezTo>
                <a:cubicBezTo>
                  <a:pt x="43067" y="19007"/>
                  <a:pt x="41756" y="23886"/>
                  <a:pt x="38406" y="29362"/>
                </a:cubicBezTo>
                <a:lnTo>
                  <a:pt x="33280" y="37664"/>
                </a:lnTo>
                <a:lnTo>
                  <a:pt x="52912" y="49723"/>
                </a:lnTo>
                <a:lnTo>
                  <a:pt x="48820" y="56379"/>
                </a:lnTo>
                <a:lnTo>
                  <a:pt x="0" y="26289"/>
                </a:lnTo>
                <a:close/>
                <a:moveTo>
                  <a:pt x="0" y="262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D6F52-86F8-457F-B203-27ECEAEF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229" y="6369049"/>
            <a:ext cx="40387" cy="44319"/>
          </a:xfrm>
          <a:custGeom xmlns:a="http://schemas.openxmlformats.org/drawingml/2006/main">
            <a:pathLst>
              <a:path w="40387" h="44319">
                <a:moveTo>
                  <a:pt x="18832" y="3758"/>
                </a:moveTo>
                <a:cubicBezTo>
                  <a:pt x="18031" y="4209"/>
                  <a:pt x="17288" y="4777"/>
                  <a:pt x="16603" y="5462"/>
                </a:cubicBezTo>
                <a:cubicBezTo>
                  <a:pt x="15933" y="6146"/>
                  <a:pt x="15307" y="6933"/>
                  <a:pt x="14739" y="7908"/>
                </a:cubicBezTo>
                <a:cubicBezTo>
                  <a:pt x="12627" y="11317"/>
                  <a:pt x="12118" y="14623"/>
                  <a:pt x="13195" y="17798"/>
                </a:cubicBezTo>
                <a:cubicBezTo>
                  <a:pt x="14331" y="20987"/>
                  <a:pt x="16953" y="23842"/>
                  <a:pt x="21046" y="26391"/>
                </a:cubicBezTo>
                <a:lnTo>
                  <a:pt x="40387" y="38290"/>
                </a:lnTo>
                <a:lnTo>
                  <a:pt x="36629" y="44319"/>
                </a:lnTo>
                <a:lnTo>
                  <a:pt x="0" y="21788"/>
                </a:lnTo>
                <a:lnTo>
                  <a:pt x="3758" y="15700"/>
                </a:lnTo>
                <a:lnTo>
                  <a:pt x="9438" y="19225"/>
                </a:lnTo>
                <a:cubicBezTo>
                  <a:pt x="8025" y="16560"/>
                  <a:pt x="7340" y="13938"/>
                  <a:pt x="7501" y="11200"/>
                </a:cubicBezTo>
                <a:cubicBezTo>
                  <a:pt x="7675" y="8535"/>
                  <a:pt x="8710" y="5738"/>
                  <a:pt x="10472" y="2840"/>
                </a:cubicBezTo>
                <a:cubicBezTo>
                  <a:pt x="10690" y="2447"/>
                  <a:pt x="11040" y="1995"/>
                  <a:pt x="11375" y="1529"/>
                </a:cubicBezTo>
                <a:cubicBezTo>
                  <a:pt x="11768" y="1020"/>
                  <a:pt x="12176" y="510"/>
                  <a:pt x="12686" y="0"/>
                </a:cubicBezTo>
                <a:lnTo>
                  <a:pt x="18832" y="3758"/>
                </a:lnTo>
                <a:close/>
                <a:moveTo>
                  <a:pt x="18832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E23B1-2610-4EA2-9418-1D014FFF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196" y="6339745"/>
            <a:ext cx="46591" cy="43810"/>
          </a:xfrm>
          <a:custGeom xmlns:a="http://schemas.openxmlformats.org/drawingml/2006/main">
            <a:pathLst>
              <a:path w="46591" h="43810">
                <a:moveTo>
                  <a:pt x="9161" y="13195"/>
                </a:moveTo>
                <a:cubicBezTo>
                  <a:pt x="7166" y="16443"/>
                  <a:pt x="6889" y="19749"/>
                  <a:pt x="8243" y="23216"/>
                </a:cubicBezTo>
                <a:cubicBezTo>
                  <a:pt x="9612" y="26624"/>
                  <a:pt x="12453" y="29697"/>
                  <a:pt x="16836" y="32377"/>
                </a:cubicBezTo>
                <a:cubicBezTo>
                  <a:pt x="21220" y="35042"/>
                  <a:pt x="25255" y="36236"/>
                  <a:pt x="28954" y="35959"/>
                </a:cubicBezTo>
                <a:cubicBezTo>
                  <a:pt x="32595" y="35610"/>
                  <a:pt x="35450" y="33848"/>
                  <a:pt x="37430" y="30614"/>
                </a:cubicBezTo>
                <a:cubicBezTo>
                  <a:pt x="39426" y="27425"/>
                  <a:pt x="39717" y="24060"/>
                  <a:pt x="38348" y="20652"/>
                </a:cubicBezTo>
                <a:cubicBezTo>
                  <a:pt x="36979" y="17244"/>
                  <a:pt x="34081" y="14171"/>
                  <a:pt x="29755" y="11491"/>
                </a:cubicBezTo>
                <a:cubicBezTo>
                  <a:pt x="25371" y="8826"/>
                  <a:pt x="21395" y="7632"/>
                  <a:pt x="17696" y="7967"/>
                </a:cubicBezTo>
                <a:cubicBezTo>
                  <a:pt x="13996" y="8258"/>
                  <a:pt x="11156" y="10020"/>
                  <a:pt x="9161" y="13195"/>
                </a:cubicBezTo>
                <a:close/>
                <a:moveTo>
                  <a:pt x="4093" y="10079"/>
                </a:moveTo>
                <a:cubicBezTo>
                  <a:pt x="7282" y="4835"/>
                  <a:pt x="11550" y="1762"/>
                  <a:pt x="16778" y="918"/>
                </a:cubicBezTo>
                <a:cubicBezTo>
                  <a:pt x="22021" y="0"/>
                  <a:pt x="27643" y="1369"/>
                  <a:pt x="33673" y="5127"/>
                </a:cubicBezTo>
                <a:cubicBezTo>
                  <a:pt x="39659" y="8768"/>
                  <a:pt x="43402" y="13195"/>
                  <a:pt x="45004" y="18264"/>
                </a:cubicBezTo>
                <a:cubicBezTo>
                  <a:pt x="46591" y="23390"/>
                  <a:pt x="45747" y="28503"/>
                  <a:pt x="42557" y="33746"/>
                </a:cubicBezTo>
                <a:cubicBezTo>
                  <a:pt x="39309" y="39033"/>
                  <a:pt x="35042" y="42047"/>
                  <a:pt x="29813" y="42950"/>
                </a:cubicBezTo>
                <a:cubicBezTo>
                  <a:pt x="24570" y="43810"/>
                  <a:pt x="18948" y="42382"/>
                  <a:pt x="12977" y="38683"/>
                </a:cubicBezTo>
                <a:cubicBezTo>
                  <a:pt x="6947" y="34984"/>
                  <a:pt x="3131" y="30614"/>
                  <a:pt x="1588" y="25546"/>
                </a:cubicBezTo>
                <a:cubicBezTo>
                  <a:pt x="0" y="20478"/>
                  <a:pt x="859" y="15307"/>
                  <a:pt x="4093" y="10079"/>
                </a:cubicBezTo>
                <a:close/>
                <a:moveTo>
                  <a:pt x="4093" y="100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8382E-1847-4C6B-BE33-A01FC7FF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572" y="6299926"/>
            <a:ext cx="52344" cy="44713"/>
          </a:xfrm>
          <a:custGeom xmlns:a="http://schemas.openxmlformats.org/drawingml/2006/main">
            <a:pathLst>
              <a:path w="52344" h="44713">
                <a:moveTo>
                  <a:pt x="26522" y="18205"/>
                </a:moveTo>
                <a:cubicBezTo>
                  <a:pt x="23565" y="23099"/>
                  <a:pt x="22021" y="26798"/>
                  <a:pt x="21963" y="29347"/>
                </a:cubicBezTo>
                <a:cubicBezTo>
                  <a:pt x="21905" y="31911"/>
                  <a:pt x="23274" y="34022"/>
                  <a:pt x="25954" y="35668"/>
                </a:cubicBezTo>
                <a:cubicBezTo>
                  <a:pt x="28051" y="36979"/>
                  <a:pt x="30221" y="37314"/>
                  <a:pt x="32318" y="36688"/>
                </a:cubicBezTo>
                <a:cubicBezTo>
                  <a:pt x="34430" y="36061"/>
                  <a:pt x="36251" y="34532"/>
                  <a:pt x="37722" y="32085"/>
                </a:cubicBezTo>
                <a:cubicBezTo>
                  <a:pt x="39775" y="28779"/>
                  <a:pt x="40285" y="25371"/>
                  <a:pt x="39149" y="21905"/>
                </a:cubicBezTo>
                <a:cubicBezTo>
                  <a:pt x="38013" y="18424"/>
                  <a:pt x="35508" y="15467"/>
                  <a:pt x="31576" y="13079"/>
                </a:cubicBezTo>
                <a:lnTo>
                  <a:pt x="30221" y="12234"/>
                </a:lnTo>
                <a:lnTo>
                  <a:pt x="26522" y="18205"/>
                </a:lnTo>
                <a:close/>
                <a:moveTo>
                  <a:pt x="31474" y="4661"/>
                </a:moveTo>
                <a:lnTo>
                  <a:pt x="52344" y="17579"/>
                </a:lnTo>
                <a:lnTo>
                  <a:pt x="48645" y="23551"/>
                </a:lnTo>
                <a:lnTo>
                  <a:pt x="43067" y="20143"/>
                </a:lnTo>
                <a:cubicBezTo>
                  <a:pt x="44436" y="22866"/>
                  <a:pt x="45062" y="25604"/>
                  <a:pt x="44844" y="28328"/>
                </a:cubicBezTo>
                <a:cubicBezTo>
                  <a:pt x="44611" y="31008"/>
                  <a:pt x="43635" y="33848"/>
                  <a:pt x="41771" y="36804"/>
                </a:cubicBezTo>
                <a:cubicBezTo>
                  <a:pt x="39484" y="40562"/>
                  <a:pt x="36586" y="42892"/>
                  <a:pt x="33119" y="43810"/>
                </a:cubicBezTo>
                <a:cubicBezTo>
                  <a:pt x="29653" y="44713"/>
                  <a:pt x="26172" y="44086"/>
                  <a:pt x="22648" y="41931"/>
                </a:cubicBezTo>
                <a:cubicBezTo>
                  <a:pt x="18497" y="39368"/>
                  <a:pt x="16283" y="36120"/>
                  <a:pt x="15875" y="32085"/>
                </a:cubicBezTo>
                <a:cubicBezTo>
                  <a:pt x="15482" y="27993"/>
                  <a:pt x="16953" y="23259"/>
                  <a:pt x="20317" y="17798"/>
                </a:cubicBezTo>
                <a:lnTo>
                  <a:pt x="25488" y="9321"/>
                </a:lnTo>
                <a:lnTo>
                  <a:pt x="24920" y="8986"/>
                </a:lnTo>
                <a:cubicBezTo>
                  <a:pt x="22138" y="7282"/>
                  <a:pt x="19458" y="6874"/>
                  <a:pt x="16793" y="7734"/>
                </a:cubicBezTo>
                <a:cubicBezTo>
                  <a:pt x="14171" y="8651"/>
                  <a:pt x="11841" y="10749"/>
                  <a:pt x="9846" y="13996"/>
                </a:cubicBezTo>
                <a:cubicBezTo>
                  <a:pt x="8535" y="16094"/>
                  <a:pt x="7515" y="18322"/>
                  <a:pt x="6831" y="20594"/>
                </a:cubicBezTo>
                <a:cubicBezTo>
                  <a:pt x="6088" y="22866"/>
                  <a:pt x="5695" y="25255"/>
                  <a:pt x="5520" y="27701"/>
                </a:cubicBezTo>
                <a:lnTo>
                  <a:pt x="0" y="24293"/>
                </a:lnTo>
                <a:cubicBezTo>
                  <a:pt x="466" y="21555"/>
                  <a:pt x="1151" y="19050"/>
                  <a:pt x="1995" y="16720"/>
                </a:cubicBezTo>
                <a:cubicBezTo>
                  <a:pt x="2855" y="14390"/>
                  <a:pt x="3874" y="12234"/>
                  <a:pt x="5127" y="10239"/>
                </a:cubicBezTo>
                <a:cubicBezTo>
                  <a:pt x="8375" y="4952"/>
                  <a:pt x="12176" y="1821"/>
                  <a:pt x="16560" y="903"/>
                </a:cubicBezTo>
                <a:cubicBezTo>
                  <a:pt x="20885" y="0"/>
                  <a:pt x="25837" y="1253"/>
                  <a:pt x="31474" y="4661"/>
                </a:cubicBezTo>
                <a:close/>
                <a:moveTo>
                  <a:pt x="31474" y="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D88E2-B6B9-416D-BDBB-63B2381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172" y="6257020"/>
            <a:ext cx="47218" cy="44319"/>
          </a:xfrm>
          <a:custGeom xmlns:a="http://schemas.openxmlformats.org/drawingml/2006/main">
            <a:pathLst>
              <a:path w="47218" h="44319">
                <a:moveTo>
                  <a:pt x="13370" y="0"/>
                </a:moveTo>
                <a:lnTo>
                  <a:pt x="19007" y="3481"/>
                </a:lnTo>
                <a:cubicBezTo>
                  <a:pt x="17011" y="4617"/>
                  <a:pt x="15249" y="5869"/>
                  <a:pt x="13763" y="7282"/>
                </a:cubicBezTo>
                <a:cubicBezTo>
                  <a:pt x="12234" y="8710"/>
                  <a:pt x="10923" y="10297"/>
                  <a:pt x="9846" y="12074"/>
                </a:cubicBezTo>
                <a:cubicBezTo>
                  <a:pt x="7457" y="15933"/>
                  <a:pt x="6831" y="19749"/>
                  <a:pt x="7967" y="23449"/>
                </a:cubicBezTo>
                <a:cubicBezTo>
                  <a:pt x="9103" y="27148"/>
                  <a:pt x="11885" y="30323"/>
                  <a:pt x="16385" y="33061"/>
                </a:cubicBezTo>
                <a:cubicBezTo>
                  <a:pt x="20885" y="35843"/>
                  <a:pt x="24978" y="36935"/>
                  <a:pt x="28794" y="36251"/>
                </a:cubicBezTo>
                <a:cubicBezTo>
                  <a:pt x="32595" y="35625"/>
                  <a:pt x="35726" y="33352"/>
                  <a:pt x="38115" y="29478"/>
                </a:cubicBezTo>
                <a:cubicBezTo>
                  <a:pt x="39193" y="27716"/>
                  <a:pt x="39994" y="25837"/>
                  <a:pt x="40620" y="23842"/>
                </a:cubicBezTo>
                <a:cubicBezTo>
                  <a:pt x="41188" y="21847"/>
                  <a:pt x="41523" y="19691"/>
                  <a:pt x="41640" y="17419"/>
                </a:cubicBezTo>
                <a:lnTo>
                  <a:pt x="47218" y="20827"/>
                </a:lnTo>
                <a:cubicBezTo>
                  <a:pt x="46941" y="22997"/>
                  <a:pt x="46475" y="25094"/>
                  <a:pt x="45747" y="27148"/>
                </a:cubicBezTo>
                <a:cubicBezTo>
                  <a:pt x="45062" y="29187"/>
                  <a:pt x="44028" y="31241"/>
                  <a:pt x="42776" y="33236"/>
                </a:cubicBezTo>
                <a:cubicBezTo>
                  <a:pt x="39426" y="38756"/>
                  <a:pt x="34984" y="42106"/>
                  <a:pt x="29522" y="43183"/>
                </a:cubicBezTo>
                <a:cubicBezTo>
                  <a:pt x="24060" y="44319"/>
                  <a:pt x="18380" y="43067"/>
                  <a:pt x="12453" y="39426"/>
                </a:cubicBezTo>
                <a:cubicBezTo>
                  <a:pt x="6481" y="35741"/>
                  <a:pt x="2840" y="31241"/>
                  <a:pt x="1427" y="25837"/>
                </a:cubicBezTo>
                <a:cubicBezTo>
                  <a:pt x="0" y="20434"/>
                  <a:pt x="1078" y="14914"/>
                  <a:pt x="4602" y="9161"/>
                </a:cubicBezTo>
                <a:cubicBezTo>
                  <a:pt x="5738" y="7340"/>
                  <a:pt x="7049" y="5636"/>
                  <a:pt x="8535" y="4107"/>
                </a:cubicBezTo>
                <a:cubicBezTo>
                  <a:pt x="9962" y="2563"/>
                  <a:pt x="11608" y="1194"/>
                  <a:pt x="13370" y="0"/>
                </a:cubicBezTo>
                <a:close/>
                <a:moveTo>
                  <a:pt x="1337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07C4B-ECA0-4990-9246-6615121B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138" y="6227381"/>
            <a:ext cx="58374" cy="37445"/>
          </a:xfrm>
          <a:custGeom xmlns:a="http://schemas.openxmlformats.org/drawingml/2006/main">
            <a:pathLst>
              <a:path w="58374" h="37445">
                <a:moveTo>
                  <a:pt x="3699" y="5971"/>
                </a:moveTo>
                <a:lnTo>
                  <a:pt x="14113" y="12409"/>
                </a:lnTo>
                <a:lnTo>
                  <a:pt x="21730" y="0"/>
                </a:lnTo>
                <a:lnTo>
                  <a:pt x="26391" y="2855"/>
                </a:lnTo>
                <a:lnTo>
                  <a:pt x="18774" y="15249"/>
                </a:lnTo>
                <a:lnTo>
                  <a:pt x="38683" y="27483"/>
                </a:lnTo>
                <a:cubicBezTo>
                  <a:pt x="41640" y="29362"/>
                  <a:pt x="43810" y="30105"/>
                  <a:pt x="45164" y="29813"/>
                </a:cubicBezTo>
                <a:cubicBezTo>
                  <a:pt x="46533" y="29537"/>
                  <a:pt x="48019" y="28109"/>
                  <a:pt x="49548" y="25604"/>
                </a:cubicBezTo>
                <a:lnTo>
                  <a:pt x="53364" y="19458"/>
                </a:lnTo>
                <a:lnTo>
                  <a:pt x="58374" y="22531"/>
                </a:lnTo>
                <a:lnTo>
                  <a:pt x="54558" y="28736"/>
                </a:lnTo>
                <a:cubicBezTo>
                  <a:pt x="51718" y="33338"/>
                  <a:pt x="48864" y="36018"/>
                  <a:pt x="46023" y="36761"/>
                </a:cubicBezTo>
                <a:cubicBezTo>
                  <a:pt x="43242" y="37445"/>
                  <a:pt x="39542" y="36353"/>
                  <a:pt x="34925" y="33571"/>
                </a:cubicBezTo>
                <a:lnTo>
                  <a:pt x="15074" y="21337"/>
                </a:lnTo>
                <a:lnTo>
                  <a:pt x="12336" y="25721"/>
                </a:lnTo>
                <a:lnTo>
                  <a:pt x="7675" y="22881"/>
                </a:lnTo>
                <a:lnTo>
                  <a:pt x="10414" y="18439"/>
                </a:lnTo>
                <a:lnTo>
                  <a:pt x="0" y="12016"/>
                </a:lnTo>
                <a:lnTo>
                  <a:pt x="3699" y="5971"/>
                </a:lnTo>
                <a:close/>
                <a:moveTo>
                  <a:pt x="3699" y="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BED90-F221-4B7E-A8F3-EA74251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474" y="6204690"/>
            <a:ext cx="54616" cy="37314"/>
          </a:xfrm>
          <a:custGeom xmlns:a="http://schemas.openxmlformats.org/drawingml/2006/main">
            <a:pathLst>
              <a:path w="54616" h="37314">
                <a:moveTo>
                  <a:pt x="14288" y="14783"/>
                </a:moveTo>
                <a:lnTo>
                  <a:pt x="17987" y="8753"/>
                </a:lnTo>
                <a:lnTo>
                  <a:pt x="54616" y="31284"/>
                </a:lnTo>
                <a:lnTo>
                  <a:pt x="50932" y="37314"/>
                </a:lnTo>
                <a:lnTo>
                  <a:pt x="14288" y="14783"/>
                </a:lnTo>
                <a:close/>
                <a:moveTo>
                  <a:pt x="0" y="5971"/>
                </a:moveTo>
                <a:lnTo>
                  <a:pt x="3699" y="0"/>
                </a:lnTo>
                <a:lnTo>
                  <a:pt x="11331" y="4661"/>
                </a:lnTo>
                <a:lnTo>
                  <a:pt x="7632" y="10690"/>
                </a:lnTo>
                <a:lnTo>
                  <a:pt x="0" y="5971"/>
                </a:lnTo>
                <a:close/>
                <a:moveTo>
                  <a:pt x="0" y="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5717E-29F7-4E18-9C2B-649EFDF1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574" y="6169531"/>
            <a:ext cx="50072" cy="44421"/>
          </a:xfrm>
          <a:custGeom xmlns:a="http://schemas.openxmlformats.org/drawingml/2006/main">
            <a:pathLst>
              <a:path w="50072" h="44421">
                <a:moveTo>
                  <a:pt x="0" y="35610"/>
                </a:moveTo>
                <a:lnTo>
                  <a:pt x="3932" y="29231"/>
                </a:lnTo>
                <a:lnTo>
                  <a:pt x="41712" y="36746"/>
                </a:lnTo>
                <a:lnTo>
                  <a:pt x="17987" y="6365"/>
                </a:lnTo>
                <a:lnTo>
                  <a:pt x="21905" y="0"/>
                </a:lnTo>
                <a:lnTo>
                  <a:pt x="50072" y="36294"/>
                </a:lnTo>
                <a:lnTo>
                  <a:pt x="45062" y="44421"/>
                </a:lnTo>
                <a:lnTo>
                  <a:pt x="0" y="35610"/>
                </a:lnTo>
                <a:close/>
                <a:moveTo>
                  <a:pt x="0" y="356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1E216-24E9-458C-9448-7E72E489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873" y="6135669"/>
            <a:ext cx="48922" cy="44378"/>
          </a:xfrm>
          <a:custGeom xmlns:a="http://schemas.openxmlformats.org/drawingml/2006/main">
            <a:pathLst>
              <a:path w="48922" h="44378">
                <a:moveTo>
                  <a:pt x="31852" y="4559"/>
                </a:moveTo>
                <a:lnTo>
                  <a:pt x="34765" y="6379"/>
                </a:lnTo>
                <a:lnTo>
                  <a:pt x="17754" y="34022"/>
                </a:lnTo>
                <a:cubicBezTo>
                  <a:pt x="22065" y="36353"/>
                  <a:pt x="25997" y="37037"/>
                  <a:pt x="29522" y="36134"/>
                </a:cubicBezTo>
                <a:cubicBezTo>
                  <a:pt x="33047" y="35217"/>
                  <a:pt x="36061" y="32770"/>
                  <a:pt x="38508" y="28794"/>
                </a:cubicBezTo>
                <a:cubicBezTo>
                  <a:pt x="39936" y="26522"/>
                  <a:pt x="41013" y="24075"/>
                  <a:pt x="41814" y="21570"/>
                </a:cubicBezTo>
                <a:cubicBezTo>
                  <a:pt x="42615" y="19065"/>
                  <a:pt x="43067" y="16385"/>
                  <a:pt x="43242" y="13545"/>
                </a:cubicBezTo>
                <a:lnTo>
                  <a:pt x="48922" y="17011"/>
                </a:lnTo>
                <a:cubicBezTo>
                  <a:pt x="48529" y="19749"/>
                  <a:pt x="47844" y="22415"/>
                  <a:pt x="46926" y="24978"/>
                </a:cubicBezTo>
                <a:cubicBezTo>
                  <a:pt x="46023" y="27541"/>
                  <a:pt x="44829" y="29988"/>
                  <a:pt x="43402" y="32318"/>
                </a:cubicBezTo>
                <a:cubicBezTo>
                  <a:pt x="39819" y="38130"/>
                  <a:pt x="35275" y="41712"/>
                  <a:pt x="29755" y="43067"/>
                </a:cubicBezTo>
                <a:cubicBezTo>
                  <a:pt x="24235" y="44378"/>
                  <a:pt x="18599" y="43242"/>
                  <a:pt x="12802" y="39659"/>
                </a:cubicBezTo>
                <a:cubicBezTo>
                  <a:pt x="6831" y="35959"/>
                  <a:pt x="3073" y="31415"/>
                  <a:pt x="1529" y="26012"/>
                </a:cubicBezTo>
                <a:cubicBezTo>
                  <a:pt x="0" y="20594"/>
                  <a:pt x="903" y="15132"/>
                  <a:pt x="4326" y="9671"/>
                </a:cubicBezTo>
                <a:cubicBezTo>
                  <a:pt x="7340" y="4733"/>
                  <a:pt x="11317" y="1821"/>
                  <a:pt x="16268" y="918"/>
                </a:cubicBezTo>
                <a:cubicBezTo>
                  <a:pt x="21220" y="0"/>
                  <a:pt x="26391" y="1194"/>
                  <a:pt x="31852" y="4559"/>
                </a:cubicBezTo>
                <a:close/>
                <a:moveTo>
                  <a:pt x="26332" y="9511"/>
                </a:moveTo>
                <a:cubicBezTo>
                  <a:pt x="23041" y="7515"/>
                  <a:pt x="19851" y="6831"/>
                  <a:pt x="16778" y="7399"/>
                </a:cubicBezTo>
                <a:cubicBezTo>
                  <a:pt x="13705" y="8025"/>
                  <a:pt x="11258" y="9787"/>
                  <a:pt x="9438" y="12744"/>
                </a:cubicBezTo>
                <a:cubicBezTo>
                  <a:pt x="7399" y="16108"/>
                  <a:pt x="6656" y="19356"/>
                  <a:pt x="7340" y="22531"/>
                </a:cubicBezTo>
                <a:cubicBezTo>
                  <a:pt x="7967" y="25721"/>
                  <a:pt x="9947" y="28561"/>
                  <a:pt x="13195" y="30949"/>
                </a:cubicBezTo>
                <a:lnTo>
                  <a:pt x="26332" y="9511"/>
                </a:lnTo>
                <a:close/>
                <a:moveTo>
                  <a:pt x="26332" y="95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BE57C-E5A6-4878-BC37-5985F248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828" y="6129698"/>
            <a:ext cx="12569" cy="12001"/>
          </a:xfrm>
          <a:custGeom xmlns:a="http://schemas.openxmlformats.org/drawingml/2006/main">
            <a:pathLst>
              <a:path w="12569" h="12001">
                <a:moveTo>
                  <a:pt x="0" y="6889"/>
                </a:moveTo>
                <a:lnTo>
                  <a:pt x="4253" y="0"/>
                </a:lnTo>
                <a:lnTo>
                  <a:pt x="12569" y="5127"/>
                </a:lnTo>
                <a:lnTo>
                  <a:pt x="8302" y="12001"/>
                </a:lnTo>
                <a:lnTo>
                  <a:pt x="0" y="6889"/>
                </a:lnTo>
                <a:close/>
                <a:moveTo>
                  <a:pt x="0" y="68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8012A-5C30-423E-914A-7A867BBA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054" y="6064624"/>
            <a:ext cx="52912" cy="56379"/>
          </a:xfrm>
          <a:custGeom xmlns:a="http://schemas.openxmlformats.org/drawingml/2006/main">
            <a:pathLst>
              <a:path w="52912" h="56379">
                <a:moveTo>
                  <a:pt x="9511" y="23085"/>
                </a:moveTo>
                <a:lnTo>
                  <a:pt x="27818" y="34357"/>
                </a:lnTo>
                <a:lnTo>
                  <a:pt x="32945" y="26056"/>
                </a:lnTo>
                <a:cubicBezTo>
                  <a:pt x="34823" y="22983"/>
                  <a:pt x="35508" y="20128"/>
                  <a:pt x="34940" y="17463"/>
                </a:cubicBezTo>
                <a:cubicBezTo>
                  <a:pt x="34430" y="14783"/>
                  <a:pt x="32653" y="12569"/>
                  <a:pt x="29697" y="10749"/>
                </a:cubicBezTo>
                <a:cubicBezTo>
                  <a:pt x="26798" y="8928"/>
                  <a:pt x="24017" y="8418"/>
                  <a:pt x="21395" y="9088"/>
                </a:cubicBezTo>
                <a:cubicBezTo>
                  <a:pt x="18774" y="9773"/>
                  <a:pt x="16501" y="11710"/>
                  <a:pt x="14623" y="14783"/>
                </a:cubicBezTo>
                <a:lnTo>
                  <a:pt x="9511" y="23085"/>
                </a:lnTo>
                <a:close/>
                <a:moveTo>
                  <a:pt x="0" y="26332"/>
                </a:moveTo>
                <a:lnTo>
                  <a:pt x="9161" y="11433"/>
                </a:lnTo>
                <a:cubicBezTo>
                  <a:pt x="12584" y="5971"/>
                  <a:pt x="16327" y="2549"/>
                  <a:pt x="20536" y="1296"/>
                </a:cubicBezTo>
                <a:cubicBezTo>
                  <a:pt x="24745" y="0"/>
                  <a:pt x="29245" y="845"/>
                  <a:pt x="34022" y="3801"/>
                </a:cubicBezTo>
                <a:cubicBezTo>
                  <a:pt x="38800" y="6758"/>
                  <a:pt x="41596" y="10399"/>
                  <a:pt x="42339" y="14725"/>
                </a:cubicBezTo>
                <a:cubicBezTo>
                  <a:pt x="43067" y="19050"/>
                  <a:pt x="41756" y="23944"/>
                  <a:pt x="38406" y="29406"/>
                </a:cubicBezTo>
                <a:lnTo>
                  <a:pt x="33280" y="37707"/>
                </a:lnTo>
                <a:lnTo>
                  <a:pt x="52912" y="49767"/>
                </a:lnTo>
                <a:lnTo>
                  <a:pt x="48820" y="56379"/>
                </a:lnTo>
                <a:lnTo>
                  <a:pt x="0" y="26332"/>
                </a:lnTo>
                <a:close/>
                <a:moveTo>
                  <a:pt x="0" y="263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0C547-EF73-4AEF-A5C6-F84BB17E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915" y="6005900"/>
            <a:ext cx="76347" cy="74759"/>
          </a:xfrm>
          <a:custGeom xmlns:a="http://schemas.openxmlformats.org/drawingml/2006/main">
            <a:pathLst>
              <a:path w="76347" h="74759">
                <a:moveTo>
                  <a:pt x="0" y="44669"/>
                </a:moveTo>
                <a:lnTo>
                  <a:pt x="6088" y="34823"/>
                </a:lnTo>
                <a:lnTo>
                  <a:pt x="46941" y="42848"/>
                </a:lnTo>
                <a:lnTo>
                  <a:pt x="21453" y="9846"/>
                </a:lnTo>
                <a:lnTo>
                  <a:pt x="27483" y="0"/>
                </a:lnTo>
                <a:lnTo>
                  <a:pt x="76347" y="30046"/>
                </a:lnTo>
                <a:lnTo>
                  <a:pt x="72370" y="36527"/>
                </a:lnTo>
                <a:lnTo>
                  <a:pt x="29478" y="10137"/>
                </a:lnTo>
                <a:lnTo>
                  <a:pt x="55243" y="43300"/>
                </a:lnTo>
                <a:lnTo>
                  <a:pt x="51150" y="49956"/>
                </a:lnTo>
                <a:lnTo>
                  <a:pt x="9904" y="41931"/>
                </a:lnTo>
                <a:lnTo>
                  <a:pt x="52796" y="68336"/>
                </a:lnTo>
                <a:lnTo>
                  <a:pt x="48820" y="74759"/>
                </a:lnTo>
                <a:lnTo>
                  <a:pt x="0" y="44669"/>
                </a:lnTo>
                <a:close/>
                <a:moveTo>
                  <a:pt x="0" y="446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BCA08-9567-43B4-83E7-2BC1C8AC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82" y="5986166"/>
            <a:ext cx="67521" cy="36688"/>
          </a:xfrm>
          <a:custGeom xmlns:a="http://schemas.openxmlformats.org/drawingml/2006/main">
            <a:pathLst>
              <a:path w="67521" h="36688">
                <a:moveTo>
                  <a:pt x="0" y="6598"/>
                </a:moveTo>
                <a:lnTo>
                  <a:pt x="4093" y="0"/>
                </a:lnTo>
                <a:lnTo>
                  <a:pt x="47334" y="26682"/>
                </a:lnTo>
                <a:lnTo>
                  <a:pt x="62015" y="2898"/>
                </a:lnTo>
                <a:lnTo>
                  <a:pt x="67521" y="6306"/>
                </a:lnTo>
                <a:lnTo>
                  <a:pt x="48864" y="36688"/>
                </a:lnTo>
                <a:lnTo>
                  <a:pt x="0" y="6598"/>
                </a:lnTo>
                <a:close/>
                <a:moveTo>
                  <a:pt x="0" y="6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5651F-5F3C-4AD2-A416-CCE70881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464" y="5922723"/>
            <a:ext cx="65307" cy="62816"/>
          </a:xfrm>
          <a:custGeom xmlns:a="http://schemas.openxmlformats.org/drawingml/2006/main">
            <a:pathLst>
              <a:path w="65307" h="62816">
                <a:moveTo>
                  <a:pt x="9496" y="29478"/>
                </a:moveTo>
                <a:lnTo>
                  <a:pt x="47451" y="52854"/>
                </a:lnTo>
                <a:lnTo>
                  <a:pt x="52403" y="44887"/>
                </a:lnTo>
                <a:cubicBezTo>
                  <a:pt x="56554" y="38115"/>
                  <a:pt x="58025" y="32260"/>
                  <a:pt x="56947" y="27250"/>
                </a:cubicBezTo>
                <a:cubicBezTo>
                  <a:pt x="55811" y="22254"/>
                  <a:pt x="51937" y="17754"/>
                  <a:pt x="45339" y="13661"/>
                </a:cubicBezTo>
                <a:cubicBezTo>
                  <a:pt x="38800" y="9671"/>
                  <a:pt x="33047" y="8258"/>
                  <a:pt x="28109" y="9511"/>
                </a:cubicBezTo>
                <a:cubicBezTo>
                  <a:pt x="23157" y="10763"/>
                  <a:pt x="18540" y="14797"/>
                  <a:pt x="14390" y="21512"/>
                </a:cubicBezTo>
                <a:lnTo>
                  <a:pt x="9496" y="29478"/>
                </a:lnTo>
                <a:close/>
                <a:moveTo>
                  <a:pt x="0" y="32770"/>
                </a:moveTo>
                <a:lnTo>
                  <a:pt x="8360" y="19181"/>
                </a:lnTo>
                <a:cubicBezTo>
                  <a:pt x="14157" y="9729"/>
                  <a:pt x="20419" y="3991"/>
                  <a:pt x="27075" y="1995"/>
                </a:cubicBezTo>
                <a:cubicBezTo>
                  <a:pt x="33731" y="0"/>
                  <a:pt x="41246" y="1544"/>
                  <a:pt x="49606" y="6714"/>
                </a:cubicBezTo>
                <a:cubicBezTo>
                  <a:pt x="58025" y="11899"/>
                  <a:pt x="62860" y="17929"/>
                  <a:pt x="64054" y="24803"/>
                </a:cubicBezTo>
                <a:cubicBezTo>
                  <a:pt x="65307" y="31692"/>
                  <a:pt x="62976" y="39834"/>
                  <a:pt x="57180" y="49213"/>
                </a:cubicBezTo>
                <a:lnTo>
                  <a:pt x="48805" y="62816"/>
                </a:lnTo>
                <a:lnTo>
                  <a:pt x="0" y="32770"/>
                </a:lnTo>
                <a:close/>
                <a:moveTo>
                  <a:pt x="0" y="327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A8FDD-765A-4114-B365-58FEDF9E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215" y="5873059"/>
            <a:ext cx="68205" cy="60937"/>
          </a:xfrm>
          <a:custGeom xmlns:a="http://schemas.openxmlformats.org/drawingml/2006/main">
            <a:pathLst>
              <a:path w="68205" h="60937">
                <a:moveTo>
                  <a:pt x="0" y="30833"/>
                </a:moveTo>
                <a:lnTo>
                  <a:pt x="18992" y="0"/>
                </a:lnTo>
                <a:lnTo>
                  <a:pt x="24570" y="3423"/>
                </a:lnTo>
                <a:lnTo>
                  <a:pt x="9671" y="27658"/>
                </a:lnTo>
                <a:lnTo>
                  <a:pt x="24119" y="36586"/>
                </a:lnTo>
                <a:lnTo>
                  <a:pt x="38392" y="13312"/>
                </a:lnTo>
                <a:lnTo>
                  <a:pt x="43970" y="16734"/>
                </a:lnTo>
                <a:lnTo>
                  <a:pt x="29639" y="39994"/>
                </a:lnTo>
                <a:lnTo>
                  <a:pt x="47334" y="50859"/>
                </a:lnTo>
                <a:lnTo>
                  <a:pt x="62627" y="26056"/>
                </a:lnTo>
                <a:lnTo>
                  <a:pt x="68205" y="29478"/>
                </a:lnTo>
                <a:lnTo>
                  <a:pt x="48805" y="60937"/>
                </a:lnTo>
                <a:lnTo>
                  <a:pt x="0" y="30833"/>
                </a:lnTo>
                <a:close/>
                <a:moveTo>
                  <a:pt x="0" y="308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5C839-3211-48E2-9BD2-33BA9BED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013" y="5833298"/>
            <a:ext cx="59743" cy="58986"/>
          </a:xfrm>
          <a:custGeom xmlns:a="http://schemas.openxmlformats.org/drawingml/2006/main">
            <a:pathLst>
              <a:path w="59743" h="58986">
                <a:moveTo>
                  <a:pt x="15875" y="0"/>
                </a:moveTo>
                <a:lnTo>
                  <a:pt x="22313" y="3976"/>
                </a:lnTo>
                <a:cubicBezTo>
                  <a:pt x="19575" y="5738"/>
                  <a:pt x="17244" y="7559"/>
                  <a:pt x="15307" y="9438"/>
                </a:cubicBezTo>
                <a:cubicBezTo>
                  <a:pt x="13312" y="11258"/>
                  <a:pt x="11724" y="13254"/>
                  <a:pt x="10414" y="15293"/>
                </a:cubicBezTo>
                <a:cubicBezTo>
                  <a:pt x="8200" y="18934"/>
                  <a:pt x="7224" y="22123"/>
                  <a:pt x="7399" y="24920"/>
                </a:cubicBezTo>
                <a:cubicBezTo>
                  <a:pt x="7573" y="27760"/>
                  <a:pt x="9001" y="29915"/>
                  <a:pt x="11550" y="31517"/>
                </a:cubicBezTo>
                <a:cubicBezTo>
                  <a:pt x="13720" y="32872"/>
                  <a:pt x="15759" y="33221"/>
                  <a:pt x="17637" y="32595"/>
                </a:cubicBezTo>
                <a:cubicBezTo>
                  <a:pt x="19516" y="31969"/>
                  <a:pt x="21905" y="30032"/>
                  <a:pt x="24861" y="26842"/>
                </a:cubicBezTo>
                <a:lnTo>
                  <a:pt x="28109" y="23376"/>
                </a:lnTo>
                <a:cubicBezTo>
                  <a:pt x="32100" y="19050"/>
                  <a:pt x="35959" y="16443"/>
                  <a:pt x="39775" y="15526"/>
                </a:cubicBezTo>
                <a:cubicBezTo>
                  <a:pt x="43591" y="14623"/>
                  <a:pt x="47451" y="15409"/>
                  <a:pt x="51441" y="17856"/>
                </a:cubicBezTo>
                <a:cubicBezTo>
                  <a:pt x="56160" y="20754"/>
                  <a:pt x="58782" y="24570"/>
                  <a:pt x="59292" y="29231"/>
                </a:cubicBezTo>
                <a:cubicBezTo>
                  <a:pt x="59743" y="33906"/>
                  <a:pt x="58156" y="39309"/>
                  <a:pt x="54340" y="45455"/>
                </a:cubicBezTo>
                <a:cubicBezTo>
                  <a:pt x="52912" y="47728"/>
                  <a:pt x="51150" y="50058"/>
                  <a:pt x="49053" y="52330"/>
                </a:cubicBezTo>
                <a:cubicBezTo>
                  <a:pt x="46883" y="54616"/>
                  <a:pt x="44494" y="56830"/>
                  <a:pt x="41712" y="58986"/>
                </a:cubicBezTo>
                <a:lnTo>
                  <a:pt x="34940" y="54777"/>
                </a:lnTo>
                <a:cubicBezTo>
                  <a:pt x="38071" y="53014"/>
                  <a:pt x="40853" y="51136"/>
                  <a:pt x="43183" y="49038"/>
                </a:cubicBezTo>
                <a:cubicBezTo>
                  <a:pt x="45514" y="46926"/>
                  <a:pt x="47451" y="44596"/>
                  <a:pt x="48995" y="42149"/>
                </a:cubicBezTo>
                <a:cubicBezTo>
                  <a:pt x="51325" y="38348"/>
                  <a:pt x="52344" y="34984"/>
                  <a:pt x="52126" y="32027"/>
                </a:cubicBezTo>
                <a:cubicBezTo>
                  <a:pt x="51951" y="29071"/>
                  <a:pt x="50407" y="26740"/>
                  <a:pt x="47684" y="25022"/>
                </a:cubicBezTo>
                <a:cubicBezTo>
                  <a:pt x="45295" y="23551"/>
                  <a:pt x="42965" y="23157"/>
                  <a:pt x="40678" y="23784"/>
                </a:cubicBezTo>
                <a:cubicBezTo>
                  <a:pt x="38465" y="24454"/>
                  <a:pt x="35959" y="26216"/>
                  <a:pt x="33236" y="29187"/>
                </a:cubicBezTo>
                <a:lnTo>
                  <a:pt x="29930" y="32712"/>
                </a:lnTo>
                <a:cubicBezTo>
                  <a:pt x="25954" y="37037"/>
                  <a:pt x="22196" y="39644"/>
                  <a:pt x="18730" y="40562"/>
                </a:cubicBezTo>
                <a:cubicBezTo>
                  <a:pt x="15307" y="41465"/>
                  <a:pt x="11724" y="40780"/>
                  <a:pt x="7967" y="38508"/>
                </a:cubicBezTo>
                <a:cubicBezTo>
                  <a:pt x="3641" y="35843"/>
                  <a:pt x="1194" y="32202"/>
                  <a:pt x="568" y="27643"/>
                </a:cubicBezTo>
                <a:cubicBezTo>
                  <a:pt x="0" y="23099"/>
                  <a:pt x="1311" y="18089"/>
                  <a:pt x="4617" y="12802"/>
                </a:cubicBezTo>
                <a:cubicBezTo>
                  <a:pt x="6030" y="10457"/>
                  <a:pt x="7690" y="8302"/>
                  <a:pt x="9569" y="6146"/>
                </a:cubicBezTo>
                <a:cubicBezTo>
                  <a:pt x="11448" y="4034"/>
                  <a:pt x="13545" y="1981"/>
                  <a:pt x="15875" y="0"/>
                </a:cubicBezTo>
                <a:close/>
                <a:moveTo>
                  <a:pt x="1587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782BF-96C8-418A-B7B5-D95AEDD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428" y="5792780"/>
            <a:ext cx="52912" cy="56393"/>
          </a:xfrm>
          <a:custGeom xmlns:a="http://schemas.openxmlformats.org/drawingml/2006/main">
            <a:pathLst>
              <a:path w="52912" h="56393">
                <a:moveTo>
                  <a:pt x="9511" y="23041"/>
                </a:moveTo>
                <a:lnTo>
                  <a:pt x="27891" y="34314"/>
                </a:lnTo>
                <a:lnTo>
                  <a:pt x="33003" y="26012"/>
                </a:lnTo>
                <a:cubicBezTo>
                  <a:pt x="34882" y="22939"/>
                  <a:pt x="35566" y="20084"/>
                  <a:pt x="34998" y="17419"/>
                </a:cubicBezTo>
                <a:cubicBezTo>
                  <a:pt x="34430" y="14797"/>
                  <a:pt x="32668" y="12525"/>
                  <a:pt x="29711" y="10705"/>
                </a:cubicBezTo>
                <a:cubicBezTo>
                  <a:pt x="26798" y="8943"/>
                  <a:pt x="24017" y="8375"/>
                  <a:pt x="21395" y="9059"/>
                </a:cubicBezTo>
                <a:cubicBezTo>
                  <a:pt x="18788" y="9787"/>
                  <a:pt x="16501" y="11666"/>
                  <a:pt x="14623" y="14739"/>
                </a:cubicBezTo>
                <a:lnTo>
                  <a:pt x="9511" y="23041"/>
                </a:lnTo>
                <a:close/>
                <a:moveTo>
                  <a:pt x="0" y="26289"/>
                </a:moveTo>
                <a:lnTo>
                  <a:pt x="9219" y="11389"/>
                </a:lnTo>
                <a:cubicBezTo>
                  <a:pt x="12584" y="5928"/>
                  <a:pt x="16341" y="2563"/>
                  <a:pt x="20550" y="1253"/>
                </a:cubicBezTo>
                <a:cubicBezTo>
                  <a:pt x="24759" y="0"/>
                  <a:pt x="29245" y="801"/>
                  <a:pt x="34022" y="3758"/>
                </a:cubicBezTo>
                <a:cubicBezTo>
                  <a:pt x="38858" y="6714"/>
                  <a:pt x="41596" y="10355"/>
                  <a:pt x="42339" y="14681"/>
                </a:cubicBezTo>
                <a:cubicBezTo>
                  <a:pt x="43067" y="19007"/>
                  <a:pt x="41771" y="23900"/>
                  <a:pt x="38406" y="29362"/>
                </a:cubicBezTo>
                <a:lnTo>
                  <a:pt x="33294" y="37664"/>
                </a:lnTo>
                <a:lnTo>
                  <a:pt x="52912" y="49781"/>
                </a:lnTo>
                <a:lnTo>
                  <a:pt x="48820" y="56393"/>
                </a:lnTo>
                <a:lnTo>
                  <a:pt x="0" y="26289"/>
                </a:lnTo>
                <a:close/>
                <a:moveTo>
                  <a:pt x="0" y="262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867CA-CACC-4C6D-BEA8-70FF0F1E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76" y="5771676"/>
            <a:ext cx="54616" cy="37329"/>
          </a:xfrm>
          <a:custGeom xmlns:a="http://schemas.openxmlformats.org/drawingml/2006/main">
            <a:pathLst>
              <a:path w="54616" h="37329">
                <a:moveTo>
                  <a:pt x="0" y="6030"/>
                </a:moveTo>
                <a:lnTo>
                  <a:pt x="3699" y="0"/>
                </a:lnTo>
                <a:lnTo>
                  <a:pt x="54616" y="31357"/>
                </a:lnTo>
                <a:lnTo>
                  <a:pt x="50917" y="37329"/>
                </a:lnTo>
                <a:lnTo>
                  <a:pt x="0" y="6030"/>
                </a:lnTo>
                <a:close/>
                <a:moveTo>
                  <a:pt x="0" y="60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C5EE4-8C58-4391-90DA-6C76313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447" y="5737828"/>
            <a:ext cx="55476" cy="48703"/>
          </a:xfrm>
          <a:custGeom xmlns:a="http://schemas.openxmlformats.org/drawingml/2006/main">
            <a:pathLst>
              <a:path w="55476" h="48703">
                <a:moveTo>
                  <a:pt x="22138" y="44319"/>
                </a:moveTo>
                <a:lnTo>
                  <a:pt x="0" y="30658"/>
                </a:lnTo>
                <a:lnTo>
                  <a:pt x="3699" y="24628"/>
                </a:lnTo>
                <a:lnTo>
                  <a:pt x="25604" y="38173"/>
                </a:lnTo>
                <a:cubicBezTo>
                  <a:pt x="29071" y="40285"/>
                  <a:pt x="32085" y="41188"/>
                  <a:pt x="34707" y="40955"/>
                </a:cubicBezTo>
                <a:cubicBezTo>
                  <a:pt x="37270" y="40620"/>
                  <a:pt x="39368" y="39149"/>
                  <a:pt x="41028" y="36469"/>
                </a:cubicBezTo>
                <a:cubicBezTo>
                  <a:pt x="43009" y="33221"/>
                  <a:pt x="43591" y="29988"/>
                  <a:pt x="42674" y="26857"/>
                </a:cubicBezTo>
                <a:cubicBezTo>
                  <a:pt x="41771" y="23667"/>
                  <a:pt x="39484" y="20987"/>
                  <a:pt x="35901" y="18774"/>
                </a:cubicBezTo>
                <a:lnTo>
                  <a:pt x="15132" y="5971"/>
                </a:lnTo>
                <a:lnTo>
                  <a:pt x="18890" y="0"/>
                </a:lnTo>
                <a:lnTo>
                  <a:pt x="55476" y="22531"/>
                </a:lnTo>
                <a:lnTo>
                  <a:pt x="51776" y="28561"/>
                </a:lnTo>
                <a:lnTo>
                  <a:pt x="46140" y="25094"/>
                </a:lnTo>
                <a:cubicBezTo>
                  <a:pt x="47509" y="27935"/>
                  <a:pt x="48077" y="30614"/>
                  <a:pt x="47961" y="33221"/>
                </a:cubicBezTo>
                <a:cubicBezTo>
                  <a:pt x="47902" y="35843"/>
                  <a:pt x="47058" y="38406"/>
                  <a:pt x="45455" y="40955"/>
                </a:cubicBezTo>
                <a:cubicBezTo>
                  <a:pt x="42907" y="45179"/>
                  <a:pt x="39601" y="47567"/>
                  <a:pt x="35683" y="48135"/>
                </a:cubicBezTo>
                <a:cubicBezTo>
                  <a:pt x="31692" y="48703"/>
                  <a:pt x="27206" y="47393"/>
                  <a:pt x="22138" y="44319"/>
                </a:cubicBezTo>
                <a:close/>
                <a:moveTo>
                  <a:pt x="22138" y="443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8E0F5-38CD-4790-881A-0F123318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377" y="5695329"/>
            <a:ext cx="59903" cy="58258"/>
          </a:xfrm>
          <a:custGeom xmlns:a="http://schemas.openxmlformats.org/drawingml/2006/main">
            <a:pathLst>
              <a:path w="59903" h="58258">
                <a:moveTo>
                  <a:pt x="29304" y="17011"/>
                </a:moveTo>
                <a:cubicBezTo>
                  <a:pt x="24920" y="14331"/>
                  <a:pt x="20987" y="13137"/>
                  <a:pt x="17521" y="13487"/>
                </a:cubicBezTo>
                <a:cubicBezTo>
                  <a:pt x="13996" y="13763"/>
                  <a:pt x="11258" y="15584"/>
                  <a:pt x="9219" y="18832"/>
                </a:cubicBezTo>
                <a:cubicBezTo>
                  <a:pt x="7282" y="22021"/>
                  <a:pt x="6889" y="25255"/>
                  <a:pt x="8200" y="28561"/>
                </a:cubicBezTo>
                <a:cubicBezTo>
                  <a:pt x="9496" y="31867"/>
                  <a:pt x="12292" y="34823"/>
                  <a:pt x="16676" y="37489"/>
                </a:cubicBezTo>
                <a:cubicBezTo>
                  <a:pt x="20987" y="40169"/>
                  <a:pt x="24920" y="41363"/>
                  <a:pt x="28444" y="41013"/>
                </a:cubicBezTo>
                <a:cubicBezTo>
                  <a:pt x="31969" y="40678"/>
                  <a:pt x="34707" y="38916"/>
                  <a:pt x="36702" y="35726"/>
                </a:cubicBezTo>
                <a:cubicBezTo>
                  <a:pt x="38683" y="32435"/>
                  <a:pt x="39033" y="29187"/>
                  <a:pt x="37722" y="25939"/>
                </a:cubicBezTo>
                <a:cubicBezTo>
                  <a:pt x="36469" y="22648"/>
                  <a:pt x="33629" y="19691"/>
                  <a:pt x="29304" y="17011"/>
                </a:cubicBezTo>
                <a:close/>
                <a:moveTo>
                  <a:pt x="47218" y="19749"/>
                </a:moveTo>
                <a:cubicBezTo>
                  <a:pt x="53422" y="23551"/>
                  <a:pt x="57238" y="27818"/>
                  <a:pt x="58549" y="32435"/>
                </a:cubicBezTo>
                <a:cubicBezTo>
                  <a:pt x="59903" y="37096"/>
                  <a:pt x="58826" y="42266"/>
                  <a:pt x="55301" y="47961"/>
                </a:cubicBezTo>
                <a:cubicBezTo>
                  <a:pt x="53990" y="50072"/>
                  <a:pt x="52563" y="51995"/>
                  <a:pt x="51150" y="53655"/>
                </a:cubicBezTo>
                <a:cubicBezTo>
                  <a:pt x="49665" y="55359"/>
                  <a:pt x="48077" y="56889"/>
                  <a:pt x="46315" y="58258"/>
                </a:cubicBezTo>
                <a:lnTo>
                  <a:pt x="40445" y="54616"/>
                </a:lnTo>
                <a:cubicBezTo>
                  <a:pt x="42499" y="53480"/>
                  <a:pt x="44261" y="52111"/>
                  <a:pt x="45805" y="50684"/>
                </a:cubicBezTo>
                <a:cubicBezTo>
                  <a:pt x="47334" y="49271"/>
                  <a:pt x="48645" y="47626"/>
                  <a:pt x="49723" y="45849"/>
                </a:cubicBezTo>
                <a:cubicBezTo>
                  <a:pt x="52170" y="41931"/>
                  <a:pt x="52971" y="38348"/>
                  <a:pt x="52111" y="35100"/>
                </a:cubicBezTo>
                <a:cubicBezTo>
                  <a:pt x="51267" y="31867"/>
                  <a:pt x="48762" y="28954"/>
                  <a:pt x="44552" y="26405"/>
                </a:cubicBezTo>
                <a:lnTo>
                  <a:pt x="41581" y="24585"/>
                </a:lnTo>
                <a:cubicBezTo>
                  <a:pt x="43009" y="27133"/>
                  <a:pt x="43635" y="29755"/>
                  <a:pt x="43518" y="32318"/>
                </a:cubicBezTo>
                <a:cubicBezTo>
                  <a:pt x="43358" y="34925"/>
                  <a:pt x="42499" y="37547"/>
                  <a:pt x="40795" y="40285"/>
                </a:cubicBezTo>
                <a:cubicBezTo>
                  <a:pt x="38057" y="44771"/>
                  <a:pt x="34139" y="47334"/>
                  <a:pt x="29012" y="47961"/>
                </a:cubicBezTo>
                <a:cubicBezTo>
                  <a:pt x="23900" y="48645"/>
                  <a:pt x="18497" y="47218"/>
                  <a:pt x="12860" y="43693"/>
                </a:cubicBezTo>
                <a:cubicBezTo>
                  <a:pt x="7166" y="40227"/>
                  <a:pt x="3466" y="36076"/>
                  <a:pt x="1762" y="31182"/>
                </a:cubicBezTo>
                <a:cubicBezTo>
                  <a:pt x="0" y="26347"/>
                  <a:pt x="510" y="21672"/>
                  <a:pt x="3306" y="17186"/>
                </a:cubicBezTo>
                <a:cubicBezTo>
                  <a:pt x="4952" y="14506"/>
                  <a:pt x="6947" y="12511"/>
                  <a:pt x="9219" y="11215"/>
                </a:cubicBezTo>
                <a:cubicBezTo>
                  <a:pt x="11433" y="9904"/>
                  <a:pt x="14055" y="9336"/>
                  <a:pt x="16953" y="9394"/>
                </a:cubicBezTo>
                <a:lnTo>
                  <a:pt x="11433" y="5971"/>
                </a:lnTo>
                <a:lnTo>
                  <a:pt x="15132" y="0"/>
                </a:lnTo>
                <a:lnTo>
                  <a:pt x="47218" y="19749"/>
                </a:lnTo>
                <a:close/>
                <a:moveTo>
                  <a:pt x="47218" y="197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358B5-8005-49BB-9A94-38B5ED89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3" y="5668138"/>
            <a:ext cx="54616" cy="37314"/>
          </a:xfrm>
          <a:custGeom xmlns:a="http://schemas.openxmlformats.org/drawingml/2006/main">
            <a:pathLst>
              <a:path w="54616" h="37314">
                <a:moveTo>
                  <a:pt x="14288" y="14783"/>
                </a:moveTo>
                <a:lnTo>
                  <a:pt x="17972" y="8753"/>
                </a:lnTo>
                <a:lnTo>
                  <a:pt x="54616" y="31284"/>
                </a:lnTo>
                <a:lnTo>
                  <a:pt x="50917" y="37314"/>
                </a:lnTo>
                <a:lnTo>
                  <a:pt x="14288" y="14783"/>
                </a:lnTo>
                <a:close/>
                <a:moveTo>
                  <a:pt x="0" y="5971"/>
                </a:moveTo>
                <a:lnTo>
                  <a:pt x="3699" y="0"/>
                </a:lnTo>
                <a:lnTo>
                  <a:pt x="11317" y="4661"/>
                </a:lnTo>
                <a:lnTo>
                  <a:pt x="7617" y="10690"/>
                </a:lnTo>
                <a:lnTo>
                  <a:pt x="0" y="5971"/>
                </a:lnTo>
                <a:close/>
                <a:moveTo>
                  <a:pt x="0" y="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8F452-C0E1-4395-994B-978727FA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457" y="5638383"/>
            <a:ext cx="55461" cy="48703"/>
          </a:xfrm>
          <a:custGeom xmlns:a="http://schemas.openxmlformats.org/drawingml/2006/main">
            <a:pathLst>
              <a:path w="55461" h="48703">
                <a:moveTo>
                  <a:pt x="33396" y="4384"/>
                </a:moveTo>
                <a:lnTo>
                  <a:pt x="55461" y="18031"/>
                </a:lnTo>
                <a:lnTo>
                  <a:pt x="51776" y="24060"/>
                </a:lnTo>
                <a:lnTo>
                  <a:pt x="29872" y="10530"/>
                </a:lnTo>
                <a:cubicBezTo>
                  <a:pt x="26391" y="8418"/>
                  <a:pt x="23376" y="7515"/>
                  <a:pt x="20871" y="7792"/>
                </a:cubicBezTo>
                <a:cubicBezTo>
                  <a:pt x="18322" y="8083"/>
                  <a:pt x="16210" y="9554"/>
                  <a:pt x="14506" y="12292"/>
                </a:cubicBezTo>
                <a:cubicBezTo>
                  <a:pt x="12511" y="15526"/>
                  <a:pt x="12001" y="18715"/>
                  <a:pt x="12919" y="21905"/>
                </a:cubicBezTo>
                <a:cubicBezTo>
                  <a:pt x="13822" y="25036"/>
                  <a:pt x="16035" y="27701"/>
                  <a:pt x="19633" y="29930"/>
                </a:cubicBezTo>
                <a:lnTo>
                  <a:pt x="40329" y="42674"/>
                </a:lnTo>
                <a:lnTo>
                  <a:pt x="36586" y="48703"/>
                </a:lnTo>
                <a:lnTo>
                  <a:pt x="0" y="26172"/>
                </a:lnTo>
                <a:lnTo>
                  <a:pt x="3699" y="20084"/>
                </a:lnTo>
                <a:lnTo>
                  <a:pt x="9379" y="23609"/>
                </a:lnTo>
                <a:cubicBezTo>
                  <a:pt x="8083" y="20827"/>
                  <a:pt x="7457" y="18089"/>
                  <a:pt x="7559" y="15467"/>
                </a:cubicBezTo>
                <a:cubicBezTo>
                  <a:pt x="7675" y="12860"/>
                  <a:pt x="8535" y="10239"/>
                  <a:pt x="10122" y="7734"/>
                </a:cubicBezTo>
                <a:cubicBezTo>
                  <a:pt x="12686" y="3525"/>
                  <a:pt x="15992" y="1136"/>
                  <a:pt x="19910" y="568"/>
                </a:cubicBezTo>
                <a:cubicBezTo>
                  <a:pt x="23842" y="0"/>
                  <a:pt x="28328" y="1311"/>
                  <a:pt x="33396" y="4384"/>
                </a:cubicBezTo>
                <a:close/>
                <a:moveTo>
                  <a:pt x="33396" y="43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975CC-5A2E-4889-97C4-1B676936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525" y="5631552"/>
            <a:ext cx="12569" cy="12001"/>
          </a:xfrm>
          <a:custGeom xmlns:a="http://schemas.openxmlformats.org/drawingml/2006/main">
            <a:pathLst>
              <a:path w="12569" h="12001">
                <a:moveTo>
                  <a:pt x="0" y="6889"/>
                </a:moveTo>
                <a:lnTo>
                  <a:pt x="4267" y="0"/>
                </a:lnTo>
                <a:lnTo>
                  <a:pt x="12569" y="5127"/>
                </a:lnTo>
                <a:lnTo>
                  <a:pt x="8302" y="12001"/>
                </a:lnTo>
                <a:lnTo>
                  <a:pt x="0" y="6889"/>
                </a:lnTo>
                <a:close/>
                <a:moveTo>
                  <a:pt x="0" y="68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08849-D0B4-4078-AEC5-356E9289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766" y="5566245"/>
            <a:ext cx="72254" cy="56597"/>
          </a:xfrm>
          <a:custGeom xmlns:a="http://schemas.openxmlformats.org/drawingml/2006/main">
            <a:pathLst>
              <a:path w="72254" h="56597">
                <a:moveTo>
                  <a:pt x="40227" y="19342"/>
                </a:moveTo>
                <a:cubicBezTo>
                  <a:pt x="41581" y="18264"/>
                  <a:pt x="43402" y="17463"/>
                  <a:pt x="45849" y="17128"/>
                </a:cubicBezTo>
                <a:cubicBezTo>
                  <a:pt x="48237" y="16720"/>
                  <a:pt x="51208" y="16720"/>
                  <a:pt x="54791" y="17069"/>
                </a:cubicBezTo>
                <a:lnTo>
                  <a:pt x="72254" y="18599"/>
                </a:lnTo>
                <a:lnTo>
                  <a:pt x="67870" y="25648"/>
                </a:lnTo>
                <a:lnTo>
                  <a:pt x="51543" y="24177"/>
                </a:lnTo>
                <a:cubicBezTo>
                  <a:pt x="47276" y="23827"/>
                  <a:pt x="44145" y="24060"/>
                  <a:pt x="42091" y="24920"/>
                </a:cubicBezTo>
                <a:cubicBezTo>
                  <a:pt x="40110" y="25764"/>
                  <a:pt x="38348" y="27468"/>
                  <a:pt x="36688" y="30090"/>
                </a:cubicBezTo>
                <a:lnTo>
                  <a:pt x="32260" y="37314"/>
                </a:lnTo>
                <a:lnTo>
                  <a:pt x="52912" y="50000"/>
                </a:lnTo>
                <a:lnTo>
                  <a:pt x="48864" y="56597"/>
                </a:lnTo>
                <a:lnTo>
                  <a:pt x="0" y="26565"/>
                </a:lnTo>
                <a:lnTo>
                  <a:pt x="9219" y="11666"/>
                </a:lnTo>
                <a:cubicBezTo>
                  <a:pt x="12627" y="6088"/>
                  <a:pt x="16385" y="2607"/>
                  <a:pt x="20419" y="1311"/>
                </a:cubicBezTo>
                <a:cubicBezTo>
                  <a:pt x="24410" y="0"/>
                  <a:pt x="28779" y="786"/>
                  <a:pt x="33513" y="3699"/>
                </a:cubicBezTo>
                <a:cubicBezTo>
                  <a:pt x="36586" y="5578"/>
                  <a:pt x="38683" y="7850"/>
                  <a:pt x="39819" y="10515"/>
                </a:cubicBezTo>
                <a:cubicBezTo>
                  <a:pt x="40955" y="13195"/>
                  <a:pt x="41072" y="16152"/>
                  <a:pt x="40227" y="19342"/>
                </a:cubicBezTo>
                <a:close/>
                <a:moveTo>
                  <a:pt x="9496" y="23259"/>
                </a:moveTo>
                <a:lnTo>
                  <a:pt x="26857" y="33964"/>
                </a:lnTo>
                <a:lnTo>
                  <a:pt x="31969" y="25648"/>
                </a:lnTo>
                <a:cubicBezTo>
                  <a:pt x="33906" y="22473"/>
                  <a:pt x="34649" y="19618"/>
                  <a:pt x="34197" y="17069"/>
                </a:cubicBezTo>
                <a:cubicBezTo>
                  <a:pt x="33731" y="14564"/>
                  <a:pt x="32027" y="12394"/>
                  <a:pt x="29187" y="10632"/>
                </a:cubicBezTo>
                <a:cubicBezTo>
                  <a:pt x="26332" y="8870"/>
                  <a:pt x="23725" y="8360"/>
                  <a:pt x="21220" y="9103"/>
                </a:cubicBezTo>
                <a:cubicBezTo>
                  <a:pt x="18774" y="9846"/>
                  <a:pt x="16603" y="11768"/>
                  <a:pt x="14623" y="14958"/>
                </a:cubicBezTo>
                <a:lnTo>
                  <a:pt x="9496" y="23259"/>
                </a:lnTo>
                <a:close/>
                <a:moveTo>
                  <a:pt x="9496" y="232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34CB4-FA02-42BC-85F7-84BD9513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891" y="5531480"/>
            <a:ext cx="48922" cy="44378"/>
          </a:xfrm>
          <a:custGeom xmlns:a="http://schemas.openxmlformats.org/drawingml/2006/main">
            <a:pathLst>
              <a:path w="48922" h="44378">
                <a:moveTo>
                  <a:pt x="31794" y="4602"/>
                </a:moveTo>
                <a:lnTo>
                  <a:pt x="34765" y="6379"/>
                </a:lnTo>
                <a:lnTo>
                  <a:pt x="17754" y="34081"/>
                </a:lnTo>
                <a:cubicBezTo>
                  <a:pt x="22021" y="36353"/>
                  <a:pt x="25939" y="37037"/>
                  <a:pt x="29522" y="36120"/>
                </a:cubicBezTo>
                <a:cubicBezTo>
                  <a:pt x="33047" y="35275"/>
                  <a:pt x="36061" y="32828"/>
                  <a:pt x="38508" y="28837"/>
                </a:cubicBezTo>
                <a:cubicBezTo>
                  <a:pt x="39936" y="26507"/>
                  <a:pt x="41013" y="24119"/>
                  <a:pt x="41814" y="21555"/>
                </a:cubicBezTo>
                <a:cubicBezTo>
                  <a:pt x="42557" y="19065"/>
                  <a:pt x="43067" y="16385"/>
                  <a:pt x="43242" y="13545"/>
                </a:cubicBezTo>
                <a:lnTo>
                  <a:pt x="48922" y="17069"/>
                </a:lnTo>
                <a:cubicBezTo>
                  <a:pt x="48529" y="19749"/>
                  <a:pt x="47844" y="22415"/>
                  <a:pt x="46926" y="24978"/>
                </a:cubicBezTo>
                <a:cubicBezTo>
                  <a:pt x="46023" y="27541"/>
                  <a:pt x="44829" y="29988"/>
                  <a:pt x="43402" y="32318"/>
                </a:cubicBezTo>
                <a:cubicBezTo>
                  <a:pt x="39819" y="38173"/>
                  <a:pt x="35275" y="41756"/>
                  <a:pt x="29755" y="43067"/>
                </a:cubicBezTo>
                <a:cubicBezTo>
                  <a:pt x="24235" y="44378"/>
                  <a:pt x="18599" y="43242"/>
                  <a:pt x="12802" y="39659"/>
                </a:cubicBezTo>
                <a:cubicBezTo>
                  <a:pt x="6772" y="36018"/>
                  <a:pt x="3015" y="31459"/>
                  <a:pt x="1529" y="26056"/>
                </a:cubicBezTo>
                <a:cubicBezTo>
                  <a:pt x="0" y="20652"/>
                  <a:pt x="903" y="15191"/>
                  <a:pt x="4326" y="9671"/>
                </a:cubicBezTo>
                <a:cubicBezTo>
                  <a:pt x="7340" y="4777"/>
                  <a:pt x="11317" y="1821"/>
                  <a:pt x="16268" y="918"/>
                </a:cubicBezTo>
                <a:cubicBezTo>
                  <a:pt x="21162" y="0"/>
                  <a:pt x="26391" y="1253"/>
                  <a:pt x="31794" y="4602"/>
                </a:cubicBezTo>
                <a:close/>
                <a:moveTo>
                  <a:pt x="26332" y="9496"/>
                </a:moveTo>
                <a:cubicBezTo>
                  <a:pt x="23041" y="7515"/>
                  <a:pt x="19851" y="6831"/>
                  <a:pt x="16778" y="7457"/>
                </a:cubicBezTo>
                <a:cubicBezTo>
                  <a:pt x="13705" y="8025"/>
                  <a:pt x="11258" y="9787"/>
                  <a:pt x="9438" y="12744"/>
                </a:cubicBezTo>
                <a:cubicBezTo>
                  <a:pt x="7340" y="16108"/>
                  <a:pt x="6656" y="19400"/>
                  <a:pt x="7340" y="22589"/>
                </a:cubicBezTo>
                <a:cubicBezTo>
                  <a:pt x="7967" y="25779"/>
                  <a:pt x="9947" y="28561"/>
                  <a:pt x="13195" y="31008"/>
                </a:cubicBezTo>
                <a:lnTo>
                  <a:pt x="26332" y="9496"/>
                </a:lnTo>
                <a:close/>
                <a:moveTo>
                  <a:pt x="26332" y="94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16DA6-8116-4FCC-A93A-59295707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325" y="5493132"/>
            <a:ext cx="45688" cy="47116"/>
          </a:xfrm>
          <a:custGeom xmlns:a="http://schemas.openxmlformats.org/drawingml/2006/main">
            <a:pathLst>
              <a:path w="45688" h="47116">
                <a:moveTo>
                  <a:pt x="13093" y="0"/>
                </a:moveTo>
                <a:lnTo>
                  <a:pt x="18832" y="3525"/>
                </a:lnTo>
                <a:cubicBezTo>
                  <a:pt x="16895" y="4675"/>
                  <a:pt x="15132" y="6030"/>
                  <a:pt x="13603" y="7632"/>
                </a:cubicBezTo>
                <a:cubicBezTo>
                  <a:pt x="12001" y="9161"/>
                  <a:pt x="10647" y="10923"/>
                  <a:pt x="9452" y="12919"/>
                </a:cubicBezTo>
                <a:cubicBezTo>
                  <a:pt x="7573" y="15875"/>
                  <a:pt x="6656" y="18439"/>
                  <a:pt x="6656" y="20478"/>
                </a:cubicBezTo>
                <a:cubicBezTo>
                  <a:pt x="6656" y="22531"/>
                  <a:pt x="7573" y="24119"/>
                  <a:pt x="9394" y="25269"/>
                </a:cubicBezTo>
                <a:cubicBezTo>
                  <a:pt x="10807" y="26114"/>
                  <a:pt x="12234" y="26230"/>
                  <a:pt x="13661" y="25662"/>
                </a:cubicBezTo>
                <a:cubicBezTo>
                  <a:pt x="15132" y="25094"/>
                  <a:pt x="17186" y="23449"/>
                  <a:pt x="19910" y="20652"/>
                </a:cubicBezTo>
                <a:lnTo>
                  <a:pt x="21628" y="18832"/>
                </a:lnTo>
                <a:cubicBezTo>
                  <a:pt x="25211" y="15132"/>
                  <a:pt x="28342" y="12919"/>
                  <a:pt x="31124" y="12118"/>
                </a:cubicBezTo>
                <a:cubicBezTo>
                  <a:pt x="33906" y="11375"/>
                  <a:pt x="36761" y="11899"/>
                  <a:pt x="39775" y="13720"/>
                </a:cubicBezTo>
                <a:cubicBezTo>
                  <a:pt x="43183" y="15817"/>
                  <a:pt x="45062" y="18832"/>
                  <a:pt x="45339" y="22764"/>
                </a:cubicBezTo>
                <a:cubicBezTo>
                  <a:pt x="45688" y="26682"/>
                  <a:pt x="44378" y="30949"/>
                  <a:pt x="41479" y="35668"/>
                </a:cubicBezTo>
                <a:cubicBezTo>
                  <a:pt x="40285" y="37664"/>
                  <a:pt x="38858" y="39542"/>
                  <a:pt x="37154" y="41479"/>
                </a:cubicBezTo>
                <a:cubicBezTo>
                  <a:pt x="35450" y="43358"/>
                  <a:pt x="33513" y="45237"/>
                  <a:pt x="31299" y="47116"/>
                </a:cubicBezTo>
                <a:lnTo>
                  <a:pt x="25094" y="43300"/>
                </a:lnTo>
                <a:cubicBezTo>
                  <a:pt x="27600" y="41756"/>
                  <a:pt x="29813" y="40110"/>
                  <a:pt x="31750" y="38348"/>
                </a:cubicBezTo>
                <a:cubicBezTo>
                  <a:pt x="33629" y="36527"/>
                  <a:pt x="35217" y="34532"/>
                  <a:pt x="36527" y="32435"/>
                </a:cubicBezTo>
                <a:cubicBezTo>
                  <a:pt x="38290" y="29580"/>
                  <a:pt x="39149" y="27133"/>
                  <a:pt x="39091" y="25036"/>
                </a:cubicBezTo>
                <a:cubicBezTo>
                  <a:pt x="39091" y="22881"/>
                  <a:pt x="38173" y="21279"/>
                  <a:pt x="36411" y="20201"/>
                </a:cubicBezTo>
                <a:cubicBezTo>
                  <a:pt x="34765" y="19181"/>
                  <a:pt x="33178" y="18948"/>
                  <a:pt x="31634" y="19516"/>
                </a:cubicBezTo>
                <a:cubicBezTo>
                  <a:pt x="30105" y="20084"/>
                  <a:pt x="27760" y="21963"/>
                  <a:pt x="24643" y="25211"/>
                </a:cubicBezTo>
                <a:lnTo>
                  <a:pt x="22866" y="27032"/>
                </a:lnTo>
                <a:cubicBezTo>
                  <a:pt x="19808" y="30265"/>
                  <a:pt x="16953" y="32202"/>
                  <a:pt x="14288" y="32886"/>
                </a:cubicBezTo>
                <a:cubicBezTo>
                  <a:pt x="11666" y="33513"/>
                  <a:pt x="8928" y="33003"/>
                  <a:pt x="6088" y="31241"/>
                </a:cubicBezTo>
                <a:cubicBezTo>
                  <a:pt x="2622" y="29129"/>
                  <a:pt x="743" y="26230"/>
                  <a:pt x="350" y="22648"/>
                </a:cubicBezTo>
                <a:cubicBezTo>
                  <a:pt x="0" y="19065"/>
                  <a:pt x="1194" y="15016"/>
                  <a:pt x="3932" y="10530"/>
                </a:cubicBezTo>
                <a:cubicBezTo>
                  <a:pt x="5287" y="8316"/>
                  <a:pt x="6772" y="6321"/>
                  <a:pt x="8302" y="4559"/>
                </a:cubicBezTo>
                <a:cubicBezTo>
                  <a:pt x="9846" y="2796"/>
                  <a:pt x="11433" y="1253"/>
                  <a:pt x="13093" y="0"/>
                </a:cubicBezTo>
                <a:close/>
                <a:moveTo>
                  <a:pt x="130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DD2FA-F7A5-47B5-A629-159C0540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331" y="5454682"/>
            <a:ext cx="54267" cy="57631"/>
          </a:xfrm>
          <a:custGeom xmlns:a="http://schemas.openxmlformats.org/drawingml/2006/main">
            <a:pathLst>
              <a:path w="54267" h="57631">
                <a:moveTo>
                  <a:pt x="34867" y="39644"/>
                </a:moveTo>
                <a:lnTo>
                  <a:pt x="54267" y="51602"/>
                </a:lnTo>
                <a:lnTo>
                  <a:pt x="50582" y="57631"/>
                </a:lnTo>
                <a:lnTo>
                  <a:pt x="0" y="26507"/>
                </a:lnTo>
                <a:lnTo>
                  <a:pt x="3699" y="20478"/>
                </a:lnTo>
                <a:lnTo>
                  <a:pt x="9278" y="23886"/>
                </a:lnTo>
                <a:cubicBezTo>
                  <a:pt x="7908" y="21279"/>
                  <a:pt x="7282" y="18657"/>
                  <a:pt x="7399" y="16094"/>
                </a:cubicBezTo>
                <a:cubicBezTo>
                  <a:pt x="7501" y="13530"/>
                  <a:pt x="8418" y="10865"/>
                  <a:pt x="10064" y="8185"/>
                </a:cubicBezTo>
                <a:cubicBezTo>
                  <a:pt x="12802" y="3743"/>
                  <a:pt x="16778" y="1253"/>
                  <a:pt x="22021" y="626"/>
                </a:cubicBezTo>
                <a:cubicBezTo>
                  <a:pt x="27250" y="0"/>
                  <a:pt x="32770" y="1471"/>
                  <a:pt x="38508" y="4996"/>
                </a:cubicBezTo>
                <a:cubicBezTo>
                  <a:pt x="44261" y="8578"/>
                  <a:pt x="48077" y="12802"/>
                  <a:pt x="49898" y="17798"/>
                </a:cubicBezTo>
                <a:cubicBezTo>
                  <a:pt x="51718" y="22750"/>
                  <a:pt x="51252" y="27410"/>
                  <a:pt x="48529" y="31852"/>
                </a:cubicBezTo>
                <a:cubicBezTo>
                  <a:pt x="46883" y="34590"/>
                  <a:pt x="44887" y="36513"/>
                  <a:pt x="42674" y="37824"/>
                </a:cubicBezTo>
                <a:cubicBezTo>
                  <a:pt x="40387" y="39076"/>
                  <a:pt x="37838" y="39703"/>
                  <a:pt x="34867" y="39644"/>
                </a:cubicBezTo>
                <a:close/>
                <a:moveTo>
                  <a:pt x="34707" y="11258"/>
                </a:moveTo>
                <a:cubicBezTo>
                  <a:pt x="30265" y="8535"/>
                  <a:pt x="26230" y="7326"/>
                  <a:pt x="22589" y="7617"/>
                </a:cubicBezTo>
                <a:cubicBezTo>
                  <a:pt x="18948" y="7850"/>
                  <a:pt x="16152" y="9612"/>
                  <a:pt x="14171" y="12802"/>
                </a:cubicBezTo>
                <a:cubicBezTo>
                  <a:pt x="12234" y="15977"/>
                  <a:pt x="11943" y="19225"/>
                  <a:pt x="13312" y="22575"/>
                </a:cubicBezTo>
                <a:cubicBezTo>
                  <a:pt x="14739" y="25997"/>
                  <a:pt x="17637" y="29012"/>
                  <a:pt x="22065" y="31736"/>
                </a:cubicBezTo>
                <a:cubicBezTo>
                  <a:pt x="26507" y="34474"/>
                  <a:pt x="30498" y="35726"/>
                  <a:pt x="34139" y="35435"/>
                </a:cubicBezTo>
                <a:cubicBezTo>
                  <a:pt x="37780" y="35158"/>
                  <a:pt x="40620" y="33440"/>
                  <a:pt x="42557" y="30265"/>
                </a:cubicBezTo>
                <a:cubicBezTo>
                  <a:pt x="44538" y="27075"/>
                  <a:pt x="44829" y="23769"/>
                  <a:pt x="43402" y="20419"/>
                </a:cubicBezTo>
                <a:cubicBezTo>
                  <a:pt x="41989" y="17055"/>
                  <a:pt x="39076" y="13996"/>
                  <a:pt x="34707" y="11258"/>
                </a:cubicBezTo>
                <a:close/>
                <a:moveTo>
                  <a:pt x="34707" y="112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A1A56-8EB2-4F94-B18F-4619D7A2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21" y="5413654"/>
            <a:ext cx="46591" cy="43810"/>
          </a:xfrm>
          <a:custGeom xmlns:a="http://schemas.openxmlformats.org/drawingml/2006/main">
            <a:pathLst>
              <a:path w="46591" h="43810">
                <a:moveTo>
                  <a:pt x="9161" y="13195"/>
                </a:moveTo>
                <a:cubicBezTo>
                  <a:pt x="7166" y="16443"/>
                  <a:pt x="6889" y="19749"/>
                  <a:pt x="8258" y="23157"/>
                </a:cubicBezTo>
                <a:cubicBezTo>
                  <a:pt x="9612" y="26565"/>
                  <a:pt x="12467" y="29639"/>
                  <a:pt x="16851" y="32377"/>
                </a:cubicBezTo>
                <a:cubicBezTo>
                  <a:pt x="21220" y="35042"/>
                  <a:pt x="25269" y="36236"/>
                  <a:pt x="28910" y="35959"/>
                </a:cubicBezTo>
                <a:cubicBezTo>
                  <a:pt x="32610" y="35625"/>
                  <a:pt x="35450" y="33848"/>
                  <a:pt x="37445" y="30614"/>
                </a:cubicBezTo>
                <a:cubicBezTo>
                  <a:pt x="39426" y="27366"/>
                  <a:pt x="39717" y="24075"/>
                  <a:pt x="38348" y="20652"/>
                </a:cubicBezTo>
                <a:cubicBezTo>
                  <a:pt x="36979" y="17186"/>
                  <a:pt x="34081" y="14171"/>
                  <a:pt x="29697" y="11433"/>
                </a:cubicBezTo>
                <a:cubicBezTo>
                  <a:pt x="25371" y="8768"/>
                  <a:pt x="21395" y="7632"/>
                  <a:pt x="17696" y="7908"/>
                </a:cubicBezTo>
                <a:cubicBezTo>
                  <a:pt x="13996" y="8258"/>
                  <a:pt x="11156" y="9962"/>
                  <a:pt x="9161" y="13195"/>
                </a:cubicBezTo>
                <a:close/>
                <a:moveTo>
                  <a:pt x="4107" y="10079"/>
                </a:moveTo>
                <a:cubicBezTo>
                  <a:pt x="7282" y="4835"/>
                  <a:pt x="11550" y="1762"/>
                  <a:pt x="16793" y="859"/>
                </a:cubicBezTo>
                <a:cubicBezTo>
                  <a:pt x="22021" y="0"/>
                  <a:pt x="27658" y="1369"/>
                  <a:pt x="33687" y="5068"/>
                </a:cubicBezTo>
                <a:cubicBezTo>
                  <a:pt x="39659" y="8768"/>
                  <a:pt x="43416" y="13152"/>
                  <a:pt x="45004" y="18264"/>
                </a:cubicBezTo>
                <a:cubicBezTo>
                  <a:pt x="46591" y="23332"/>
                  <a:pt x="45747" y="28503"/>
                  <a:pt x="42557" y="33746"/>
                </a:cubicBezTo>
                <a:cubicBezTo>
                  <a:pt x="39309" y="38974"/>
                  <a:pt x="35056" y="42047"/>
                  <a:pt x="29813" y="42950"/>
                </a:cubicBezTo>
                <a:cubicBezTo>
                  <a:pt x="24585" y="43810"/>
                  <a:pt x="18948" y="42382"/>
                  <a:pt x="12977" y="38683"/>
                </a:cubicBezTo>
                <a:cubicBezTo>
                  <a:pt x="6947" y="34998"/>
                  <a:pt x="3131" y="30614"/>
                  <a:pt x="1602" y="25546"/>
                </a:cubicBezTo>
                <a:cubicBezTo>
                  <a:pt x="0" y="20478"/>
                  <a:pt x="859" y="15307"/>
                  <a:pt x="4107" y="10079"/>
                </a:cubicBezTo>
                <a:close/>
                <a:moveTo>
                  <a:pt x="4107" y="100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115AB-5C52-4925-A90B-1905E9BF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758" y="5371563"/>
            <a:ext cx="55476" cy="48689"/>
          </a:xfrm>
          <a:custGeom xmlns:a="http://schemas.openxmlformats.org/drawingml/2006/main">
            <a:pathLst>
              <a:path w="55476" h="48689">
                <a:moveTo>
                  <a:pt x="33396" y="4369"/>
                </a:moveTo>
                <a:lnTo>
                  <a:pt x="55476" y="18031"/>
                </a:lnTo>
                <a:lnTo>
                  <a:pt x="51776" y="24002"/>
                </a:lnTo>
                <a:lnTo>
                  <a:pt x="29872" y="10515"/>
                </a:lnTo>
                <a:cubicBezTo>
                  <a:pt x="26405" y="8418"/>
                  <a:pt x="23390" y="7501"/>
                  <a:pt x="20827" y="7792"/>
                </a:cubicBezTo>
                <a:cubicBezTo>
                  <a:pt x="18264" y="8069"/>
                  <a:pt x="16166" y="9554"/>
                  <a:pt x="14506" y="12278"/>
                </a:cubicBezTo>
                <a:cubicBezTo>
                  <a:pt x="12525" y="15526"/>
                  <a:pt x="11943" y="18715"/>
                  <a:pt x="12919" y="21847"/>
                </a:cubicBezTo>
                <a:cubicBezTo>
                  <a:pt x="13822" y="25022"/>
                  <a:pt x="16050" y="27701"/>
                  <a:pt x="19633" y="29915"/>
                </a:cubicBezTo>
                <a:lnTo>
                  <a:pt x="40343" y="42659"/>
                </a:lnTo>
                <a:lnTo>
                  <a:pt x="36586" y="48689"/>
                </a:lnTo>
                <a:lnTo>
                  <a:pt x="0" y="26158"/>
                </a:lnTo>
                <a:lnTo>
                  <a:pt x="3699" y="20070"/>
                </a:lnTo>
                <a:lnTo>
                  <a:pt x="9394" y="23609"/>
                </a:lnTo>
                <a:cubicBezTo>
                  <a:pt x="8083" y="20813"/>
                  <a:pt x="7457" y="18089"/>
                  <a:pt x="7573" y="15467"/>
                </a:cubicBezTo>
                <a:cubicBezTo>
                  <a:pt x="7675" y="12846"/>
                  <a:pt x="8535" y="10239"/>
                  <a:pt x="10122" y="7675"/>
                </a:cubicBezTo>
                <a:cubicBezTo>
                  <a:pt x="12686" y="3525"/>
                  <a:pt x="15992" y="1136"/>
                  <a:pt x="19910" y="568"/>
                </a:cubicBezTo>
                <a:cubicBezTo>
                  <a:pt x="23842" y="0"/>
                  <a:pt x="28328" y="1296"/>
                  <a:pt x="33396" y="4369"/>
                </a:cubicBezTo>
                <a:close/>
                <a:moveTo>
                  <a:pt x="33396" y="43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B5EA5-5688-4935-BD09-73071F81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319" y="5332356"/>
            <a:ext cx="45747" cy="47058"/>
          </a:xfrm>
          <a:custGeom xmlns:a="http://schemas.openxmlformats.org/drawingml/2006/main">
            <a:pathLst>
              <a:path w="45747" h="47058">
                <a:moveTo>
                  <a:pt x="13137" y="0"/>
                </a:moveTo>
                <a:lnTo>
                  <a:pt x="18832" y="3466"/>
                </a:lnTo>
                <a:cubicBezTo>
                  <a:pt x="16895" y="4661"/>
                  <a:pt x="15191" y="6030"/>
                  <a:pt x="13603" y="7573"/>
                </a:cubicBezTo>
                <a:cubicBezTo>
                  <a:pt x="12059" y="9161"/>
                  <a:pt x="10647" y="10923"/>
                  <a:pt x="9452" y="12860"/>
                </a:cubicBezTo>
                <a:cubicBezTo>
                  <a:pt x="7617" y="15875"/>
                  <a:pt x="6714" y="18380"/>
                  <a:pt x="6714" y="20419"/>
                </a:cubicBezTo>
                <a:cubicBezTo>
                  <a:pt x="6656" y="22473"/>
                  <a:pt x="7617" y="24060"/>
                  <a:pt x="9452" y="25211"/>
                </a:cubicBezTo>
                <a:cubicBezTo>
                  <a:pt x="10807" y="26056"/>
                  <a:pt x="12234" y="26230"/>
                  <a:pt x="13705" y="25604"/>
                </a:cubicBezTo>
                <a:cubicBezTo>
                  <a:pt x="15132" y="25036"/>
                  <a:pt x="17244" y="23390"/>
                  <a:pt x="19968" y="20594"/>
                </a:cubicBezTo>
                <a:lnTo>
                  <a:pt x="21672" y="18774"/>
                </a:lnTo>
                <a:cubicBezTo>
                  <a:pt x="25211" y="15074"/>
                  <a:pt x="28386" y="12860"/>
                  <a:pt x="31182" y="12059"/>
                </a:cubicBezTo>
                <a:cubicBezTo>
                  <a:pt x="33906" y="11331"/>
                  <a:pt x="36804" y="11841"/>
                  <a:pt x="39775" y="13661"/>
                </a:cubicBezTo>
                <a:cubicBezTo>
                  <a:pt x="43183" y="15759"/>
                  <a:pt x="45062" y="18774"/>
                  <a:pt x="45397" y="22706"/>
                </a:cubicBezTo>
                <a:cubicBezTo>
                  <a:pt x="45747" y="26624"/>
                  <a:pt x="44436" y="30949"/>
                  <a:pt x="41538" y="35610"/>
                </a:cubicBezTo>
                <a:cubicBezTo>
                  <a:pt x="40343" y="37605"/>
                  <a:pt x="38858" y="39542"/>
                  <a:pt x="37154" y="41421"/>
                </a:cubicBezTo>
                <a:cubicBezTo>
                  <a:pt x="35508" y="43300"/>
                  <a:pt x="33513" y="45179"/>
                  <a:pt x="31343" y="47058"/>
                </a:cubicBezTo>
                <a:lnTo>
                  <a:pt x="25094" y="43242"/>
                </a:lnTo>
                <a:cubicBezTo>
                  <a:pt x="27658" y="41756"/>
                  <a:pt x="29872" y="40052"/>
                  <a:pt x="31750" y="38290"/>
                </a:cubicBezTo>
                <a:cubicBezTo>
                  <a:pt x="33687" y="36469"/>
                  <a:pt x="35275" y="34532"/>
                  <a:pt x="36586" y="32377"/>
                </a:cubicBezTo>
                <a:cubicBezTo>
                  <a:pt x="38290" y="29580"/>
                  <a:pt x="39149" y="27090"/>
                  <a:pt x="39149" y="24978"/>
                </a:cubicBezTo>
                <a:cubicBezTo>
                  <a:pt x="39091" y="22822"/>
                  <a:pt x="38232" y="21220"/>
                  <a:pt x="36469" y="20143"/>
                </a:cubicBezTo>
                <a:cubicBezTo>
                  <a:pt x="34823" y="19123"/>
                  <a:pt x="33221" y="18948"/>
                  <a:pt x="31692" y="19516"/>
                </a:cubicBezTo>
                <a:cubicBezTo>
                  <a:pt x="30090" y="20026"/>
                  <a:pt x="27818" y="21963"/>
                  <a:pt x="24687" y="25211"/>
                </a:cubicBezTo>
                <a:lnTo>
                  <a:pt x="22924" y="26973"/>
                </a:lnTo>
                <a:cubicBezTo>
                  <a:pt x="19851" y="30207"/>
                  <a:pt x="16953" y="32144"/>
                  <a:pt x="14331" y="32828"/>
                </a:cubicBezTo>
                <a:cubicBezTo>
                  <a:pt x="11666" y="33454"/>
                  <a:pt x="8928" y="32945"/>
                  <a:pt x="6088" y="31182"/>
                </a:cubicBezTo>
                <a:cubicBezTo>
                  <a:pt x="2680" y="29071"/>
                  <a:pt x="743" y="26230"/>
                  <a:pt x="393" y="22589"/>
                </a:cubicBezTo>
                <a:cubicBezTo>
                  <a:pt x="0" y="19007"/>
                  <a:pt x="1194" y="14972"/>
                  <a:pt x="3976" y="10472"/>
                </a:cubicBezTo>
                <a:cubicBezTo>
                  <a:pt x="5345" y="8258"/>
                  <a:pt x="6772" y="6263"/>
                  <a:pt x="8302" y="4500"/>
                </a:cubicBezTo>
                <a:cubicBezTo>
                  <a:pt x="9846" y="2738"/>
                  <a:pt x="11491" y="1253"/>
                  <a:pt x="13137" y="0"/>
                </a:cubicBezTo>
                <a:close/>
                <a:moveTo>
                  <a:pt x="1313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D22E3-951D-4B49-A14C-84D88B1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53" y="5294575"/>
            <a:ext cx="48936" cy="44378"/>
          </a:xfrm>
          <a:custGeom xmlns:a="http://schemas.openxmlformats.org/drawingml/2006/main">
            <a:pathLst>
              <a:path w="48936" h="44378">
                <a:moveTo>
                  <a:pt x="31809" y="4559"/>
                </a:moveTo>
                <a:lnTo>
                  <a:pt x="34765" y="6379"/>
                </a:lnTo>
                <a:lnTo>
                  <a:pt x="17754" y="34022"/>
                </a:lnTo>
                <a:cubicBezTo>
                  <a:pt x="22021" y="36353"/>
                  <a:pt x="25954" y="37037"/>
                  <a:pt x="29537" y="36134"/>
                </a:cubicBezTo>
                <a:cubicBezTo>
                  <a:pt x="33061" y="35217"/>
                  <a:pt x="36076" y="32770"/>
                  <a:pt x="38523" y="28794"/>
                </a:cubicBezTo>
                <a:cubicBezTo>
                  <a:pt x="39950" y="26522"/>
                  <a:pt x="41028" y="24075"/>
                  <a:pt x="41829" y="21570"/>
                </a:cubicBezTo>
                <a:cubicBezTo>
                  <a:pt x="42557" y="19065"/>
                  <a:pt x="43067" y="16385"/>
                  <a:pt x="43242" y="13545"/>
                </a:cubicBezTo>
                <a:lnTo>
                  <a:pt x="48936" y="17011"/>
                </a:lnTo>
                <a:cubicBezTo>
                  <a:pt x="48529" y="19749"/>
                  <a:pt x="47859" y="22415"/>
                  <a:pt x="46941" y="24978"/>
                </a:cubicBezTo>
                <a:cubicBezTo>
                  <a:pt x="46038" y="27541"/>
                  <a:pt x="44844" y="29988"/>
                  <a:pt x="43416" y="32318"/>
                </a:cubicBezTo>
                <a:cubicBezTo>
                  <a:pt x="39834" y="38188"/>
                  <a:pt x="35275" y="41712"/>
                  <a:pt x="29755" y="43067"/>
                </a:cubicBezTo>
                <a:cubicBezTo>
                  <a:pt x="24235" y="44378"/>
                  <a:pt x="18613" y="43242"/>
                  <a:pt x="12802" y="39659"/>
                </a:cubicBezTo>
                <a:cubicBezTo>
                  <a:pt x="6772" y="35959"/>
                  <a:pt x="3015" y="31415"/>
                  <a:pt x="1544" y="26012"/>
                </a:cubicBezTo>
                <a:cubicBezTo>
                  <a:pt x="0" y="20594"/>
                  <a:pt x="918" y="15191"/>
                  <a:pt x="4326" y="9671"/>
                </a:cubicBezTo>
                <a:cubicBezTo>
                  <a:pt x="7340" y="4733"/>
                  <a:pt x="11331" y="1821"/>
                  <a:pt x="16283" y="918"/>
                </a:cubicBezTo>
                <a:cubicBezTo>
                  <a:pt x="21177" y="0"/>
                  <a:pt x="26405" y="1194"/>
                  <a:pt x="31809" y="4559"/>
                </a:cubicBezTo>
                <a:close/>
                <a:moveTo>
                  <a:pt x="26347" y="9511"/>
                </a:moveTo>
                <a:cubicBezTo>
                  <a:pt x="23041" y="7515"/>
                  <a:pt x="19866" y="6831"/>
                  <a:pt x="16793" y="7399"/>
                </a:cubicBezTo>
                <a:cubicBezTo>
                  <a:pt x="13720" y="8025"/>
                  <a:pt x="11273" y="9787"/>
                  <a:pt x="9452" y="12744"/>
                </a:cubicBezTo>
                <a:cubicBezTo>
                  <a:pt x="7399" y="16108"/>
                  <a:pt x="6656" y="19356"/>
                  <a:pt x="7340" y="22531"/>
                </a:cubicBezTo>
                <a:cubicBezTo>
                  <a:pt x="7967" y="25721"/>
                  <a:pt x="9962" y="28561"/>
                  <a:pt x="13210" y="30949"/>
                </a:cubicBezTo>
                <a:lnTo>
                  <a:pt x="26347" y="9511"/>
                </a:lnTo>
                <a:close/>
                <a:moveTo>
                  <a:pt x="26347" y="95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69400-3539-4D93-818A-4ED016CC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202" y="5256242"/>
            <a:ext cx="45688" cy="47101"/>
          </a:xfrm>
          <a:custGeom xmlns:a="http://schemas.openxmlformats.org/drawingml/2006/main">
            <a:pathLst>
              <a:path w="45688" h="47101">
                <a:moveTo>
                  <a:pt x="13137" y="0"/>
                </a:moveTo>
                <a:lnTo>
                  <a:pt x="18832" y="3525"/>
                </a:lnTo>
                <a:cubicBezTo>
                  <a:pt x="16895" y="4661"/>
                  <a:pt x="15132" y="6030"/>
                  <a:pt x="13589" y="7617"/>
                </a:cubicBezTo>
                <a:cubicBezTo>
                  <a:pt x="12001" y="9146"/>
                  <a:pt x="10632" y="10923"/>
                  <a:pt x="9438" y="12904"/>
                </a:cubicBezTo>
                <a:cubicBezTo>
                  <a:pt x="7559" y="15861"/>
                  <a:pt x="6656" y="18366"/>
                  <a:pt x="6656" y="20478"/>
                </a:cubicBezTo>
                <a:cubicBezTo>
                  <a:pt x="6656" y="22517"/>
                  <a:pt x="7559" y="24119"/>
                  <a:pt x="9379" y="25255"/>
                </a:cubicBezTo>
                <a:cubicBezTo>
                  <a:pt x="10807" y="26114"/>
                  <a:pt x="12234" y="26216"/>
                  <a:pt x="13647" y="25648"/>
                </a:cubicBezTo>
                <a:cubicBezTo>
                  <a:pt x="15132" y="25080"/>
                  <a:pt x="17186" y="23376"/>
                  <a:pt x="19910" y="20594"/>
                </a:cubicBezTo>
                <a:lnTo>
                  <a:pt x="21614" y="18832"/>
                </a:lnTo>
                <a:cubicBezTo>
                  <a:pt x="25196" y="15132"/>
                  <a:pt x="28328" y="12846"/>
                  <a:pt x="31124" y="12118"/>
                </a:cubicBezTo>
                <a:cubicBezTo>
                  <a:pt x="33906" y="11317"/>
                  <a:pt x="36746" y="11885"/>
                  <a:pt x="39761" y="13705"/>
                </a:cubicBezTo>
                <a:cubicBezTo>
                  <a:pt x="43183" y="15817"/>
                  <a:pt x="45062" y="18832"/>
                  <a:pt x="45339" y="22691"/>
                </a:cubicBezTo>
                <a:cubicBezTo>
                  <a:pt x="45688" y="26624"/>
                  <a:pt x="44378" y="30949"/>
                  <a:pt x="41523" y="35668"/>
                </a:cubicBezTo>
                <a:cubicBezTo>
                  <a:pt x="40271" y="37605"/>
                  <a:pt x="38858" y="39528"/>
                  <a:pt x="37154" y="41407"/>
                </a:cubicBezTo>
                <a:cubicBezTo>
                  <a:pt x="35435" y="43344"/>
                  <a:pt x="33513" y="45222"/>
                  <a:pt x="31284" y="47101"/>
                </a:cubicBezTo>
                <a:lnTo>
                  <a:pt x="25080" y="43285"/>
                </a:lnTo>
                <a:cubicBezTo>
                  <a:pt x="27585" y="41756"/>
                  <a:pt x="29813" y="40110"/>
                  <a:pt x="31750" y="38275"/>
                </a:cubicBezTo>
                <a:cubicBezTo>
                  <a:pt x="33615" y="36513"/>
                  <a:pt x="35217" y="34532"/>
                  <a:pt x="36527" y="32420"/>
                </a:cubicBezTo>
                <a:cubicBezTo>
                  <a:pt x="38290" y="29580"/>
                  <a:pt x="39135" y="27133"/>
                  <a:pt x="39076" y="24963"/>
                </a:cubicBezTo>
                <a:cubicBezTo>
                  <a:pt x="39076" y="22866"/>
                  <a:pt x="38173" y="21279"/>
                  <a:pt x="36411" y="20186"/>
                </a:cubicBezTo>
                <a:cubicBezTo>
                  <a:pt x="34765" y="19167"/>
                  <a:pt x="33163" y="18934"/>
                  <a:pt x="31634" y="19502"/>
                </a:cubicBezTo>
                <a:cubicBezTo>
                  <a:pt x="30090" y="20070"/>
                  <a:pt x="27760" y="21949"/>
                  <a:pt x="24687" y="25196"/>
                </a:cubicBezTo>
                <a:lnTo>
                  <a:pt x="22866" y="26959"/>
                </a:lnTo>
                <a:cubicBezTo>
                  <a:pt x="19793" y="30207"/>
                  <a:pt x="16953" y="32202"/>
                  <a:pt x="14273" y="32828"/>
                </a:cubicBezTo>
                <a:cubicBezTo>
                  <a:pt x="11666" y="33498"/>
                  <a:pt x="8928" y="32930"/>
                  <a:pt x="6088" y="31226"/>
                </a:cubicBezTo>
                <a:cubicBezTo>
                  <a:pt x="2622" y="29071"/>
                  <a:pt x="743" y="26216"/>
                  <a:pt x="335" y="22633"/>
                </a:cubicBezTo>
                <a:cubicBezTo>
                  <a:pt x="0" y="19050"/>
                  <a:pt x="1194" y="15016"/>
                  <a:pt x="3976" y="10515"/>
                </a:cubicBezTo>
                <a:cubicBezTo>
                  <a:pt x="5345" y="8302"/>
                  <a:pt x="6772" y="6306"/>
                  <a:pt x="8302" y="4544"/>
                </a:cubicBezTo>
                <a:cubicBezTo>
                  <a:pt x="9846" y="2782"/>
                  <a:pt x="11433" y="1253"/>
                  <a:pt x="13137" y="0"/>
                </a:cubicBezTo>
                <a:close/>
                <a:moveTo>
                  <a:pt x="1313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3FB07-4DA8-4556-B652-920C9704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831" y="6460644"/>
            <a:ext cx="52053" cy="57122"/>
          </a:xfrm>
          <a:custGeom xmlns:a="http://schemas.openxmlformats.org/drawingml/2006/main">
            <a:pathLst>
              <a:path w="52053" h="57122">
                <a:moveTo>
                  <a:pt x="9612" y="22473"/>
                </a:moveTo>
                <a:lnTo>
                  <a:pt x="27527" y="34416"/>
                </a:lnTo>
                <a:lnTo>
                  <a:pt x="32930" y="26289"/>
                </a:lnTo>
                <a:cubicBezTo>
                  <a:pt x="34925" y="23274"/>
                  <a:pt x="35726" y="20419"/>
                  <a:pt x="35260" y="17754"/>
                </a:cubicBezTo>
                <a:cubicBezTo>
                  <a:pt x="34751" y="15074"/>
                  <a:pt x="33105" y="12802"/>
                  <a:pt x="30207" y="10865"/>
                </a:cubicBezTo>
                <a:cubicBezTo>
                  <a:pt x="27352" y="8986"/>
                  <a:pt x="24628" y="8302"/>
                  <a:pt x="21949" y="8928"/>
                </a:cubicBezTo>
                <a:cubicBezTo>
                  <a:pt x="19342" y="9554"/>
                  <a:pt x="16997" y="11375"/>
                  <a:pt x="15016" y="14390"/>
                </a:cubicBezTo>
                <a:lnTo>
                  <a:pt x="9612" y="22473"/>
                </a:lnTo>
                <a:close/>
                <a:moveTo>
                  <a:pt x="0" y="25429"/>
                </a:moveTo>
                <a:lnTo>
                  <a:pt x="9671" y="10865"/>
                </a:lnTo>
                <a:cubicBezTo>
                  <a:pt x="13254" y="5462"/>
                  <a:pt x="17113" y="2214"/>
                  <a:pt x="21381" y="1136"/>
                </a:cubicBezTo>
                <a:cubicBezTo>
                  <a:pt x="25648" y="0"/>
                  <a:pt x="30090" y="961"/>
                  <a:pt x="34751" y="4034"/>
                </a:cubicBezTo>
                <a:cubicBezTo>
                  <a:pt x="39470" y="7166"/>
                  <a:pt x="42091" y="10923"/>
                  <a:pt x="42717" y="15249"/>
                </a:cubicBezTo>
                <a:cubicBezTo>
                  <a:pt x="43285" y="19633"/>
                  <a:pt x="41814" y="24468"/>
                  <a:pt x="38275" y="29813"/>
                </a:cubicBezTo>
                <a:lnTo>
                  <a:pt x="32872" y="37940"/>
                </a:lnTo>
                <a:lnTo>
                  <a:pt x="52053" y="50684"/>
                </a:lnTo>
                <a:lnTo>
                  <a:pt x="47786" y="57122"/>
                </a:lnTo>
                <a:lnTo>
                  <a:pt x="0" y="25429"/>
                </a:lnTo>
                <a:close/>
                <a:moveTo>
                  <a:pt x="0" y="254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3F823-D56F-4E1E-8153-0F277DEC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70" y="6432419"/>
            <a:ext cx="49038" cy="44436"/>
          </a:xfrm>
          <a:custGeom xmlns:a="http://schemas.openxmlformats.org/drawingml/2006/main">
            <a:pathLst>
              <a:path w="49038" h="44436">
                <a:moveTo>
                  <a:pt x="32377" y="4952"/>
                </a:moveTo>
                <a:lnTo>
                  <a:pt x="35217" y="6831"/>
                </a:lnTo>
                <a:lnTo>
                  <a:pt x="17302" y="33920"/>
                </a:lnTo>
                <a:cubicBezTo>
                  <a:pt x="21512" y="36367"/>
                  <a:pt x="25429" y="37212"/>
                  <a:pt x="28954" y="36411"/>
                </a:cubicBezTo>
                <a:cubicBezTo>
                  <a:pt x="32551" y="35625"/>
                  <a:pt x="35625" y="33294"/>
                  <a:pt x="38232" y="29420"/>
                </a:cubicBezTo>
                <a:cubicBezTo>
                  <a:pt x="39717" y="27148"/>
                  <a:pt x="40911" y="24759"/>
                  <a:pt x="41756" y="22254"/>
                </a:cubicBezTo>
                <a:cubicBezTo>
                  <a:pt x="42615" y="19808"/>
                  <a:pt x="43183" y="17128"/>
                  <a:pt x="43475" y="14288"/>
                </a:cubicBezTo>
                <a:lnTo>
                  <a:pt x="49038" y="17987"/>
                </a:lnTo>
                <a:cubicBezTo>
                  <a:pt x="48529" y="20711"/>
                  <a:pt x="47786" y="23332"/>
                  <a:pt x="46766" y="25837"/>
                </a:cubicBezTo>
                <a:cubicBezTo>
                  <a:pt x="45747" y="28401"/>
                  <a:pt x="44494" y="30789"/>
                  <a:pt x="43009" y="33061"/>
                </a:cubicBezTo>
                <a:cubicBezTo>
                  <a:pt x="39207" y="38800"/>
                  <a:pt x="34532" y="42222"/>
                  <a:pt x="28954" y="43358"/>
                </a:cubicBezTo>
                <a:cubicBezTo>
                  <a:pt x="23449" y="44436"/>
                  <a:pt x="17812" y="43125"/>
                  <a:pt x="12176" y="39382"/>
                </a:cubicBezTo>
                <a:cubicBezTo>
                  <a:pt x="6263" y="35508"/>
                  <a:pt x="2680" y="30847"/>
                  <a:pt x="1369" y="25386"/>
                </a:cubicBezTo>
                <a:cubicBezTo>
                  <a:pt x="0" y="19924"/>
                  <a:pt x="1136" y="14521"/>
                  <a:pt x="4661" y="9103"/>
                </a:cubicBezTo>
                <a:cubicBezTo>
                  <a:pt x="7850" y="4267"/>
                  <a:pt x="11943" y="1486"/>
                  <a:pt x="16953" y="743"/>
                </a:cubicBezTo>
                <a:cubicBezTo>
                  <a:pt x="21905" y="0"/>
                  <a:pt x="27032" y="1427"/>
                  <a:pt x="32377" y="4952"/>
                </a:cubicBezTo>
                <a:close/>
                <a:moveTo>
                  <a:pt x="26740" y="9671"/>
                </a:moveTo>
                <a:cubicBezTo>
                  <a:pt x="23492" y="7573"/>
                  <a:pt x="20317" y="6772"/>
                  <a:pt x="17244" y="7282"/>
                </a:cubicBezTo>
                <a:cubicBezTo>
                  <a:pt x="14171" y="7748"/>
                  <a:pt x="11608" y="9452"/>
                  <a:pt x="9729" y="12351"/>
                </a:cubicBezTo>
                <a:cubicBezTo>
                  <a:pt x="7515" y="15657"/>
                  <a:pt x="6714" y="18890"/>
                  <a:pt x="7282" y="22080"/>
                </a:cubicBezTo>
                <a:cubicBezTo>
                  <a:pt x="7792" y="25327"/>
                  <a:pt x="9671" y="28168"/>
                  <a:pt x="12860" y="30731"/>
                </a:cubicBezTo>
                <a:lnTo>
                  <a:pt x="26740" y="9671"/>
                </a:lnTo>
                <a:close/>
                <a:moveTo>
                  <a:pt x="26740" y="96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0B1B3-B936-455F-AB06-1D932C37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958" y="6392891"/>
            <a:ext cx="46417" cy="43853"/>
          </a:xfrm>
          <a:custGeom xmlns:a="http://schemas.openxmlformats.org/drawingml/2006/main">
            <a:pathLst>
              <a:path w="46417" h="43853">
                <a:moveTo>
                  <a:pt x="9379" y="12744"/>
                </a:moveTo>
                <a:cubicBezTo>
                  <a:pt x="7282" y="15919"/>
                  <a:pt x="6889" y="19225"/>
                  <a:pt x="8127" y="22691"/>
                </a:cubicBezTo>
                <a:cubicBezTo>
                  <a:pt x="9379" y="26158"/>
                  <a:pt x="12118" y="29347"/>
                  <a:pt x="16443" y="32202"/>
                </a:cubicBezTo>
                <a:cubicBezTo>
                  <a:pt x="20711" y="35042"/>
                  <a:pt x="24687" y="36353"/>
                  <a:pt x="28328" y="36178"/>
                </a:cubicBezTo>
                <a:cubicBezTo>
                  <a:pt x="32027" y="35945"/>
                  <a:pt x="34925" y="34299"/>
                  <a:pt x="37037" y="31110"/>
                </a:cubicBezTo>
                <a:cubicBezTo>
                  <a:pt x="39135" y="27978"/>
                  <a:pt x="39542" y="24687"/>
                  <a:pt x="38290" y="21220"/>
                </a:cubicBezTo>
                <a:cubicBezTo>
                  <a:pt x="37037" y="17681"/>
                  <a:pt x="34241" y="14564"/>
                  <a:pt x="29974" y="11710"/>
                </a:cubicBezTo>
                <a:cubicBezTo>
                  <a:pt x="25706" y="8928"/>
                  <a:pt x="21788" y="7617"/>
                  <a:pt x="18031" y="7792"/>
                </a:cubicBezTo>
                <a:cubicBezTo>
                  <a:pt x="14331" y="7952"/>
                  <a:pt x="11491" y="9612"/>
                  <a:pt x="9379" y="12744"/>
                </a:cubicBezTo>
                <a:close/>
                <a:moveTo>
                  <a:pt x="4384" y="9438"/>
                </a:moveTo>
                <a:cubicBezTo>
                  <a:pt x="7792" y="4311"/>
                  <a:pt x="12118" y="1413"/>
                  <a:pt x="17404" y="670"/>
                </a:cubicBezTo>
                <a:cubicBezTo>
                  <a:pt x="22648" y="0"/>
                  <a:pt x="28269" y="1588"/>
                  <a:pt x="34139" y="5462"/>
                </a:cubicBezTo>
                <a:cubicBezTo>
                  <a:pt x="39994" y="9379"/>
                  <a:pt x="43635" y="13880"/>
                  <a:pt x="45004" y="19050"/>
                </a:cubicBezTo>
                <a:cubicBezTo>
                  <a:pt x="46417" y="24177"/>
                  <a:pt x="45455" y="29289"/>
                  <a:pt x="42047" y="34416"/>
                </a:cubicBezTo>
                <a:cubicBezTo>
                  <a:pt x="38625" y="39528"/>
                  <a:pt x="34299" y="42499"/>
                  <a:pt x="29012" y="43169"/>
                </a:cubicBezTo>
                <a:cubicBezTo>
                  <a:pt x="23725" y="43853"/>
                  <a:pt x="18147" y="42266"/>
                  <a:pt x="12292" y="38392"/>
                </a:cubicBezTo>
                <a:cubicBezTo>
                  <a:pt x="6423" y="34474"/>
                  <a:pt x="2782" y="29974"/>
                  <a:pt x="1369" y="24861"/>
                </a:cubicBezTo>
                <a:cubicBezTo>
                  <a:pt x="0" y="19735"/>
                  <a:pt x="961" y="14608"/>
                  <a:pt x="4384" y="9438"/>
                </a:cubicBezTo>
                <a:close/>
                <a:moveTo>
                  <a:pt x="4384" y="943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488CE-ED9C-492A-9EB1-2F743AA3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490" y="6351353"/>
            <a:ext cx="53364" cy="58432"/>
          </a:xfrm>
          <a:custGeom xmlns:a="http://schemas.openxmlformats.org/drawingml/2006/main">
            <a:pathLst>
              <a:path w="53364" h="58432">
                <a:moveTo>
                  <a:pt x="34357" y="39877"/>
                </a:moveTo>
                <a:lnTo>
                  <a:pt x="53364" y="52461"/>
                </a:lnTo>
                <a:lnTo>
                  <a:pt x="49432" y="58432"/>
                </a:lnTo>
                <a:lnTo>
                  <a:pt x="0" y="25604"/>
                </a:lnTo>
                <a:lnTo>
                  <a:pt x="3918" y="19691"/>
                </a:lnTo>
                <a:lnTo>
                  <a:pt x="9321" y="23274"/>
                </a:lnTo>
                <a:cubicBezTo>
                  <a:pt x="8025" y="20594"/>
                  <a:pt x="7501" y="17972"/>
                  <a:pt x="7734" y="15424"/>
                </a:cubicBezTo>
                <a:cubicBezTo>
                  <a:pt x="7908" y="12860"/>
                  <a:pt x="8928" y="10239"/>
                  <a:pt x="10632" y="7617"/>
                </a:cubicBezTo>
                <a:cubicBezTo>
                  <a:pt x="13530" y="3306"/>
                  <a:pt x="17637" y="918"/>
                  <a:pt x="22866" y="451"/>
                </a:cubicBezTo>
                <a:cubicBezTo>
                  <a:pt x="28095" y="0"/>
                  <a:pt x="33556" y="1704"/>
                  <a:pt x="39193" y="5403"/>
                </a:cubicBezTo>
                <a:cubicBezTo>
                  <a:pt x="44829" y="9161"/>
                  <a:pt x="48470" y="13545"/>
                  <a:pt x="50116" y="18540"/>
                </a:cubicBezTo>
                <a:cubicBezTo>
                  <a:pt x="51762" y="23551"/>
                  <a:pt x="51136" y="28211"/>
                  <a:pt x="48296" y="32595"/>
                </a:cubicBezTo>
                <a:cubicBezTo>
                  <a:pt x="46533" y="35217"/>
                  <a:pt x="44538" y="37154"/>
                  <a:pt x="42208" y="38348"/>
                </a:cubicBezTo>
                <a:cubicBezTo>
                  <a:pt x="39936" y="39542"/>
                  <a:pt x="37314" y="40052"/>
                  <a:pt x="34357" y="39877"/>
                </a:cubicBezTo>
                <a:close/>
                <a:moveTo>
                  <a:pt x="35158" y="11550"/>
                </a:moveTo>
                <a:cubicBezTo>
                  <a:pt x="30833" y="8651"/>
                  <a:pt x="26857" y="7282"/>
                  <a:pt x="23216" y="7457"/>
                </a:cubicBezTo>
                <a:cubicBezTo>
                  <a:pt x="19516" y="7573"/>
                  <a:pt x="16662" y="9219"/>
                  <a:pt x="14623" y="12351"/>
                </a:cubicBezTo>
                <a:cubicBezTo>
                  <a:pt x="12569" y="15482"/>
                  <a:pt x="12176" y="18715"/>
                  <a:pt x="13428" y="22138"/>
                </a:cubicBezTo>
                <a:cubicBezTo>
                  <a:pt x="14725" y="25546"/>
                  <a:pt x="17521" y="28677"/>
                  <a:pt x="21847" y="31576"/>
                </a:cubicBezTo>
                <a:cubicBezTo>
                  <a:pt x="26172" y="34416"/>
                  <a:pt x="30148" y="35785"/>
                  <a:pt x="33789" y="35668"/>
                </a:cubicBezTo>
                <a:cubicBezTo>
                  <a:pt x="37430" y="35493"/>
                  <a:pt x="40329" y="33848"/>
                  <a:pt x="42382" y="30775"/>
                </a:cubicBezTo>
                <a:cubicBezTo>
                  <a:pt x="44436" y="27643"/>
                  <a:pt x="44829" y="24410"/>
                  <a:pt x="43577" y="20929"/>
                </a:cubicBezTo>
                <a:cubicBezTo>
                  <a:pt x="42266" y="17521"/>
                  <a:pt x="39484" y="14390"/>
                  <a:pt x="35158" y="11550"/>
                </a:cubicBezTo>
                <a:close/>
                <a:moveTo>
                  <a:pt x="35158" y="115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88371-D16B-49C9-9C26-891C6ED3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253" y="6319952"/>
            <a:ext cx="53713" cy="38916"/>
          </a:xfrm>
          <a:custGeom xmlns:a="http://schemas.openxmlformats.org/drawingml/2006/main">
            <a:pathLst>
              <a:path w="53713" h="38916">
                <a:moveTo>
                  <a:pt x="0" y="5913"/>
                </a:moveTo>
                <a:lnTo>
                  <a:pt x="3932" y="0"/>
                </a:lnTo>
                <a:lnTo>
                  <a:pt x="53713" y="33047"/>
                </a:lnTo>
                <a:lnTo>
                  <a:pt x="49781" y="38916"/>
                </a:lnTo>
                <a:lnTo>
                  <a:pt x="0" y="5913"/>
                </a:lnTo>
                <a:close/>
                <a:moveTo>
                  <a:pt x="0" y="59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B1BEB-8C18-4D1F-AC1B-57D51CCD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92" y="6292236"/>
            <a:ext cx="49038" cy="44436"/>
          </a:xfrm>
          <a:custGeom xmlns:a="http://schemas.openxmlformats.org/drawingml/2006/main">
            <a:pathLst>
              <a:path w="49038" h="44436">
                <a:moveTo>
                  <a:pt x="32377" y="4894"/>
                </a:moveTo>
                <a:lnTo>
                  <a:pt x="35275" y="6831"/>
                </a:lnTo>
                <a:lnTo>
                  <a:pt x="17288" y="33920"/>
                </a:lnTo>
                <a:cubicBezTo>
                  <a:pt x="21497" y="36309"/>
                  <a:pt x="25429" y="37154"/>
                  <a:pt x="29012" y="36353"/>
                </a:cubicBezTo>
                <a:cubicBezTo>
                  <a:pt x="32595" y="35625"/>
                  <a:pt x="35668" y="33294"/>
                  <a:pt x="38232" y="29362"/>
                </a:cubicBezTo>
                <a:cubicBezTo>
                  <a:pt x="39761" y="27090"/>
                  <a:pt x="40911" y="24759"/>
                  <a:pt x="41756" y="22254"/>
                </a:cubicBezTo>
                <a:cubicBezTo>
                  <a:pt x="42615" y="19749"/>
                  <a:pt x="43183" y="17069"/>
                  <a:pt x="43460" y="14229"/>
                </a:cubicBezTo>
                <a:lnTo>
                  <a:pt x="49038" y="17929"/>
                </a:lnTo>
                <a:cubicBezTo>
                  <a:pt x="48529" y="20652"/>
                  <a:pt x="47786" y="23274"/>
                  <a:pt x="46766" y="25837"/>
                </a:cubicBezTo>
                <a:cubicBezTo>
                  <a:pt x="45790" y="28342"/>
                  <a:pt x="44552" y="30731"/>
                  <a:pt x="43009" y="33003"/>
                </a:cubicBezTo>
                <a:cubicBezTo>
                  <a:pt x="39193" y="38756"/>
                  <a:pt x="34532" y="42164"/>
                  <a:pt x="29012" y="43300"/>
                </a:cubicBezTo>
                <a:cubicBezTo>
                  <a:pt x="23434" y="44436"/>
                  <a:pt x="17856" y="43125"/>
                  <a:pt x="12176" y="39324"/>
                </a:cubicBezTo>
                <a:cubicBezTo>
                  <a:pt x="6306" y="35450"/>
                  <a:pt x="2724" y="30789"/>
                  <a:pt x="1369" y="25327"/>
                </a:cubicBezTo>
                <a:cubicBezTo>
                  <a:pt x="0" y="19866"/>
                  <a:pt x="1136" y="14462"/>
                  <a:pt x="4719" y="9103"/>
                </a:cubicBezTo>
                <a:cubicBezTo>
                  <a:pt x="7908" y="4267"/>
                  <a:pt x="12001" y="1486"/>
                  <a:pt x="16953" y="743"/>
                </a:cubicBezTo>
                <a:cubicBezTo>
                  <a:pt x="21905" y="0"/>
                  <a:pt x="27075" y="1369"/>
                  <a:pt x="32377" y="4894"/>
                </a:cubicBezTo>
                <a:close/>
                <a:moveTo>
                  <a:pt x="26740" y="9671"/>
                </a:moveTo>
                <a:cubicBezTo>
                  <a:pt x="23492" y="7573"/>
                  <a:pt x="20361" y="6772"/>
                  <a:pt x="17230" y="7224"/>
                </a:cubicBezTo>
                <a:cubicBezTo>
                  <a:pt x="14171" y="7748"/>
                  <a:pt x="11666" y="9452"/>
                  <a:pt x="9729" y="12351"/>
                </a:cubicBezTo>
                <a:cubicBezTo>
                  <a:pt x="7559" y="15598"/>
                  <a:pt x="6714" y="18832"/>
                  <a:pt x="7282" y="22080"/>
                </a:cubicBezTo>
                <a:cubicBezTo>
                  <a:pt x="7850" y="25269"/>
                  <a:pt x="9671" y="28109"/>
                  <a:pt x="12860" y="30673"/>
                </a:cubicBezTo>
                <a:lnTo>
                  <a:pt x="26740" y="9671"/>
                </a:lnTo>
                <a:close/>
                <a:moveTo>
                  <a:pt x="26740" y="96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BC7CC-D2B4-4C0D-A64C-9E7B41C2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199" y="6240809"/>
            <a:ext cx="59335" cy="59801"/>
          </a:xfrm>
          <a:custGeom xmlns:a="http://schemas.openxmlformats.org/drawingml/2006/main">
            <a:pathLst>
              <a:path w="59335" h="59801">
                <a:moveTo>
                  <a:pt x="16676" y="0"/>
                </a:moveTo>
                <a:lnTo>
                  <a:pt x="22983" y="4151"/>
                </a:lnTo>
                <a:cubicBezTo>
                  <a:pt x="20143" y="5869"/>
                  <a:pt x="17754" y="7573"/>
                  <a:pt x="15759" y="9394"/>
                </a:cubicBezTo>
                <a:cubicBezTo>
                  <a:pt x="13705" y="11156"/>
                  <a:pt x="12001" y="13093"/>
                  <a:pt x="10690" y="15132"/>
                </a:cubicBezTo>
                <a:cubicBezTo>
                  <a:pt x="8360" y="18599"/>
                  <a:pt x="7224" y="21788"/>
                  <a:pt x="7340" y="24643"/>
                </a:cubicBezTo>
                <a:cubicBezTo>
                  <a:pt x="7399" y="27425"/>
                  <a:pt x="8710" y="29697"/>
                  <a:pt x="11258" y="31357"/>
                </a:cubicBezTo>
                <a:cubicBezTo>
                  <a:pt x="13370" y="32770"/>
                  <a:pt x="15365" y="33163"/>
                  <a:pt x="17288" y="32595"/>
                </a:cubicBezTo>
                <a:cubicBezTo>
                  <a:pt x="19225" y="32027"/>
                  <a:pt x="21672" y="30207"/>
                  <a:pt x="24687" y="27133"/>
                </a:cubicBezTo>
                <a:lnTo>
                  <a:pt x="28109" y="23784"/>
                </a:lnTo>
                <a:cubicBezTo>
                  <a:pt x="32202" y="19575"/>
                  <a:pt x="36178" y="17069"/>
                  <a:pt x="39994" y="16327"/>
                </a:cubicBezTo>
                <a:cubicBezTo>
                  <a:pt x="43868" y="15540"/>
                  <a:pt x="47728" y="16443"/>
                  <a:pt x="51602" y="19007"/>
                </a:cubicBezTo>
                <a:cubicBezTo>
                  <a:pt x="56204" y="22080"/>
                  <a:pt x="58709" y="25997"/>
                  <a:pt x="59059" y="30673"/>
                </a:cubicBezTo>
                <a:cubicBezTo>
                  <a:pt x="59335" y="35391"/>
                  <a:pt x="57515" y="40678"/>
                  <a:pt x="53539" y="46708"/>
                </a:cubicBezTo>
                <a:cubicBezTo>
                  <a:pt x="52053" y="48936"/>
                  <a:pt x="50233" y="51208"/>
                  <a:pt x="48019" y="53422"/>
                </a:cubicBezTo>
                <a:cubicBezTo>
                  <a:pt x="45805" y="55592"/>
                  <a:pt x="43300" y="57748"/>
                  <a:pt x="40504" y="59801"/>
                </a:cubicBezTo>
                <a:lnTo>
                  <a:pt x="33848" y="55418"/>
                </a:lnTo>
                <a:cubicBezTo>
                  <a:pt x="37037" y="53772"/>
                  <a:pt x="39819" y="51893"/>
                  <a:pt x="42266" y="49898"/>
                </a:cubicBezTo>
                <a:cubicBezTo>
                  <a:pt x="44654" y="47844"/>
                  <a:pt x="46708" y="45630"/>
                  <a:pt x="48296" y="43183"/>
                </a:cubicBezTo>
                <a:cubicBezTo>
                  <a:pt x="50742" y="39542"/>
                  <a:pt x="51937" y="36193"/>
                  <a:pt x="51835" y="33221"/>
                </a:cubicBezTo>
                <a:cubicBezTo>
                  <a:pt x="51660" y="30265"/>
                  <a:pt x="50291" y="27876"/>
                  <a:pt x="47567" y="26114"/>
                </a:cubicBezTo>
                <a:cubicBezTo>
                  <a:pt x="45222" y="24526"/>
                  <a:pt x="42950" y="24075"/>
                  <a:pt x="40678" y="24585"/>
                </a:cubicBezTo>
                <a:cubicBezTo>
                  <a:pt x="38406" y="25153"/>
                  <a:pt x="35843" y="26857"/>
                  <a:pt x="33003" y="29697"/>
                </a:cubicBezTo>
                <a:lnTo>
                  <a:pt x="29580" y="33163"/>
                </a:lnTo>
                <a:cubicBezTo>
                  <a:pt x="25429" y="37329"/>
                  <a:pt x="21614" y="39834"/>
                  <a:pt x="18147" y="40620"/>
                </a:cubicBezTo>
                <a:cubicBezTo>
                  <a:pt x="14681" y="41421"/>
                  <a:pt x="11098" y="40620"/>
                  <a:pt x="7457" y="38173"/>
                </a:cubicBezTo>
                <a:cubicBezTo>
                  <a:pt x="3248" y="35391"/>
                  <a:pt x="918" y="31692"/>
                  <a:pt x="451" y="27090"/>
                </a:cubicBezTo>
                <a:cubicBezTo>
                  <a:pt x="0" y="22473"/>
                  <a:pt x="1486" y="17579"/>
                  <a:pt x="4952" y="12351"/>
                </a:cubicBezTo>
                <a:cubicBezTo>
                  <a:pt x="6423" y="10122"/>
                  <a:pt x="8141" y="7967"/>
                  <a:pt x="10122" y="5913"/>
                </a:cubicBezTo>
                <a:cubicBezTo>
                  <a:pt x="12059" y="3874"/>
                  <a:pt x="14229" y="1879"/>
                  <a:pt x="16676" y="0"/>
                </a:cubicBezTo>
                <a:close/>
                <a:moveTo>
                  <a:pt x="1667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E08C1-C120-486E-898C-3934B2F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41" y="6205593"/>
            <a:ext cx="55752" cy="49097"/>
          </a:xfrm>
          <a:custGeom xmlns:a="http://schemas.openxmlformats.org/drawingml/2006/main">
            <a:pathLst>
              <a:path w="55752" h="49097">
                <a:moveTo>
                  <a:pt x="21730" y="44378"/>
                </a:moveTo>
                <a:lnTo>
                  <a:pt x="0" y="29988"/>
                </a:lnTo>
                <a:lnTo>
                  <a:pt x="3932" y="24119"/>
                </a:lnTo>
                <a:lnTo>
                  <a:pt x="25371" y="38348"/>
                </a:lnTo>
                <a:cubicBezTo>
                  <a:pt x="28794" y="40620"/>
                  <a:pt x="31750" y="41654"/>
                  <a:pt x="34372" y="41421"/>
                </a:cubicBezTo>
                <a:cubicBezTo>
                  <a:pt x="36921" y="41246"/>
                  <a:pt x="39091" y="39834"/>
                  <a:pt x="40853" y="37154"/>
                </a:cubicBezTo>
                <a:cubicBezTo>
                  <a:pt x="42950" y="34022"/>
                  <a:pt x="43577" y="30833"/>
                  <a:pt x="42790" y="27658"/>
                </a:cubicBezTo>
                <a:cubicBezTo>
                  <a:pt x="41989" y="24410"/>
                  <a:pt x="39834" y="21672"/>
                  <a:pt x="36353" y="19342"/>
                </a:cubicBezTo>
                <a:lnTo>
                  <a:pt x="16050" y="5869"/>
                </a:lnTo>
                <a:lnTo>
                  <a:pt x="19910" y="0"/>
                </a:lnTo>
                <a:lnTo>
                  <a:pt x="55752" y="23784"/>
                </a:lnTo>
                <a:lnTo>
                  <a:pt x="51835" y="29639"/>
                </a:lnTo>
                <a:lnTo>
                  <a:pt x="46373" y="25997"/>
                </a:lnTo>
                <a:cubicBezTo>
                  <a:pt x="47567" y="28852"/>
                  <a:pt x="48077" y="31576"/>
                  <a:pt x="47902" y="34197"/>
                </a:cubicBezTo>
                <a:cubicBezTo>
                  <a:pt x="47742" y="36761"/>
                  <a:pt x="46766" y="39309"/>
                  <a:pt x="45120" y="41814"/>
                </a:cubicBezTo>
                <a:cubicBezTo>
                  <a:pt x="42382" y="45922"/>
                  <a:pt x="39033" y="48194"/>
                  <a:pt x="35056" y="48645"/>
                </a:cubicBezTo>
                <a:cubicBezTo>
                  <a:pt x="31066" y="49097"/>
                  <a:pt x="26624" y="47684"/>
                  <a:pt x="21730" y="44378"/>
                </a:cubicBezTo>
                <a:close/>
                <a:moveTo>
                  <a:pt x="21730" y="443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551E5-99AD-480D-8B32-8A466475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816" y="6164011"/>
            <a:ext cx="59452" cy="59277"/>
          </a:xfrm>
          <a:custGeom xmlns:a="http://schemas.openxmlformats.org/drawingml/2006/main">
            <a:pathLst>
              <a:path w="59452" h="59277">
                <a:moveTo>
                  <a:pt x="29537" y="17463"/>
                </a:moveTo>
                <a:cubicBezTo>
                  <a:pt x="25269" y="14623"/>
                  <a:pt x="21395" y="13312"/>
                  <a:pt x="17871" y="13530"/>
                </a:cubicBezTo>
                <a:cubicBezTo>
                  <a:pt x="14346" y="13705"/>
                  <a:pt x="11550" y="15409"/>
                  <a:pt x="9452" y="18599"/>
                </a:cubicBezTo>
                <a:cubicBezTo>
                  <a:pt x="7340" y="21730"/>
                  <a:pt x="6889" y="24978"/>
                  <a:pt x="8083" y="28328"/>
                </a:cubicBezTo>
                <a:cubicBezTo>
                  <a:pt x="9278" y="31634"/>
                  <a:pt x="11957" y="34707"/>
                  <a:pt x="16210" y="37547"/>
                </a:cubicBezTo>
                <a:cubicBezTo>
                  <a:pt x="20478" y="40329"/>
                  <a:pt x="24352" y="41640"/>
                  <a:pt x="27876" y="41465"/>
                </a:cubicBezTo>
                <a:cubicBezTo>
                  <a:pt x="31401" y="41246"/>
                  <a:pt x="34197" y="39586"/>
                  <a:pt x="36294" y="36411"/>
                </a:cubicBezTo>
                <a:cubicBezTo>
                  <a:pt x="38406" y="33221"/>
                  <a:pt x="38858" y="29974"/>
                  <a:pt x="37664" y="26682"/>
                </a:cubicBezTo>
                <a:cubicBezTo>
                  <a:pt x="36527" y="23376"/>
                  <a:pt x="33804" y="20303"/>
                  <a:pt x="29537" y="17463"/>
                </a:cubicBezTo>
                <a:close/>
                <a:moveTo>
                  <a:pt x="47334" y="20813"/>
                </a:moveTo>
                <a:cubicBezTo>
                  <a:pt x="53422" y="24861"/>
                  <a:pt x="57063" y="29245"/>
                  <a:pt x="58258" y="33906"/>
                </a:cubicBezTo>
                <a:cubicBezTo>
                  <a:pt x="59452" y="38567"/>
                  <a:pt x="58199" y="43693"/>
                  <a:pt x="54456" y="49315"/>
                </a:cubicBezTo>
                <a:cubicBezTo>
                  <a:pt x="53087" y="51369"/>
                  <a:pt x="51660" y="53247"/>
                  <a:pt x="50131" y="54835"/>
                </a:cubicBezTo>
                <a:cubicBezTo>
                  <a:pt x="48587" y="56495"/>
                  <a:pt x="46941" y="57966"/>
                  <a:pt x="45179" y="59277"/>
                </a:cubicBezTo>
                <a:lnTo>
                  <a:pt x="39426" y="55461"/>
                </a:lnTo>
                <a:cubicBezTo>
                  <a:pt x="41538" y="54325"/>
                  <a:pt x="43358" y="53073"/>
                  <a:pt x="44887" y="51704"/>
                </a:cubicBezTo>
                <a:cubicBezTo>
                  <a:pt x="46490" y="50349"/>
                  <a:pt x="47844" y="48747"/>
                  <a:pt x="48980" y="46985"/>
                </a:cubicBezTo>
                <a:cubicBezTo>
                  <a:pt x="51543" y="43125"/>
                  <a:pt x="52461" y="39586"/>
                  <a:pt x="51718" y="36353"/>
                </a:cubicBezTo>
                <a:cubicBezTo>
                  <a:pt x="50975" y="33047"/>
                  <a:pt x="48587" y="30090"/>
                  <a:pt x="44494" y="27425"/>
                </a:cubicBezTo>
                <a:lnTo>
                  <a:pt x="41596" y="25429"/>
                </a:lnTo>
                <a:cubicBezTo>
                  <a:pt x="42907" y="28095"/>
                  <a:pt x="43416" y="30658"/>
                  <a:pt x="43242" y="33280"/>
                </a:cubicBezTo>
                <a:cubicBezTo>
                  <a:pt x="43009" y="35843"/>
                  <a:pt x="42047" y="38450"/>
                  <a:pt x="40285" y="41130"/>
                </a:cubicBezTo>
                <a:cubicBezTo>
                  <a:pt x="37329" y="45514"/>
                  <a:pt x="33338" y="47961"/>
                  <a:pt x="28226" y="48412"/>
                </a:cubicBezTo>
                <a:cubicBezTo>
                  <a:pt x="23041" y="48864"/>
                  <a:pt x="17754" y="47276"/>
                  <a:pt x="12176" y="43635"/>
                </a:cubicBezTo>
                <a:cubicBezTo>
                  <a:pt x="6656" y="39936"/>
                  <a:pt x="3131" y="35610"/>
                  <a:pt x="1544" y="30716"/>
                </a:cubicBezTo>
                <a:cubicBezTo>
                  <a:pt x="0" y="25823"/>
                  <a:pt x="626" y="21162"/>
                  <a:pt x="3583" y="16778"/>
                </a:cubicBezTo>
                <a:cubicBezTo>
                  <a:pt x="5287" y="14098"/>
                  <a:pt x="7340" y="12234"/>
                  <a:pt x="9671" y="10982"/>
                </a:cubicBezTo>
                <a:cubicBezTo>
                  <a:pt x="11957" y="9787"/>
                  <a:pt x="14564" y="9263"/>
                  <a:pt x="17463" y="9438"/>
                </a:cubicBezTo>
                <a:lnTo>
                  <a:pt x="12059" y="5855"/>
                </a:lnTo>
                <a:lnTo>
                  <a:pt x="15933" y="0"/>
                </a:lnTo>
                <a:lnTo>
                  <a:pt x="47334" y="20813"/>
                </a:lnTo>
                <a:close/>
                <a:moveTo>
                  <a:pt x="47334" y="208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7EAE6-C75D-4BD3-931A-FAE4A8F5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16" y="6122357"/>
            <a:ext cx="59452" cy="59292"/>
          </a:xfrm>
          <a:custGeom xmlns:a="http://schemas.openxmlformats.org/drawingml/2006/main">
            <a:pathLst>
              <a:path w="59452" h="59292">
                <a:moveTo>
                  <a:pt x="29522" y="17521"/>
                </a:moveTo>
                <a:cubicBezTo>
                  <a:pt x="25255" y="14681"/>
                  <a:pt x="21381" y="13370"/>
                  <a:pt x="17856" y="13603"/>
                </a:cubicBezTo>
                <a:cubicBezTo>
                  <a:pt x="14390" y="13778"/>
                  <a:pt x="11550" y="15482"/>
                  <a:pt x="9438" y="18672"/>
                </a:cubicBezTo>
                <a:cubicBezTo>
                  <a:pt x="7340" y="21788"/>
                  <a:pt x="6874" y="25036"/>
                  <a:pt x="8069" y="28401"/>
                </a:cubicBezTo>
                <a:cubicBezTo>
                  <a:pt x="9263" y="31692"/>
                  <a:pt x="12001" y="34765"/>
                  <a:pt x="16210" y="37605"/>
                </a:cubicBezTo>
                <a:cubicBezTo>
                  <a:pt x="20478" y="40402"/>
                  <a:pt x="24352" y="41712"/>
                  <a:pt x="27876" y="41479"/>
                </a:cubicBezTo>
                <a:cubicBezTo>
                  <a:pt x="31401" y="41305"/>
                  <a:pt x="34183" y="39601"/>
                  <a:pt x="36294" y="36469"/>
                </a:cubicBezTo>
                <a:cubicBezTo>
                  <a:pt x="38392" y="33294"/>
                  <a:pt x="38858" y="30046"/>
                  <a:pt x="37722" y="26740"/>
                </a:cubicBezTo>
                <a:cubicBezTo>
                  <a:pt x="36527" y="23390"/>
                  <a:pt x="33789" y="20317"/>
                  <a:pt x="29522" y="17521"/>
                </a:cubicBezTo>
                <a:close/>
                <a:moveTo>
                  <a:pt x="47334" y="20885"/>
                </a:moveTo>
                <a:cubicBezTo>
                  <a:pt x="53480" y="24920"/>
                  <a:pt x="57063" y="29245"/>
                  <a:pt x="58258" y="33964"/>
                </a:cubicBezTo>
                <a:cubicBezTo>
                  <a:pt x="59452" y="38639"/>
                  <a:pt x="58199" y="43751"/>
                  <a:pt x="54500" y="49330"/>
                </a:cubicBezTo>
                <a:cubicBezTo>
                  <a:pt x="53073" y="51441"/>
                  <a:pt x="51660" y="53262"/>
                  <a:pt x="50116" y="54908"/>
                </a:cubicBezTo>
                <a:cubicBezTo>
                  <a:pt x="48587" y="56554"/>
                  <a:pt x="46926" y="58039"/>
                  <a:pt x="45164" y="59292"/>
                </a:cubicBezTo>
                <a:lnTo>
                  <a:pt x="39426" y="55534"/>
                </a:lnTo>
                <a:cubicBezTo>
                  <a:pt x="41523" y="54398"/>
                  <a:pt x="43344" y="53145"/>
                  <a:pt x="44887" y="51776"/>
                </a:cubicBezTo>
                <a:cubicBezTo>
                  <a:pt x="46475" y="50349"/>
                  <a:pt x="47844" y="48820"/>
                  <a:pt x="48980" y="47058"/>
                </a:cubicBezTo>
                <a:cubicBezTo>
                  <a:pt x="51543" y="43183"/>
                  <a:pt x="52446" y="39659"/>
                  <a:pt x="51718" y="36353"/>
                </a:cubicBezTo>
                <a:cubicBezTo>
                  <a:pt x="50975" y="33119"/>
                  <a:pt x="48587" y="30163"/>
                  <a:pt x="44480" y="27425"/>
                </a:cubicBezTo>
                <a:lnTo>
                  <a:pt x="41581" y="25488"/>
                </a:lnTo>
                <a:cubicBezTo>
                  <a:pt x="42892" y="28109"/>
                  <a:pt x="43460" y="30731"/>
                  <a:pt x="43227" y="33338"/>
                </a:cubicBezTo>
                <a:cubicBezTo>
                  <a:pt x="43009" y="35901"/>
                  <a:pt x="42033" y="38523"/>
                  <a:pt x="40271" y="41188"/>
                </a:cubicBezTo>
                <a:cubicBezTo>
                  <a:pt x="37372" y="45572"/>
                  <a:pt x="33338" y="48019"/>
                  <a:pt x="28211" y="48470"/>
                </a:cubicBezTo>
                <a:cubicBezTo>
                  <a:pt x="23041" y="48936"/>
                  <a:pt x="17739" y="47334"/>
                  <a:pt x="12234" y="43635"/>
                </a:cubicBezTo>
                <a:cubicBezTo>
                  <a:pt x="6656" y="39994"/>
                  <a:pt x="3131" y="35683"/>
                  <a:pt x="1529" y="30789"/>
                </a:cubicBezTo>
                <a:cubicBezTo>
                  <a:pt x="0" y="25895"/>
                  <a:pt x="685" y="21220"/>
                  <a:pt x="3583" y="16851"/>
                </a:cubicBezTo>
                <a:cubicBezTo>
                  <a:pt x="5345" y="14171"/>
                  <a:pt x="7340" y="12234"/>
                  <a:pt x="9671" y="11040"/>
                </a:cubicBezTo>
                <a:cubicBezTo>
                  <a:pt x="11943" y="9846"/>
                  <a:pt x="14564" y="9336"/>
                  <a:pt x="17463" y="9511"/>
                </a:cubicBezTo>
                <a:lnTo>
                  <a:pt x="12059" y="5928"/>
                </a:lnTo>
                <a:lnTo>
                  <a:pt x="15977" y="0"/>
                </a:lnTo>
                <a:lnTo>
                  <a:pt x="47334" y="20885"/>
                </a:lnTo>
                <a:close/>
                <a:moveTo>
                  <a:pt x="47334" y="208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EC1FC-F440-49BE-9CDE-F1169974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60" y="6085553"/>
            <a:ext cx="48980" cy="44494"/>
          </a:xfrm>
          <a:custGeom xmlns:a="http://schemas.openxmlformats.org/drawingml/2006/main">
            <a:pathLst>
              <a:path w="48980" h="44494">
                <a:moveTo>
                  <a:pt x="32377" y="4952"/>
                </a:moveTo>
                <a:lnTo>
                  <a:pt x="35217" y="6889"/>
                </a:lnTo>
                <a:lnTo>
                  <a:pt x="17230" y="33964"/>
                </a:lnTo>
                <a:cubicBezTo>
                  <a:pt x="21497" y="36353"/>
                  <a:pt x="25371" y="37212"/>
                  <a:pt x="28954" y="36411"/>
                </a:cubicBezTo>
                <a:cubicBezTo>
                  <a:pt x="32537" y="35668"/>
                  <a:pt x="35610" y="33280"/>
                  <a:pt x="38232" y="29420"/>
                </a:cubicBezTo>
                <a:cubicBezTo>
                  <a:pt x="39703" y="27133"/>
                  <a:pt x="40897" y="24745"/>
                  <a:pt x="41756" y="22298"/>
                </a:cubicBezTo>
                <a:cubicBezTo>
                  <a:pt x="42615" y="19793"/>
                  <a:pt x="43183" y="17128"/>
                  <a:pt x="43460" y="14273"/>
                </a:cubicBezTo>
                <a:lnTo>
                  <a:pt x="48980" y="17972"/>
                </a:lnTo>
                <a:cubicBezTo>
                  <a:pt x="48529" y="20711"/>
                  <a:pt x="47728" y="23332"/>
                  <a:pt x="46766" y="25823"/>
                </a:cubicBezTo>
                <a:cubicBezTo>
                  <a:pt x="45747" y="28386"/>
                  <a:pt x="44494" y="30775"/>
                  <a:pt x="42950" y="33061"/>
                </a:cubicBezTo>
                <a:cubicBezTo>
                  <a:pt x="39193" y="38800"/>
                  <a:pt x="34532" y="42208"/>
                  <a:pt x="28954" y="43358"/>
                </a:cubicBezTo>
                <a:cubicBezTo>
                  <a:pt x="23434" y="44494"/>
                  <a:pt x="17812" y="43125"/>
                  <a:pt x="12118" y="39368"/>
                </a:cubicBezTo>
                <a:cubicBezTo>
                  <a:pt x="6263" y="35493"/>
                  <a:pt x="2665" y="30833"/>
                  <a:pt x="1311" y="25371"/>
                </a:cubicBezTo>
                <a:cubicBezTo>
                  <a:pt x="0" y="19910"/>
                  <a:pt x="1078" y="14506"/>
                  <a:pt x="4661" y="9103"/>
                </a:cubicBezTo>
                <a:cubicBezTo>
                  <a:pt x="7850" y="4326"/>
                  <a:pt x="11943" y="1529"/>
                  <a:pt x="16895" y="801"/>
                </a:cubicBezTo>
                <a:cubicBezTo>
                  <a:pt x="21847" y="0"/>
                  <a:pt x="27017" y="1427"/>
                  <a:pt x="32377" y="4952"/>
                </a:cubicBezTo>
                <a:close/>
                <a:moveTo>
                  <a:pt x="26740" y="9671"/>
                </a:moveTo>
                <a:cubicBezTo>
                  <a:pt x="23492" y="7617"/>
                  <a:pt x="20303" y="6831"/>
                  <a:pt x="17230" y="7282"/>
                </a:cubicBezTo>
                <a:cubicBezTo>
                  <a:pt x="14113" y="7792"/>
                  <a:pt x="11608" y="9438"/>
                  <a:pt x="9671" y="12351"/>
                </a:cubicBezTo>
                <a:cubicBezTo>
                  <a:pt x="7501" y="15642"/>
                  <a:pt x="6714" y="18890"/>
                  <a:pt x="7224" y="22080"/>
                </a:cubicBezTo>
                <a:cubicBezTo>
                  <a:pt x="7792" y="25313"/>
                  <a:pt x="9671" y="28168"/>
                  <a:pt x="12802" y="30716"/>
                </a:cubicBezTo>
                <a:lnTo>
                  <a:pt x="26740" y="9671"/>
                </a:lnTo>
                <a:close/>
                <a:moveTo>
                  <a:pt x="26740" y="96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F95E5-655F-4541-B04A-BFA838C5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605" y="6047773"/>
            <a:ext cx="45455" cy="47684"/>
          </a:xfrm>
          <a:custGeom xmlns:a="http://schemas.openxmlformats.org/drawingml/2006/main">
            <a:pathLst>
              <a:path w="45455" h="47684">
                <a:moveTo>
                  <a:pt x="13763" y="0"/>
                </a:moveTo>
                <a:lnTo>
                  <a:pt x="19342" y="3699"/>
                </a:lnTo>
                <a:cubicBezTo>
                  <a:pt x="17404" y="4777"/>
                  <a:pt x="15584" y="6088"/>
                  <a:pt x="13996" y="7632"/>
                </a:cubicBezTo>
                <a:cubicBezTo>
                  <a:pt x="12409" y="9103"/>
                  <a:pt x="10923" y="10865"/>
                  <a:pt x="9671" y="12744"/>
                </a:cubicBezTo>
                <a:cubicBezTo>
                  <a:pt x="7734" y="15700"/>
                  <a:pt x="6714" y="18147"/>
                  <a:pt x="6656" y="20259"/>
                </a:cubicBezTo>
                <a:cubicBezTo>
                  <a:pt x="6539" y="22298"/>
                  <a:pt x="7399" y="23900"/>
                  <a:pt x="9219" y="25094"/>
                </a:cubicBezTo>
                <a:cubicBezTo>
                  <a:pt x="10588" y="25997"/>
                  <a:pt x="12001" y="26172"/>
                  <a:pt x="13487" y="25662"/>
                </a:cubicBezTo>
                <a:cubicBezTo>
                  <a:pt x="14958" y="25153"/>
                  <a:pt x="17069" y="23551"/>
                  <a:pt x="19851" y="20827"/>
                </a:cubicBezTo>
                <a:lnTo>
                  <a:pt x="21672" y="19123"/>
                </a:lnTo>
                <a:cubicBezTo>
                  <a:pt x="25313" y="15540"/>
                  <a:pt x="28561" y="13370"/>
                  <a:pt x="31343" y="12744"/>
                </a:cubicBezTo>
                <a:cubicBezTo>
                  <a:pt x="34197" y="12059"/>
                  <a:pt x="37037" y="12686"/>
                  <a:pt x="39936" y="14623"/>
                </a:cubicBezTo>
                <a:cubicBezTo>
                  <a:pt x="43300" y="16851"/>
                  <a:pt x="45062" y="19910"/>
                  <a:pt x="45237" y="23842"/>
                </a:cubicBezTo>
                <a:cubicBezTo>
                  <a:pt x="45455" y="27774"/>
                  <a:pt x="43984" y="31983"/>
                  <a:pt x="40970" y="36586"/>
                </a:cubicBezTo>
                <a:cubicBezTo>
                  <a:pt x="39659" y="38523"/>
                  <a:pt x="38173" y="40402"/>
                  <a:pt x="36411" y="42222"/>
                </a:cubicBezTo>
                <a:cubicBezTo>
                  <a:pt x="34649" y="44101"/>
                  <a:pt x="32595" y="45922"/>
                  <a:pt x="30381" y="47684"/>
                </a:cubicBezTo>
                <a:lnTo>
                  <a:pt x="24293" y="43635"/>
                </a:lnTo>
                <a:cubicBezTo>
                  <a:pt x="26857" y="42222"/>
                  <a:pt x="29129" y="40678"/>
                  <a:pt x="31066" y="38916"/>
                </a:cubicBezTo>
                <a:cubicBezTo>
                  <a:pt x="33061" y="37212"/>
                  <a:pt x="34707" y="35275"/>
                  <a:pt x="36076" y="33221"/>
                </a:cubicBezTo>
                <a:cubicBezTo>
                  <a:pt x="37955" y="30440"/>
                  <a:pt x="38858" y="27993"/>
                  <a:pt x="38916" y="25895"/>
                </a:cubicBezTo>
                <a:cubicBezTo>
                  <a:pt x="38974" y="23725"/>
                  <a:pt x="38115" y="22138"/>
                  <a:pt x="36411" y="20944"/>
                </a:cubicBezTo>
                <a:cubicBezTo>
                  <a:pt x="34765" y="19910"/>
                  <a:pt x="33221" y="19633"/>
                  <a:pt x="31634" y="20143"/>
                </a:cubicBezTo>
                <a:cubicBezTo>
                  <a:pt x="30090" y="20652"/>
                  <a:pt x="27701" y="22473"/>
                  <a:pt x="24468" y="25604"/>
                </a:cubicBezTo>
                <a:lnTo>
                  <a:pt x="22648" y="27308"/>
                </a:lnTo>
                <a:cubicBezTo>
                  <a:pt x="19458" y="30440"/>
                  <a:pt x="16501" y="32318"/>
                  <a:pt x="13822" y="32886"/>
                </a:cubicBezTo>
                <a:cubicBezTo>
                  <a:pt x="11215" y="33454"/>
                  <a:pt x="8476" y="32828"/>
                  <a:pt x="5695" y="30949"/>
                </a:cubicBezTo>
                <a:cubicBezTo>
                  <a:pt x="2330" y="28736"/>
                  <a:pt x="510" y="25837"/>
                  <a:pt x="291" y="22196"/>
                </a:cubicBezTo>
                <a:cubicBezTo>
                  <a:pt x="0" y="18613"/>
                  <a:pt x="1369" y="14564"/>
                  <a:pt x="4267" y="10181"/>
                </a:cubicBezTo>
                <a:cubicBezTo>
                  <a:pt x="5695" y="8025"/>
                  <a:pt x="7224" y="6088"/>
                  <a:pt x="8826" y="4384"/>
                </a:cubicBezTo>
                <a:cubicBezTo>
                  <a:pt x="10414" y="2680"/>
                  <a:pt x="12059" y="1194"/>
                  <a:pt x="13763" y="0"/>
                </a:cubicBezTo>
                <a:close/>
                <a:moveTo>
                  <a:pt x="1376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F0D88-79F4-4539-B470-70D3424B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625" y="6017858"/>
            <a:ext cx="57966" cy="38115"/>
          </a:xfrm>
          <a:custGeom xmlns:a="http://schemas.openxmlformats.org/drawingml/2006/main">
            <a:pathLst>
              <a:path w="57966" h="38115">
                <a:moveTo>
                  <a:pt x="3918" y="5345"/>
                </a:moveTo>
                <a:lnTo>
                  <a:pt x="14040" y="12118"/>
                </a:lnTo>
                <a:lnTo>
                  <a:pt x="22123" y="0"/>
                </a:lnTo>
                <a:lnTo>
                  <a:pt x="26682" y="3015"/>
                </a:lnTo>
                <a:lnTo>
                  <a:pt x="18657" y="15132"/>
                </a:lnTo>
                <a:lnTo>
                  <a:pt x="38115" y="28036"/>
                </a:lnTo>
                <a:cubicBezTo>
                  <a:pt x="41013" y="29974"/>
                  <a:pt x="43169" y="30833"/>
                  <a:pt x="44538" y="30600"/>
                </a:cubicBezTo>
                <a:cubicBezTo>
                  <a:pt x="45907" y="30367"/>
                  <a:pt x="47393" y="29012"/>
                  <a:pt x="49038" y="26565"/>
                </a:cubicBezTo>
                <a:lnTo>
                  <a:pt x="53014" y="20478"/>
                </a:lnTo>
                <a:lnTo>
                  <a:pt x="57966" y="23769"/>
                </a:lnTo>
                <a:lnTo>
                  <a:pt x="53932" y="29799"/>
                </a:lnTo>
                <a:cubicBezTo>
                  <a:pt x="50917" y="34357"/>
                  <a:pt x="48004" y="36921"/>
                  <a:pt x="45164" y="37547"/>
                </a:cubicBezTo>
                <a:cubicBezTo>
                  <a:pt x="42324" y="38115"/>
                  <a:pt x="38683" y="36979"/>
                  <a:pt x="34183" y="33964"/>
                </a:cubicBezTo>
                <a:lnTo>
                  <a:pt x="14725" y="21046"/>
                </a:lnTo>
                <a:lnTo>
                  <a:pt x="11826" y="25371"/>
                </a:lnTo>
                <a:lnTo>
                  <a:pt x="7282" y="22356"/>
                </a:lnTo>
                <a:lnTo>
                  <a:pt x="10122" y="18031"/>
                </a:lnTo>
                <a:lnTo>
                  <a:pt x="0" y="11258"/>
                </a:lnTo>
                <a:lnTo>
                  <a:pt x="3918" y="5345"/>
                </a:lnTo>
                <a:close/>
                <a:moveTo>
                  <a:pt x="3918" y="53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E017F-E1A5-461B-A0AA-8E38B066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03" y="5985423"/>
            <a:ext cx="49053" cy="44436"/>
          </a:xfrm>
          <a:custGeom xmlns:a="http://schemas.openxmlformats.org/drawingml/2006/main">
            <a:pathLst>
              <a:path w="49053" h="44436">
                <a:moveTo>
                  <a:pt x="32377" y="4952"/>
                </a:moveTo>
                <a:lnTo>
                  <a:pt x="35217" y="6831"/>
                </a:lnTo>
                <a:lnTo>
                  <a:pt x="17302" y="33906"/>
                </a:lnTo>
                <a:cubicBezTo>
                  <a:pt x="21512" y="36353"/>
                  <a:pt x="25386" y="37154"/>
                  <a:pt x="28969" y="36411"/>
                </a:cubicBezTo>
                <a:cubicBezTo>
                  <a:pt x="32551" y="35610"/>
                  <a:pt x="35625" y="33280"/>
                  <a:pt x="38232" y="29362"/>
                </a:cubicBezTo>
                <a:cubicBezTo>
                  <a:pt x="39717" y="27133"/>
                  <a:pt x="40911" y="24745"/>
                  <a:pt x="41771" y="22240"/>
                </a:cubicBezTo>
                <a:cubicBezTo>
                  <a:pt x="42615" y="19735"/>
                  <a:pt x="43183" y="17128"/>
                  <a:pt x="43475" y="14273"/>
                </a:cubicBezTo>
                <a:lnTo>
                  <a:pt x="49053" y="17972"/>
                </a:lnTo>
                <a:cubicBezTo>
                  <a:pt x="48529" y="20652"/>
                  <a:pt x="47742" y="23274"/>
                  <a:pt x="46766" y="25823"/>
                </a:cubicBezTo>
                <a:cubicBezTo>
                  <a:pt x="45747" y="28328"/>
                  <a:pt x="44494" y="30775"/>
                  <a:pt x="43009" y="33061"/>
                </a:cubicBezTo>
                <a:cubicBezTo>
                  <a:pt x="39207" y="38741"/>
                  <a:pt x="34532" y="42208"/>
                  <a:pt x="28969" y="43300"/>
                </a:cubicBezTo>
                <a:cubicBezTo>
                  <a:pt x="23449" y="44436"/>
                  <a:pt x="17812" y="43125"/>
                  <a:pt x="12118" y="39368"/>
                </a:cubicBezTo>
                <a:cubicBezTo>
                  <a:pt x="6263" y="35450"/>
                  <a:pt x="2680" y="30775"/>
                  <a:pt x="1369" y="25371"/>
                </a:cubicBezTo>
                <a:cubicBezTo>
                  <a:pt x="0" y="19910"/>
                  <a:pt x="1092" y="14448"/>
                  <a:pt x="4675" y="9103"/>
                </a:cubicBezTo>
                <a:cubicBezTo>
                  <a:pt x="7850" y="4267"/>
                  <a:pt x="11957" y="1486"/>
                  <a:pt x="16909" y="743"/>
                </a:cubicBezTo>
                <a:cubicBezTo>
                  <a:pt x="21905" y="0"/>
                  <a:pt x="27032" y="1427"/>
                  <a:pt x="32377" y="4952"/>
                </a:cubicBezTo>
                <a:close/>
                <a:moveTo>
                  <a:pt x="26740" y="9671"/>
                </a:moveTo>
                <a:cubicBezTo>
                  <a:pt x="23507" y="7573"/>
                  <a:pt x="20317" y="6772"/>
                  <a:pt x="17244" y="7282"/>
                </a:cubicBezTo>
                <a:cubicBezTo>
                  <a:pt x="14113" y="7734"/>
                  <a:pt x="11608" y="9438"/>
                  <a:pt x="9729" y="12351"/>
                </a:cubicBezTo>
                <a:cubicBezTo>
                  <a:pt x="7515" y="15642"/>
                  <a:pt x="6714" y="18890"/>
                  <a:pt x="7282" y="22080"/>
                </a:cubicBezTo>
                <a:cubicBezTo>
                  <a:pt x="7807" y="25255"/>
                  <a:pt x="9671" y="28168"/>
                  <a:pt x="12860" y="30658"/>
                </a:cubicBezTo>
                <a:lnTo>
                  <a:pt x="26740" y="9671"/>
                </a:lnTo>
                <a:close/>
                <a:moveTo>
                  <a:pt x="26740" y="96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34801-92BA-4F43-857B-F802633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9" y="5948677"/>
            <a:ext cx="39761" cy="45106"/>
          </a:xfrm>
          <a:custGeom xmlns:a="http://schemas.openxmlformats.org/drawingml/2006/main">
            <a:pathLst>
              <a:path w="39761" h="45106">
                <a:moveTo>
                  <a:pt x="19400" y="3976"/>
                </a:moveTo>
                <a:cubicBezTo>
                  <a:pt x="18599" y="4369"/>
                  <a:pt x="17856" y="4937"/>
                  <a:pt x="17128" y="5564"/>
                </a:cubicBezTo>
                <a:cubicBezTo>
                  <a:pt x="16443" y="6248"/>
                  <a:pt x="15759" y="7049"/>
                  <a:pt x="15191" y="7952"/>
                </a:cubicBezTo>
                <a:cubicBezTo>
                  <a:pt x="12962" y="11317"/>
                  <a:pt x="12336" y="14564"/>
                  <a:pt x="13312" y="17798"/>
                </a:cubicBezTo>
                <a:cubicBezTo>
                  <a:pt x="14273" y="21046"/>
                  <a:pt x="16836" y="24002"/>
                  <a:pt x="20871" y="26682"/>
                </a:cubicBezTo>
                <a:lnTo>
                  <a:pt x="39761" y="39193"/>
                </a:lnTo>
                <a:lnTo>
                  <a:pt x="35843" y="45106"/>
                </a:lnTo>
                <a:lnTo>
                  <a:pt x="0" y="21322"/>
                </a:lnTo>
                <a:lnTo>
                  <a:pt x="3918" y="15409"/>
                </a:lnTo>
                <a:lnTo>
                  <a:pt x="9496" y="19108"/>
                </a:lnTo>
                <a:cubicBezTo>
                  <a:pt x="8127" y="16429"/>
                  <a:pt x="7559" y="13763"/>
                  <a:pt x="7850" y="11084"/>
                </a:cubicBezTo>
                <a:cubicBezTo>
                  <a:pt x="8127" y="8360"/>
                  <a:pt x="9161" y="5622"/>
                  <a:pt x="11098" y="2782"/>
                </a:cubicBezTo>
                <a:cubicBezTo>
                  <a:pt x="11317" y="2389"/>
                  <a:pt x="11666" y="1922"/>
                  <a:pt x="12059" y="1471"/>
                </a:cubicBezTo>
                <a:cubicBezTo>
                  <a:pt x="12394" y="1020"/>
                  <a:pt x="12860" y="510"/>
                  <a:pt x="13370" y="0"/>
                </a:cubicBezTo>
                <a:lnTo>
                  <a:pt x="19400" y="3976"/>
                </a:lnTo>
                <a:close/>
                <a:moveTo>
                  <a:pt x="19400" y="39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2E8B9-819A-4FA2-ABF2-7D4639B4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823" y="5959600"/>
            <a:ext cx="12569" cy="12161"/>
          </a:xfrm>
          <a:custGeom xmlns:a="http://schemas.openxmlformats.org/drawingml/2006/main">
            <a:pathLst>
              <a:path w="12569" h="12161">
                <a:moveTo>
                  <a:pt x="0" y="6758"/>
                </a:moveTo>
                <a:lnTo>
                  <a:pt x="4442" y="0"/>
                </a:lnTo>
                <a:lnTo>
                  <a:pt x="12569" y="5403"/>
                </a:lnTo>
                <a:lnTo>
                  <a:pt x="8141" y="12161"/>
                </a:lnTo>
                <a:lnTo>
                  <a:pt x="0" y="6758"/>
                </a:lnTo>
                <a:close/>
                <a:moveTo>
                  <a:pt x="0" y="67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74DAF-F23C-4EFA-9B1B-EFA5DF9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592" y="5894337"/>
            <a:ext cx="52053" cy="57180"/>
          </a:xfrm>
          <a:custGeom xmlns:a="http://schemas.openxmlformats.org/drawingml/2006/main">
            <a:pathLst>
              <a:path w="52053" h="57180">
                <a:moveTo>
                  <a:pt x="9612" y="22531"/>
                </a:moveTo>
                <a:lnTo>
                  <a:pt x="27541" y="34474"/>
                </a:lnTo>
                <a:lnTo>
                  <a:pt x="32945" y="26347"/>
                </a:lnTo>
                <a:cubicBezTo>
                  <a:pt x="34940" y="23332"/>
                  <a:pt x="35726" y="20478"/>
                  <a:pt x="35217" y="17812"/>
                </a:cubicBezTo>
                <a:cubicBezTo>
                  <a:pt x="34765" y="15132"/>
                  <a:pt x="33119" y="12802"/>
                  <a:pt x="30207" y="10923"/>
                </a:cubicBezTo>
                <a:cubicBezTo>
                  <a:pt x="27366" y="8986"/>
                  <a:pt x="24643" y="8360"/>
                  <a:pt x="21963" y="8986"/>
                </a:cubicBezTo>
                <a:cubicBezTo>
                  <a:pt x="19342" y="9612"/>
                  <a:pt x="17011" y="11375"/>
                  <a:pt x="15030" y="14390"/>
                </a:cubicBezTo>
                <a:lnTo>
                  <a:pt x="9612" y="22531"/>
                </a:lnTo>
                <a:close/>
                <a:moveTo>
                  <a:pt x="0" y="25488"/>
                </a:moveTo>
                <a:lnTo>
                  <a:pt x="9671" y="10865"/>
                </a:lnTo>
                <a:cubicBezTo>
                  <a:pt x="13254" y="5520"/>
                  <a:pt x="17128" y="2272"/>
                  <a:pt x="21395" y="1136"/>
                </a:cubicBezTo>
                <a:cubicBezTo>
                  <a:pt x="25604" y="0"/>
                  <a:pt x="30105" y="961"/>
                  <a:pt x="34765" y="4093"/>
                </a:cubicBezTo>
                <a:cubicBezTo>
                  <a:pt x="39484" y="7224"/>
                  <a:pt x="42106" y="10982"/>
                  <a:pt x="42732" y="15307"/>
                </a:cubicBezTo>
                <a:cubicBezTo>
                  <a:pt x="43300" y="19633"/>
                  <a:pt x="41814" y="24468"/>
                  <a:pt x="38290" y="29872"/>
                </a:cubicBezTo>
                <a:lnTo>
                  <a:pt x="32886" y="37998"/>
                </a:lnTo>
                <a:lnTo>
                  <a:pt x="52053" y="50699"/>
                </a:lnTo>
                <a:lnTo>
                  <a:pt x="47800" y="57180"/>
                </a:lnTo>
                <a:lnTo>
                  <a:pt x="0" y="25488"/>
                </a:lnTo>
                <a:close/>
                <a:moveTo>
                  <a:pt x="0" y="254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BA2A6-9DCA-47A0-8857-82251CF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688" y="5868514"/>
            <a:ext cx="39775" cy="45106"/>
          </a:xfrm>
          <a:custGeom xmlns:a="http://schemas.openxmlformats.org/drawingml/2006/main">
            <a:pathLst>
              <a:path w="39775" h="45106">
                <a:moveTo>
                  <a:pt x="19400" y="3976"/>
                </a:moveTo>
                <a:cubicBezTo>
                  <a:pt x="18599" y="4369"/>
                  <a:pt x="17871" y="4937"/>
                  <a:pt x="17128" y="5564"/>
                </a:cubicBezTo>
                <a:cubicBezTo>
                  <a:pt x="16443" y="6248"/>
                  <a:pt x="15759" y="7049"/>
                  <a:pt x="15191" y="7967"/>
                </a:cubicBezTo>
                <a:cubicBezTo>
                  <a:pt x="12977" y="11317"/>
                  <a:pt x="12351" y="14564"/>
                  <a:pt x="13312" y="17798"/>
                </a:cubicBezTo>
                <a:cubicBezTo>
                  <a:pt x="14288" y="21046"/>
                  <a:pt x="16836" y="23944"/>
                  <a:pt x="20885" y="26682"/>
                </a:cubicBezTo>
                <a:lnTo>
                  <a:pt x="39775" y="39193"/>
                </a:lnTo>
                <a:lnTo>
                  <a:pt x="35843" y="45106"/>
                </a:lnTo>
                <a:lnTo>
                  <a:pt x="0" y="21337"/>
                </a:lnTo>
                <a:lnTo>
                  <a:pt x="3932" y="15409"/>
                </a:lnTo>
                <a:lnTo>
                  <a:pt x="9511" y="19108"/>
                </a:lnTo>
                <a:cubicBezTo>
                  <a:pt x="8141" y="16443"/>
                  <a:pt x="7573" y="13763"/>
                  <a:pt x="7850" y="11084"/>
                </a:cubicBezTo>
                <a:cubicBezTo>
                  <a:pt x="8141" y="8360"/>
                  <a:pt x="9161" y="5622"/>
                  <a:pt x="11098" y="2782"/>
                </a:cubicBezTo>
                <a:cubicBezTo>
                  <a:pt x="11317" y="2389"/>
                  <a:pt x="11666" y="1922"/>
                  <a:pt x="12059" y="1471"/>
                </a:cubicBezTo>
                <a:cubicBezTo>
                  <a:pt x="12409" y="1020"/>
                  <a:pt x="12860" y="510"/>
                  <a:pt x="13370" y="0"/>
                </a:cubicBezTo>
                <a:lnTo>
                  <a:pt x="19400" y="3976"/>
                </a:lnTo>
                <a:close/>
                <a:moveTo>
                  <a:pt x="19400" y="39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A86CD-DAEC-41CE-A9C3-49615C9C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690" y="5840230"/>
            <a:ext cx="46417" cy="43868"/>
          </a:xfrm>
          <a:custGeom xmlns:a="http://schemas.openxmlformats.org/drawingml/2006/main">
            <a:pathLst>
              <a:path w="46417" h="43868">
                <a:moveTo>
                  <a:pt x="9379" y="12744"/>
                </a:moveTo>
                <a:cubicBezTo>
                  <a:pt x="7282" y="15933"/>
                  <a:pt x="6874" y="19240"/>
                  <a:pt x="8127" y="22706"/>
                </a:cubicBezTo>
                <a:cubicBezTo>
                  <a:pt x="9379" y="26172"/>
                  <a:pt x="12118" y="29362"/>
                  <a:pt x="16429" y="32202"/>
                </a:cubicBezTo>
                <a:cubicBezTo>
                  <a:pt x="20696" y="35056"/>
                  <a:pt x="24687" y="36353"/>
                  <a:pt x="28328" y="36193"/>
                </a:cubicBezTo>
                <a:cubicBezTo>
                  <a:pt x="32027" y="35959"/>
                  <a:pt x="34925" y="34314"/>
                  <a:pt x="37037" y="31124"/>
                </a:cubicBezTo>
                <a:cubicBezTo>
                  <a:pt x="39135" y="27993"/>
                  <a:pt x="39528" y="24701"/>
                  <a:pt x="38275" y="21220"/>
                </a:cubicBezTo>
                <a:cubicBezTo>
                  <a:pt x="37037" y="17754"/>
                  <a:pt x="34241" y="14564"/>
                  <a:pt x="29974" y="11724"/>
                </a:cubicBezTo>
                <a:cubicBezTo>
                  <a:pt x="25706" y="8943"/>
                  <a:pt x="21788" y="7632"/>
                  <a:pt x="18031" y="7792"/>
                </a:cubicBezTo>
                <a:cubicBezTo>
                  <a:pt x="14331" y="7967"/>
                  <a:pt x="11491" y="9612"/>
                  <a:pt x="9379" y="12744"/>
                </a:cubicBezTo>
                <a:close/>
                <a:moveTo>
                  <a:pt x="4369" y="9452"/>
                </a:moveTo>
                <a:cubicBezTo>
                  <a:pt x="7792" y="4326"/>
                  <a:pt x="12118" y="1427"/>
                  <a:pt x="17404" y="743"/>
                </a:cubicBezTo>
                <a:cubicBezTo>
                  <a:pt x="22633" y="0"/>
                  <a:pt x="28211" y="1602"/>
                  <a:pt x="34124" y="5462"/>
                </a:cubicBezTo>
                <a:cubicBezTo>
                  <a:pt x="39994" y="9394"/>
                  <a:pt x="43635" y="13880"/>
                  <a:pt x="44989" y="19065"/>
                </a:cubicBezTo>
                <a:cubicBezTo>
                  <a:pt x="46417" y="24177"/>
                  <a:pt x="45397" y="29304"/>
                  <a:pt x="42033" y="34430"/>
                </a:cubicBezTo>
                <a:cubicBezTo>
                  <a:pt x="38625" y="39601"/>
                  <a:pt x="34299" y="42499"/>
                  <a:pt x="29012" y="43183"/>
                </a:cubicBezTo>
                <a:cubicBezTo>
                  <a:pt x="23711" y="43868"/>
                  <a:pt x="18147" y="42280"/>
                  <a:pt x="12278" y="38406"/>
                </a:cubicBezTo>
                <a:cubicBezTo>
                  <a:pt x="6423" y="34474"/>
                  <a:pt x="2782" y="29988"/>
                  <a:pt x="1354" y="24861"/>
                </a:cubicBezTo>
                <a:cubicBezTo>
                  <a:pt x="0" y="19749"/>
                  <a:pt x="961" y="14623"/>
                  <a:pt x="4369" y="9452"/>
                </a:cubicBezTo>
                <a:close/>
                <a:moveTo>
                  <a:pt x="4369" y="945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43D50-FC6F-4D36-AF17-6894F8A1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202" y="5801212"/>
            <a:ext cx="52577" cy="44989"/>
          </a:xfrm>
          <a:custGeom xmlns:a="http://schemas.openxmlformats.org/drawingml/2006/main">
            <a:pathLst>
              <a:path w="52577" h="44989">
                <a:moveTo>
                  <a:pt x="26798" y="18366"/>
                </a:moveTo>
                <a:cubicBezTo>
                  <a:pt x="23609" y="23143"/>
                  <a:pt x="21963" y="26784"/>
                  <a:pt x="21847" y="29347"/>
                </a:cubicBezTo>
                <a:cubicBezTo>
                  <a:pt x="21672" y="31911"/>
                  <a:pt x="22924" y="34066"/>
                  <a:pt x="25604" y="35785"/>
                </a:cubicBezTo>
                <a:cubicBezTo>
                  <a:pt x="27658" y="37197"/>
                  <a:pt x="29755" y="37605"/>
                  <a:pt x="31925" y="37037"/>
                </a:cubicBezTo>
                <a:cubicBezTo>
                  <a:pt x="34081" y="36455"/>
                  <a:pt x="35901" y="34984"/>
                  <a:pt x="37489" y="32653"/>
                </a:cubicBezTo>
                <a:cubicBezTo>
                  <a:pt x="39659" y="29347"/>
                  <a:pt x="40227" y="25997"/>
                  <a:pt x="39251" y="22473"/>
                </a:cubicBezTo>
                <a:cubicBezTo>
                  <a:pt x="38232" y="18992"/>
                  <a:pt x="35785" y="15919"/>
                  <a:pt x="31969" y="13414"/>
                </a:cubicBezTo>
                <a:lnTo>
                  <a:pt x="30673" y="12511"/>
                </a:lnTo>
                <a:lnTo>
                  <a:pt x="26798" y="18366"/>
                </a:lnTo>
                <a:close/>
                <a:moveTo>
                  <a:pt x="32144" y="4996"/>
                </a:moveTo>
                <a:lnTo>
                  <a:pt x="52577" y="18599"/>
                </a:lnTo>
                <a:lnTo>
                  <a:pt x="48645" y="24454"/>
                </a:lnTo>
                <a:lnTo>
                  <a:pt x="43242" y="20871"/>
                </a:lnTo>
                <a:cubicBezTo>
                  <a:pt x="44494" y="23667"/>
                  <a:pt x="45004" y="26391"/>
                  <a:pt x="44713" y="29071"/>
                </a:cubicBezTo>
                <a:cubicBezTo>
                  <a:pt x="44436" y="31794"/>
                  <a:pt x="43300" y="34590"/>
                  <a:pt x="41363" y="37489"/>
                </a:cubicBezTo>
                <a:cubicBezTo>
                  <a:pt x="38974" y="41130"/>
                  <a:pt x="35959" y="43402"/>
                  <a:pt x="32493" y="44203"/>
                </a:cubicBezTo>
                <a:cubicBezTo>
                  <a:pt x="28954" y="44989"/>
                  <a:pt x="25488" y="44261"/>
                  <a:pt x="22080" y="41916"/>
                </a:cubicBezTo>
                <a:cubicBezTo>
                  <a:pt x="18031" y="39251"/>
                  <a:pt x="15875" y="35887"/>
                  <a:pt x="15642" y="31852"/>
                </a:cubicBezTo>
                <a:cubicBezTo>
                  <a:pt x="15365" y="27818"/>
                  <a:pt x="17011" y="23099"/>
                  <a:pt x="20536" y="17739"/>
                </a:cubicBezTo>
                <a:lnTo>
                  <a:pt x="26056" y="9496"/>
                </a:lnTo>
                <a:lnTo>
                  <a:pt x="25488" y="9103"/>
                </a:lnTo>
                <a:cubicBezTo>
                  <a:pt x="22764" y="7282"/>
                  <a:pt x="20084" y="6758"/>
                  <a:pt x="17404" y="7559"/>
                </a:cubicBezTo>
                <a:cubicBezTo>
                  <a:pt x="14739" y="8360"/>
                  <a:pt x="12351" y="10399"/>
                  <a:pt x="10181" y="13589"/>
                </a:cubicBezTo>
                <a:cubicBezTo>
                  <a:pt x="8826" y="15642"/>
                  <a:pt x="7734" y="17798"/>
                  <a:pt x="6947" y="20070"/>
                </a:cubicBezTo>
                <a:cubicBezTo>
                  <a:pt x="6146" y="22356"/>
                  <a:pt x="5695" y="24687"/>
                  <a:pt x="5462" y="27133"/>
                </a:cubicBezTo>
                <a:lnTo>
                  <a:pt x="0" y="23551"/>
                </a:lnTo>
                <a:cubicBezTo>
                  <a:pt x="626" y="20813"/>
                  <a:pt x="1369" y="18307"/>
                  <a:pt x="2330" y="16035"/>
                </a:cubicBezTo>
                <a:cubicBezTo>
                  <a:pt x="3248" y="13705"/>
                  <a:pt x="4326" y="11593"/>
                  <a:pt x="5636" y="9729"/>
                </a:cubicBezTo>
                <a:cubicBezTo>
                  <a:pt x="9044" y="4486"/>
                  <a:pt x="12977" y="1529"/>
                  <a:pt x="17361" y="728"/>
                </a:cubicBezTo>
                <a:cubicBezTo>
                  <a:pt x="21730" y="0"/>
                  <a:pt x="26682" y="1413"/>
                  <a:pt x="32144" y="4996"/>
                </a:cubicBezTo>
                <a:close/>
                <a:moveTo>
                  <a:pt x="32144" y="49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04AC5-3AD8-48E5-9081-EE6BE02C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447" y="5758990"/>
            <a:ext cx="47101" cy="44669"/>
          </a:xfrm>
          <a:custGeom xmlns:a="http://schemas.openxmlformats.org/drawingml/2006/main">
            <a:pathLst>
              <a:path w="47101" h="44669">
                <a:moveTo>
                  <a:pt x="14055" y="0"/>
                </a:moveTo>
                <a:lnTo>
                  <a:pt x="19516" y="3699"/>
                </a:lnTo>
                <a:cubicBezTo>
                  <a:pt x="17521" y="4719"/>
                  <a:pt x="15700" y="5971"/>
                  <a:pt x="14171" y="7340"/>
                </a:cubicBezTo>
                <a:cubicBezTo>
                  <a:pt x="12569" y="8710"/>
                  <a:pt x="11215" y="10239"/>
                  <a:pt x="10064" y="11943"/>
                </a:cubicBezTo>
                <a:cubicBezTo>
                  <a:pt x="7573" y="15759"/>
                  <a:pt x="6831" y="19516"/>
                  <a:pt x="7792" y="23274"/>
                </a:cubicBezTo>
                <a:cubicBezTo>
                  <a:pt x="8811" y="26973"/>
                  <a:pt x="11550" y="30265"/>
                  <a:pt x="15933" y="33163"/>
                </a:cubicBezTo>
                <a:cubicBezTo>
                  <a:pt x="20259" y="36076"/>
                  <a:pt x="24410" y="37270"/>
                  <a:pt x="28211" y="36761"/>
                </a:cubicBezTo>
                <a:cubicBezTo>
                  <a:pt x="32027" y="36236"/>
                  <a:pt x="35217" y="34081"/>
                  <a:pt x="37722" y="30265"/>
                </a:cubicBezTo>
                <a:cubicBezTo>
                  <a:pt x="38858" y="28561"/>
                  <a:pt x="39761" y="26740"/>
                  <a:pt x="40387" y="24745"/>
                </a:cubicBezTo>
                <a:cubicBezTo>
                  <a:pt x="41072" y="22764"/>
                  <a:pt x="41479" y="20652"/>
                  <a:pt x="41640" y="18380"/>
                </a:cubicBezTo>
                <a:lnTo>
                  <a:pt x="47101" y="21963"/>
                </a:lnTo>
                <a:cubicBezTo>
                  <a:pt x="46766" y="24119"/>
                  <a:pt x="46257" y="26230"/>
                  <a:pt x="45455" y="28226"/>
                </a:cubicBezTo>
                <a:cubicBezTo>
                  <a:pt x="44654" y="30265"/>
                  <a:pt x="43635" y="32260"/>
                  <a:pt x="42324" y="34255"/>
                </a:cubicBezTo>
                <a:cubicBezTo>
                  <a:pt x="38741" y="39659"/>
                  <a:pt x="34197" y="42790"/>
                  <a:pt x="28677" y="43751"/>
                </a:cubicBezTo>
                <a:cubicBezTo>
                  <a:pt x="23157" y="44669"/>
                  <a:pt x="17521" y="43183"/>
                  <a:pt x="11783" y="39368"/>
                </a:cubicBezTo>
                <a:cubicBezTo>
                  <a:pt x="5971" y="35508"/>
                  <a:pt x="2389" y="30833"/>
                  <a:pt x="1194" y="25429"/>
                </a:cubicBezTo>
                <a:cubicBezTo>
                  <a:pt x="0" y="19968"/>
                  <a:pt x="1253" y="14448"/>
                  <a:pt x="4952" y="8870"/>
                </a:cubicBezTo>
                <a:cubicBezTo>
                  <a:pt x="6146" y="7064"/>
                  <a:pt x="7515" y="5403"/>
                  <a:pt x="9044" y="3932"/>
                </a:cubicBezTo>
                <a:cubicBezTo>
                  <a:pt x="10530" y="2447"/>
                  <a:pt x="12234" y="1136"/>
                  <a:pt x="14055" y="0"/>
                </a:cubicBezTo>
                <a:close/>
                <a:moveTo>
                  <a:pt x="1405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0933C-8FE7-4488-BEC6-1F8A1AB5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666" y="5729920"/>
            <a:ext cx="57966" cy="38173"/>
          </a:xfrm>
          <a:custGeom xmlns:a="http://schemas.openxmlformats.org/drawingml/2006/main">
            <a:pathLst>
              <a:path w="57966" h="38173">
                <a:moveTo>
                  <a:pt x="3918" y="5345"/>
                </a:moveTo>
                <a:lnTo>
                  <a:pt x="14113" y="12118"/>
                </a:lnTo>
                <a:lnTo>
                  <a:pt x="22123" y="0"/>
                </a:lnTo>
                <a:lnTo>
                  <a:pt x="26740" y="3015"/>
                </a:lnTo>
                <a:lnTo>
                  <a:pt x="18657" y="15132"/>
                </a:lnTo>
                <a:lnTo>
                  <a:pt x="38115" y="28051"/>
                </a:lnTo>
                <a:cubicBezTo>
                  <a:pt x="41072" y="29988"/>
                  <a:pt x="43183" y="30833"/>
                  <a:pt x="44538" y="30614"/>
                </a:cubicBezTo>
                <a:cubicBezTo>
                  <a:pt x="45907" y="30381"/>
                  <a:pt x="47393" y="29012"/>
                  <a:pt x="49038" y="26565"/>
                </a:cubicBezTo>
                <a:lnTo>
                  <a:pt x="53073" y="20536"/>
                </a:lnTo>
                <a:lnTo>
                  <a:pt x="57966" y="23784"/>
                </a:lnTo>
                <a:lnTo>
                  <a:pt x="53990" y="29813"/>
                </a:lnTo>
                <a:cubicBezTo>
                  <a:pt x="50975" y="34357"/>
                  <a:pt x="48019" y="36921"/>
                  <a:pt x="45164" y="37547"/>
                </a:cubicBezTo>
                <a:cubicBezTo>
                  <a:pt x="42324" y="38173"/>
                  <a:pt x="38683" y="36979"/>
                  <a:pt x="34183" y="33964"/>
                </a:cubicBezTo>
                <a:lnTo>
                  <a:pt x="14725" y="21104"/>
                </a:lnTo>
                <a:lnTo>
                  <a:pt x="11885" y="25371"/>
                </a:lnTo>
                <a:lnTo>
                  <a:pt x="7282" y="22356"/>
                </a:lnTo>
                <a:lnTo>
                  <a:pt x="10181" y="18031"/>
                </a:lnTo>
                <a:lnTo>
                  <a:pt x="0" y="11258"/>
                </a:lnTo>
                <a:lnTo>
                  <a:pt x="3918" y="5345"/>
                </a:lnTo>
                <a:close/>
                <a:moveTo>
                  <a:pt x="3918" y="53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A90EB-52AE-43EB-B49C-BB9C9471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978" y="5707054"/>
            <a:ext cx="53699" cy="38916"/>
          </a:xfrm>
          <a:custGeom xmlns:a="http://schemas.openxmlformats.org/drawingml/2006/main">
            <a:pathLst>
              <a:path w="53699" h="38916">
                <a:moveTo>
                  <a:pt x="13996" y="15132"/>
                </a:moveTo>
                <a:lnTo>
                  <a:pt x="17856" y="9219"/>
                </a:lnTo>
                <a:lnTo>
                  <a:pt x="53699" y="32988"/>
                </a:lnTo>
                <a:lnTo>
                  <a:pt x="49781" y="38916"/>
                </a:lnTo>
                <a:lnTo>
                  <a:pt x="13996" y="15132"/>
                </a:lnTo>
                <a:close/>
                <a:moveTo>
                  <a:pt x="0" y="5855"/>
                </a:moveTo>
                <a:lnTo>
                  <a:pt x="3918" y="0"/>
                </a:lnTo>
                <a:lnTo>
                  <a:pt x="11375" y="4952"/>
                </a:lnTo>
                <a:lnTo>
                  <a:pt x="7457" y="10807"/>
                </a:lnTo>
                <a:lnTo>
                  <a:pt x="0" y="5855"/>
                </a:lnTo>
                <a:close/>
                <a:moveTo>
                  <a:pt x="0" y="58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CE1EE-C018-442C-B3F2-832C322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37" y="5673308"/>
            <a:ext cx="50072" cy="45237"/>
          </a:xfrm>
          <a:custGeom xmlns:a="http://schemas.openxmlformats.org/drawingml/2006/main">
            <a:pathLst>
              <a:path w="50072" h="45237">
                <a:moveTo>
                  <a:pt x="0" y="34882"/>
                </a:moveTo>
                <a:lnTo>
                  <a:pt x="4107" y="28619"/>
                </a:lnTo>
                <a:lnTo>
                  <a:pt x="41654" y="37387"/>
                </a:lnTo>
                <a:lnTo>
                  <a:pt x="19007" y="6263"/>
                </a:lnTo>
                <a:lnTo>
                  <a:pt x="23099" y="0"/>
                </a:lnTo>
                <a:lnTo>
                  <a:pt x="50072" y="37212"/>
                </a:lnTo>
                <a:lnTo>
                  <a:pt x="44727" y="45237"/>
                </a:lnTo>
                <a:lnTo>
                  <a:pt x="0" y="34882"/>
                </a:lnTo>
                <a:close/>
                <a:moveTo>
                  <a:pt x="0" y="348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0CF79-3CA7-4C37-80DD-CE255971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182" y="5640480"/>
            <a:ext cx="49038" cy="44494"/>
          </a:xfrm>
          <a:custGeom xmlns:a="http://schemas.openxmlformats.org/drawingml/2006/main">
            <a:pathLst>
              <a:path w="49038" h="44494">
                <a:moveTo>
                  <a:pt x="32377" y="4952"/>
                </a:moveTo>
                <a:lnTo>
                  <a:pt x="35217" y="6889"/>
                </a:lnTo>
                <a:lnTo>
                  <a:pt x="17302" y="33964"/>
                </a:lnTo>
                <a:cubicBezTo>
                  <a:pt x="21512" y="36353"/>
                  <a:pt x="25371" y="37212"/>
                  <a:pt x="28954" y="36411"/>
                </a:cubicBezTo>
                <a:cubicBezTo>
                  <a:pt x="32551" y="35683"/>
                  <a:pt x="35625" y="33294"/>
                  <a:pt x="38232" y="29420"/>
                </a:cubicBezTo>
                <a:cubicBezTo>
                  <a:pt x="39717" y="27148"/>
                  <a:pt x="40911" y="24759"/>
                  <a:pt x="41756" y="22313"/>
                </a:cubicBezTo>
                <a:cubicBezTo>
                  <a:pt x="42615" y="19808"/>
                  <a:pt x="43183" y="17128"/>
                  <a:pt x="43475" y="14288"/>
                </a:cubicBezTo>
                <a:lnTo>
                  <a:pt x="49038" y="17987"/>
                </a:lnTo>
                <a:cubicBezTo>
                  <a:pt x="48529" y="20711"/>
                  <a:pt x="47742" y="23332"/>
                  <a:pt x="46766" y="25837"/>
                </a:cubicBezTo>
                <a:cubicBezTo>
                  <a:pt x="45747" y="28401"/>
                  <a:pt x="44494" y="30789"/>
                  <a:pt x="43009" y="33061"/>
                </a:cubicBezTo>
                <a:cubicBezTo>
                  <a:pt x="39207" y="38800"/>
                  <a:pt x="34532" y="42222"/>
                  <a:pt x="28954" y="43358"/>
                </a:cubicBezTo>
                <a:cubicBezTo>
                  <a:pt x="23449" y="44494"/>
                  <a:pt x="17812" y="43125"/>
                  <a:pt x="12118" y="39382"/>
                </a:cubicBezTo>
                <a:cubicBezTo>
                  <a:pt x="6263" y="35508"/>
                  <a:pt x="2680" y="30847"/>
                  <a:pt x="1369" y="25386"/>
                </a:cubicBezTo>
                <a:cubicBezTo>
                  <a:pt x="0" y="19924"/>
                  <a:pt x="1078" y="14506"/>
                  <a:pt x="4675" y="9103"/>
                </a:cubicBezTo>
                <a:cubicBezTo>
                  <a:pt x="7850" y="4326"/>
                  <a:pt x="11957" y="1544"/>
                  <a:pt x="16895" y="801"/>
                </a:cubicBezTo>
                <a:cubicBezTo>
                  <a:pt x="21905" y="0"/>
                  <a:pt x="27032" y="1427"/>
                  <a:pt x="32377" y="4952"/>
                </a:cubicBezTo>
                <a:close/>
                <a:moveTo>
                  <a:pt x="26740" y="9671"/>
                </a:moveTo>
                <a:cubicBezTo>
                  <a:pt x="23507" y="7632"/>
                  <a:pt x="20317" y="6831"/>
                  <a:pt x="17244" y="7282"/>
                </a:cubicBezTo>
                <a:cubicBezTo>
                  <a:pt x="14113" y="7807"/>
                  <a:pt x="11608" y="9452"/>
                  <a:pt x="9729" y="12351"/>
                </a:cubicBezTo>
                <a:cubicBezTo>
                  <a:pt x="7515" y="15657"/>
                  <a:pt x="6714" y="18890"/>
                  <a:pt x="7282" y="22080"/>
                </a:cubicBezTo>
                <a:cubicBezTo>
                  <a:pt x="7792" y="25327"/>
                  <a:pt x="9671" y="28168"/>
                  <a:pt x="12860" y="30731"/>
                </a:cubicBezTo>
                <a:lnTo>
                  <a:pt x="26740" y="9671"/>
                </a:lnTo>
                <a:close/>
                <a:moveTo>
                  <a:pt x="26740" y="96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7F914-45DE-4B28-8266-1DC0247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630" y="5589111"/>
            <a:ext cx="59408" cy="59801"/>
          </a:xfrm>
          <a:custGeom xmlns:a="http://schemas.openxmlformats.org/drawingml/2006/main">
            <a:pathLst>
              <a:path w="59408" h="59801">
                <a:moveTo>
                  <a:pt x="16676" y="0"/>
                </a:moveTo>
                <a:lnTo>
                  <a:pt x="22997" y="4151"/>
                </a:lnTo>
                <a:cubicBezTo>
                  <a:pt x="20201" y="5855"/>
                  <a:pt x="17754" y="7573"/>
                  <a:pt x="15759" y="9394"/>
                </a:cubicBezTo>
                <a:cubicBezTo>
                  <a:pt x="13720" y="11156"/>
                  <a:pt x="12074" y="13093"/>
                  <a:pt x="10705" y="15074"/>
                </a:cubicBezTo>
                <a:cubicBezTo>
                  <a:pt x="8375" y="18599"/>
                  <a:pt x="7224" y="21788"/>
                  <a:pt x="7340" y="24585"/>
                </a:cubicBezTo>
                <a:cubicBezTo>
                  <a:pt x="7457" y="27425"/>
                  <a:pt x="8768" y="29639"/>
                  <a:pt x="11273" y="31343"/>
                </a:cubicBezTo>
                <a:cubicBezTo>
                  <a:pt x="13370" y="32712"/>
                  <a:pt x="15424" y="33163"/>
                  <a:pt x="17361" y="32595"/>
                </a:cubicBezTo>
                <a:cubicBezTo>
                  <a:pt x="19240" y="32027"/>
                  <a:pt x="21745" y="30207"/>
                  <a:pt x="24759" y="27133"/>
                </a:cubicBezTo>
                <a:lnTo>
                  <a:pt x="28109" y="23725"/>
                </a:lnTo>
                <a:cubicBezTo>
                  <a:pt x="32202" y="19516"/>
                  <a:pt x="36193" y="17069"/>
                  <a:pt x="40052" y="16268"/>
                </a:cubicBezTo>
                <a:cubicBezTo>
                  <a:pt x="43868" y="15526"/>
                  <a:pt x="47742" y="16443"/>
                  <a:pt x="51602" y="19007"/>
                </a:cubicBezTo>
                <a:cubicBezTo>
                  <a:pt x="56277" y="22080"/>
                  <a:pt x="58724" y="25997"/>
                  <a:pt x="59059" y="30673"/>
                </a:cubicBezTo>
                <a:cubicBezTo>
                  <a:pt x="59408" y="35333"/>
                  <a:pt x="57588" y="40678"/>
                  <a:pt x="53597" y="46708"/>
                </a:cubicBezTo>
                <a:cubicBezTo>
                  <a:pt x="52126" y="48922"/>
                  <a:pt x="50247" y="51208"/>
                  <a:pt x="48019" y="53364"/>
                </a:cubicBezTo>
                <a:cubicBezTo>
                  <a:pt x="45863" y="55578"/>
                  <a:pt x="43300" y="57748"/>
                  <a:pt x="40518" y="59801"/>
                </a:cubicBezTo>
                <a:lnTo>
                  <a:pt x="33862" y="55359"/>
                </a:lnTo>
                <a:cubicBezTo>
                  <a:pt x="37037" y="53757"/>
                  <a:pt x="39892" y="51893"/>
                  <a:pt x="42280" y="49898"/>
                </a:cubicBezTo>
                <a:cubicBezTo>
                  <a:pt x="44727" y="47844"/>
                  <a:pt x="46708" y="45630"/>
                  <a:pt x="48368" y="43183"/>
                </a:cubicBezTo>
                <a:cubicBezTo>
                  <a:pt x="50815" y="39484"/>
                  <a:pt x="51951" y="36178"/>
                  <a:pt x="51835" y="33221"/>
                </a:cubicBezTo>
                <a:cubicBezTo>
                  <a:pt x="51718" y="30265"/>
                  <a:pt x="50305" y="27876"/>
                  <a:pt x="47626" y="26056"/>
                </a:cubicBezTo>
                <a:cubicBezTo>
                  <a:pt x="45295" y="24526"/>
                  <a:pt x="42965" y="24017"/>
                  <a:pt x="40678" y="24585"/>
                </a:cubicBezTo>
                <a:cubicBezTo>
                  <a:pt x="38406" y="25153"/>
                  <a:pt x="35843" y="26857"/>
                  <a:pt x="33003" y="29697"/>
                </a:cubicBezTo>
                <a:lnTo>
                  <a:pt x="29653" y="33105"/>
                </a:lnTo>
                <a:cubicBezTo>
                  <a:pt x="25488" y="37329"/>
                  <a:pt x="21628" y="39819"/>
                  <a:pt x="18147" y="40620"/>
                </a:cubicBezTo>
                <a:cubicBezTo>
                  <a:pt x="14681" y="41421"/>
                  <a:pt x="11156" y="40562"/>
                  <a:pt x="7457" y="38173"/>
                </a:cubicBezTo>
                <a:cubicBezTo>
                  <a:pt x="3248" y="35333"/>
                  <a:pt x="918" y="31692"/>
                  <a:pt x="466" y="27075"/>
                </a:cubicBezTo>
                <a:cubicBezTo>
                  <a:pt x="0" y="22473"/>
                  <a:pt x="1486" y="17579"/>
                  <a:pt x="4952" y="12351"/>
                </a:cubicBezTo>
                <a:cubicBezTo>
                  <a:pt x="6496" y="10122"/>
                  <a:pt x="8200" y="7967"/>
                  <a:pt x="10137" y="5913"/>
                </a:cubicBezTo>
                <a:cubicBezTo>
                  <a:pt x="12074" y="3874"/>
                  <a:pt x="14288" y="1879"/>
                  <a:pt x="16676" y="0"/>
                </a:cubicBezTo>
                <a:close/>
                <a:moveTo>
                  <a:pt x="1667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7B05B-50D3-45F0-B640-7D4EB0EF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025" y="5558162"/>
            <a:ext cx="69691" cy="49097"/>
          </a:xfrm>
          <a:custGeom xmlns:a="http://schemas.openxmlformats.org/drawingml/2006/main">
            <a:pathLst>
              <a:path w="69691" h="49097">
                <a:moveTo>
                  <a:pt x="48077" y="4719"/>
                </a:moveTo>
                <a:lnTo>
                  <a:pt x="69691" y="19123"/>
                </a:lnTo>
                <a:lnTo>
                  <a:pt x="65773" y="24978"/>
                </a:lnTo>
                <a:lnTo>
                  <a:pt x="44378" y="10749"/>
                </a:lnTo>
                <a:cubicBezTo>
                  <a:pt x="40970" y="8476"/>
                  <a:pt x="38013" y="7515"/>
                  <a:pt x="35450" y="7675"/>
                </a:cubicBezTo>
                <a:cubicBezTo>
                  <a:pt x="32886" y="7908"/>
                  <a:pt x="30731" y="9336"/>
                  <a:pt x="28954" y="11943"/>
                </a:cubicBezTo>
                <a:cubicBezTo>
                  <a:pt x="26857" y="15132"/>
                  <a:pt x="26172" y="18322"/>
                  <a:pt x="27032" y="21512"/>
                </a:cubicBezTo>
                <a:cubicBezTo>
                  <a:pt x="27818" y="24687"/>
                  <a:pt x="29930" y="27425"/>
                  <a:pt x="33454" y="29755"/>
                </a:cubicBezTo>
                <a:lnTo>
                  <a:pt x="53713" y="43183"/>
                </a:lnTo>
                <a:lnTo>
                  <a:pt x="49781" y="49097"/>
                </a:lnTo>
                <a:lnTo>
                  <a:pt x="0" y="16108"/>
                </a:lnTo>
                <a:lnTo>
                  <a:pt x="3932" y="10181"/>
                </a:lnTo>
                <a:lnTo>
                  <a:pt x="23449" y="23099"/>
                </a:lnTo>
                <a:cubicBezTo>
                  <a:pt x="22240" y="20259"/>
                  <a:pt x="21730" y="17521"/>
                  <a:pt x="21905" y="14914"/>
                </a:cubicBezTo>
                <a:cubicBezTo>
                  <a:pt x="22138" y="12292"/>
                  <a:pt x="23041" y="9729"/>
                  <a:pt x="24687" y="7282"/>
                </a:cubicBezTo>
                <a:cubicBezTo>
                  <a:pt x="27425" y="3131"/>
                  <a:pt x="30775" y="859"/>
                  <a:pt x="34707" y="451"/>
                </a:cubicBezTo>
                <a:cubicBezTo>
                  <a:pt x="38683" y="0"/>
                  <a:pt x="43125" y="1486"/>
                  <a:pt x="48077" y="4719"/>
                </a:cubicBezTo>
                <a:close/>
                <a:moveTo>
                  <a:pt x="48077" y="471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0C6D6-19BF-4AA6-B471-F79DFFBC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543" y="5518853"/>
            <a:ext cx="52577" cy="45004"/>
          </a:xfrm>
          <a:custGeom xmlns:a="http://schemas.openxmlformats.org/drawingml/2006/main">
            <a:pathLst>
              <a:path w="52577" h="45004">
                <a:moveTo>
                  <a:pt x="26740" y="18424"/>
                </a:moveTo>
                <a:cubicBezTo>
                  <a:pt x="23623" y="23216"/>
                  <a:pt x="21963" y="26857"/>
                  <a:pt x="21847" y="29406"/>
                </a:cubicBezTo>
                <a:cubicBezTo>
                  <a:pt x="21686" y="31969"/>
                  <a:pt x="22939" y="34081"/>
                  <a:pt x="25546" y="35843"/>
                </a:cubicBezTo>
                <a:cubicBezTo>
                  <a:pt x="27658" y="37256"/>
                  <a:pt x="29755" y="37664"/>
                  <a:pt x="31925" y="37096"/>
                </a:cubicBezTo>
                <a:cubicBezTo>
                  <a:pt x="34081" y="36527"/>
                  <a:pt x="35901" y="35042"/>
                  <a:pt x="37503" y="32712"/>
                </a:cubicBezTo>
                <a:cubicBezTo>
                  <a:pt x="39659" y="29406"/>
                  <a:pt x="40227" y="26056"/>
                  <a:pt x="39207" y="22531"/>
                </a:cubicBezTo>
                <a:cubicBezTo>
                  <a:pt x="38232" y="19007"/>
                  <a:pt x="35785" y="15977"/>
                  <a:pt x="31983" y="13428"/>
                </a:cubicBezTo>
                <a:lnTo>
                  <a:pt x="30673" y="12569"/>
                </a:lnTo>
                <a:lnTo>
                  <a:pt x="26740" y="18424"/>
                </a:lnTo>
                <a:close/>
                <a:moveTo>
                  <a:pt x="32144" y="5054"/>
                </a:moveTo>
                <a:lnTo>
                  <a:pt x="52577" y="18657"/>
                </a:lnTo>
                <a:lnTo>
                  <a:pt x="48645" y="24512"/>
                </a:lnTo>
                <a:lnTo>
                  <a:pt x="43242" y="20929"/>
                </a:lnTo>
                <a:cubicBezTo>
                  <a:pt x="44494" y="23725"/>
                  <a:pt x="45004" y="26449"/>
                  <a:pt x="44727" y="29129"/>
                </a:cubicBezTo>
                <a:cubicBezTo>
                  <a:pt x="44436" y="31852"/>
                  <a:pt x="43300" y="34649"/>
                  <a:pt x="41363" y="37547"/>
                </a:cubicBezTo>
                <a:cubicBezTo>
                  <a:pt x="38916" y="41188"/>
                  <a:pt x="35959" y="43402"/>
                  <a:pt x="32493" y="44203"/>
                </a:cubicBezTo>
                <a:cubicBezTo>
                  <a:pt x="28969" y="45004"/>
                  <a:pt x="25488" y="44261"/>
                  <a:pt x="22021" y="41989"/>
                </a:cubicBezTo>
                <a:cubicBezTo>
                  <a:pt x="18045" y="39309"/>
                  <a:pt x="15875" y="35959"/>
                  <a:pt x="15598" y="31911"/>
                </a:cubicBezTo>
                <a:cubicBezTo>
                  <a:pt x="15365" y="27818"/>
                  <a:pt x="17011" y="23157"/>
                  <a:pt x="20550" y="17754"/>
                </a:cubicBezTo>
                <a:lnTo>
                  <a:pt x="26056" y="9496"/>
                </a:lnTo>
                <a:lnTo>
                  <a:pt x="25488" y="9103"/>
                </a:lnTo>
                <a:cubicBezTo>
                  <a:pt x="22764" y="7340"/>
                  <a:pt x="20084" y="6831"/>
                  <a:pt x="17419" y="7617"/>
                </a:cubicBezTo>
                <a:cubicBezTo>
                  <a:pt x="14739" y="8418"/>
                  <a:pt x="12351" y="10414"/>
                  <a:pt x="10195" y="13647"/>
                </a:cubicBezTo>
                <a:cubicBezTo>
                  <a:pt x="8826" y="15700"/>
                  <a:pt x="7748" y="17856"/>
                  <a:pt x="6947" y="20143"/>
                </a:cubicBezTo>
                <a:cubicBezTo>
                  <a:pt x="6146" y="22415"/>
                  <a:pt x="5695" y="24745"/>
                  <a:pt x="5462" y="27192"/>
                </a:cubicBezTo>
                <a:lnTo>
                  <a:pt x="0" y="23551"/>
                </a:lnTo>
                <a:cubicBezTo>
                  <a:pt x="626" y="20871"/>
                  <a:pt x="1369" y="18380"/>
                  <a:pt x="2345" y="16094"/>
                </a:cubicBezTo>
                <a:cubicBezTo>
                  <a:pt x="3248" y="13763"/>
                  <a:pt x="4326" y="11666"/>
                  <a:pt x="5636" y="9729"/>
                </a:cubicBezTo>
                <a:cubicBezTo>
                  <a:pt x="9059" y="4544"/>
                  <a:pt x="12977" y="1588"/>
                  <a:pt x="17361" y="801"/>
                </a:cubicBezTo>
                <a:cubicBezTo>
                  <a:pt x="21745" y="0"/>
                  <a:pt x="26682" y="1413"/>
                  <a:pt x="32144" y="5054"/>
                </a:cubicBezTo>
                <a:close/>
                <a:moveTo>
                  <a:pt x="32144" y="50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05DE9-6F69-486B-989A-344124D1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186" y="5480505"/>
            <a:ext cx="39761" cy="45062"/>
          </a:xfrm>
          <a:custGeom xmlns:a="http://schemas.openxmlformats.org/drawingml/2006/main">
            <a:pathLst>
              <a:path w="39761" h="45062">
                <a:moveTo>
                  <a:pt x="19400" y="3976"/>
                </a:moveTo>
                <a:cubicBezTo>
                  <a:pt x="18599" y="4384"/>
                  <a:pt x="17856" y="4894"/>
                  <a:pt x="17128" y="5578"/>
                </a:cubicBezTo>
                <a:cubicBezTo>
                  <a:pt x="16443" y="6204"/>
                  <a:pt x="15759" y="6991"/>
                  <a:pt x="15191" y="7967"/>
                </a:cubicBezTo>
                <a:cubicBezTo>
                  <a:pt x="12962" y="11258"/>
                  <a:pt x="12336" y="14564"/>
                  <a:pt x="13312" y="17754"/>
                </a:cubicBezTo>
                <a:cubicBezTo>
                  <a:pt x="14273" y="20987"/>
                  <a:pt x="16836" y="23958"/>
                  <a:pt x="20871" y="26624"/>
                </a:cubicBezTo>
                <a:lnTo>
                  <a:pt x="39761" y="39149"/>
                </a:lnTo>
                <a:lnTo>
                  <a:pt x="35843" y="45062"/>
                </a:lnTo>
                <a:lnTo>
                  <a:pt x="0" y="21279"/>
                </a:lnTo>
                <a:lnTo>
                  <a:pt x="3918" y="15365"/>
                </a:lnTo>
                <a:lnTo>
                  <a:pt x="9496" y="19065"/>
                </a:lnTo>
                <a:cubicBezTo>
                  <a:pt x="8127" y="16385"/>
                  <a:pt x="7559" y="13705"/>
                  <a:pt x="7850" y="11040"/>
                </a:cubicBezTo>
                <a:cubicBezTo>
                  <a:pt x="8127" y="8360"/>
                  <a:pt x="9161" y="5578"/>
                  <a:pt x="11098" y="2738"/>
                </a:cubicBezTo>
                <a:cubicBezTo>
                  <a:pt x="11317" y="2330"/>
                  <a:pt x="11666" y="1937"/>
                  <a:pt x="12059" y="1486"/>
                </a:cubicBezTo>
                <a:cubicBezTo>
                  <a:pt x="12394" y="961"/>
                  <a:pt x="12860" y="510"/>
                  <a:pt x="13370" y="0"/>
                </a:cubicBezTo>
                <a:lnTo>
                  <a:pt x="19400" y="3976"/>
                </a:lnTo>
                <a:close/>
                <a:moveTo>
                  <a:pt x="19400" y="39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21DA5-1AC0-4819-9444-DD96E0BD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640" y="5451434"/>
            <a:ext cx="49038" cy="44436"/>
          </a:xfrm>
          <a:custGeom xmlns:a="http://schemas.openxmlformats.org/drawingml/2006/main">
            <a:pathLst>
              <a:path w="49038" h="44436">
                <a:moveTo>
                  <a:pt x="32362" y="4952"/>
                </a:moveTo>
                <a:lnTo>
                  <a:pt x="35260" y="6831"/>
                </a:lnTo>
                <a:lnTo>
                  <a:pt x="17288" y="33906"/>
                </a:lnTo>
                <a:cubicBezTo>
                  <a:pt x="21497" y="36353"/>
                  <a:pt x="25429" y="37154"/>
                  <a:pt x="29012" y="36411"/>
                </a:cubicBezTo>
                <a:cubicBezTo>
                  <a:pt x="32537" y="35610"/>
                  <a:pt x="35668" y="33280"/>
                  <a:pt x="38217" y="29362"/>
                </a:cubicBezTo>
                <a:cubicBezTo>
                  <a:pt x="39703" y="27133"/>
                  <a:pt x="40897" y="24745"/>
                  <a:pt x="41756" y="22240"/>
                </a:cubicBezTo>
                <a:cubicBezTo>
                  <a:pt x="42601" y="19735"/>
                  <a:pt x="43169" y="17128"/>
                  <a:pt x="43460" y="14273"/>
                </a:cubicBezTo>
                <a:lnTo>
                  <a:pt x="49038" y="17972"/>
                </a:lnTo>
                <a:cubicBezTo>
                  <a:pt x="48529" y="20652"/>
                  <a:pt x="47786" y="23332"/>
                  <a:pt x="46752" y="25823"/>
                </a:cubicBezTo>
                <a:cubicBezTo>
                  <a:pt x="45790" y="28328"/>
                  <a:pt x="44480" y="30775"/>
                  <a:pt x="43009" y="33047"/>
                </a:cubicBezTo>
                <a:cubicBezTo>
                  <a:pt x="39193" y="38741"/>
                  <a:pt x="34532" y="42208"/>
                  <a:pt x="29012" y="43344"/>
                </a:cubicBezTo>
                <a:cubicBezTo>
                  <a:pt x="23434" y="44436"/>
                  <a:pt x="17856" y="43125"/>
                  <a:pt x="12161" y="39368"/>
                </a:cubicBezTo>
                <a:cubicBezTo>
                  <a:pt x="6306" y="35450"/>
                  <a:pt x="2665" y="30775"/>
                  <a:pt x="1354" y="25371"/>
                </a:cubicBezTo>
                <a:cubicBezTo>
                  <a:pt x="0" y="19910"/>
                  <a:pt x="1136" y="14448"/>
                  <a:pt x="4719" y="9103"/>
                </a:cubicBezTo>
                <a:cubicBezTo>
                  <a:pt x="7894" y="4267"/>
                  <a:pt x="11943" y="1486"/>
                  <a:pt x="16953" y="743"/>
                </a:cubicBezTo>
                <a:cubicBezTo>
                  <a:pt x="21890" y="0"/>
                  <a:pt x="27017" y="1427"/>
                  <a:pt x="32362" y="4952"/>
                </a:cubicBezTo>
                <a:close/>
                <a:moveTo>
                  <a:pt x="26726" y="9671"/>
                </a:moveTo>
                <a:cubicBezTo>
                  <a:pt x="23492" y="7559"/>
                  <a:pt x="20303" y="6772"/>
                  <a:pt x="17230" y="7282"/>
                </a:cubicBezTo>
                <a:cubicBezTo>
                  <a:pt x="14157" y="7734"/>
                  <a:pt x="11652" y="9438"/>
                  <a:pt x="9714" y="12351"/>
                </a:cubicBezTo>
                <a:cubicBezTo>
                  <a:pt x="7559" y="15642"/>
                  <a:pt x="6700" y="18890"/>
                  <a:pt x="7282" y="22080"/>
                </a:cubicBezTo>
                <a:cubicBezTo>
                  <a:pt x="7850" y="25255"/>
                  <a:pt x="9671" y="28168"/>
                  <a:pt x="12846" y="30716"/>
                </a:cubicBezTo>
                <a:lnTo>
                  <a:pt x="26726" y="9671"/>
                </a:lnTo>
                <a:close/>
                <a:moveTo>
                  <a:pt x="26726" y="96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D7812-1F37-466E-AD34-C60B5D2A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088" y="5400007"/>
            <a:ext cx="59394" cy="59845"/>
          </a:xfrm>
          <a:custGeom xmlns:a="http://schemas.openxmlformats.org/drawingml/2006/main">
            <a:pathLst>
              <a:path w="59394" h="59845">
                <a:moveTo>
                  <a:pt x="16720" y="0"/>
                </a:moveTo>
                <a:lnTo>
                  <a:pt x="22983" y="4209"/>
                </a:lnTo>
                <a:cubicBezTo>
                  <a:pt x="20186" y="5855"/>
                  <a:pt x="17798" y="7617"/>
                  <a:pt x="15759" y="9379"/>
                </a:cubicBezTo>
                <a:cubicBezTo>
                  <a:pt x="13763" y="11200"/>
                  <a:pt x="12059" y="13079"/>
                  <a:pt x="10690" y="15132"/>
                </a:cubicBezTo>
                <a:cubicBezTo>
                  <a:pt x="8360" y="18657"/>
                  <a:pt x="7282" y="21788"/>
                  <a:pt x="7399" y="24628"/>
                </a:cubicBezTo>
                <a:cubicBezTo>
                  <a:pt x="7442" y="27425"/>
                  <a:pt x="8753" y="29697"/>
                  <a:pt x="11258" y="31343"/>
                </a:cubicBezTo>
                <a:cubicBezTo>
                  <a:pt x="13428" y="32770"/>
                  <a:pt x="15409" y="33163"/>
                  <a:pt x="17346" y="32653"/>
                </a:cubicBezTo>
                <a:cubicBezTo>
                  <a:pt x="19283" y="32085"/>
                  <a:pt x="21730" y="30265"/>
                  <a:pt x="24745" y="27133"/>
                </a:cubicBezTo>
                <a:lnTo>
                  <a:pt x="28095" y="23784"/>
                </a:lnTo>
                <a:cubicBezTo>
                  <a:pt x="32260" y="19560"/>
                  <a:pt x="36236" y="17069"/>
                  <a:pt x="40052" y="16327"/>
                </a:cubicBezTo>
                <a:cubicBezTo>
                  <a:pt x="43912" y="15584"/>
                  <a:pt x="47728" y="16501"/>
                  <a:pt x="51660" y="19050"/>
                </a:cubicBezTo>
                <a:cubicBezTo>
                  <a:pt x="56262" y="22123"/>
                  <a:pt x="58767" y="25997"/>
                  <a:pt x="59044" y="30716"/>
                </a:cubicBezTo>
                <a:cubicBezTo>
                  <a:pt x="59394" y="35377"/>
                  <a:pt x="57573" y="40737"/>
                  <a:pt x="53582" y="46708"/>
                </a:cubicBezTo>
                <a:cubicBezTo>
                  <a:pt x="52111" y="48980"/>
                  <a:pt x="50233" y="51194"/>
                  <a:pt x="48062" y="53422"/>
                </a:cubicBezTo>
                <a:cubicBezTo>
                  <a:pt x="45849" y="55636"/>
                  <a:pt x="43344" y="57748"/>
                  <a:pt x="40504" y="59845"/>
                </a:cubicBezTo>
                <a:lnTo>
                  <a:pt x="33848" y="55403"/>
                </a:lnTo>
                <a:cubicBezTo>
                  <a:pt x="37096" y="53757"/>
                  <a:pt x="39877" y="51937"/>
                  <a:pt x="42324" y="49883"/>
                </a:cubicBezTo>
                <a:cubicBezTo>
                  <a:pt x="44713" y="47902"/>
                  <a:pt x="46766" y="45674"/>
                  <a:pt x="48354" y="43227"/>
                </a:cubicBezTo>
                <a:cubicBezTo>
                  <a:pt x="50801" y="39542"/>
                  <a:pt x="51937" y="36236"/>
                  <a:pt x="51820" y="33221"/>
                </a:cubicBezTo>
                <a:cubicBezTo>
                  <a:pt x="51704" y="30265"/>
                  <a:pt x="50349" y="27876"/>
                  <a:pt x="47611" y="26114"/>
                </a:cubicBezTo>
                <a:cubicBezTo>
                  <a:pt x="45281" y="24570"/>
                  <a:pt x="42950" y="24060"/>
                  <a:pt x="40678" y="24628"/>
                </a:cubicBezTo>
                <a:cubicBezTo>
                  <a:pt x="38392" y="25196"/>
                  <a:pt x="35843" y="26900"/>
                  <a:pt x="32988" y="29755"/>
                </a:cubicBezTo>
                <a:lnTo>
                  <a:pt x="29639" y="33163"/>
                </a:lnTo>
                <a:cubicBezTo>
                  <a:pt x="25488" y="37372"/>
                  <a:pt x="21672" y="39819"/>
                  <a:pt x="18205" y="40620"/>
                </a:cubicBezTo>
                <a:cubicBezTo>
                  <a:pt x="14725" y="41407"/>
                  <a:pt x="11142" y="40620"/>
                  <a:pt x="7501" y="38173"/>
                </a:cubicBezTo>
                <a:cubicBezTo>
                  <a:pt x="3233" y="35377"/>
                  <a:pt x="903" y="31678"/>
                  <a:pt x="451" y="27075"/>
                </a:cubicBezTo>
                <a:cubicBezTo>
                  <a:pt x="0" y="22531"/>
                  <a:pt x="1529" y="17637"/>
                  <a:pt x="4996" y="12394"/>
                </a:cubicBezTo>
                <a:cubicBezTo>
                  <a:pt x="6481" y="10122"/>
                  <a:pt x="8185" y="8010"/>
                  <a:pt x="10122" y="5971"/>
                </a:cubicBezTo>
                <a:cubicBezTo>
                  <a:pt x="12118" y="3860"/>
                  <a:pt x="14273" y="1937"/>
                  <a:pt x="16720" y="0"/>
                </a:cubicBezTo>
                <a:close/>
                <a:moveTo>
                  <a:pt x="167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84F8B-61A8-4C22-944C-AC3CCC2F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468" y="5369116"/>
            <a:ext cx="69705" cy="49097"/>
          </a:xfrm>
          <a:custGeom xmlns:a="http://schemas.openxmlformats.org/drawingml/2006/main">
            <a:pathLst>
              <a:path w="69705" h="49097">
                <a:moveTo>
                  <a:pt x="48077" y="4719"/>
                </a:moveTo>
                <a:lnTo>
                  <a:pt x="69705" y="19050"/>
                </a:lnTo>
                <a:lnTo>
                  <a:pt x="65831" y="24963"/>
                </a:lnTo>
                <a:lnTo>
                  <a:pt x="44378" y="10749"/>
                </a:lnTo>
                <a:cubicBezTo>
                  <a:pt x="40970" y="8476"/>
                  <a:pt x="38013" y="7442"/>
                  <a:pt x="35450" y="7675"/>
                </a:cubicBezTo>
                <a:cubicBezTo>
                  <a:pt x="32886" y="7850"/>
                  <a:pt x="30731" y="9263"/>
                  <a:pt x="28969" y="11943"/>
                </a:cubicBezTo>
                <a:cubicBezTo>
                  <a:pt x="26857" y="15132"/>
                  <a:pt x="26230" y="18307"/>
                  <a:pt x="27032" y="21497"/>
                </a:cubicBezTo>
                <a:cubicBezTo>
                  <a:pt x="27833" y="24687"/>
                  <a:pt x="29988" y="27410"/>
                  <a:pt x="33454" y="29755"/>
                </a:cubicBezTo>
                <a:lnTo>
                  <a:pt x="53713" y="43169"/>
                </a:lnTo>
                <a:lnTo>
                  <a:pt x="49781" y="49097"/>
                </a:lnTo>
                <a:lnTo>
                  <a:pt x="0" y="16035"/>
                </a:lnTo>
                <a:lnTo>
                  <a:pt x="3932" y="10122"/>
                </a:lnTo>
                <a:lnTo>
                  <a:pt x="23449" y="23099"/>
                </a:lnTo>
                <a:cubicBezTo>
                  <a:pt x="22254" y="20245"/>
                  <a:pt x="21745" y="17521"/>
                  <a:pt x="21905" y="14899"/>
                </a:cubicBezTo>
                <a:cubicBezTo>
                  <a:pt x="22138" y="12278"/>
                  <a:pt x="23041" y="9729"/>
                  <a:pt x="24701" y="7224"/>
                </a:cubicBezTo>
                <a:cubicBezTo>
                  <a:pt x="27425" y="3117"/>
                  <a:pt x="30789" y="845"/>
                  <a:pt x="34765" y="451"/>
                </a:cubicBezTo>
                <a:cubicBezTo>
                  <a:pt x="38698" y="0"/>
                  <a:pt x="43125" y="1413"/>
                  <a:pt x="48077" y="4719"/>
                </a:cubicBezTo>
                <a:close/>
                <a:moveTo>
                  <a:pt x="48077" y="471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971C0-2862-4297-BDA0-F81E8456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550" y="5327972"/>
            <a:ext cx="49053" cy="44436"/>
          </a:xfrm>
          <a:custGeom xmlns:a="http://schemas.openxmlformats.org/drawingml/2006/main">
            <a:pathLst>
              <a:path w="49053" h="44436">
                <a:moveTo>
                  <a:pt x="32377" y="4952"/>
                </a:moveTo>
                <a:lnTo>
                  <a:pt x="35275" y="6831"/>
                </a:lnTo>
                <a:lnTo>
                  <a:pt x="17302" y="33920"/>
                </a:lnTo>
                <a:cubicBezTo>
                  <a:pt x="21512" y="36353"/>
                  <a:pt x="25444" y="37212"/>
                  <a:pt x="28969" y="36411"/>
                </a:cubicBezTo>
                <a:cubicBezTo>
                  <a:pt x="32551" y="35625"/>
                  <a:pt x="35625" y="33294"/>
                  <a:pt x="38246" y="29420"/>
                </a:cubicBezTo>
                <a:cubicBezTo>
                  <a:pt x="39717" y="27148"/>
                  <a:pt x="40911" y="24759"/>
                  <a:pt x="41771" y="22254"/>
                </a:cubicBezTo>
                <a:cubicBezTo>
                  <a:pt x="42615" y="19808"/>
                  <a:pt x="43183" y="17128"/>
                  <a:pt x="43475" y="14288"/>
                </a:cubicBezTo>
                <a:lnTo>
                  <a:pt x="49053" y="17987"/>
                </a:lnTo>
                <a:cubicBezTo>
                  <a:pt x="48543" y="20711"/>
                  <a:pt x="47800" y="23332"/>
                  <a:pt x="46766" y="25837"/>
                </a:cubicBezTo>
                <a:cubicBezTo>
                  <a:pt x="45747" y="28401"/>
                  <a:pt x="44494" y="30789"/>
                  <a:pt x="43023" y="33061"/>
                </a:cubicBezTo>
                <a:cubicBezTo>
                  <a:pt x="39207" y="38800"/>
                  <a:pt x="34547" y="42222"/>
                  <a:pt x="29027" y="43358"/>
                </a:cubicBezTo>
                <a:cubicBezTo>
                  <a:pt x="23449" y="44436"/>
                  <a:pt x="17812" y="43125"/>
                  <a:pt x="12176" y="39368"/>
                </a:cubicBezTo>
                <a:cubicBezTo>
                  <a:pt x="6321" y="35508"/>
                  <a:pt x="2680" y="30847"/>
                  <a:pt x="1369" y="25386"/>
                </a:cubicBezTo>
                <a:cubicBezTo>
                  <a:pt x="0" y="19924"/>
                  <a:pt x="1151" y="14506"/>
                  <a:pt x="4675" y="9103"/>
                </a:cubicBezTo>
                <a:cubicBezTo>
                  <a:pt x="7908" y="4267"/>
                  <a:pt x="11957" y="1486"/>
                  <a:pt x="16968" y="743"/>
                </a:cubicBezTo>
                <a:cubicBezTo>
                  <a:pt x="21905" y="0"/>
                  <a:pt x="27032" y="1427"/>
                  <a:pt x="32377" y="4952"/>
                </a:cubicBezTo>
                <a:close/>
                <a:moveTo>
                  <a:pt x="26740" y="9671"/>
                </a:moveTo>
                <a:cubicBezTo>
                  <a:pt x="23507" y="7573"/>
                  <a:pt x="20317" y="6772"/>
                  <a:pt x="17244" y="7282"/>
                </a:cubicBezTo>
                <a:cubicBezTo>
                  <a:pt x="14171" y="7748"/>
                  <a:pt x="11666" y="9452"/>
                  <a:pt x="9729" y="12351"/>
                </a:cubicBezTo>
                <a:cubicBezTo>
                  <a:pt x="7515" y="15657"/>
                  <a:pt x="6714" y="18890"/>
                  <a:pt x="7282" y="22080"/>
                </a:cubicBezTo>
                <a:cubicBezTo>
                  <a:pt x="7807" y="25327"/>
                  <a:pt x="9685" y="28168"/>
                  <a:pt x="12860" y="30731"/>
                </a:cubicBezTo>
                <a:lnTo>
                  <a:pt x="26740" y="9671"/>
                </a:lnTo>
                <a:close/>
                <a:moveTo>
                  <a:pt x="26740" y="96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80AE5-D016-41C2-8806-890B1670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290" y="5287701"/>
            <a:ext cx="49053" cy="44436"/>
          </a:xfrm>
          <a:custGeom xmlns:a="http://schemas.openxmlformats.org/drawingml/2006/main">
            <a:pathLst>
              <a:path w="49053" h="44436">
                <a:moveTo>
                  <a:pt x="32377" y="4894"/>
                </a:moveTo>
                <a:lnTo>
                  <a:pt x="35275" y="6816"/>
                </a:lnTo>
                <a:lnTo>
                  <a:pt x="17302" y="33906"/>
                </a:lnTo>
                <a:cubicBezTo>
                  <a:pt x="21512" y="36294"/>
                  <a:pt x="25444" y="37154"/>
                  <a:pt x="29027" y="36353"/>
                </a:cubicBezTo>
                <a:cubicBezTo>
                  <a:pt x="32610" y="35610"/>
                  <a:pt x="35683" y="33280"/>
                  <a:pt x="38232" y="29347"/>
                </a:cubicBezTo>
                <a:cubicBezTo>
                  <a:pt x="39775" y="27075"/>
                  <a:pt x="40911" y="24687"/>
                  <a:pt x="41771" y="22240"/>
                </a:cubicBezTo>
                <a:cubicBezTo>
                  <a:pt x="42615" y="19735"/>
                  <a:pt x="43183" y="17069"/>
                  <a:pt x="43475" y="14215"/>
                </a:cubicBezTo>
                <a:lnTo>
                  <a:pt x="49053" y="17914"/>
                </a:lnTo>
                <a:cubicBezTo>
                  <a:pt x="48529" y="20652"/>
                  <a:pt x="47800" y="23259"/>
                  <a:pt x="46766" y="25764"/>
                </a:cubicBezTo>
                <a:cubicBezTo>
                  <a:pt x="45805" y="28328"/>
                  <a:pt x="44552" y="30716"/>
                  <a:pt x="43023" y="32988"/>
                </a:cubicBezTo>
                <a:cubicBezTo>
                  <a:pt x="39207" y="38741"/>
                  <a:pt x="34547" y="42149"/>
                  <a:pt x="29027" y="43285"/>
                </a:cubicBezTo>
                <a:cubicBezTo>
                  <a:pt x="23449" y="44436"/>
                  <a:pt x="17871" y="43125"/>
                  <a:pt x="12176" y="39309"/>
                </a:cubicBezTo>
                <a:cubicBezTo>
                  <a:pt x="6321" y="35435"/>
                  <a:pt x="2738" y="30775"/>
                  <a:pt x="1369" y="25313"/>
                </a:cubicBezTo>
                <a:cubicBezTo>
                  <a:pt x="0" y="19851"/>
                  <a:pt x="1151" y="14448"/>
                  <a:pt x="4733" y="9044"/>
                </a:cubicBezTo>
                <a:cubicBezTo>
                  <a:pt x="7908" y="4267"/>
                  <a:pt x="12016" y="1471"/>
                  <a:pt x="16953" y="743"/>
                </a:cubicBezTo>
                <a:cubicBezTo>
                  <a:pt x="21905" y="0"/>
                  <a:pt x="27090" y="1369"/>
                  <a:pt x="32377" y="4894"/>
                </a:cubicBezTo>
                <a:close/>
                <a:moveTo>
                  <a:pt x="26740" y="9671"/>
                </a:moveTo>
                <a:cubicBezTo>
                  <a:pt x="23507" y="7559"/>
                  <a:pt x="20376" y="6772"/>
                  <a:pt x="17244" y="7224"/>
                </a:cubicBezTo>
                <a:cubicBezTo>
                  <a:pt x="14171" y="7734"/>
                  <a:pt x="11666" y="9379"/>
                  <a:pt x="9729" y="12292"/>
                </a:cubicBezTo>
                <a:cubicBezTo>
                  <a:pt x="7573" y="15584"/>
                  <a:pt x="6714" y="18832"/>
                  <a:pt x="7282" y="22065"/>
                </a:cubicBezTo>
                <a:cubicBezTo>
                  <a:pt x="7865" y="25255"/>
                  <a:pt x="9671" y="28095"/>
                  <a:pt x="12860" y="30658"/>
                </a:cubicBezTo>
                <a:lnTo>
                  <a:pt x="26740" y="9671"/>
                </a:lnTo>
                <a:close/>
                <a:moveTo>
                  <a:pt x="26740" y="96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2B986-ADD0-49FA-9E6D-D1A7FF15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408" y="5254072"/>
            <a:ext cx="57981" cy="38173"/>
          </a:xfrm>
          <a:custGeom xmlns:a="http://schemas.openxmlformats.org/drawingml/2006/main">
            <a:pathLst>
              <a:path w="57981" h="38173">
                <a:moveTo>
                  <a:pt x="3932" y="5403"/>
                </a:moveTo>
                <a:lnTo>
                  <a:pt x="14113" y="12118"/>
                </a:lnTo>
                <a:lnTo>
                  <a:pt x="22138" y="0"/>
                </a:lnTo>
                <a:lnTo>
                  <a:pt x="26740" y="3073"/>
                </a:lnTo>
                <a:lnTo>
                  <a:pt x="18672" y="15191"/>
                </a:lnTo>
                <a:lnTo>
                  <a:pt x="38130" y="28109"/>
                </a:lnTo>
                <a:cubicBezTo>
                  <a:pt x="41086" y="30046"/>
                  <a:pt x="43183" y="30833"/>
                  <a:pt x="44552" y="30614"/>
                </a:cubicBezTo>
                <a:cubicBezTo>
                  <a:pt x="45922" y="30381"/>
                  <a:pt x="47451" y="29012"/>
                  <a:pt x="49053" y="26565"/>
                </a:cubicBezTo>
                <a:lnTo>
                  <a:pt x="53087" y="20536"/>
                </a:lnTo>
                <a:lnTo>
                  <a:pt x="57981" y="23784"/>
                </a:lnTo>
                <a:lnTo>
                  <a:pt x="54005" y="29813"/>
                </a:lnTo>
                <a:cubicBezTo>
                  <a:pt x="50975" y="34372"/>
                  <a:pt x="48019" y="36921"/>
                  <a:pt x="45179" y="37547"/>
                </a:cubicBezTo>
                <a:cubicBezTo>
                  <a:pt x="42339" y="38173"/>
                  <a:pt x="38698" y="36979"/>
                  <a:pt x="34197" y="34022"/>
                </a:cubicBezTo>
                <a:lnTo>
                  <a:pt x="14739" y="21104"/>
                </a:lnTo>
                <a:lnTo>
                  <a:pt x="11899" y="25429"/>
                </a:lnTo>
                <a:lnTo>
                  <a:pt x="7282" y="22356"/>
                </a:lnTo>
                <a:lnTo>
                  <a:pt x="10195" y="18031"/>
                </a:lnTo>
                <a:lnTo>
                  <a:pt x="0" y="11317"/>
                </a:lnTo>
                <a:lnTo>
                  <a:pt x="3932" y="5403"/>
                </a:lnTo>
                <a:close/>
                <a:moveTo>
                  <a:pt x="3932" y="54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86647-9AD2-4561-83B5-650BDA49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948" y="5231716"/>
            <a:ext cx="67477" cy="38115"/>
          </a:xfrm>
          <a:custGeom xmlns:a="http://schemas.openxmlformats.org/drawingml/2006/main">
            <a:pathLst>
              <a:path w="67477" h="38115">
                <a:moveTo>
                  <a:pt x="0" y="6423"/>
                </a:moveTo>
                <a:lnTo>
                  <a:pt x="4267" y="0"/>
                </a:lnTo>
                <a:lnTo>
                  <a:pt x="46591" y="28109"/>
                </a:lnTo>
                <a:lnTo>
                  <a:pt x="62073" y="4835"/>
                </a:lnTo>
                <a:lnTo>
                  <a:pt x="67477" y="8418"/>
                </a:lnTo>
                <a:lnTo>
                  <a:pt x="47786" y="38115"/>
                </a:lnTo>
                <a:lnTo>
                  <a:pt x="0" y="6423"/>
                </a:lnTo>
                <a:close/>
                <a:moveTo>
                  <a:pt x="0" y="642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3F184-C9EA-4FF7-A858-C7F9B5E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969" y="5194678"/>
            <a:ext cx="53699" cy="38916"/>
          </a:xfrm>
          <a:custGeom xmlns:a="http://schemas.openxmlformats.org/drawingml/2006/main">
            <a:pathLst>
              <a:path w="53699" h="38916">
                <a:moveTo>
                  <a:pt x="13938" y="15132"/>
                </a:moveTo>
                <a:lnTo>
                  <a:pt x="17856" y="9278"/>
                </a:lnTo>
                <a:lnTo>
                  <a:pt x="53699" y="33061"/>
                </a:lnTo>
                <a:lnTo>
                  <a:pt x="49781" y="38916"/>
                </a:lnTo>
                <a:lnTo>
                  <a:pt x="13938" y="15132"/>
                </a:lnTo>
                <a:close/>
                <a:moveTo>
                  <a:pt x="0" y="5855"/>
                </a:moveTo>
                <a:lnTo>
                  <a:pt x="3918" y="0"/>
                </a:lnTo>
                <a:lnTo>
                  <a:pt x="11375" y="4952"/>
                </a:lnTo>
                <a:lnTo>
                  <a:pt x="7442" y="10865"/>
                </a:lnTo>
                <a:lnTo>
                  <a:pt x="0" y="5855"/>
                </a:lnTo>
                <a:close/>
                <a:moveTo>
                  <a:pt x="0" y="58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F11F8-3C63-458C-8523-CC9B0297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608" y="5162141"/>
            <a:ext cx="59452" cy="59277"/>
          </a:xfrm>
          <a:custGeom xmlns:a="http://schemas.openxmlformats.org/drawingml/2006/main">
            <a:pathLst>
              <a:path w="59452" h="59277">
                <a:moveTo>
                  <a:pt x="29522" y="17521"/>
                </a:moveTo>
                <a:cubicBezTo>
                  <a:pt x="25313" y="14666"/>
                  <a:pt x="21381" y="13370"/>
                  <a:pt x="17856" y="13589"/>
                </a:cubicBezTo>
                <a:cubicBezTo>
                  <a:pt x="14390" y="13763"/>
                  <a:pt x="11550" y="15467"/>
                  <a:pt x="9438" y="18657"/>
                </a:cubicBezTo>
                <a:cubicBezTo>
                  <a:pt x="7340" y="21788"/>
                  <a:pt x="6874" y="25022"/>
                  <a:pt x="8069" y="28328"/>
                </a:cubicBezTo>
                <a:cubicBezTo>
                  <a:pt x="9263" y="31678"/>
                  <a:pt x="12001" y="34751"/>
                  <a:pt x="16268" y="37547"/>
                </a:cubicBezTo>
                <a:cubicBezTo>
                  <a:pt x="20478" y="40387"/>
                  <a:pt x="24352" y="41698"/>
                  <a:pt x="27876" y="41465"/>
                </a:cubicBezTo>
                <a:cubicBezTo>
                  <a:pt x="31401" y="41305"/>
                  <a:pt x="34183" y="39586"/>
                  <a:pt x="36294" y="36469"/>
                </a:cubicBezTo>
                <a:cubicBezTo>
                  <a:pt x="38392" y="33280"/>
                  <a:pt x="38858" y="30032"/>
                  <a:pt x="37722" y="26740"/>
                </a:cubicBezTo>
                <a:cubicBezTo>
                  <a:pt x="36527" y="23376"/>
                  <a:pt x="33789" y="20303"/>
                  <a:pt x="29522" y="17521"/>
                </a:cubicBezTo>
                <a:close/>
                <a:moveTo>
                  <a:pt x="47334" y="20813"/>
                </a:moveTo>
                <a:cubicBezTo>
                  <a:pt x="53480" y="24920"/>
                  <a:pt x="57063" y="29231"/>
                  <a:pt x="58258" y="33964"/>
                </a:cubicBezTo>
                <a:cubicBezTo>
                  <a:pt x="59452" y="38625"/>
                  <a:pt x="58199" y="43751"/>
                  <a:pt x="54500" y="49315"/>
                </a:cubicBezTo>
                <a:cubicBezTo>
                  <a:pt x="53073" y="51427"/>
                  <a:pt x="51660" y="53247"/>
                  <a:pt x="50116" y="54893"/>
                </a:cubicBezTo>
                <a:cubicBezTo>
                  <a:pt x="48587" y="56539"/>
                  <a:pt x="46926" y="57966"/>
                  <a:pt x="45164" y="59277"/>
                </a:cubicBezTo>
                <a:lnTo>
                  <a:pt x="39426" y="55519"/>
                </a:lnTo>
                <a:cubicBezTo>
                  <a:pt x="41523" y="54383"/>
                  <a:pt x="43344" y="53131"/>
                  <a:pt x="44887" y="51762"/>
                </a:cubicBezTo>
                <a:cubicBezTo>
                  <a:pt x="46475" y="50349"/>
                  <a:pt x="47844" y="48805"/>
                  <a:pt x="48980" y="47043"/>
                </a:cubicBezTo>
                <a:cubicBezTo>
                  <a:pt x="51543" y="43183"/>
                  <a:pt x="52446" y="39644"/>
                  <a:pt x="51718" y="36353"/>
                </a:cubicBezTo>
                <a:cubicBezTo>
                  <a:pt x="50975" y="33105"/>
                  <a:pt x="48587" y="30148"/>
                  <a:pt x="44480" y="27410"/>
                </a:cubicBezTo>
                <a:lnTo>
                  <a:pt x="41581" y="25488"/>
                </a:lnTo>
                <a:cubicBezTo>
                  <a:pt x="42892" y="28095"/>
                  <a:pt x="43460" y="30716"/>
                  <a:pt x="43227" y="33338"/>
                </a:cubicBezTo>
                <a:cubicBezTo>
                  <a:pt x="43009" y="35901"/>
                  <a:pt x="42033" y="38508"/>
                  <a:pt x="40271" y="41188"/>
                </a:cubicBezTo>
                <a:cubicBezTo>
                  <a:pt x="37372" y="45572"/>
                  <a:pt x="33338" y="48019"/>
                  <a:pt x="28211" y="48470"/>
                </a:cubicBezTo>
                <a:cubicBezTo>
                  <a:pt x="23099" y="48922"/>
                  <a:pt x="17739" y="47334"/>
                  <a:pt x="12234" y="43635"/>
                </a:cubicBezTo>
                <a:cubicBezTo>
                  <a:pt x="6656" y="39994"/>
                  <a:pt x="3131" y="35668"/>
                  <a:pt x="1529" y="30775"/>
                </a:cubicBezTo>
                <a:cubicBezTo>
                  <a:pt x="0" y="25881"/>
                  <a:pt x="685" y="21220"/>
                  <a:pt x="3583" y="16836"/>
                </a:cubicBezTo>
                <a:cubicBezTo>
                  <a:pt x="5345" y="14157"/>
                  <a:pt x="7340" y="12220"/>
                  <a:pt x="9671" y="11025"/>
                </a:cubicBezTo>
                <a:cubicBezTo>
                  <a:pt x="11943" y="9831"/>
                  <a:pt x="14564" y="9321"/>
                  <a:pt x="17463" y="9496"/>
                </a:cubicBezTo>
                <a:lnTo>
                  <a:pt x="12059" y="5913"/>
                </a:lnTo>
                <a:lnTo>
                  <a:pt x="15977" y="0"/>
                </a:lnTo>
                <a:lnTo>
                  <a:pt x="47334" y="20813"/>
                </a:lnTo>
                <a:close/>
                <a:moveTo>
                  <a:pt x="47334" y="208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4CDB2-0D5F-49F1-A72D-6009FB31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497" y="5124929"/>
            <a:ext cx="69749" cy="49097"/>
          </a:xfrm>
          <a:custGeom xmlns:a="http://schemas.openxmlformats.org/drawingml/2006/main">
            <a:pathLst>
              <a:path w="69749" h="49097">
                <a:moveTo>
                  <a:pt x="48077" y="4719"/>
                </a:moveTo>
                <a:lnTo>
                  <a:pt x="69749" y="19065"/>
                </a:lnTo>
                <a:lnTo>
                  <a:pt x="65831" y="24978"/>
                </a:lnTo>
                <a:lnTo>
                  <a:pt x="44378" y="10749"/>
                </a:lnTo>
                <a:cubicBezTo>
                  <a:pt x="40970" y="8476"/>
                  <a:pt x="38013" y="7457"/>
                  <a:pt x="35450" y="7675"/>
                </a:cubicBezTo>
                <a:cubicBezTo>
                  <a:pt x="32886" y="7908"/>
                  <a:pt x="30731" y="9336"/>
                  <a:pt x="28969" y="11943"/>
                </a:cubicBezTo>
                <a:cubicBezTo>
                  <a:pt x="26857" y="15132"/>
                  <a:pt x="26230" y="18322"/>
                  <a:pt x="27032" y="21512"/>
                </a:cubicBezTo>
                <a:cubicBezTo>
                  <a:pt x="27833" y="24687"/>
                  <a:pt x="29988" y="27425"/>
                  <a:pt x="33454" y="29755"/>
                </a:cubicBezTo>
                <a:lnTo>
                  <a:pt x="53713" y="43183"/>
                </a:lnTo>
                <a:lnTo>
                  <a:pt x="49781" y="49097"/>
                </a:lnTo>
                <a:lnTo>
                  <a:pt x="0" y="16050"/>
                </a:lnTo>
                <a:lnTo>
                  <a:pt x="3932" y="10122"/>
                </a:lnTo>
                <a:lnTo>
                  <a:pt x="23449" y="23099"/>
                </a:lnTo>
                <a:cubicBezTo>
                  <a:pt x="22254" y="20259"/>
                  <a:pt x="21745" y="17521"/>
                  <a:pt x="21905" y="14899"/>
                </a:cubicBezTo>
                <a:cubicBezTo>
                  <a:pt x="22138" y="12292"/>
                  <a:pt x="23041" y="9729"/>
                  <a:pt x="24759" y="7224"/>
                </a:cubicBezTo>
                <a:cubicBezTo>
                  <a:pt x="27483" y="3131"/>
                  <a:pt x="30789" y="859"/>
                  <a:pt x="34765" y="451"/>
                </a:cubicBezTo>
                <a:cubicBezTo>
                  <a:pt x="38698" y="0"/>
                  <a:pt x="43125" y="1427"/>
                  <a:pt x="48077" y="4719"/>
                </a:cubicBezTo>
                <a:close/>
                <a:moveTo>
                  <a:pt x="48077" y="471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FC23D-00B7-4681-932F-8596B7F4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971" y="5090572"/>
            <a:ext cx="57966" cy="38115"/>
          </a:xfrm>
          <a:custGeom xmlns:a="http://schemas.openxmlformats.org/drawingml/2006/main">
            <a:pathLst>
              <a:path w="57966" h="38115">
                <a:moveTo>
                  <a:pt x="3918" y="5345"/>
                </a:moveTo>
                <a:lnTo>
                  <a:pt x="14040" y="12118"/>
                </a:lnTo>
                <a:lnTo>
                  <a:pt x="22123" y="0"/>
                </a:lnTo>
                <a:lnTo>
                  <a:pt x="26682" y="3015"/>
                </a:lnTo>
                <a:lnTo>
                  <a:pt x="18657" y="15132"/>
                </a:lnTo>
                <a:lnTo>
                  <a:pt x="38115" y="28036"/>
                </a:lnTo>
                <a:cubicBezTo>
                  <a:pt x="41013" y="29974"/>
                  <a:pt x="43169" y="30833"/>
                  <a:pt x="44538" y="30600"/>
                </a:cubicBezTo>
                <a:cubicBezTo>
                  <a:pt x="45907" y="30323"/>
                  <a:pt x="47393" y="28954"/>
                  <a:pt x="49038" y="26507"/>
                </a:cubicBezTo>
                <a:lnTo>
                  <a:pt x="53014" y="20478"/>
                </a:lnTo>
                <a:lnTo>
                  <a:pt x="57966" y="23769"/>
                </a:lnTo>
                <a:lnTo>
                  <a:pt x="53932" y="29799"/>
                </a:lnTo>
                <a:cubicBezTo>
                  <a:pt x="50917" y="34357"/>
                  <a:pt x="48004" y="36921"/>
                  <a:pt x="45164" y="37547"/>
                </a:cubicBezTo>
                <a:cubicBezTo>
                  <a:pt x="42324" y="38115"/>
                  <a:pt x="38683" y="36921"/>
                  <a:pt x="34183" y="33964"/>
                </a:cubicBezTo>
                <a:lnTo>
                  <a:pt x="14725" y="21046"/>
                </a:lnTo>
                <a:lnTo>
                  <a:pt x="11826" y="25371"/>
                </a:lnTo>
                <a:lnTo>
                  <a:pt x="7282" y="22356"/>
                </a:lnTo>
                <a:lnTo>
                  <a:pt x="10122" y="18031"/>
                </a:lnTo>
                <a:lnTo>
                  <a:pt x="0" y="11258"/>
                </a:lnTo>
                <a:lnTo>
                  <a:pt x="3918" y="5345"/>
                </a:lnTo>
                <a:close/>
                <a:moveTo>
                  <a:pt x="3918" y="53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28CE0-B0E7-4952-944E-7F83E0E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736" y="6075824"/>
            <a:ext cx="51150" cy="57923"/>
          </a:xfrm>
          <a:custGeom xmlns:a="http://schemas.openxmlformats.org/drawingml/2006/main">
            <a:pathLst>
              <a:path w="51150" h="57923">
                <a:moveTo>
                  <a:pt x="9671" y="21963"/>
                </a:moveTo>
                <a:lnTo>
                  <a:pt x="27192" y="34474"/>
                </a:lnTo>
                <a:lnTo>
                  <a:pt x="32886" y="26565"/>
                </a:lnTo>
                <a:cubicBezTo>
                  <a:pt x="34984" y="23609"/>
                  <a:pt x="35843" y="20827"/>
                  <a:pt x="35435" y="18089"/>
                </a:cubicBezTo>
                <a:cubicBezTo>
                  <a:pt x="35100" y="15424"/>
                  <a:pt x="33513" y="13079"/>
                  <a:pt x="30658" y="11040"/>
                </a:cubicBezTo>
                <a:cubicBezTo>
                  <a:pt x="27876" y="9044"/>
                  <a:pt x="25138" y="8302"/>
                  <a:pt x="22473" y="8870"/>
                </a:cubicBezTo>
                <a:cubicBezTo>
                  <a:pt x="19851" y="9394"/>
                  <a:pt x="17463" y="11098"/>
                  <a:pt x="15351" y="14055"/>
                </a:cubicBezTo>
                <a:lnTo>
                  <a:pt x="9671" y="21963"/>
                </a:lnTo>
                <a:close/>
                <a:moveTo>
                  <a:pt x="0" y="24585"/>
                </a:moveTo>
                <a:lnTo>
                  <a:pt x="10181" y="10355"/>
                </a:lnTo>
                <a:cubicBezTo>
                  <a:pt x="13880" y="5127"/>
                  <a:pt x="17914" y="1995"/>
                  <a:pt x="22182" y="1020"/>
                </a:cubicBezTo>
                <a:cubicBezTo>
                  <a:pt x="26449" y="0"/>
                  <a:pt x="30891" y="1136"/>
                  <a:pt x="35435" y="4384"/>
                </a:cubicBezTo>
                <a:cubicBezTo>
                  <a:pt x="40052" y="7675"/>
                  <a:pt x="42557" y="11491"/>
                  <a:pt x="43009" y="15875"/>
                </a:cubicBezTo>
                <a:cubicBezTo>
                  <a:pt x="43460" y="20201"/>
                  <a:pt x="41814" y="25036"/>
                  <a:pt x="38057" y="30265"/>
                </a:cubicBezTo>
                <a:lnTo>
                  <a:pt x="32420" y="38173"/>
                </a:lnTo>
                <a:lnTo>
                  <a:pt x="51150" y="51602"/>
                </a:lnTo>
                <a:lnTo>
                  <a:pt x="46650" y="57923"/>
                </a:lnTo>
                <a:lnTo>
                  <a:pt x="0" y="24585"/>
                </a:lnTo>
                <a:close/>
                <a:moveTo>
                  <a:pt x="0" y="245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02313-59D4-457D-9F74-94F8CD6B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991" y="6046127"/>
            <a:ext cx="69530" cy="49432"/>
          </a:xfrm>
          <a:custGeom xmlns:a="http://schemas.openxmlformats.org/drawingml/2006/main">
            <a:pathLst>
              <a:path w="69530" h="49432">
                <a:moveTo>
                  <a:pt x="48412" y="5068"/>
                </a:moveTo>
                <a:lnTo>
                  <a:pt x="69530" y="20143"/>
                </a:lnTo>
                <a:lnTo>
                  <a:pt x="65423" y="25881"/>
                </a:lnTo>
                <a:lnTo>
                  <a:pt x="44494" y="10923"/>
                </a:lnTo>
                <a:cubicBezTo>
                  <a:pt x="41188" y="8593"/>
                  <a:pt x="38232" y="7457"/>
                  <a:pt x="35668" y="7573"/>
                </a:cubicBezTo>
                <a:cubicBezTo>
                  <a:pt x="33119" y="7675"/>
                  <a:pt x="30891" y="9044"/>
                  <a:pt x="29071" y="11608"/>
                </a:cubicBezTo>
                <a:cubicBezTo>
                  <a:pt x="26857" y="14739"/>
                  <a:pt x="26114" y="17871"/>
                  <a:pt x="26798" y="21104"/>
                </a:cubicBezTo>
                <a:cubicBezTo>
                  <a:pt x="27483" y="24293"/>
                  <a:pt x="29537" y="27133"/>
                  <a:pt x="32945" y="29522"/>
                </a:cubicBezTo>
                <a:lnTo>
                  <a:pt x="52738" y="43693"/>
                </a:lnTo>
                <a:lnTo>
                  <a:pt x="48645" y="49432"/>
                </a:lnTo>
                <a:lnTo>
                  <a:pt x="0" y="14739"/>
                </a:lnTo>
                <a:lnTo>
                  <a:pt x="4093" y="8928"/>
                </a:lnTo>
                <a:lnTo>
                  <a:pt x="23157" y="22589"/>
                </a:lnTo>
                <a:cubicBezTo>
                  <a:pt x="22080" y="19691"/>
                  <a:pt x="21628" y="16953"/>
                  <a:pt x="21905" y="14331"/>
                </a:cubicBezTo>
                <a:cubicBezTo>
                  <a:pt x="22254" y="11724"/>
                  <a:pt x="23216" y="9219"/>
                  <a:pt x="24978" y="6772"/>
                </a:cubicBezTo>
                <a:cubicBezTo>
                  <a:pt x="27818" y="2724"/>
                  <a:pt x="31241" y="568"/>
                  <a:pt x="35217" y="291"/>
                </a:cubicBezTo>
                <a:cubicBezTo>
                  <a:pt x="39207" y="0"/>
                  <a:pt x="43577" y="1588"/>
                  <a:pt x="48412" y="5068"/>
                </a:cubicBezTo>
                <a:close/>
                <a:moveTo>
                  <a:pt x="48412" y="50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AE535-56BE-466E-B28D-2A2691BF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815" y="6006818"/>
            <a:ext cx="46257" cy="43853"/>
          </a:xfrm>
          <a:custGeom xmlns:a="http://schemas.openxmlformats.org/drawingml/2006/main">
            <a:pathLst>
              <a:path w="46257" h="43853">
                <a:moveTo>
                  <a:pt x="9612" y="12278"/>
                </a:moveTo>
                <a:cubicBezTo>
                  <a:pt x="7399" y="15351"/>
                  <a:pt x="6889" y="18657"/>
                  <a:pt x="8025" y="22182"/>
                </a:cubicBezTo>
                <a:cubicBezTo>
                  <a:pt x="9103" y="25706"/>
                  <a:pt x="11783" y="28954"/>
                  <a:pt x="15992" y="31911"/>
                </a:cubicBezTo>
                <a:cubicBezTo>
                  <a:pt x="20143" y="34925"/>
                  <a:pt x="24119" y="36411"/>
                  <a:pt x="27760" y="36353"/>
                </a:cubicBezTo>
                <a:cubicBezTo>
                  <a:pt x="31459" y="36236"/>
                  <a:pt x="34416" y="34707"/>
                  <a:pt x="36644" y="31576"/>
                </a:cubicBezTo>
                <a:cubicBezTo>
                  <a:pt x="38800" y="28503"/>
                  <a:pt x="39309" y="25196"/>
                  <a:pt x="38173" y="21730"/>
                </a:cubicBezTo>
                <a:cubicBezTo>
                  <a:pt x="37037" y="18205"/>
                  <a:pt x="34416" y="14958"/>
                  <a:pt x="30207" y="11943"/>
                </a:cubicBezTo>
                <a:cubicBezTo>
                  <a:pt x="26056" y="8986"/>
                  <a:pt x="22138" y="7559"/>
                  <a:pt x="18439" y="7617"/>
                </a:cubicBezTo>
                <a:cubicBezTo>
                  <a:pt x="14739" y="7675"/>
                  <a:pt x="11783" y="9219"/>
                  <a:pt x="9612" y="12278"/>
                </a:cubicBezTo>
                <a:close/>
                <a:moveTo>
                  <a:pt x="4719" y="8811"/>
                </a:moveTo>
                <a:cubicBezTo>
                  <a:pt x="8302" y="3801"/>
                  <a:pt x="12744" y="1078"/>
                  <a:pt x="18031" y="510"/>
                </a:cubicBezTo>
                <a:cubicBezTo>
                  <a:pt x="23332" y="0"/>
                  <a:pt x="28837" y="1762"/>
                  <a:pt x="34590" y="5855"/>
                </a:cubicBezTo>
                <a:cubicBezTo>
                  <a:pt x="40343" y="9947"/>
                  <a:pt x="43810" y="14623"/>
                  <a:pt x="45004" y="19793"/>
                </a:cubicBezTo>
                <a:cubicBezTo>
                  <a:pt x="46257" y="24978"/>
                  <a:pt x="45062" y="30032"/>
                  <a:pt x="41479" y="35042"/>
                </a:cubicBezTo>
                <a:cubicBezTo>
                  <a:pt x="37897" y="40110"/>
                  <a:pt x="33454" y="42834"/>
                  <a:pt x="28168" y="43344"/>
                </a:cubicBezTo>
                <a:cubicBezTo>
                  <a:pt x="22866" y="43853"/>
                  <a:pt x="17346" y="42091"/>
                  <a:pt x="11666" y="37998"/>
                </a:cubicBezTo>
                <a:cubicBezTo>
                  <a:pt x="5913" y="33906"/>
                  <a:pt x="2389" y="29289"/>
                  <a:pt x="1194" y="24119"/>
                </a:cubicBezTo>
                <a:cubicBezTo>
                  <a:pt x="0" y="18948"/>
                  <a:pt x="1136" y="13822"/>
                  <a:pt x="4719" y="8811"/>
                </a:cubicBezTo>
                <a:close/>
                <a:moveTo>
                  <a:pt x="4719" y="8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40478-F3DF-424E-BCE1-5F46A88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637" y="5973072"/>
            <a:ext cx="57573" cy="38858"/>
          </a:xfrm>
          <a:custGeom xmlns:a="http://schemas.openxmlformats.org/drawingml/2006/main">
            <a:pathLst>
              <a:path w="57573" h="38858">
                <a:moveTo>
                  <a:pt x="4151" y="4777"/>
                </a:moveTo>
                <a:lnTo>
                  <a:pt x="14113" y="11899"/>
                </a:lnTo>
                <a:lnTo>
                  <a:pt x="22531" y="0"/>
                </a:lnTo>
                <a:lnTo>
                  <a:pt x="27032" y="3248"/>
                </a:lnTo>
                <a:lnTo>
                  <a:pt x="18555" y="15089"/>
                </a:lnTo>
                <a:lnTo>
                  <a:pt x="37547" y="28619"/>
                </a:lnTo>
                <a:cubicBezTo>
                  <a:pt x="40402" y="30673"/>
                  <a:pt x="42557" y="31576"/>
                  <a:pt x="43926" y="31415"/>
                </a:cubicBezTo>
                <a:cubicBezTo>
                  <a:pt x="45295" y="31182"/>
                  <a:pt x="46825" y="29872"/>
                  <a:pt x="48529" y="27483"/>
                </a:cubicBezTo>
                <a:lnTo>
                  <a:pt x="52738" y="21570"/>
                </a:lnTo>
                <a:lnTo>
                  <a:pt x="57573" y="25036"/>
                </a:lnTo>
                <a:lnTo>
                  <a:pt x="53364" y="30891"/>
                </a:lnTo>
                <a:cubicBezTo>
                  <a:pt x="50189" y="35333"/>
                  <a:pt x="47160" y="37838"/>
                  <a:pt x="44319" y="38348"/>
                </a:cubicBezTo>
                <a:cubicBezTo>
                  <a:pt x="41421" y="38858"/>
                  <a:pt x="37838" y="37547"/>
                  <a:pt x="33454" y="34430"/>
                </a:cubicBezTo>
                <a:lnTo>
                  <a:pt x="14448" y="20827"/>
                </a:lnTo>
                <a:lnTo>
                  <a:pt x="11433" y="25094"/>
                </a:lnTo>
                <a:lnTo>
                  <a:pt x="6947" y="21847"/>
                </a:lnTo>
                <a:lnTo>
                  <a:pt x="9962" y="17637"/>
                </a:lnTo>
                <a:lnTo>
                  <a:pt x="0" y="10588"/>
                </a:lnTo>
                <a:lnTo>
                  <a:pt x="4151" y="4777"/>
                </a:lnTo>
                <a:close/>
                <a:moveTo>
                  <a:pt x="4151" y="47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35CBB-9640-4C33-A54A-85774037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664" y="5942531"/>
            <a:ext cx="46257" cy="43912"/>
          </a:xfrm>
          <a:custGeom xmlns:a="http://schemas.openxmlformats.org/drawingml/2006/main">
            <a:pathLst>
              <a:path w="46257" h="43912">
                <a:moveTo>
                  <a:pt x="9627" y="12336"/>
                </a:moveTo>
                <a:cubicBezTo>
                  <a:pt x="7399" y="15409"/>
                  <a:pt x="6889" y="18715"/>
                  <a:pt x="8025" y="22182"/>
                </a:cubicBezTo>
                <a:cubicBezTo>
                  <a:pt x="9161" y="25706"/>
                  <a:pt x="11783" y="28954"/>
                  <a:pt x="15992" y="31969"/>
                </a:cubicBezTo>
                <a:cubicBezTo>
                  <a:pt x="20201" y="34925"/>
                  <a:pt x="24133" y="36411"/>
                  <a:pt x="27774" y="36353"/>
                </a:cubicBezTo>
                <a:cubicBezTo>
                  <a:pt x="31474" y="36294"/>
                  <a:pt x="34430" y="34707"/>
                  <a:pt x="36644" y="31576"/>
                </a:cubicBezTo>
                <a:cubicBezTo>
                  <a:pt x="38814" y="28503"/>
                  <a:pt x="39382" y="25255"/>
                  <a:pt x="38232" y="21730"/>
                </a:cubicBezTo>
                <a:cubicBezTo>
                  <a:pt x="37037" y="18205"/>
                  <a:pt x="34430" y="14958"/>
                  <a:pt x="30279" y="12001"/>
                </a:cubicBezTo>
                <a:cubicBezTo>
                  <a:pt x="26114" y="9044"/>
                  <a:pt x="22196" y="7559"/>
                  <a:pt x="18439" y="7617"/>
                </a:cubicBezTo>
                <a:cubicBezTo>
                  <a:pt x="14739" y="7675"/>
                  <a:pt x="11841" y="9263"/>
                  <a:pt x="9627" y="12336"/>
                </a:cubicBezTo>
                <a:close/>
                <a:moveTo>
                  <a:pt x="4733" y="8870"/>
                </a:moveTo>
                <a:cubicBezTo>
                  <a:pt x="8316" y="3860"/>
                  <a:pt x="12744" y="1078"/>
                  <a:pt x="18045" y="568"/>
                </a:cubicBezTo>
                <a:cubicBezTo>
                  <a:pt x="23332" y="0"/>
                  <a:pt x="28852" y="1762"/>
                  <a:pt x="34590" y="5855"/>
                </a:cubicBezTo>
                <a:cubicBezTo>
                  <a:pt x="40343" y="9947"/>
                  <a:pt x="43810" y="14623"/>
                  <a:pt x="45004" y="19793"/>
                </a:cubicBezTo>
                <a:cubicBezTo>
                  <a:pt x="46257" y="24978"/>
                  <a:pt x="45062" y="30090"/>
                  <a:pt x="41538" y="35100"/>
                </a:cubicBezTo>
                <a:cubicBezTo>
                  <a:pt x="37955" y="40110"/>
                  <a:pt x="33513" y="42892"/>
                  <a:pt x="28226" y="43402"/>
                </a:cubicBezTo>
                <a:cubicBezTo>
                  <a:pt x="22939" y="43912"/>
                  <a:pt x="17419" y="42091"/>
                  <a:pt x="11666" y="37998"/>
                </a:cubicBezTo>
                <a:cubicBezTo>
                  <a:pt x="5928" y="33906"/>
                  <a:pt x="2447" y="29289"/>
                  <a:pt x="1194" y="24119"/>
                </a:cubicBezTo>
                <a:cubicBezTo>
                  <a:pt x="0" y="18934"/>
                  <a:pt x="1151" y="13880"/>
                  <a:pt x="4733" y="8870"/>
                </a:cubicBezTo>
                <a:close/>
                <a:moveTo>
                  <a:pt x="4733" y="88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D7D33-B3D9-4A28-BBCB-0786D877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127" y="5904809"/>
            <a:ext cx="45062" cy="48179"/>
          </a:xfrm>
          <a:custGeom xmlns:a="http://schemas.openxmlformats.org/drawingml/2006/main">
            <a:pathLst>
              <a:path w="45062" h="48179">
                <a:moveTo>
                  <a:pt x="14331" y="0"/>
                </a:moveTo>
                <a:lnTo>
                  <a:pt x="19793" y="3860"/>
                </a:lnTo>
                <a:cubicBezTo>
                  <a:pt x="17798" y="4894"/>
                  <a:pt x="15992" y="6146"/>
                  <a:pt x="14331" y="7559"/>
                </a:cubicBezTo>
                <a:cubicBezTo>
                  <a:pt x="12627" y="9044"/>
                  <a:pt x="11142" y="10690"/>
                  <a:pt x="9787" y="12569"/>
                </a:cubicBezTo>
                <a:cubicBezTo>
                  <a:pt x="7792" y="15409"/>
                  <a:pt x="6656" y="17856"/>
                  <a:pt x="6539" y="19910"/>
                </a:cubicBezTo>
                <a:cubicBezTo>
                  <a:pt x="6365" y="22021"/>
                  <a:pt x="7166" y="23667"/>
                  <a:pt x="8928" y="24920"/>
                </a:cubicBezTo>
                <a:cubicBezTo>
                  <a:pt x="10297" y="25823"/>
                  <a:pt x="11724" y="26056"/>
                  <a:pt x="13195" y="25604"/>
                </a:cubicBezTo>
                <a:cubicBezTo>
                  <a:pt x="14681" y="25138"/>
                  <a:pt x="16836" y="23609"/>
                  <a:pt x="19735" y="20987"/>
                </a:cubicBezTo>
                <a:lnTo>
                  <a:pt x="21614" y="19342"/>
                </a:lnTo>
                <a:cubicBezTo>
                  <a:pt x="25371" y="15875"/>
                  <a:pt x="28677" y="13880"/>
                  <a:pt x="31517" y="13254"/>
                </a:cubicBezTo>
                <a:cubicBezTo>
                  <a:pt x="34299" y="12686"/>
                  <a:pt x="37154" y="13428"/>
                  <a:pt x="39994" y="15467"/>
                </a:cubicBezTo>
                <a:cubicBezTo>
                  <a:pt x="43285" y="17754"/>
                  <a:pt x="44946" y="20871"/>
                  <a:pt x="45004" y="24861"/>
                </a:cubicBezTo>
                <a:cubicBezTo>
                  <a:pt x="45062" y="28779"/>
                  <a:pt x="43460" y="32988"/>
                  <a:pt x="40271" y="37489"/>
                </a:cubicBezTo>
                <a:cubicBezTo>
                  <a:pt x="38916" y="39368"/>
                  <a:pt x="37314" y="41188"/>
                  <a:pt x="35552" y="42950"/>
                </a:cubicBezTo>
                <a:cubicBezTo>
                  <a:pt x="33731" y="44713"/>
                  <a:pt x="31634" y="46475"/>
                  <a:pt x="29304" y="48179"/>
                </a:cubicBezTo>
                <a:lnTo>
                  <a:pt x="23376" y="43970"/>
                </a:lnTo>
                <a:cubicBezTo>
                  <a:pt x="25997" y="42615"/>
                  <a:pt x="28328" y="41130"/>
                  <a:pt x="30323" y="39426"/>
                </a:cubicBezTo>
                <a:cubicBezTo>
                  <a:pt x="32362" y="37780"/>
                  <a:pt x="34081" y="35959"/>
                  <a:pt x="35552" y="33906"/>
                </a:cubicBezTo>
                <a:cubicBezTo>
                  <a:pt x="37489" y="31168"/>
                  <a:pt x="38508" y="28779"/>
                  <a:pt x="38567" y="26682"/>
                </a:cubicBezTo>
                <a:cubicBezTo>
                  <a:pt x="38683" y="24512"/>
                  <a:pt x="37940" y="22866"/>
                  <a:pt x="36236" y="21672"/>
                </a:cubicBezTo>
                <a:cubicBezTo>
                  <a:pt x="34707" y="20594"/>
                  <a:pt x="33105" y="20245"/>
                  <a:pt x="31517" y="20711"/>
                </a:cubicBezTo>
                <a:cubicBezTo>
                  <a:pt x="29930" y="21162"/>
                  <a:pt x="27483" y="22866"/>
                  <a:pt x="24177" y="25881"/>
                </a:cubicBezTo>
                <a:lnTo>
                  <a:pt x="22298" y="27585"/>
                </a:lnTo>
                <a:cubicBezTo>
                  <a:pt x="19007" y="30600"/>
                  <a:pt x="15992" y="32377"/>
                  <a:pt x="13312" y="32828"/>
                </a:cubicBezTo>
                <a:cubicBezTo>
                  <a:pt x="10632" y="33280"/>
                  <a:pt x="7967" y="32537"/>
                  <a:pt x="5229" y="30600"/>
                </a:cubicBezTo>
                <a:cubicBezTo>
                  <a:pt x="1937" y="28269"/>
                  <a:pt x="218" y="25313"/>
                  <a:pt x="117" y="21672"/>
                </a:cubicBezTo>
                <a:cubicBezTo>
                  <a:pt x="0" y="18089"/>
                  <a:pt x="1427" y="14113"/>
                  <a:pt x="4486" y="9846"/>
                </a:cubicBezTo>
                <a:cubicBezTo>
                  <a:pt x="6030" y="7734"/>
                  <a:pt x="7617" y="5797"/>
                  <a:pt x="9278" y="4151"/>
                </a:cubicBezTo>
                <a:cubicBezTo>
                  <a:pt x="10923" y="2505"/>
                  <a:pt x="12627" y="1136"/>
                  <a:pt x="14331" y="0"/>
                </a:cubicBezTo>
                <a:close/>
                <a:moveTo>
                  <a:pt x="1433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02786-7976-4B21-9F05-85F1B7CF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856" y="5854052"/>
            <a:ext cx="65190" cy="63719"/>
          </a:xfrm>
          <a:custGeom xmlns:a="http://schemas.openxmlformats.org/drawingml/2006/main">
            <a:pathLst>
              <a:path w="65190" h="63719">
                <a:moveTo>
                  <a:pt x="9671" y="27774"/>
                </a:moveTo>
                <a:lnTo>
                  <a:pt x="45965" y="53655"/>
                </a:lnTo>
                <a:lnTo>
                  <a:pt x="51427" y="46038"/>
                </a:lnTo>
                <a:cubicBezTo>
                  <a:pt x="56029" y="39601"/>
                  <a:pt x="57908" y="33862"/>
                  <a:pt x="57180" y="28794"/>
                </a:cubicBezTo>
                <a:cubicBezTo>
                  <a:pt x="56379" y="23725"/>
                  <a:pt x="52796" y="18948"/>
                  <a:pt x="46533" y="14462"/>
                </a:cubicBezTo>
                <a:cubicBezTo>
                  <a:pt x="40271" y="9962"/>
                  <a:pt x="34649" y="8200"/>
                  <a:pt x="29580" y="9103"/>
                </a:cubicBezTo>
                <a:cubicBezTo>
                  <a:pt x="24570" y="10020"/>
                  <a:pt x="19735" y="13720"/>
                  <a:pt x="15132" y="20143"/>
                </a:cubicBezTo>
                <a:lnTo>
                  <a:pt x="9671" y="27774"/>
                </a:lnTo>
                <a:close/>
                <a:moveTo>
                  <a:pt x="0" y="30381"/>
                </a:moveTo>
                <a:lnTo>
                  <a:pt x="9278" y="17419"/>
                </a:lnTo>
                <a:cubicBezTo>
                  <a:pt x="15700" y="8375"/>
                  <a:pt x="22298" y="3073"/>
                  <a:pt x="29129" y="1544"/>
                </a:cubicBezTo>
                <a:cubicBezTo>
                  <a:pt x="35901" y="0"/>
                  <a:pt x="43285" y="2054"/>
                  <a:pt x="51252" y="7807"/>
                </a:cubicBezTo>
                <a:cubicBezTo>
                  <a:pt x="59335" y="13545"/>
                  <a:pt x="63719" y="19866"/>
                  <a:pt x="64462" y="26798"/>
                </a:cubicBezTo>
                <a:cubicBezTo>
                  <a:pt x="65190" y="33746"/>
                  <a:pt x="62350" y="41712"/>
                  <a:pt x="55927" y="50699"/>
                </a:cubicBezTo>
                <a:lnTo>
                  <a:pt x="46650" y="63719"/>
                </a:lnTo>
                <a:lnTo>
                  <a:pt x="0" y="30381"/>
                </a:lnTo>
                <a:close/>
                <a:moveTo>
                  <a:pt x="0" y="303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9A88B-E23C-43E4-BAD2-5C12DB9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015" y="5805640"/>
            <a:ext cx="68161" cy="62816"/>
          </a:xfrm>
          <a:custGeom xmlns:a="http://schemas.openxmlformats.org/drawingml/2006/main">
            <a:pathLst>
              <a:path w="68161" h="62816">
                <a:moveTo>
                  <a:pt x="0" y="29537"/>
                </a:moveTo>
                <a:lnTo>
                  <a:pt x="21046" y="0"/>
                </a:lnTo>
                <a:lnTo>
                  <a:pt x="26391" y="3816"/>
                </a:lnTo>
                <a:lnTo>
                  <a:pt x="9846" y="26973"/>
                </a:lnTo>
                <a:lnTo>
                  <a:pt x="23667" y="36877"/>
                </a:lnTo>
                <a:lnTo>
                  <a:pt x="39542" y="14623"/>
                </a:lnTo>
                <a:lnTo>
                  <a:pt x="44829" y="18439"/>
                </a:lnTo>
                <a:lnTo>
                  <a:pt x="28954" y="40620"/>
                </a:lnTo>
                <a:lnTo>
                  <a:pt x="45849" y="52679"/>
                </a:lnTo>
                <a:lnTo>
                  <a:pt x="62802" y="28969"/>
                </a:lnTo>
                <a:lnTo>
                  <a:pt x="68161" y="32770"/>
                </a:lnTo>
                <a:lnTo>
                  <a:pt x="46708" y="62816"/>
                </a:lnTo>
                <a:lnTo>
                  <a:pt x="0" y="29537"/>
                </a:lnTo>
                <a:close/>
                <a:moveTo>
                  <a:pt x="0" y="295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988DD-D955-40F9-B4E2-B33E911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59" y="5767816"/>
            <a:ext cx="58928" cy="60588"/>
          </a:xfrm>
          <a:custGeom xmlns:a="http://schemas.openxmlformats.org/drawingml/2006/main">
            <a:pathLst>
              <a:path w="58928" h="60588">
                <a:moveTo>
                  <a:pt x="17404" y="0"/>
                </a:moveTo>
                <a:lnTo>
                  <a:pt x="23609" y="4369"/>
                </a:lnTo>
                <a:cubicBezTo>
                  <a:pt x="20754" y="5971"/>
                  <a:pt x="18264" y="7617"/>
                  <a:pt x="16210" y="9321"/>
                </a:cubicBezTo>
                <a:cubicBezTo>
                  <a:pt x="14098" y="11084"/>
                  <a:pt x="12336" y="12904"/>
                  <a:pt x="10923" y="14899"/>
                </a:cubicBezTo>
                <a:cubicBezTo>
                  <a:pt x="8476" y="18307"/>
                  <a:pt x="7282" y="21439"/>
                  <a:pt x="7282" y="24293"/>
                </a:cubicBezTo>
                <a:cubicBezTo>
                  <a:pt x="7282" y="27133"/>
                  <a:pt x="8535" y="29406"/>
                  <a:pt x="10982" y="31168"/>
                </a:cubicBezTo>
                <a:cubicBezTo>
                  <a:pt x="13021" y="32653"/>
                  <a:pt x="15016" y="33105"/>
                  <a:pt x="16953" y="32653"/>
                </a:cubicBezTo>
                <a:cubicBezTo>
                  <a:pt x="18875" y="32144"/>
                  <a:pt x="21439" y="30381"/>
                  <a:pt x="24570" y="27410"/>
                </a:cubicBezTo>
                <a:lnTo>
                  <a:pt x="28036" y="24119"/>
                </a:lnTo>
                <a:cubicBezTo>
                  <a:pt x="32304" y="20084"/>
                  <a:pt x="36353" y="17739"/>
                  <a:pt x="40212" y="17113"/>
                </a:cubicBezTo>
                <a:cubicBezTo>
                  <a:pt x="44086" y="16487"/>
                  <a:pt x="47902" y="17521"/>
                  <a:pt x="51704" y="20186"/>
                </a:cubicBezTo>
                <a:cubicBezTo>
                  <a:pt x="56204" y="23434"/>
                  <a:pt x="58593" y="27410"/>
                  <a:pt x="58767" y="32085"/>
                </a:cubicBezTo>
                <a:cubicBezTo>
                  <a:pt x="58928" y="36804"/>
                  <a:pt x="56889" y="42091"/>
                  <a:pt x="52738" y="47961"/>
                </a:cubicBezTo>
                <a:cubicBezTo>
                  <a:pt x="51136" y="50116"/>
                  <a:pt x="49199" y="52330"/>
                  <a:pt x="46926" y="54442"/>
                </a:cubicBezTo>
                <a:cubicBezTo>
                  <a:pt x="44654" y="56597"/>
                  <a:pt x="42091" y="58651"/>
                  <a:pt x="39193" y="60588"/>
                </a:cubicBezTo>
                <a:lnTo>
                  <a:pt x="32712" y="55971"/>
                </a:lnTo>
                <a:cubicBezTo>
                  <a:pt x="35945" y="54442"/>
                  <a:pt x="38858" y="52679"/>
                  <a:pt x="41348" y="50742"/>
                </a:cubicBezTo>
                <a:cubicBezTo>
                  <a:pt x="43795" y="48805"/>
                  <a:pt x="45907" y="46650"/>
                  <a:pt x="47611" y="44261"/>
                </a:cubicBezTo>
                <a:cubicBezTo>
                  <a:pt x="50174" y="40678"/>
                  <a:pt x="51427" y="37372"/>
                  <a:pt x="51427" y="34416"/>
                </a:cubicBezTo>
                <a:cubicBezTo>
                  <a:pt x="51427" y="31459"/>
                  <a:pt x="50116" y="29012"/>
                  <a:pt x="47436" y="27133"/>
                </a:cubicBezTo>
                <a:cubicBezTo>
                  <a:pt x="45164" y="25488"/>
                  <a:pt x="42892" y="24920"/>
                  <a:pt x="40562" y="25429"/>
                </a:cubicBezTo>
                <a:cubicBezTo>
                  <a:pt x="38275" y="25881"/>
                  <a:pt x="35668" y="27527"/>
                  <a:pt x="32712" y="30265"/>
                </a:cubicBezTo>
                <a:lnTo>
                  <a:pt x="29231" y="33556"/>
                </a:lnTo>
                <a:cubicBezTo>
                  <a:pt x="24963" y="37605"/>
                  <a:pt x="21046" y="39994"/>
                  <a:pt x="17521" y="40678"/>
                </a:cubicBezTo>
                <a:cubicBezTo>
                  <a:pt x="14040" y="41348"/>
                  <a:pt x="10515" y="40387"/>
                  <a:pt x="6933" y="37824"/>
                </a:cubicBezTo>
                <a:cubicBezTo>
                  <a:pt x="2782" y="34925"/>
                  <a:pt x="626" y="31110"/>
                  <a:pt x="277" y="26507"/>
                </a:cubicBezTo>
                <a:cubicBezTo>
                  <a:pt x="0" y="21890"/>
                  <a:pt x="1646" y="17055"/>
                  <a:pt x="5287" y="11943"/>
                </a:cubicBezTo>
                <a:cubicBezTo>
                  <a:pt x="6874" y="9773"/>
                  <a:pt x="8637" y="7675"/>
                  <a:pt x="10690" y="5680"/>
                </a:cubicBezTo>
                <a:cubicBezTo>
                  <a:pt x="12686" y="3685"/>
                  <a:pt x="14958" y="1821"/>
                  <a:pt x="17404" y="0"/>
                </a:cubicBezTo>
                <a:close/>
                <a:moveTo>
                  <a:pt x="1740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BB6D4-FB80-493C-85C5-20985855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879" y="5729468"/>
            <a:ext cx="51194" cy="57908"/>
          </a:xfrm>
          <a:custGeom xmlns:a="http://schemas.openxmlformats.org/drawingml/2006/main">
            <a:pathLst>
              <a:path w="51194" h="57908">
                <a:moveTo>
                  <a:pt x="9714" y="22021"/>
                </a:moveTo>
                <a:lnTo>
                  <a:pt x="27250" y="34532"/>
                </a:lnTo>
                <a:lnTo>
                  <a:pt x="32930" y="26565"/>
                </a:lnTo>
                <a:cubicBezTo>
                  <a:pt x="35042" y="23609"/>
                  <a:pt x="35887" y="20813"/>
                  <a:pt x="35493" y="18147"/>
                </a:cubicBezTo>
                <a:cubicBezTo>
                  <a:pt x="35100" y="15409"/>
                  <a:pt x="33498" y="13079"/>
                  <a:pt x="30716" y="11098"/>
                </a:cubicBezTo>
                <a:cubicBezTo>
                  <a:pt x="27920" y="9103"/>
                  <a:pt x="25196" y="8360"/>
                  <a:pt x="22517" y="8870"/>
                </a:cubicBezTo>
                <a:cubicBezTo>
                  <a:pt x="19851" y="9379"/>
                  <a:pt x="17463" y="11098"/>
                  <a:pt x="15351" y="14055"/>
                </a:cubicBezTo>
                <a:lnTo>
                  <a:pt x="9714" y="22021"/>
                </a:lnTo>
                <a:close/>
                <a:moveTo>
                  <a:pt x="0" y="24570"/>
                </a:moveTo>
                <a:lnTo>
                  <a:pt x="10181" y="10355"/>
                </a:lnTo>
                <a:cubicBezTo>
                  <a:pt x="13938" y="5112"/>
                  <a:pt x="17914" y="1981"/>
                  <a:pt x="22182" y="1020"/>
                </a:cubicBezTo>
                <a:cubicBezTo>
                  <a:pt x="26507" y="0"/>
                  <a:pt x="30891" y="1136"/>
                  <a:pt x="35493" y="4428"/>
                </a:cubicBezTo>
                <a:cubicBezTo>
                  <a:pt x="40096" y="7675"/>
                  <a:pt x="42601" y="11550"/>
                  <a:pt x="43067" y="15875"/>
                </a:cubicBezTo>
                <a:cubicBezTo>
                  <a:pt x="43460" y="20245"/>
                  <a:pt x="41873" y="25036"/>
                  <a:pt x="38115" y="30265"/>
                </a:cubicBezTo>
                <a:lnTo>
                  <a:pt x="32420" y="38232"/>
                </a:lnTo>
                <a:lnTo>
                  <a:pt x="51194" y="51602"/>
                </a:lnTo>
                <a:lnTo>
                  <a:pt x="46708" y="57908"/>
                </a:lnTo>
                <a:lnTo>
                  <a:pt x="0" y="24570"/>
                </a:lnTo>
                <a:close/>
                <a:moveTo>
                  <a:pt x="0" y="245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32738-9760-46D1-B189-3F41C2E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308" y="5708525"/>
            <a:ext cx="52738" cy="40518"/>
          </a:xfrm>
          <a:custGeom xmlns:a="http://schemas.openxmlformats.org/drawingml/2006/main">
            <a:pathLst>
              <a:path w="52738" h="40518">
                <a:moveTo>
                  <a:pt x="0" y="5753"/>
                </a:moveTo>
                <a:lnTo>
                  <a:pt x="4093" y="0"/>
                </a:lnTo>
                <a:lnTo>
                  <a:pt x="52738" y="34765"/>
                </a:lnTo>
                <a:lnTo>
                  <a:pt x="48631" y="40518"/>
                </a:lnTo>
                <a:lnTo>
                  <a:pt x="0" y="5753"/>
                </a:lnTo>
                <a:close/>
                <a:moveTo>
                  <a:pt x="0" y="57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1F34B-16ED-4E7E-A4B9-3221B6B9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189" y="5677517"/>
            <a:ext cx="55927" cy="49446"/>
          </a:xfrm>
          <a:custGeom xmlns:a="http://schemas.openxmlformats.org/drawingml/2006/main">
            <a:pathLst>
              <a:path w="55927" h="49446">
                <a:moveTo>
                  <a:pt x="21220" y="44436"/>
                </a:moveTo>
                <a:lnTo>
                  <a:pt x="0" y="29304"/>
                </a:lnTo>
                <a:lnTo>
                  <a:pt x="4093" y="23565"/>
                </a:lnTo>
                <a:lnTo>
                  <a:pt x="25094" y="38523"/>
                </a:lnTo>
                <a:cubicBezTo>
                  <a:pt x="28386" y="40911"/>
                  <a:pt x="31343" y="42047"/>
                  <a:pt x="33906" y="41931"/>
                </a:cubicBezTo>
                <a:cubicBezTo>
                  <a:pt x="36527" y="41814"/>
                  <a:pt x="38741" y="40460"/>
                  <a:pt x="40562" y="37897"/>
                </a:cubicBezTo>
                <a:cubicBezTo>
                  <a:pt x="42776" y="34765"/>
                  <a:pt x="43518" y="31634"/>
                  <a:pt x="42834" y="28401"/>
                </a:cubicBezTo>
                <a:cubicBezTo>
                  <a:pt x="42149" y="25211"/>
                  <a:pt x="40110" y="22371"/>
                  <a:pt x="36702" y="19924"/>
                </a:cubicBezTo>
                <a:lnTo>
                  <a:pt x="16836" y="5753"/>
                </a:lnTo>
                <a:lnTo>
                  <a:pt x="20929" y="0"/>
                </a:lnTo>
                <a:lnTo>
                  <a:pt x="55927" y="24978"/>
                </a:lnTo>
                <a:lnTo>
                  <a:pt x="51835" y="30731"/>
                </a:lnTo>
                <a:lnTo>
                  <a:pt x="46475" y="26915"/>
                </a:lnTo>
                <a:cubicBezTo>
                  <a:pt x="47567" y="29813"/>
                  <a:pt x="48019" y="32551"/>
                  <a:pt x="47728" y="35158"/>
                </a:cubicBezTo>
                <a:cubicBezTo>
                  <a:pt x="47451" y="37722"/>
                  <a:pt x="46417" y="40227"/>
                  <a:pt x="44713" y="42674"/>
                </a:cubicBezTo>
                <a:cubicBezTo>
                  <a:pt x="41814" y="46708"/>
                  <a:pt x="38406" y="48878"/>
                  <a:pt x="34416" y="49155"/>
                </a:cubicBezTo>
                <a:cubicBezTo>
                  <a:pt x="30440" y="49446"/>
                  <a:pt x="25997" y="47902"/>
                  <a:pt x="21220" y="44436"/>
                </a:cubicBezTo>
                <a:close/>
                <a:moveTo>
                  <a:pt x="21220" y="444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4F978-1345-45CD-B6CF-99283DA7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294" y="5636897"/>
            <a:ext cx="59000" cy="60253"/>
          </a:xfrm>
          <a:custGeom xmlns:a="http://schemas.openxmlformats.org/drawingml/2006/main">
            <a:pathLst>
              <a:path w="59000" h="60253">
                <a:moveTo>
                  <a:pt x="29813" y="17929"/>
                </a:moveTo>
                <a:cubicBezTo>
                  <a:pt x="25662" y="14972"/>
                  <a:pt x="21803" y="13545"/>
                  <a:pt x="18264" y="13603"/>
                </a:cubicBezTo>
                <a:cubicBezTo>
                  <a:pt x="14797" y="13661"/>
                  <a:pt x="11899" y="15249"/>
                  <a:pt x="9671" y="18380"/>
                </a:cubicBezTo>
                <a:cubicBezTo>
                  <a:pt x="7515" y="21453"/>
                  <a:pt x="6947" y="24701"/>
                  <a:pt x="7967" y="28051"/>
                </a:cubicBezTo>
                <a:cubicBezTo>
                  <a:pt x="9044" y="31415"/>
                  <a:pt x="11666" y="34532"/>
                  <a:pt x="15817" y="37547"/>
                </a:cubicBezTo>
                <a:cubicBezTo>
                  <a:pt x="19968" y="40518"/>
                  <a:pt x="23842" y="41931"/>
                  <a:pt x="27308" y="41873"/>
                </a:cubicBezTo>
                <a:cubicBezTo>
                  <a:pt x="30847" y="41771"/>
                  <a:pt x="33746" y="40169"/>
                  <a:pt x="35901" y="37096"/>
                </a:cubicBezTo>
                <a:cubicBezTo>
                  <a:pt x="38130" y="33964"/>
                  <a:pt x="38698" y="30789"/>
                  <a:pt x="37605" y="27425"/>
                </a:cubicBezTo>
                <a:cubicBezTo>
                  <a:pt x="36586" y="24075"/>
                  <a:pt x="33964" y="20885"/>
                  <a:pt x="29813" y="17929"/>
                </a:cubicBezTo>
                <a:close/>
                <a:moveTo>
                  <a:pt x="47509" y="21847"/>
                </a:moveTo>
                <a:cubicBezTo>
                  <a:pt x="53422" y="26114"/>
                  <a:pt x="56961" y="30614"/>
                  <a:pt x="57981" y="35333"/>
                </a:cubicBezTo>
                <a:cubicBezTo>
                  <a:pt x="59000" y="40052"/>
                  <a:pt x="57529" y="45120"/>
                  <a:pt x="53655" y="50582"/>
                </a:cubicBezTo>
                <a:cubicBezTo>
                  <a:pt x="52170" y="52636"/>
                  <a:pt x="50699" y="54398"/>
                  <a:pt x="49097" y="55986"/>
                </a:cubicBezTo>
                <a:cubicBezTo>
                  <a:pt x="47509" y="57573"/>
                  <a:pt x="45805" y="59000"/>
                  <a:pt x="43984" y="60253"/>
                </a:cubicBezTo>
                <a:lnTo>
                  <a:pt x="38406" y="56219"/>
                </a:lnTo>
                <a:cubicBezTo>
                  <a:pt x="40518" y="55184"/>
                  <a:pt x="42397" y="53990"/>
                  <a:pt x="43984" y="52694"/>
                </a:cubicBezTo>
                <a:cubicBezTo>
                  <a:pt x="45630" y="51325"/>
                  <a:pt x="46999" y="49839"/>
                  <a:pt x="48252" y="48135"/>
                </a:cubicBezTo>
                <a:cubicBezTo>
                  <a:pt x="50932" y="44319"/>
                  <a:pt x="51951" y="40795"/>
                  <a:pt x="51325" y="37547"/>
                </a:cubicBezTo>
                <a:cubicBezTo>
                  <a:pt x="50699" y="34255"/>
                  <a:pt x="48427" y="31182"/>
                  <a:pt x="44436" y="28342"/>
                </a:cubicBezTo>
                <a:lnTo>
                  <a:pt x="41596" y="26347"/>
                </a:lnTo>
                <a:cubicBezTo>
                  <a:pt x="42790" y="28969"/>
                  <a:pt x="43242" y="31634"/>
                  <a:pt x="42965" y="34197"/>
                </a:cubicBezTo>
                <a:cubicBezTo>
                  <a:pt x="42615" y="36761"/>
                  <a:pt x="41596" y="39368"/>
                  <a:pt x="39717" y="41931"/>
                </a:cubicBezTo>
                <a:cubicBezTo>
                  <a:pt x="36644" y="46257"/>
                  <a:pt x="32551" y="48529"/>
                  <a:pt x="27425" y="48820"/>
                </a:cubicBezTo>
                <a:cubicBezTo>
                  <a:pt x="22254" y="49097"/>
                  <a:pt x="17011" y="47334"/>
                  <a:pt x="11608" y="43475"/>
                </a:cubicBezTo>
                <a:cubicBezTo>
                  <a:pt x="6146" y="39601"/>
                  <a:pt x="2796" y="35217"/>
                  <a:pt x="1369" y="30221"/>
                </a:cubicBezTo>
                <a:cubicBezTo>
                  <a:pt x="0" y="25269"/>
                  <a:pt x="801" y="20652"/>
                  <a:pt x="3874" y="16385"/>
                </a:cubicBezTo>
                <a:cubicBezTo>
                  <a:pt x="5695" y="13778"/>
                  <a:pt x="7807" y="11899"/>
                  <a:pt x="10137" y="10807"/>
                </a:cubicBezTo>
                <a:cubicBezTo>
                  <a:pt x="12525" y="9671"/>
                  <a:pt x="15132" y="9219"/>
                  <a:pt x="18045" y="9511"/>
                </a:cubicBezTo>
                <a:lnTo>
                  <a:pt x="12744" y="5753"/>
                </a:lnTo>
                <a:lnTo>
                  <a:pt x="16851" y="0"/>
                </a:lnTo>
                <a:lnTo>
                  <a:pt x="47509" y="21847"/>
                </a:lnTo>
                <a:close/>
                <a:moveTo>
                  <a:pt x="47509" y="218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990D7-0E57-4968-B45A-62FB6153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960" y="5609530"/>
            <a:ext cx="52738" cy="40518"/>
          </a:xfrm>
          <a:custGeom xmlns:a="http://schemas.openxmlformats.org/drawingml/2006/main">
            <a:pathLst>
              <a:path w="52738" h="40518">
                <a:moveTo>
                  <a:pt x="13603" y="15482"/>
                </a:moveTo>
                <a:lnTo>
                  <a:pt x="17696" y="9729"/>
                </a:lnTo>
                <a:lnTo>
                  <a:pt x="52738" y="34765"/>
                </a:lnTo>
                <a:lnTo>
                  <a:pt x="48645" y="40518"/>
                </a:lnTo>
                <a:lnTo>
                  <a:pt x="13603" y="15482"/>
                </a:lnTo>
                <a:close/>
                <a:moveTo>
                  <a:pt x="0" y="5753"/>
                </a:moveTo>
                <a:lnTo>
                  <a:pt x="4093" y="0"/>
                </a:lnTo>
                <a:lnTo>
                  <a:pt x="11375" y="5243"/>
                </a:lnTo>
                <a:lnTo>
                  <a:pt x="7282" y="10982"/>
                </a:lnTo>
                <a:lnTo>
                  <a:pt x="0" y="5753"/>
                </a:lnTo>
                <a:close/>
                <a:moveTo>
                  <a:pt x="0" y="57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E3F58-9F47-44DD-AB18-70193385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133" y="5583023"/>
            <a:ext cx="55927" cy="49446"/>
          </a:xfrm>
          <a:custGeom xmlns:a="http://schemas.openxmlformats.org/drawingml/2006/main">
            <a:pathLst>
              <a:path w="55927" h="49446">
                <a:moveTo>
                  <a:pt x="34765" y="5010"/>
                </a:moveTo>
                <a:lnTo>
                  <a:pt x="55927" y="20084"/>
                </a:lnTo>
                <a:lnTo>
                  <a:pt x="51835" y="25837"/>
                </a:lnTo>
                <a:lnTo>
                  <a:pt x="30891" y="10923"/>
                </a:lnTo>
                <a:cubicBezTo>
                  <a:pt x="27541" y="8535"/>
                  <a:pt x="24628" y="7399"/>
                  <a:pt x="22080" y="7573"/>
                </a:cubicBezTo>
                <a:cubicBezTo>
                  <a:pt x="19458" y="7675"/>
                  <a:pt x="17302" y="8986"/>
                  <a:pt x="15424" y="11608"/>
                </a:cubicBezTo>
                <a:cubicBezTo>
                  <a:pt x="13195" y="14681"/>
                  <a:pt x="12467" y="17871"/>
                  <a:pt x="13137" y="21046"/>
                </a:cubicBezTo>
                <a:cubicBezTo>
                  <a:pt x="13822" y="24293"/>
                  <a:pt x="15933" y="27075"/>
                  <a:pt x="19342" y="29522"/>
                </a:cubicBezTo>
                <a:lnTo>
                  <a:pt x="39149" y="43635"/>
                </a:lnTo>
                <a:lnTo>
                  <a:pt x="34984" y="49446"/>
                </a:lnTo>
                <a:lnTo>
                  <a:pt x="0" y="24468"/>
                </a:lnTo>
                <a:lnTo>
                  <a:pt x="4093" y="18657"/>
                </a:lnTo>
                <a:lnTo>
                  <a:pt x="9554" y="22531"/>
                </a:lnTo>
                <a:cubicBezTo>
                  <a:pt x="8418" y="19691"/>
                  <a:pt x="8025" y="16895"/>
                  <a:pt x="8302" y="14331"/>
                </a:cubicBezTo>
                <a:cubicBezTo>
                  <a:pt x="8593" y="11724"/>
                  <a:pt x="9612" y="9161"/>
                  <a:pt x="11317" y="6714"/>
                </a:cubicBezTo>
                <a:cubicBezTo>
                  <a:pt x="14229" y="2738"/>
                  <a:pt x="17637" y="568"/>
                  <a:pt x="21570" y="291"/>
                </a:cubicBezTo>
                <a:cubicBezTo>
                  <a:pt x="25546" y="0"/>
                  <a:pt x="29930" y="1588"/>
                  <a:pt x="34765" y="5010"/>
                </a:cubicBezTo>
                <a:close/>
                <a:moveTo>
                  <a:pt x="34765" y="50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5E669-F6F6-4F26-97EE-3DABDB3E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861" y="5578581"/>
            <a:ext cx="12686" cy="12292"/>
          </a:xfrm>
          <a:custGeom xmlns:a="http://schemas.openxmlformats.org/drawingml/2006/main">
            <a:pathLst>
              <a:path w="12686" h="12292">
                <a:moveTo>
                  <a:pt x="0" y="6612"/>
                </a:moveTo>
                <a:lnTo>
                  <a:pt x="4719" y="0"/>
                </a:lnTo>
                <a:lnTo>
                  <a:pt x="12686" y="5695"/>
                </a:lnTo>
                <a:lnTo>
                  <a:pt x="7952" y="12292"/>
                </a:lnTo>
                <a:lnTo>
                  <a:pt x="0" y="6612"/>
                </a:lnTo>
                <a:close/>
                <a:moveTo>
                  <a:pt x="0" y="66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C2C62-E089-4547-8661-F55370C2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276" y="5531422"/>
            <a:ext cx="67360" cy="39659"/>
          </a:xfrm>
          <a:custGeom xmlns:a="http://schemas.openxmlformats.org/drawingml/2006/main">
            <a:pathLst>
              <a:path w="67360" h="39659">
                <a:moveTo>
                  <a:pt x="0" y="6321"/>
                </a:moveTo>
                <a:lnTo>
                  <a:pt x="4500" y="0"/>
                </a:lnTo>
                <a:lnTo>
                  <a:pt x="45863" y="29522"/>
                </a:lnTo>
                <a:lnTo>
                  <a:pt x="62073" y="6831"/>
                </a:lnTo>
                <a:lnTo>
                  <a:pt x="67360" y="10588"/>
                </a:lnTo>
                <a:lnTo>
                  <a:pt x="46650" y="39659"/>
                </a:lnTo>
                <a:lnTo>
                  <a:pt x="0" y="6321"/>
                </a:lnTo>
                <a:close/>
                <a:moveTo>
                  <a:pt x="0" y="6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7228E-0C78-4EFA-8A12-AC339BC8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76" y="5488588"/>
            <a:ext cx="52679" cy="45222"/>
          </a:xfrm>
          <a:custGeom xmlns:a="http://schemas.openxmlformats.org/drawingml/2006/main">
            <a:pathLst>
              <a:path w="52679" h="45222">
                <a:moveTo>
                  <a:pt x="26915" y="18599"/>
                </a:moveTo>
                <a:cubicBezTo>
                  <a:pt x="23551" y="23201"/>
                  <a:pt x="21788" y="26842"/>
                  <a:pt x="21570" y="29406"/>
                </a:cubicBezTo>
                <a:cubicBezTo>
                  <a:pt x="21395" y="31911"/>
                  <a:pt x="22531" y="34124"/>
                  <a:pt x="25094" y="35945"/>
                </a:cubicBezTo>
                <a:cubicBezTo>
                  <a:pt x="27133" y="37430"/>
                  <a:pt x="29245" y="37882"/>
                  <a:pt x="31401" y="37430"/>
                </a:cubicBezTo>
                <a:cubicBezTo>
                  <a:pt x="33571" y="36921"/>
                  <a:pt x="35450" y="35493"/>
                  <a:pt x="37096" y="33221"/>
                </a:cubicBezTo>
                <a:cubicBezTo>
                  <a:pt x="39368" y="30032"/>
                  <a:pt x="40110" y="26624"/>
                  <a:pt x="39207" y="23099"/>
                </a:cubicBezTo>
                <a:cubicBezTo>
                  <a:pt x="38348" y="19560"/>
                  <a:pt x="36018" y="16443"/>
                  <a:pt x="32260" y="13763"/>
                </a:cubicBezTo>
                <a:lnTo>
                  <a:pt x="30949" y="12860"/>
                </a:lnTo>
                <a:lnTo>
                  <a:pt x="26915" y="18599"/>
                </a:lnTo>
                <a:close/>
                <a:moveTo>
                  <a:pt x="32712" y="5403"/>
                </a:moveTo>
                <a:lnTo>
                  <a:pt x="52679" y="19676"/>
                </a:lnTo>
                <a:lnTo>
                  <a:pt x="48587" y="25429"/>
                </a:lnTo>
                <a:lnTo>
                  <a:pt x="43242" y="21614"/>
                </a:lnTo>
                <a:cubicBezTo>
                  <a:pt x="44436" y="24454"/>
                  <a:pt x="44829" y="27192"/>
                  <a:pt x="44436" y="29915"/>
                </a:cubicBezTo>
                <a:cubicBezTo>
                  <a:pt x="44101" y="32595"/>
                  <a:pt x="42848" y="35319"/>
                  <a:pt x="40853" y="38173"/>
                </a:cubicBezTo>
                <a:cubicBezTo>
                  <a:pt x="38290" y="41756"/>
                  <a:pt x="35275" y="43912"/>
                  <a:pt x="31750" y="44596"/>
                </a:cubicBezTo>
                <a:cubicBezTo>
                  <a:pt x="28226" y="45222"/>
                  <a:pt x="24745" y="44378"/>
                  <a:pt x="21395" y="41989"/>
                </a:cubicBezTo>
                <a:cubicBezTo>
                  <a:pt x="17463" y="39193"/>
                  <a:pt x="15424" y="35726"/>
                  <a:pt x="15307" y="31678"/>
                </a:cubicBezTo>
                <a:cubicBezTo>
                  <a:pt x="15191" y="27585"/>
                  <a:pt x="17011" y="22983"/>
                  <a:pt x="20711" y="17739"/>
                </a:cubicBezTo>
                <a:lnTo>
                  <a:pt x="26463" y="9671"/>
                </a:lnTo>
                <a:lnTo>
                  <a:pt x="25895" y="9263"/>
                </a:lnTo>
                <a:cubicBezTo>
                  <a:pt x="23274" y="7340"/>
                  <a:pt x="20594" y="6772"/>
                  <a:pt x="17929" y="7442"/>
                </a:cubicBezTo>
                <a:cubicBezTo>
                  <a:pt x="15191" y="8185"/>
                  <a:pt x="12744" y="10122"/>
                  <a:pt x="10530" y="13254"/>
                </a:cubicBezTo>
                <a:cubicBezTo>
                  <a:pt x="9044" y="15249"/>
                  <a:pt x="7908" y="17404"/>
                  <a:pt x="7064" y="19618"/>
                </a:cubicBezTo>
                <a:cubicBezTo>
                  <a:pt x="6146" y="21847"/>
                  <a:pt x="5578" y="24177"/>
                  <a:pt x="5287" y="26624"/>
                </a:cubicBezTo>
                <a:lnTo>
                  <a:pt x="0" y="22808"/>
                </a:lnTo>
                <a:cubicBezTo>
                  <a:pt x="685" y="20143"/>
                  <a:pt x="1544" y="17696"/>
                  <a:pt x="2563" y="15409"/>
                </a:cubicBezTo>
                <a:cubicBezTo>
                  <a:pt x="3525" y="13137"/>
                  <a:pt x="4719" y="11084"/>
                  <a:pt x="6030" y="9219"/>
                </a:cubicBezTo>
                <a:cubicBezTo>
                  <a:pt x="9671" y="4151"/>
                  <a:pt x="13661" y="1253"/>
                  <a:pt x="18089" y="685"/>
                </a:cubicBezTo>
                <a:cubicBezTo>
                  <a:pt x="22473" y="0"/>
                  <a:pt x="27366" y="1588"/>
                  <a:pt x="32712" y="5403"/>
                </a:cubicBezTo>
                <a:close/>
                <a:moveTo>
                  <a:pt x="32712" y="54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74E29-34FC-4DEF-9AD6-8A57C448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015" y="5450808"/>
            <a:ext cx="39149" cy="45849"/>
          </a:xfrm>
          <a:custGeom xmlns:a="http://schemas.openxmlformats.org/drawingml/2006/main">
            <a:pathLst>
              <a:path w="39149" h="45849">
                <a:moveTo>
                  <a:pt x="20026" y="4151"/>
                </a:moveTo>
                <a:cubicBezTo>
                  <a:pt x="19181" y="4544"/>
                  <a:pt x="18439" y="5068"/>
                  <a:pt x="17696" y="5695"/>
                </a:cubicBezTo>
                <a:cubicBezTo>
                  <a:pt x="16953" y="6321"/>
                  <a:pt x="16283" y="7107"/>
                  <a:pt x="15657" y="8025"/>
                </a:cubicBezTo>
                <a:cubicBezTo>
                  <a:pt x="13312" y="11258"/>
                  <a:pt x="12584" y="14506"/>
                  <a:pt x="13487" y="17754"/>
                </a:cubicBezTo>
                <a:cubicBezTo>
                  <a:pt x="14346" y="20987"/>
                  <a:pt x="16734" y="24060"/>
                  <a:pt x="20711" y="26915"/>
                </a:cubicBezTo>
                <a:lnTo>
                  <a:pt x="39149" y="40052"/>
                </a:lnTo>
                <a:lnTo>
                  <a:pt x="35056" y="45849"/>
                </a:lnTo>
                <a:lnTo>
                  <a:pt x="0" y="20827"/>
                </a:lnTo>
                <a:lnTo>
                  <a:pt x="4165" y="15074"/>
                </a:lnTo>
                <a:lnTo>
                  <a:pt x="9569" y="18948"/>
                </a:lnTo>
                <a:cubicBezTo>
                  <a:pt x="8316" y="16210"/>
                  <a:pt x="7850" y="13545"/>
                  <a:pt x="8258" y="10865"/>
                </a:cubicBezTo>
                <a:cubicBezTo>
                  <a:pt x="8593" y="8185"/>
                  <a:pt x="9729" y="5462"/>
                  <a:pt x="11724" y="2680"/>
                </a:cubicBezTo>
                <a:cubicBezTo>
                  <a:pt x="12016" y="2272"/>
                  <a:pt x="12351" y="1879"/>
                  <a:pt x="12744" y="1427"/>
                </a:cubicBezTo>
                <a:cubicBezTo>
                  <a:pt x="13152" y="961"/>
                  <a:pt x="13603" y="510"/>
                  <a:pt x="14113" y="0"/>
                </a:cubicBezTo>
                <a:lnTo>
                  <a:pt x="20026" y="4151"/>
                </a:lnTo>
                <a:close/>
                <a:moveTo>
                  <a:pt x="20026" y="41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478B6-4214-4057-AD12-CB1E566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61" y="5417470"/>
            <a:ext cx="59000" cy="60195"/>
          </a:xfrm>
          <a:custGeom xmlns:a="http://schemas.openxmlformats.org/drawingml/2006/main">
            <a:pathLst>
              <a:path w="59000" h="60195">
                <a:moveTo>
                  <a:pt x="29872" y="17914"/>
                </a:moveTo>
                <a:cubicBezTo>
                  <a:pt x="25662" y="14958"/>
                  <a:pt x="21847" y="13487"/>
                  <a:pt x="18322" y="13603"/>
                </a:cubicBezTo>
                <a:cubicBezTo>
                  <a:pt x="14797" y="13647"/>
                  <a:pt x="11957" y="15249"/>
                  <a:pt x="9729" y="18380"/>
                </a:cubicBezTo>
                <a:cubicBezTo>
                  <a:pt x="7515" y="21453"/>
                  <a:pt x="6947" y="24687"/>
                  <a:pt x="8025" y="28051"/>
                </a:cubicBezTo>
                <a:cubicBezTo>
                  <a:pt x="9103" y="31401"/>
                  <a:pt x="11724" y="34532"/>
                  <a:pt x="15875" y="37547"/>
                </a:cubicBezTo>
                <a:cubicBezTo>
                  <a:pt x="20026" y="40504"/>
                  <a:pt x="23842" y="41931"/>
                  <a:pt x="27366" y="41814"/>
                </a:cubicBezTo>
                <a:cubicBezTo>
                  <a:pt x="30891" y="41756"/>
                  <a:pt x="33746" y="40169"/>
                  <a:pt x="35959" y="37096"/>
                </a:cubicBezTo>
                <a:cubicBezTo>
                  <a:pt x="38173" y="33964"/>
                  <a:pt x="38756" y="30775"/>
                  <a:pt x="37664" y="27425"/>
                </a:cubicBezTo>
                <a:cubicBezTo>
                  <a:pt x="36586" y="24060"/>
                  <a:pt x="34022" y="20885"/>
                  <a:pt x="29872" y="17914"/>
                </a:cubicBezTo>
                <a:close/>
                <a:moveTo>
                  <a:pt x="47509" y="21847"/>
                </a:moveTo>
                <a:cubicBezTo>
                  <a:pt x="53480" y="26114"/>
                  <a:pt x="56961" y="30600"/>
                  <a:pt x="57981" y="35333"/>
                </a:cubicBezTo>
                <a:cubicBezTo>
                  <a:pt x="59000" y="40052"/>
                  <a:pt x="57588" y="45120"/>
                  <a:pt x="53655" y="50582"/>
                </a:cubicBezTo>
                <a:cubicBezTo>
                  <a:pt x="52228" y="52621"/>
                  <a:pt x="50757" y="54383"/>
                  <a:pt x="49155" y="55986"/>
                </a:cubicBezTo>
                <a:cubicBezTo>
                  <a:pt x="47567" y="57573"/>
                  <a:pt x="45863" y="59000"/>
                  <a:pt x="44043" y="60195"/>
                </a:cubicBezTo>
                <a:lnTo>
                  <a:pt x="38465" y="56204"/>
                </a:lnTo>
                <a:cubicBezTo>
                  <a:pt x="40576" y="55184"/>
                  <a:pt x="42397" y="53990"/>
                  <a:pt x="44043" y="52679"/>
                </a:cubicBezTo>
                <a:cubicBezTo>
                  <a:pt x="45630" y="51310"/>
                  <a:pt x="47058" y="49839"/>
                  <a:pt x="48252" y="48135"/>
                </a:cubicBezTo>
                <a:cubicBezTo>
                  <a:pt x="50975" y="44319"/>
                  <a:pt x="52009" y="40795"/>
                  <a:pt x="51383" y="37547"/>
                </a:cubicBezTo>
                <a:cubicBezTo>
                  <a:pt x="50757" y="34241"/>
                  <a:pt x="48427" y="31182"/>
                  <a:pt x="44436" y="28328"/>
                </a:cubicBezTo>
                <a:lnTo>
                  <a:pt x="41596" y="26332"/>
                </a:lnTo>
                <a:cubicBezTo>
                  <a:pt x="42848" y="28954"/>
                  <a:pt x="43300" y="31576"/>
                  <a:pt x="42965" y="34197"/>
                </a:cubicBezTo>
                <a:cubicBezTo>
                  <a:pt x="42674" y="36746"/>
                  <a:pt x="41596" y="39368"/>
                  <a:pt x="39775" y="41931"/>
                </a:cubicBezTo>
                <a:cubicBezTo>
                  <a:pt x="36702" y="46198"/>
                  <a:pt x="32610" y="48529"/>
                  <a:pt x="27425" y="48805"/>
                </a:cubicBezTo>
                <a:cubicBezTo>
                  <a:pt x="22313" y="49097"/>
                  <a:pt x="17011" y="47334"/>
                  <a:pt x="11608" y="43460"/>
                </a:cubicBezTo>
                <a:cubicBezTo>
                  <a:pt x="6204" y="39601"/>
                  <a:pt x="2796" y="35217"/>
                  <a:pt x="1427" y="30207"/>
                </a:cubicBezTo>
                <a:cubicBezTo>
                  <a:pt x="0" y="25255"/>
                  <a:pt x="859" y="20652"/>
                  <a:pt x="3932" y="16327"/>
                </a:cubicBezTo>
                <a:cubicBezTo>
                  <a:pt x="5753" y="13763"/>
                  <a:pt x="7850" y="11885"/>
                  <a:pt x="10195" y="10807"/>
                </a:cubicBezTo>
                <a:cubicBezTo>
                  <a:pt x="12525" y="9671"/>
                  <a:pt x="15132" y="9219"/>
                  <a:pt x="18104" y="9496"/>
                </a:cubicBezTo>
                <a:lnTo>
                  <a:pt x="12744" y="5738"/>
                </a:lnTo>
                <a:lnTo>
                  <a:pt x="16851" y="0"/>
                </a:lnTo>
                <a:lnTo>
                  <a:pt x="47509" y="21847"/>
                </a:lnTo>
                <a:close/>
                <a:moveTo>
                  <a:pt x="47509" y="218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966DC-2035-4BFA-8098-932E1A93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33" y="5381860"/>
            <a:ext cx="49097" cy="44421"/>
          </a:xfrm>
          <a:custGeom xmlns:a="http://schemas.openxmlformats.org/drawingml/2006/main">
            <a:pathLst>
              <a:path w="49097" h="44421">
                <a:moveTo>
                  <a:pt x="32886" y="5229"/>
                </a:moveTo>
                <a:lnTo>
                  <a:pt x="35668" y="7282"/>
                </a:lnTo>
                <a:lnTo>
                  <a:pt x="16836" y="33731"/>
                </a:lnTo>
                <a:cubicBezTo>
                  <a:pt x="20944" y="36294"/>
                  <a:pt x="24803" y="37256"/>
                  <a:pt x="28444" y="36571"/>
                </a:cubicBezTo>
                <a:cubicBezTo>
                  <a:pt x="32027" y="35945"/>
                  <a:pt x="35158" y="33673"/>
                  <a:pt x="37897" y="29857"/>
                </a:cubicBezTo>
                <a:cubicBezTo>
                  <a:pt x="39484" y="27701"/>
                  <a:pt x="40737" y="25371"/>
                  <a:pt x="41698" y="22866"/>
                </a:cubicBezTo>
                <a:cubicBezTo>
                  <a:pt x="42615" y="20419"/>
                  <a:pt x="43300" y="17798"/>
                  <a:pt x="43635" y="14958"/>
                </a:cubicBezTo>
                <a:lnTo>
                  <a:pt x="49097" y="18832"/>
                </a:lnTo>
                <a:cubicBezTo>
                  <a:pt x="48470" y="21555"/>
                  <a:pt x="47626" y="24119"/>
                  <a:pt x="46548" y="26624"/>
                </a:cubicBezTo>
                <a:cubicBezTo>
                  <a:pt x="45455" y="29129"/>
                  <a:pt x="44145" y="31459"/>
                  <a:pt x="42557" y="33731"/>
                </a:cubicBezTo>
                <a:cubicBezTo>
                  <a:pt x="38581" y="39309"/>
                  <a:pt x="33789" y="42543"/>
                  <a:pt x="28226" y="43518"/>
                </a:cubicBezTo>
                <a:cubicBezTo>
                  <a:pt x="22648" y="44421"/>
                  <a:pt x="17069" y="42950"/>
                  <a:pt x="11491" y="38960"/>
                </a:cubicBezTo>
                <a:cubicBezTo>
                  <a:pt x="5811" y="34867"/>
                  <a:pt x="2330" y="30090"/>
                  <a:pt x="1194" y="24628"/>
                </a:cubicBezTo>
                <a:cubicBezTo>
                  <a:pt x="0" y="19108"/>
                  <a:pt x="1311" y="13705"/>
                  <a:pt x="5068" y="8476"/>
                </a:cubicBezTo>
                <a:cubicBezTo>
                  <a:pt x="8418" y="3743"/>
                  <a:pt x="12627" y="1136"/>
                  <a:pt x="17579" y="568"/>
                </a:cubicBezTo>
                <a:cubicBezTo>
                  <a:pt x="22589" y="0"/>
                  <a:pt x="27658" y="1529"/>
                  <a:pt x="32886" y="5229"/>
                </a:cubicBezTo>
                <a:close/>
                <a:moveTo>
                  <a:pt x="27090" y="9773"/>
                </a:moveTo>
                <a:cubicBezTo>
                  <a:pt x="23900" y="7617"/>
                  <a:pt x="20769" y="6714"/>
                  <a:pt x="17696" y="7049"/>
                </a:cubicBezTo>
                <a:cubicBezTo>
                  <a:pt x="14564" y="7442"/>
                  <a:pt x="12001" y="9044"/>
                  <a:pt x="9962" y="11885"/>
                </a:cubicBezTo>
                <a:cubicBezTo>
                  <a:pt x="7690" y="15074"/>
                  <a:pt x="6772" y="18307"/>
                  <a:pt x="7224" y="21555"/>
                </a:cubicBezTo>
                <a:cubicBezTo>
                  <a:pt x="7632" y="24745"/>
                  <a:pt x="9394" y="27701"/>
                  <a:pt x="12525" y="30323"/>
                </a:cubicBezTo>
                <a:lnTo>
                  <a:pt x="27090" y="9773"/>
                </a:lnTo>
                <a:close/>
                <a:moveTo>
                  <a:pt x="27090" y="97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EFFEC-7941-46D2-8A9E-2CF659BB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412" y="6113036"/>
            <a:ext cx="51718" cy="41989"/>
          </a:xfrm>
          <a:custGeom xmlns:a="http://schemas.openxmlformats.org/drawingml/2006/main">
            <a:pathLst>
              <a:path w="51718" h="41989">
                <a:moveTo>
                  <a:pt x="13254" y="15817"/>
                </a:moveTo>
                <a:lnTo>
                  <a:pt x="17579" y="10181"/>
                </a:lnTo>
                <a:lnTo>
                  <a:pt x="51718" y="36353"/>
                </a:lnTo>
                <a:lnTo>
                  <a:pt x="47451" y="41989"/>
                </a:lnTo>
                <a:lnTo>
                  <a:pt x="13254" y="15817"/>
                </a:lnTo>
                <a:close/>
                <a:moveTo>
                  <a:pt x="0" y="5622"/>
                </a:moveTo>
                <a:lnTo>
                  <a:pt x="4267" y="0"/>
                </a:lnTo>
                <a:lnTo>
                  <a:pt x="11375" y="5462"/>
                </a:lnTo>
                <a:lnTo>
                  <a:pt x="7107" y="11040"/>
                </a:lnTo>
                <a:lnTo>
                  <a:pt x="0" y="5622"/>
                </a:lnTo>
                <a:close/>
                <a:moveTo>
                  <a:pt x="0" y="5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C4EAB-8381-4D0A-9D66-27B0751F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666" y="6071163"/>
            <a:ext cx="61272" cy="59510"/>
          </a:xfrm>
          <a:custGeom xmlns:a="http://schemas.openxmlformats.org/drawingml/2006/main">
            <a:pathLst>
              <a:path w="61272" h="59510">
                <a:moveTo>
                  <a:pt x="22750" y="0"/>
                </a:moveTo>
                <a:lnTo>
                  <a:pt x="29231" y="4952"/>
                </a:lnTo>
                <a:cubicBezTo>
                  <a:pt x="25706" y="5520"/>
                  <a:pt x="22575" y="6656"/>
                  <a:pt x="19851" y="8243"/>
                </a:cubicBezTo>
                <a:cubicBezTo>
                  <a:pt x="17055" y="9889"/>
                  <a:pt x="14666" y="12001"/>
                  <a:pt x="12686" y="14681"/>
                </a:cubicBezTo>
                <a:cubicBezTo>
                  <a:pt x="8695" y="19851"/>
                  <a:pt x="7224" y="25022"/>
                  <a:pt x="8302" y="30265"/>
                </a:cubicBezTo>
                <a:cubicBezTo>
                  <a:pt x="9321" y="35435"/>
                  <a:pt x="12904" y="40329"/>
                  <a:pt x="18875" y="44946"/>
                </a:cubicBezTo>
                <a:cubicBezTo>
                  <a:pt x="24905" y="49548"/>
                  <a:pt x="30542" y="51718"/>
                  <a:pt x="35828" y="51369"/>
                </a:cubicBezTo>
                <a:cubicBezTo>
                  <a:pt x="41130" y="51034"/>
                  <a:pt x="45790" y="48296"/>
                  <a:pt x="49781" y="43067"/>
                </a:cubicBezTo>
                <a:cubicBezTo>
                  <a:pt x="51820" y="40445"/>
                  <a:pt x="53247" y="37605"/>
                  <a:pt x="54092" y="34474"/>
                </a:cubicBezTo>
                <a:cubicBezTo>
                  <a:pt x="54893" y="31401"/>
                  <a:pt x="55184" y="28095"/>
                  <a:pt x="54835" y="24512"/>
                </a:cubicBezTo>
                <a:lnTo>
                  <a:pt x="61272" y="29464"/>
                </a:lnTo>
                <a:cubicBezTo>
                  <a:pt x="61098" y="32770"/>
                  <a:pt x="60413" y="35901"/>
                  <a:pt x="59335" y="38858"/>
                </a:cubicBezTo>
                <a:cubicBezTo>
                  <a:pt x="58199" y="41814"/>
                  <a:pt x="56597" y="44654"/>
                  <a:pt x="54558" y="47334"/>
                </a:cubicBezTo>
                <a:cubicBezTo>
                  <a:pt x="49257" y="54209"/>
                  <a:pt x="43009" y="58025"/>
                  <a:pt x="35785" y="58767"/>
                </a:cubicBezTo>
                <a:cubicBezTo>
                  <a:pt x="28503" y="59510"/>
                  <a:pt x="21220" y="57063"/>
                  <a:pt x="13938" y="51485"/>
                </a:cubicBezTo>
                <a:cubicBezTo>
                  <a:pt x="6598" y="45849"/>
                  <a:pt x="2389" y="39484"/>
                  <a:pt x="1194" y="32260"/>
                </a:cubicBezTo>
                <a:cubicBezTo>
                  <a:pt x="0" y="25080"/>
                  <a:pt x="2039" y="18031"/>
                  <a:pt x="7326" y="11142"/>
                </a:cubicBezTo>
                <a:cubicBezTo>
                  <a:pt x="9438" y="8418"/>
                  <a:pt x="11768" y="6146"/>
                  <a:pt x="14331" y="4267"/>
                </a:cubicBezTo>
                <a:cubicBezTo>
                  <a:pt x="16895" y="2447"/>
                  <a:pt x="19676" y="961"/>
                  <a:pt x="22750" y="0"/>
                </a:cubicBezTo>
                <a:close/>
                <a:moveTo>
                  <a:pt x="227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734BF3-DC56-4980-A3EA-B6BCB83E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2" y="6052099"/>
            <a:ext cx="51776" cy="41931"/>
          </a:xfrm>
          <a:custGeom xmlns:a="http://schemas.openxmlformats.org/drawingml/2006/main">
            <a:pathLst>
              <a:path w="51776" h="41931">
                <a:moveTo>
                  <a:pt x="0" y="5636"/>
                </a:moveTo>
                <a:lnTo>
                  <a:pt x="4326" y="0"/>
                </a:lnTo>
                <a:lnTo>
                  <a:pt x="51776" y="36353"/>
                </a:lnTo>
                <a:lnTo>
                  <a:pt x="47451" y="41931"/>
                </a:lnTo>
                <a:lnTo>
                  <a:pt x="0" y="5636"/>
                </a:lnTo>
                <a:close/>
                <a:moveTo>
                  <a:pt x="0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B22A3-3999-4F0E-A480-D5D7A254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95" y="6028490"/>
            <a:ext cx="46038" cy="43868"/>
          </a:xfrm>
          <a:custGeom xmlns:a="http://schemas.openxmlformats.org/drawingml/2006/main">
            <a:pathLst>
              <a:path w="46038" h="43868">
                <a:moveTo>
                  <a:pt x="9846" y="11841"/>
                </a:moveTo>
                <a:cubicBezTo>
                  <a:pt x="7515" y="14856"/>
                  <a:pt x="6889" y="18147"/>
                  <a:pt x="7908" y="21672"/>
                </a:cubicBezTo>
                <a:cubicBezTo>
                  <a:pt x="8943" y="25211"/>
                  <a:pt x="11448" y="28561"/>
                  <a:pt x="15540" y="31692"/>
                </a:cubicBezTo>
                <a:cubicBezTo>
                  <a:pt x="19633" y="34823"/>
                  <a:pt x="23507" y="36411"/>
                  <a:pt x="27206" y="36469"/>
                </a:cubicBezTo>
                <a:cubicBezTo>
                  <a:pt x="30847" y="36527"/>
                  <a:pt x="33862" y="35042"/>
                  <a:pt x="36193" y="32027"/>
                </a:cubicBezTo>
                <a:cubicBezTo>
                  <a:pt x="38465" y="29012"/>
                  <a:pt x="39091" y="25779"/>
                  <a:pt x="38071" y="22240"/>
                </a:cubicBezTo>
                <a:cubicBezTo>
                  <a:pt x="37096" y="18657"/>
                  <a:pt x="34547" y="15307"/>
                  <a:pt x="30440" y="12234"/>
                </a:cubicBezTo>
                <a:cubicBezTo>
                  <a:pt x="26405" y="9103"/>
                  <a:pt x="22531" y="7515"/>
                  <a:pt x="18832" y="7457"/>
                </a:cubicBezTo>
                <a:cubicBezTo>
                  <a:pt x="15147" y="7399"/>
                  <a:pt x="12132" y="8870"/>
                  <a:pt x="9846" y="11841"/>
                </a:cubicBezTo>
                <a:close/>
                <a:moveTo>
                  <a:pt x="5068" y="8200"/>
                </a:moveTo>
                <a:cubicBezTo>
                  <a:pt x="8826" y="3364"/>
                  <a:pt x="13370" y="743"/>
                  <a:pt x="18672" y="335"/>
                </a:cubicBezTo>
                <a:cubicBezTo>
                  <a:pt x="23958" y="0"/>
                  <a:pt x="29420" y="1995"/>
                  <a:pt x="35056" y="6263"/>
                </a:cubicBezTo>
                <a:cubicBezTo>
                  <a:pt x="40635" y="10530"/>
                  <a:pt x="43926" y="15307"/>
                  <a:pt x="44946" y="20536"/>
                </a:cubicBezTo>
                <a:cubicBezTo>
                  <a:pt x="46038" y="25779"/>
                  <a:pt x="44669" y="30775"/>
                  <a:pt x="40970" y="35668"/>
                </a:cubicBezTo>
                <a:cubicBezTo>
                  <a:pt x="37212" y="40562"/>
                  <a:pt x="32668" y="43183"/>
                  <a:pt x="27366" y="43518"/>
                </a:cubicBezTo>
                <a:cubicBezTo>
                  <a:pt x="22021" y="43868"/>
                  <a:pt x="16618" y="41873"/>
                  <a:pt x="10982" y="37605"/>
                </a:cubicBezTo>
                <a:cubicBezTo>
                  <a:pt x="5418" y="33280"/>
                  <a:pt x="2054" y="28561"/>
                  <a:pt x="1034" y="23376"/>
                </a:cubicBezTo>
                <a:cubicBezTo>
                  <a:pt x="0" y="18147"/>
                  <a:pt x="1311" y="13079"/>
                  <a:pt x="5068" y="8200"/>
                </a:cubicBezTo>
                <a:close/>
                <a:moveTo>
                  <a:pt x="5068" y="82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5AA36-330B-4646-A2AD-EF77717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479" y="5984345"/>
            <a:ext cx="56102" cy="49723"/>
          </a:xfrm>
          <a:custGeom xmlns:a="http://schemas.openxmlformats.org/drawingml/2006/main">
            <a:pathLst>
              <a:path w="56102" h="49723">
                <a:moveTo>
                  <a:pt x="20711" y="44436"/>
                </a:moveTo>
                <a:lnTo>
                  <a:pt x="0" y="28619"/>
                </a:lnTo>
                <a:lnTo>
                  <a:pt x="4326" y="22983"/>
                </a:lnTo>
                <a:lnTo>
                  <a:pt x="24745" y="38625"/>
                </a:lnTo>
                <a:cubicBezTo>
                  <a:pt x="27993" y="41130"/>
                  <a:pt x="30891" y="42382"/>
                  <a:pt x="33513" y="42324"/>
                </a:cubicBezTo>
                <a:cubicBezTo>
                  <a:pt x="36076" y="42324"/>
                  <a:pt x="38348" y="41072"/>
                  <a:pt x="40285" y="38508"/>
                </a:cubicBezTo>
                <a:cubicBezTo>
                  <a:pt x="42557" y="35493"/>
                  <a:pt x="43460" y="32362"/>
                  <a:pt x="42834" y="29129"/>
                </a:cubicBezTo>
                <a:cubicBezTo>
                  <a:pt x="42266" y="25881"/>
                  <a:pt x="40343" y="22983"/>
                  <a:pt x="36979" y="20419"/>
                </a:cubicBezTo>
                <a:lnTo>
                  <a:pt x="17637" y="5622"/>
                </a:lnTo>
                <a:lnTo>
                  <a:pt x="21905" y="0"/>
                </a:lnTo>
                <a:lnTo>
                  <a:pt x="56102" y="26172"/>
                </a:lnTo>
                <a:lnTo>
                  <a:pt x="51776" y="31736"/>
                </a:lnTo>
                <a:lnTo>
                  <a:pt x="46533" y="27760"/>
                </a:lnTo>
                <a:cubicBezTo>
                  <a:pt x="47567" y="30716"/>
                  <a:pt x="47902" y="33454"/>
                  <a:pt x="47509" y="36003"/>
                </a:cubicBezTo>
                <a:cubicBezTo>
                  <a:pt x="47160" y="38567"/>
                  <a:pt x="46023" y="41072"/>
                  <a:pt x="44203" y="43460"/>
                </a:cubicBezTo>
                <a:cubicBezTo>
                  <a:pt x="41246" y="47393"/>
                  <a:pt x="37722" y="49432"/>
                  <a:pt x="33731" y="49606"/>
                </a:cubicBezTo>
                <a:cubicBezTo>
                  <a:pt x="29755" y="49723"/>
                  <a:pt x="25371" y="48019"/>
                  <a:pt x="20711" y="44436"/>
                </a:cubicBezTo>
                <a:close/>
                <a:moveTo>
                  <a:pt x="20711" y="444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081B7-F347-484C-BD8D-0204BA9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186" y="5934506"/>
            <a:ext cx="51718" cy="59962"/>
          </a:xfrm>
          <a:custGeom xmlns:a="http://schemas.openxmlformats.org/drawingml/2006/main">
            <a:pathLst>
              <a:path w="51718" h="59962">
                <a:moveTo>
                  <a:pt x="18482" y="19793"/>
                </a:moveTo>
                <a:lnTo>
                  <a:pt x="0" y="5636"/>
                </a:lnTo>
                <a:lnTo>
                  <a:pt x="4267" y="0"/>
                </a:lnTo>
                <a:lnTo>
                  <a:pt x="51718" y="36353"/>
                </a:lnTo>
                <a:lnTo>
                  <a:pt x="47451" y="41989"/>
                </a:lnTo>
                <a:lnTo>
                  <a:pt x="42324" y="38057"/>
                </a:lnTo>
                <a:cubicBezTo>
                  <a:pt x="43402" y="40795"/>
                  <a:pt x="43810" y="43402"/>
                  <a:pt x="43402" y="45965"/>
                </a:cubicBezTo>
                <a:cubicBezTo>
                  <a:pt x="43009" y="48529"/>
                  <a:pt x="41873" y="51092"/>
                  <a:pt x="39936" y="53597"/>
                </a:cubicBezTo>
                <a:cubicBezTo>
                  <a:pt x="36746" y="57748"/>
                  <a:pt x="32537" y="59845"/>
                  <a:pt x="27250" y="59903"/>
                </a:cubicBezTo>
                <a:cubicBezTo>
                  <a:pt x="22021" y="59962"/>
                  <a:pt x="16662" y="57908"/>
                  <a:pt x="11317" y="53815"/>
                </a:cubicBezTo>
                <a:cubicBezTo>
                  <a:pt x="5913" y="49723"/>
                  <a:pt x="2607" y="45120"/>
                  <a:pt x="1311" y="39994"/>
                </a:cubicBezTo>
                <a:cubicBezTo>
                  <a:pt x="0" y="34867"/>
                  <a:pt x="903" y="30265"/>
                  <a:pt x="4093" y="26114"/>
                </a:cubicBezTo>
                <a:cubicBezTo>
                  <a:pt x="6030" y="23609"/>
                  <a:pt x="8127" y="21847"/>
                  <a:pt x="10515" y="20827"/>
                </a:cubicBezTo>
                <a:cubicBezTo>
                  <a:pt x="12919" y="19735"/>
                  <a:pt x="15526" y="19400"/>
                  <a:pt x="18482" y="19793"/>
                </a:cubicBezTo>
                <a:close/>
                <a:moveTo>
                  <a:pt x="15759" y="48019"/>
                </a:moveTo>
                <a:cubicBezTo>
                  <a:pt x="19851" y="51208"/>
                  <a:pt x="23784" y="52796"/>
                  <a:pt x="27425" y="52912"/>
                </a:cubicBezTo>
                <a:cubicBezTo>
                  <a:pt x="31066" y="53029"/>
                  <a:pt x="34022" y="51602"/>
                  <a:pt x="36294" y="48645"/>
                </a:cubicBezTo>
                <a:cubicBezTo>
                  <a:pt x="38567" y="45688"/>
                  <a:pt x="39135" y="42441"/>
                  <a:pt x="38115" y="38916"/>
                </a:cubicBezTo>
                <a:cubicBezTo>
                  <a:pt x="37096" y="35450"/>
                  <a:pt x="34532" y="32085"/>
                  <a:pt x="30381" y="28896"/>
                </a:cubicBezTo>
                <a:cubicBezTo>
                  <a:pt x="26289" y="25764"/>
                  <a:pt x="22356" y="24119"/>
                  <a:pt x="18715" y="24060"/>
                </a:cubicBezTo>
                <a:cubicBezTo>
                  <a:pt x="15074" y="23944"/>
                  <a:pt x="12118" y="25371"/>
                  <a:pt x="9846" y="28328"/>
                </a:cubicBezTo>
                <a:cubicBezTo>
                  <a:pt x="7559" y="31343"/>
                  <a:pt x="6933" y="34532"/>
                  <a:pt x="7967" y="38057"/>
                </a:cubicBezTo>
                <a:cubicBezTo>
                  <a:pt x="9044" y="41523"/>
                  <a:pt x="11608" y="44887"/>
                  <a:pt x="15759" y="48019"/>
                </a:cubicBezTo>
                <a:close/>
                <a:moveTo>
                  <a:pt x="15759" y="480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59482-75E9-4190-BB04-7E5BB370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44" y="5898036"/>
            <a:ext cx="58374" cy="61331"/>
          </a:xfrm>
          <a:custGeom xmlns:a="http://schemas.openxmlformats.org/drawingml/2006/main">
            <a:pathLst>
              <a:path w="58374" h="61331">
                <a:moveTo>
                  <a:pt x="18205" y="0"/>
                </a:moveTo>
                <a:lnTo>
                  <a:pt x="24177" y="4602"/>
                </a:lnTo>
                <a:cubicBezTo>
                  <a:pt x="21279" y="6088"/>
                  <a:pt x="18774" y="7675"/>
                  <a:pt x="16603" y="9336"/>
                </a:cubicBezTo>
                <a:cubicBezTo>
                  <a:pt x="14506" y="10982"/>
                  <a:pt x="12686" y="12802"/>
                  <a:pt x="11200" y="14681"/>
                </a:cubicBezTo>
                <a:cubicBezTo>
                  <a:pt x="8637" y="18031"/>
                  <a:pt x="7282" y="21162"/>
                  <a:pt x="7224" y="23958"/>
                </a:cubicBezTo>
                <a:cubicBezTo>
                  <a:pt x="7107" y="26798"/>
                  <a:pt x="8243" y="29129"/>
                  <a:pt x="10690" y="30949"/>
                </a:cubicBezTo>
                <a:cubicBezTo>
                  <a:pt x="12686" y="32479"/>
                  <a:pt x="14681" y="33061"/>
                  <a:pt x="16603" y="32595"/>
                </a:cubicBezTo>
                <a:cubicBezTo>
                  <a:pt x="18540" y="32202"/>
                  <a:pt x="21162" y="30556"/>
                  <a:pt x="24352" y="27643"/>
                </a:cubicBezTo>
                <a:lnTo>
                  <a:pt x="27993" y="24526"/>
                </a:lnTo>
                <a:cubicBezTo>
                  <a:pt x="32362" y="20594"/>
                  <a:pt x="36527" y="18380"/>
                  <a:pt x="40387" y="17871"/>
                </a:cubicBezTo>
                <a:cubicBezTo>
                  <a:pt x="44261" y="17404"/>
                  <a:pt x="48077" y="18540"/>
                  <a:pt x="51762" y="21395"/>
                </a:cubicBezTo>
                <a:cubicBezTo>
                  <a:pt x="56146" y="24745"/>
                  <a:pt x="58374" y="28837"/>
                  <a:pt x="58374" y="33513"/>
                </a:cubicBezTo>
                <a:cubicBezTo>
                  <a:pt x="58374" y="38232"/>
                  <a:pt x="56204" y="43402"/>
                  <a:pt x="51820" y="49155"/>
                </a:cubicBezTo>
                <a:cubicBezTo>
                  <a:pt x="50174" y="51267"/>
                  <a:pt x="48179" y="53364"/>
                  <a:pt x="45849" y="55476"/>
                </a:cubicBezTo>
                <a:cubicBezTo>
                  <a:pt x="43518" y="57515"/>
                  <a:pt x="40839" y="59452"/>
                  <a:pt x="37882" y="61331"/>
                </a:cubicBezTo>
                <a:lnTo>
                  <a:pt x="31576" y="56495"/>
                </a:lnTo>
                <a:cubicBezTo>
                  <a:pt x="34867" y="55010"/>
                  <a:pt x="37765" y="53422"/>
                  <a:pt x="40329" y="51543"/>
                </a:cubicBezTo>
                <a:cubicBezTo>
                  <a:pt x="42892" y="49723"/>
                  <a:pt x="45048" y="47626"/>
                  <a:pt x="46825" y="45281"/>
                </a:cubicBezTo>
                <a:cubicBezTo>
                  <a:pt x="49548" y="41756"/>
                  <a:pt x="50917" y="38523"/>
                  <a:pt x="51034" y="35552"/>
                </a:cubicBezTo>
                <a:cubicBezTo>
                  <a:pt x="51092" y="32595"/>
                  <a:pt x="49839" y="30148"/>
                  <a:pt x="47276" y="28168"/>
                </a:cubicBezTo>
                <a:cubicBezTo>
                  <a:pt x="45048" y="26449"/>
                  <a:pt x="42776" y="25823"/>
                  <a:pt x="40445" y="26230"/>
                </a:cubicBezTo>
                <a:cubicBezTo>
                  <a:pt x="38173" y="26624"/>
                  <a:pt x="35493" y="28168"/>
                  <a:pt x="32420" y="30775"/>
                </a:cubicBezTo>
                <a:lnTo>
                  <a:pt x="28837" y="33964"/>
                </a:lnTo>
                <a:cubicBezTo>
                  <a:pt x="24410" y="37897"/>
                  <a:pt x="20419" y="40110"/>
                  <a:pt x="16895" y="40678"/>
                </a:cubicBezTo>
                <a:cubicBezTo>
                  <a:pt x="13370" y="41246"/>
                  <a:pt x="9889" y="40169"/>
                  <a:pt x="6423" y="37489"/>
                </a:cubicBezTo>
                <a:cubicBezTo>
                  <a:pt x="2389" y="34416"/>
                  <a:pt x="277" y="30556"/>
                  <a:pt x="160" y="25939"/>
                </a:cubicBezTo>
                <a:cubicBezTo>
                  <a:pt x="0" y="21337"/>
                  <a:pt x="1879" y="16560"/>
                  <a:pt x="5680" y="11608"/>
                </a:cubicBezTo>
                <a:cubicBezTo>
                  <a:pt x="7282" y="9438"/>
                  <a:pt x="9161" y="7399"/>
                  <a:pt x="11258" y="5520"/>
                </a:cubicBezTo>
                <a:cubicBezTo>
                  <a:pt x="13312" y="3583"/>
                  <a:pt x="15642" y="1762"/>
                  <a:pt x="18205" y="0"/>
                </a:cubicBezTo>
                <a:close/>
                <a:moveTo>
                  <a:pt x="1820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BD203-1041-4352-9FDF-160C3A1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565" y="5865500"/>
            <a:ext cx="56044" cy="49781"/>
          </a:xfrm>
          <a:custGeom xmlns:a="http://schemas.openxmlformats.org/drawingml/2006/main">
            <a:pathLst>
              <a:path w="56044" h="49781">
                <a:moveTo>
                  <a:pt x="20652" y="44421"/>
                </a:moveTo>
                <a:lnTo>
                  <a:pt x="0" y="28604"/>
                </a:lnTo>
                <a:lnTo>
                  <a:pt x="4267" y="22983"/>
                </a:lnTo>
                <a:lnTo>
                  <a:pt x="24745" y="38683"/>
                </a:lnTo>
                <a:cubicBezTo>
                  <a:pt x="27993" y="41130"/>
                  <a:pt x="30891" y="42382"/>
                  <a:pt x="33454" y="42382"/>
                </a:cubicBezTo>
                <a:cubicBezTo>
                  <a:pt x="36018" y="42324"/>
                  <a:pt x="38290" y="41072"/>
                  <a:pt x="40227" y="38567"/>
                </a:cubicBezTo>
                <a:cubicBezTo>
                  <a:pt x="42557" y="35493"/>
                  <a:pt x="43402" y="32362"/>
                  <a:pt x="42834" y="29187"/>
                </a:cubicBezTo>
                <a:cubicBezTo>
                  <a:pt x="42208" y="25939"/>
                  <a:pt x="40285" y="23041"/>
                  <a:pt x="36921" y="20478"/>
                </a:cubicBezTo>
                <a:lnTo>
                  <a:pt x="17579" y="5622"/>
                </a:lnTo>
                <a:lnTo>
                  <a:pt x="21905" y="0"/>
                </a:lnTo>
                <a:lnTo>
                  <a:pt x="56044" y="26158"/>
                </a:lnTo>
                <a:lnTo>
                  <a:pt x="51718" y="31794"/>
                </a:lnTo>
                <a:lnTo>
                  <a:pt x="46475" y="27760"/>
                </a:lnTo>
                <a:cubicBezTo>
                  <a:pt x="47509" y="30716"/>
                  <a:pt x="47844" y="33498"/>
                  <a:pt x="47451" y="36061"/>
                </a:cubicBezTo>
                <a:cubicBezTo>
                  <a:pt x="47101" y="38625"/>
                  <a:pt x="46023" y="41072"/>
                  <a:pt x="44203" y="43460"/>
                </a:cubicBezTo>
                <a:cubicBezTo>
                  <a:pt x="41188" y="47393"/>
                  <a:pt x="37664" y="49432"/>
                  <a:pt x="33673" y="49606"/>
                </a:cubicBezTo>
                <a:cubicBezTo>
                  <a:pt x="29697" y="49781"/>
                  <a:pt x="25313" y="48062"/>
                  <a:pt x="20652" y="44421"/>
                </a:cubicBezTo>
                <a:close/>
                <a:moveTo>
                  <a:pt x="20652" y="444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C28F4-3B2C-4D36-80B3-D3A37E6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53" y="5830618"/>
            <a:ext cx="65088" cy="49723"/>
          </a:xfrm>
          <a:custGeom xmlns:a="http://schemas.openxmlformats.org/drawingml/2006/main">
            <a:pathLst>
              <a:path w="65088" h="49723">
                <a:moveTo>
                  <a:pt x="49330" y="11943"/>
                </a:moveTo>
                <a:cubicBezTo>
                  <a:pt x="45179" y="8768"/>
                  <a:pt x="41305" y="7166"/>
                  <a:pt x="37664" y="7049"/>
                </a:cubicBezTo>
                <a:cubicBezTo>
                  <a:pt x="34022" y="6947"/>
                  <a:pt x="31066" y="8360"/>
                  <a:pt x="28794" y="11317"/>
                </a:cubicBezTo>
                <a:cubicBezTo>
                  <a:pt x="26522" y="14331"/>
                  <a:pt x="25895" y="17521"/>
                  <a:pt x="26973" y="21046"/>
                </a:cubicBezTo>
                <a:cubicBezTo>
                  <a:pt x="27993" y="24526"/>
                  <a:pt x="30556" y="27876"/>
                  <a:pt x="34707" y="31008"/>
                </a:cubicBezTo>
                <a:cubicBezTo>
                  <a:pt x="38800" y="34197"/>
                  <a:pt x="42732" y="35843"/>
                  <a:pt x="46373" y="35901"/>
                </a:cubicBezTo>
                <a:cubicBezTo>
                  <a:pt x="50014" y="36018"/>
                  <a:pt x="52971" y="34590"/>
                  <a:pt x="55243" y="31634"/>
                </a:cubicBezTo>
                <a:cubicBezTo>
                  <a:pt x="57529" y="28677"/>
                  <a:pt x="58156" y="25429"/>
                  <a:pt x="57063" y="21905"/>
                </a:cubicBezTo>
                <a:cubicBezTo>
                  <a:pt x="56044" y="18439"/>
                  <a:pt x="53422" y="15074"/>
                  <a:pt x="49330" y="11943"/>
                </a:cubicBezTo>
                <a:close/>
                <a:moveTo>
                  <a:pt x="22764" y="21905"/>
                </a:moveTo>
                <a:cubicBezTo>
                  <a:pt x="21686" y="19181"/>
                  <a:pt x="21279" y="16501"/>
                  <a:pt x="21686" y="13938"/>
                </a:cubicBezTo>
                <a:cubicBezTo>
                  <a:pt x="22080" y="11433"/>
                  <a:pt x="23216" y="8870"/>
                  <a:pt x="25153" y="6379"/>
                </a:cubicBezTo>
                <a:cubicBezTo>
                  <a:pt x="28342" y="2214"/>
                  <a:pt x="32551" y="117"/>
                  <a:pt x="37838" y="58"/>
                </a:cubicBezTo>
                <a:cubicBezTo>
                  <a:pt x="43125" y="0"/>
                  <a:pt x="48427" y="1995"/>
                  <a:pt x="53772" y="6088"/>
                </a:cubicBezTo>
                <a:cubicBezTo>
                  <a:pt x="59175" y="10239"/>
                  <a:pt x="62467" y="14856"/>
                  <a:pt x="63777" y="19968"/>
                </a:cubicBezTo>
                <a:cubicBezTo>
                  <a:pt x="65088" y="25094"/>
                  <a:pt x="64185" y="29697"/>
                  <a:pt x="60996" y="33848"/>
                </a:cubicBezTo>
                <a:cubicBezTo>
                  <a:pt x="59059" y="36353"/>
                  <a:pt x="56961" y="38115"/>
                  <a:pt x="54573" y="39149"/>
                </a:cubicBezTo>
                <a:cubicBezTo>
                  <a:pt x="52228" y="40227"/>
                  <a:pt x="49563" y="40504"/>
                  <a:pt x="46606" y="40169"/>
                </a:cubicBezTo>
                <a:lnTo>
                  <a:pt x="51718" y="44086"/>
                </a:lnTo>
                <a:lnTo>
                  <a:pt x="47393" y="49723"/>
                </a:lnTo>
                <a:lnTo>
                  <a:pt x="0" y="13370"/>
                </a:lnTo>
                <a:lnTo>
                  <a:pt x="4326" y="7734"/>
                </a:lnTo>
                <a:lnTo>
                  <a:pt x="22764" y="21905"/>
                </a:lnTo>
                <a:close/>
                <a:moveTo>
                  <a:pt x="22764" y="21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0C7D2-FB55-4515-8188-6F18760E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343" y="5793348"/>
            <a:ext cx="44829" cy="48703"/>
          </a:xfrm>
          <a:custGeom xmlns:a="http://schemas.openxmlformats.org/drawingml/2006/main">
            <a:pathLst>
              <a:path w="44829" h="48703">
                <a:moveTo>
                  <a:pt x="15016" y="0"/>
                </a:moveTo>
                <a:lnTo>
                  <a:pt x="20303" y="4049"/>
                </a:lnTo>
                <a:cubicBezTo>
                  <a:pt x="18264" y="5010"/>
                  <a:pt x="16443" y="6204"/>
                  <a:pt x="14681" y="7632"/>
                </a:cubicBezTo>
                <a:cubicBezTo>
                  <a:pt x="12962" y="9001"/>
                  <a:pt x="11433" y="10588"/>
                  <a:pt x="10006" y="12467"/>
                </a:cubicBezTo>
                <a:cubicBezTo>
                  <a:pt x="7908" y="15191"/>
                  <a:pt x="6714" y="17637"/>
                  <a:pt x="6481" y="19691"/>
                </a:cubicBezTo>
                <a:cubicBezTo>
                  <a:pt x="6306" y="21745"/>
                  <a:pt x="7049" y="23390"/>
                  <a:pt x="8753" y="24701"/>
                </a:cubicBezTo>
                <a:cubicBezTo>
                  <a:pt x="10064" y="25721"/>
                  <a:pt x="11433" y="26012"/>
                  <a:pt x="12962" y="25546"/>
                </a:cubicBezTo>
                <a:cubicBezTo>
                  <a:pt x="14448" y="25153"/>
                  <a:pt x="16662" y="23682"/>
                  <a:pt x="19676" y="21177"/>
                </a:cubicBezTo>
                <a:lnTo>
                  <a:pt x="21555" y="19575"/>
                </a:lnTo>
                <a:cubicBezTo>
                  <a:pt x="25488" y="16283"/>
                  <a:pt x="28837" y="14346"/>
                  <a:pt x="31692" y="13894"/>
                </a:cubicBezTo>
                <a:cubicBezTo>
                  <a:pt x="34532" y="13370"/>
                  <a:pt x="37314" y="14229"/>
                  <a:pt x="40110" y="16341"/>
                </a:cubicBezTo>
                <a:cubicBezTo>
                  <a:pt x="43285" y="18788"/>
                  <a:pt x="44829" y="21963"/>
                  <a:pt x="44771" y="25895"/>
                </a:cubicBezTo>
                <a:cubicBezTo>
                  <a:pt x="44713" y="29813"/>
                  <a:pt x="42950" y="33979"/>
                  <a:pt x="39601" y="38348"/>
                </a:cubicBezTo>
                <a:cubicBezTo>
                  <a:pt x="38232" y="40169"/>
                  <a:pt x="36586" y="41931"/>
                  <a:pt x="34707" y="43649"/>
                </a:cubicBezTo>
                <a:cubicBezTo>
                  <a:pt x="32828" y="45354"/>
                  <a:pt x="30658" y="47058"/>
                  <a:pt x="28269" y="48703"/>
                </a:cubicBezTo>
                <a:lnTo>
                  <a:pt x="22531" y="44276"/>
                </a:lnTo>
                <a:cubicBezTo>
                  <a:pt x="25196" y="43023"/>
                  <a:pt x="27527" y="41596"/>
                  <a:pt x="29639" y="40008"/>
                </a:cubicBezTo>
                <a:cubicBezTo>
                  <a:pt x="31692" y="38406"/>
                  <a:pt x="33513" y="36586"/>
                  <a:pt x="34984" y="34605"/>
                </a:cubicBezTo>
                <a:cubicBezTo>
                  <a:pt x="37037" y="31983"/>
                  <a:pt x="38115" y="29595"/>
                  <a:pt x="38348" y="27483"/>
                </a:cubicBezTo>
                <a:cubicBezTo>
                  <a:pt x="38508" y="25386"/>
                  <a:pt x="37780" y="23682"/>
                  <a:pt x="36120" y="22429"/>
                </a:cubicBezTo>
                <a:cubicBezTo>
                  <a:pt x="34590" y="21279"/>
                  <a:pt x="33047" y="20885"/>
                  <a:pt x="31459" y="21279"/>
                </a:cubicBezTo>
                <a:cubicBezTo>
                  <a:pt x="29872" y="21686"/>
                  <a:pt x="27366" y="23332"/>
                  <a:pt x="23944" y="26230"/>
                </a:cubicBezTo>
                <a:lnTo>
                  <a:pt x="21963" y="27833"/>
                </a:lnTo>
                <a:cubicBezTo>
                  <a:pt x="18599" y="30731"/>
                  <a:pt x="15526" y="32377"/>
                  <a:pt x="12860" y="32770"/>
                </a:cubicBezTo>
                <a:cubicBezTo>
                  <a:pt x="10122" y="33178"/>
                  <a:pt x="7457" y="32318"/>
                  <a:pt x="4835" y="30338"/>
                </a:cubicBezTo>
                <a:cubicBezTo>
                  <a:pt x="1588" y="27891"/>
                  <a:pt x="0" y="24818"/>
                  <a:pt x="0" y="21235"/>
                </a:cubicBezTo>
                <a:cubicBezTo>
                  <a:pt x="0" y="17594"/>
                  <a:pt x="1588" y="13720"/>
                  <a:pt x="4835" y="9511"/>
                </a:cubicBezTo>
                <a:cubicBezTo>
                  <a:pt x="6423" y="7457"/>
                  <a:pt x="8083" y="5578"/>
                  <a:pt x="9787" y="3991"/>
                </a:cubicBezTo>
                <a:cubicBezTo>
                  <a:pt x="11433" y="2403"/>
                  <a:pt x="13195" y="1092"/>
                  <a:pt x="15016" y="0"/>
                </a:cubicBezTo>
                <a:close/>
                <a:moveTo>
                  <a:pt x="1501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F6CE1-9581-4FEF-B1FD-8654994A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359" y="5758247"/>
            <a:ext cx="46883" cy="45120"/>
          </a:xfrm>
          <a:custGeom xmlns:a="http://schemas.openxmlformats.org/drawingml/2006/main">
            <a:pathLst>
              <a:path w="46883" h="45120">
                <a:moveTo>
                  <a:pt x="15365" y="0"/>
                </a:moveTo>
                <a:lnTo>
                  <a:pt x="20594" y="4049"/>
                </a:lnTo>
                <a:cubicBezTo>
                  <a:pt x="18497" y="4952"/>
                  <a:pt x="16618" y="6030"/>
                  <a:pt x="14972" y="7282"/>
                </a:cubicBezTo>
                <a:cubicBezTo>
                  <a:pt x="13312" y="8535"/>
                  <a:pt x="11899" y="9962"/>
                  <a:pt x="10647" y="11608"/>
                </a:cubicBezTo>
                <a:cubicBezTo>
                  <a:pt x="7850" y="15249"/>
                  <a:pt x="6831" y="18948"/>
                  <a:pt x="7573" y="22764"/>
                </a:cubicBezTo>
                <a:cubicBezTo>
                  <a:pt x="8360" y="26522"/>
                  <a:pt x="10807" y="29988"/>
                  <a:pt x="14972" y="33178"/>
                </a:cubicBezTo>
                <a:cubicBezTo>
                  <a:pt x="19181" y="36411"/>
                  <a:pt x="23157" y="37897"/>
                  <a:pt x="27032" y="37605"/>
                </a:cubicBezTo>
                <a:cubicBezTo>
                  <a:pt x="30833" y="37387"/>
                  <a:pt x="34197" y="35450"/>
                  <a:pt x="36979" y="31809"/>
                </a:cubicBezTo>
                <a:cubicBezTo>
                  <a:pt x="38232" y="30163"/>
                  <a:pt x="39207" y="28401"/>
                  <a:pt x="39994" y="26463"/>
                </a:cubicBezTo>
                <a:cubicBezTo>
                  <a:pt x="40795" y="24526"/>
                  <a:pt x="41363" y="22415"/>
                  <a:pt x="41712" y="20201"/>
                </a:cubicBezTo>
                <a:lnTo>
                  <a:pt x="46883" y="24133"/>
                </a:lnTo>
                <a:cubicBezTo>
                  <a:pt x="46431" y="26289"/>
                  <a:pt x="45688" y="28342"/>
                  <a:pt x="44771" y="30265"/>
                </a:cubicBezTo>
                <a:cubicBezTo>
                  <a:pt x="43868" y="32202"/>
                  <a:pt x="42732" y="34139"/>
                  <a:pt x="41246" y="36076"/>
                </a:cubicBezTo>
                <a:cubicBezTo>
                  <a:pt x="37329" y="41188"/>
                  <a:pt x="32551" y="44043"/>
                  <a:pt x="27032" y="44611"/>
                </a:cubicBezTo>
                <a:cubicBezTo>
                  <a:pt x="21453" y="45120"/>
                  <a:pt x="15933" y="43300"/>
                  <a:pt x="10472" y="39091"/>
                </a:cubicBezTo>
                <a:cubicBezTo>
                  <a:pt x="4894" y="34823"/>
                  <a:pt x="1704" y="29988"/>
                  <a:pt x="859" y="24468"/>
                </a:cubicBezTo>
                <a:cubicBezTo>
                  <a:pt x="0" y="18948"/>
                  <a:pt x="1602" y="13545"/>
                  <a:pt x="5695" y="8200"/>
                </a:cubicBezTo>
                <a:cubicBezTo>
                  <a:pt x="7005" y="6496"/>
                  <a:pt x="8476" y="4952"/>
                  <a:pt x="10079" y="3583"/>
                </a:cubicBezTo>
                <a:cubicBezTo>
                  <a:pt x="11724" y="2170"/>
                  <a:pt x="13487" y="1034"/>
                  <a:pt x="15365" y="0"/>
                </a:cubicBezTo>
                <a:close/>
                <a:moveTo>
                  <a:pt x="1536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5CFB6-6424-40EE-AC29-93A0AC54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696" y="5727356"/>
            <a:ext cx="38465" cy="46490"/>
          </a:xfrm>
          <a:custGeom xmlns:a="http://schemas.openxmlformats.org/drawingml/2006/main">
            <a:pathLst>
              <a:path w="38465" h="46490">
                <a:moveTo>
                  <a:pt x="20594" y="4384"/>
                </a:moveTo>
                <a:cubicBezTo>
                  <a:pt x="19749" y="4719"/>
                  <a:pt x="18948" y="5185"/>
                  <a:pt x="18205" y="5811"/>
                </a:cubicBezTo>
                <a:cubicBezTo>
                  <a:pt x="17463" y="6437"/>
                  <a:pt x="16734" y="7166"/>
                  <a:pt x="16050" y="8083"/>
                </a:cubicBezTo>
                <a:cubicBezTo>
                  <a:pt x="13661" y="11215"/>
                  <a:pt x="12802" y="14448"/>
                  <a:pt x="13545" y="17754"/>
                </a:cubicBezTo>
                <a:cubicBezTo>
                  <a:pt x="14346" y="21002"/>
                  <a:pt x="16618" y="24133"/>
                  <a:pt x="20478" y="27090"/>
                </a:cubicBezTo>
                <a:lnTo>
                  <a:pt x="38465" y="40853"/>
                </a:lnTo>
                <a:lnTo>
                  <a:pt x="34139" y="46490"/>
                </a:lnTo>
                <a:lnTo>
                  <a:pt x="0" y="20376"/>
                </a:lnTo>
                <a:lnTo>
                  <a:pt x="4326" y="14739"/>
                </a:lnTo>
                <a:lnTo>
                  <a:pt x="9671" y="18774"/>
                </a:lnTo>
                <a:cubicBezTo>
                  <a:pt x="8476" y="15992"/>
                  <a:pt x="8141" y="13312"/>
                  <a:pt x="8535" y="10647"/>
                </a:cubicBezTo>
                <a:cubicBezTo>
                  <a:pt x="8986" y="7967"/>
                  <a:pt x="10239" y="5301"/>
                  <a:pt x="12351" y="2563"/>
                </a:cubicBezTo>
                <a:cubicBezTo>
                  <a:pt x="12627" y="2228"/>
                  <a:pt x="12977" y="1762"/>
                  <a:pt x="13370" y="1369"/>
                </a:cubicBezTo>
                <a:cubicBezTo>
                  <a:pt x="13763" y="918"/>
                  <a:pt x="14288" y="451"/>
                  <a:pt x="14797" y="0"/>
                </a:cubicBezTo>
                <a:lnTo>
                  <a:pt x="20594" y="4384"/>
                </a:lnTo>
                <a:close/>
                <a:moveTo>
                  <a:pt x="20594" y="43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DDB09-CF10-4907-B300-2C94EFF6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236" y="5706020"/>
            <a:ext cx="51776" cy="41931"/>
          </a:xfrm>
          <a:custGeom xmlns:a="http://schemas.openxmlformats.org/drawingml/2006/main">
            <a:pathLst>
              <a:path w="51776" h="41931">
                <a:moveTo>
                  <a:pt x="13312" y="15817"/>
                </a:moveTo>
                <a:lnTo>
                  <a:pt x="17579" y="10195"/>
                </a:lnTo>
                <a:lnTo>
                  <a:pt x="51776" y="36353"/>
                </a:lnTo>
                <a:lnTo>
                  <a:pt x="47451" y="41931"/>
                </a:lnTo>
                <a:lnTo>
                  <a:pt x="13312" y="15817"/>
                </a:lnTo>
                <a:close/>
                <a:moveTo>
                  <a:pt x="0" y="5636"/>
                </a:moveTo>
                <a:lnTo>
                  <a:pt x="4326" y="0"/>
                </a:lnTo>
                <a:lnTo>
                  <a:pt x="11448" y="5462"/>
                </a:lnTo>
                <a:lnTo>
                  <a:pt x="7122" y="11040"/>
                </a:lnTo>
                <a:lnTo>
                  <a:pt x="0" y="5636"/>
                </a:lnTo>
                <a:close/>
                <a:moveTo>
                  <a:pt x="0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0E74B-021F-4408-9045-F3AC530F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699" y="5681100"/>
            <a:ext cx="51820" cy="59685"/>
          </a:xfrm>
          <a:custGeom xmlns:a="http://schemas.openxmlformats.org/drawingml/2006/main">
            <a:pathLst>
              <a:path w="51820" h="59685">
                <a:moveTo>
                  <a:pt x="33338" y="40169"/>
                </a:moveTo>
                <a:lnTo>
                  <a:pt x="51427" y="54048"/>
                </a:lnTo>
                <a:lnTo>
                  <a:pt x="47101" y="59685"/>
                </a:lnTo>
                <a:lnTo>
                  <a:pt x="0" y="23623"/>
                </a:lnTo>
                <a:lnTo>
                  <a:pt x="4326" y="17929"/>
                </a:lnTo>
                <a:lnTo>
                  <a:pt x="9496" y="21905"/>
                </a:lnTo>
                <a:cubicBezTo>
                  <a:pt x="8360" y="19181"/>
                  <a:pt x="7967" y="16560"/>
                  <a:pt x="8360" y="13996"/>
                </a:cubicBezTo>
                <a:cubicBezTo>
                  <a:pt x="8753" y="11448"/>
                  <a:pt x="9947" y="8884"/>
                  <a:pt x="11826" y="6437"/>
                </a:cubicBezTo>
                <a:cubicBezTo>
                  <a:pt x="15016" y="2287"/>
                  <a:pt x="19225" y="175"/>
                  <a:pt x="24512" y="58"/>
                </a:cubicBezTo>
                <a:cubicBezTo>
                  <a:pt x="29813" y="0"/>
                  <a:pt x="35100" y="2054"/>
                  <a:pt x="40504" y="6146"/>
                </a:cubicBezTo>
                <a:cubicBezTo>
                  <a:pt x="45849" y="10253"/>
                  <a:pt x="49213" y="14856"/>
                  <a:pt x="50524" y="19982"/>
                </a:cubicBezTo>
                <a:cubicBezTo>
                  <a:pt x="51820" y="25094"/>
                  <a:pt x="50859" y="29711"/>
                  <a:pt x="47669" y="33862"/>
                </a:cubicBezTo>
                <a:cubicBezTo>
                  <a:pt x="45790" y="36367"/>
                  <a:pt x="43635" y="38130"/>
                  <a:pt x="41246" y="39207"/>
                </a:cubicBezTo>
                <a:cubicBezTo>
                  <a:pt x="38916" y="40227"/>
                  <a:pt x="36236" y="40576"/>
                  <a:pt x="33338" y="40169"/>
                </a:cubicBezTo>
                <a:close/>
                <a:moveTo>
                  <a:pt x="36003" y="11957"/>
                </a:moveTo>
                <a:cubicBezTo>
                  <a:pt x="31911" y="8826"/>
                  <a:pt x="27993" y="7180"/>
                  <a:pt x="24352" y="7064"/>
                </a:cubicBezTo>
                <a:cubicBezTo>
                  <a:pt x="20711" y="6947"/>
                  <a:pt x="17754" y="8433"/>
                  <a:pt x="15467" y="11389"/>
                </a:cubicBezTo>
                <a:cubicBezTo>
                  <a:pt x="13195" y="14346"/>
                  <a:pt x="12569" y="17579"/>
                  <a:pt x="13647" y="21060"/>
                </a:cubicBezTo>
                <a:cubicBezTo>
                  <a:pt x="14681" y="24585"/>
                  <a:pt x="17288" y="27891"/>
                  <a:pt x="21395" y="31066"/>
                </a:cubicBezTo>
                <a:cubicBezTo>
                  <a:pt x="25546" y="34197"/>
                  <a:pt x="29406" y="35843"/>
                  <a:pt x="33047" y="35959"/>
                </a:cubicBezTo>
                <a:cubicBezTo>
                  <a:pt x="36688" y="36076"/>
                  <a:pt x="39644" y="34590"/>
                  <a:pt x="41931" y="31634"/>
                </a:cubicBezTo>
                <a:cubicBezTo>
                  <a:pt x="44203" y="28677"/>
                  <a:pt x="44829" y="25444"/>
                  <a:pt x="43810" y="21963"/>
                </a:cubicBezTo>
                <a:cubicBezTo>
                  <a:pt x="42717" y="18439"/>
                  <a:pt x="40169" y="15147"/>
                  <a:pt x="36003" y="11957"/>
                </a:cubicBezTo>
                <a:close/>
                <a:moveTo>
                  <a:pt x="36003" y="119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1BB5E-796D-4269-A2E2-CB5AE1C9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68" y="5647762"/>
            <a:ext cx="57005" cy="39426"/>
          </a:xfrm>
          <a:custGeom xmlns:a="http://schemas.openxmlformats.org/drawingml/2006/main">
            <a:pathLst>
              <a:path w="57005" h="39426">
                <a:moveTo>
                  <a:pt x="4311" y="4107"/>
                </a:moveTo>
                <a:lnTo>
                  <a:pt x="13982" y="11550"/>
                </a:lnTo>
                <a:lnTo>
                  <a:pt x="22808" y="0"/>
                </a:lnTo>
                <a:lnTo>
                  <a:pt x="27192" y="3306"/>
                </a:lnTo>
                <a:lnTo>
                  <a:pt x="18366" y="14856"/>
                </a:lnTo>
                <a:lnTo>
                  <a:pt x="36862" y="29071"/>
                </a:lnTo>
                <a:cubicBezTo>
                  <a:pt x="39644" y="31241"/>
                  <a:pt x="41756" y="32202"/>
                  <a:pt x="43111" y="32042"/>
                </a:cubicBezTo>
                <a:cubicBezTo>
                  <a:pt x="44480" y="31925"/>
                  <a:pt x="46082" y="30673"/>
                  <a:pt x="47902" y="28284"/>
                </a:cubicBezTo>
                <a:lnTo>
                  <a:pt x="52272" y="22531"/>
                </a:lnTo>
                <a:lnTo>
                  <a:pt x="57005" y="26172"/>
                </a:lnTo>
                <a:lnTo>
                  <a:pt x="52563" y="31925"/>
                </a:lnTo>
                <a:cubicBezTo>
                  <a:pt x="49257" y="36251"/>
                  <a:pt x="46125" y="38581"/>
                  <a:pt x="43285" y="39033"/>
                </a:cubicBezTo>
                <a:cubicBezTo>
                  <a:pt x="40387" y="39426"/>
                  <a:pt x="36804" y="38013"/>
                  <a:pt x="32537" y="34707"/>
                </a:cubicBezTo>
                <a:lnTo>
                  <a:pt x="14040" y="20550"/>
                </a:lnTo>
                <a:lnTo>
                  <a:pt x="10865" y="24643"/>
                </a:lnTo>
                <a:lnTo>
                  <a:pt x="6539" y="21279"/>
                </a:lnTo>
                <a:lnTo>
                  <a:pt x="9671" y="17186"/>
                </a:lnTo>
                <a:lnTo>
                  <a:pt x="0" y="9729"/>
                </a:lnTo>
                <a:lnTo>
                  <a:pt x="4311" y="4107"/>
                </a:lnTo>
                <a:close/>
                <a:moveTo>
                  <a:pt x="4311" y="4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57724-0214-49B2-8CD0-7CA7511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659" y="5624561"/>
            <a:ext cx="51762" cy="41975"/>
          </a:xfrm>
          <a:custGeom xmlns:a="http://schemas.openxmlformats.org/drawingml/2006/main">
            <a:pathLst>
              <a:path w="51762" h="41975">
                <a:moveTo>
                  <a:pt x="13312" y="15817"/>
                </a:moveTo>
                <a:lnTo>
                  <a:pt x="17579" y="10181"/>
                </a:lnTo>
                <a:lnTo>
                  <a:pt x="51762" y="36353"/>
                </a:lnTo>
                <a:lnTo>
                  <a:pt x="47436" y="41975"/>
                </a:lnTo>
                <a:lnTo>
                  <a:pt x="13312" y="15817"/>
                </a:lnTo>
                <a:close/>
                <a:moveTo>
                  <a:pt x="0" y="5622"/>
                </a:moveTo>
                <a:lnTo>
                  <a:pt x="4311" y="0"/>
                </a:lnTo>
                <a:lnTo>
                  <a:pt x="11433" y="5462"/>
                </a:lnTo>
                <a:lnTo>
                  <a:pt x="7107" y="11084"/>
                </a:lnTo>
                <a:lnTo>
                  <a:pt x="0" y="5622"/>
                </a:lnTo>
                <a:close/>
                <a:moveTo>
                  <a:pt x="0" y="5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086F5-FD1E-42AC-846A-8F3163C1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433" y="5600952"/>
            <a:ext cx="46082" cy="43853"/>
          </a:xfrm>
          <a:custGeom xmlns:a="http://schemas.openxmlformats.org/drawingml/2006/main">
            <a:pathLst>
              <a:path w="46082" h="43853">
                <a:moveTo>
                  <a:pt x="9889" y="11885"/>
                </a:moveTo>
                <a:cubicBezTo>
                  <a:pt x="7559" y="14841"/>
                  <a:pt x="6933" y="18147"/>
                  <a:pt x="7967" y="21672"/>
                </a:cubicBezTo>
                <a:cubicBezTo>
                  <a:pt x="8928" y="25255"/>
                  <a:pt x="11491" y="28546"/>
                  <a:pt x="15584" y="31678"/>
                </a:cubicBezTo>
                <a:cubicBezTo>
                  <a:pt x="19676" y="34809"/>
                  <a:pt x="23551" y="36411"/>
                  <a:pt x="27192" y="36513"/>
                </a:cubicBezTo>
                <a:cubicBezTo>
                  <a:pt x="30891" y="36571"/>
                  <a:pt x="33906" y="35042"/>
                  <a:pt x="36236" y="32027"/>
                </a:cubicBezTo>
                <a:cubicBezTo>
                  <a:pt x="38508" y="29071"/>
                  <a:pt x="39135" y="25764"/>
                  <a:pt x="38115" y="22240"/>
                </a:cubicBezTo>
                <a:cubicBezTo>
                  <a:pt x="37096" y="18657"/>
                  <a:pt x="34590" y="15351"/>
                  <a:pt x="30498" y="12220"/>
                </a:cubicBezTo>
                <a:cubicBezTo>
                  <a:pt x="26449" y="9146"/>
                  <a:pt x="22589" y="7559"/>
                  <a:pt x="18890" y="7501"/>
                </a:cubicBezTo>
                <a:cubicBezTo>
                  <a:pt x="15191" y="7384"/>
                  <a:pt x="12176" y="8870"/>
                  <a:pt x="9889" y="11885"/>
                </a:cubicBezTo>
                <a:close/>
                <a:moveTo>
                  <a:pt x="5112" y="8243"/>
                </a:moveTo>
                <a:cubicBezTo>
                  <a:pt x="8870" y="3350"/>
                  <a:pt x="13370" y="728"/>
                  <a:pt x="18715" y="393"/>
                </a:cubicBezTo>
                <a:cubicBezTo>
                  <a:pt x="24002" y="0"/>
                  <a:pt x="29464" y="1981"/>
                  <a:pt x="35042" y="6248"/>
                </a:cubicBezTo>
                <a:cubicBezTo>
                  <a:pt x="40620" y="10574"/>
                  <a:pt x="43970" y="15293"/>
                  <a:pt x="45004" y="20536"/>
                </a:cubicBezTo>
                <a:cubicBezTo>
                  <a:pt x="46082" y="25764"/>
                  <a:pt x="44713" y="30833"/>
                  <a:pt x="40955" y="35668"/>
                </a:cubicBezTo>
                <a:cubicBezTo>
                  <a:pt x="37197" y="40562"/>
                  <a:pt x="32712" y="43227"/>
                  <a:pt x="27366" y="43518"/>
                </a:cubicBezTo>
                <a:cubicBezTo>
                  <a:pt x="22065" y="43853"/>
                  <a:pt x="16603" y="41916"/>
                  <a:pt x="11040" y="37605"/>
                </a:cubicBezTo>
                <a:cubicBezTo>
                  <a:pt x="5462" y="33338"/>
                  <a:pt x="2097" y="28546"/>
                  <a:pt x="1078" y="23376"/>
                </a:cubicBezTo>
                <a:cubicBezTo>
                  <a:pt x="0" y="18205"/>
                  <a:pt x="1369" y="13137"/>
                  <a:pt x="5112" y="8243"/>
                </a:cubicBezTo>
                <a:close/>
                <a:moveTo>
                  <a:pt x="5112" y="82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94AAD-0EF2-4C39-BF18-F7DAFCCB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353" y="5561468"/>
            <a:ext cx="56029" cy="49723"/>
          </a:xfrm>
          <a:custGeom xmlns:a="http://schemas.openxmlformats.org/drawingml/2006/main">
            <a:pathLst>
              <a:path w="56029" h="49723">
                <a:moveTo>
                  <a:pt x="35435" y="5345"/>
                </a:moveTo>
                <a:lnTo>
                  <a:pt x="56029" y="21162"/>
                </a:lnTo>
                <a:lnTo>
                  <a:pt x="51762" y="26740"/>
                </a:lnTo>
                <a:lnTo>
                  <a:pt x="31343" y="11084"/>
                </a:lnTo>
                <a:cubicBezTo>
                  <a:pt x="28095" y="8637"/>
                  <a:pt x="25196" y="7384"/>
                  <a:pt x="22633" y="7442"/>
                </a:cubicBezTo>
                <a:cubicBezTo>
                  <a:pt x="20084" y="7442"/>
                  <a:pt x="17798" y="8753"/>
                  <a:pt x="15875" y="11258"/>
                </a:cubicBezTo>
                <a:cubicBezTo>
                  <a:pt x="13530" y="14273"/>
                  <a:pt x="12686" y="17404"/>
                  <a:pt x="13254" y="20652"/>
                </a:cubicBezTo>
                <a:cubicBezTo>
                  <a:pt x="13880" y="23886"/>
                  <a:pt x="15817" y="26740"/>
                  <a:pt x="19167" y="29289"/>
                </a:cubicBezTo>
                <a:lnTo>
                  <a:pt x="38450" y="44086"/>
                </a:lnTo>
                <a:lnTo>
                  <a:pt x="34124" y="49723"/>
                </a:lnTo>
                <a:lnTo>
                  <a:pt x="0" y="23609"/>
                </a:lnTo>
                <a:lnTo>
                  <a:pt x="4326" y="17914"/>
                </a:lnTo>
                <a:lnTo>
                  <a:pt x="9612" y="22007"/>
                </a:lnTo>
                <a:cubicBezTo>
                  <a:pt x="8593" y="19108"/>
                  <a:pt x="8243" y="16327"/>
                  <a:pt x="8637" y="13763"/>
                </a:cubicBezTo>
                <a:cubicBezTo>
                  <a:pt x="9044" y="11142"/>
                  <a:pt x="10122" y="8637"/>
                  <a:pt x="11943" y="6248"/>
                </a:cubicBezTo>
                <a:cubicBezTo>
                  <a:pt x="14958" y="2330"/>
                  <a:pt x="18424" y="335"/>
                  <a:pt x="22415" y="160"/>
                </a:cubicBezTo>
                <a:cubicBezTo>
                  <a:pt x="26391" y="0"/>
                  <a:pt x="30716" y="1762"/>
                  <a:pt x="35435" y="5345"/>
                </a:cubicBezTo>
                <a:close/>
                <a:moveTo>
                  <a:pt x="35435" y="53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B954C-CE7E-4163-A5D4-83A1E00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292" y="5506283"/>
            <a:ext cx="60588" cy="58141"/>
          </a:xfrm>
          <a:custGeom xmlns:a="http://schemas.openxmlformats.org/drawingml/2006/main">
            <a:pathLst>
              <a:path w="60588" h="58141">
                <a:moveTo>
                  <a:pt x="11666" y="14725"/>
                </a:moveTo>
                <a:cubicBezTo>
                  <a:pt x="8243" y="19225"/>
                  <a:pt x="7166" y="24060"/>
                  <a:pt x="8535" y="29231"/>
                </a:cubicBezTo>
                <a:cubicBezTo>
                  <a:pt x="9846" y="34416"/>
                  <a:pt x="13370" y="39193"/>
                  <a:pt x="19108" y="43635"/>
                </a:cubicBezTo>
                <a:cubicBezTo>
                  <a:pt x="24861" y="48004"/>
                  <a:pt x="30381" y="50174"/>
                  <a:pt x="35726" y="50116"/>
                </a:cubicBezTo>
                <a:cubicBezTo>
                  <a:pt x="41072" y="50000"/>
                  <a:pt x="45455" y="47728"/>
                  <a:pt x="48922" y="43285"/>
                </a:cubicBezTo>
                <a:cubicBezTo>
                  <a:pt x="52344" y="38800"/>
                  <a:pt x="53364" y="33964"/>
                  <a:pt x="52053" y="28837"/>
                </a:cubicBezTo>
                <a:cubicBezTo>
                  <a:pt x="50684" y="23667"/>
                  <a:pt x="47160" y="18875"/>
                  <a:pt x="41479" y="14506"/>
                </a:cubicBezTo>
                <a:cubicBezTo>
                  <a:pt x="35668" y="10064"/>
                  <a:pt x="30148" y="7908"/>
                  <a:pt x="24803" y="7952"/>
                </a:cubicBezTo>
                <a:cubicBezTo>
                  <a:pt x="19458" y="8010"/>
                  <a:pt x="15074" y="10297"/>
                  <a:pt x="11666" y="14725"/>
                </a:cubicBezTo>
                <a:close/>
                <a:moveTo>
                  <a:pt x="6714" y="10923"/>
                </a:moveTo>
                <a:cubicBezTo>
                  <a:pt x="11550" y="4544"/>
                  <a:pt x="17637" y="1078"/>
                  <a:pt x="24803" y="568"/>
                </a:cubicBezTo>
                <a:cubicBezTo>
                  <a:pt x="32027" y="0"/>
                  <a:pt x="39251" y="2491"/>
                  <a:pt x="46417" y="8010"/>
                </a:cubicBezTo>
                <a:cubicBezTo>
                  <a:pt x="53597" y="13472"/>
                  <a:pt x="57864" y="19793"/>
                  <a:pt x="59219" y="26900"/>
                </a:cubicBezTo>
                <a:cubicBezTo>
                  <a:pt x="60588" y="33964"/>
                  <a:pt x="58767" y="40722"/>
                  <a:pt x="53932" y="47101"/>
                </a:cubicBezTo>
                <a:cubicBezTo>
                  <a:pt x="48980" y="53524"/>
                  <a:pt x="42950" y="57005"/>
                  <a:pt x="35726" y="57573"/>
                </a:cubicBezTo>
                <a:cubicBezTo>
                  <a:pt x="28561" y="58141"/>
                  <a:pt x="21337" y="55636"/>
                  <a:pt x="14171" y="50116"/>
                </a:cubicBezTo>
                <a:cubicBezTo>
                  <a:pt x="6947" y="44596"/>
                  <a:pt x="2680" y="38275"/>
                  <a:pt x="1369" y="31168"/>
                </a:cubicBezTo>
                <a:cubicBezTo>
                  <a:pt x="0" y="24060"/>
                  <a:pt x="1762" y="17346"/>
                  <a:pt x="6714" y="10923"/>
                </a:cubicBezTo>
                <a:close/>
                <a:moveTo>
                  <a:pt x="6714" y="109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65F20-20D2-4C32-9CFE-05E74D6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340" y="5472771"/>
            <a:ext cx="51820" cy="59670"/>
          </a:xfrm>
          <a:custGeom xmlns:a="http://schemas.openxmlformats.org/drawingml/2006/main">
            <a:pathLst>
              <a:path w="51820" h="59670">
                <a:moveTo>
                  <a:pt x="33338" y="40169"/>
                </a:moveTo>
                <a:lnTo>
                  <a:pt x="51427" y="54048"/>
                </a:lnTo>
                <a:lnTo>
                  <a:pt x="47101" y="59670"/>
                </a:lnTo>
                <a:lnTo>
                  <a:pt x="0" y="23551"/>
                </a:lnTo>
                <a:lnTo>
                  <a:pt x="4326" y="17914"/>
                </a:lnTo>
                <a:lnTo>
                  <a:pt x="9496" y="21905"/>
                </a:lnTo>
                <a:cubicBezTo>
                  <a:pt x="8360" y="19167"/>
                  <a:pt x="7967" y="16501"/>
                  <a:pt x="8360" y="13996"/>
                </a:cubicBezTo>
                <a:cubicBezTo>
                  <a:pt x="8753" y="11433"/>
                  <a:pt x="9947" y="8870"/>
                  <a:pt x="11826" y="6365"/>
                </a:cubicBezTo>
                <a:cubicBezTo>
                  <a:pt x="15016" y="2214"/>
                  <a:pt x="19225" y="117"/>
                  <a:pt x="24512" y="58"/>
                </a:cubicBezTo>
                <a:cubicBezTo>
                  <a:pt x="29813" y="0"/>
                  <a:pt x="35100" y="1995"/>
                  <a:pt x="40504" y="6146"/>
                </a:cubicBezTo>
                <a:cubicBezTo>
                  <a:pt x="45849" y="10239"/>
                  <a:pt x="49213" y="14841"/>
                  <a:pt x="50509" y="19968"/>
                </a:cubicBezTo>
                <a:cubicBezTo>
                  <a:pt x="51820" y="25080"/>
                  <a:pt x="50859" y="29697"/>
                  <a:pt x="47669" y="33848"/>
                </a:cubicBezTo>
                <a:cubicBezTo>
                  <a:pt x="45790" y="36353"/>
                  <a:pt x="43635" y="38115"/>
                  <a:pt x="41246" y="39193"/>
                </a:cubicBezTo>
                <a:cubicBezTo>
                  <a:pt x="38916" y="40212"/>
                  <a:pt x="36236" y="40562"/>
                  <a:pt x="33338" y="40169"/>
                </a:cubicBezTo>
                <a:close/>
                <a:moveTo>
                  <a:pt x="36003" y="11943"/>
                </a:moveTo>
                <a:cubicBezTo>
                  <a:pt x="31911" y="8753"/>
                  <a:pt x="27993" y="7166"/>
                  <a:pt x="24352" y="7049"/>
                </a:cubicBezTo>
                <a:cubicBezTo>
                  <a:pt x="20711" y="6933"/>
                  <a:pt x="17739" y="8360"/>
                  <a:pt x="15467" y="11375"/>
                </a:cubicBezTo>
                <a:cubicBezTo>
                  <a:pt x="13195" y="14331"/>
                  <a:pt x="12569" y="17579"/>
                  <a:pt x="13647" y="21046"/>
                </a:cubicBezTo>
                <a:cubicBezTo>
                  <a:pt x="14681" y="24570"/>
                  <a:pt x="17288" y="27876"/>
                  <a:pt x="21381" y="31066"/>
                </a:cubicBezTo>
                <a:cubicBezTo>
                  <a:pt x="25546" y="34183"/>
                  <a:pt x="29406" y="35843"/>
                  <a:pt x="33047" y="35959"/>
                </a:cubicBezTo>
                <a:cubicBezTo>
                  <a:pt x="36688" y="36003"/>
                  <a:pt x="39644" y="34590"/>
                  <a:pt x="41931" y="31634"/>
                </a:cubicBezTo>
                <a:cubicBezTo>
                  <a:pt x="44203" y="28677"/>
                  <a:pt x="44829" y="25429"/>
                  <a:pt x="43810" y="21905"/>
                </a:cubicBezTo>
                <a:cubicBezTo>
                  <a:pt x="42717" y="18424"/>
                  <a:pt x="40169" y="15132"/>
                  <a:pt x="36003" y="11943"/>
                </a:cubicBezTo>
                <a:close/>
                <a:moveTo>
                  <a:pt x="36003" y="119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CDC8D-2262-4FBC-8787-37ADE75B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094" y="5439375"/>
            <a:ext cx="57020" cy="39484"/>
          </a:xfrm>
          <a:custGeom xmlns:a="http://schemas.openxmlformats.org/drawingml/2006/main">
            <a:pathLst>
              <a:path w="57020" h="39484">
                <a:moveTo>
                  <a:pt x="4326" y="4151"/>
                </a:moveTo>
                <a:lnTo>
                  <a:pt x="13996" y="11550"/>
                </a:lnTo>
                <a:lnTo>
                  <a:pt x="22881" y="0"/>
                </a:lnTo>
                <a:lnTo>
                  <a:pt x="27206" y="3350"/>
                </a:lnTo>
                <a:lnTo>
                  <a:pt x="18380" y="14899"/>
                </a:lnTo>
                <a:lnTo>
                  <a:pt x="36877" y="29129"/>
                </a:lnTo>
                <a:cubicBezTo>
                  <a:pt x="39659" y="31226"/>
                  <a:pt x="41771" y="32260"/>
                  <a:pt x="43125" y="32085"/>
                </a:cubicBezTo>
                <a:cubicBezTo>
                  <a:pt x="44494" y="31911"/>
                  <a:pt x="46096" y="30658"/>
                  <a:pt x="47917" y="28328"/>
                </a:cubicBezTo>
                <a:lnTo>
                  <a:pt x="52286" y="22589"/>
                </a:lnTo>
                <a:lnTo>
                  <a:pt x="57020" y="26172"/>
                </a:lnTo>
                <a:lnTo>
                  <a:pt x="52577" y="31911"/>
                </a:lnTo>
                <a:cubicBezTo>
                  <a:pt x="49271" y="36294"/>
                  <a:pt x="46140" y="38625"/>
                  <a:pt x="43300" y="39033"/>
                </a:cubicBezTo>
                <a:cubicBezTo>
                  <a:pt x="40402" y="39484"/>
                  <a:pt x="36819" y="37998"/>
                  <a:pt x="32551" y="34765"/>
                </a:cubicBezTo>
                <a:lnTo>
                  <a:pt x="14055" y="20536"/>
                </a:lnTo>
                <a:lnTo>
                  <a:pt x="10880" y="24687"/>
                </a:lnTo>
                <a:lnTo>
                  <a:pt x="6554" y="21337"/>
                </a:lnTo>
                <a:lnTo>
                  <a:pt x="9685" y="17230"/>
                </a:lnTo>
                <a:lnTo>
                  <a:pt x="0" y="9787"/>
                </a:lnTo>
                <a:lnTo>
                  <a:pt x="4326" y="4151"/>
                </a:lnTo>
                <a:close/>
                <a:moveTo>
                  <a:pt x="4326" y="41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5010E-6D1F-4208-ACB5-68702B04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284" y="5416217"/>
            <a:ext cx="51776" cy="41989"/>
          </a:xfrm>
          <a:custGeom xmlns:a="http://schemas.openxmlformats.org/drawingml/2006/main">
            <a:pathLst>
              <a:path w="51776" h="41989">
                <a:moveTo>
                  <a:pt x="13312" y="15817"/>
                </a:moveTo>
                <a:lnTo>
                  <a:pt x="17579" y="10181"/>
                </a:lnTo>
                <a:lnTo>
                  <a:pt x="51776" y="36353"/>
                </a:lnTo>
                <a:lnTo>
                  <a:pt x="47451" y="41989"/>
                </a:lnTo>
                <a:lnTo>
                  <a:pt x="13312" y="15817"/>
                </a:lnTo>
                <a:close/>
                <a:moveTo>
                  <a:pt x="0" y="5636"/>
                </a:moveTo>
                <a:lnTo>
                  <a:pt x="4326" y="0"/>
                </a:lnTo>
                <a:lnTo>
                  <a:pt x="11448" y="5462"/>
                </a:lnTo>
                <a:lnTo>
                  <a:pt x="7122" y="11098"/>
                </a:lnTo>
                <a:lnTo>
                  <a:pt x="0" y="5636"/>
                </a:lnTo>
                <a:close/>
                <a:moveTo>
                  <a:pt x="0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35337-3171-41AB-B9D9-9CD2A985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748" y="5370136"/>
            <a:ext cx="72312" cy="70943"/>
          </a:xfrm>
          <a:custGeom xmlns:a="http://schemas.openxmlformats.org/drawingml/2006/main">
            <a:pathLst>
              <a:path w="72312" h="70943">
                <a:moveTo>
                  <a:pt x="27075" y="22983"/>
                </a:moveTo>
                <a:cubicBezTo>
                  <a:pt x="25604" y="19633"/>
                  <a:pt x="25036" y="16560"/>
                  <a:pt x="25313" y="13647"/>
                </a:cubicBezTo>
                <a:cubicBezTo>
                  <a:pt x="25662" y="10807"/>
                  <a:pt x="26798" y="8083"/>
                  <a:pt x="28837" y="5403"/>
                </a:cubicBezTo>
                <a:cubicBezTo>
                  <a:pt x="31517" y="1879"/>
                  <a:pt x="34867" y="58"/>
                  <a:pt x="38858" y="58"/>
                </a:cubicBezTo>
                <a:cubicBezTo>
                  <a:pt x="42834" y="0"/>
                  <a:pt x="47101" y="1762"/>
                  <a:pt x="51718" y="5287"/>
                </a:cubicBezTo>
                <a:lnTo>
                  <a:pt x="72312" y="21046"/>
                </a:lnTo>
                <a:lnTo>
                  <a:pt x="67987" y="26682"/>
                </a:lnTo>
                <a:lnTo>
                  <a:pt x="47553" y="11040"/>
                </a:lnTo>
                <a:cubicBezTo>
                  <a:pt x="44319" y="8535"/>
                  <a:pt x="41421" y="7282"/>
                  <a:pt x="38974" y="7224"/>
                </a:cubicBezTo>
                <a:cubicBezTo>
                  <a:pt x="36469" y="7166"/>
                  <a:pt x="34299" y="8302"/>
                  <a:pt x="32479" y="10690"/>
                </a:cubicBezTo>
                <a:cubicBezTo>
                  <a:pt x="30265" y="13603"/>
                  <a:pt x="29464" y="16662"/>
                  <a:pt x="30090" y="19793"/>
                </a:cubicBezTo>
                <a:cubicBezTo>
                  <a:pt x="30775" y="22983"/>
                  <a:pt x="32770" y="25823"/>
                  <a:pt x="36061" y="28386"/>
                </a:cubicBezTo>
                <a:lnTo>
                  <a:pt x="55359" y="43183"/>
                </a:lnTo>
                <a:lnTo>
                  <a:pt x="51034" y="48805"/>
                </a:lnTo>
                <a:lnTo>
                  <a:pt x="30600" y="33163"/>
                </a:lnTo>
                <a:cubicBezTo>
                  <a:pt x="27308" y="30658"/>
                  <a:pt x="24468" y="29362"/>
                  <a:pt x="22021" y="29304"/>
                </a:cubicBezTo>
                <a:cubicBezTo>
                  <a:pt x="19516" y="29245"/>
                  <a:pt x="17404" y="30440"/>
                  <a:pt x="15526" y="32886"/>
                </a:cubicBezTo>
                <a:cubicBezTo>
                  <a:pt x="13312" y="35726"/>
                  <a:pt x="12569" y="38741"/>
                  <a:pt x="13195" y="41931"/>
                </a:cubicBezTo>
                <a:cubicBezTo>
                  <a:pt x="13822" y="45120"/>
                  <a:pt x="15817" y="47961"/>
                  <a:pt x="19108" y="50524"/>
                </a:cubicBezTo>
                <a:lnTo>
                  <a:pt x="38450" y="65248"/>
                </a:lnTo>
                <a:lnTo>
                  <a:pt x="34139" y="70943"/>
                </a:lnTo>
                <a:lnTo>
                  <a:pt x="0" y="44771"/>
                </a:lnTo>
                <a:lnTo>
                  <a:pt x="4326" y="39135"/>
                </a:lnTo>
                <a:lnTo>
                  <a:pt x="9612" y="43183"/>
                </a:lnTo>
                <a:cubicBezTo>
                  <a:pt x="8476" y="40285"/>
                  <a:pt x="8127" y="37605"/>
                  <a:pt x="8476" y="35042"/>
                </a:cubicBezTo>
                <a:cubicBezTo>
                  <a:pt x="8870" y="32479"/>
                  <a:pt x="10006" y="29974"/>
                  <a:pt x="11885" y="27541"/>
                </a:cubicBezTo>
                <a:cubicBezTo>
                  <a:pt x="13763" y="25036"/>
                  <a:pt x="16035" y="23376"/>
                  <a:pt x="18599" y="22648"/>
                </a:cubicBezTo>
                <a:cubicBezTo>
                  <a:pt x="21220" y="21847"/>
                  <a:pt x="24002" y="21963"/>
                  <a:pt x="27075" y="22983"/>
                </a:cubicBezTo>
                <a:close/>
                <a:moveTo>
                  <a:pt x="27075" y="229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B32E3-5C7E-4886-9080-1E2AEE49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202" y="5338050"/>
            <a:ext cx="51704" cy="41989"/>
          </a:xfrm>
          <a:custGeom xmlns:a="http://schemas.openxmlformats.org/drawingml/2006/main">
            <a:pathLst>
              <a:path w="51704" h="41989">
                <a:moveTo>
                  <a:pt x="13254" y="15817"/>
                </a:moveTo>
                <a:lnTo>
                  <a:pt x="17579" y="10181"/>
                </a:lnTo>
                <a:lnTo>
                  <a:pt x="51704" y="36353"/>
                </a:lnTo>
                <a:lnTo>
                  <a:pt x="47451" y="41989"/>
                </a:lnTo>
                <a:lnTo>
                  <a:pt x="13254" y="15817"/>
                </a:lnTo>
                <a:close/>
                <a:moveTo>
                  <a:pt x="0" y="5636"/>
                </a:moveTo>
                <a:lnTo>
                  <a:pt x="4267" y="0"/>
                </a:lnTo>
                <a:lnTo>
                  <a:pt x="11375" y="5462"/>
                </a:lnTo>
                <a:lnTo>
                  <a:pt x="7107" y="11084"/>
                </a:lnTo>
                <a:lnTo>
                  <a:pt x="0" y="5636"/>
                </a:lnTo>
                <a:close/>
                <a:moveTo>
                  <a:pt x="0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071EF-0B5A-4B94-B90E-F6D56D1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889" y="5312329"/>
            <a:ext cx="54558" cy="53539"/>
          </a:xfrm>
          <a:custGeom xmlns:a="http://schemas.openxmlformats.org/drawingml/2006/main">
            <a:pathLst>
              <a:path w="54558" h="53539">
                <a:moveTo>
                  <a:pt x="0" y="26624"/>
                </a:moveTo>
                <a:lnTo>
                  <a:pt x="20419" y="0"/>
                </a:lnTo>
                <a:lnTo>
                  <a:pt x="25546" y="3932"/>
                </a:lnTo>
                <a:lnTo>
                  <a:pt x="33906" y="43810"/>
                </a:lnTo>
                <a:lnTo>
                  <a:pt x="50072" y="22706"/>
                </a:lnTo>
                <a:lnTo>
                  <a:pt x="54558" y="26172"/>
                </a:lnTo>
                <a:lnTo>
                  <a:pt x="33571" y="53539"/>
                </a:lnTo>
                <a:lnTo>
                  <a:pt x="28444" y="49606"/>
                </a:lnTo>
                <a:lnTo>
                  <a:pt x="20084" y="9729"/>
                </a:lnTo>
                <a:lnTo>
                  <a:pt x="4500" y="30046"/>
                </a:lnTo>
                <a:lnTo>
                  <a:pt x="0" y="26624"/>
                </a:lnTo>
                <a:close/>
                <a:moveTo>
                  <a:pt x="0" y="266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69D2C-8B40-44BD-BF7B-E4E13B9F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639" y="5280929"/>
            <a:ext cx="49038" cy="44436"/>
          </a:xfrm>
          <a:custGeom xmlns:a="http://schemas.openxmlformats.org/drawingml/2006/main">
            <a:pathLst>
              <a:path w="49038" h="44436">
                <a:moveTo>
                  <a:pt x="33280" y="5636"/>
                </a:moveTo>
                <a:lnTo>
                  <a:pt x="36003" y="7734"/>
                </a:lnTo>
                <a:lnTo>
                  <a:pt x="16268" y="33513"/>
                </a:lnTo>
                <a:cubicBezTo>
                  <a:pt x="20303" y="36236"/>
                  <a:pt x="24177" y="37314"/>
                  <a:pt x="27760" y="36804"/>
                </a:cubicBezTo>
                <a:cubicBezTo>
                  <a:pt x="31401" y="36236"/>
                  <a:pt x="34649" y="34139"/>
                  <a:pt x="37489" y="30381"/>
                </a:cubicBezTo>
                <a:cubicBezTo>
                  <a:pt x="39135" y="28269"/>
                  <a:pt x="40445" y="25939"/>
                  <a:pt x="41465" y="23551"/>
                </a:cubicBezTo>
                <a:cubicBezTo>
                  <a:pt x="42499" y="21104"/>
                  <a:pt x="43227" y="18482"/>
                  <a:pt x="43693" y="15700"/>
                </a:cubicBezTo>
                <a:lnTo>
                  <a:pt x="49038" y="19735"/>
                </a:lnTo>
                <a:cubicBezTo>
                  <a:pt x="48354" y="22415"/>
                  <a:pt x="47393" y="24978"/>
                  <a:pt x="46242" y="27425"/>
                </a:cubicBezTo>
                <a:cubicBezTo>
                  <a:pt x="45048" y="29930"/>
                  <a:pt x="43635" y="32202"/>
                  <a:pt x="41989" y="34357"/>
                </a:cubicBezTo>
                <a:cubicBezTo>
                  <a:pt x="37765" y="39819"/>
                  <a:pt x="32886" y="42950"/>
                  <a:pt x="27308" y="43693"/>
                </a:cubicBezTo>
                <a:cubicBezTo>
                  <a:pt x="21672" y="44436"/>
                  <a:pt x="16210" y="42717"/>
                  <a:pt x="10749" y="38567"/>
                </a:cubicBezTo>
                <a:cubicBezTo>
                  <a:pt x="5170" y="34299"/>
                  <a:pt x="1937" y="29406"/>
                  <a:pt x="961" y="23900"/>
                </a:cubicBezTo>
                <a:cubicBezTo>
                  <a:pt x="0" y="18322"/>
                  <a:pt x="1471" y="13021"/>
                  <a:pt x="5403" y="7908"/>
                </a:cubicBezTo>
                <a:cubicBezTo>
                  <a:pt x="8870" y="3292"/>
                  <a:pt x="13137" y="801"/>
                  <a:pt x="18147" y="393"/>
                </a:cubicBezTo>
                <a:cubicBezTo>
                  <a:pt x="23157" y="0"/>
                  <a:pt x="28211" y="1704"/>
                  <a:pt x="33280" y="5636"/>
                </a:cubicBezTo>
                <a:close/>
                <a:moveTo>
                  <a:pt x="27366" y="9947"/>
                </a:moveTo>
                <a:cubicBezTo>
                  <a:pt x="24235" y="7675"/>
                  <a:pt x="21162" y="6656"/>
                  <a:pt x="18031" y="6933"/>
                </a:cubicBezTo>
                <a:cubicBezTo>
                  <a:pt x="14899" y="7166"/>
                  <a:pt x="12278" y="8710"/>
                  <a:pt x="10181" y="11491"/>
                </a:cubicBezTo>
                <a:cubicBezTo>
                  <a:pt x="7792" y="14623"/>
                  <a:pt x="6772" y="17812"/>
                  <a:pt x="7049" y="20987"/>
                </a:cubicBezTo>
                <a:cubicBezTo>
                  <a:pt x="7399" y="24235"/>
                  <a:pt x="9044" y="27250"/>
                  <a:pt x="12059" y="29988"/>
                </a:cubicBezTo>
                <a:lnTo>
                  <a:pt x="27366" y="9947"/>
                </a:lnTo>
                <a:close/>
                <a:moveTo>
                  <a:pt x="27366" y="99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EF86B-BE0B-4A9E-9147-D3B77494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151" y="5245202"/>
            <a:ext cx="38465" cy="46533"/>
          </a:xfrm>
          <a:custGeom xmlns:a="http://schemas.openxmlformats.org/drawingml/2006/main">
            <a:pathLst>
              <a:path w="38465" h="46533">
                <a:moveTo>
                  <a:pt x="20536" y="4384"/>
                </a:moveTo>
                <a:cubicBezTo>
                  <a:pt x="19691" y="4719"/>
                  <a:pt x="18890" y="5229"/>
                  <a:pt x="18147" y="5797"/>
                </a:cubicBezTo>
                <a:cubicBezTo>
                  <a:pt x="17419" y="6423"/>
                  <a:pt x="16734" y="7166"/>
                  <a:pt x="16050" y="8069"/>
                </a:cubicBezTo>
                <a:cubicBezTo>
                  <a:pt x="13603" y="11258"/>
                  <a:pt x="12744" y="14448"/>
                  <a:pt x="13545" y="17754"/>
                </a:cubicBezTo>
                <a:cubicBezTo>
                  <a:pt x="14288" y="20987"/>
                  <a:pt x="16618" y="24119"/>
                  <a:pt x="20492" y="27075"/>
                </a:cubicBezTo>
                <a:lnTo>
                  <a:pt x="38465" y="40839"/>
                </a:lnTo>
                <a:lnTo>
                  <a:pt x="34139" y="46533"/>
                </a:lnTo>
                <a:lnTo>
                  <a:pt x="0" y="20361"/>
                </a:lnTo>
                <a:lnTo>
                  <a:pt x="4326" y="14739"/>
                </a:lnTo>
                <a:lnTo>
                  <a:pt x="9612" y="18774"/>
                </a:lnTo>
                <a:cubicBezTo>
                  <a:pt x="8418" y="15977"/>
                  <a:pt x="8083" y="13312"/>
                  <a:pt x="8535" y="10632"/>
                </a:cubicBezTo>
                <a:cubicBezTo>
                  <a:pt x="9001" y="7967"/>
                  <a:pt x="10239" y="5287"/>
                  <a:pt x="12292" y="2607"/>
                </a:cubicBezTo>
                <a:cubicBezTo>
                  <a:pt x="12584" y="2214"/>
                  <a:pt x="12977" y="1821"/>
                  <a:pt x="13370" y="1369"/>
                </a:cubicBezTo>
                <a:cubicBezTo>
                  <a:pt x="13778" y="903"/>
                  <a:pt x="14229" y="451"/>
                  <a:pt x="14797" y="0"/>
                </a:cubicBezTo>
                <a:lnTo>
                  <a:pt x="20536" y="4384"/>
                </a:lnTo>
                <a:close/>
                <a:moveTo>
                  <a:pt x="20536" y="43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A1F8B-9755-4497-97AA-B4C61D6D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68" y="6213108"/>
            <a:ext cx="63777" cy="60078"/>
          </a:xfrm>
          <a:custGeom xmlns:a="http://schemas.openxmlformats.org/drawingml/2006/main">
            <a:pathLst>
              <a:path w="63777" h="60078">
                <a:moveTo>
                  <a:pt x="8710" y="8243"/>
                </a:moveTo>
                <a:lnTo>
                  <a:pt x="24060" y="34474"/>
                </a:lnTo>
                <a:lnTo>
                  <a:pt x="37430" y="18205"/>
                </a:lnTo>
                <a:lnTo>
                  <a:pt x="8710" y="8243"/>
                </a:lnTo>
                <a:close/>
                <a:moveTo>
                  <a:pt x="0" y="6772"/>
                </a:moveTo>
                <a:lnTo>
                  <a:pt x="5636" y="0"/>
                </a:lnTo>
                <a:lnTo>
                  <a:pt x="63777" y="19516"/>
                </a:lnTo>
                <a:lnTo>
                  <a:pt x="58651" y="25706"/>
                </a:lnTo>
                <a:lnTo>
                  <a:pt x="43984" y="20419"/>
                </a:lnTo>
                <a:lnTo>
                  <a:pt x="27585" y="40387"/>
                </a:lnTo>
                <a:lnTo>
                  <a:pt x="35610" y="53757"/>
                </a:lnTo>
                <a:lnTo>
                  <a:pt x="30440" y="60078"/>
                </a:lnTo>
                <a:lnTo>
                  <a:pt x="0" y="6772"/>
                </a:lnTo>
                <a:close/>
                <a:moveTo>
                  <a:pt x="0" y="67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7B190-669C-4E9A-8A60-5C189EDA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62" y="6176522"/>
            <a:ext cx="51718" cy="60471"/>
          </a:xfrm>
          <a:custGeom xmlns:a="http://schemas.openxmlformats.org/drawingml/2006/main">
            <a:pathLst>
              <a:path w="51718" h="60471">
                <a:moveTo>
                  <a:pt x="32770" y="40504"/>
                </a:moveTo>
                <a:lnTo>
                  <a:pt x="50349" y="54966"/>
                </a:lnTo>
                <a:lnTo>
                  <a:pt x="45863" y="60471"/>
                </a:lnTo>
                <a:lnTo>
                  <a:pt x="0" y="22764"/>
                </a:lnTo>
                <a:lnTo>
                  <a:pt x="4500" y="17302"/>
                </a:lnTo>
                <a:lnTo>
                  <a:pt x="9569" y="21395"/>
                </a:lnTo>
                <a:cubicBezTo>
                  <a:pt x="8535" y="18657"/>
                  <a:pt x="8258" y="15992"/>
                  <a:pt x="8710" y="13487"/>
                </a:cubicBezTo>
                <a:cubicBezTo>
                  <a:pt x="9219" y="10923"/>
                  <a:pt x="10414" y="8418"/>
                  <a:pt x="12467" y="5971"/>
                </a:cubicBezTo>
                <a:cubicBezTo>
                  <a:pt x="15773" y="1937"/>
                  <a:pt x="20026" y="0"/>
                  <a:pt x="25327" y="117"/>
                </a:cubicBezTo>
                <a:cubicBezTo>
                  <a:pt x="30614" y="233"/>
                  <a:pt x="35843" y="2389"/>
                  <a:pt x="41086" y="6714"/>
                </a:cubicBezTo>
                <a:cubicBezTo>
                  <a:pt x="46315" y="10982"/>
                  <a:pt x="49504" y="15700"/>
                  <a:pt x="50582" y="20885"/>
                </a:cubicBezTo>
                <a:cubicBezTo>
                  <a:pt x="51718" y="26056"/>
                  <a:pt x="50640" y="30614"/>
                  <a:pt x="47334" y="34649"/>
                </a:cubicBezTo>
                <a:cubicBezTo>
                  <a:pt x="45354" y="37096"/>
                  <a:pt x="43125" y="38800"/>
                  <a:pt x="40737" y="39775"/>
                </a:cubicBezTo>
                <a:cubicBezTo>
                  <a:pt x="38348" y="40737"/>
                  <a:pt x="35683" y="40970"/>
                  <a:pt x="32770" y="40504"/>
                </a:cubicBezTo>
                <a:close/>
                <a:moveTo>
                  <a:pt x="36411" y="12351"/>
                </a:moveTo>
                <a:cubicBezTo>
                  <a:pt x="32377" y="9044"/>
                  <a:pt x="28561" y="7340"/>
                  <a:pt x="24920" y="7107"/>
                </a:cubicBezTo>
                <a:cubicBezTo>
                  <a:pt x="21279" y="6889"/>
                  <a:pt x="18264" y="8200"/>
                  <a:pt x="15933" y="11098"/>
                </a:cubicBezTo>
                <a:cubicBezTo>
                  <a:pt x="13545" y="13996"/>
                  <a:pt x="12802" y="17186"/>
                  <a:pt x="13720" y="20711"/>
                </a:cubicBezTo>
                <a:cubicBezTo>
                  <a:pt x="14681" y="24235"/>
                  <a:pt x="17128" y="27658"/>
                  <a:pt x="21177" y="30949"/>
                </a:cubicBezTo>
                <a:cubicBezTo>
                  <a:pt x="25153" y="34255"/>
                  <a:pt x="28969" y="36018"/>
                  <a:pt x="32668" y="36236"/>
                </a:cubicBezTo>
                <a:cubicBezTo>
                  <a:pt x="36309" y="36469"/>
                  <a:pt x="39266" y="35100"/>
                  <a:pt x="41654" y="32260"/>
                </a:cubicBezTo>
                <a:cubicBezTo>
                  <a:pt x="44043" y="29362"/>
                  <a:pt x="44786" y="26114"/>
                  <a:pt x="43810" y="22589"/>
                </a:cubicBezTo>
                <a:cubicBezTo>
                  <a:pt x="42907" y="19065"/>
                  <a:pt x="40460" y="15642"/>
                  <a:pt x="36411" y="12351"/>
                </a:cubicBezTo>
                <a:close/>
                <a:moveTo>
                  <a:pt x="36411" y="123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6ABE0-3520-49C6-AEB6-C9400F00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054" y="6137956"/>
            <a:ext cx="51718" cy="60471"/>
          </a:xfrm>
          <a:custGeom xmlns:a="http://schemas.openxmlformats.org/drawingml/2006/main">
            <a:pathLst>
              <a:path w="51718" h="60471">
                <a:moveTo>
                  <a:pt x="32770" y="40504"/>
                </a:moveTo>
                <a:lnTo>
                  <a:pt x="50349" y="54951"/>
                </a:lnTo>
                <a:lnTo>
                  <a:pt x="45863" y="60471"/>
                </a:lnTo>
                <a:lnTo>
                  <a:pt x="0" y="22750"/>
                </a:lnTo>
                <a:lnTo>
                  <a:pt x="4500" y="17288"/>
                </a:lnTo>
                <a:lnTo>
                  <a:pt x="9569" y="21381"/>
                </a:lnTo>
                <a:cubicBezTo>
                  <a:pt x="8535" y="18657"/>
                  <a:pt x="8258" y="15977"/>
                  <a:pt x="8710" y="13472"/>
                </a:cubicBezTo>
                <a:cubicBezTo>
                  <a:pt x="9219" y="10923"/>
                  <a:pt x="10414" y="8418"/>
                  <a:pt x="12467" y="5971"/>
                </a:cubicBezTo>
                <a:cubicBezTo>
                  <a:pt x="15759" y="1922"/>
                  <a:pt x="20026" y="0"/>
                  <a:pt x="25327" y="102"/>
                </a:cubicBezTo>
                <a:cubicBezTo>
                  <a:pt x="30614" y="218"/>
                  <a:pt x="35843" y="2389"/>
                  <a:pt x="41086" y="6714"/>
                </a:cubicBezTo>
                <a:cubicBezTo>
                  <a:pt x="46315" y="10982"/>
                  <a:pt x="49504" y="15700"/>
                  <a:pt x="50640" y="20871"/>
                </a:cubicBezTo>
                <a:cubicBezTo>
                  <a:pt x="51718" y="26056"/>
                  <a:pt x="50640" y="30600"/>
                  <a:pt x="47334" y="34649"/>
                </a:cubicBezTo>
                <a:cubicBezTo>
                  <a:pt x="45354" y="37096"/>
                  <a:pt x="43125" y="38800"/>
                  <a:pt x="40737" y="39761"/>
                </a:cubicBezTo>
                <a:cubicBezTo>
                  <a:pt x="38348" y="40737"/>
                  <a:pt x="35668" y="40955"/>
                  <a:pt x="32770" y="40504"/>
                </a:cubicBezTo>
                <a:close/>
                <a:moveTo>
                  <a:pt x="36411" y="12336"/>
                </a:moveTo>
                <a:cubicBezTo>
                  <a:pt x="32435" y="9044"/>
                  <a:pt x="28561" y="7282"/>
                  <a:pt x="24920" y="7107"/>
                </a:cubicBezTo>
                <a:cubicBezTo>
                  <a:pt x="21279" y="6874"/>
                  <a:pt x="18264" y="8185"/>
                  <a:pt x="15933" y="11084"/>
                </a:cubicBezTo>
                <a:cubicBezTo>
                  <a:pt x="13545" y="13996"/>
                  <a:pt x="12802" y="17171"/>
                  <a:pt x="13720" y="20711"/>
                </a:cubicBezTo>
                <a:cubicBezTo>
                  <a:pt x="14681" y="24235"/>
                  <a:pt x="17128" y="27643"/>
                  <a:pt x="21162" y="30949"/>
                </a:cubicBezTo>
                <a:cubicBezTo>
                  <a:pt x="25153" y="34241"/>
                  <a:pt x="29012" y="36003"/>
                  <a:pt x="32653" y="36236"/>
                </a:cubicBezTo>
                <a:cubicBezTo>
                  <a:pt x="36294" y="36469"/>
                  <a:pt x="39266" y="35100"/>
                  <a:pt x="41654" y="32260"/>
                </a:cubicBezTo>
                <a:cubicBezTo>
                  <a:pt x="44043" y="29347"/>
                  <a:pt x="44771" y="26114"/>
                  <a:pt x="43810" y="22575"/>
                </a:cubicBezTo>
                <a:cubicBezTo>
                  <a:pt x="42907" y="19050"/>
                  <a:pt x="40460" y="15642"/>
                  <a:pt x="36411" y="12336"/>
                </a:cubicBezTo>
                <a:close/>
                <a:moveTo>
                  <a:pt x="36411" y="123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67708-EABB-44C0-A524-9A19E9FE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944" y="6105870"/>
            <a:ext cx="50699" cy="43344"/>
          </a:xfrm>
          <a:custGeom xmlns:a="http://schemas.openxmlformats.org/drawingml/2006/main">
            <a:pathLst>
              <a:path w="50699" h="43344">
                <a:moveTo>
                  <a:pt x="0" y="5462"/>
                </a:moveTo>
                <a:lnTo>
                  <a:pt x="4500" y="0"/>
                </a:lnTo>
                <a:lnTo>
                  <a:pt x="50699" y="37882"/>
                </a:lnTo>
                <a:lnTo>
                  <a:pt x="46198" y="43344"/>
                </a:lnTo>
                <a:lnTo>
                  <a:pt x="0" y="5462"/>
                </a:lnTo>
                <a:close/>
                <a:moveTo>
                  <a:pt x="0" y="54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E28CE-2F8E-4B15-A1AA-3818443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694" y="6083164"/>
            <a:ext cx="48922" cy="44378"/>
          </a:xfrm>
          <a:custGeom xmlns:a="http://schemas.openxmlformats.org/drawingml/2006/main">
            <a:pathLst>
              <a:path w="48922" h="44378">
                <a:moveTo>
                  <a:pt x="33673" y="5971"/>
                </a:moveTo>
                <a:lnTo>
                  <a:pt x="36353" y="8185"/>
                </a:lnTo>
                <a:lnTo>
                  <a:pt x="15759" y="33280"/>
                </a:lnTo>
                <a:cubicBezTo>
                  <a:pt x="19676" y="36120"/>
                  <a:pt x="23492" y="37372"/>
                  <a:pt x="27133" y="36921"/>
                </a:cubicBezTo>
                <a:cubicBezTo>
                  <a:pt x="30775" y="36527"/>
                  <a:pt x="34081" y="34532"/>
                  <a:pt x="37037" y="30891"/>
                </a:cubicBezTo>
                <a:cubicBezTo>
                  <a:pt x="38741" y="28794"/>
                  <a:pt x="40169" y="26565"/>
                  <a:pt x="41305" y="24177"/>
                </a:cubicBezTo>
                <a:cubicBezTo>
                  <a:pt x="42382" y="21788"/>
                  <a:pt x="43242" y="19167"/>
                  <a:pt x="43810" y="16385"/>
                </a:cubicBezTo>
                <a:lnTo>
                  <a:pt x="48922" y="20652"/>
                </a:lnTo>
                <a:cubicBezTo>
                  <a:pt x="48179" y="23274"/>
                  <a:pt x="47160" y="25823"/>
                  <a:pt x="45907" y="28211"/>
                </a:cubicBezTo>
                <a:cubicBezTo>
                  <a:pt x="44654" y="30658"/>
                  <a:pt x="43125" y="32945"/>
                  <a:pt x="41421" y="35042"/>
                </a:cubicBezTo>
                <a:cubicBezTo>
                  <a:pt x="37037" y="40329"/>
                  <a:pt x="32027" y="43300"/>
                  <a:pt x="26449" y="43810"/>
                </a:cubicBezTo>
                <a:cubicBezTo>
                  <a:pt x="20827" y="44378"/>
                  <a:pt x="15351" y="42499"/>
                  <a:pt x="10064" y="38173"/>
                </a:cubicBezTo>
                <a:cubicBezTo>
                  <a:pt x="4661" y="33673"/>
                  <a:pt x="1529" y="28677"/>
                  <a:pt x="743" y="23157"/>
                </a:cubicBezTo>
                <a:cubicBezTo>
                  <a:pt x="0" y="17579"/>
                  <a:pt x="1646" y="12292"/>
                  <a:pt x="5738" y="7282"/>
                </a:cubicBezTo>
                <a:cubicBezTo>
                  <a:pt x="9379" y="2840"/>
                  <a:pt x="13763" y="510"/>
                  <a:pt x="18774" y="233"/>
                </a:cubicBezTo>
                <a:cubicBezTo>
                  <a:pt x="23784" y="0"/>
                  <a:pt x="28721" y="1937"/>
                  <a:pt x="33673" y="5971"/>
                </a:cubicBezTo>
                <a:close/>
                <a:moveTo>
                  <a:pt x="27585" y="10122"/>
                </a:moveTo>
                <a:cubicBezTo>
                  <a:pt x="24570" y="7734"/>
                  <a:pt x="21497" y="6598"/>
                  <a:pt x="18424" y="6772"/>
                </a:cubicBezTo>
                <a:cubicBezTo>
                  <a:pt x="15307" y="6947"/>
                  <a:pt x="12627" y="8360"/>
                  <a:pt x="10414" y="11040"/>
                </a:cubicBezTo>
                <a:cubicBezTo>
                  <a:pt x="7908" y="14113"/>
                  <a:pt x="6772" y="17244"/>
                  <a:pt x="6991" y="20478"/>
                </a:cubicBezTo>
                <a:cubicBezTo>
                  <a:pt x="7224" y="23725"/>
                  <a:pt x="8753" y="26798"/>
                  <a:pt x="11666" y="29639"/>
                </a:cubicBezTo>
                <a:lnTo>
                  <a:pt x="27585" y="10122"/>
                </a:lnTo>
                <a:close/>
                <a:moveTo>
                  <a:pt x="27585" y="10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31B8F-A421-4AA7-9AF2-8919A14B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594" y="6017799"/>
            <a:ext cx="77657" cy="76915"/>
          </a:xfrm>
          <a:custGeom xmlns:a="http://schemas.openxmlformats.org/drawingml/2006/main">
            <a:pathLst>
              <a:path w="77657" h="76915">
                <a:moveTo>
                  <a:pt x="0" y="40504"/>
                </a:moveTo>
                <a:lnTo>
                  <a:pt x="7399" y="31576"/>
                </a:lnTo>
                <a:lnTo>
                  <a:pt x="46825" y="45048"/>
                </a:lnTo>
                <a:lnTo>
                  <a:pt x="25997" y="8928"/>
                </a:lnTo>
                <a:lnTo>
                  <a:pt x="33338" y="0"/>
                </a:lnTo>
                <a:lnTo>
                  <a:pt x="77657" y="36411"/>
                </a:lnTo>
                <a:lnTo>
                  <a:pt x="72822" y="42266"/>
                </a:lnTo>
                <a:lnTo>
                  <a:pt x="33906" y="10297"/>
                </a:lnTo>
                <a:lnTo>
                  <a:pt x="54908" y="46650"/>
                </a:lnTo>
                <a:lnTo>
                  <a:pt x="50014" y="52679"/>
                </a:lnTo>
                <a:lnTo>
                  <a:pt x="10239" y="39135"/>
                </a:lnTo>
                <a:lnTo>
                  <a:pt x="49097" y="71103"/>
                </a:lnTo>
                <a:lnTo>
                  <a:pt x="44319" y="76915"/>
                </a:lnTo>
                <a:lnTo>
                  <a:pt x="0" y="40504"/>
                </a:lnTo>
                <a:close/>
                <a:moveTo>
                  <a:pt x="0" y="405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C00F9-352D-4CC6-BEAC-702B285F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478" y="5993331"/>
            <a:ext cx="48936" cy="44378"/>
          </a:xfrm>
          <a:custGeom xmlns:a="http://schemas.openxmlformats.org/drawingml/2006/main">
            <a:pathLst>
              <a:path w="48936" h="44378">
                <a:moveTo>
                  <a:pt x="33687" y="5971"/>
                </a:moveTo>
                <a:lnTo>
                  <a:pt x="36353" y="8185"/>
                </a:lnTo>
                <a:lnTo>
                  <a:pt x="15759" y="33280"/>
                </a:lnTo>
                <a:cubicBezTo>
                  <a:pt x="19691" y="36120"/>
                  <a:pt x="23507" y="37372"/>
                  <a:pt x="27148" y="36979"/>
                </a:cubicBezTo>
                <a:cubicBezTo>
                  <a:pt x="30789" y="36527"/>
                  <a:pt x="34081" y="34532"/>
                  <a:pt x="37037" y="30891"/>
                </a:cubicBezTo>
                <a:cubicBezTo>
                  <a:pt x="38741" y="28837"/>
                  <a:pt x="40169" y="26565"/>
                  <a:pt x="41305" y="24177"/>
                </a:cubicBezTo>
                <a:cubicBezTo>
                  <a:pt x="42382" y="21788"/>
                  <a:pt x="43242" y="19225"/>
                  <a:pt x="43810" y="16443"/>
                </a:cubicBezTo>
                <a:lnTo>
                  <a:pt x="48936" y="20652"/>
                </a:lnTo>
                <a:cubicBezTo>
                  <a:pt x="48194" y="23332"/>
                  <a:pt x="47160" y="25823"/>
                  <a:pt x="45922" y="28269"/>
                </a:cubicBezTo>
                <a:cubicBezTo>
                  <a:pt x="44669" y="30658"/>
                  <a:pt x="43125" y="32945"/>
                  <a:pt x="41421" y="35042"/>
                </a:cubicBezTo>
                <a:cubicBezTo>
                  <a:pt x="37037" y="40329"/>
                  <a:pt x="32085" y="43300"/>
                  <a:pt x="26463" y="43868"/>
                </a:cubicBezTo>
                <a:cubicBezTo>
                  <a:pt x="20827" y="44378"/>
                  <a:pt x="15365" y="42499"/>
                  <a:pt x="10079" y="38173"/>
                </a:cubicBezTo>
                <a:cubicBezTo>
                  <a:pt x="4675" y="33731"/>
                  <a:pt x="1544" y="28736"/>
                  <a:pt x="743" y="23157"/>
                </a:cubicBezTo>
                <a:cubicBezTo>
                  <a:pt x="0" y="17579"/>
                  <a:pt x="1660" y="12292"/>
                  <a:pt x="5753" y="7340"/>
                </a:cubicBezTo>
                <a:cubicBezTo>
                  <a:pt x="9394" y="2840"/>
                  <a:pt x="13778" y="510"/>
                  <a:pt x="18774" y="277"/>
                </a:cubicBezTo>
                <a:cubicBezTo>
                  <a:pt x="23784" y="0"/>
                  <a:pt x="28736" y="1937"/>
                  <a:pt x="33687" y="5971"/>
                </a:cubicBezTo>
                <a:close/>
                <a:moveTo>
                  <a:pt x="27600" y="10122"/>
                </a:moveTo>
                <a:cubicBezTo>
                  <a:pt x="24585" y="7734"/>
                  <a:pt x="21512" y="6598"/>
                  <a:pt x="18439" y="6772"/>
                </a:cubicBezTo>
                <a:cubicBezTo>
                  <a:pt x="15307" y="6947"/>
                  <a:pt x="12627" y="8360"/>
                  <a:pt x="10414" y="11098"/>
                </a:cubicBezTo>
                <a:cubicBezTo>
                  <a:pt x="7908" y="14113"/>
                  <a:pt x="6772" y="17244"/>
                  <a:pt x="7005" y="20478"/>
                </a:cubicBezTo>
                <a:cubicBezTo>
                  <a:pt x="7224" y="23725"/>
                  <a:pt x="8768" y="26798"/>
                  <a:pt x="11666" y="29639"/>
                </a:cubicBezTo>
                <a:lnTo>
                  <a:pt x="27600" y="10122"/>
                </a:lnTo>
                <a:close/>
                <a:moveTo>
                  <a:pt x="27600" y="10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F125F-8C83-4306-B059-49ED5DE1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349" y="5939909"/>
            <a:ext cx="51602" cy="60704"/>
          </a:xfrm>
          <a:custGeom xmlns:a="http://schemas.openxmlformats.org/drawingml/2006/main">
            <a:pathLst>
              <a:path w="51602" h="60704">
                <a:moveTo>
                  <a:pt x="18948" y="20201"/>
                </a:moveTo>
                <a:lnTo>
                  <a:pt x="961" y="5462"/>
                </a:lnTo>
                <a:lnTo>
                  <a:pt x="5462" y="0"/>
                </a:lnTo>
                <a:lnTo>
                  <a:pt x="51602" y="37897"/>
                </a:lnTo>
                <a:lnTo>
                  <a:pt x="47160" y="43358"/>
                </a:lnTo>
                <a:lnTo>
                  <a:pt x="42164" y="39251"/>
                </a:lnTo>
                <a:cubicBezTo>
                  <a:pt x="43183" y="42047"/>
                  <a:pt x="43460" y="44713"/>
                  <a:pt x="43009" y="47218"/>
                </a:cubicBezTo>
                <a:cubicBezTo>
                  <a:pt x="42499" y="49781"/>
                  <a:pt x="41246" y="52286"/>
                  <a:pt x="39251" y="54733"/>
                </a:cubicBezTo>
                <a:cubicBezTo>
                  <a:pt x="35959" y="58767"/>
                  <a:pt x="31692" y="60704"/>
                  <a:pt x="26405" y="60588"/>
                </a:cubicBezTo>
                <a:cubicBezTo>
                  <a:pt x="21104" y="60471"/>
                  <a:pt x="15875" y="58258"/>
                  <a:pt x="10632" y="53990"/>
                </a:cubicBezTo>
                <a:cubicBezTo>
                  <a:pt x="5403" y="49665"/>
                  <a:pt x="2214" y="44946"/>
                  <a:pt x="1078" y="39819"/>
                </a:cubicBezTo>
                <a:cubicBezTo>
                  <a:pt x="0" y="34649"/>
                  <a:pt x="1078" y="30090"/>
                  <a:pt x="4384" y="26056"/>
                </a:cubicBezTo>
                <a:cubicBezTo>
                  <a:pt x="6365" y="23609"/>
                  <a:pt x="8593" y="21905"/>
                  <a:pt x="10982" y="20929"/>
                </a:cubicBezTo>
                <a:cubicBezTo>
                  <a:pt x="13370" y="19968"/>
                  <a:pt x="16050" y="19735"/>
                  <a:pt x="18948" y="20201"/>
                </a:cubicBezTo>
                <a:close/>
                <a:moveTo>
                  <a:pt x="15249" y="48354"/>
                </a:moveTo>
                <a:cubicBezTo>
                  <a:pt x="19283" y="51660"/>
                  <a:pt x="23099" y="53422"/>
                  <a:pt x="26740" y="53655"/>
                </a:cubicBezTo>
                <a:cubicBezTo>
                  <a:pt x="30381" y="53874"/>
                  <a:pt x="33396" y="52505"/>
                  <a:pt x="35785" y="49606"/>
                </a:cubicBezTo>
                <a:cubicBezTo>
                  <a:pt x="38173" y="46766"/>
                  <a:pt x="38858" y="43518"/>
                  <a:pt x="37940" y="39994"/>
                </a:cubicBezTo>
                <a:cubicBezTo>
                  <a:pt x="37037" y="36469"/>
                  <a:pt x="34590" y="33061"/>
                  <a:pt x="30556" y="29755"/>
                </a:cubicBezTo>
                <a:cubicBezTo>
                  <a:pt x="26565" y="26449"/>
                  <a:pt x="22706" y="24687"/>
                  <a:pt x="19065" y="24468"/>
                </a:cubicBezTo>
                <a:cubicBezTo>
                  <a:pt x="15424" y="24235"/>
                  <a:pt x="12409" y="25604"/>
                  <a:pt x="10006" y="28503"/>
                </a:cubicBezTo>
                <a:cubicBezTo>
                  <a:pt x="7675" y="31343"/>
                  <a:pt x="6947" y="34590"/>
                  <a:pt x="7850" y="38115"/>
                </a:cubicBezTo>
                <a:cubicBezTo>
                  <a:pt x="8768" y="41640"/>
                  <a:pt x="11258" y="45062"/>
                  <a:pt x="15249" y="48354"/>
                </a:cubicBezTo>
                <a:close/>
                <a:moveTo>
                  <a:pt x="15249" y="483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85CBA-F68F-45DE-AAEC-3491AEE0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030" y="5923189"/>
            <a:ext cx="50684" cy="43402"/>
          </a:xfrm>
          <a:custGeom xmlns:a="http://schemas.openxmlformats.org/drawingml/2006/main">
            <a:pathLst>
              <a:path w="50684" h="43402">
                <a:moveTo>
                  <a:pt x="12962" y="16094"/>
                </a:moveTo>
                <a:lnTo>
                  <a:pt x="17463" y="10632"/>
                </a:lnTo>
                <a:lnTo>
                  <a:pt x="50684" y="37940"/>
                </a:lnTo>
                <a:lnTo>
                  <a:pt x="46198" y="43402"/>
                </a:lnTo>
                <a:lnTo>
                  <a:pt x="12962" y="16094"/>
                </a:lnTo>
                <a:close/>
                <a:moveTo>
                  <a:pt x="0" y="5462"/>
                </a:moveTo>
                <a:lnTo>
                  <a:pt x="4486" y="0"/>
                </a:lnTo>
                <a:lnTo>
                  <a:pt x="11433" y="5680"/>
                </a:lnTo>
                <a:lnTo>
                  <a:pt x="6933" y="11142"/>
                </a:lnTo>
                <a:lnTo>
                  <a:pt x="0" y="5462"/>
                </a:lnTo>
                <a:close/>
                <a:moveTo>
                  <a:pt x="0" y="54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C34AF-6E4A-413B-9902-66EC5DF2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649" y="5902013"/>
            <a:ext cx="52796" cy="45514"/>
          </a:xfrm>
          <a:custGeom xmlns:a="http://schemas.openxmlformats.org/drawingml/2006/main">
            <a:pathLst>
              <a:path w="52796" h="45514">
                <a:moveTo>
                  <a:pt x="27133" y="18832"/>
                </a:moveTo>
                <a:cubicBezTo>
                  <a:pt x="23551" y="23274"/>
                  <a:pt x="21497" y="26740"/>
                  <a:pt x="21104" y="29245"/>
                </a:cubicBezTo>
                <a:cubicBezTo>
                  <a:pt x="20711" y="31809"/>
                  <a:pt x="21730" y="34022"/>
                  <a:pt x="24177" y="36076"/>
                </a:cubicBezTo>
                <a:cubicBezTo>
                  <a:pt x="26114" y="37664"/>
                  <a:pt x="28211" y="38290"/>
                  <a:pt x="30381" y="37955"/>
                </a:cubicBezTo>
                <a:cubicBezTo>
                  <a:pt x="32537" y="37562"/>
                  <a:pt x="34532" y="36309"/>
                  <a:pt x="36353" y="34139"/>
                </a:cubicBezTo>
                <a:cubicBezTo>
                  <a:pt x="38858" y="31066"/>
                  <a:pt x="39761" y="27774"/>
                  <a:pt x="39135" y="24191"/>
                </a:cubicBezTo>
                <a:cubicBezTo>
                  <a:pt x="38508" y="20609"/>
                  <a:pt x="36411" y="17361"/>
                  <a:pt x="32828" y="14404"/>
                </a:cubicBezTo>
                <a:lnTo>
                  <a:pt x="31634" y="13428"/>
                </a:lnTo>
                <a:lnTo>
                  <a:pt x="27133" y="18832"/>
                </a:lnTo>
                <a:close/>
                <a:moveTo>
                  <a:pt x="33848" y="6088"/>
                </a:moveTo>
                <a:lnTo>
                  <a:pt x="52796" y="21686"/>
                </a:lnTo>
                <a:lnTo>
                  <a:pt x="48296" y="27148"/>
                </a:lnTo>
                <a:lnTo>
                  <a:pt x="43285" y="22997"/>
                </a:lnTo>
                <a:cubicBezTo>
                  <a:pt x="44261" y="25895"/>
                  <a:pt x="44480" y="28677"/>
                  <a:pt x="43912" y="31299"/>
                </a:cubicBezTo>
                <a:cubicBezTo>
                  <a:pt x="43344" y="33964"/>
                  <a:pt x="41931" y="36644"/>
                  <a:pt x="39761" y="39324"/>
                </a:cubicBezTo>
                <a:cubicBezTo>
                  <a:pt x="36921" y="42732"/>
                  <a:pt x="33789" y="44669"/>
                  <a:pt x="30207" y="45120"/>
                </a:cubicBezTo>
                <a:cubicBezTo>
                  <a:pt x="26624" y="45514"/>
                  <a:pt x="23259" y="44436"/>
                  <a:pt x="20084" y="41829"/>
                </a:cubicBezTo>
                <a:cubicBezTo>
                  <a:pt x="16327" y="38756"/>
                  <a:pt x="14506" y="35173"/>
                  <a:pt x="14666" y="31124"/>
                </a:cubicBezTo>
                <a:cubicBezTo>
                  <a:pt x="14841" y="27032"/>
                  <a:pt x="16953" y="22531"/>
                  <a:pt x="21046" y="17579"/>
                </a:cubicBezTo>
                <a:lnTo>
                  <a:pt x="27366" y="9904"/>
                </a:lnTo>
                <a:lnTo>
                  <a:pt x="26798" y="9452"/>
                </a:lnTo>
                <a:cubicBezTo>
                  <a:pt x="24293" y="7399"/>
                  <a:pt x="21672" y="6612"/>
                  <a:pt x="18934" y="7180"/>
                </a:cubicBezTo>
                <a:cubicBezTo>
                  <a:pt x="16210" y="7690"/>
                  <a:pt x="13589" y="9452"/>
                  <a:pt x="11142" y="12409"/>
                </a:cubicBezTo>
                <a:cubicBezTo>
                  <a:pt x="9612" y="14346"/>
                  <a:pt x="8302" y="16341"/>
                  <a:pt x="7282" y="18555"/>
                </a:cubicBezTo>
                <a:cubicBezTo>
                  <a:pt x="6248" y="20711"/>
                  <a:pt x="5520" y="22997"/>
                  <a:pt x="5054" y="25386"/>
                </a:cubicBezTo>
                <a:lnTo>
                  <a:pt x="0" y="21220"/>
                </a:lnTo>
                <a:cubicBezTo>
                  <a:pt x="903" y="18613"/>
                  <a:pt x="1879" y="16225"/>
                  <a:pt x="3073" y="13996"/>
                </a:cubicBezTo>
                <a:cubicBezTo>
                  <a:pt x="4209" y="11841"/>
                  <a:pt x="5520" y="9846"/>
                  <a:pt x="6991" y="8083"/>
                </a:cubicBezTo>
                <a:cubicBezTo>
                  <a:pt x="10923" y="3248"/>
                  <a:pt x="15132" y="685"/>
                  <a:pt x="19560" y="350"/>
                </a:cubicBezTo>
                <a:cubicBezTo>
                  <a:pt x="24002" y="0"/>
                  <a:pt x="28779" y="1937"/>
                  <a:pt x="33848" y="6088"/>
                </a:cubicBezTo>
                <a:close/>
                <a:moveTo>
                  <a:pt x="33848" y="60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39C4C-C8A1-4A1B-B7E2-C93F44FA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563" y="5847920"/>
            <a:ext cx="64855" cy="64287"/>
          </a:xfrm>
          <a:custGeom xmlns:a="http://schemas.openxmlformats.org/drawingml/2006/main">
            <a:pathLst>
              <a:path w="64855" h="64287">
                <a:moveTo>
                  <a:pt x="9846" y="25939"/>
                </a:moveTo>
                <a:lnTo>
                  <a:pt x="44319" y="54267"/>
                </a:lnTo>
                <a:lnTo>
                  <a:pt x="50233" y="46985"/>
                </a:lnTo>
                <a:cubicBezTo>
                  <a:pt x="55301" y="40897"/>
                  <a:pt x="57573" y="35260"/>
                  <a:pt x="57122" y="30148"/>
                </a:cubicBezTo>
                <a:cubicBezTo>
                  <a:pt x="56728" y="25080"/>
                  <a:pt x="53480" y="20026"/>
                  <a:pt x="47509" y="15132"/>
                </a:cubicBezTo>
                <a:cubicBezTo>
                  <a:pt x="41596" y="10297"/>
                  <a:pt x="36076" y="8127"/>
                  <a:pt x="31008" y="8695"/>
                </a:cubicBezTo>
                <a:cubicBezTo>
                  <a:pt x="25881" y="9263"/>
                  <a:pt x="20827" y="12569"/>
                  <a:pt x="15817" y="18715"/>
                </a:cubicBezTo>
                <a:lnTo>
                  <a:pt x="9846" y="25939"/>
                </a:lnTo>
                <a:close/>
                <a:moveTo>
                  <a:pt x="0" y="27876"/>
                </a:moveTo>
                <a:lnTo>
                  <a:pt x="10122" y="15584"/>
                </a:lnTo>
                <a:cubicBezTo>
                  <a:pt x="17186" y="6991"/>
                  <a:pt x="24119" y="2156"/>
                  <a:pt x="31008" y="1078"/>
                </a:cubicBezTo>
                <a:cubicBezTo>
                  <a:pt x="37897" y="0"/>
                  <a:pt x="45120" y="2549"/>
                  <a:pt x="52679" y="8811"/>
                </a:cubicBezTo>
                <a:cubicBezTo>
                  <a:pt x="60369" y="15074"/>
                  <a:pt x="64287" y="21730"/>
                  <a:pt x="64579" y="28721"/>
                </a:cubicBezTo>
                <a:cubicBezTo>
                  <a:pt x="64855" y="35668"/>
                  <a:pt x="61447" y="43402"/>
                  <a:pt x="54442" y="51995"/>
                </a:cubicBezTo>
                <a:lnTo>
                  <a:pt x="44319" y="64287"/>
                </a:lnTo>
                <a:lnTo>
                  <a:pt x="0" y="27876"/>
                </a:lnTo>
                <a:close/>
                <a:moveTo>
                  <a:pt x="0" y="278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31557-12A2-4A65-9B44-4B26FE49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974" y="5822258"/>
            <a:ext cx="50640" cy="43402"/>
          </a:xfrm>
          <a:custGeom xmlns:a="http://schemas.openxmlformats.org/drawingml/2006/main">
            <a:pathLst>
              <a:path w="50640" h="43402">
                <a:moveTo>
                  <a:pt x="12919" y="16094"/>
                </a:moveTo>
                <a:lnTo>
                  <a:pt x="17404" y="10632"/>
                </a:lnTo>
                <a:lnTo>
                  <a:pt x="50640" y="37940"/>
                </a:lnTo>
                <a:lnTo>
                  <a:pt x="46140" y="43402"/>
                </a:lnTo>
                <a:lnTo>
                  <a:pt x="12919" y="16094"/>
                </a:lnTo>
                <a:close/>
                <a:moveTo>
                  <a:pt x="0" y="5462"/>
                </a:moveTo>
                <a:lnTo>
                  <a:pt x="4442" y="0"/>
                </a:lnTo>
                <a:lnTo>
                  <a:pt x="11375" y="5695"/>
                </a:lnTo>
                <a:lnTo>
                  <a:pt x="6889" y="11142"/>
                </a:lnTo>
                <a:lnTo>
                  <a:pt x="0" y="5462"/>
                </a:lnTo>
                <a:close/>
                <a:moveTo>
                  <a:pt x="0" y="54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FCDE4-2F85-4078-82E6-13799E80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336" y="5801096"/>
            <a:ext cx="44887" cy="49097"/>
          </a:xfrm>
          <a:custGeom xmlns:a="http://schemas.openxmlformats.org/drawingml/2006/main">
            <a:pathLst>
              <a:path w="44887" h="49097">
                <a:moveTo>
                  <a:pt x="15817" y="0"/>
                </a:moveTo>
                <a:lnTo>
                  <a:pt x="20987" y="4267"/>
                </a:lnTo>
                <a:cubicBezTo>
                  <a:pt x="18948" y="5112"/>
                  <a:pt x="17011" y="6248"/>
                  <a:pt x="15249" y="7559"/>
                </a:cubicBezTo>
                <a:cubicBezTo>
                  <a:pt x="13487" y="8928"/>
                  <a:pt x="11885" y="10457"/>
                  <a:pt x="10414" y="12292"/>
                </a:cubicBezTo>
                <a:cubicBezTo>
                  <a:pt x="8185" y="14958"/>
                  <a:pt x="6933" y="17346"/>
                  <a:pt x="6656" y="19400"/>
                </a:cubicBezTo>
                <a:cubicBezTo>
                  <a:pt x="6365" y="21381"/>
                  <a:pt x="7049" y="23099"/>
                  <a:pt x="8695" y="24454"/>
                </a:cubicBezTo>
                <a:cubicBezTo>
                  <a:pt x="10006" y="25546"/>
                  <a:pt x="11375" y="25823"/>
                  <a:pt x="12904" y="25488"/>
                </a:cubicBezTo>
                <a:cubicBezTo>
                  <a:pt x="14390" y="25080"/>
                  <a:pt x="16720" y="23725"/>
                  <a:pt x="19735" y="21337"/>
                </a:cubicBezTo>
                <a:lnTo>
                  <a:pt x="21730" y="19793"/>
                </a:lnTo>
                <a:cubicBezTo>
                  <a:pt x="25706" y="16603"/>
                  <a:pt x="29187" y="14783"/>
                  <a:pt x="32027" y="14448"/>
                </a:cubicBezTo>
                <a:cubicBezTo>
                  <a:pt x="34867" y="14055"/>
                  <a:pt x="37664" y="14958"/>
                  <a:pt x="40329" y="17171"/>
                </a:cubicBezTo>
                <a:cubicBezTo>
                  <a:pt x="43460" y="19735"/>
                  <a:pt x="44887" y="22924"/>
                  <a:pt x="44713" y="26857"/>
                </a:cubicBezTo>
                <a:cubicBezTo>
                  <a:pt x="44480" y="30775"/>
                  <a:pt x="42615" y="34867"/>
                  <a:pt x="39076" y="39135"/>
                </a:cubicBezTo>
                <a:cubicBezTo>
                  <a:pt x="37664" y="40955"/>
                  <a:pt x="35945" y="42659"/>
                  <a:pt x="34022" y="44319"/>
                </a:cubicBezTo>
                <a:cubicBezTo>
                  <a:pt x="32085" y="45965"/>
                  <a:pt x="29872" y="47553"/>
                  <a:pt x="27468" y="49097"/>
                </a:cubicBezTo>
                <a:lnTo>
                  <a:pt x="21788" y="44480"/>
                </a:lnTo>
                <a:cubicBezTo>
                  <a:pt x="24512" y="43285"/>
                  <a:pt x="26959" y="41989"/>
                  <a:pt x="29071" y="40445"/>
                </a:cubicBezTo>
                <a:cubicBezTo>
                  <a:pt x="31168" y="38916"/>
                  <a:pt x="33047" y="37197"/>
                  <a:pt x="34649" y="35275"/>
                </a:cubicBezTo>
                <a:cubicBezTo>
                  <a:pt x="36746" y="32712"/>
                  <a:pt x="37940" y="30381"/>
                  <a:pt x="38173" y="28269"/>
                </a:cubicBezTo>
                <a:cubicBezTo>
                  <a:pt x="38450" y="26172"/>
                  <a:pt x="37780" y="24454"/>
                  <a:pt x="36178" y="23157"/>
                </a:cubicBezTo>
                <a:cubicBezTo>
                  <a:pt x="34707" y="21905"/>
                  <a:pt x="33163" y="21497"/>
                  <a:pt x="31517" y="21847"/>
                </a:cubicBezTo>
                <a:cubicBezTo>
                  <a:pt x="29915" y="22182"/>
                  <a:pt x="27366" y="23725"/>
                  <a:pt x="23827" y="26507"/>
                </a:cubicBezTo>
                <a:lnTo>
                  <a:pt x="21847" y="28051"/>
                </a:lnTo>
                <a:cubicBezTo>
                  <a:pt x="18366" y="30833"/>
                  <a:pt x="15249" y="32362"/>
                  <a:pt x="12511" y="32712"/>
                </a:cubicBezTo>
                <a:cubicBezTo>
                  <a:pt x="9846" y="32988"/>
                  <a:pt x="7166" y="32085"/>
                  <a:pt x="4602" y="29974"/>
                </a:cubicBezTo>
                <a:cubicBezTo>
                  <a:pt x="1471" y="27366"/>
                  <a:pt x="0" y="24293"/>
                  <a:pt x="117" y="20711"/>
                </a:cubicBezTo>
                <a:cubicBezTo>
                  <a:pt x="218" y="17069"/>
                  <a:pt x="1981" y="13254"/>
                  <a:pt x="5287" y="9161"/>
                </a:cubicBezTo>
                <a:cubicBezTo>
                  <a:pt x="6991" y="7166"/>
                  <a:pt x="8695" y="5345"/>
                  <a:pt x="10414" y="3801"/>
                </a:cubicBezTo>
                <a:cubicBezTo>
                  <a:pt x="12176" y="2272"/>
                  <a:pt x="13996" y="1020"/>
                  <a:pt x="15817" y="0"/>
                </a:cubicBezTo>
                <a:close/>
                <a:moveTo>
                  <a:pt x="1581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F12AD-DA8E-4775-8427-F1146043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722" y="5766957"/>
            <a:ext cx="46650" cy="45281"/>
          </a:xfrm>
          <a:custGeom xmlns:a="http://schemas.openxmlformats.org/drawingml/2006/main">
            <a:pathLst>
              <a:path w="46650" h="45281">
                <a:moveTo>
                  <a:pt x="15992" y="0"/>
                </a:moveTo>
                <a:lnTo>
                  <a:pt x="21104" y="4151"/>
                </a:lnTo>
                <a:cubicBezTo>
                  <a:pt x="18948" y="5010"/>
                  <a:pt x="17069" y="6030"/>
                  <a:pt x="15365" y="7224"/>
                </a:cubicBezTo>
                <a:cubicBezTo>
                  <a:pt x="13647" y="8418"/>
                  <a:pt x="12176" y="9846"/>
                  <a:pt x="10865" y="11433"/>
                </a:cubicBezTo>
                <a:cubicBezTo>
                  <a:pt x="7967" y="14958"/>
                  <a:pt x="6831" y="18657"/>
                  <a:pt x="7457" y="22473"/>
                </a:cubicBezTo>
                <a:cubicBezTo>
                  <a:pt x="8083" y="26230"/>
                  <a:pt x="10414" y="29813"/>
                  <a:pt x="14448" y="33163"/>
                </a:cubicBezTo>
                <a:cubicBezTo>
                  <a:pt x="18540" y="36469"/>
                  <a:pt x="22473" y="38115"/>
                  <a:pt x="26347" y="37998"/>
                </a:cubicBezTo>
                <a:cubicBezTo>
                  <a:pt x="30207" y="37838"/>
                  <a:pt x="33571" y="36018"/>
                  <a:pt x="36469" y="32479"/>
                </a:cubicBezTo>
                <a:cubicBezTo>
                  <a:pt x="37780" y="30891"/>
                  <a:pt x="38858" y="29187"/>
                  <a:pt x="39717" y="27250"/>
                </a:cubicBezTo>
                <a:cubicBezTo>
                  <a:pt x="40562" y="25371"/>
                  <a:pt x="41188" y="23274"/>
                  <a:pt x="41581" y="21046"/>
                </a:cubicBezTo>
                <a:lnTo>
                  <a:pt x="46650" y="25196"/>
                </a:lnTo>
                <a:cubicBezTo>
                  <a:pt x="46140" y="27308"/>
                  <a:pt x="45339" y="29304"/>
                  <a:pt x="44378" y="31241"/>
                </a:cubicBezTo>
                <a:cubicBezTo>
                  <a:pt x="43402" y="33163"/>
                  <a:pt x="42164" y="35042"/>
                  <a:pt x="40620" y="36862"/>
                </a:cubicBezTo>
                <a:cubicBezTo>
                  <a:pt x="36527" y="41873"/>
                  <a:pt x="31692" y="44596"/>
                  <a:pt x="26114" y="44946"/>
                </a:cubicBezTo>
                <a:cubicBezTo>
                  <a:pt x="20536" y="45281"/>
                  <a:pt x="15074" y="43300"/>
                  <a:pt x="9729" y="38916"/>
                </a:cubicBezTo>
                <a:cubicBezTo>
                  <a:pt x="4326" y="34474"/>
                  <a:pt x="1311" y="29464"/>
                  <a:pt x="626" y="23958"/>
                </a:cubicBezTo>
                <a:cubicBezTo>
                  <a:pt x="0" y="18380"/>
                  <a:pt x="1762" y="13035"/>
                  <a:pt x="6030" y="7850"/>
                </a:cubicBezTo>
                <a:cubicBezTo>
                  <a:pt x="7399" y="6204"/>
                  <a:pt x="8928" y="4661"/>
                  <a:pt x="10588" y="3350"/>
                </a:cubicBezTo>
                <a:cubicBezTo>
                  <a:pt x="12234" y="2054"/>
                  <a:pt x="14055" y="903"/>
                  <a:pt x="15992" y="0"/>
                </a:cubicBezTo>
                <a:close/>
                <a:moveTo>
                  <a:pt x="1599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47402-F4D5-44F6-9D95-96BF08FE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579" y="5735323"/>
            <a:ext cx="45732" cy="43751"/>
          </a:xfrm>
          <a:custGeom xmlns:a="http://schemas.openxmlformats.org/drawingml/2006/main">
            <a:pathLst>
              <a:path w="45732" h="43751">
                <a:moveTo>
                  <a:pt x="10064" y="11317"/>
                </a:moveTo>
                <a:cubicBezTo>
                  <a:pt x="7675" y="14288"/>
                  <a:pt x="6874" y="17521"/>
                  <a:pt x="7792" y="21104"/>
                </a:cubicBezTo>
                <a:cubicBezTo>
                  <a:pt x="8637" y="24687"/>
                  <a:pt x="11084" y="28109"/>
                  <a:pt x="15074" y="31343"/>
                </a:cubicBezTo>
                <a:cubicBezTo>
                  <a:pt x="19050" y="34649"/>
                  <a:pt x="22866" y="36353"/>
                  <a:pt x="26565" y="36527"/>
                </a:cubicBezTo>
                <a:cubicBezTo>
                  <a:pt x="30207" y="36761"/>
                  <a:pt x="33280" y="35333"/>
                  <a:pt x="35668" y="32435"/>
                </a:cubicBezTo>
                <a:cubicBezTo>
                  <a:pt x="38057" y="29478"/>
                  <a:pt x="38858" y="26230"/>
                  <a:pt x="37940" y="22648"/>
                </a:cubicBezTo>
                <a:cubicBezTo>
                  <a:pt x="37037" y="19065"/>
                  <a:pt x="34590" y="15642"/>
                  <a:pt x="30658" y="12409"/>
                </a:cubicBezTo>
                <a:cubicBezTo>
                  <a:pt x="26740" y="9161"/>
                  <a:pt x="22866" y="7457"/>
                  <a:pt x="19167" y="7282"/>
                </a:cubicBezTo>
                <a:cubicBezTo>
                  <a:pt x="15467" y="7049"/>
                  <a:pt x="12453" y="8418"/>
                  <a:pt x="10064" y="11317"/>
                </a:cubicBezTo>
                <a:close/>
                <a:moveTo>
                  <a:pt x="5403" y="7573"/>
                </a:moveTo>
                <a:cubicBezTo>
                  <a:pt x="9321" y="2796"/>
                  <a:pt x="13938" y="350"/>
                  <a:pt x="19225" y="175"/>
                </a:cubicBezTo>
                <a:cubicBezTo>
                  <a:pt x="24570" y="0"/>
                  <a:pt x="29915" y="2112"/>
                  <a:pt x="35377" y="6598"/>
                </a:cubicBezTo>
                <a:cubicBezTo>
                  <a:pt x="40839" y="11098"/>
                  <a:pt x="43970" y="15933"/>
                  <a:pt x="44887" y="21220"/>
                </a:cubicBezTo>
                <a:cubicBezTo>
                  <a:pt x="45732" y="26463"/>
                  <a:pt x="44203" y="31459"/>
                  <a:pt x="40329" y="36178"/>
                </a:cubicBezTo>
                <a:cubicBezTo>
                  <a:pt x="36411" y="40970"/>
                  <a:pt x="31794" y="43460"/>
                  <a:pt x="26449" y="43577"/>
                </a:cubicBezTo>
                <a:cubicBezTo>
                  <a:pt x="21162" y="43751"/>
                  <a:pt x="15759" y="41596"/>
                  <a:pt x="10355" y="37096"/>
                </a:cubicBezTo>
                <a:cubicBezTo>
                  <a:pt x="4894" y="32653"/>
                  <a:pt x="1704" y="27760"/>
                  <a:pt x="845" y="22531"/>
                </a:cubicBezTo>
                <a:cubicBezTo>
                  <a:pt x="0" y="17302"/>
                  <a:pt x="1529" y="12292"/>
                  <a:pt x="5403" y="7573"/>
                </a:cubicBezTo>
                <a:close/>
                <a:moveTo>
                  <a:pt x="5403" y="75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7DA51-52F9-4785-AB3D-E95E0868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561" y="5690785"/>
            <a:ext cx="49548" cy="47218"/>
          </a:xfrm>
          <a:custGeom xmlns:a="http://schemas.openxmlformats.org/drawingml/2006/main">
            <a:pathLst>
              <a:path w="49548" h="47218">
                <a:moveTo>
                  <a:pt x="0" y="32362"/>
                </a:moveTo>
                <a:lnTo>
                  <a:pt x="4719" y="26565"/>
                </a:lnTo>
                <a:lnTo>
                  <a:pt x="41188" y="39076"/>
                </a:lnTo>
                <a:lnTo>
                  <a:pt x="21788" y="5797"/>
                </a:lnTo>
                <a:lnTo>
                  <a:pt x="26565" y="0"/>
                </a:lnTo>
                <a:lnTo>
                  <a:pt x="49548" y="39761"/>
                </a:lnTo>
                <a:lnTo>
                  <a:pt x="43460" y="47218"/>
                </a:lnTo>
                <a:lnTo>
                  <a:pt x="0" y="32362"/>
                </a:lnTo>
                <a:close/>
                <a:moveTo>
                  <a:pt x="0" y="323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40B29-AD93-4F0F-BFF8-677678AE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25" y="5661365"/>
            <a:ext cx="48922" cy="44378"/>
          </a:xfrm>
          <a:custGeom xmlns:a="http://schemas.openxmlformats.org/drawingml/2006/main">
            <a:pathLst>
              <a:path w="48922" h="44378">
                <a:moveTo>
                  <a:pt x="33673" y="5971"/>
                </a:moveTo>
                <a:lnTo>
                  <a:pt x="36353" y="8185"/>
                </a:lnTo>
                <a:lnTo>
                  <a:pt x="15759" y="33280"/>
                </a:lnTo>
                <a:cubicBezTo>
                  <a:pt x="19676" y="36120"/>
                  <a:pt x="23492" y="37372"/>
                  <a:pt x="27133" y="36921"/>
                </a:cubicBezTo>
                <a:cubicBezTo>
                  <a:pt x="30775" y="36527"/>
                  <a:pt x="34081" y="34532"/>
                  <a:pt x="37037" y="30891"/>
                </a:cubicBezTo>
                <a:cubicBezTo>
                  <a:pt x="38741" y="28794"/>
                  <a:pt x="40169" y="26565"/>
                  <a:pt x="41305" y="24177"/>
                </a:cubicBezTo>
                <a:cubicBezTo>
                  <a:pt x="42382" y="21788"/>
                  <a:pt x="43242" y="19167"/>
                  <a:pt x="43810" y="16385"/>
                </a:cubicBezTo>
                <a:lnTo>
                  <a:pt x="48922" y="20652"/>
                </a:lnTo>
                <a:cubicBezTo>
                  <a:pt x="48179" y="23274"/>
                  <a:pt x="47160" y="25823"/>
                  <a:pt x="45907" y="28226"/>
                </a:cubicBezTo>
                <a:cubicBezTo>
                  <a:pt x="44654" y="30658"/>
                  <a:pt x="43125" y="32945"/>
                  <a:pt x="41421" y="35042"/>
                </a:cubicBezTo>
                <a:cubicBezTo>
                  <a:pt x="37037" y="40343"/>
                  <a:pt x="32027" y="43300"/>
                  <a:pt x="26449" y="43810"/>
                </a:cubicBezTo>
                <a:cubicBezTo>
                  <a:pt x="20813" y="44378"/>
                  <a:pt x="15351" y="42499"/>
                  <a:pt x="10064" y="38173"/>
                </a:cubicBezTo>
                <a:cubicBezTo>
                  <a:pt x="4661" y="33731"/>
                  <a:pt x="1529" y="28677"/>
                  <a:pt x="743" y="23157"/>
                </a:cubicBezTo>
                <a:cubicBezTo>
                  <a:pt x="0" y="17579"/>
                  <a:pt x="1646" y="12292"/>
                  <a:pt x="5738" y="7340"/>
                </a:cubicBezTo>
                <a:cubicBezTo>
                  <a:pt x="9379" y="2840"/>
                  <a:pt x="13763" y="510"/>
                  <a:pt x="18774" y="291"/>
                </a:cubicBezTo>
                <a:cubicBezTo>
                  <a:pt x="23784" y="0"/>
                  <a:pt x="28721" y="1937"/>
                  <a:pt x="33673" y="5971"/>
                </a:cubicBezTo>
                <a:close/>
                <a:moveTo>
                  <a:pt x="27585" y="10122"/>
                </a:moveTo>
                <a:cubicBezTo>
                  <a:pt x="24570" y="7734"/>
                  <a:pt x="21497" y="6598"/>
                  <a:pt x="18424" y="6772"/>
                </a:cubicBezTo>
                <a:cubicBezTo>
                  <a:pt x="15307" y="6947"/>
                  <a:pt x="12627" y="8360"/>
                  <a:pt x="10414" y="11040"/>
                </a:cubicBezTo>
                <a:cubicBezTo>
                  <a:pt x="7908" y="14113"/>
                  <a:pt x="6772" y="17244"/>
                  <a:pt x="6991" y="20478"/>
                </a:cubicBezTo>
                <a:cubicBezTo>
                  <a:pt x="7224" y="23725"/>
                  <a:pt x="8753" y="26798"/>
                  <a:pt x="11666" y="29639"/>
                </a:cubicBezTo>
                <a:lnTo>
                  <a:pt x="27585" y="10122"/>
                </a:lnTo>
                <a:close/>
                <a:moveTo>
                  <a:pt x="27585" y="10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9234D-6ABD-49F7-BEAF-031AB68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73" y="5626207"/>
            <a:ext cx="37722" cy="47160"/>
          </a:xfrm>
          <a:custGeom xmlns:a="http://schemas.openxmlformats.org/drawingml/2006/main">
            <a:pathLst>
              <a:path w="37722" h="47160">
                <a:moveTo>
                  <a:pt x="21060" y="4602"/>
                </a:moveTo>
                <a:cubicBezTo>
                  <a:pt x="20201" y="4894"/>
                  <a:pt x="19414" y="5345"/>
                  <a:pt x="18672" y="5971"/>
                </a:cubicBezTo>
                <a:cubicBezTo>
                  <a:pt x="17871" y="6539"/>
                  <a:pt x="17128" y="7282"/>
                  <a:pt x="16443" y="8141"/>
                </a:cubicBezTo>
                <a:cubicBezTo>
                  <a:pt x="13894" y="11200"/>
                  <a:pt x="12977" y="14390"/>
                  <a:pt x="13603" y="17696"/>
                </a:cubicBezTo>
                <a:cubicBezTo>
                  <a:pt x="14229" y="20987"/>
                  <a:pt x="16443" y="24235"/>
                  <a:pt x="20201" y="27308"/>
                </a:cubicBezTo>
                <a:lnTo>
                  <a:pt x="37722" y="41698"/>
                </a:lnTo>
                <a:lnTo>
                  <a:pt x="33236" y="47160"/>
                </a:lnTo>
                <a:lnTo>
                  <a:pt x="0" y="19851"/>
                </a:lnTo>
                <a:lnTo>
                  <a:pt x="4500" y="14390"/>
                </a:lnTo>
                <a:lnTo>
                  <a:pt x="9685" y="18599"/>
                </a:lnTo>
                <a:cubicBezTo>
                  <a:pt x="8593" y="15817"/>
                  <a:pt x="8316" y="13079"/>
                  <a:pt x="8826" y="10472"/>
                </a:cubicBezTo>
                <a:cubicBezTo>
                  <a:pt x="9394" y="7792"/>
                  <a:pt x="10763" y="5170"/>
                  <a:pt x="12919" y="2563"/>
                </a:cubicBezTo>
                <a:cubicBezTo>
                  <a:pt x="13210" y="2156"/>
                  <a:pt x="13545" y="1762"/>
                  <a:pt x="13996" y="1369"/>
                </a:cubicBezTo>
                <a:cubicBezTo>
                  <a:pt x="14404" y="903"/>
                  <a:pt x="14914" y="510"/>
                  <a:pt x="15424" y="0"/>
                </a:cubicBezTo>
                <a:lnTo>
                  <a:pt x="21060" y="4602"/>
                </a:lnTo>
                <a:close/>
                <a:moveTo>
                  <a:pt x="21060" y="46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88C86-597B-4CDE-81C0-2AC250D7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350" y="5592476"/>
            <a:ext cx="54951" cy="67011"/>
          </a:xfrm>
          <a:custGeom xmlns:a="http://schemas.openxmlformats.org/drawingml/2006/main">
            <a:pathLst>
              <a:path w="54951" h="67011">
                <a:moveTo>
                  <a:pt x="50859" y="44421"/>
                </a:moveTo>
                <a:cubicBezTo>
                  <a:pt x="53582" y="49199"/>
                  <a:pt x="54893" y="52840"/>
                  <a:pt x="54893" y="55286"/>
                </a:cubicBezTo>
                <a:cubicBezTo>
                  <a:pt x="54951" y="57733"/>
                  <a:pt x="53932" y="60180"/>
                  <a:pt x="51937" y="62627"/>
                </a:cubicBezTo>
                <a:lnTo>
                  <a:pt x="48296" y="67011"/>
                </a:lnTo>
                <a:lnTo>
                  <a:pt x="43751" y="63253"/>
                </a:lnTo>
                <a:lnTo>
                  <a:pt x="46417" y="60078"/>
                </a:lnTo>
                <a:cubicBezTo>
                  <a:pt x="47611" y="58534"/>
                  <a:pt x="48237" y="57107"/>
                  <a:pt x="48179" y="55694"/>
                </a:cubicBezTo>
                <a:cubicBezTo>
                  <a:pt x="48179" y="54267"/>
                  <a:pt x="47218" y="51937"/>
                  <a:pt x="45397" y="48747"/>
                </a:cubicBezTo>
                <a:lnTo>
                  <a:pt x="43751" y="45732"/>
                </a:lnTo>
                <a:lnTo>
                  <a:pt x="0" y="32304"/>
                </a:lnTo>
                <a:lnTo>
                  <a:pt x="4719" y="26565"/>
                </a:lnTo>
                <a:lnTo>
                  <a:pt x="39251" y="37489"/>
                </a:lnTo>
                <a:lnTo>
                  <a:pt x="21788" y="5738"/>
                </a:lnTo>
                <a:lnTo>
                  <a:pt x="26565" y="0"/>
                </a:lnTo>
                <a:lnTo>
                  <a:pt x="50859" y="44421"/>
                </a:lnTo>
                <a:close/>
                <a:moveTo>
                  <a:pt x="50859" y="444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5AF5E-409D-4EBD-837B-F9C2DDB5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287" y="5607652"/>
            <a:ext cx="12686" cy="12467"/>
          </a:xfrm>
          <a:custGeom xmlns:a="http://schemas.openxmlformats.org/drawingml/2006/main">
            <a:pathLst>
              <a:path w="12686" h="12467">
                <a:moveTo>
                  <a:pt x="0" y="6263"/>
                </a:moveTo>
                <a:lnTo>
                  <a:pt x="5185" y="0"/>
                </a:lnTo>
                <a:lnTo>
                  <a:pt x="12686" y="6204"/>
                </a:lnTo>
                <a:lnTo>
                  <a:pt x="7573" y="12467"/>
                </a:lnTo>
                <a:lnTo>
                  <a:pt x="0" y="6263"/>
                </a:lnTo>
                <a:close/>
                <a:moveTo>
                  <a:pt x="0" y="62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7B32B-92F4-4FD1-9025-A134DF0E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344" y="5546729"/>
            <a:ext cx="63777" cy="60078"/>
          </a:xfrm>
          <a:custGeom xmlns:a="http://schemas.openxmlformats.org/drawingml/2006/main">
            <a:pathLst>
              <a:path w="63777" h="60078">
                <a:moveTo>
                  <a:pt x="8695" y="8243"/>
                </a:moveTo>
                <a:lnTo>
                  <a:pt x="24060" y="34474"/>
                </a:lnTo>
                <a:lnTo>
                  <a:pt x="37489" y="18205"/>
                </a:lnTo>
                <a:lnTo>
                  <a:pt x="8695" y="8243"/>
                </a:lnTo>
                <a:close/>
                <a:moveTo>
                  <a:pt x="0" y="6772"/>
                </a:moveTo>
                <a:lnTo>
                  <a:pt x="5636" y="0"/>
                </a:lnTo>
                <a:lnTo>
                  <a:pt x="63777" y="19516"/>
                </a:lnTo>
                <a:lnTo>
                  <a:pt x="58651" y="25721"/>
                </a:lnTo>
                <a:lnTo>
                  <a:pt x="43970" y="20419"/>
                </a:lnTo>
                <a:lnTo>
                  <a:pt x="27585" y="40387"/>
                </a:lnTo>
                <a:lnTo>
                  <a:pt x="35610" y="53757"/>
                </a:lnTo>
                <a:lnTo>
                  <a:pt x="30440" y="60078"/>
                </a:lnTo>
                <a:lnTo>
                  <a:pt x="0" y="6772"/>
                </a:lnTo>
                <a:close/>
                <a:moveTo>
                  <a:pt x="0" y="67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37627-275E-43A9-A3AF-2208D0D2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31" y="5497967"/>
            <a:ext cx="58083" cy="61957"/>
          </a:xfrm>
          <a:custGeom xmlns:a="http://schemas.openxmlformats.org/drawingml/2006/main">
            <a:pathLst>
              <a:path w="58083" h="61957">
                <a:moveTo>
                  <a:pt x="18890" y="0"/>
                </a:moveTo>
                <a:lnTo>
                  <a:pt x="24745" y="4835"/>
                </a:lnTo>
                <a:cubicBezTo>
                  <a:pt x="21788" y="6204"/>
                  <a:pt x="19225" y="7690"/>
                  <a:pt x="17011" y="9278"/>
                </a:cubicBezTo>
                <a:cubicBezTo>
                  <a:pt x="14783" y="10865"/>
                  <a:pt x="12962" y="12584"/>
                  <a:pt x="11375" y="14448"/>
                </a:cubicBezTo>
                <a:cubicBezTo>
                  <a:pt x="8695" y="17696"/>
                  <a:pt x="7282" y="20769"/>
                  <a:pt x="7107" y="23551"/>
                </a:cubicBezTo>
                <a:cubicBezTo>
                  <a:pt x="6874" y="26405"/>
                  <a:pt x="7967" y="28736"/>
                  <a:pt x="10297" y="30673"/>
                </a:cubicBezTo>
                <a:cubicBezTo>
                  <a:pt x="12278" y="32260"/>
                  <a:pt x="14215" y="32886"/>
                  <a:pt x="16210" y="32551"/>
                </a:cubicBezTo>
                <a:cubicBezTo>
                  <a:pt x="18147" y="32202"/>
                  <a:pt x="20813" y="30614"/>
                  <a:pt x="24119" y="27818"/>
                </a:cubicBezTo>
                <a:lnTo>
                  <a:pt x="27818" y="24803"/>
                </a:lnTo>
                <a:cubicBezTo>
                  <a:pt x="32362" y="21060"/>
                  <a:pt x="36571" y="19007"/>
                  <a:pt x="40445" y="18613"/>
                </a:cubicBezTo>
                <a:cubicBezTo>
                  <a:pt x="44378" y="18264"/>
                  <a:pt x="48062" y="19575"/>
                  <a:pt x="51704" y="22531"/>
                </a:cubicBezTo>
                <a:cubicBezTo>
                  <a:pt x="55971" y="26056"/>
                  <a:pt x="58083" y="30163"/>
                  <a:pt x="57908" y="34882"/>
                </a:cubicBezTo>
                <a:cubicBezTo>
                  <a:pt x="57748" y="39542"/>
                  <a:pt x="55403" y="44669"/>
                  <a:pt x="50859" y="50233"/>
                </a:cubicBezTo>
                <a:cubicBezTo>
                  <a:pt x="49155" y="52344"/>
                  <a:pt x="47043" y="54398"/>
                  <a:pt x="44654" y="56321"/>
                </a:cubicBezTo>
                <a:cubicBezTo>
                  <a:pt x="42208" y="58316"/>
                  <a:pt x="39484" y="60195"/>
                  <a:pt x="36527" y="61957"/>
                </a:cubicBezTo>
                <a:lnTo>
                  <a:pt x="30323" y="56903"/>
                </a:lnTo>
                <a:cubicBezTo>
                  <a:pt x="33673" y="55592"/>
                  <a:pt x="36688" y="54048"/>
                  <a:pt x="39309" y="52286"/>
                </a:cubicBezTo>
                <a:cubicBezTo>
                  <a:pt x="41873" y="50524"/>
                  <a:pt x="44145" y="48470"/>
                  <a:pt x="45965" y="46257"/>
                </a:cubicBezTo>
                <a:cubicBezTo>
                  <a:pt x="48805" y="42848"/>
                  <a:pt x="50291" y="39659"/>
                  <a:pt x="50466" y="36644"/>
                </a:cubicBezTo>
                <a:cubicBezTo>
                  <a:pt x="50626" y="33687"/>
                  <a:pt x="49490" y="31182"/>
                  <a:pt x="46985" y="29129"/>
                </a:cubicBezTo>
                <a:cubicBezTo>
                  <a:pt x="44829" y="27366"/>
                  <a:pt x="42557" y="26624"/>
                  <a:pt x="40271" y="26973"/>
                </a:cubicBezTo>
                <a:cubicBezTo>
                  <a:pt x="37940" y="27250"/>
                  <a:pt x="35217" y="28736"/>
                  <a:pt x="32085" y="31241"/>
                </a:cubicBezTo>
                <a:lnTo>
                  <a:pt x="28386" y="34314"/>
                </a:lnTo>
                <a:cubicBezTo>
                  <a:pt x="23827" y="38071"/>
                  <a:pt x="19793" y="40169"/>
                  <a:pt x="16210" y="40620"/>
                </a:cubicBezTo>
                <a:cubicBezTo>
                  <a:pt x="12686" y="41028"/>
                  <a:pt x="9219" y="39892"/>
                  <a:pt x="5855" y="37096"/>
                </a:cubicBezTo>
                <a:cubicBezTo>
                  <a:pt x="1937" y="33848"/>
                  <a:pt x="0" y="29930"/>
                  <a:pt x="0" y="25327"/>
                </a:cubicBezTo>
                <a:cubicBezTo>
                  <a:pt x="0" y="20711"/>
                  <a:pt x="1981" y="15992"/>
                  <a:pt x="5971" y="11156"/>
                </a:cubicBezTo>
                <a:cubicBezTo>
                  <a:pt x="7675" y="9044"/>
                  <a:pt x="9612" y="7122"/>
                  <a:pt x="11768" y="5243"/>
                </a:cubicBezTo>
                <a:cubicBezTo>
                  <a:pt x="13938" y="3423"/>
                  <a:pt x="16268" y="1660"/>
                  <a:pt x="18890" y="0"/>
                </a:cubicBezTo>
                <a:close/>
                <a:moveTo>
                  <a:pt x="1889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7CF8A-1592-4CA8-AD45-AD58800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839" y="5478800"/>
            <a:ext cx="66953" cy="42382"/>
          </a:xfrm>
          <a:custGeom xmlns:a="http://schemas.openxmlformats.org/drawingml/2006/main">
            <a:pathLst>
              <a:path w="66953" h="42382">
                <a:moveTo>
                  <a:pt x="0" y="5971"/>
                </a:moveTo>
                <a:lnTo>
                  <a:pt x="4894" y="0"/>
                </a:lnTo>
                <a:lnTo>
                  <a:pt x="44203" y="32260"/>
                </a:lnTo>
                <a:lnTo>
                  <a:pt x="61899" y="10690"/>
                </a:lnTo>
                <a:lnTo>
                  <a:pt x="66953" y="14841"/>
                </a:lnTo>
                <a:lnTo>
                  <a:pt x="44319" y="42382"/>
                </a:lnTo>
                <a:lnTo>
                  <a:pt x="0" y="5971"/>
                </a:lnTo>
                <a:close/>
                <a:moveTo>
                  <a:pt x="0" y="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DA4EA-BE40-4CE2-895F-8CCE3826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657" y="5422931"/>
            <a:ext cx="67754" cy="64404"/>
          </a:xfrm>
          <a:custGeom xmlns:a="http://schemas.openxmlformats.org/drawingml/2006/main">
            <a:pathLst>
              <a:path w="67754" h="64404">
                <a:moveTo>
                  <a:pt x="0" y="27993"/>
                </a:moveTo>
                <a:lnTo>
                  <a:pt x="22983" y="0"/>
                </a:lnTo>
                <a:lnTo>
                  <a:pt x="28051" y="4151"/>
                </a:lnTo>
                <a:lnTo>
                  <a:pt x="9947" y="26172"/>
                </a:lnTo>
                <a:lnTo>
                  <a:pt x="23099" y="36921"/>
                </a:lnTo>
                <a:lnTo>
                  <a:pt x="40387" y="15817"/>
                </a:lnTo>
                <a:lnTo>
                  <a:pt x="45455" y="19968"/>
                </a:lnTo>
                <a:lnTo>
                  <a:pt x="28109" y="41072"/>
                </a:lnTo>
                <a:lnTo>
                  <a:pt x="44145" y="54267"/>
                </a:lnTo>
                <a:lnTo>
                  <a:pt x="62700" y="31692"/>
                </a:lnTo>
                <a:lnTo>
                  <a:pt x="67754" y="35843"/>
                </a:lnTo>
                <a:lnTo>
                  <a:pt x="44319" y="64404"/>
                </a:lnTo>
                <a:lnTo>
                  <a:pt x="0" y="27993"/>
                </a:lnTo>
                <a:close/>
                <a:moveTo>
                  <a:pt x="0" y="279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846B3-879D-423A-A39A-FE5B8EB0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709" y="5394254"/>
            <a:ext cx="58767" cy="58884"/>
          </a:xfrm>
          <a:custGeom xmlns:a="http://schemas.openxmlformats.org/drawingml/2006/main">
            <a:pathLst>
              <a:path w="58767" h="58884">
                <a:moveTo>
                  <a:pt x="25036" y="0"/>
                </a:moveTo>
                <a:lnTo>
                  <a:pt x="31343" y="25269"/>
                </a:lnTo>
                <a:lnTo>
                  <a:pt x="58767" y="26682"/>
                </a:lnTo>
                <a:lnTo>
                  <a:pt x="53539" y="33119"/>
                </a:lnTo>
                <a:lnTo>
                  <a:pt x="32479" y="32027"/>
                </a:lnTo>
                <a:lnTo>
                  <a:pt x="37605" y="52461"/>
                </a:lnTo>
                <a:lnTo>
                  <a:pt x="32318" y="58884"/>
                </a:lnTo>
                <a:lnTo>
                  <a:pt x="25546" y="31692"/>
                </a:lnTo>
                <a:lnTo>
                  <a:pt x="0" y="30498"/>
                </a:lnTo>
                <a:lnTo>
                  <a:pt x="5287" y="24060"/>
                </a:lnTo>
                <a:lnTo>
                  <a:pt x="24352" y="24978"/>
                </a:lnTo>
                <a:lnTo>
                  <a:pt x="19735" y="6437"/>
                </a:lnTo>
                <a:lnTo>
                  <a:pt x="25036" y="0"/>
                </a:lnTo>
                <a:close/>
                <a:moveTo>
                  <a:pt x="250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89EA7-1ED4-4322-BCF5-FEC49452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460" y="5363363"/>
            <a:ext cx="51704" cy="60428"/>
          </a:xfrm>
          <a:custGeom xmlns:a="http://schemas.openxmlformats.org/drawingml/2006/main">
            <a:pathLst>
              <a:path w="51704" h="60428">
                <a:moveTo>
                  <a:pt x="32770" y="40445"/>
                </a:moveTo>
                <a:lnTo>
                  <a:pt x="50349" y="54951"/>
                </a:lnTo>
                <a:lnTo>
                  <a:pt x="45849" y="60428"/>
                </a:lnTo>
                <a:lnTo>
                  <a:pt x="0" y="22764"/>
                </a:lnTo>
                <a:lnTo>
                  <a:pt x="4486" y="17244"/>
                </a:lnTo>
                <a:lnTo>
                  <a:pt x="9554" y="21395"/>
                </a:lnTo>
                <a:cubicBezTo>
                  <a:pt x="8520" y="18599"/>
                  <a:pt x="8243" y="15992"/>
                  <a:pt x="8695" y="13428"/>
                </a:cubicBezTo>
                <a:cubicBezTo>
                  <a:pt x="9205" y="10923"/>
                  <a:pt x="10399" y="8418"/>
                  <a:pt x="12394" y="5971"/>
                </a:cubicBezTo>
                <a:cubicBezTo>
                  <a:pt x="15759" y="1937"/>
                  <a:pt x="20026" y="0"/>
                  <a:pt x="25313" y="117"/>
                </a:cubicBezTo>
                <a:cubicBezTo>
                  <a:pt x="30600" y="175"/>
                  <a:pt x="35843" y="2389"/>
                  <a:pt x="41072" y="6714"/>
                </a:cubicBezTo>
                <a:cubicBezTo>
                  <a:pt x="46300" y="10982"/>
                  <a:pt x="49432" y="15700"/>
                  <a:pt x="50568" y="20885"/>
                </a:cubicBezTo>
                <a:cubicBezTo>
                  <a:pt x="51704" y="25997"/>
                  <a:pt x="50626" y="30614"/>
                  <a:pt x="47334" y="34649"/>
                </a:cubicBezTo>
                <a:cubicBezTo>
                  <a:pt x="45339" y="37096"/>
                  <a:pt x="43125" y="38800"/>
                  <a:pt x="40722" y="39775"/>
                </a:cubicBezTo>
                <a:cubicBezTo>
                  <a:pt x="38333" y="40678"/>
                  <a:pt x="35668" y="40970"/>
                  <a:pt x="32770" y="40445"/>
                </a:cubicBezTo>
                <a:close/>
                <a:moveTo>
                  <a:pt x="36411" y="12351"/>
                </a:moveTo>
                <a:cubicBezTo>
                  <a:pt x="32362" y="9044"/>
                  <a:pt x="28561" y="7282"/>
                  <a:pt x="24920" y="7049"/>
                </a:cubicBezTo>
                <a:cubicBezTo>
                  <a:pt x="21279" y="6831"/>
                  <a:pt x="18249" y="8200"/>
                  <a:pt x="15861" y="11040"/>
                </a:cubicBezTo>
                <a:cubicBezTo>
                  <a:pt x="13530" y="13938"/>
                  <a:pt x="12788" y="17186"/>
                  <a:pt x="13705" y="20711"/>
                </a:cubicBezTo>
                <a:cubicBezTo>
                  <a:pt x="14666" y="24235"/>
                  <a:pt x="17113" y="27658"/>
                  <a:pt x="21162" y="30949"/>
                </a:cubicBezTo>
                <a:cubicBezTo>
                  <a:pt x="25138" y="34255"/>
                  <a:pt x="28954" y="36018"/>
                  <a:pt x="32595" y="36236"/>
                </a:cubicBezTo>
                <a:cubicBezTo>
                  <a:pt x="36236" y="36469"/>
                  <a:pt x="39251" y="35100"/>
                  <a:pt x="41640" y="32202"/>
                </a:cubicBezTo>
                <a:cubicBezTo>
                  <a:pt x="44028" y="29362"/>
                  <a:pt x="44713" y="26114"/>
                  <a:pt x="43795" y="22589"/>
                </a:cubicBezTo>
                <a:cubicBezTo>
                  <a:pt x="42892" y="19065"/>
                  <a:pt x="40387" y="15642"/>
                  <a:pt x="36411" y="12351"/>
                </a:cubicBezTo>
                <a:close/>
                <a:moveTo>
                  <a:pt x="36411" y="123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EDDBA-877F-4F90-B7C1-56A1883F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137" y="5324797"/>
            <a:ext cx="51718" cy="60413"/>
          </a:xfrm>
          <a:custGeom xmlns:a="http://schemas.openxmlformats.org/drawingml/2006/main">
            <a:pathLst>
              <a:path w="51718" h="60413">
                <a:moveTo>
                  <a:pt x="32770" y="40445"/>
                </a:moveTo>
                <a:lnTo>
                  <a:pt x="50349" y="54951"/>
                </a:lnTo>
                <a:lnTo>
                  <a:pt x="45863" y="60413"/>
                </a:lnTo>
                <a:lnTo>
                  <a:pt x="0" y="22750"/>
                </a:lnTo>
                <a:lnTo>
                  <a:pt x="4500" y="17230"/>
                </a:lnTo>
                <a:lnTo>
                  <a:pt x="9569" y="21381"/>
                </a:lnTo>
                <a:cubicBezTo>
                  <a:pt x="8535" y="18599"/>
                  <a:pt x="8258" y="15977"/>
                  <a:pt x="8710" y="13414"/>
                </a:cubicBezTo>
                <a:cubicBezTo>
                  <a:pt x="9219" y="10923"/>
                  <a:pt x="10414" y="8418"/>
                  <a:pt x="12409" y="5971"/>
                </a:cubicBezTo>
                <a:cubicBezTo>
                  <a:pt x="15759" y="1922"/>
                  <a:pt x="20026" y="0"/>
                  <a:pt x="25327" y="102"/>
                </a:cubicBezTo>
                <a:cubicBezTo>
                  <a:pt x="30614" y="160"/>
                  <a:pt x="35843" y="2389"/>
                  <a:pt x="41086" y="6656"/>
                </a:cubicBezTo>
                <a:cubicBezTo>
                  <a:pt x="46315" y="10982"/>
                  <a:pt x="49446" y="15700"/>
                  <a:pt x="50582" y="20871"/>
                </a:cubicBezTo>
                <a:cubicBezTo>
                  <a:pt x="51718" y="25997"/>
                  <a:pt x="50640" y="30600"/>
                  <a:pt x="47334" y="34649"/>
                </a:cubicBezTo>
                <a:cubicBezTo>
                  <a:pt x="45354" y="37096"/>
                  <a:pt x="43125" y="38800"/>
                  <a:pt x="40737" y="39703"/>
                </a:cubicBezTo>
                <a:cubicBezTo>
                  <a:pt x="38348" y="40678"/>
                  <a:pt x="35683" y="40955"/>
                  <a:pt x="32770" y="40445"/>
                </a:cubicBezTo>
                <a:close/>
                <a:moveTo>
                  <a:pt x="36411" y="12336"/>
                </a:moveTo>
                <a:cubicBezTo>
                  <a:pt x="32377" y="9044"/>
                  <a:pt x="28561" y="7282"/>
                  <a:pt x="24920" y="7049"/>
                </a:cubicBezTo>
                <a:cubicBezTo>
                  <a:pt x="21279" y="6816"/>
                  <a:pt x="18264" y="8185"/>
                  <a:pt x="15933" y="11025"/>
                </a:cubicBezTo>
                <a:cubicBezTo>
                  <a:pt x="13545" y="13938"/>
                  <a:pt x="12802" y="17171"/>
                  <a:pt x="13720" y="20696"/>
                </a:cubicBezTo>
                <a:cubicBezTo>
                  <a:pt x="14681" y="24235"/>
                  <a:pt x="17128" y="27643"/>
                  <a:pt x="21162" y="30949"/>
                </a:cubicBezTo>
                <a:cubicBezTo>
                  <a:pt x="25153" y="34241"/>
                  <a:pt x="28969" y="36003"/>
                  <a:pt x="32610" y="36236"/>
                </a:cubicBezTo>
                <a:cubicBezTo>
                  <a:pt x="36251" y="36469"/>
                  <a:pt x="39266" y="35100"/>
                  <a:pt x="41654" y="32202"/>
                </a:cubicBezTo>
                <a:cubicBezTo>
                  <a:pt x="44043" y="29347"/>
                  <a:pt x="44786" y="26114"/>
                  <a:pt x="43810" y="22575"/>
                </a:cubicBezTo>
                <a:cubicBezTo>
                  <a:pt x="42907" y="19050"/>
                  <a:pt x="40402" y="15642"/>
                  <a:pt x="36411" y="12336"/>
                </a:cubicBezTo>
                <a:close/>
                <a:moveTo>
                  <a:pt x="36411" y="123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37660-1D34-4D92-B1A7-5DF2DB03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8898" y="5286900"/>
            <a:ext cx="48922" cy="44378"/>
          </a:xfrm>
          <a:custGeom xmlns:a="http://schemas.openxmlformats.org/drawingml/2006/main">
            <a:pathLst>
              <a:path w="48922" h="44378">
                <a:moveTo>
                  <a:pt x="33673" y="5971"/>
                </a:moveTo>
                <a:lnTo>
                  <a:pt x="36353" y="8141"/>
                </a:lnTo>
                <a:lnTo>
                  <a:pt x="15759" y="33221"/>
                </a:lnTo>
                <a:cubicBezTo>
                  <a:pt x="19676" y="36134"/>
                  <a:pt x="23492" y="37329"/>
                  <a:pt x="27133" y="36921"/>
                </a:cubicBezTo>
                <a:cubicBezTo>
                  <a:pt x="30775" y="36527"/>
                  <a:pt x="34081" y="34474"/>
                  <a:pt x="37037" y="30891"/>
                </a:cubicBezTo>
                <a:cubicBezTo>
                  <a:pt x="38741" y="28794"/>
                  <a:pt x="40169" y="26507"/>
                  <a:pt x="41305" y="24119"/>
                </a:cubicBezTo>
                <a:cubicBezTo>
                  <a:pt x="42382" y="21730"/>
                  <a:pt x="43242" y="19167"/>
                  <a:pt x="43810" y="16385"/>
                </a:cubicBezTo>
                <a:lnTo>
                  <a:pt x="48922" y="20594"/>
                </a:lnTo>
                <a:cubicBezTo>
                  <a:pt x="48179" y="23274"/>
                  <a:pt x="47160" y="25779"/>
                  <a:pt x="45907" y="28226"/>
                </a:cubicBezTo>
                <a:cubicBezTo>
                  <a:pt x="44654" y="30614"/>
                  <a:pt x="43125" y="32886"/>
                  <a:pt x="41421" y="34984"/>
                </a:cubicBezTo>
                <a:cubicBezTo>
                  <a:pt x="37037" y="40285"/>
                  <a:pt x="32085" y="43242"/>
                  <a:pt x="26449" y="43810"/>
                </a:cubicBezTo>
                <a:cubicBezTo>
                  <a:pt x="20813" y="44378"/>
                  <a:pt x="15351" y="42499"/>
                  <a:pt x="10064" y="38115"/>
                </a:cubicBezTo>
                <a:cubicBezTo>
                  <a:pt x="4661" y="33687"/>
                  <a:pt x="1529" y="28677"/>
                  <a:pt x="743" y="23099"/>
                </a:cubicBezTo>
                <a:cubicBezTo>
                  <a:pt x="0" y="17521"/>
                  <a:pt x="1646" y="12292"/>
                  <a:pt x="5738" y="7282"/>
                </a:cubicBezTo>
                <a:cubicBezTo>
                  <a:pt x="9379" y="2782"/>
                  <a:pt x="13763" y="451"/>
                  <a:pt x="18774" y="233"/>
                </a:cubicBezTo>
                <a:cubicBezTo>
                  <a:pt x="23784" y="0"/>
                  <a:pt x="28779" y="1879"/>
                  <a:pt x="33673" y="5971"/>
                </a:cubicBezTo>
                <a:close/>
                <a:moveTo>
                  <a:pt x="27585" y="10064"/>
                </a:moveTo>
                <a:cubicBezTo>
                  <a:pt x="24570" y="7675"/>
                  <a:pt x="21555" y="6539"/>
                  <a:pt x="18424" y="6714"/>
                </a:cubicBezTo>
                <a:cubicBezTo>
                  <a:pt x="15307" y="6889"/>
                  <a:pt x="12627" y="8302"/>
                  <a:pt x="10414" y="11040"/>
                </a:cubicBezTo>
                <a:cubicBezTo>
                  <a:pt x="7908" y="14055"/>
                  <a:pt x="6772" y="17244"/>
                  <a:pt x="6991" y="20478"/>
                </a:cubicBezTo>
                <a:cubicBezTo>
                  <a:pt x="7224" y="23725"/>
                  <a:pt x="8753" y="26740"/>
                  <a:pt x="11666" y="29580"/>
                </a:cubicBezTo>
                <a:lnTo>
                  <a:pt x="27585" y="10064"/>
                </a:lnTo>
                <a:close/>
                <a:moveTo>
                  <a:pt x="27585" y="100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31812-A742-4ACE-A52B-4AD20FAA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560" y="5251742"/>
            <a:ext cx="37707" cy="47160"/>
          </a:xfrm>
          <a:custGeom xmlns:a="http://schemas.openxmlformats.org/drawingml/2006/main">
            <a:pathLst>
              <a:path w="37707" h="47160">
                <a:moveTo>
                  <a:pt x="21046" y="4559"/>
                </a:moveTo>
                <a:cubicBezTo>
                  <a:pt x="20186" y="4894"/>
                  <a:pt x="19400" y="5345"/>
                  <a:pt x="18657" y="5913"/>
                </a:cubicBezTo>
                <a:cubicBezTo>
                  <a:pt x="17856" y="6481"/>
                  <a:pt x="17113" y="7224"/>
                  <a:pt x="16429" y="8083"/>
                </a:cubicBezTo>
                <a:cubicBezTo>
                  <a:pt x="13880" y="11215"/>
                  <a:pt x="12962" y="14390"/>
                  <a:pt x="13589" y="17696"/>
                </a:cubicBezTo>
                <a:cubicBezTo>
                  <a:pt x="14273" y="20987"/>
                  <a:pt x="16429" y="24177"/>
                  <a:pt x="20186" y="27250"/>
                </a:cubicBezTo>
                <a:lnTo>
                  <a:pt x="37707" y="41640"/>
                </a:lnTo>
                <a:lnTo>
                  <a:pt x="33221" y="47160"/>
                </a:lnTo>
                <a:lnTo>
                  <a:pt x="0" y="19851"/>
                </a:lnTo>
                <a:lnTo>
                  <a:pt x="4486" y="14331"/>
                </a:lnTo>
                <a:lnTo>
                  <a:pt x="9671" y="18599"/>
                </a:lnTo>
                <a:cubicBezTo>
                  <a:pt x="8578" y="15759"/>
                  <a:pt x="8302" y="13035"/>
                  <a:pt x="8870" y="10414"/>
                </a:cubicBezTo>
                <a:cubicBezTo>
                  <a:pt x="9379" y="7792"/>
                  <a:pt x="10749" y="5127"/>
                  <a:pt x="12904" y="2505"/>
                </a:cubicBezTo>
                <a:cubicBezTo>
                  <a:pt x="13195" y="2112"/>
                  <a:pt x="13530" y="1704"/>
                  <a:pt x="13982" y="1311"/>
                </a:cubicBezTo>
                <a:cubicBezTo>
                  <a:pt x="14390" y="918"/>
                  <a:pt x="14899" y="451"/>
                  <a:pt x="15467" y="0"/>
                </a:cubicBezTo>
                <a:lnTo>
                  <a:pt x="21046" y="4559"/>
                </a:lnTo>
                <a:close/>
                <a:moveTo>
                  <a:pt x="21046" y="45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6B89C-7795-40F8-A584-7E3A622B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294" y="5230288"/>
            <a:ext cx="50684" cy="43416"/>
          </a:xfrm>
          <a:custGeom xmlns:a="http://schemas.openxmlformats.org/drawingml/2006/main">
            <a:pathLst>
              <a:path w="50684" h="43416">
                <a:moveTo>
                  <a:pt x="12962" y="16108"/>
                </a:moveTo>
                <a:lnTo>
                  <a:pt x="17404" y="10647"/>
                </a:lnTo>
                <a:lnTo>
                  <a:pt x="50684" y="37955"/>
                </a:lnTo>
                <a:lnTo>
                  <a:pt x="46198" y="43416"/>
                </a:lnTo>
                <a:lnTo>
                  <a:pt x="12962" y="16108"/>
                </a:lnTo>
                <a:close/>
                <a:moveTo>
                  <a:pt x="0" y="5462"/>
                </a:moveTo>
                <a:lnTo>
                  <a:pt x="4486" y="0"/>
                </a:lnTo>
                <a:lnTo>
                  <a:pt x="11433" y="5695"/>
                </a:lnTo>
                <a:lnTo>
                  <a:pt x="6933" y="11156"/>
                </a:lnTo>
                <a:lnTo>
                  <a:pt x="0" y="5462"/>
                </a:lnTo>
                <a:close/>
                <a:moveTo>
                  <a:pt x="0" y="54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79B57-ACD1-4970-AD0B-15CF7928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918" y="5186260"/>
            <a:ext cx="73099" cy="70768"/>
          </a:xfrm>
          <a:custGeom xmlns:a="http://schemas.openxmlformats.org/drawingml/2006/main">
            <a:pathLst>
              <a:path w="73099" h="70768">
                <a:moveTo>
                  <a:pt x="27818" y="22589"/>
                </a:moveTo>
                <a:cubicBezTo>
                  <a:pt x="26507" y="19225"/>
                  <a:pt x="25997" y="16094"/>
                  <a:pt x="26391" y="13254"/>
                </a:cubicBezTo>
                <a:cubicBezTo>
                  <a:pt x="26798" y="10414"/>
                  <a:pt x="28051" y="7675"/>
                  <a:pt x="30207" y="5112"/>
                </a:cubicBezTo>
                <a:cubicBezTo>
                  <a:pt x="33047" y="1646"/>
                  <a:pt x="36411" y="0"/>
                  <a:pt x="40387" y="58"/>
                </a:cubicBezTo>
                <a:cubicBezTo>
                  <a:pt x="44378" y="175"/>
                  <a:pt x="48587" y="2097"/>
                  <a:pt x="53029" y="5738"/>
                </a:cubicBezTo>
                <a:lnTo>
                  <a:pt x="73099" y="22240"/>
                </a:lnTo>
                <a:lnTo>
                  <a:pt x="68613" y="27701"/>
                </a:lnTo>
                <a:lnTo>
                  <a:pt x="48703" y="11375"/>
                </a:lnTo>
                <a:cubicBezTo>
                  <a:pt x="45514" y="8753"/>
                  <a:pt x="42717" y="7399"/>
                  <a:pt x="40227" y="7282"/>
                </a:cubicBezTo>
                <a:cubicBezTo>
                  <a:pt x="37780" y="7107"/>
                  <a:pt x="35610" y="8185"/>
                  <a:pt x="33673" y="10530"/>
                </a:cubicBezTo>
                <a:cubicBezTo>
                  <a:pt x="31343" y="13370"/>
                  <a:pt x="30498" y="16385"/>
                  <a:pt x="31008" y="19575"/>
                </a:cubicBezTo>
                <a:cubicBezTo>
                  <a:pt x="31517" y="22750"/>
                  <a:pt x="33396" y="25662"/>
                  <a:pt x="36629" y="28328"/>
                </a:cubicBezTo>
                <a:lnTo>
                  <a:pt x="55418" y="43751"/>
                </a:lnTo>
                <a:lnTo>
                  <a:pt x="50917" y="49213"/>
                </a:lnTo>
                <a:lnTo>
                  <a:pt x="31066" y="32886"/>
                </a:lnTo>
                <a:cubicBezTo>
                  <a:pt x="27818" y="30265"/>
                  <a:pt x="25036" y="28896"/>
                  <a:pt x="22531" y="28736"/>
                </a:cubicBezTo>
                <a:cubicBezTo>
                  <a:pt x="20084" y="28619"/>
                  <a:pt x="17914" y="29755"/>
                  <a:pt x="15992" y="32085"/>
                </a:cubicBezTo>
                <a:cubicBezTo>
                  <a:pt x="13647" y="34867"/>
                  <a:pt x="12802" y="37882"/>
                  <a:pt x="13312" y="41072"/>
                </a:cubicBezTo>
                <a:cubicBezTo>
                  <a:pt x="13880" y="44261"/>
                  <a:pt x="15759" y="47160"/>
                  <a:pt x="19007" y="49839"/>
                </a:cubicBezTo>
                <a:lnTo>
                  <a:pt x="37780" y="65248"/>
                </a:lnTo>
                <a:lnTo>
                  <a:pt x="33221" y="70768"/>
                </a:lnTo>
                <a:lnTo>
                  <a:pt x="0" y="43460"/>
                </a:lnTo>
                <a:lnTo>
                  <a:pt x="4544" y="37940"/>
                </a:lnTo>
                <a:lnTo>
                  <a:pt x="9671" y="42208"/>
                </a:lnTo>
                <a:cubicBezTo>
                  <a:pt x="8710" y="39309"/>
                  <a:pt x="8418" y="36586"/>
                  <a:pt x="8870" y="34022"/>
                </a:cubicBezTo>
                <a:cubicBezTo>
                  <a:pt x="9336" y="31459"/>
                  <a:pt x="10530" y="29012"/>
                  <a:pt x="12511" y="26624"/>
                </a:cubicBezTo>
                <a:cubicBezTo>
                  <a:pt x="14506" y="24177"/>
                  <a:pt x="16778" y="22648"/>
                  <a:pt x="19400" y="21963"/>
                </a:cubicBezTo>
                <a:cubicBezTo>
                  <a:pt x="22021" y="21279"/>
                  <a:pt x="24803" y="21497"/>
                  <a:pt x="27818" y="22589"/>
                </a:cubicBezTo>
                <a:close/>
                <a:moveTo>
                  <a:pt x="27818" y="225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73546-E721-42F7-8EAE-252227C0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617" y="5148422"/>
            <a:ext cx="48995" cy="44378"/>
          </a:xfrm>
          <a:custGeom xmlns:a="http://schemas.openxmlformats.org/drawingml/2006/main">
            <a:pathLst>
              <a:path w="48995" h="44378">
                <a:moveTo>
                  <a:pt x="33746" y="5971"/>
                </a:moveTo>
                <a:lnTo>
                  <a:pt x="36411" y="8200"/>
                </a:lnTo>
                <a:lnTo>
                  <a:pt x="15759" y="33280"/>
                </a:lnTo>
                <a:cubicBezTo>
                  <a:pt x="19749" y="36134"/>
                  <a:pt x="23507" y="37329"/>
                  <a:pt x="27148" y="36921"/>
                </a:cubicBezTo>
                <a:cubicBezTo>
                  <a:pt x="30789" y="36527"/>
                  <a:pt x="34081" y="34532"/>
                  <a:pt x="37037" y="30891"/>
                </a:cubicBezTo>
                <a:cubicBezTo>
                  <a:pt x="38800" y="28794"/>
                  <a:pt x="40227" y="26565"/>
                  <a:pt x="41305" y="24177"/>
                </a:cubicBezTo>
                <a:cubicBezTo>
                  <a:pt x="42397" y="21788"/>
                  <a:pt x="43242" y="19181"/>
                  <a:pt x="43810" y="16385"/>
                </a:cubicBezTo>
                <a:lnTo>
                  <a:pt x="48995" y="20652"/>
                </a:lnTo>
                <a:cubicBezTo>
                  <a:pt x="48194" y="23274"/>
                  <a:pt x="47174" y="25837"/>
                  <a:pt x="45922" y="28226"/>
                </a:cubicBezTo>
                <a:cubicBezTo>
                  <a:pt x="44669" y="30673"/>
                  <a:pt x="43183" y="32886"/>
                  <a:pt x="41421" y="35056"/>
                </a:cubicBezTo>
                <a:cubicBezTo>
                  <a:pt x="37096" y="40343"/>
                  <a:pt x="32100" y="43242"/>
                  <a:pt x="26463" y="43810"/>
                </a:cubicBezTo>
                <a:cubicBezTo>
                  <a:pt x="20827" y="44378"/>
                  <a:pt x="15365" y="42499"/>
                  <a:pt x="10137" y="38173"/>
                </a:cubicBezTo>
                <a:cubicBezTo>
                  <a:pt x="4675" y="33687"/>
                  <a:pt x="1544" y="28677"/>
                  <a:pt x="801" y="23157"/>
                </a:cubicBezTo>
                <a:cubicBezTo>
                  <a:pt x="0" y="17579"/>
                  <a:pt x="1660" y="12292"/>
                  <a:pt x="5753" y="7282"/>
                </a:cubicBezTo>
                <a:cubicBezTo>
                  <a:pt x="9452" y="2855"/>
                  <a:pt x="13778" y="451"/>
                  <a:pt x="18774" y="233"/>
                </a:cubicBezTo>
                <a:cubicBezTo>
                  <a:pt x="23784" y="0"/>
                  <a:pt x="28794" y="1937"/>
                  <a:pt x="33746" y="5971"/>
                </a:cubicBezTo>
                <a:close/>
                <a:moveTo>
                  <a:pt x="27658" y="10137"/>
                </a:moveTo>
                <a:cubicBezTo>
                  <a:pt x="24643" y="7690"/>
                  <a:pt x="21570" y="6598"/>
                  <a:pt x="18439" y="6772"/>
                </a:cubicBezTo>
                <a:cubicBezTo>
                  <a:pt x="15307" y="6947"/>
                  <a:pt x="12642" y="8360"/>
                  <a:pt x="10414" y="11040"/>
                </a:cubicBezTo>
                <a:cubicBezTo>
                  <a:pt x="7908" y="14113"/>
                  <a:pt x="6772" y="17244"/>
                  <a:pt x="7005" y="20492"/>
                </a:cubicBezTo>
                <a:cubicBezTo>
                  <a:pt x="7224" y="23725"/>
                  <a:pt x="8768" y="26798"/>
                  <a:pt x="11666" y="29639"/>
                </a:cubicBezTo>
                <a:lnTo>
                  <a:pt x="27658" y="10137"/>
                </a:lnTo>
                <a:close/>
                <a:moveTo>
                  <a:pt x="27658" y="101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EAB1E-9CBD-4451-8798-070B9B9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279" y="5110482"/>
            <a:ext cx="56102" cy="49941"/>
          </a:xfrm>
          <a:custGeom xmlns:a="http://schemas.openxmlformats.org/drawingml/2006/main">
            <a:pathLst>
              <a:path w="56102" h="49941">
                <a:moveTo>
                  <a:pt x="36076" y="5622"/>
                </a:moveTo>
                <a:lnTo>
                  <a:pt x="56102" y="22123"/>
                </a:lnTo>
                <a:lnTo>
                  <a:pt x="51602" y="27585"/>
                </a:lnTo>
                <a:lnTo>
                  <a:pt x="31750" y="11200"/>
                </a:lnTo>
                <a:cubicBezTo>
                  <a:pt x="28619" y="8651"/>
                  <a:pt x="25721" y="7340"/>
                  <a:pt x="23157" y="7282"/>
                </a:cubicBezTo>
                <a:cubicBezTo>
                  <a:pt x="20594" y="7224"/>
                  <a:pt x="18322" y="8418"/>
                  <a:pt x="16268" y="10865"/>
                </a:cubicBezTo>
                <a:cubicBezTo>
                  <a:pt x="13880" y="13822"/>
                  <a:pt x="12919" y="16895"/>
                  <a:pt x="13370" y="20143"/>
                </a:cubicBezTo>
                <a:cubicBezTo>
                  <a:pt x="13880" y="23376"/>
                  <a:pt x="15700" y="26332"/>
                  <a:pt x="18948" y="29012"/>
                </a:cubicBezTo>
                <a:lnTo>
                  <a:pt x="37722" y="44480"/>
                </a:lnTo>
                <a:lnTo>
                  <a:pt x="33221" y="49941"/>
                </a:lnTo>
                <a:lnTo>
                  <a:pt x="0" y="22633"/>
                </a:lnTo>
                <a:lnTo>
                  <a:pt x="4500" y="17171"/>
                </a:lnTo>
                <a:lnTo>
                  <a:pt x="9671" y="21395"/>
                </a:lnTo>
                <a:cubicBezTo>
                  <a:pt x="8768" y="18424"/>
                  <a:pt x="8535" y="15700"/>
                  <a:pt x="8986" y="13079"/>
                </a:cubicBezTo>
                <a:cubicBezTo>
                  <a:pt x="9452" y="10515"/>
                  <a:pt x="10647" y="8069"/>
                  <a:pt x="12569" y="5738"/>
                </a:cubicBezTo>
                <a:cubicBezTo>
                  <a:pt x="15700" y="1937"/>
                  <a:pt x="19225" y="0"/>
                  <a:pt x="23216" y="0"/>
                </a:cubicBezTo>
                <a:cubicBezTo>
                  <a:pt x="27192" y="0"/>
                  <a:pt x="31459" y="1879"/>
                  <a:pt x="36076" y="5622"/>
                </a:cubicBezTo>
                <a:close/>
                <a:moveTo>
                  <a:pt x="36076" y="5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FE651-CB30-46C3-A136-DA49C2C8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577" y="5077770"/>
            <a:ext cx="56437" cy="39994"/>
          </a:xfrm>
          <a:custGeom xmlns:a="http://schemas.openxmlformats.org/drawingml/2006/main">
            <a:pathLst>
              <a:path w="56437" h="39994">
                <a:moveTo>
                  <a:pt x="4500" y="3466"/>
                </a:moveTo>
                <a:lnTo>
                  <a:pt x="13938" y="11200"/>
                </a:lnTo>
                <a:lnTo>
                  <a:pt x="23216" y="0"/>
                </a:lnTo>
                <a:lnTo>
                  <a:pt x="27425" y="3466"/>
                </a:lnTo>
                <a:lnTo>
                  <a:pt x="18205" y="14725"/>
                </a:lnTo>
                <a:lnTo>
                  <a:pt x="36251" y="29522"/>
                </a:lnTo>
                <a:cubicBezTo>
                  <a:pt x="38974" y="31736"/>
                  <a:pt x="41028" y="32828"/>
                  <a:pt x="42397" y="32712"/>
                </a:cubicBezTo>
                <a:cubicBezTo>
                  <a:pt x="43751" y="32595"/>
                  <a:pt x="45412" y="31401"/>
                  <a:pt x="47276" y="29129"/>
                </a:cubicBezTo>
                <a:lnTo>
                  <a:pt x="51893" y="23551"/>
                </a:lnTo>
                <a:lnTo>
                  <a:pt x="56437" y="27308"/>
                </a:lnTo>
                <a:lnTo>
                  <a:pt x="51835" y="32886"/>
                </a:lnTo>
                <a:cubicBezTo>
                  <a:pt x="48368" y="37096"/>
                  <a:pt x="45179" y="39368"/>
                  <a:pt x="42280" y="39703"/>
                </a:cubicBezTo>
                <a:cubicBezTo>
                  <a:pt x="39426" y="39994"/>
                  <a:pt x="35901" y="38450"/>
                  <a:pt x="31750" y="35042"/>
                </a:cubicBezTo>
                <a:lnTo>
                  <a:pt x="13720" y="20186"/>
                </a:lnTo>
                <a:lnTo>
                  <a:pt x="10414" y="24235"/>
                </a:lnTo>
                <a:lnTo>
                  <a:pt x="6146" y="20711"/>
                </a:lnTo>
                <a:lnTo>
                  <a:pt x="9452" y="16720"/>
                </a:lnTo>
                <a:lnTo>
                  <a:pt x="0" y="8986"/>
                </a:lnTo>
                <a:lnTo>
                  <a:pt x="4500" y="3466"/>
                </a:lnTo>
                <a:close/>
                <a:moveTo>
                  <a:pt x="4500" y="34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A4C0D-B0A0-4883-9863-FEE5485E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468" y="5050229"/>
            <a:ext cx="52796" cy="45514"/>
          </a:xfrm>
          <a:custGeom xmlns:a="http://schemas.openxmlformats.org/drawingml/2006/main">
            <a:pathLst>
              <a:path w="52796" h="45514">
                <a:moveTo>
                  <a:pt x="27148" y="18832"/>
                </a:moveTo>
                <a:cubicBezTo>
                  <a:pt x="23507" y="23216"/>
                  <a:pt x="21512" y="26682"/>
                  <a:pt x="21118" y="29245"/>
                </a:cubicBezTo>
                <a:cubicBezTo>
                  <a:pt x="20711" y="31750"/>
                  <a:pt x="21745" y="34022"/>
                  <a:pt x="24191" y="36018"/>
                </a:cubicBezTo>
                <a:cubicBezTo>
                  <a:pt x="26114" y="37605"/>
                  <a:pt x="28168" y="38232"/>
                  <a:pt x="30381" y="37897"/>
                </a:cubicBezTo>
                <a:cubicBezTo>
                  <a:pt x="32551" y="37547"/>
                  <a:pt x="34547" y="36294"/>
                  <a:pt x="36367" y="34081"/>
                </a:cubicBezTo>
                <a:cubicBezTo>
                  <a:pt x="38858" y="31066"/>
                  <a:pt x="39775" y="27760"/>
                  <a:pt x="39149" y="24177"/>
                </a:cubicBezTo>
                <a:cubicBezTo>
                  <a:pt x="38465" y="20594"/>
                  <a:pt x="36367" y="17302"/>
                  <a:pt x="32828" y="14390"/>
                </a:cubicBezTo>
                <a:lnTo>
                  <a:pt x="31634" y="13370"/>
                </a:lnTo>
                <a:lnTo>
                  <a:pt x="27148" y="18832"/>
                </a:lnTo>
                <a:close/>
                <a:moveTo>
                  <a:pt x="33862" y="6088"/>
                </a:moveTo>
                <a:lnTo>
                  <a:pt x="52796" y="21672"/>
                </a:lnTo>
                <a:lnTo>
                  <a:pt x="48310" y="27133"/>
                </a:lnTo>
                <a:lnTo>
                  <a:pt x="43242" y="22983"/>
                </a:lnTo>
                <a:cubicBezTo>
                  <a:pt x="44276" y="25881"/>
                  <a:pt x="44494" y="28677"/>
                  <a:pt x="43926" y="31299"/>
                </a:cubicBezTo>
                <a:cubicBezTo>
                  <a:pt x="43358" y="33964"/>
                  <a:pt x="41931" y="36644"/>
                  <a:pt x="39717" y="39309"/>
                </a:cubicBezTo>
                <a:cubicBezTo>
                  <a:pt x="36935" y="42732"/>
                  <a:pt x="33746" y="44611"/>
                  <a:pt x="30221" y="45062"/>
                </a:cubicBezTo>
                <a:cubicBezTo>
                  <a:pt x="26638" y="45514"/>
                  <a:pt x="23274" y="44436"/>
                  <a:pt x="20026" y="41756"/>
                </a:cubicBezTo>
                <a:cubicBezTo>
                  <a:pt x="16341" y="38683"/>
                  <a:pt x="14521" y="35158"/>
                  <a:pt x="14681" y="31066"/>
                </a:cubicBezTo>
                <a:cubicBezTo>
                  <a:pt x="14856" y="27032"/>
                  <a:pt x="16953" y="22531"/>
                  <a:pt x="21060" y="17521"/>
                </a:cubicBezTo>
                <a:lnTo>
                  <a:pt x="27308" y="9904"/>
                </a:lnTo>
                <a:lnTo>
                  <a:pt x="26798" y="9452"/>
                </a:lnTo>
                <a:cubicBezTo>
                  <a:pt x="24293" y="7399"/>
                  <a:pt x="21686" y="6598"/>
                  <a:pt x="18948" y="7107"/>
                </a:cubicBezTo>
                <a:cubicBezTo>
                  <a:pt x="16225" y="7617"/>
                  <a:pt x="13603" y="9394"/>
                  <a:pt x="11156" y="12409"/>
                </a:cubicBezTo>
                <a:cubicBezTo>
                  <a:pt x="9569" y="14288"/>
                  <a:pt x="8316" y="16327"/>
                  <a:pt x="7282" y="18497"/>
                </a:cubicBezTo>
                <a:cubicBezTo>
                  <a:pt x="6263" y="20652"/>
                  <a:pt x="5520" y="22983"/>
                  <a:pt x="5068" y="25371"/>
                </a:cubicBezTo>
                <a:lnTo>
                  <a:pt x="0" y="21220"/>
                </a:lnTo>
                <a:cubicBezTo>
                  <a:pt x="859" y="18599"/>
                  <a:pt x="1879" y="16210"/>
                  <a:pt x="3073" y="13996"/>
                </a:cubicBezTo>
                <a:cubicBezTo>
                  <a:pt x="4224" y="11783"/>
                  <a:pt x="5520" y="9787"/>
                  <a:pt x="7005" y="8025"/>
                </a:cubicBezTo>
                <a:cubicBezTo>
                  <a:pt x="10923" y="3248"/>
                  <a:pt x="15147" y="626"/>
                  <a:pt x="19575" y="335"/>
                </a:cubicBezTo>
                <a:cubicBezTo>
                  <a:pt x="24017" y="0"/>
                  <a:pt x="28794" y="1937"/>
                  <a:pt x="33862" y="6088"/>
                </a:cubicBezTo>
                <a:close/>
                <a:moveTo>
                  <a:pt x="33862" y="60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E15FC-C247-449F-8165-AA301061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7343" y="5017226"/>
            <a:ext cx="50640" cy="43416"/>
          </a:xfrm>
          <a:custGeom xmlns:a="http://schemas.openxmlformats.org/drawingml/2006/main">
            <a:pathLst>
              <a:path w="50640" h="43416">
                <a:moveTo>
                  <a:pt x="0" y="5462"/>
                </a:moveTo>
                <a:lnTo>
                  <a:pt x="4442" y="0"/>
                </a:lnTo>
                <a:lnTo>
                  <a:pt x="50640" y="37955"/>
                </a:lnTo>
                <a:lnTo>
                  <a:pt x="46140" y="43416"/>
                </a:lnTo>
                <a:lnTo>
                  <a:pt x="0" y="5462"/>
                </a:lnTo>
                <a:close/>
                <a:moveTo>
                  <a:pt x="0" y="54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11D9B-CB9F-4F78-929A-2144BFEA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923" y="5886487"/>
            <a:ext cx="72938" cy="57748"/>
          </a:xfrm>
          <a:custGeom xmlns:a="http://schemas.openxmlformats.org/drawingml/2006/main">
            <a:pathLst>
              <a:path w="72938" h="57748">
                <a:moveTo>
                  <a:pt x="12292" y="13370"/>
                </a:moveTo>
                <a:cubicBezTo>
                  <a:pt x="8535" y="17579"/>
                  <a:pt x="7166" y="22356"/>
                  <a:pt x="8141" y="27600"/>
                </a:cubicBezTo>
                <a:cubicBezTo>
                  <a:pt x="9103" y="32828"/>
                  <a:pt x="12292" y="37897"/>
                  <a:pt x="17754" y="42674"/>
                </a:cubicBezTo>
                <a:cubicBezTo>
                  <a:pt x="23157" y="47451"/>
                  <a:pt x="28561" y="49956"/>
                  <a:pt x="33906" y="50233"/>
                </a:cubicBezTo>
                <a:cubicBezTo>
                  <a:pt x="39251" y="50524"/>
                  <a:pt x="43751" y="48587"/>
                  <a:pt x="47509" y="44319"/>
                </a:cubicBezTo>
                <a:cubicBezTo>
                  <a:pt x="51208" y="40110"/>
                  <a:pt x="52577" y="35391"/>
                  <a:pt x="51602" y="30148"/>
                </a:cubicBezTo>
                <a:cubicBezTo>
                  <a:pt x="50640" y="24861"/>
                  <a:pt x="47451" y="19851"/>
                  <a:pt x="41989" y="15074"/>
                </a:cubicBezTo>
                <a:cubicBezTo>
                  <a:pt x="36586" y="10297"/>
                  <a:pt x="31182" y="7792"/>
                  <a:pt x="25837" y="7457"/>
                </a:cubicBezTo>
                <a:cubicBezTo>
                  <a:pt x="20536" y="7166"/>
                  <a:pt x="15992" y="9103"/>
                  <a:pt x="12292" y="13370"/>
                </a:cubicBezTo>
                <a:close/>
                <a:moveTo>
                  <a:pt x="57806" y="38916"/>
                </a:moveTo>
                <a:lnTo>
                  <a:pt x="72938" y="38625"/>
                </a:lnTo>
                <a:lnTo>
                  <a:pt x="66734" y="45688"/>
                </a:lnTo>
                <a:lnTo>
                  <a:pt x="54223" y="45965"/>
                </a:lnTo>
                <a:cubicBezTo>
                  <a:pt x="53713" y="46650"/>
                  <a:pt x="53306" y="47160"/>
                  <a:pt x="53029" y="47509"/>
                </a:cubicBezTo>
                <a:cubicBezTo>
                  <a:pt x="52738" y="47844"/>
                  <a:pt x="52519" y="48194"/>
                  <a:pt x="52228" y="48470"/>
                </a:cubicBezTo>
                <a:cubicBezTo>
                  <a:pt x="46883" y="54558"/>
                  <a:pt x="40620" y="57631"/>
                  <a:pt x="33396" y="57690"/>
                </a:cubicBezTo>
                <a:cubicBezTo>
                  <a:pt x="26114" y="57748"/>
                  <a:pt x="19123" y="54791"/>
                  <a:pt x="12351" y="48820"/>
                </a:cubicBezTo>
                <a:cubicBezTo>
                  <a:pt x="5520" y="42834"/>
                  <a:pt x="1704" y="36236"/>
                  <a:pt x="859" y="29071"/>
                </a:cubicBezTo>
                <a:cubicBezTo>
                  <a:pt x="0" y="21847"/>
                  <a:pt x="2228" y="15249"/>
                  <a:pt x="7573" y="9219"/>
                </a:cubicBezTo>
                <a:cubicBezTo>
                  <a:pt x="12860" y="3190"/>
                  <a:pt x="19123" y="117"/>
                  <a:pt x="26347" y="58"/>
                </a:cubicBezTo>
                <a:cubicBezTo>
                  <a:pt x="33571" y="0"/>
                  <a:pt x="40620" y="2957"/>
                  <a:pt x="47393" y="8986"/>
                </a:cubicBezTo>
                <a:cubicBezTo>
                  <a:pt x="52403" y="13370"/>
                  <a:pt x="55811" y="18147"/>
                  <a:pt x="57573" y="23274"/>
                </a:cubicBezTo>
                <a:cubicBezTo>
                  <a:pt x="59394" y="28386"/>
                  <a:pt x="59452" y="33629"/>
                  <a:pt x="57806" y="38916"/>
                </a:cubicBezTo>
                <a:close/>
                <a:moveTo>
                  <a:pt x="57806" y="389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C76F8-F07E-4724-9FC0-8819CE89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849" y="5850586"/>
            <a:ext cx="56087" cy="50349"/>
          </a:xfrm>
          <a:custGeom xmlns:a="http://schemas.openxmlformats.org/drawingml/2006/main">
            <a:pathLst>
              <a:path w="56087" h="50349">
                <a:moveTo>
                  <a:pt x="19575" y="44203"/>
                </a:moveTo>
                <a:lnTo>
                  <a:pt x="0" y="27032"/>
                </a:lnTo>
                <a:lnTo>
                  <a:pt x="4661" y="21730"/>
                </a:lnTo>
                <a:lnTo>
                  <a:pt x="24002" y="38741"/>
                </a:lnTo>
                <a:cubicBezTo>
                  <a:pt x="27075" y="41421"/>
                  <a:pt x="29872" y="42848"/>
                  <a:pt x="32479" y="43009"/>
                </a:cubicBezTo>
                <a:cubicBezTo>
                  <a:pt x="35042" y="43183"/>
                  <a:pt x="37372" y="42047"/>
                  <a:pt x="39484" y="39659"/>
                </a:cubicBezTo>
                <a:cubicBezTo>
                  <a:pt x="41989" y="36819"/>
                  <a:pt x="43067" y="33746"/>
                  <a:pt x="42717" y="30498"/>
                </a:cubicBezTo>
                <a:cubicBezTo>
                  <a:pt x="42324" y="27192"/>
                  <a:pt x="40620" y="24177"/>
                  <a:pt x="37430" y="21395"/>
                </a:cubicBezTo>
                <a:lnTo>
                  <a:pt x="19108" y="5287"/>
                </a:lnTo>
                <a:lnTo>
                  <a:pt x="23784" y="0"/>
                </a:lnTo>
                <a:lnTo>
                  <a:pt x="56087" y="28386"/>
                </a:lnTo>
                <a:lnTo>
                  <a:pt x="51427" y="33687"/>
                </a:lnTo>
                <a:lnTo>
                  <a:pt x="46475" y="29362"/>
                </a:lnTo>
                <a:cubicBezTo>
                  <a:pt x="47276" y="32377"/>
                  <a:pt x="47451" y="35100"/>
                  <a:pt x="46883" y="37664"/>
                </a:cubicBezTo>
                <a:cubicBezTo>
                  <a:pt x="46358" y="40227"/>
                  <a:pt x="45106" y="42615"/>
                  <a:pt x="43125" y="44829"/>
                </a:cubicBezTo>
                <a:cubicBezTo>
                  <a:pt x="39819" y="48529"/>
                  <a:pt x="36178" y="50349"/>
                  <a:pt x="32202" y="50233"/>
                </a:cubicBezTo>
                <a:cubicBezTo>
                  <a:pt x="28211" y="50131"/>
                  <a:pt x="24002" y="48135"/>
                  <a:pt x="19575" y="44203"/>
                </a:cubicBezTo>
                <a:close/>
                <a:moveTo>
                  <a:pt x="19575" y="442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C81A5-29BB-4CE6-A076-68827339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662" y="5823277"/>
            <a:ext cx="49563" cy="44771"/>
          </a:xfrm>
          <a:custGeom xmlns:a="http://schemas.openxmlformats.org/drawingml/2006/main">
            <a:pathLst>
              <a:path w="49563" h="44771">
                <a:moveTo>
                  <a:pt x="12584" y="16385"/>
                </a:moveTo>
                <a:lnTo>
                  <a:pt x="17302" y="11040"/>
                </a:lnTo>
                <a:lnTo>
                  <a:pt x="49563" y="39484"/>
                </a:lnTo>
                <a:lnTo>
                  <a:pt x="44902" y="44771"/>
                </a:lnTo>
                <a:lnTo>
                  <a:pt x="12584" y="16385"/>
                </a:lnTo>
                <a:close/>
                <a:moveTo>
                  <a:pt x="0" y="5287"/>
                </a:moveTo>
                <a:lnTo>
                  <a:pt x="4733" y="0"/>
                </a:lnTo>
                <a:lnTo>
                  <a:pt x="11448" y="5913"/>
                </a:lnTo>
                <a:lnTo>
                  <a:pt x="6772" y="11215"/>
                </a:lnTo>
                <a:lnTo>
                  <a:pt x="0" y="5287"/>
                </a:lnTo>
                <a:close/>
                <a:moveTo>
                  <a:pt x="0" y="52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1AA48-BD6D-43A4-86BA-932F43C5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762" y="5801096"/>
            <a:ext cx="46417" cy="45455"/>
          </a:xfrm>
          <a:custGeom xmlns:a="http://schemas.openxmlformats.org/drawingml/2006/main">
            <a:pathLst>
              <a:path w="46417" h="45455">
                <a:moveTo>
                  <a:pt x="16603" y="0"/>
                </a:moveTo>
                <a:lnTo>
                  <a:pt x="21614" y="4384"/>
                </a:lnTo>
                <a:cubicBezTo>
                  <a:pt x="19458" y="5112"/>
                  <a:pt x="17521" y="6088"/>
                  <a:pt x="15759" y="7224"/>
                </a:cubicBezTo>
                <a:cubicBezTo>
                  <a:pt x="14040" y="8360"/>
                  <a:pt x="12453" y="9729"/>
                  <a:pt x="11142" y="11258"/>
                </a:cubicBezTo>
                <a:cubicBezTo>
                  <a:pt x="8069" y="14681"/>
                  <a:pt x="6816" y="18322"/>
                  <a:pt x="7340" y="22182"/>
                </a:cubicBezTo>
                <a:cubicBezTo>
                  <a:pt x="7850" y="25997"/>
                  <a:pt x="10064" y="29639"/>
                  <a:pt x="13996" y="33105"/>
                </a:cubicBezTo>
                <a:cubicBezTo>
                  <a:pt x="17972" y="36571"/>
                  <a:pt x="21847" y="38290"/>
                  <a:pt x="25706" y="38348"/>
                </a:cubicBezTo>
                <a:cubicBezTo>
                  <a:pt x="29580" y="38348"/>
                  <a:pt x="32988" y="36629"/>
                  <a:pt x="36003" y="33163"/>
                </a:cubicBezTo>
                <a:cubicBezTo>
                  <a:pt x="37372" y="31634"/>
                  <a:pt x="38508" y="29915"/>
                  <a:pt x="39426" y="28051"/>
                </a:cubicBezTo>
                <a:cubicBezTo>
                  <a:pt x="40329" y="26230"/>
                  <a:pt x="41072" y="24177"/>
                  <a:pt x="41523" y="21905"/>
                </a:cubicBezTo>
                <a:lnTo>
                  <a:pt x="46417" y="26230"/>
                </a:lnTo>
                <a:cubicBezTo>
                  <a:pt x="45849" y="28328"/>
                  <a:pt x="44989" y="30323"/>
                  <a:pt x="43912" y="32202"/>
                </a:cubicBezTo>
                <a:cubicBezTo>
                  <a:pt x="42892" y="34081"/>
                  <a:pt x="41581" y="35945"/>
                  <a:pt x="40052" y="37722"/>
                </a:cubicBezTo>
                <a:cubicBezTo>
                  <a:pt x="35726" y="42615"/>
                  <a:pt x="30833" y="45106"/>
                  <a:pt x="25255" y="45281"/>
                </a:cubicBezTo>
                <a:cubicBezTo>
                  <a:pt x="19676" y="45455"/>
                  <a:pt x="14273" y="43227"/>
                  <a:pt x="9103" y="38683"/>
                </a:cubicBezTo>
                <a:cubicBezTo>
                  <a:pt x="3801" y="34081"/>
                  <a:pt x="961" y="28954"/>
                  <a:pt x="510" y="23434"/>
                </a:cubicBezTo>
                <a:cubicBezTo>
                  <a:pt x="0" y="17856"/>
                  <a:pt x="1981" y="12569"/>
                  <a:pt x="6423" y="7559"/>
                </a:cubicBezTo>
                <a:cubicBezTo>
                  <a:pt x="7850" y="5913"/>
                  <a:pt x="9438" y="4428"/>
                  <a:pt x="11142" y="3175"/>
                </a:cubicBezTo>
                <a:cubicBezTo>
                  <a:pt x="12846" y="1937"/>
                  <a:pt x="14666" y="845"/>
                  <a:pt x="16603" y="0"/>
                </a:cubicBezTo>
                <a:close/>
                <a:moveTo>
                  <a:pt x="166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964F5-8FB0-4F26-A7F8-7C57F1D8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10" y="5763025"/>
            <a:ext cx="70084" cy="56393"/>
          </a:xfrm>
          <a:custGeom xmlns:a="http://schemas.openxmlformats.org/drawingml/2006/main">
            <a:pathLst>
              <a:path w="70084" h="56393">
                <a:moveTo>
                  <a:pt x="0" y="16909"/>
                </a:moveTo>
                <a:lnTo>
                  <a:pt x="4719" y="11550"/>
                </a:lnTo>
                <a:lnTo>
                  <a:pt x="31182" y="34882"/>
                </a:lnTo>
                <a:lnTo>
                  <a:pt x="31226" y="6772"/>
                </a:lnTo>
                <a:lnTo>
                  <a:pt x="37154" y="0"/>
                </a:lnTo>
                <a:lnTo>
                  <a:pt x="37212" y="30440"/>
                </a:lnTo>
                <a:lnTo>
                  <a:pt x="70084" y="27716"/>
                </a:lnTo>
                <a:lnTo>
                  <a:pt x="63996" y="34649"/>
                </a:lnTo>
                <a:lnTo>
                  <a:pt x="33789" y="37154"/>
                </a:lnTo>
                <a:lnTo>
                  <a:pt x="49548" y="51034"/>
                </a:lnTo>
                <a:lnTo>
                  <a:pt x="44887" y="56393"/>
                </a:lnTo>
                <a:lnTo>
                  <a:pt x="0" y="16909"/>
                </a:lnTo>
                <a:close/>
                <a:moveTo>
                  <a:pt x="0" y="169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D00AC-5913-46E1-977B-0E21F74A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527" y="5716433"/>
            <a:ext cx="61680" cy="59000"/>
          </a:xfrm>
          <a:custGeom xmlns:a="http://schemas.openxmlformats.org/drawingml/2006/main">
            <a:pathLst>
              <a:path w="61680" h="59000">
                <a:moveTo>
                  <a:pt x="0" y="36411"/>
                </a:moveTo>
                <a:lnTo>
                  <a:pt x="32085" y="0"/>
                </a:lnTo>
                <a:lnTo>
                  <a:pt x="36979" y="4326"/>
                </a:lnTo>
                <a:lnTo>
                  <a:pt x="23565" y="19633"/>
                </a:lnTo>
                <a:lnTo>
                  <a:pt x="61680" y="53204"/>
                </a:lnTo>
                <a:lnTo>
                  <a:pt x="56495" y="59000"/>
                </a:lnTo>
                <a:lnTo>
                  <a:pt x="18380" y="25488"/>
                </a:lnTo>
                <a:lnTo>
                  <a:pt x="4952" y="40737"/>
                </a:lnTo>
                <a:lnTo>
                  <a:pt x="0" y="36411"/>
                </a:lnTo>
                <a:close/>
                <a:moveTo>
                  <a:pt x="0" y="364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E0033-746D-4F37-BCA9-61B8A19B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661" y="5702160"/>
            <a:ext cx="54165" cy="67695"/>
          </a:xfrm>
          <a:custGeom xmlns:a="http://schemas.openxmlformats.org/drawingml/2006/main">
            <a:pathLst>
              <a:path w="54165" h="67695">
                <a:moveTo>
                  <a:pt x="50407" y="45222"/>
                </a:moveTo>
                <a:cubicBezTo>
                  <a:pt x="52971" y="50116"/>
                  <a:pt x="54165" y="53757"/>
                  <a:pt x="54107" y="56204"/>
                </a:cubicBezTo>
                <a:cubicBezTo>
                  <a:pt x="53990" y="58651"/>
                  <a:pt x="52912" y="61098"/>
                  <a:pt x="50859" y="63486"/>
                </a:cubicBezTo>
                <a:lnTo>
                  <a:pt x="47101" y="67695"/>
                </a:lnTo>
                <a:lnTo>
                  <a:pt x="42674" y="63836"/>
                </a:lnTo>
                <a:lnTo>
                  <a:pt x="45397" y="60704"/>
                </a:lnTo>
                <a:cubicBezTo>
                  <a:pt x="46708" y="59219"/>
                  <a:pt x="47334" y="57806"/>
                  <a:pt x="47334" y="56379"/>
                </a:cubicBezTo>
                <a:cubicBezTo>
                  <a:pt x="47393" y="54951"/>
                  <a:pt x="46533" y="52621"/>
                  <a:pt x="44829" y="49373"/>
                </a:cubicBezTo>
                <a:lnTo>
                  <a:pt x="43242" y="46300"/>
                </a:lnTo>
                <a:lnTo>
                  <a:pt x="0" y="31401"/>
                </a:lnTo>
                <a:lnTo>
                  <a:pt x="4952" y="25764"/>
                </a:lnTo>
                <a:lnTo>
                  <a:pt x="39033" y="37882"/>
                </a:lnTo>
                <a:lnTo>
                  <a:pt x="22691" y="5578"/>
                </a:lnTo>
                <a:lnTo>
                  <a:pt x="27643" y="0"/>
                </a:lnTo>
                <a:lnTo>
                  <a:pt x="50407" y="45222"/>
                </a:lnTo>
                <a:close/>
                <a:moveTo>
                  <a:pt x="50407" y="452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938E0-2040-4E4B-B7AB-5CC0C5C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567" y="5672915"/>
            <a:ext cx="51602" cy="61331"/>
          </a:xfrm>
          <a:custGeom xmlns:a="http://schemas.openxmlformats.org/drawingml/2006/main">
            <a:pathLst>
              <a:path w="51602" h="61331">
                <a:moveTo>
                  <a:pt x="32144" y="40911"/>
                </a:moveTo>
                <a:lnTo>
                  <a:pt x="49271" y="55986"/>
                </a:lnTo>
                <a:lnTo>
                  <a:pt x="44552" y="61331"/>
                </a:lnTo>
                <a:lnTo>
                  <a:pt x="0" y="22123"/>
                </a:lnTo>
                <a:lnTo>
                  <a:pt x="4661" y="16778"/>
                </a:lnTo>
                <a:lnTo>
                  <a:pt x="9554" y="21104"/>
                </a:lnTo>
                <a:cubicBezTo>
                  <a:pt x="8651" y="18264"/>
                  <a:pt x="8476" y="15584"/>
                  <a:pt x="9044" y="13079"/>
                </a:cubicBezTo>
                <a:cubicBezTo>
                  <a:pt x="9612" y="10588"/>
                  <a:pt x="10923" y="8141"/>
                  <a:pt x="12977" y="5753"/>
                </a:cubicBezTo>
                <a:cubicBezTo>
                  <a:pt x="16443" y="1821"/>
                  <a:pt x="20827" y="0"/>
                  <a:pt x="26056" y="335"/>
                </a:cubicBezTo>
                <a:cubicBezTo>
                  <a:pt x="31343" y="626"/>
                  <a:pt x="36527" y="2957"/>
                  <a:pt x="41581" y="7457"/>
                </a:cubicBezTo>
                <a:cubicBezTo>
                  <a:pt x="46650" y="11885"/>
                  <a:pt x="49665" y="16720"/>
                  <a:pt x="50640" y="21963"/>
                </a:cubicBezTo>
                <a:cubicBezTo>
                  <a:pt x="51602" y="27133"/>
                  <a:pt x="50349" y="31692"/>
                  <a:pt x="46883" y="35610"/>
                </a:cubicBezTo>
                <a:cubicBezTo>
                  <a:pt x="44829" y="37940"/>
                  <a:pt x="42557" y="39601"/>
                  <a:pt x="40110" y="40445"/>
                </a:cubicBezTo>
                <a:cubicBezTo>
                  <a:pt x="37722" y="41363"/>
                  <a:pt x="35042" y="41479"/>
                  <a:pt x="32144" y="40911"/>
                </a:cubicBezTo>
                <a:close/>
                <a:moveTo>
                  <a:pt x="36746" y="12977"/>
                </a:moveTo>
                <a:cubicBezTo>
                  <a:pt x="32828" y="9496"/>
                  <a:pt x="29071" y="7617"/>
                  <a:pt x="25429" y="7282"/>
                </a:cubicBezTo>
                <a:cubicBezTo>
                  <a:pt x="21788" y="6947"/>
                  <a:pt x="18774" y="8141"/>
                  <a:pt x="16268" y="10982"/>
                </a:cubicBezTo>
                <a:cubicBezTo>
                  <a:pt x="13822" y="13763"/>
                  <a:pt x="12977" y="16953"/>
                  <a:pt x="13763" y="20536"/>
                </a:cubicBezTo>
                <a:cubicBezTo>
                  <a:pt x="14623" y="24060"/>
                  <a:pt x="16953" y="27600"/>
                  <a:pt x="20885" y="31008"/>
                </a:cubicBezTo>
                <a:cubicBezTo>
                  <a:pt x="24745" y="34416"/>
                  <a:pt x="28503" y="36353"/>
                  <a:pt x="32144" y="36688"/>
                </a:cubicBezTo>
                <a:cubicBezTo>
                  <a:pt x="35785" y="37037"/>
                  <a:pt x="38858" y="35785"/>
                  <a:pt x="41305" y="33003"/>
                </a:cubicBezTo>
                <a:cubicBezTo>
                  <a:pt x="43751" y="30148"/>
                  <a:pt x="44596" y="27017"/>
                  <a:pt x="43810" y="23434"/>
                </a:cubicBezTo>
                <a:cubicBezTo>
                  <a:pt x="43009" y="19851"/>
                  <a:pt x="40620" y="16385"/>
                  <a:pt x="36746" y="12977"/>
                </a:cubicBezTo>
                <a:close/>
                <a:moveTo>
                  <a:pt x="36746" y="129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B7FEB-7DC7-4681-BAD8-1237FB39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741" y="5636445"/>
            <a:ext cx="48820" cy="44261"/>
          </a:xfrm>
          <a:custGeom xmlns:a="http://schemas.openxmlformats.org/drawingml/2006/main">
            <a:pathLst>
              <a:path w="48820" h="44261">
                <a:moveTo>
                  <a:pt x="34081" y="6321"/>
                </a:moveTo>
                <a:lnTo>
                  <a:pt x="36702" y="8593"/>
                </a:lnTo>
                <a:lnTo>
                  <a:pt x="15249" y="33003"/>
                </a:lnTo>
                <a:cubicBezTo>
                  <a:pt x="19065" y="35959"/>
                  <a:pt x="22808" y="37329"/>
                  <a:pt x="26449" y="37037"/>
                </a:cubicBezTo>
                <a:cubicBezTo>
                  <a:pt x="30090" y="36746"/>
                  <a:pt x="33513" y="34823"/>
                  <a:pt x="36586" y="31343"/>
                </a:cubicBezTo>
                <a:cubicBezTo>
                  <a:pt x="38406" y="29304"/>
                  <a:pt x="39877" y="27075"/>
                  <a:pt x="41072" y="24745"/>
                </a:cubicBezTo>
                <a:cubicBezTo>
                  <a:pt x="42222" y="22415"/>
                  <a:pt x="43183" y="19851"/>
                  <a:pt x="43810" y="17069"/>
                </a:cubicBezTo>
                <a:lnTo>
                  <a:pt x="48820" y="21512"/>
                </a:lnTo>
                <a:cubicBezTo>
                  <a:pt x="47961" y="24119"/>
                  <a:pt x="46883" y="26565"/>
                  <a:pt x="45514" y="28954"/>
                </a:cubicBezTo>
                <a:cubicBezTo>
                  <a:pt x="44203" y="31343"/>
                  <a:pt x="42615" y="33571"/>
                  <a:pt x="40795" y="35610"/>
                </a:cubicBezTo>
                <a:cubicBezTo>
                  <a:pt x="36294" y="40737"/>
                  <a:pt x="31182" y="43518"/>
                  <a:pt x="25546" y="43868"/>
                </a:cubicBezTo>
                <a:cubicBezTo>
                  <a:pt x="19910" y="44261"/>
                  <a:pt x="14506" y="42222"/>
                  <a:pt x="9394" y="37664"/>
                </a:cubicBezTo>
                <a:cubicBezTo>
                  <a:pt x="4093" y="33061"/>
                  <a:pt x="1194" y="27935"/>
                  <a:pt x="568" y="22356"/>
                </a:cubicBezTo>
                <a:cubicBezTo>
                  <a:pt x="0" y="16734"/>
                  <a:pt x="1821" y="11550"/>
                  <a:pt x="6088" y="6714"/>
                </a:cubicBezTo>
                <a:cubicBezTo>
                  <a:pt x="9904" y="2330"/>
                  <a:pt x="14331" y="175"/>
                  <a:pt x="19342" y="58"/>
                </a:cubicBezTo>
                <a:cubicBezTo>
                  <a:pt x="24410" y="0"/>
                  <a:pt x="29304" y="2112"/>
                  <a:pt x="34081" y="6321"/>
                </a:cubicBezTo>
                <a:close/>
                <a:moveTo>
                  <a:pt x="27876" y="10239"/>
                </a:moveTo>
                <a:cubicBezTo>
                  <a:pt x="24920" y="7734"/>
                  <a:pt x="21905" y="6481"/>
                  <a:pt x="18774" y="6598"/>
                </a:cubicBezTo>
                <a:cubicBezTo>
                  <a:pt x="15642" y="6656"/>
                  <a:pt x="12977" y="7967"/>
                  <a:pt x="10647" y="10588"/>
                </a:cubicBezTo>
                <a:cubicBezTo>
                  <a:pt x="8025" y="13545"/>
                  <a:pt x="6772" y="16676"/>
                  <a:pt x="6889" y="19910"/>
                </a:cubicBezTo>
                <a:cubicBezTo>
                  <a:pt x="7005" y="23157"/>
                  <a:pt x="8476" y="26230"/>
                  <a:pt x="11258" y="29187"/>
                </a:cubicBezTo>
                <a:lnTo>
                  <a:pt x="27876" y="10239"/>
                </a:lnTo>
                <a:close/>
                <a:moveTo>
                  <a:pt x="27876" y="102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AC5D5-1BCC-4489-B20A-ED2AC51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125" y="5584727"/>
            <a:ext cx="64520" cy="64462"/>
          </a:xfrm>
          <a:custGeom xmlns:a="http://schemas.openxmlformats.org/drawingml/2006/main">
            <a:pathLst>
              <a:path w="64520" h="64462">
                <a:moveTo>
                  <a:pt x="9904" y="24978"/>
                </a:moveTo>
                <a:lnTo>
                  <a:pt x="43416" y="54456"/>
                </a:lnTo>
                <a:lnTo>
                  <a:pt x="49548" y="47393"/>
                </a:lnTo>
                <a:cubicBezTo>
                  <a:pt x="54791" y="41479"/>
                  <a:pt x="57296" y="35901"/>
                  <a:pt x="57005" y="30789"/>
                </a:cubicBezTo>
                <a:cubicBezTo>
                  <a:pt x="56772" y="25662"/>
                  <a:pt x="53713" y="20536"/>
                  <a:pt x="47902" y="15482"/>
                </a:cubicBezTo>
                <a:cubicBezTo>
                  <a:pt x="42164" y="10355"/>
                  <a:pt x="36702" y="8025"/>
                  <a:pt x="31634" y="8418"/>
                </a:cubicBezTo>
                <a:cubicBezTo>
                  <a:pt x="26507" y="8826"/>
                  <a:pt x="21337" y="12001"/>
                  <a:pt x="16108" y="17929"/>
                </a:cubicBezTo>
                <a:lnTo>
                  <a:pt x="9904" y="24978"/>
                </a:lnTo>
                <a:close/>
                <a:moveTo>
                  <a:pt x="0" y="26565"/>
                </a:moveTo>
                <a:lnTo>
                  <a:pt x="10530" y="14623"/>
                </a:lnTo>
                <a:cubicBezTo>
                  <a:pt x="17871" y="6263"/>
                  <a:pt x="24978" y="1704"/>
                  <a:pt x="31911" y="859"/>
                </a:cubicBezTo>
                <a:cubicBezTo>
                  <a:pt x="38800" y="0"/>
                  <a:pt x="45965" y="2796"/>
                  <a:pt x="53306" y="9336"/>
                </a:cubicBezTo>
                <a:cubicBezTo>
                  <a:pt x="60763" y="15817"/>
                  <a:pt x="64462" y="22589"/>
                  <a:pt x="64520" y="29595"/>
                </a:cubicBezTo>
                <a:cubicBezTo>
                  <a:pt x="64520" y="36586"/>
                  <a:pt x="60879" y="44203"/>
                  <a:pt x="53597" y="52519"/>
                </a:cubicBezTo>
                <a:lnTo>
                  <a:pt x="43067" y="64462"/>
                </a:lnTo>
                <a:lnTo>
                  <a:pt x="0" y="26565"/>
                </a:lnTo>
                <a:close/>
                <a:moveTo>
                  <a:pt x="0" y="265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1A7A4-E6BF-411C-8F49-B17F1719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119" y="5538646"/>
            <a:ext cx="67477" cy="65088"/>
          </a:xfrm>
          <a:custGeom xmlns:a="http://schemas.openxmlformats.org/drawingml/2006/main">
            <a:pathLst>
              <a:path w="67477" h="65088">
                <a:moveTo>
                  <a:pt x="0" y="27192"/>
                </a:moveTo>
                <a:lnTo>
                  <a:pt x="23958" y="0"/>
                </a:lnTo>
                <a:lnTo>
                  <a:pt x="28910" y="4326"/>
                </a:lnTo>
                <a:lnTo>
                  <a:pt x="10079" y="25721"/>
                </a:lnTo>
                <a:lnTo>
                  <a:pt x="22822" y="36921"/>
                </a:lnTo>
                <a:lnTo>
                  <a:pt x="40853" y="16443"/>
                </a:lnTo>
                <a:lnTo>
                  <a:pt x="45747" y="20711"/>
                </a:lnTo>
                <a:lnTo>
                  <a:pt x="27701" y="41246"/>
                </a:lnTo>
                <a:lnTo>
                  <a:pt x="43300" y="54966"/>
                </a:lnTo>
                <a:lnTo>
                  <a:pt x="62583" y="33061"/>
                </a:lnTo>
                <a:lnTo>
                  <a:pt x="67477" y="37387"/>
                </a:lnTo>
                <a:lnTo>
                  <a:pt x="43067" y="65088"/>
                </a:lnTo>
                <a:lnTo>
                  <a:pt x="0" y="27192"/>
                </a:lnTo>
                <a:close/>
                <a:moveTo>
                  <a:pt x="0" y="271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94D90-5EE2-442E-B4C2-3E902EEA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157" y="5503997"/>
            <a:ext cx="58083" cy="62467"/>
          </a:xfrm>
          <a:custGeom xmlns:a="http://schemas.openxmlformats.org/drawingml/2006/main">
            <a:pathLst>
              <a:path w="58083" h="62467">
                <a:moveTo>
                  <a:pt x="19910" y="0"/>
                </a:moveTo>
                <a:lnTo>
                  <a:pt x="25604" y="5010"/>
                </a:lnTo>
                <a:cubicBezTo>
                  <a:pt x="22648" y="6263"/>
                  <a:pt x="19968" y="7690"/>
                  <a:pt x="17754" y="9161"/>
                </a:cubicBezTo>
                <a:cubicBezTo>
                  <a:pt x="15482" y="10705"/>
                  <a:pt x="13603" y="12351"/>
                  <a:pt x="11943" y="14171"/>
                </a:cubicBezTo>
                <a:cubicBezTo>
                  <a:pt x="9161" y="17361"/>
                  <a:pt x="7632" y="20317"/>
                  <a:pt x="7340" y="23099"/>
                </a:cubicBezTo>
                <a:cubicBezTo>
                  <a:pt x="7064" y="25954"/>
                  <a:pt x="8083" y="28342"/>
                  <a:pt x="10355" y="30323"/>
                </a:cubicBezTo>
                <a:cubicBezTo>
                  <a:pt x="12234" y="32042"/>
                  <a:pt x="14171" y="32712"/>
                  <a:pt x="16152" y="32435"/>
                </a:cubicBezTo>
                <a:cubicBezTo>
                  <a:pt x="18147" y="32085"/>
                  <a:pt x="20827" y="30614"/>
                  <a:pt x="24235" y="27993"/>
                </a:cubicBezTo>
                <a:lnTo>
                  <a:pt x="28051" y="25094"/>
                </a:lnTo>
                <a:cubicBezTo>
                  <a:pt x="32712" y="21453"/>
                  <a:pt x="36979" y="19575"/>
                  <a:pt x="40853" y="19342"/>
                </a:cubicBezTo>
                <a:cubicBezTo>
                  <a:pt x="44771" y="19123"/>
                  <a:pt x="48470" y="20536"/>
                  <a:pt x="51951" y="23609"/>
                </a:cubicBezTo>
                <a:cubicBezTo>
                  <a:pt x="56160" y="27250"/>
                  <a:pt x="58083" y="31459"/>
                  <a:pt x="57748" y="36134"/>
                </a:cubicBezTo>
                <a:cubicBezTo>
                  <a:pt x="57457" y="40853"/>
                  <a:pt x="54966" y="45863"/>
                  <a:pt x="50174" y="51267"/>
                </a:cubicBezTo>
                <a:cubicBezTo>
                  <a:pt x="48354" y="53306"/>
                  <a:pt x="46257" y="55243"/>
                  <a:pt x="43751" y="57180"/>
                </a:cubicBezTo>
                <a:cubicBezTo>
                  <a:pt x="41305" y="59059"/>
                  <a:pt x="38523" y="60821"/>
                  <a:pt x="35450" y="62467"/>
                </a:cubicBezTo>
                <a:lnTo>
                  <a:pt x="29478" y="57238"/>
                </a:lnTo>
                <a:cubicBezTo>
                  <a:pt x="32828" y="56044"/>
                  <a:pt x="35901" y="54558"/>
                  <a:pt x="38581" y="52912"/>
                </a:cubicBezTo>
                <a:cubicBezTo>
                  <a:pt x="41246" y="51208"/>
                  <a:pt x="43518" y="49271"/>
                  <a:pt x="45455" y="47116"/>
                </a:cubicBezTo>
                <a:cubicBezTo>
                  <a:pt x="48354" y="43810"/>
                  <a:pt x="49956" y="40620"/>
                  <a:pt x="50233" y="37664"/>
                </a:cubicBezTo>
                <a:cubicBezTo>
                  <a:pt x="50524" y="34707"/>
                  <a:pt x="49504" y="32202"/>
                  <a:pt x="47058" y="30046"/>
                </a:cubicBezTo>
                <a:cubicBezTo>
                  <a:pt x="44946" y="28226"/>
                  <a:pt x="42732" y="27366"/>
                  <a:pt x="40402" y="27658"/>
                </a:cubicBezTo>
                <a:cubicBezTo>
                  <a:pt x="38057" y="27876"/>
                  <a:pt x="35275" y="29245"/>
                  <a:pt x="32085" y="31634"/>
                </a:cubicBezTo>
                <a:lnTo>
                  <a:pt x="28284" y="34590"/>
                </a:lnTo>
                <a:cubicBezTo>
                  <a:pt x="23551" y="38173"/>
                  <a:pt x="19458" y="40110"/>
                  <a:pt x="15933" y="40460"/>
                </a:cubicBezTo>
                <a:cubicBezTo>
                  <a:pt x="12351" y="40795"/>
                  <a:pt x="8928" y="39484"/>
                  <a:pt x="5636" y="36586"/>
                </a:cubicBezTo>
                <a:cubicBezTo>
                  <a:pt x="1821" y="33236"/>
                  <a:pt x="0" y="29245"/>
                  <a:pt x="175" y="24643"/>
                </a:cubicBezTo>
                <a:cubicBezTo>
                  <a:pt x="350" y="20026"/>
                  <a:pt x="2505" y="15365"/>
                  <a:pt x="6656" y="10705"/>
                </a:cubicBezTo>
                <a:cubicBezTo>
                  <a:pt x="8418" y="8651"/>
                  <a:pt x="10414" y="6772"/>
                  <a:pt x="12627" y="5010"/>
                </a:cubicBezTo>
                <a:cubicBezTo>
                  <a:pt x="14856" y="3190"/>
                  <a:pt x="17302" y="1544"/>
                  <a:pt x="19910" y="0"/>
                </a:cubicBezTo>
                <a:close/>
                <a:moveTo>
                  <a:pt x="199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01FE7-225A-4083-93FB-3D4C5EF9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50" y="5469348"/>
            <a:ext cx="48179" cy="59627"/>
          </a:xfrm>
          <a:custGeom xmlns:a="http://schemas.openxmlformats.org/drawingml/2006/main">
            <a:pathLst>
              <a:path w="48179" h="59627">
                <a:moveTo>
                  <a:pt x="9889" y="20143"/>
                </a:moveTo>
                <a:lnTo>
                  <a:pt x="26114" y="34372"/>
                </a:lnTo>
                <a:lnTo>
                  <a:pt x="32537" y="27032"/>
                </a:lnTo>
                <a:cubicBezTo>
                  <a:pt x="34925" y="24293"/>
                  <a:pt x="36061" y="21628"/>
                  <a:pt x="35945" y="18890"/>
                </a:cubicBezTo>
                <a:cubicBezTo>
                  <a:pt x="35843" y="16166"/>
                  <a:pt x="34532" y="13661"/>
                  <a:pt x="31911" y="11389"/>
                </a:cubicBezTo>
                <a:cubicBezTo>
                  <a:pt x="29347" y="9103"/>
                  <a:pt x="26682" y="8141"/>
                  <a:pt x="24002" y="8375"/>
                </a:cubicBezTo>
                <a:cubicBezTo>
                  <a:pt x="21279" y="8593"/>
                  <a:pt x="18774" y="10079"/>
                  <a:pt x="16385" y="12802"/>
                </a:cubicBezTo>
                <a:lnTo>
                  <a:pt x="9889" y="20143"/>
                </a:lnTo>
                <a:close/>
                <a:moveTo>
                  <a:pt x="0" y="21745"/>
                </a:moveTo>
                <a:lnTo>
                  <a:pt x="11608" y="8593"/>
                </a:lnTo>
                <a:cubicBezTo>
                  <a:pt x="15817" y="3758"/>
                  <a:pt x="20128" y="1092"/>
                  <a:pt x="24454" y="524"/>
                </a:cubicBezTo>
                <a:cubicBezTo>
                  <a:pt x="28837" y="0"/>
                  <a:pt x="33105" y="1544"/>
                  <a:pt x="37314" y="5243"/>
                </a:cubicBezTo>
                <a:cubicBezTo>
                  <a:pt x="41581" y="9001"/>
                  <a:pt x="43693" y="13035"/>
                  <a:pt x="43693" y="17419"/>
                </a:cubicBezTo>
                <a:cubicBezTo>
                  <a:pt x="43693" y="21788"/>
                  <a:pt x="41581" y="26405"/>
                  <a:pt x="37314" y="31241"/>
                </a:cubicBezTo>
                <a:lnTo>
                  <a:pt x="30891" y="38581"/>
                </a:lnTo>
                <a:lnTo>
                  <a:pt x="48179" y="53772"/>
                </a:lnTo>
                <a:lnTo>
                  <a:pt x="43067" y="59627"/>
                </a:lnTo>
                <a:lnTo>
                  <a:pt x="0" y="21745"/>
                </a:lnTo>
                <a:close/>
                <a:moveTo>
                  <a:pt x="0" y="217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53CC3-8BD5-450E-B281-31DE3724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239" y="5448812"/>
            <a:ext cx="49563" cy="44771"/>
          </a:xfrm>
          <a:custGeom xmlns:a="http://schemas.openxmlformats.org/drawingml/2006/main">
            <a:pathLst>
              <a:path w="49563" h="44771">
                <a:moveTo>
                  <a:pt x="0" y="5301"/>
                </a:moveTo>
                <a:lnTo>
                  <a:pt x="4675" y="0"/>
                </a:lnTo>
                <a:lnTo>
                  <a:pt x="49563" y="39484"/>
                </a:lnTo>
                <a:lnTo>
                  <a:pt x="44887" y="44771"/>
                </a:lnTo>
                <a:lnTo>
                  <a:pt x="0" y="5301"/>
                </a:lnTo>
                <a:close/>
                <a:moveTo>
                  <a:pt x="0" y="53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F59EF-DB9C-45FA-8675-0D3171EF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819" y="5422305"/>
            <a:ext cx="56087" cy="50349"/>
          </a:xfrm>
          <a:custGeom xmlns:a="http://schemas.openxmlformats.org/drawingml/2006/main">
            <a:pathLst>
              <a:path w="56087" h="50349">
                <a:moveTo>
                  <a:pt x="19502" y="44203"/>
                </a:moveTo>
                <a:lnTo>
                  <a:pt x="0" y="27017"/>
                </a:lnTo>
                <a:lnTo>
                  <a:pt x="4661" y="21730"/>
                </a:lnTo>
                <a:lnTo>
                  <a:pt x="24002" y="38741"/>
                </a:lnTo>
                <a:cubicBezTo>
                  <a:pt x="27075" y="41421"/>
                  <a:pt x="29857" y="42834"/>
                  <a:pt x="32420" y="43009"/>
                </a:cubicBezTo>
                <a:cubicBezTo>
                  <a:pt x="35042" y="43183"/>
                  <a:pt x="37372" y="42047"/>
                  <a:pt x="39484" y="39659"/>
                </a:cubicBezTo>
                <a:cubicBezTo>
                  <a:pt x="41975" y="36804"/>
                  <a:pt x="43067" y="33731"/>
                  <a:pt x="42659" y="30440"/>
                </a:cubicBezTo>
                <a:cubicBezTo>
                  <a:pt x="42324" y="27192"/>
                  <a:pt x="40562" y="24177"/>
                  <a:pt x="37430" y="21395"/>
                </a:cubicBezTo>
                <a:lnTo>
                  <a:pt x="19108" y="5287"/>
                </a:lnTo>
                <a:lnTo>
                  <a:pt x="23769" y="0"/>
                </a:lnTo>
                <a:lnTo>
                  <a:pt x="56087" y="28386"/>
                </a:lnTo>
                <a:lnTo>
                  <a:pt x="51369" y="33673"/>
                </a:lnTo>
                <a:lnTo>
                  <a:pt x="46417" y="29304"/>
                </a:lnTo>
                <a:cubicBezTo>
                  <a:pt x="47276" y="32318"/>
                  <a:pt x="47393" y="35100"/>
                  <a:pt x="46868" y="37664"/>
                </a:cubicBezTo>
                <a:cubicBezTo>
                  <a:pt x="46300" y="40227"/>
                  <a:pt x="45048" y="42615"/>
                  <a:pt x="43067" y="44829"/>
                </a:cubicBezTo>
                <a:cubicBezTo>
                  <a:pt x="39819" y="48529"/>
                  <a:pt x="36178" y="50349"/>
                  <a:pt x="32202" y="50233"/>
                </a:cubicBezTo>
                <a:cubicBezTo>
                  <a:pt x="28211" y="50116"/>
                  <a:pt x="23944" y="48135"/>
                  <a:pt x="19502" y="44203"/>
                </a:cubicBezTo>
                <a:close/>
                <a:moveTo>
                  <a:pt x="19502" y="442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C0822-4B42-43C9-A527-6F5C8A9B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250" y="5384816"/>
            <a:ext cx="57180" cy="62685"/>
          </a:xfrm>
          <a:custGeom xmlns:a="http://schemas.openxmlformats.org/drawingml/2006/main">
            <a:pathLst>
              <a:path w="57180" h="62685">
                <a:moveTo>
                  <a:pt x="30440" y="19167"/>
                </a:moveTo>
                <a:cubicBezTo>
                  <a:pt x="26565" y="15817"/>
                  <a:pt x="22924" y="13938"/>
                  <a:pt x="19400" y="13705"/>
                </a:cubicBezTo>
                <a:cubicBezTo>
                  <a:pt x="15875" y="13428"/>
                  <a:pt x="12860" y="14681"/>
                  <a:pt x="10355" y="17579"/>
                </a:cubicBezTo>
                <a:cubicBezTo>
                  <a:pt x="7850" y="20419"/>
                  <a:pt x="6933" y="23551"/>
                  <a:pt x="7675" y="27017"/>
                </a:cubicBezTo>
                <a:cubicBezTo>
                  <a:pt x="8418" y="30440"/>
                  <a:pt x="10690" y="33848"/>
                  <a:pt x="14506" y="37256"/>
                </a:cubicBezTo>
                <a:cubicBezTo>
                  <a:pt x="18322" y="40620"/>
                  <a:pt x="22021" y="42441"/>
                  <a:pt x="25546" y="42717"/>
                </a:cubicBezTo>
                <a:cubicBezTo>
                  <a:pt x="29012" y="43009"/>
                  <a:pt x="32027" y="41698"/>
                  <a:pt x="34532" y="38858"/>
                </a:cubicBezTo>
                <a:cubicBezTo>
                  <a:pt x="37096" y="36003"/>
                  <a:pt x="37940" y="32828"/>
                  <a:pt x="37270" y="29406"/>
                </a:cubicBezTo>
                <a:cubicBezTo>
                  <a:pt x="36527" y="25939"/>
                  <a:pt x="34255" y="22531"/>
                  <a:pt x="30440" y="19167"/>
                </a:cubicBezTo>
                <a:close/>
                <a:moveTo>
                  <a:pt x="47611" y="24861"/>
                </a:moveTo>
                <a:cubicBezTo>
                  <a:pt x="53073" y="29697"/>
                  <a:pt x="56102" y="34532"/>
                  <a:pt x="56670" y="39309"/>
                </a:cubicBezTo>
                <a:cubicBezTo>
                  <a:pt x="57180" y="44145"/>
                  <a:pt x="55243" y="49038"/>
                  <a:pt x="50801" y="54107"/>
                </a:cubicBezTo>
                <a:cubicBezTo>
                  <a:pt x="49155" y="55927"/>
                  <a:pt x="47509" y="57573"/>
                  <a:pt x="45747" y="58986"/>
                </a:cubicBezTo>
                <a:cubicBezTo>
                  <a:pt x="44028" y="60413"/>
                  <a:pt x="42149" y="61607"/>
                  <a:pt x="40227" y="62685"/>
                </a:cubicBezTo>
                <a:lnTo>
                  <a:pt x="35042" y="58141"/>
                </a:lnTo>
                <a:cubicBezTo>
                  <a:pt x="37270" y="57340"/>
                  <a:pt x="39251" y="56321"/>
                  <a:pt x="41013" y="55184"/>
                </a:cubicBezTo>
                <a:cubicBezTo>
                  <a:pt x="42732" y="53990"/>
                  <a:pt x="44319" y="52621"/>
                  <a:pt x="45688" y="51092"/>
                </a:cubicBezTo>
                <a:cubicBezTo>
                  <a:pt x="48762" y="47553"/>
                  <a:pt x="50116" y="44203"/>
                  <a:pt x="49839" y="40839"/>
                </a:cubicBezTo>
                <a:cubicBezTo>
                  <a:pt x="49548" y="37547"/>
                  <a:pt x="47567" y="34241"/>
                  <a:pt x="43868" y="31008"/>
                </a:cubicBezTo>
                <a:lnTo>
                  <a:pt x="41246" y="28721"/>
                </a:lnTo>
                <a:cubicBezTo>
                  <a:pt x="42208" y="31459"/>
                  <a:pt x="42382" y="34124"/>
                  <a:pt x="41814" y="36688"/>
                </a:cubicBezTo>
                <a:cubicBezTo>
                  <a:pt x="41246" y="39193"/>
                  <a:pt x="39936" y="41698"/>
                  <a:pt x="37838" y="44086"/>
                </a:cubicBezTo>
                <a:cubicBezTo>
                  <a:pt x="34357" y="48019"/>
                  <a:pt x="30032" y="49898"/>
                  <a:pt x="24920" y="49665"/>
                </a:cubicBezTo>
                <a:cubicBezTo>
                  <a:pt x="19735" y="49432"/>
                  <a:pt x="14681" y="47101"/>
                  <a:pt x="9671" y="42717"/>
                </a:cubicBezTo>
                <a:cubicBezTo>
                  <a:pt x="4719" y="38348"/>
                  <a:pt x="1762" y="33556"/>
                  <a:pt x="903" y="28503"/>
                </a:cubicBezTo>
                <a:cubicBezTo>
                  <a:pt x="0" y="23434"/>
                  <a:pt x="1311" y="18934"/>
                  <a:pt x="4777" y="14958"/>
                </a:cubicBezTo>
                <a:cubicBezTo>
                  <a:pt x="6889" y="12569"/>
                  <a:pt x="9161" y="10923"/>
                  <a:pt x="11608" y="10064"/>
                </a:cubicBezTo>
                <a:cubicBezTo>
                  <a:pt x="14055" y="9161"/>
                  <a:pt x="16662" y="9044"/>
                  <a:pt x="19575" y="9612"/>
                </a:cubicBezTo>
                <a:lnTo>
                  <a:pt x="14681" y="5287"/>
                </a:lnTo>
                <a:lnTo>
                  <a:pt x="19342" y="0"/>
                </a:lnTo>
                <a:lnTo>
                  <a:pt x="47611" y="24861"/>
                </a:lnTo>
                <a:close/>
                <a:moveTo>
                  <a:pt x="47611" y="248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AFC1B-5EC5-45FF-BFBB-446EA736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635" y="5357508"/>
            <a:ext cx="49490" cy="44771"/>
          </a:xfrm>
          <a:custGeom xmlns:a="http://schemas.openxmlformats.org/drawingml/2006/main">
            <a:pathLst>
              <a:path w="49490" h="44771">
                <a:moveTo>
                  <a:pt x="12569" y="16385"/>
                </a:moveTo>
                <a:lnTo>
                  <a:pt x="17244" y="11084"/>
                </a:lnTo>
                <a:lnTo>
                  <a:pt x="49490" y="39484"/>
                </a:lnTo>
                <a:lnTo>
                  <a:pt x="44829" y="44771"/>
                </a:lnTo>
                <a:lnTo>
                  <a:pt x="12569" y="16385"/>
                </a:lnTo>
                <a:close/>
                <a:moveTo>
                  <a:pt x="0" y="5287"/>
                </a:moveTo>
                <a:lnTo>
                  <a:pt x="4661" y="0"/>
                </a:lnTo>
                <a:lnTo>
                  <a:pt x="11375" y="5913"/>
                </a:lnTo>
                <a:lnTo>
                  <a:pt x="6714" y="11200"/>
                </a:lnTo>
                <a:lnTo>
                  <a:pt x="0" y="5287"/>
                </a:lnTo>
                <a:close/>
                <a:moveTo>
                  <a:pt x="0" y="52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2CF5C-E0E4-49E1-9C7E-0E3AC238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433" y="5335720"/>
            <a:ext cx="56087" cy="50407"/>
          </a:xfrm>
          <a:custGeom xmlns:a="http://schemas.openxmlformats.org/drawingml/2006/main">
            <a:pathLst>
              <a:path w="56087" h="50407">
                <a:moveTo>
                  <a:pt x="36629" y="6190"/>
                </a:moveTo>
                <a:lnTo>
                  <a:pt x="56087" y="23318"/>
                </a:lnTo>
                <a:lnTo>
                  <a:pt x="51427" y="28604"/>
                </a:lnTo>
                <a:lnTo>
                  <a:pt x="32144" y="11652"/>
                </a:lnTo>
                <a:cubicBezTo>
                  <a:pt x="29071" y="8928"/>
                  <a:pt x="26274" y="7501"/>
                  <a:pt x="23725" y="7384"/>
                </a:cubicBezTo>
                <a:cubicBezTo>
                  <a:pt x="21104" y="7224"/>
                  <a:pt x="18774" y="8360"/>
                  <a:pt x="16720" y="10749"/>
                </a:cubicBezTo>
                <a:cubicBezTo>
                  <a:pt x="14157" y="13589"/>
                  <a:pt x="13079" y="16662"/>
                  <a:pt x="13487" y="19968"/>
                </a:cubicBezTo>
                <a:cubicBezTo>
                  <a:pt x="13822" y="23201"/>
                  <a:pt x="15584" y="26216"/>
                  <a:pt x="18774" y="29012"/>
                </a:cubicBezTo>
                <a:lnTo>
                  <a:pt x="36979" y="45048"/>
                </a:lnTo>
                <a:lnTo>
                  <a:pt x="32318" y="50407"/>
                </a:lnTo>
                <a:lnTo>
                  <a:pt x="0" y="21949"/>
                </a:lnTo>
                <a:lnTo>
                  <a:pt x="4719" y="16603"/>
                </a:lnTo>
                <a:lnTo>
                  <a:pt x="9729" y="21046"/>
                </a:lnTo>
                <a:cubicBezTo>
                  <a:pt x="8928" y="18089"/>
                  <a:pt x="8753" y="15293"/>
                  <a:pt x="9321" y="12744"/>
                </a:cubicBezTo>
                <a:cubicBezTo>
                  <a:pt x="9889" y="10181"/>
                  <a:pt x="11142" y="7734"/>
                  <a:pt x="13137" y="5520"/>
                </a:cubicBezTo>
                <a:cubicBezTo>
                  <a:pt x="16385" y="1821"/>
                  <a:pt x="20026" y="0"/>
                  <a:pt x="23944" y="102"/>
                </a:cubicBezTo>
                <a:cubicBezTo>
                  <a:pt x="27935" y="218"/>
                  <a:pt x="32144" y="2272"/>
                  <a:pt x="36629" y="6190"/>
                </a:cubicBezTo>
                <a:close/>
                <a:moveTo>
                  <a:pt x="36629" y="61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0FD0D-9D2E-4FA4-923B-E17D2F49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1" y="5335196"/>
            <a:ext cx="12686" cy="12525"/>
          </a:xfrm>
          <a:custGeom xmlns:a="http://schemas.openxmlformats.org/drawingml/2006/main">
            <a:pathLst>
              <a:path w="12686" h="12525">
                <a:moveTo>
                  <a:pt x="0" y="6088"/>
                </a:moveTo>
                <a:lnTo>
                  <a:pt x="5345" y="0"/>
                </a:lnTo>
                <a:lnTo>
                  <a:pt x="12686" y="6437"/>
                </a:lnTo>
                <a:lnTo>
                  <a:pt x="7282" y="12525"/>
                </a:lnTo>
                <a:lnTo>
                  <a:pt x="0" y="6088"/>
                </a:lnTo>
                <a:close/>
                <a:moveTo>
                  <a:pt x="0" y="60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8AF22-3AFD-41A2-AA97-1048A8D2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510" y="5285764"/>
            <a:ext cx="66632" cy="43693"/>
          </a:xfrm>
          <a:custGeom xmlns:a="http://schemas.openxmlformats.org/drawingml/2006/main">
            <a:pathLst>
              <a:path w="66632" h="43693">
                <a:moveTo>
                  <a:pt x="0" y="5855"/>
                </a:moveTo>
                <a:lnTo>
                  <a:pt x="5127" y="0"/>
                </a:lnTo>
                <a:lnTo>
                  <a:pt x="43300" y="33571"/>
                </a:lnTo>
                <a:lnTo>
                  <a:pt x="61738" y="12627"/>
                </a:lnTo>
                <a:lnTo>
                  <a:pt x="66632" y="16953"/>
                </a:lnTo>
                <a:lnTo>
                  <a:pt x="43067" y="43693"/>
                </a:lnTo>
                <a:lnTo>
                  <a:pt x="0" y="5855"/>
                </a:lnTo>
                <a:close/>
                <a:moveTo>
                  <a:pt x="0" y="58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246F5-8C26-4C04-8A9F-55E5833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478" y="5219307"/>
            <a:ext cx="77716" cy="77264"/>
          </a:xfrm>
          <a:custGeom xmlns:a="http://schemas.openxmlformats.org/drawingml/2006/main">
            <a:pathLst>
              <a:path w="77716" h="77264">
                <a:moveTo>
                  <a:pt x="0" y="39382"/>
                </a:moveTo>
                <a:lnTo>
                  <a:pt x="7617" y="30731"/>
                </a:lnTo>
                <a:lnTo>
                  <a:pt x="46591" y="45514"/>
                </a:lnTo>
                <a:lnTo>
                  <a:pt x="27017" y="8710"/>
                </a:lnTo>
                <a:lnTo>
                  <a:pt x="34649" y="0"/>
                </a:lnTo>
                <a:lnTo>
                  <a:pt x="77716" y="37897"/>
                </a:lnTo>
                <a:lnTo>
                  <a:pt x="72705" y="43591"/>
                </a:lnTo>
                <a:lnTo>
                  <a:pt x="34925" y="10297"/>
                </a:lnTo>
                <a:lnTo>
                  <a:pt x="54675" y="47393"/>
                </a:lnTo>
                <a:lnTo>
                  <a:pt x="49490" y="53262"/>
                </a:lnTo>
                <a:lnTo>
                  <a:pt x="10239" y="38348"/>
                </a:lnTo>
                <a:lnTo>
                  <a:pt x="48019" y="71628"/>
                </a:lnTo>
                <a:lnTo>
                  <a:pt x="43067" y="77264"/>
                </a:lnTo>
                <a:lnTo>
                  <a:pt x="0" y="39382"/>
                </a:lnTo>
                <a:close/>
                <a:moveTo>
                  <a:pt x="0" y="393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57DC8-E3D6-42F3-B207-5F2EAF23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18" y="6012848"/>
            <a:ext cx="47043" cy="60136"/>
          </a:xfrm>
          <a:custGeom xmlns:a="http://schemas.openxmlformats.org/drawingml/2006/main">
            <a:pathLst>
              <a:path w="47043" h="60136">
                <a:moveTo>
                  <a:pt x="10006" y="19516"/>
                </a:moveTo>
                <a:lnTo>
                  <a:pt x="25662" y="34299"/>
                </a:lnTo>
                <a:lnTo>
                  <a:pt x="32377" y="27192"/>
                </a:lnTo>
                <a:cubicBezTo>
                  <a:pt x="34823" y="24570"/>
                  <a:pt x="36061" y="21905"/>
                  <a:pt x="36061" y="19167"/>
                </a:cubicBezTo>
                <a:cubicBezTo>
                  <a:pt x="36061" y="16443"/>
                  <a:pt x="34823" y="13938"/>
                  <a:pt x="32260" y="11550"/>
                </a:cubicBezTo>
                <a:cubicBezTo>
                  <a:pt x="29755" y="9219"/>
                  <a:pt x="27192" y="8083"/>
                  <a:pt x="24468" y="8243"/>
                </a:cubicBezTo>
                <a:cubicBezTo>
                  <a:pt x="21730" y="8418"/>
                  <a:pt x="19167" y="9787"/>
                  <a:pt x="16662" y="12394"/>
                </a:cubicBezTo>
                <a:lnTo>
                  <a:pt x="10006" y="19516"/>
                </a:lnTo>
                <a:close/>
                <a:moveTo>
                  <a:pt x="0" y="20769"/>
                </a:moveTo>
                <a:lnTo>
                  <a:pt x="12059" y="8025"/>
                </a:lnTo>
                <a:cubicBezTo>
                  <a:pt x="16443" y="3350"/>
                  <a:pt x="20827" y="845"/>
                  <a:pt x="25196" y="451"/>
                </a:cubicBezTo>
                <a:cubicBezTo>
                  <a:pt x="29580" y="0"/>
                  <a:pt x="33789" y="1762"/>
                  <a:pt x="37882" y="5578"/>
                </a:cubicBezTo>
                <a:cubicBezTo>
                  <a:pt x="41989" y="9438"/>
                  <a:pt x="43970" y="13589"/>
                  <a:pt x="43868" y="17972"/>
                </a:cubicBezTo>
                <a:cubicBezTo>
                  <a:pt x="43693" y="22356"/>
                  <a:pt x="41421" y="26900"/>
                  <a:pt x="36979" y="31576"/>
                </a:cubicBezTo>
                <a:lnTo>
                  <a:pt x="30323" y="38683"/>
                </a:lnTo>
                <a:lnTo>
                  <a:pt x="47043" y="54442"/>
                </a:lnTo>
                <a:lnTo>
                  <a:pt x="41756" y="60136"/>
                </a:lnTo>
                <a:lnTo>
                  <a:pt x="0" y="20769"/>
                </a:lnTo>
                <a:close/>
                <a:moveTo>
                  <a:pt x="0" y="207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0BB0B-AEFF-45D6-9D60-34926E69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500" y="5988103"/>
            <a:ext cx="68205" cy="50742"/>
          </a:xfrm>
          <a:custGeom xmlns:a="http://schemas.openxmlformats.org/drawingml/2006/main">
            <a:pathLst>
              <a:path w="68205" h="50742">
                <a:moveTo>
                  <a:pt x="49330" y="6714"/>
                </a:moveTo>
                <a:lnTo>
                  <a:pt x="68205" y="24512"/>
                </a:lnTo>
                <a:lnTo>
                  <a:pt x="63370" y="29697"/>
                </a:lnTo>
                <a:lnTo>
                  <a:pt x="44654" y="12059"/>
                </a:lnTo>
                <a:cubicBezTo>
                  <a:pt x="41698" y="9205"/>
                  <a:pt x="38916" y="7734"/>
                  <a:pt x="36353" y="7501"/>
                </a:cubicBezTo>
                <a:cubicBezTo>
                  <a:pt x="33789" y="7282"/>
                  <a:pt x="31401" y="8302"/>
                  <a:pt x="29245" y="10632"/>
                </a:cubicBezTo>
                <a:cubicBezTo>
                  <a:pt x="26624" y="13414"/>
                  <a:pt x="25488" y="16429"/>
                  <a:pt x="25706" y="19676"/>
                </a:cubicBezTo>
                <a:cubicBezTo>
                  <a:pt x="25997" y="22983"/>
                  <a:pt x="27643" y="26056"/>
                  <a:pt x="30658" y="28896"/>
                </a:cubicBezTo>
                <a:lnTo>
                  <a:pt x="48354" y="45557"/>
                </a:lnTo>
                <a:lnTo>
                  <a:pt x="43518" y="50742"/>
                </a:lnTo>
                <a:lnTo>
                  <a:pt x="0" y="9773"/>
                </a:lnTo>
                <a:lnTo>
                  <a:pt x="4894" y="4602"/>
                </a:lnTo>
                <a:lnTo>
                  <a:pt x="21963" y="20696"/>
                </a:lnTo>
                <a:cubicBezTo>
                  <a:pt x="21220" y="17681"/>
                  <a:pt x="21162" y="14899"/>
                  <a:pt x="21788" y="12336"/>
                </a:cubicBezTo>
                <a:cubicBezTo>
                  <a:pt x="22473" y="9773"/>
                  <a:pt x="23784" y="7442"/>
                  <a:pt x="25881" y="5287"/>
                </a:cubicBezTo>
                <a:cubicBezTo>
                  <a:pt x="29245" y="1646"/>
                  <a:pt x="32945" y="0"/>
                  <a:pt x="36862" y="218"/>
                </a:cubicBezTo>
                <a:cubicBezTo>
                  <a:pt x="40853" y="510"/>
                  <a:pt x="45004" y="2665"/>
                  <a:pt x="49330" y="6714"/>
                </a:cubicBezTo>
                <a:close/>
                <a:moveTo>
                  <a:pt x="49330" y="67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956EB-9D0A-47F3-9836-DE3D0555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650" y="5953454"/>
            <a:ext cx="45048" cy="44203"/>
          </a:xfrm>
          <a:custGeom xmlns:a="http://schemas.openxmlformats.org/drawingml/2006/main">
            <a:pathLst>
              <a:path w="45048" h="44203">
                <a:moveTo>
                  <a:pt x="10457" y="10690"/>
                </a:moveTo>
                <a:cubicBezTo>
                  <a:pt x="7850" y="13472"/>
                  <a:pt x="6874" y="16662"/>
                  <a:pt x="7501" y="20303"/>
                </a:cubicBezTo>
                <a:cubicBezTo>
                  <a:pt x="8185" y="23886"/>
                  <a:pt x="10341" y="27468"/>
                  <a:pt x="14098" y="31008"/>
                </a:cubicBezTo>
                <a:cubicBezTo>
                  <a:pt x="17856" y="34532"/>
                  <a:pt x="21555" y="36513"/>
                  <a:pt x="25196" y="36979"/>
                </a:cubicBezTo>
                <a:cubicBezTo>
                  <a:pt x="28837" y="37372"/>
                  <a:pt x="31969" y="36236"/>
                  <a:pt x="34590" y="33454"/>
                </a:cubicBezTo>
                <a:cubicBezTo>
                  <a:pt x="37197" y="30716"/>
                  <a:pt x="38173" y="27527"/>
                  <a:pt x="37489" y="23886"/>
                </a:cubicBezTo>
                <a:cubicBezTo>
                  <a:pt x="36862" y="20245"/>
                  <a:pt x="34634" y="16662"/>
                  <a:pt x="30949" y="13137"/>
                </a:cubicBezTo>
                <a:cubicBezTo>
                  <a:pt x="27250" y="9671"/>
                  <a:pt x="23551" y="7675"/>
                  <a:pt x="19851" y="7282"/>
                </a:cubicBezTo>
                <a:cubicBezTo>
                  <a:pt x="16152" y="6816"/>
                  <a:pt x="13021" y="7967"/>
                  <a:pt x="10457" y="10690"/>
                </a:cubicBezTo>
                <a:close/>
                <a:moveTo>
                  <a:pt x="6088" y="6598"/>
                </a:moveTo>
                <a:cubicBezTo>
                  <a:pt x="10297" y="2097"/>
                  <a:pt x="15074" y="0"/>
                  <a:pt x="20361" y="160"/>
                </a:cubicBezTo>
                <a:cubicBezTo>
                  <a:pt x="25706" y="335"/>
                  <a:pt x="30949" y="2840"/>
                  <a:pt x="36061" y="7734"/>
                </a:cubicBezTo>
                <a:cubicBezTo>
                  <a:pt x="41188" y="12511"/>
                  <a:pt x="44028" y="17579"/>
                  <a:pt x="44538" y="22924"/>
                </a:cubicBezTo>
                <a:cubicBezTo>
                  <a:pt x="45048" y="28211"/>
                  <a:pt x="43169" y="33105"/>
                  <a:pt x="38960" y="37547"/>
                </a:cubicBezTo>
                <a:cubicBezTo>
                  <a:pt x="34751" y="42033"/>
                  <a:pt x="29974" y="44203"/>
                  <a:pt x="24628" y="44028"/>
                </a:cubicBezTo>
                <a:cubicBezTo>
                  <a:pt x="19342" y="43795"/>
                  <a:pt x="14098" y="41246"/>
                  <a:pt x="8986" y="36469"/>
                </a:cubicBezTo>
                <a:cubicBezTo>
                  <a:pt x="3860" y="31634"/>
                  <a:pt x="1020" y="26565"/>
                  <a:pt x="510" y="21279"/>
                </a:cubicBezTo>
                <a:cubicBezTo>
                  <a:pt x="0" y="15977"/>
                  <a:pt x="1864" y="11084"/>
                  <a:pt x="6088" y="6598"/>
                </a:cubicBezTo>
                <a:close/>
                <a:moveTo>
                  <a:pt x="6088" y="6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C5434-B0AC-4F4D-9F34-5E60B37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08" y="5922213"/>
            <a:ext cx="55068" cy="40970"/>
          </a:xfrm>
          <a:custGeom xmlns:a="http://schemas.openxmlformats.org/drawingml/2006/main">
            <a:pathLst>
              <a:path w="55068" h="40970">
                <a:moveTo>
                  <a:pt x="4879" y="2170"/>
                </a:moveTo>
                <a:lnTo>
                  <a:pt x="13763" y="10588"/>
                </a:lnTo>
                <a:lnTo>
                  <a:pt x="23711" y="0"/>
                </a:lnTo>
                <a:lnTo>
                  <a:pt x="27760" y="3758"/>
                </a:lnTo>
                <a:lnTo>
                  <a:pt x="17739" y="14346"/>
                </a:lnTo>
                <a:lnTo>
                  <a:pt x="34751" y="30323"/>
                </a:lnTo>
                <a:cubicBezTo>
                  <a:pt x="37314" y="32770"/>
                  <a:pt x="39251" y="33964"/>
                  <a:pt x="40664" y="33906"/>
                </a:cubicBezTo>
                <a:cubicBezTo>
                  <a:pt x="42033" y="33906"/>
                  <a:pt x="43737" y="32828"/>
                  <a:pt x="45790" y="30673"/>
                </a:cubicBezTo>
                <a:lnTo>
                  <a:pt x="50742" y="25429"/>
                </a:lnTo>
                <a:lnTo>
                  <a:pt x="55068" y="29478"/>
                </a:lnTo>
                <a:lnTo>
                  <a:pt x="50058" y="34765"/>
                </a:lnTo>
                <a:cubicBezTo>
                  <a:pt x="46300" y="38741"/>
                  <a:pt x="43009" y="40737"/>
                  <a:pt x="40096" y="40853"/>
                </a:cubicBezTo>
                <a:cubicBezTo>
                  <a:pt x="37197" y="40970"/>
                  <a:pt x="33789" y="39207"/>
                  <a:pt x="29857" y="35508"/>
                </a:cubicBezTo>
                <a:lnTo>
                  <a:pt x="12904" y="19516"/>
                </a:lnTo>
                <a:lnTo>
                  <a:pt x="9321" y="23274"/>
                </a:lnTo>
                <a:lnTo>
                  <a:pt x="5345" y="19516"/>
                </a:lnTo>
                <a:lnTo>
                  <a:pt x="8870" y="15759"/>
                </a:lnTo>
                <a:lnTo>
                  <a:pt x="0" y="7340"/>
                </a:lnTo>
                <a:lnTo>
                  <a:pt x="4879" y="2170"/>
                </a:lnTo>
                <a:close/>
                <a:moveTo>
                  <a:pt x="4879" y="2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48592-D855-47D7-8CA0-D6F2A40B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00" y="5895983"/>
            <a:ext cx="45004" cy="44217"/>
          </a:xfrm>
          <a:custGeom xmlns:a="http://schemas.openxmlformats.org/drawingml/2006/main">
            <a:pathLst>
              <a:path w="45004" h="44217">
                <a:moveTo>
                  <a:pt x="10472" y="10705"/>
                </a:moveTo>
                <a:cubicBezTo>
                  <a:pt x="7850" y="13487"/>
                  <a:pt x="6889" y="16676"/>
                  <a:pt x="7515" y="20317"/>
                </a:cubicBezTo>
                <a:cubicBezTo>
                  <a:pt x="8141" y="23900"/>
                  <a:pt x="10355" y="27483"/>
                  <a:pt x="14113" y="31008"/>
                </a:cubicBezTo>
                <a:cubicBezTo>
                  <a:pt x="17812" y="34532"/>
                  <a:pt x="21512" y="36527"/>
                  <a:pt x="25211" y="36979"/>
                </a:cubicBezTo>
                <a:cubicBezTo>
                  <a:pt x="28852" y="37387"/>
                  <a:pt x="31983" y="36251"/>
                  <a:pt x="34590" y="33454"/>
                </a:cubicBezTo>
                <a:cubicBezTo>
                  <a:pt x="37154" y="30731"/>
                  <a:pt x="38130" y="27541"/>
                  <a:pt x="37503" y="23900"/>
                </a:cubicBezTo>
                <a:cubicBezTo>
                  <a:pt x="36819" y="20259"/>
                  <a:pt x="34649" y="16676"/>
                  <a:pt x="30891" y="13152"/>
                </a:cubicBezTo>
                <a:cubicBezTo>
                  <a:pt x="27206" y="9671"/>
                  <a:pt x="23507" y="7690"/>
                  <a:pt x="19866" y="7282"/>
                </a:cubicBezTo>
                <a:cubicBezTo>
                  <a:pt x="16166" y="6831"/>
                  <a:pt x="13035" y="7967"/>
                  <a:pt x="10472" y="10705"/>
                </a:cubicBezTo>
                <a:close/>
                <a:moveTo>
                  <a:pt x="6088" y="6598"/>
                </a:moveTo>
                <a:cubicBezTo>
                  <a:pt x="10297" y="2112"/>
                  <a:pt x="15074" y="0"/>
                  <a:pt x="20376" y="175"/>
                </a:cubicBezTo>
                <a:cubicBezTo>
                  <a:pt x="25721" y="350"/>
                  <a:pt x="30949" y="2855"/>
                  <a:pt x="36076" y="7690"/>
                </a:cubicBezTo>
                <a:cubicBezTo>
                  <a:pt x="41188" y="12525"/>
                  <a:pt x="43984" y="17579"/>
                  <a:pt x="44494" y="22939"/>
                </a:cubicBezTo>
                <a:cubicBezTo>
                  <a:pt x="45004" y="28226"/>
                  <a:pt x="43183" y="33119"/>
                  <a:pt x="38974" y="37562"/>
                </a:cubicBezTo>
                <a:cubicBezTo>
                  <a:pt x="34707" y="42047"/>
                  <a:pt x="29930" y="44217"/>
                  <a:pt x="24643" y="43984"/>
                </a:cubicBezTo>
                <a:cubicBezTo>
                  <a:pt x="19342" y="43810"/>
                  <a:pt x="14113" y="41246"/>
                  <a:pt x="9001" y="36469"/>
                </a:cubicBezTo>
                <a:cubicBezTo>
                  <a:pt x="3874" y="31576"/>
                  <a:pt x="1034" y="26580"/>
                  <a:pt x="510" y="21279"/>
                </a:cubicBezTo>
                <a:cubicBezTo>
                  <a:pt x="0" y="15992"/>
                  <a:pt x="1879" y="11098"/>
                  <a:pt x="6088" y="6598"/>
                </a:cubicBezTo>
                <a:close/>
                <a:moveTo>
                  <a:pt x="6088" y="6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6AC2B-3023-4178-AFE9-6CF19029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42" y="5853207"/>
            <a:ext cx="62743" cy="61607"/>
          </a:xfrm>
          <a:custGeom xmlns:a="http://schemas.openxmlformats.org/drawingml/2006/main">
            <a:pathLst>
              <a:path w="62743" h="61607">
                <a:moveTo>
                  <a:pt x="8578" y="8418"/>
                </a:moveTo>
                <a:lnTo>
                  <a:pt x="22123" y="35668"/>
                </a:lnTo>
                <a:lnTo>
                  <a:pt x="36571" y="20303"/>
                </a:lnTo>
                <a:lnTo>
                  <a:pt x="8578" y="8418"/>
                </a:lnTo>
                <a:close/>
                <a:moveTo>
                  <a:pt x="0" y="6365"/>
                </a:moveTo>
                <a:lnTo>
                  <a:pt x="6030" y="0"/>
                </a:lnTo>
                <a:lnTo>
                  <a:pt x="62743" y="23376"/>
                </a:lnTo>
                <a:lnTo>
                  <a:pt x="57223" y="29304"/>
                </a:lnTo>
                <a:lnTo>
                  <a:pt x="42950" y="22983"/>
                </a:lnTo>
                <a:lnTo>
                  <a:pt x="25196" y="41814"/>
                </a:lnTo>
                <a:lnTo>
                  <a:pt x="32304" y="55694"/>
                </a:lnTo>
                <a:lnTo>
                  <a:pt x="26740" y="61607"/>
                </a:lnTo>
                <a:lnTo>
                  <a:pt x="0" y="6365"/>
                </a:lnTo>
                <a:close/>
                <a:moveTo>
                  <a:pt x="0" y="63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35196-3DBB-42C4-AB87-034559BD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947" y="5820146"/>
            <a:ext cx="55986" cy="50815"/>
          </a:xfrm>
          <a:custGeom xmlns:a="http://schemas.openxmlformats.org/drawingml/2006/main">
            <a:pathLst>
              <a:path w="55986" h="50815">
                <a:moveTo>
                  <a:pt x="37096" y="6772"/>
                </a:moveTo>
                <a:lnTo>
                  <a:pt x="55986" y="24585"/>
                </a:lnTo>
                <a:lnTo>
                  <a:pt x="51150" y="29697"/>
                </a:lnTo>
                <a:lnTo>
                  <a:pt x="32435" y="12059"/>
                </a:lnTo>
                <a:cubicBezTo>
                  <a:pt x="29464" y="9278"/>
                  <a:pt x="26682" y="7748"/>
                  <a:pt x="24119" y="7515"/>
                </a:cubicBezTo>
                <a:cubicBezTo>
                  <a:pt x="21555" y="7282"/>
                  <a:pt x="19225" y="8375"/>
                  <a:pt x="17011" y="10647"/>
                </a:cubicBezTo>
                <a:cubicBezTo>
                  <a:pt x="14390" y="13428"/>
                  <a:pt x="13254" y="16443"/>
                  <a:pt x="13487" y="19749"/>
                </a:cubicBezTo>
                <a:cubicBezTo>
                  <a:pt x="13763" y="22983"/>
                  <a:pt x="15424" y="26056"/>
                  <a:pt x="18482" y="28969"/>
                </a:cubicBezTo>
                <a:lnTo>
                  <a:pt x="36120" y="45630"/>
                </a:lnTo>
                <a:lnTo>
                  <a:pt x="31284" y="50815"/>
                </a:lnTo>
                <a:lnTo>
                  <a:pt x="0" y="21279"/>
                </a:lnTo>
                <a:lnTo>
                  <a:pt x="4835" y="16108"/>
                </a:lnTo>
                <a:lnTo>
                  <a:pt x="9729" y="20711"/>
                </a:lnTo>
                <a:cubicBezTo>
                  <a:pt x="8986" y="17696"/>
                  <a:pt x="8928" y="14914"/>
                  <a:pt x="9612" y="12409"/>
                </a:cubicBezTo>
                <a:cubicBezTo>
                  <a:pt x="10239" y="9846"/>
                  <a:pt x="11608" y="7457"/>
                  <a:pt x="13647" y="5301"/>
                </a:cubicBezTo>
                <a:cubicBezTo>
                  <a:pt x="17011" y="1719"/>
                  <a:pt x="20711" y="0"/>
                  <a:pt x="24628" y="291"/>
                </a:cubicBezTo>
                <a:cubicBezTo>
                  <a:pt x="28619" y="524"/>
                  <a:pt x="32770" y="2680"/>
                  <a:pt x="37096" y="6772"/>
                </a:cubicBezTo>
                <a:close/>
                <a:moveTo>
                  <a:pt x="37096" y="67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591D5-94FD-41D8-931B-2345D0A9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23" y="5786415"/>
            <a:ext cx="52679" cy="45572"/>
          </a:xfrm>
          <a:custGeom xmlns:a="http://schemas.openxmlformats.org/drawingml/2006/main">
            <a:pathLst>
              <a:path w="52679" h="45572">
                <a:moveTo>
                  <a:pt x="27250" y="19007"/>
                </a:moveTo>
                <a:cubicBezTo>
                  <a:pt x="23318" y="23157"/>
                  <a:pt x="21104" y="26449"/>
                  <a:pt x="20536" y="28954"/>
                </a:cubicBezTo>
                <a:cubicBezTo>
                  <a:pt x="19968" y="31459"/>
                  <a:pt x="20813" y="33789"/>
                  <a:pt x="23143" y="35959"/>
                </a:cubicBezTo>
                <a:cubicBezTo>
                  <a:pt x="24963" y="37664"/>
                  <a:pt x="26959" y="38465"/>
                  <a:pt x="29172" y="38232"/>
                </a:cubicBezTo>
                <a:cubicBezTo>
                  <a:pt x="31401" y="38057"/>
                  <a:pt x="33440" y="36921"/>
                  <a:pt x="35377" y="34867"/>
                </a:cubicBezTo>
                <a:cubicBezTo>
                  <a:pt x="38115" y="32027"/>
                  <a:pt x="39251" y="28779"/>
                  <a:pt x="38858" y="25138"/>
                </a:cubicBezTo>
                <a:cubicBezTo>
                  <a:pt x="38450" y="21497"/>
                  <a:pt x="36571" y="18089"/>
                  <a:pt x="33221" y="14958"/>
                </a:cubicBezTo>
                <a:lnTo>
                  <a:pt x="32085" y="13880"/>
                </a:lnTo>
                <a:lnTo>
                  <a:pt x="27250" y="19007"/>
                </a:lnTo>
                <a:close/>
                <a:moveTo>
                  <a:pt x="34809" y="6714"/>
                </a:moveTo>
                <a:lnTo>
                  <a:pt x="52679" y="23551"/>
                </a:lnTo>
                <a:lnTo>
                  <a:pt x="47786" y="28736"/>
                </a:lnTo>
                <a:lnTo>
                  <a:pt x="43067" y="24235"/>
                </a:lnTo>
                <a:cubicBezTo>
                  <a:pt x="43853" y="27192"/>
                  <a:pt x="43853" y="29988"/>
                  <a:pt x="43111" y="32595"/>
                </a:cubicBezTo>
                <a:cubicBezTo>
                  <a:pt x="42382" y="35217"/>
                  <a:pt x="40780" y="37780"/>
                  <a:pt x="38392" y="40285"/>
                </a:cubicBezTo>
                <a:cubicBezTo>
                  <a:pt x="35377" y="43518"/>
                  <a:pt x="32085" y="45179"/>
                  <a:pt x="28503" y="45397"/>
                </a:cubicBezTo>
                <a:cubicBezTo>
                  <a:pt x="24905" y="45572"/>
                  <a:pt x="21614" y="44261"/>
                  <a:pt x="18599" y="41421"/>
                </a:cubicBezTo>
                <a:cubicBezTo>
                  <a:pt x="15132" y="38115"/>
                  <a:pt x="13530" y="34416"/>
                  <a:pt x="13982" y="30381"/>
                </a:cubicBezTo>
                <a:cubicBezTo>
                  <a:pt x="14448" y="26347"/>
                  <a:pt x="16836" y="21963"/>
                  <a:pt x="21264" y="17288"/>
                </a:cubicBezTo>
                <a:lnTo>
                  <a:pt x="28036" y="10064"/>
                </a:lnTo>
                <a:lnTo>
                  <a:pt x="27527" y="9612"/>
                </a:lnTo>
                <a:cubicBezTo>
                  <a:pt x="25196" y="7399"/>
                  <a:pt x="22575" y="6423"/>
                  <a:pt x="19851" y="6772"/>
                </a:cubicBezTo>
                <a:cubicBezTo>
                  <a:pt x="17055" y="7107"/>
                  <a:pt x="14390" y="8710"/>
                  <a:pt x="11710" y="11491"/>
                </a:cubicBezTo>
                <a:cubicBezTo>
                  <a:pt x="10064" y="13312"/>
                  <a:pt x="8637" y="15249"/>
                  <a:pt x="7442" y="17346"/>
                </a:cubicBezTo>
                <a:cubicBezTo>
                  <a:pt x="6248" y="19458"/>
                  <a:pt x="5403" y="21672"/>
                  <a:pt x="4777" y="24060"/>
                </a:cubicBezTo>
                <a:lnTo>
                  <a:pt x="0" y="19575"/>
                </a:lnTo>
                <a:cubicBezTo>
                  <a:pt x="1078" y="17011"/>
                  <a:pt x="2214" y="14681"/>
                  <a:pt x="3525" y="12569"/>
                </a:cubicBezTo>
                <a:cubicBezTo>
                  <a:pt x="4835" y="10414"/>
                  <a:pt x="6306" y="8535"/>
                  <a:pt x="7850" y="6889"/>
                </a:cubicBezTo>
                <a:cubicBezTo>
                  <a:pt x="12161" y="2330"/>
                  <a:pt x="16487" y="58"/>
                  <a:pt x="20987" y="58"/>
                </a:cubicBezTo>
                <a:cubicBezTo>
                  <a:pt x="25429" y="0"/>
                  <a:pt x="30032" y="2214"/>
                  <a:pt x="34809" y="6714"/>
                </a:cubicBezTo>
                <a:close/>
                <a:moveTo>
                  <a:pt x="34809" y="67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5188F-F8F9-443A-8067-8B389FC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31" y="5753252"/>
            <a:ext cx="48354" cy="46140"/>
          </a:xfrm>
          <a:custGeom xmlns:a="http://schemas.openxmlformats.org/drawingml/2006/main">
            <a:pathLst>
              <a:path w="48354" h="46140">
                <a:moveTo>
                  <a:pt x="0" y="5170"/>
                </a:moveTo>
                <a:lnTo>
                  <a:pt x="4894" y="0"/>
                </a:lnTo>
                <a:lnTo>
                  <a:pt x="48354" y="41013"/>
                </a:lnTo>
                <a:lnTo>
                  <a:pt x="43518" y="46140"/>
                </a:lnTo>
                <a:lnTo>
                  <a:pt x="0" y="5170"/>
                </a:lnTo>
                <a:close/>
                <a:moveTo>
                  <a:pt x="0" y="5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D1ED6-8D3F-4F7B-BD23-4728BA09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56" y="5727196"/>
            <a:ext cx="53422" cy="68380"/>
          </a:xfrm>
          <a:custGeom xmlns:a="http://schemas.openxmlformats.org/drawingml/2006/main">
            <a:pathLst>
              <a:path w="53422" h="68380">
                <a:moveTo>
                  <a:pt x="49956" y="46023"/>
                </a:moveTo>
                <a:cubicBezTo>
                  <a:pt x="52344" y="50975"/>
                  <a:pt x="53422" y="54660"/>
                  <a:pt x="53247" y="57107"/>
                </a:cubicBezTo>
                <a:cubicBezTo>
                  <a:pt x="53073" y="59554"/>
                  <a:pt x="51937" y="61942"/>
                  <a:pt x="49723" y="64287"/>
                </a:cubicBezTo>
                <a:lnTo>
                  <a:pt x="45849" y="68380"/>
                </a:lnTo>
                <a:lnTo>
                  <a:pt x="41581" y="64345"/>
                </a:lnTo>
                <a:lnTo>
                  <a:pt x="44436" y="61316"/>
                </a:lnTo>
                <a:cubicBezTo>
                  <a:pt x="45747" y="59903"/>
                  <a:pt x="46417" y="58476"/>
                  <a:pt x="46475" y="57063"/>
                </a:cubicBezTo>
                <a:cubicBezTo>
                  <a:pt x="46591" y="55636"/>
                  <a:pt x="45790" y="53306"/>
                  <a:pt x="44203" y="50000"/>
                </a:cubicBezTo>
                <a:lnTo>
                  <a:pt x="42732" y="46868"/>
                </a:lnTo>
                <a:lnTo>
                  <a:pt x="0" y="30483"/>
                </a:lnTo>
                <a:lnTo>
                  <a:pt x="5112" y="25022"/>
                </a:lnTo>
                <a:lnTo>
                  <a:pt x="38858" y="38333"/>
                </a:lnTo>
                <a:lnTo>
                  <a:pt x="23551" y="5462"/>
                </a:lnTo>
                <a:lnTo>
                  <a:pt x="28736" y="0"/>
                </a:lnTo>
                <a:lnTo>
                  <a:pt x="49956" y="46023"/>
                </a:lnTo>
                <a:close/>
                <a:moveTo>
                  <a:pt x="49956" y="46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ACEC6-BF3E-455F-8E7F-DA0F27A3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0" y="5701024"/>
            <a:ext cx="44887" cy="49781"/>
          </a:xfrm>
          <a:custGeom xmlns:a="http://schemas.openxmlformats.org/drawingml/2006/main">
            <a:pathLst>
              <a:path w="44887" h="49781">
                <a:moveTo>
                  <a:pt x="17463" y="0"/>
                </a:moveTo>
                <a:lnTo>
                  <a:pt x="22298" y="4602"/>
                </a:lnTo>
                <a:cubicBezTo>
                  <a:pt x="20201" y="5345"/>
                  <a:pt x="18205" y="6306"/>
                  <a:pt x="16385" y="7559"/>
                </a:cubicBezTo>
                <a:cubicBezTo>
                  <a:pt x="14506" y="8753"/>
                  <a:pt x="12802" y="10181"/>
                  <a:pt x="11200" y="11885"/>
                </a:cubicBezTo>
                <a:cubicBezTo>
                  <a:pt x="8811" y="14448"/>
                  <a:pt x="7399" y="16720"/>
                  <a:pt x="6991" y="18715"/>
                </a:cubicBezTo>
                <a:cubicBezTo>
                  <a:pt x="6598" y="20711"/>
                  <a:pt x="7166" y="22473"/>
                  <a:pt x="8710" y="23944"/>
                </a:cubicBezTo>
                <a:cubicBezTo>
                  <a:pt x="9904" y="25080"/>
                  <a:pt x="11258" y="25488"/>
                  <a:pt x="12802" y="25255"/>
                </a:cubicBezTo>
                <a:cubicBezTo>
                  <a:pt x="14331" y="24978"/>
                  <a:pt x="16720" y="23725"/>
                  <a:pt x="19968" y="21555"/>
                </a:cubicBezTo>
                <a:lnTo>
                  <a:pt x="22021" y="20128"/>
                </a:lnTo>
                <a:cubicBezTo>
                  <a:pt x="26230" y="17230"/>
                  <a:pt x="29755" y="15700"/>
                  <a:pt x="32653" y="15467"/>
                </a:cubicBezTo>
                <a:cubicBezTo>
                  <a:pt x="35493" y="15293"/>
                  <a:pt x="38232" y="16385"/>
                  <a:pt x="40795" y="18832"/>
                </a:cubicBezTo>
                <a:cubicBezTo>
                  <a:pt x="43693" y="21555"/>
                  <a:pt x="44887" y="24861"/>
                  <a:pt x="44436" y="28779"/>
                </a:cubicBezTo>
                <a:cubicBezTo>
                  <a:pt x="43970" y="32653"/>
                  <a:pt x="41814" y="36629"/>
                  <a:pt x="38057" y="40678"/>
                </a:cubicBezTo>
                <a:cubicBezTo>
                  <a:pt x="36469" y="42324"/>
                  <a:pt x="34649" y="43912"/>
                  <a:pt x="32595" y="45455"/>
                </a:cubicBezTo>
                <a:cubicBezTo>
                  <a:pt x="30556" y="46926"/>
                  <a:pt x="28269" y="48412"/>
                  <a:pt x="25706" y="49781"/>
                </a:cubicBezTo>
                <a:lnTo>
                  <a:pt x="20419" y="44771"/>
                </a:lnTo>
                <a:cubicBezTo>
                  <a:pt x="23216" y="43795"/>
                  <a:pt x="25706" y="42659"/>
                  <a:pt x="27935" y="41305"/>
                </a:cubicBezTo>
                <a:cubicBezTo>
                  <a:pt x="30148" y="39877"/>
                  <a:pt x="32144" y="38290"/>
                  <a:pt x="33848" y="36469"/>
                </a:cubicBezTo>
                <a:cubicBezTo>
                  <a:pt x="36120" y="34066"/>
                  <a:pt x="37430" y="31794"/>
                  <a:pt x="37838" y="29755"/>
                </a:cubicBezTo>
                <a:cubicBezTo>
                  <a:pt x="38232" y="27643"/>
                  <a:pt x="37722" y="25881"/>
                  <a:pt x="36178" y="24454"/>
                </a:cubicBezTo>
                <a:cubicBezTo>
                  <a:pt x="34823" y="23143"/>
                  <a:pt x="33280" y="22633"/>
                  <a:pt x="31634" y="22866"/>
                </a:cubicBezTo>
                <a:cubicBezTo>
                  <a:pt x="30032" y="23099"/>
                  <a:pt x="27366" y="24454"/>
                  <a:pt x="23667" y="27017"/>
                </a:cubicBezTo>
                <a:lnTo>
                  <a:pt x="21555" y="28386"/>
                </a:lnTo>
                <a:cubicBezTo>
                  <a:pt x="17856" y="30949"/>
                  <a:pt x="14681" y="32304"/>
                  <a:pt x="11943" y="32420"/>
                </a:cubicBezTo>
                <a:cubicBezTo>
                  <a:pt x="9278" y="32479"/>
                  <a:pt x="6656" y="31401"/>
                  <a:pt x="4267" y="29129"/>
                </a:cubicBezTo>
                <a:cubicBezTo>
                  <a:pt x="1311" y="26332"/>
                  <a:pt x="0" y="23143"/>
                  <a:pt x="393" y="19560"/>
                </a:cubicBezTo>
                <a:cubicBezTo>
                  <a:pt x="743" y="15977"/>
                  <a:pt x="2724" y="12278"/>
                  <a:pt x="6365" y="8418"/>
                </a:cubicBezTo>
                <a:cubicBezTo>
                  <a:pt x="8127" y="6539"/>
                  <a:pt x="9947" y="4894"/>
                  <a:pt x="11826" y="3466"/>
                </a:cubicBezTo>
                <a:cubicBezTo>
                  <a:pt x="13705" y="2039"/>
                  <a:pt x="15584" y="903"/>
                  <a:pt x="17463" y="0"/>
                </a:cubicBezTo>
                <a:close/>
                <a:moveTo>
                  <a:pt x="174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BABBB-9A20-4806-9DF7-EB79B72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67" y="5673657"/>
            <a:ext cx="48310" cy="46140"/>
          </a:xfrm>
          <a:custGeom xmlns:a="http://schemas.openxmlformats.org/drawingml/2006/main">
            <a:pathLst>
              <a:path w="48310" h="46140">
                <a:moveTo>
                  <a:pt x="12176" y="16603"/>
                </a:moveTo>
                <a:lnTo>
                  <a:pt x="17011" y="11491"/>
                </a:lnTo>
                <a:lnTo>
                  <a:pt x="48310" y="41013"/>
                </a:lnTo>
                <a:lnTo>
                  <a:pt x="43475" y="46140"/>
                </a:lnTo>
                <a:lnTo>
                  <a:pt x="12176" y="16603"/>
                </a:lnTo>
                <a:close/>
                <a:moveTo>
                  <a:pt x="0" y="5170"/>
                </a:moveTo>
                <a:lnTo>
                  <a:pt x="4835" y="0"/>
                </a:lnTo>
                <a:lnTo>
                  <a:pt x="11389" y="6146"/>
                </a:lnTo>
                <a:lnTo>
                  <a:pt x="6496" y="11317"/>
                </a:lnTo>
                <a:lnTo>
                  <a:pt x="0" y="5170"/>
                </a:lnTo>
                <a:close/>
                <a:moveTo>
                  <a:pt x="0" y="5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080BD-B9A3-487B-BBFB-0F206187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645" y="5655277"/>
            <a:ext cx="44887" cy="49839"/>
          </a:xfrm>
          <a:custGeom xmlns:a="http://schemas.openxmlformats.org/drawingml/2006/main">
            <a:pathLst>
              <a:path w="44887" h="49839">
                <a:moveTo>
                  <a:pt x="17404" y="0"/>
                </a:moveTo>
                <a:lnTo>
                  <a:pt x="22298" y="4602"/>
                </a:lnTo>
                <a:cubicBezTo>
                  <a:pt x="20201" y="5345"/>
                  <a:pt x="18205" y="6321"/>
                  <a:pt x="16327" y="7573"/>
                </a:cubicBezTo>
                <a:cubicBezTo>
                  <a:pt x="14506" y="8768"/>
                  <a:pt x="12802" y="10239"/>
                  <a:pt x="11200" y="11885"/>
                </a:cubicBezTo>
                <a:cubicBezTo>
                  <a:pt x="8811" y="14448"/>
                  <a:pt x="7399" y="16720"/>
                  <a:pt x="6933" y="18715"/>
                </a:cubicBezTo>
                <a:cubicBezTo>
                  <a:pt x="6539" y="20769"/>
                  <a:pt x="7107" y="22473"/>
                  <a:pt x="8695" y="23958"/>
                </a:cubicBezTo>
                <a:cubicBezTo>
                  <a:pt x="9846" y="25094"/>
                  <a:pt x="11200" y="25546"/>
                  <a:pt x="12802" y="25255"/>
                </a:cubicBezTo>
                <a:cubicBezTo>
                  <a:pt x="14331" y="24978"/>
                  <a:pt x="16662" y="23784"/>
                  <a:pt x="19910" y="21555"/>
                </a:cubicBezTo>
                <a:lnTo>
                  <a:pt x="21963" y="20201"/>
                </a:lnTo>
                <a:cubicBezTo>
                  <a:pt x="26172" y="17302"/>
                  <a:pt x="29755" y="15700"/>
                  <a:pt x="32595" y="15526"/>
                </a:cubicBezTo>
                <a:cubicBezTo>
                  <a:pt x="35493" y="15307"/>
                  <a:pt x="38173" y="16443"/>
                  <a:pt x="40737" y="18832"/>
                </a:cubicBezTo>
                <a:cubicBezTo>
                  <a:pt x="43635" y="21555"/>
                  <a:pt x="44887" y="24920"/>
                  <a:pt x="44378" y="28794"/>
                </a:cubicBezTo>
                <a:cubicBezTo>
                  <a:pt x="43912" y="32712"/>
                  <a:pt x="41814" y="36644"/>
                  <a:pt x="37998" y="40678"/>
                </a:cubicBezTo>
                <a:cubicBezTo>
                  <a:pt x="36411" y="42382"/>
                  <a:pt x="34590" y="43984"/>
                  <a:pt x="32595" y="45455"/>
                </a:cubicBezTo>
                <a:cubicBezTo>
                  <a:pt x="30542" y="46999"/>
                  <a:pt x="28211" y="48412"/>
                  <a:pt x="25706" y="49839"/>
                </a:cubicBezTo>
                <a:lnTo>
                  <a:pt x="20361" y="44829"/>
                </a:lnTo>
                <a:cubicBezTo>
                  <a:pt x="23157" y="43868"/>
                  <a:pt x="25662" y="42674"/>
                  <a:pt x="27876" y="41305"/>
                </a:cubicBezTo>
                <a:cubicBezTo>
                  <a:pt x="30148" y="39936"/>
                  <a:pt x="32085" y="38290"/>
                  <a:pt x="33789" y="36527"/>
                </a:cubicBezTo>
                <a:cubicBezTo>
                  <a:pt x="36061" y="34081"/>
                  <a:pt x="37430" y="31867"/>
                  <a:pt x="37824" y="29755"/>
                </a:cubicBezTo>
                <a:cubicBezTo>
                  <a:pt x="38232" y="27643"/>
                  <a:pt x="37664" y="25881"/>
                  <a:pt x="36178" y="24468"/>
                </a:cubicBezTo>
                <a:cubicBezTo>
                  <a:pt x="34765" y="23157"/>
                  <a:pt x="33221" y="22648"/>
                  <a:pt x="31634" y="22866"/>
                </a:cubicBezTo>
                <a:cubicBezTo>
                  <a:pt x="29974" y="23099"/>
                  <a:pt x="27308" y="24526"/>
                  <a:pt x="23609" y="27032"/>
                </a:cubicBezTo>
                <a:lnTo>
                  <a:pt x="21497" y="28444"/>
                </a:lnTo>
                <a:cubicBezTo>
                  <a:pt x="17856" y="31008"/>
                  <a:pt x="14681" y="32318"/>
                  <a:pt x="11943" y="32435"/>
                </a:cubicBezTo>
                <a:cubicBezTo>
                  <a:pt x="9219" y="32537"/>
                  <a:pt x="6656" y="31459"/>
                  <a:pt x="4209" y="29187"/>
                </a:cubicBezTo>
                <a:cubicBezTo>
                  <a:pt x="1253" y="26405"/>
                  <a:pt x="0" y="23216"/>
                  <a:pt x="335" y="19633"/>
                </a:cubicBezTo>
                <a:cubicBezTo>
                  <a:pt x="743" y="15992"/>
                  <a:pt x="2724" y="12292"/>
                  <a:pt x="6306" y="8476"/>
                </a:cubicBezTo>
                <a:cubicBezTo>
                  <a:pt x="8127" y="6539"/>
                  <a:pt x="9947" y="4894"/>
                  <a:pt x="11768" y="3466"/>
                </a:cubicBezTo>
                <a:cubicBezTo>
                  <a:pt x="13647" y="2054"/>
                  <a:pt x="15526" y="918"/>
                  <a:pt x="17404" y="0"/>
                </a:cubicBezTo>
                <a:close/>
                <a:moveTo>
                  <a:pt x="1740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7992C-26C2-439D-B14F-04276896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229" y="5628887"/>
            <a:ext cx="66166" cy="44931"/>
          </a:xfrm>
          <a:custGeom xmlns:a="http://schemas.openxmlformats.org/drawingml/2006/main">
            <a:pathLst>
              <a:path w="66166" h="44931">
                <a:moveTo>
                  <a:pt x="0" y="5622"/>
                </a:moveTo>
                <a:lnTo>
                  <a:pt x="5287" y="0"/>
                </a:lnTo>
                <a:lnTo>
                  <a:pt x="42266" y="34809"/>
                </a:lnTo>
                <a:lnTo>
                  <a:pt x="61447" y="14506"/>
                </a:lnTo>
                <a:lnTo>
                  <a:pt x="66166" y="18992"/>
                </a:lnTo>
                <a:lnTo>
                  <a:pt x="41698" y="44931"/>
                </a:lnTo>
                <a:lnTo>
                  <a:pt x="0" y="5622"/>
                </a:lnTo>
                <a:close/>
                <a:moveTo>
                  <a:pt x="0" y="5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5DAD7-3FF7-4BF4-9053-77B46DDB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80" y="5596058"/>
            <a:ext cx="48354" cy="46140"/>
          </a:xfrm>
          <a:custGeom xmlns:a="http://schemas.openxmlformats.org/drawingml/2006/main">
            <a:pathLst>
              <a:path w="48354" h="46140">
                <a:moveTo>
                  <a:pt x="12234" y="16603"/>
                </a:moveTo>
                <a:lnTo>
                  <a:pt x="17069" y="11491"/>
                </a:lnTo>
                <a:lnTo>
                  <a:pt x="48354" y="40955"/>
                </a:lnTo>
                <a:lnTo>
                  <a:pt x="43518" y="46140"/>
                </a:lnTo>
                <a:lnTo>
                  <a:pt x="12234" y="16603"/>
                </a:lnTo>
                <a:close/>
                <a:moveTo>
                  <a:pt x="0" y="5112"/>
                </a:moveTo>
                <a:lnTo>
                  <a:pt x="4835" y="0"/>
                </a:lnTo>
                <a:lnTo>
                  <a:pt x="11375" y="6146"/>
                </a:lnTo>
                <a:lnTo>
                  <a:pt x="6539" y="11258"/>
                </a:lnTo>
                <a:lnTo>
                  <a:pt x="0" y="5112"/>
                </a:lnTo>
                <a:close/>
                <a:moveTo>
                  <a:pt x="0" y="5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BDAAC-55B9-47C9-B2EB-1B03E3DB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23" y="5571022"/>
            <a:ext cx="56437" cy="63370"/>
          </a:xfrm>
          <a:custGeom xmlns:a="http://schemas.openxmlformats.org/drawingml/2006/main">
            <a:pathLst>
              <a:path w="56437" h="63370">
                <a:moveTo>
                  <a:pt x="30556" y="19575"/>
                </a:moveTo>
                <a:cubicBezTo>
                  <a:pt x="26798" y="16035"/>
                  <a:pt x="23216" y="14113"/>
                  <a:pt x="19691" y="13705"/>
                </a:cubicBezTo>
                <a:cubicBezTo>
                  <a:pt x="16225" y="13312"/>
                  <a:pt x="13152" y="14506"/>
                  <a:pt x="10530" y="17288"/>
                </a:cubicBezTo>
                <a:cubicBezTo>
                  <a:pt x="7967" y="20026"/>
                  <a:pt x="6947" y="23157"/>
                  <a:pt x="7573" y="26624"/>
                </a:cubicBezTo>
                <a:cubicBezTo>
                  <a:pt x="8141" y="30090"/>
                  <a:pt x="10297" y="33571"/>
                  <a:pt x="14055" y="37096"/>
                </a:cubicBezTo>
                <a:cubicBezTo>
                  <a:pt x="17754" y="40562"/>
                  <a:pt x="21337" y="42499"/>
                  <a:pt x="24861" y="42892"/>
                </a:cubicBezTo>
                <a:cubicBezTo>
                  <a:pt x="28342" y="43300"/>
                  <a:pt x="31401" y="42106"/>
                  <a:pt x="33964" y="39368"/>
                </a:cubicBezTo>
                <a:cubicBezTo>
                  <a:pt x="36586" y="36586"/>
                  <a:pt x="37605" y="33454"/>
                  <a:pt x="36979" y="29974"/>
                </a:cubicBezTo>
                <a:cubicBezTo>
                  <a:pt x="36411" y="26507"/>
                  <a:pt x="34255" y="23041"/>
                  <a:pt x="30556" y="19575"/>
                </a:cubicBezTo>
                <a:close/>
                <a:moveTo>
                  <a:pt x="47509" y="25823"/>
                </a:moveTo>
                <a:cubicBezTo>
                  <a:pt x="52854" y="30891"/>
                  <a:pt x="55694" y="35785"/>
                  <a:pt x="56044" y="40620"/>
                </a:cubicBezTo>
                <a:cubicBezTo>
                  <a:pt x="56437" y="45397"/>
                  <a:pt x="54340" y="50233"/>
                  <a:pt x="49723" y="55126"/>
                </a:cubicBezTo>
                <a:cubicBezTo>
                  <a:pt x="48019" y="56947"/>
                  <a:pt x="46257" y="58534"/>
                  <a:pt x="44494" y="59903"/>
                </a:cubicBezTo>
                <a:cubicBezTo>
                  <a:pt x="42732" y="61214"/>
                  <a:pt x="40853" y="62408"/>
                  <a:pt x="38858" y="63370"/>
                </a:cubicBezTo>
                <a:lnTo>
                  <a:pt x="33848" y="58651"/>
                </a:lnTo>
                <a:cubicBezTo>
                  <a:pt x="36076" y="57908"/>
                  <a:pt x="38115" y="57005"/>
                  <a:pt x="39892" y="55927"/>
                </a:cubicBezTo>
                <a:cubicBezTo>
                  <a:pt x="41654" y="54791"/>
                  <a:pt x="43242" y="53480"/>
                  <a:pt x="44727" y="51937"/>
                </a:cubicBezTo>
                <a:cubicBezTo>
                  <a:pt x="47902" y="48587"/>
                  <a:pt x="49388" y="45222"/>
                  <a:pt x="49213" y="41873"/>
                </a:cubicBezTo>
                <a:cubicBezTo>
                  <a:pt x="49038" y="38567"/>
                  <a:pt x="47174" y="35217"/>
                  <a:pt x="43577" y="31852"/>
                </a:cubicBezTo>
                <a:lnTo>
                  <a:pt x="41028" y="29464"/>
                </a:lnTo>
                <a:cubicBezTo>
                  <a:pt x="41873" y="32260"/>
                  <a:pt x="41989" y="34925"/>
                  <a:pt x="41363" y="37430"/>
                </a:cubicBezTo>
                <a:cubicBezTo>
                  <a:pt x="40678" y="39936"/>
                  <a:pt x="39266" y="42382"/>
                  <a:pt x="37096" y="44654"/>
                </a:cubicBezTo>
                <a:cubicBezTo>
                  <a:pt x="33513" y="48529"/>
                  <a:pt x="29129" y="50233"/>
                  <a:pt x="23958" y="49839"/>
                </a:cubicBezTo>
                <a:cubicBezTo>
                  <a:pt x="18832" y="49432"/>
                  <a:pt x="13822" y="46941"/>
                  <a:pt x="9044" y="42382"/>
                </a:cubicBezTo>
                <a:cubicBezTo>
                  <a:pt x="4151" y="37838"/>
                  <a:pt x="1427" y="32988"/>
                  <a:pt x="685" y="27876"/>
                </a:cubicBezTo>
                <a:cubicBezTo>
                  <a:pt x="0" y="22808"/>
                  <a:pt x="1427" y="18322"/>
                  <a:pt x="5068" y="14506"/>
                </a:cubicBezTo>
                <a:cubicBezTo>
                  <a:pt x="7224" y="12176"/>
                  <a:pt x="9554" y="10632"/>
                  <a:pt x="12001" y="9846"/>
                </a:cubicBezTo>
                <a:cubicBezTo>
                  <a:pt x="14506" y="9044"/>
                  <a:pt x="17186" y="8928"/>
                  <a:pt x="20026" y="9612"/>
                </a:cubicBezTo>
                <a:lnTo>
                  <a:pt x="15249" y="5170"/>
                </a:lnTo>
                <a:lnTo>
                  <a:pt x="20084" y="0"/>
                </a:lnTo>
                <a:lnTo>
                  <a:pt x="47509" y="25823"/>
                </a:lnTo>
                <a:close/>
                <a:moveTo>
                  <a:pt x="47509" y="258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26DAE-0D3C-4741-A015-99AE28B8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318" y="5539388"/>
            <a:ext cx="68220" cy="50742"/>
          </a:xfrm>
          <a:custGeom xmlns:a="http://schemas.openxmlformats.org/drawingml/2006/main">
            <a:pathLst>
              <a:path w="68220" h="50742">
                <a:moveTo>
                  <a:pt x="49330" y="6714"/>
                </a:moveTo>
                <a:lnTo>
                  <a:pt x="68220" y="24526"/>
                </a:lnTo>
                <a:lnTo>
                  <a:pt x="63384" y="29639"/>
                </a:lnTo>
                <a:lnTo>
                  <a:pt x="44669" y="12001"/>
                </a:lnTo>
                <a:cubicBezTo>
                  <a:pt x="41698" y="9219"/>
                  <a:pt x="38916" y="7734"/>
                  <a:pt x="36353" y="7515"/>
                </a:cubicBezTo>
                <a:cubicBezTo>
                  <a:pt x="33789" y="7282"/>
                  <a:pt x="31401" y="8302"/>
                  <a:pt x="29245" y="10588"/>
                </a:cubicBezTo>
                <a:cubicBezTo>
                  <a:pt x="26624" y="13370"/>
                  <a:pt x="25429" y="16385"/>
                  <a:pt x="25721" y="19691"/>
                </a:cubicBezTo>
                <a:cubicBezTo>
                  <a:pt x="25939" y="22924"/>
                  <a:pt x="27658" y="25997"/>
                  <a:pt x="30673" y="28896"/>
                </a:cubicBezTo>
                <a:lnTo>
                  <a:pt x="48354" y="45572"/>
                </a:lnTo>
                <a:lnTo>
                  <a:pt x="43518" y="50742"/>
                </a:lnTo>
                <a:lnTo>
                  <a:pt x="0" y="9787"/>
                </a:lnTo>
                <a:lnTo>
                  <a:pt x="4894" y="4602"/>
                </a:lnTo>
                <a:lnTo>
                  <a:pt x="21963" y="20652"/>
                </a:lnTo>
                <a:cubicBezTo>
                  <a:pt x="21220" y="17637"/>
                  <a:pt x="21162" y="14899"/>
                  <a:pt x="21788" y="12351"/>
                </a:cubicBezTo>
                <a:cubicBezTo>
                  <a:pt x="22473" y="9787"/>
                  <a:pt x="23784" y="7457"/>
                  <a:pt x="25881" y="5229"/>
                </a:cubicBezTo>
                <a:cubicBezTo>
                  <a:pt x="29245" y="1646"/>
                  <a:pt x="32945" y="0"/>
                  <a:pt x="36862" y="233"/>
                </a:cubicBezTo>
                <a:cubicBezTo>
                  <a:pt x="40853" y="451"/>
                  <a:pt x="45004" y="2622"/>
                  <a:pt x="49330" y="6714"/>
                </a:cubicBezTo>
                <a:close/>
                <a:moveTo>
                  <a:pt x="49330" y="67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C24B2-7A58-4E4E-8C2C-91570FC6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924" y="5508497"/>
            <a:ext cx="55010" cy="41013"/>
          </a:xfrm>
          <a:custGeom xmlns:a="http://schemas.openxmlformats.org/drawingml/2006/main">
            <a:pathLst>
              <a:path w="55010" h="41013">
                <a:moveTo>
                  <a:pt x="4894" y="2214"/>
                </a:moveTo>
                <a:lnTo>
                  <a:pt x="13763" y="10574"/>
                </a:lnTo>
                <a:lnTo>
                  <a:pt x="23725" y="0"/>
                </a:lnTo>
                <a:lnTo>
                  <a:pt x="27701" y="3758"/>
                </a:lnTo>
                <a:lnTo>
                  <a:pt x="17754" y="14331"/>
                </a:lnTo>
                <a:lnTo>
                  <a:pt x="34765" y="30381"/>
                </a:lnTo>
                <a:cubicBezTo>
                  <a:pt x="37329" y="32770"/>
                  <a:pt x="39251" y="33964"/>
                  <a:pt x="40678" y="33964"/>
                </a:cubicBezTo>
                <a:cubicBezTo>
                  <a:pt x="42047" y="33906"/>
                  <a:pt x="43751" y="32828"/>
                  <a:pt x="45747" y="30716"/>
                </a:cubicBezTo>
                <a:lnTo>
                  <a:pt x="50757" y="25429"/>
                </a:lnTo>
                <a:lnTo>
                  <a:pt x="55010" y="29464"/>
                </a:lnTo>
                <a:lnTo>
                  <a:pt x="50072" y="34765"/>
                </a:lnTo>
                <a:cubicBezTo>
                  <a:pt x="46315" y="38741"/>
                  <a:pt x="43009" y="40795"/>
                  <a:pt x="40110" y="40897"/>
                </a:cubicBezTo>
                <a:cubicBezTo>
                  <a:pt x="37212" y="41013"/>
                  <a:pt x="33789" y="39193"/>
                  <a:pt x="29872" y="35493"/>
                </a:cubicBezTo>
                <a:lnTo>
                  <a:pt x="12860" y="19516"/>
                </a:lnTo>
                <a:lnTo>
                  <a:pt x="9336" y="23274"/>
                </a:lnTo>
                <a:lnTo>
                  <a:pt x="5345" y="19516"/>
                </a:lnTo>
                <a:lnTo>
                  <a:pt x="8870" y="15759"/>
                </a:lnTo>
                <a:lnTo>
                  <a:pt x="0" y="7399"/>
                </a:lnTo>
                <a:lnTo>
                  <a:pt x="4894" y="2214"/>
                </a:lnTo>
                <a:close/>
                <a:moveTo>
                  <a:pt x="4894" y="22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CDCFB-ED78-4E19-9652-18C40873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678" y="5480621"/>
            <a:ext cx="68205" cy="50801"/>
          </a:xfrm>
          <a:custGeom xmlns:a="http://schemas.openxmlformats.org/drawingml/2006/main">
            <a:pathLst>
              <a:path w="68205" h="50801">
                <a:moveTo>
                  <a:pt x="49271" y="6772"/>
                </a:moveTo>
                <a:lnTo>
                  <a:pt x="68205" y="24570"/>
                </a:lnTo>
                <a:lnTo>
                  <a:pt x="63326" y="29697"/>
                </a:lnTo>
                <a:lnTo>
                  <a:pt x="44596" y="12059"/>
                </a:lnTo>
                <a:cubicBezTo>
                  <a:pt x="41640" y="9278"/>
                  <a:pt x="38916" y="7734"/>
                  <a:pt x="36353" y="7559"/>
                </a:cubicBezTo>
                <a:cubicBezTo>
                  <a:pt x="33789" y="7282"/>
                  <a:pt x="31401" y="8360"/>
                  <a:pt x="29245" y="10632"/>
                </a:cubicBezTo>
                <a:cubicBezTo>
                  <a:pt x="26624" y="13428"/>
                  <a:pt x="25429" y="16443"/>
                  <a:pt x="25721" y="19735"/>
                </a:cubicBezTo>
                <a:cubicBezTo>
                  <a:pt x="25939" y="22983"/>
                  <a:pt x="27585" y="26056"/>
                  <a:pt x="30658" y="28954"/>
                </a:cubicBezTo>
                <a:lnTo>
                  <a:pt x="48354" y="45630"/>
                </a:lnTo>
                <a:lnTo>
                  <a:pt x="43460" y="50801"/>
                </a:lnTo>
                <a:lnTo>
                  <a:pt x="0" y="9787"/>
                </a:lnTo>
                <a:lnTo>
                  <a:pt x="4835" y="4661"/>
                </a:lnTo>
                <a:lnTo>
                  <a:pt x="21905" y="20711"/>
                </a:lnTo>
                <a:cubicBezTo>
                  <a:pt x="21162" y="17696"/>
                  <a:pt x="21162" y="14899"/>
                  <a:pt x="21788" y="12394"/>
                </a:cubicBezTo>
                <a:cubicBezTo>
                  <a:pt x="22415" y="9846"/>
                  <a:pt x="23784" y="7457"/>
                  <a:pt x="25823" y="5287"/>
                </a:cubicBezTo>
                <a:cubicBezTo>
                  <a:pt x="29245" y="1704"/>
                  <a:pt x="32886" y="0"/>
                  <a:pt x="36862" y="277"/>
                </a:cubicBezTo>
                <a:cubicBezTo>
                  <a:pt x="40853" y="510"/>
                  <a:pt x="44946" y="2665"/>
                  <a:pt x="49271" y="6772"/>
                </a:cubicBezTo>
                <a:close/>
                <a:moveTo>
                  <a:pt x="49271" y="67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A2725-778F-4F25-8212-9723909C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828" y="5445972"/>
            <a:ext cx="44989" cy="44261"/>
          </a:xfrm>
          <a:custGeom xmlns:a="http://schemas.openxmlformats.org/drawingml/2006/main">
            <a:pathLst>
              <a:path w="44989" h="44261">
                <a:moveTo>
                  <a:pt x="10399" y="10749"/>
                </a:moveTo>
                <a:cubicBezTo>
                  <a:pt x="7850" y="13487"/>
                  <a:pt x="6874" y="16662"/>
                  <a:pt x="7501" y="20303"/>
                </a:cubicBezTo>
                <a:cubicBezTo>
                  <a:pt x="8127" y="23944"/>
                  <a:pt x="10355" y="27541"/>
                  <a:pt x="14040" y="31066"/>
                </a:cubicBezTo>
                <a:cubicBezTo>
                  <a:pt x="17798" y="34590"/>
                  <a:pt x="21497" y="36586"/>
                  <a:pt x="25138" y="36979"/>
                </a:cubicBezTo>
                <a:cubicBezTo>
                  <a:pt x="28837" y="37430"/>
                  <a:pt x="31969" y="36236"/>
                  <a:pt x="34590" y="33513"/>
                </a:cubicBezTo>
                <a:cubicBezTo>
                  <a:pt x="37139" y="30716"/>
                  <a:pt x="38115" y="27541"/>
                  <a:pt x="37489" y="23944"/>
                </a:cubicBezTo>
                <a:cubicBezTo>
                  <a:pt x="36804" y="20303"/>
                  <a:pt x="34634" y="16720"/>
                  <a:pt x="30891" y="13195"/>
                </a:cubicBezTo>
                <a:cubicBezTo>
                  <a:pt x="27192" y="9729"/>
                  <a:pt x="23492" y="7734"/>
                  <a:pt x="19793" y="7282"/>
                </a:cubicBezTo>
                <a:cubicBezTo>
                  <a:pt x="16152" y="6831"/>
                  <a:pt x="13021" y="8025"/>
                  <a:pt x="10399" y="10749"/>
                </a:cubicBezTo>
                <a:close/>
                <a:moveTo>
                  <a:pt x="6088" y="6656"/>
                </a:moveTo>
                <a:cubicBezTo>
                  <a:pt x="10297" y="2156"/>
                  <a:pt x="15074" y="0"/>
                  <a:pt x="20361" y="233"/>
                </a:cubicBezTo>
                <a:cubicBezTo>
                  <a:pt x="25648" y="393"/>
                  <a:pt x="30891" y="2898"/>
                  <a:pt x="36061" y="7734"/>
                </a:cubicBezTo>
                <a:cubicBezTo>
                  <a:pt x="41188" y="12569"/>
                  <a:pt x="43970" y="17637"/>
                  <a:pt x="44480" y="22924"/>
                </a:cubicBezTo>
                <a:cubicBezTo>
                  <a:pt x="44989" y="28211"/>
                  <a:pt x="43169" y="33105"/>
                  <a:pt x="38960" y="37605"/>
                </a:cubicBezTo>
                <a:cubicBezTo>
                  <a:pt x="34692" y="42106"/>
                  <a:pt x="29915" y="44261"/>
                  <a:pt x="24628" y="44028"/>
                </a:cubicBezTo>
                <a:cubicBezTo>
                  <a:pt x="19283" y="43810"/>
                  <a:pt x="14098" y="41305"/>
                  <a:pt x="8986" y="36469"/>
                </a:cubicBezTo>
                <a:cubicBezTo>
                  <a:pt x="3801" y="31634"/>
                  <a:pt x="1020" y="26565"/>
                  <a:pt x="510" y="21279"/>
                </a:cubicBezTo>
                <a:cubicBezTo>
                  <a:pt x="0" y="15992"/>
                  <a:pt x="1821" y="11156"/>
                  <a:pt x="6088" y="6656"/>
                </a:cubicBezTo>
                <a:close/>
                <a:moveTo>
                  <a:pt x="6088" y="66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93BCE-5FC2-4D73-837D-C41882A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704" y="5404726"/>
            <a:ext cx="56029" cy="50742"/>
          </a:xfrm>
          <a:custGeom xmlns:a="http://schemas.openxmlformats.org/drawingml/2006/main">
            <a:pathLst>
              <a:path w="56029" h="50742">
                <a:moveTo>
                  <a:pt x="18992" y="44086"/>
                </a:moveTo>
                <a:lnTo>
                  <a:pt x="0" y="26230"/>
                </a:lnTo>
                <a:lnTo>
                  <a:pt x="4894" y="21104"/>
                </a:lnTo>
                <a:lnTo>
                  <a:pt x="23609" y="38741"/>
                </a:lnTo>
                <a:cubicBezTo>
                  <a:pt x="26565" y="41523"/>
                  <a:pt x="29347" y="43067"/>
                  <a:pt x="31911" y="43300"/>
                </a:cubicBezTo>
                <a:cubicBezTo>
                  <a:pt x="34474" y="43518"/>
                  <a:pt x="36862" y="42499"/>
                  <a:pt x="39018" y="40227"/>
                </a:cubicBezTo>
                <a:cubicBezTo>
                  <a:pt x="41640" y="37430"/>
                  <a:pt x="42834" y="34416"/>
                  <a:pt x="42557" y="31124"/>
                </a:cubicBezTo>
                <a:cubicBezTo>
                  <a:pt x="42324" y="27818"/>
                  <a:pt x="40678" y="24745"/>
                  <a:pt x="37605" y="21847"/>
                </a:cubicBezTo>
                <a:lnTo>
                  <a:pt x="19851" y="5170"/>
                </a:lnTo>
                <a:lnTo>
                  <a:pt x="24745" y="0"/>
                </a:lnTo>
                <a:lnTo>
                  <a:pt x="56029" y="29522"/>
                </a:lnTo>
                <a:lnTo>
                  <a:pt x="51194" y="34649"/>
                </a:lnTo>
                <a:lnTo>
                  <a:pt x="46358" y="30090"/>
                </a:lnTo>
                <a:cubicBezTo>
                  <a:pt x="47101" y="33163"/>
                  <a:pt x="47160" y="35959"/>
                  <a:pt x="46533" y="38465"/>
                </a:cubicBezTo>
                <a:cubicBezTo>
                  <a:pt x="45907" y="40955"/>
                  <a:pt x="44538" y="43300"/>
                  <a:pt x="42499" y="45514"/>
                </a:cubicBezTo>
                <a:cubicBezTo>
                  <a:pt x="39076" y="49097"/>
                  <a:pt x="35377" y="50742"/>
                  <a:pt x="31401" y="50524"/>
                </a:cubicBezTo>
                <a:cubicBezTo>
                  <a:pt x="27410" y="50291"/>
                  <a:pt x="23259" y="48135"/>
                  <a:pt x="18992" y="44086"/>
                </a:cubicBezTo>
                <a:close/>
                <a:moveTo>
                  <a:pt x="18992" y="440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E8608-520D-4496-916F-EFBA2F45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683" y="5375087"/>
            <a:ext cx="44887" cy="49781"/>
          </a:xfrm>
          <a:custGeom xmlns:a="http://schemas.openxmlformats.org/drawingml/2006/main">
            <a:pathLst>
              <a:path w="44887" h="49781">
                <a:moveTo>
                  <a:pt x="17463" y="0"/>
                </a:moveTo>
                <a:lnTo>
                  <a:pt x="22298" y="4544"/>
                </a:lnTo>
                <a:cubicBezTo>
                  <a:pt x="20186" y="5287"/>
                  <a:pt x="18205" y="6306"/>
                  <a:pt x="16385" y="7501"/>
                </a:cubicBezTo>
                <a:cubicBezTo>
                  <a:pt x="14506" y="8695"/>
                  <a:pt x="12802" y="10181"/>
                  <a:pt x="11200" y="11826"/>
                </a:cubicBezTo>
                <a:cubicBezTo>
                  <a:pt x="8811" y="14390"/>
                  <a:pt x="7399" y="16662"/>
                  <a:pt x="6991" y="18657"/>
                </a:cubicBezTo>
                <a:cubicBezTo>
                  <a:pt x="6539" y="20711"/>
                  <a:pt x="7166" y="22415"/>
                  <a:pt x="8695" y="23886"/>
                </a:cubicBezTo>
                <a:cubicBezTo>
                  <a:pt x="9889" y="25022"/>
                  <a:pt x="11258" y="25488"/>
                  <a:pt x="12802" y="25196"/>
                </a:cubicBezTo>
                <a:cubicBezTo>
                  <a:pt x="14331" y="24920"/>
                  <a:pt x="16720" y="23725"/>
                  <a:pt x="19910" y="21497"/>
                </a:cubicBezTo>
                <a:lnTo>
                  <a:pt x="22007" y="20143"/>
                </a:lnTo>
                <a:cubicBezTo>
                  <a:pt x="26230" y="17230"/>
                  <a:pt x="29755" y="15642"/>
                  <a:pt x="32653" y="15467"/>
                </a:cubicBezTo>
                <a:cubicBezTo>
                  <a:pt x="35493" y="15249"/>
                  <a:pt x="38232" y="16385"/>
                  <a:pt x="40795" y="18774"/>
                </a:cubicBezTo>
                <a:cubicBezTo>
                  <a:pt x="43693" y="21497"/>
                  <a:pt x="44887" y="24861"/>
                  <a:pt x="44436" y="28721"/>
                </a:cubicBezTo>
                <a:cubicBezTo>
                  <a:pt x="43970" y="32653"/>
                  <a:pt x="41814" y="36571"/>
                  <a:pt x="37998" y="40620"/>
                </a:cubicBezTo>
                <a:cubicBezTo>
                  <a:pt x="36469" y="42324"/>
                  <a:pt x="34649" y="43912"/>
                  <a:pt x="32595" y="45397"/>
                </a:cubicBezTo>
                <a:cubicBezTo>
                  <a:pt x="30542" y="46926"/>
                  <a:pt x="28269" y="48354"/>
                  <a:pt x="25706" y="49781"/>
                </a:cubicBezTo>
                <a:lnTo>
                  <a:pt x="20419" y="44771"/>
                </a:lnTo>
                <a:cubicBezTo>
                  <a:pt x="23201" y="43810"/>
                  <a:pt x="25706" y="42615"/>
                  <a:pt x="27935" y="41246"/>
                </a:cubicBezTo>
                <a:cubicBezTo>
                  <a:pt x="30148" y="39877"/>
                  <a:pt x="32144" y="38290"/>
                  <a:pt x="33848" y="36469"/>
                </a:cubicBezTo>
                <a:cubicBezTo>
                  <a:pt x="36120" y="34022"/>
                  <a:pt x="37430" y="31794"/>
                  <a:pt x="37824" y="29697"/>
                </a:cubicBezTo>
                <a:cubicBezTo>
                  <a:pt x="38232" y="27585"/>
                  <a:pt x="37722" y="25823"/>
                  <a:pt x="36178" y="24410"/>
                </a:cubicBezTo>
                <a:cubicBezTo>
                  <a:pt x="34809" y="23099"/>
                  <a:pt x="33280" y="22589"/>
                  <a:pt x="31634" y="22808"/>
                </a:cubicBezTo>
                <a:cubicBezTo>
                  <a:pt x="30032" y="23041"/>
                  <a:pt x="27366" y="24454"/>
                  <a:pt x="23667" y="26959"/>
                </a:cubicBezTo>
                <a:lnTo>
                  <a:pt x="21555" y="28386"/>
                </a:lnTo>
                <a:cubicBezTo>
                  <a:pt x="17856" y="30949"/>
                  <a:pt x="14681" y="32260"/>
                  <a:pt x="11943" y="32362"/>
                </a:cubicBezTo>
                <a:cubicBezTo>
                  <a:pt x="9219" y="32479"/>
                  <a:pt x="6656" y="31401"/>
                  <a:pt x="4267" y="29129"/>
                </a:cubicBezTo>
                <a:cubicBezTo>
                  <a:pt x="1311" y="26332"/>
                  <a:pt x="0" y="23157"/>
                  <a:pt x="393" y="19575"/>
                </a:cubicBezTo>
                <a:cubicBezTo>
                  <a:pt x="743" y="15933"/>
                  <a:pt x="2724" y="12234"/>
                  <a:pt x="6365" y="8418"/>
                </a:cubicBezTo>
                <a:cubicBezTo>
                  <a:pt x="8127" y="6481"/>
                  <a:pt x="9947" y="4835"/>
                  <a:pt x="11826" y="3408"/>
                </a:cubicBezTo>
                <a:cubicBezTo>
                  <a:pt x="13647" y="1981"/>
                  <a:pt x="15526" y="845"/>
                  <a:pt x="17463" y="0"/>
                </a:cubicBezTo>
                <a:close/>
                <a:moveTo>
                  <a:pt x="174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2D496-250E-49A0-80F9-96052CFC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91" y="5344255"/>
            <a:ext cx="48631" cy="44261"/>
          </a:xfrm>
          <a:custGeom xmlns:a="http://schemas.openxmlformats.org/drawingml/2006/main">
            <a:pathLst>
              <a:path w="48631" h="44261">
                <a:moveTo>
                  <a:pt x="34416" y="6816"/>
                </a:moveTo>
                <a:lnTo>
                  <a:pt x="36921" y="9205"/>
                </a:lnTo>
                <a:lnTo>
                  <a:pt x="14623" y="32814"/>
                </a:lnTo>
                <a:cubicBezTo>
                  <a:pt x="18366" y="35945"/>
                  <a:pt x="22123" y="37430"/>
                  <a:pt x="25764" y="37256"/>
                </a:cubicBezTo>
                <a:cubicBezTo>
                  <a:pt x="29406" y="37081"/>
                  <a:pt x="32828" y="35319"/>
                  <a:pt x="36061" y="31911"/>
                </a:cubicBezTo>
                <a:cubicBezTo>
                  <a:pt x="37882" y="29915"/>
                  <a:pt x="39484" y="27818"/>
                  <a:pt x="40722" y="25488"/>
                </a:cubicBezTo>
                <a:cubicBezTo>
                  <a:pt x="41975" y="23143"/>
                  <a:pt x="43009" y="20652"/>
                  <a:pt x="43751" y="17914"/>
                </a:cubicBezTo>
                <a:lnTo>
                  <a:pt x="48631" y="22473"/>
                </a:lnTo>
                <a:cubicBezTo>
                  <a:pt x="47669" y="25080"/>
                  <a:pt x="46475" y="27527"/>
                  <a:pt x="45048" y="29857"/>
                </a:cubicBezTo>
                <a:cubicBezTo>
                  <a:pt x="43635" y="32202"/>
                  <a:pt x="41975" y="34357"/>
                  <a:pt x="40110" y="36353"/>
                </a:cubicBezTo>
                <a:cubicBezTo>
                  <a:pt x="35435" y="41290"/>
                  <a:pt x="30265" y="43912"/>
                  <a:pt x="24570" y="44086"/>
                </a:cubicBezTo>
                <a:cubicBezTo>
                  <a:pt x="18934" y="44261"/>
                  <a:pt x="13647" y="42033"/>
                  <a:pt x="8637" y="37314"/>
                </a:cubicBezTo>
                <a:cubicBezTo>
                  <a:pt x="3525" y="32537"/>
                  <a:pt x="786" y="27308"/>
                  <a:pt x="393" y="21730"/>
                </a:cubicBezTo>
                <a:cubicBezTo>
                  <a:pt x="0" y="16094"/>
                  <a:pt x="1981" y="10923"/>
                  <a:pt x="6423" y="6248"/>
                </a:cubicBezTo>
                <a:cubicBezTo>
                  <a:pt x="10399" y="2039"/>
                  <a:pt x="14899" y="0"/>
                  <a:pt x="19910" y="102"/>
                </a:cubicBezTo>
                <a:cubicBezTo>
                  <a:pt x="24920" y="160"/>
                  <a:pt x="29755" y="2447"/>
                  <a:pt x="34416" y="6816"/>
                </a:cubicBezTo>
                <a:close/>
                <a:moveTo>
                  <a:pt x="28036" y="10515"/>
                </a:moveTo>
                <a:cubicBezTo>
                  <a:pt x="25196" y="7908"/>
                  <a:pt x="22240" y="6598"/>
                  <a:pt x="19108" y="6539"/>
                </a:cubicBezTo>
                <a:cubicBezTo>
                  <a:pt x="15977" y="6539"/>
                  <a:pt x="13195" y="7792"/>
                  <a:pt x="10807" y="10297"/>
                </a:cubicBezTo>
                <a:cubicBezTo>
                  <a:pt x="8127" y="13137"/>
                  <a:pt x="6758" y="16210"/>
                  <a:pt x="6758" y="19443"/>
                </a:cubicBezTo>
                <a:cubicBezTo>
                  <a:pt x="6758" y="22750"/>
                  <a:pt x="8127" y="25881"/>
                  <a:pt x="10807" y="28896"/>
                </a:cubicBezTo>
                <a:lnTo>
                  <a:pt x="28036" y="10515"/>
                </a:lnTo>
                <a:close/>
                <a:moveTo>
                  <a:pt x="28036" y="105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4C372-BDB5-4E39-9A3C-5D847F7D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488" y="5298275"/>
            <a:ext cx="47058" cy="60078"/>
          </a:xfrm>
          <a:custGeom xmlns:a="http://schemas.openxmlformats.org/drawingml/2006/main">
            <a:pathLst>
              <a:path w="47058" h="60078">
                <a:moveTo>
                  <a:pt x="9962" y="19516"/>
                </a:moveTo>
                <a:lnTo>
                  <a:pt x="25604" y="34314"/>
                </a:lnTo>
                <a:lnTo>
                  <a:pt x="32318" y="27206"/>
                </a:lnTo>
                <a:cubicBezTo>
                  <a:pt x="34765" y="24526"/>
                  <a:pt x="36018" y="21905"/>
                  <a:pt x="36018" y="19181"/>
                </a:cubicBezTo>
                <a:cubicBezTo>
                  <a:pt x="36018" y="16443"/>
                  <a:pt x="34765" y="13880"/>
                  <a:pt x="32202" y="11550"/>
                </a:cubicBezTo>
                <a:cubicBezTo>
                  <a:pt x="29697" y="9161"/>
                  <a:pt x="27148" y="8083"/>
                  <a:pt x="24410" y="8258"/>
                </a:cubicBezTo>
                <a:cubicBezTo>
                  <a:pt x="21686" y="8375"/>
                  <a:pt x="19123" y="9787"/>
                  <a:pt x="16618" y="12409"/>
                </a:cubicBezTo>
                <a:lnTo>
                  <a:pt x="9962" y="19516"/>
                </a:lnTo>
                <a:close/>
                <a:moveTo>
                  <a:pt x="0" y="20769"/>
                </a:moveTo>
                <a:lnTo>
                  <a:pt x="12001" y="8025"/>
                </a:lnTo>
                <a:cubicBezTo>
                  <a:pt x="16385" y="3364"/>
                  <a:pt x="20769" y="801"/>
                  <a:pt x="25153" y="408"/>
                </a:cubicBezTo>
                <a:cubicBezTo>
                  <a:pt x="29537" y="0"/>
                  <a:pt x="33746" y="1719"/>
                  <a:pt x="37838" y="5578"/>
                </a:cubicBezTo>
                <a:cubicBezTo>
                  <a:pt x="41931" y="9452"/>
                  <a:pt x="43926" y="13603"/>
                  <a:pt x="43810" y="17987"/>
                </a:cubicBezTo>
                <a:cubicBezTo>
                  <a:pt x="43635" y="22356"/>
                  <a:pt x="41363" y="26857"/>
                  <a:pt x="36921" y="31576"/>
                </a:cubicBezTo>
                <a:lnTo>
                  <a:pt x="30265" y="38639"/>
                </a:lnTo>
                <a:lnTo>
                  <a:pt x="47058" y="54456"/>
                </a:lnTo>
                <a:lnTo>
                  <a:pt x="41712" y="60078"/>
                </a:lnTo>
                <a:lnTo>
                  <a:pt x="0" y="20769"/>
                </a:lnTo>
                <a:close/>
                <a:moveTo>
                  <a:pt x="0" y="207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5261A-8D03-4F56-A4AE-22E12F7F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044" y="5277972"/>
            <a:ext cx="48296" cy="46140"/>
          </a:xfrm>
          <a:custGeom xmlns:a="http://schemas.openxmlformats.org/drawingml/2006/main">
            <a:pathLst>
              <a:path w="48296" h="46140">
                <a:moveTo>
                  <a:pt x="0" y="5112"/>
                </a:moveTo>
                <a:lnTo>
                  <a:pt x="4835" y="0"/>
                </a:lnTo>
                <a:lnTo>
                  <a:pt x="48296" y="40955"/>
                </a:lnTo>
                <a:lnTo>
                  <a:pt x="43460" y="46140"/>
                </a:lnTo>
                <a:lnTo>
                  <a:pt x="0" y="5112"/>
                </a:lnTo>
                <a:close/>
                <a:moveTo>
                  <a:pt x="0" y="5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10B1D-3CAC-4820-84FE-C932A790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726" y="5252994"/>
            <a:ext cx="55986" cy="50742"/>
          </a:xfrm>
          <a:custGeom xmlns:a="http://schemas.openxmlformats.org/drawingml/2006/main">
            <a:pathLst>
              <a:path w="55986" h="50742">
                <a:moveTo>
                  <a:pt x="18948" y="44086"/>
                </a:moveTo>
                <a:lnTo>
                  <a:pt x="0" y="26230"/>
                </a:lnTo>
                <a:lnTo>
                  <a:pt x="4835" y="21046"/>
                </a:lnTo>
                <a:lnTo>
                  <a:pt x="23551" y="38741"/>
                </a:lnTo>
                <a:cubicBezTo>
                  <a:pt x="26507" y="41523"/>
                  <a:pt x="29304" y="43067"/>
                  <a:pt x="31852" y="43300"/>
                </a:cubicBezTo>
                <a:cubicBezTo>
                  <a:pt x="34416" y="43518"/>
                  <a:pt x="36804" y="42499"/>
                  <a:pt x="38974" y="40169"/>
                </a:cubicBezTo>
                <a:cubicBezTo>
                  <a:pt x="41581" y="37430"/>
                  <a:pt x="42776" y="34416"/>
                  <a:pt x="42557" y="31124"/>
                </a:cubicBezTo>
                <a:cubicBezTo>
                  <a:pt x="42266" y="27818"/>
                  <a:pt x="40620" y="24745"/>
                  <a:pt x="37547" y="21847"/>
                </a:cubicBezTo>
                <a:lnTo>
                  <a:pt x="19793" y="5112"/>
                </a:lnTo>
                <a:lnTo>
                  <a:pt x="24687" y="0"/>
                </a:lnTo>
                <a:lnTo>
                  <a:pt x="55986" y="29522"/>
                </a:lnTo>
                <a:lnTo>
                  <a:pt x="51150" y="34649"/>
                </a:lnTo>
                <a:lnTo>
                  <a:pt x="46315" y="30090"/>
                </a:lnTo>
                <a:cubicBezTo>
                  <a:pt x="47043" y="33163"/>
                  <a:pt x="47101" y="35901"/>
                  <a:pt x="46475" y="38465"/>
                </a:cubicBezTo>
                <a:cubicBezTo>
                  <a:pt x="45849" y="40955"/>
                  <a:pt x="44494" y="43300"/>
                  <a:pt x="42441" y="45514"/>
                </a:cubicBezTo>
                <a:cubicBezTo>
                  <a:pt x="39033" y="49097"/>
                  <a:pt x="35391" y="50742"/>
                  <a:pt x="31343" y="50524"/>
                </a:cubicBezTo>
                <a:cubicBezTo>
                  <a:pt x="27366" y="50291"/>
                  <a:pt x="23216" y="48135"/>
                  <a:pt x="18948" y="44086"/>
                </a:cubicBezTo>
                <a:close/>
                <a:moveTo>
                  <a:pt x="18948" y="440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447AD-DF60-4B75-B780-F7E002D4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526" y="5216641"/>
            <a:ext cx="56437" cy="63370"/>
          </a:xfrm>
          <a:custGeom xmlns:a="http://schemas.openxmlformats.org/drawingml/2006/main">
            <a:pathLst>
              <a:path w="56437" h="63370">
                <a:moveTo>
                  <a:pt x="30556" y="19575"/>
                </a:moveTo>
                <a:cubicBezTo>
                  <a:pt x="26798" y="16035"/>
                  <a:pt x="23216" y="14113"/>
                  <a:pt x="19749" y="13705"/>
                </a:cubicBezTo>
                <a:cubicBezTo>
                  <a:pt x="16210" y="13312"/>
                  <a:pt x="13137" y="14506"/>
                  <a:pt x="10530" y="17288"/>
                </a:cubicBezTo>
                <a:cubicBezTo>
                  <a:pt x="7967" y="20026"/>
                  <a:pt x="6947" y="23157"/>
                  <a:pt x="7573" y="26624"/>
                </a:cubicBezTo>
                <a:cubicBezTo>
                  <a:pt x="8141" y="30090"/>
                  <a:pt x="10297" y="33571"/>
                  <a:pt x="14055" y="37096"/>
                </a:cubicBezTo>
                <a:cubicBezTo>
                  <a:pt x="17754" y="40562"/>
                  <a:pt x="21337" y="42557"/>
                  <a:pt x="24861" y="42892"/>
                </a:cubicBezTo>
                <a:cubicBezTo>
                  <a:pt x="28328" y="43300"/>
                  <a:pt x="31401" y="42149"/>
                  <a:pt x="34022" y="39368"/>
                </a:cubicBezTo>
                <a:cubicBezTo>
                  <a:pt x="36644" y="36586"/>
                  <a:pt x="37605" y="33513"/>
                  <a:pt x="37037" y="30032"/>
                </a:cubicBezTo>
                <a:cubicBezTo>
                  <a:pt x="36411" y="26565"/>
                  <a:pt x="34255" y="23041"/>
                  <a:pt x="30556" y="19575"/>
                </a:cubicBezTo>
                <a:close/>
                <a:moveTo>
                  <a:pt x="47509" y="25881"/>
                </a:moveTo>
                <a:cubicBezTo>
                  <a:pt x="52854" y="30891"/>
                  <a:pt x="55694" y="35785"/>
                  <a:pt x="56102" y="40620"/>
                </a:cubicBezTo>
                <a:cubicBezTo>
                  <a:pt x="56437" y="45397"/>
                  <a:pt x="54325" y="50291"/>
                  <a:pt x="49723" y="55126"/>
                </a:cubicBezTo>
                <a:cubicBezTo>
                  <a:pt x="48019" y="56947"/>
                  <a:pt x="46315" y="58534"/>
                  <a:pt x="44494" y="59903"/>
                </a:cubicBezTo>
                <a:cubicBezTo>
                  <a:pt x="42732" y="61214"/>
                  <a:pt x="40853" y="62408"/>
                  <a:pt x="38858" y="63370"/>
                </a:cubicBezTo>
                <a:lnTo>
                  <a:pt x="33848" y="58651"/>
                </a:lnTo>
                <a:cubicBezTo>
                  <a:pt x="36120" y="57908"/>
                  <a:pt x="38115" y="57005"/>
                  <a:pt x="39877" y="55927"/>
                </a:cubicBezTo>
                <a:cubicBezTo>
                  <a:pt x="41640" y="54791"/>
                  <a:pt x="43300" y="53480"/>
                  <a:pt x="44713" y="51937"/>
                </a:cubicBezTo>
                <a:cubicBezTo>
                  <a:pt x="47902" y="48587"/>
                  <a:pt x="49388" y="45222"/>
                  <a:pt x="49213" y="41931"/>
                </a:cubicBezTo>
                <a:cubicBezTo>
                  <a:pt x="49038" y="38567"/>
                  <a:pt x="47160" y="35217"/>
                  <a:pt x="43577" y="31852"/>
                </a:cubicBezTo>
                <a:lnTo>
                  <a:pt x="41072" y="29464"/>
                </a:lnTo>
                <a:cubicBezTo>
                  <a:pt x="41931" y="32260"/>
                  <a:pt x="41989" y="34925"/>
                  <a:pt x="41363" y="37430"/>
                </a:cubicBezTo>
                <a:cubicBezTo>
                  <a:pt x="40678" y="39994"/>
                  <a:pt x="39309" y="42382"/>
                  <a:pt x="37096" y="44713"/>
                </a:cubicBezTo>
                <a:cubicBezTo>
                  <a:pt x="33513" y="48529"/>
                  <a:pt x="29129" y="50233"/>
                  <a:pt x="24002" y="49839"/>
                </a:cubicBezTo>
                <a:cubicBezTo>
                  <a:pt x="18832" y="49432"/>
                  <a:pt x="13880" y="46941"/>
                  <a:pt x="9044" y="42382"/>
                </a:cubicBezTo>
                <a:cubicBezTo>
                  <a:pt x="4209" y="37824"/>
                  <a:pt x="1427" y="32988"/>
                  <a:pt x="685" y="27935"/>
                </a:cubicBezTo>
                <a:cubicBezTo>
                  <a:pt x="0" y="22808"/>
                  <a:pt x="1427" y="18322"/>
                  <a:pt x="5068" y="14506"/>
                </a:cubicBezTo>
                <a:cubicBezTo>
                  <a:pt x="7224" y="12176"/>
                  <a:pt x="9554" y="10632"/>
                  <a:pt x="12059" y="9846"/>
                </a:cubicBezTo>
                <a:cubicBezTo>
                  <a:pt x="14506" y="9044"/>
                  <a:pt x="17186" y="8986"/>
                  <a:pt x="20026" y="9612"/>
                </a:cubicBezTo>
                <a:lnTo>
                  <a:pt x="15249" y="5170"/>
                </a:lnTo>
                <a:lnTo>
                  <a:pt x="20084" y="0"/>
                </a:lnTo>
                <a:lnTo>
                  <a:pt x="47509" y="25881"/>
                </a:lnTo>
                <a:close/>
                <a:moveTo>
                  <a:pt x="47509" y="258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AB765-6BD9-4768-8527-00558DF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440" y="5189450"/>
            <a:ext cx="48310" cy="46140"/>
          </a:xfrm>
          <a:custGeom xmlns:a="http://schemas.openxmlformats.org/drawingml/2006/main">
            <a:pathLst>
              <a:path w="48310" h="46140">
                <a:moveTo>
                  <a:pt x="12176" y="16603"/>
                </a:moveTo>
                <a:lnTo>
                  <a:pt x="17011" y="11491"/>
                </a:lnTo>
                <a:lnTo>
                  <a:pt x="48310" y="40955"/>
                </a:lnTo>
                <a:lnTo>
                  <a:pt x="43475" y="46140"/>
                </a:lnTo>
                <a:lnTo>
                  <a:pt x="12176" y="16603"/>
                </a:lnTo>
                <a:close/>
                <a:moveTo>
                  <a:pt x="0" y="5112"/>
                </a:moveTo>
                <a:lnTo>
                  <a:pt x="4850" y="0"/>
                </a:lnTo>
                <a:lnTo>
                  <a:pt x="11331" y="6146"/>
                </a:lnTo>
                <a:lnTo>
                  <a:pt x="6496" y="11258"/>
                </a:lnTo>
                <a:lnTo>
                  <a:pt x="0" y="5112"/>
                </a:lnTo>
                <a:close/>
                <a:moveTo>
                  <a:pt x="0" y="5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67AEA-4B71-44D3-8B7F-5992DBCF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13" y="5169074"/>
            <a:ext cx="56044" cy="50815"/>
          </a:xfrm>
          <a:custGeom xmlns:a="http://schemas.openxmlformats.org/drawingml/2006/main">
            <a:pathLst>
              <a:path w="56044" h="50815">
                <a:moveTo>
                  <a:pt x="37096" y="6772"/>
                </a:moveTo>
                <a:lnTo>
                  <a:pt x="56044" y="24585"/>
                </a:lnTo>
                <a:lnTo>
                  <a:pt x="51150" y="29697"/>
                </a:lnTo>
                <a:lnTo>
                  <a:pt x="32435" y="12059"/>
                </a:lnTo>
                <a:cubicBezTo>
                  <a:pt x="29478" y="9278"/>
                  <a:pt x="26740" y="7734"/>
                  <a:pt x="24177" y="7515"/>
                </a:cubicBezTo>
                <a:cubicBezTo>
                  <a:pt x="21614" y="7282"/>
                  <a:pt x="19225" y="8360"/>
                  <a:pt x="17069" y="10647"/>
                </a:cubicBezTo>
                <a:cubicBezTo>
                  <a:pt x="14448" y="13428"/>
                  <a:pt x="13254" y="16443"/>
                  <a:pt x="13545" y="19749"/>
                </a:cubicBezTo>
                <a:cubicBezTo>
                  <a:pt x="13763" y="22983"/>
                  <a:pt x="15424" y="26056"/>
                  <a:pt x="18497" y="28969"/>
                </a:cubicBezTo>
                <a:lnTo>
                  <a:pt x="36178" y="45630"/>
                </a:lnTo>
                <a:lnTo>
                  <a:pt x="31284" y="50815"/>
                </a:lnTo>
                <a:lnTo>
                  <a:pt x="0" y="21279"/>
                </a:lnTo>
                <a:lnTo>
                  <a:pt x="4894" y="16108"/>
                </a:lnTo>
                <a:lnTo>
                  <a:pt x="9729" y="20711"/>
                </a:lnTo>
                <a:cubicBezTo>
                  <a:pt x="8986" y="17696"/>
                  <a:pt x="8986" y="14914"/>
                  <a:pt x="9612" y="12409"/>
                </a:cubicBezTo>
                <a:cubicBezTo>
                  <a:pt x="10239" y="9846"/>
                  <a:pt x="11608" y="7457"/>
                  <a:pt x="13661" y="5287"/>
                </a:cubicBezTo>
                <a:cubicBezTo>
                  <a:pt x="17069" y="1704"/>
                  <a:pt x="20711" y="0"/>
                  <a:pt x="24687" y="291"/>
                </a:cubicBezTo>
                <a:cubicBezTo>
                  <a:pt x="28677" y="510"/>
                  <a:pt x="32770" y="2680"/>
                  <a:pt x="37096" y="6772"/>
                </a:cubicBezTo>
                <a:close/>
                <a:moveTo>
                  <a:pt x="37096" y="67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9FE5B-9126-495B-960B-282C12BB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690" y="5170050"/>
            <a:ext cx="12642" cy="12627"/>
          </a:xfrm>
          <a:custGeom xmlns:a="http://schemas.openxmlformats.org/drawingml/2006/main">
            <a:pathLst>
              <a:path w="12642" h="12627">
                <a:moveTo>
                  <a:pt x="0" y="5913"/>
                </a:moveTo>
                <a:lnTo>
                  <a:pt x="5520" y="0"/>
                </a:lnTo>
                <a:lnTo>
                  <a:pt x="12642" y="6714"/>
                </a:lnTo>
                <a:lnTo>
                  <a:pt x="7064" y="12627"/>
                </a:lnTo>
                <a:lnTo>
                  <a:pt x="0" y="5913"/>
                </a:lnTo>
                <a:close/>
                <a:moveTo>
                  <a:pt x="0" y="59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A61DC-30F8-4B05-8BCC-BDB35039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752" y="5101947"/>
            <a:ext cx="57923" cy="62976"/>
          </a:xfrm>
          <a:custGeom xmlns:a="http://schemas.openxmlformats.org/drawingml/2006/main">
            <a:pathLst>
              <a:path w="57923" h="62976">
                <a:moveTo>
                  <a:pt x="20885" y="0"/>
                </a:moveTo>
                <a:lnTo>
                  <a:pt x="26405" y="5170"/>
                </a:lnTo>
                <a:cubicBezTo>
                  <a:pt x="23390" y="6306"/>
                  <a:pt x="20711" y="7617"/>
                  <a:pt x="18380" y="9044"/>
                </a:cubicBezTo>
                <a:cubicBezTo>
                  <a:pt x="16108" y="10472"/>
                  <a:pt x="14113" y="12118"/>
                  <a:pt x="12467" y="13880"/>
                </a:cubicBezTo>
                <a:cubicBezTo>
                  <a:pt x="9569" y="16953"/>
                  <a:pt x="7908" y="19851"/>
                  <a:pt x="7515" y="22648"/>
                </a:cubicBezTo>
                <a:cubicBezTo>
                  <a:pt x="7180" y="25429"/>
                  <a:pt x="8083" y="27876"/>
                  <a:pt x="10239" y="29974"/>
                </a:cubicBezTo>
                <a:cubicBezTo>
                  <a:pt x="12118" y="31692"/>
                  <a:pt x="14055" y="32479"/>
                  <a:pt x="16050" y="32260"/>
                </a:cubicBezTo>
                <a:cubicBezTo>
                  <a:pt x="17987" y="32027"/>
                  <a:pt x="20769" y="30600"/>
                  <a:pt x="24235" y="28051"/>
                </a:cubicBezTo>
                <a:lnTo>
                  <a:pt x="28168" y="25313"/>
                </a:lnTo>
                <a:cubicBezTo>
                  <a:pt x="32886" y="21847"/>
                  <a:pt x="37270" y="20084"/>
                  <a:pt x="41144" y="20026"/>
                </a:cubicBezTo>
                <a:cubicBezTo>
                  <a:pt x="45062" y="19910"/>
                  <a:pt x="48703" y="21439"/>
                  <a:pt x="52111" y="24628"/>
                </a:cubicBezTo>
                <a:cubicBezTo>
                  <a:pt x="56160" y="28444"/>
                  <a:pt x="57923" y="32712"/>
                  <a:pt x="57471" y="37372"/>
                </a:cubicBezTo>
                <a:cubicBezTo>
                  <a:pt x="57005" y="42047"/>
                  <a:pt x="54340" y="46985"/>
                  <a:pt x="49388" y="52228"/>
                </a:cubicBezTo>
                <a:cubicBezTo>
                  <a:pt x="47509" y="54209"/>
                  <a:pt x="45295" y="56087"/>
                  <a:pt x="42790" y="57908"/>
                </a:cubicBezTo>
                <a:cubicBezTo>
                  <a:pt x="40227" y="59729"/>
                  <a:pt x="37387" y="61389"/>
                  <a:pt x="34255" y="62976"/>
                </a:cubicBezTo>
                <a:lnTo>
                  <a:pt x="28444" y="57457"/>
                </a:lnTo>
                <a:cubicBezTo>
                  <a:pt x="31925" y="56379"/>
                  <a:pt x="34998" y="55068"/>
                  <a:pt x="37722" y="53480"/>
                </a:cubicBezTo>
                <a:cubicBezTo>
                  <a:pt x="40460" y="51878"/>
                  <a:pt x="42790" y="50058"/>
                  <a:pt x="44786" y="47902"/>
                </a:cubicBezTo>
                <a:cubicBezTo>
                  <a:pt x="47844" y="44713"/>
                  <a:pt x="49563" y="41640"/>
                  <a:pt x="49898" y="38683"/>
                </a:cubicBezTo>
                <a:cubicBezTo>
                  <a:pt x="50291" y="35726"/>
                  <a:pt x="49330" y="33163"/>
                  <a:pt x="46999" y="30949"/>
                </a:cubicBezTo>
                <a:cubicBezTo>
                  <a:pt x="44946" y="29012"/>
                  <a:pt x="42732" y="28109"/>
                  <a:pt x="40402" y="28269"/>
                </a:cubicBezTo>
                <a:cubicBezTo>
                  <a:pt x="38071" y="28444"/>
                  <a:pt x="35217" y="29697"/>
                  <a:pt x="31983" y="32027"/>
                </a:cubicBezTo>
                <a:lnTo>
                  <a:pt x="28051" y="34809"/>
                </a:lnTo>
                <a:cubicBezTo>
                  <a:pt x="23216" y="38290"/>
                  <a:pt x="19065" y="40052"/>
                  <a:pt x="15482" y="40271"/>
                </a:cubicBezTo>
                <a:cubicBezTo>
                  <a:pt x="11957" y="40445"/>
                  <a:pt x="8535" y="39076"/>
                  <a:pt x="5360" y="36061"/>
                </a:cubicBezTo>
                <a:cubicBezTo>
                  <a:pt x="1719" y="32595"/>
                  <a:pt x="0" y="28561"/>
                  <a:pt x="350" y="23944"/>
                </a:cubicBezTo>
                <a:cubicBezTo>
                  <a:pt x="626" y="19342"/>
                  <a:pt x="2957" y="14739"/>
                  <a:pt x="7282" y="10181"/>
                </a:cubicBezTo>
                <a:cubicBezTo>
                  <a:pt x="9103" y="8243"/>
                  <a:pt x="11156" y="6423"/>
                  <a:pt x="13428" y="4719"/>
                </a:cubicBezTo>
                <a:cubicBezTo>
                  <a:pt x="15700" y="3015"/>
                  <a:pt x="18205" y="1427"/>
                  <a:pt x="20885" y="0"/>
                </a:cubicBezTo>
                <a:close/>
                <a:moveTo>
                  <a:pt x="2088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297B8-40AC-4CDE-953B-8E398385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979" y="5058647"/>
            <a:ext cx="74366" cy="70375"/>
          </a:xfrm>
          <a:custGeom xmlns:a="http://schemas.openxmlformats.org/drawingml/2006/main">
            <a:pathLst>
              <a:path w="74366" h="70375">
                <a:moveTo>
                  <a:pt x="29187" y="22021"/>
                </a:moveTo>
                <a:cubicBezTo>
                  <a:pt x="28051" y="18555"/>
                  <a:pt x="27818" y="15365"/>
                  <a:pt x="28386" y="12569"/>
                </a:cubicBezTo>
                <a:cubicBezTo>
                  <a:pt x="28954" y="9729"/>
                  <a:pt x="30440" y="7107"/>
                  <a:pt x="32712" y="4719"/>
                </a:cubicBezTo>
                <a:cubicBezTo>
                  <a:pt x="35785" y="1427"/>
                  <a:pt x="39251" y="0"/>
                  <a:pt x="43242" y="408"/>
                </a:cubicBezTo>
                <a:cubicBezTo>
                  <a:pt x="47160" y="743"/>
                  <a:pt x="51267" y="2898"/>
                  <a:pt x="55476" y="6889"/>
                </a:cubicBezTo>
                <a:lnTo>
                  <a:pt x="74366" y="24687"/>
                </a:lnTo>
                <a:lnTo>
                  <a:pt x="69516" y="29872"/>
                </a:lnTo>
                <a:lnTo>
                  <a:pt x="50742" y="12234"/>
                </a:lnTo>
                <a:cubicBezTo>
                  <a:pt x="47786" y="9394"/>
                  <a:pt x="45062" y="7850"/>
                  <a:pt x="42615" y="7515"/>
                </a:cubicBezTo>
                <a:cubicBezTo>
                  <a:pt x="40110" y="7224"/>
                  <a:pt x="37897" y="8141"/>
                  <a:pt x="35843" y="10355"/>
                </a:cubicBezTo>
                <a:cubicBezTo>
                  <a:pt x="33338" y="13035"/>
                  <a:pt x="32202" y="15933"/>
                  <a:pt x="32537" y="19181"/>
                </a:cubicBezTo>
                <a:cubicBezTo>
                  <a:pt x="32828" y="22356"/>
                  <a:pt x="34532" y="25429"/>
                  <a:pt x="37605" y="28284"/>
                </a:cubicBezTo>
                <a:lnTo>
                  <a:pt x="55243" y="44946"/>
                </a:lnTo>
                <a:lnTo>
                  <a:pt x="50407" y="50131"/>
                </a:lnTo>
                <a:lnTo>
                  <a:pt x="31692" y="32493"/>
                </a:lnTo>
                <a:cubicBezTo>
                  <a:pt x="28677" y="29639"/>
                  <a:pt x="25939" y="28051"/>
                  <a:pt x="23492" y="27760"/>
                </a:cubicBezTo>
                <a:cubicBezTo>
                  <a:pt x="21046" y="27483"/>
                  <a:pt x="18774" y="28444"/>
                  <a:pt x="16676" y="30673"/>
                </a:cubicBezTo>
                <a:cubicBezTo>
                  <a:pt x="14229" y="33280"/>
                  <a:pt x="13137" y="36236"/>
                  <a:pt x="13428" y="39426"/>
                </a:cubicBezTo>
                <a:cubicBezTo>
                  <a:pt x="13763" y="42674"/>
                  <a:pt x="15424" y="45688"/>
                  <a:pt x="18497" y="48587"/>
                </a:cubicBezTo>
                <a:lnTo>
                  <a:pt x="36178" y="65263"/>
                </a:lnTo>
                <a:lnTo>
                  <a:pt x="31299" y="70375"/>
                </a:lnTo>
                <a:lnTo>
                  <a:pt x="0" y="40911"/>
                </a:lnTo>
                <a:lnTo>
                  <a:pt x="4894" y="35726"/>
                </a:lnTo>
                <a:lnTo>
                  <a:pt x="9729" y="40343"/>
                </a:lnTo>
                <a:cubicBezTo>
                  <a:pt x="8928" y="37329"/>
                  <a:pt x="8826" y="34590"/>
                  <a:pt x="9452" y="32085"/>
                </a:cubicBezTo>
                <a:cubicBezTo>
                  <a:pt x="10064" y="29580"/>
                  <a:pt x="11491" y="27192"/>
                  <a:pt x="13603" y="24978"/>
                </a:cubicBezTo>
                <a:cubicBezTo>
                  <a:pt x="15759" y="22706"/>
                  <a:pt x="18147" y="21279"/>
                  <a:pt x="20827" y="20827"/>
                </a:cubicBezTo>
                <a:cubicBezTo>
                  <a:pt x="23434" y="20317"/>
                  <a:pt x="26230" y="20711"/>
                  <a:pt x="29187" y="22021"/>
                </a:cubicBezTo>
                <a:close/>
                <a:moveTo>
                  <a:pt x="29187" y="220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846D1-82CD-4027-B3F2-BBC0058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21" y="5025032"/>
            <a:ext cx="52694" cy="45616"/>
          </a:xfrm>
          <a:custGeom xmlns:a="http://schemas.openxmlformats.org/drawingml/2006/main">
            <a:pathLst>
              <a:path w="52694" h="45616">
                <a:moveTo>
                  <a:pt x="27250" y="18992"/>
                </a:moveTo>
                <a:cubicBezTo>
                  <a:pt x="23332" y="23143"/>
                  <a:pt x="21118" y="26507"/>
                  <a:pt x="20550" y="29012"/>
                </a:cubicBezTo>
                <a:cubicBezTo>
                  <a:pt x="19968" y="31517"/>
                  <a:pt x="20827" y="33848"/>
                  <a:pt x="23157" y="36003"/>
                </a:cubicBezTo>
                <a:cubicBezTo>
                  <a:pt x="24978" y="37707"/>
                  <a:pt x="26973" y="38450"/>
                  <a:pt x="29187" y="38290"/>
                </a:cubicBezTo>
                <a:cubicBezTo>
                  <a:pt x="31415" y="38057"/>
                  <a:pt x="33454" y="36921"/>
                  <a:pt x="35391" y="34867"/>
                </a:cubicBezTo>
                <a:cubicBezTo>
                  <a:pt x="38130" y="32027"/>
                  <a:pt x="39266" y="28779"/>
                  <a:pt x="38858" y="25138"/>
                </a:cubicBezTo>
                <a:cubicBezTo>
                  <a:pt x="38465" y="21497"/>
                  <a:pt x="36586" y="18147"/>
                  <a:pt x="33236" y="14958"/>
                </a:cubicBezTo>
                <a:lnTo>
                  <a:pt x="32085" y="13880"/>
                </a:lnTo>
                <a:lnTo>
                  <a:pt x="27250" y="18992"/>
                </a:lnTo>
                <a:close/>
                <a:moveTo>
                  <a:pt x="34823" y="6758"/>
                </a:moveTo>
                <a:lnTo>
                  <a:pt x="52694" y="23609"/>
                </a:lnTo>
                <a:lnTo>
                  <a:pt x="47800" y="28721"/>
                </a:lnTo>
                <a:lnTo>
                  <a:pt x="43067" y="24235"/>
                </a:lnTo>
                <a:cubicBezTo>
                  <a:pt x="43868" y="27192"/>
                  <a:pt x="43868" y="29974"/>
                  <a:pt x="43125" y="32595"/>
                </a:cubicBezTo>
                <a:cubicBezTo>
                  <a:pt x="42397" y="35217"/>
                  <a:pt x="40795" y="37765"/>
                  <a:pt x="38406" y="40329"/>
                </a:cubicBezTo>
                <a:cubicBezTo>
                  <a:pt x="35391" y="43518"/>
                  <a:pt x="32085" y="45222"/>
                  <a:pt x="28503" y="45397"/>
                </a:cubicBezTo>
                <a:cubicBezTo>
                  <a:pt x="24920" y="45616"/>
                  <a:pt x="21628" y="44261"/>
                  <a:pt x="18613" y="41407"/>
                </a:cubicBezTo>
                <a:cubicBezTo>
                  <a:pt x="15074" y="38115"/>
                  <a:pt x="13545" y="34474"/>
                  <a:pt x="13996" y="30425"/>
                </a:cubicBezTo>
                <a:cubicBezTo>
                  <a:pt x="14462" y="26332"/>
                  <a:pt x="16851" y="22007"/>
                  <a:pt x="21279" y="17346"/>
                </a:cubicBezTo>
                <a:lnTo>
                  <a:pt x="28051" y="10122"/>
                </a:lnTo>
                <a:lnTo>
                  <a:pt x="27541" y="9612"/>
                </a:lnTo>
                <a:cubicBezTo>
                  <a:pt x="25211" y="7384"/>
                  <a:pt x="22589" y="6423"/>
                  <a:pt x="19866" y="6758"/>
                </a:cubicBezTo>
                <a:cubicBezTo>
                  <a:pt x="17069" y="7107"/>
                  <a:pt x="14404" y="8695"/>
                  <a:pt x="11724" y="11491"/>
                </a:cubicBezTo>
                <a:cubicBezTo>
                  <a:pt x="10079" y="13312"/>
                  <a:pt x="8651" y="15234"/>
                  <a:pt x="7457" y="17346"/>
                </a:cubicBezTo>
                <a:cubicBezTo>
                  <a:pt x="6263" y="19458"/>
                  <a:pt x="5403" y="21672"/>
                  <a:pt x="4777" y="24060"/>
                </a:cubicBezTo>
                <a:lnTo>
                  <a:pt x="0" y="19560"/>
                </a:lnTo>
                <a:cubicBezTo>
                  <a:pt x="1092" y="17011"/>
                  <a:pt x="2228" y="14666"/>
                  <a:pt x="3539" y="12569"/>
                </a:cubicBezTo>
                <a:cubicBezTo>
                  <a:pt x="4835" y="10457"/>
                  <a:pt x="6321" y="8535"/>
                  <a:pt x="7850" y="6874"/>
                </a:cubicBezTo>
                <a:cubicBezTo>
                  <a:pt x="12118" y="2330"/>
                  <a:pt x="16501" y="44"/>
                  <a:pt x="20944" y="44"/>
                </a:cubicBezTo>
                <a:cubicBezTo>
                  <a:pt x="25429" y="0"/>
                  <a:pt x="30046" y="2272"/>
                  <a:pt x="34823" y="6758"/>
                </a:cubicBezTo>
                <a:close/>
                <a:moveTo>
                  <a:pt x="34823" y="6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B6210-E070-48A7-A462-01150A5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544" y="4991913"/>
            <a:ext cx="48354" cy="46082"/>
          </a:xfrm>
          <a:custGeom xmlns:a="http://schemas.openxmlformats.org/drawingml/2006/main">
            <a:pathLst>
              <a:path w="48354" h="46082">
                <a:moveTo>
                  <a:pt x="0" y="5127"/>
                </a:moveTo>
                <a:lnTo>
                  <a:pt x="4894" y="0"/>
                </a:lnTo>
                <a:lnTo>
                  <a:pt x="48354" y="40970"/>
                </a:lnTo>
                <a:lnTo>
                  <a:pt x="43518" y="46082"/>
                </a:lnTo>
                <a:lnTo>
                  <a:pt x="0" y="5127"/>
                </a:lnTo>
                <a:close/>
                <a:moveTo>
                  <a:pt x="0" y="51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6F8BC-F54A-4413-88B5-CE9AE509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560" y="4975979"/>
            <a:ext cx="48310" cy="46140"/>
          </a:xfrm>
          <a:custGeom xmlns:a="http://schemas.openxmlformats.org/drawingml/2006/main">
            <a:pathLst>
              <a:path w="48310" h="46140">
                <a:moveTo>
                  <a:pt x="0" y="5185"/>
                </a:moveTo>
                <a:lnTo>
                  <a:pt x="4835" y="0"/>
                </a:lnTo>
                <a:lnTo>
                  <a:pt x="48310" y="40970"/>
                </a:lnTo>
                <a:lnTo>
                  <a:pt x="43460" y="46140"/>
                </a:lnTo>
                <a:lnTo>
                  <a:pt x="0" y="5185"/>
                </a:lnTo>
                <a:close/>
                <a:moveTo>
                  <a:pt x="0" y="51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191C6-06C4-4BDF-B23D-339E416D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147" y="5643669"/>
            <a:ext cx="45863" cy="60486"/>
          </a:xfrm>
          <a:custGeom xmlns:a="http://schemas.openxmlformats.org/drawingml/2006/main">
            <a:pathLst>
              <a:path w="45863" h="60486">
                <a:moveTo>
                  <a:pt x="10020" y="18832"/>
                </a:moveTo>
                <a:lnTo>
                  <a:pt x="25153" y="34139"/>
                </a:lnTo>
                <a:lnTo>
                  <a:pt x="32100" y="27250"/>
                </a:lnTo>
                <a:cubicBezTo>
                  <a:pt x="34649" y="24687"/>
                  <a:pt x="35959" y="22080"/>
                  <a:pt x="36076" y="19342"/>
                </a:cubicBezTo>
                <a:cubicBezTo>
                  <a:pt x="36134" y="16618"/>
                  <a:pt x="34998" y="14055"/>
                  <a:pt x="32551" y="11608"/>
                </a:cubicBezTo>
                <a:cubicBezTo>
                  <a:pt x="30105" y="9161"/>
                  <a:pt x="27541" y="7967"/>
                  <a:pt x="24876" y="8025"/>
                </a:cubicBezTo>
                <a:cubicBezTo>
                  <a:pt x="22138" y="8083"/>
                  <a:pt x="19516" y="9394"/>
                  <a:pt x="16909" y="11943"/>
                </a:cubicBezTo>
                <a:lnTo>
                  <a:pt x="10020" y="18832"/>
                </a:lnTo>
                <a:close/>
                <a:moveTo>
                  <a:pt x="0" y="19749"/>
                </a:moveTo>
                <a:lnTo>
                  <a:pt x="12467" y="7399"/>
                </a:lnTo>
                <a:cubicBezTo>
                  <a:pt x="17011" y="2898"/>
                  <a:pt x="21453" y="510"/>
                  <a:pt x="25837" y="233"/>
                </a:cubicBezTo>
                <a:cubicBezTo>
                  <a:pt x="30279" y="0"/>
                  <a:pt x="34430" y="1879"/>
                  <a:pt x="38348" y="5869"/>
                </a:cubicBezTo>
                <a:cubicBezTo>
                  <a:pt x="42339" y="9846"/>
                  <a:pt x="44217" y="14055"/>
                  <a:pt x="43868" y="18439"/>
                </a:cubicBezTo>
                <a:cubicBezTo>
                  <a:pt x="43591" y="22822"/>
                  <a:pt x="41144" y="27250"/>
                  <a:pt x="36586" y="31750"/>
                </a:cubicBezTo>
                <a:lnTo>
                  <a:pt x="29653" y="38639"/>
                </a:lnTo>
                <a:lnTo>
                  <a:pt x="45863" y="55010"/>
                </a:lnTo>
                <a:lnTo>
                  <a:pt x="40402" y="60486"/>
                </a:lnTo>
                <a:lnTo>
                  <a:pt x="0" y="19749"/>
                </a:lnTo>
                <a:close/>
                <a:moveTo>
                  <a:pt x="0" y="197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B5A54-8E10-4E92-8AED-BD8D3352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834" y="5606807"/>
            <a:ext cx="45849" cy="63952"/>
          </a:xfrm>
          <a:custGeom xmlns:a="http://schemas.openxmlformats.org/drawingml/2006/main">
            <a:pathLst>
              <a:path w="45849" h="63952">
                <a:moveTo>
                  <a:pt x="0" y="23216"/>
                </a:moveTo>
                <a:lnTo>
                  <a:pt x="23376" y="0"/>
                </a:lnTo>
                <a:lnTo>
                  <a:pt x="27993" y="4661"/>
                </a:lnTo>
                <a:lnTo>
                  <a:pt x="10122" y="22415"/>
                </a:lnTo>
                <a:lnTo>
                  <a:pt x="22021" y="34416"/>
                </a:lnTo>
                <a:lnTo>
                  <a:pt x="38115" y="18380"/>
                </a:lnTo>
                <a:lnTo>
                  <a:pt x="42732" y="23041"/>
                </a:lnTo>
                <a:lnTo>
                  <a:pt x="26565" y="39033"/>
                </a:lnTo>
                <a:lnTo>
                  <a:pt x="45849" y="58491"/>
                </a:lnTo>
                <a:lnTo>
                  <a:pt x="40387" y="63952"/>
                </a:lnTo>
                <a:lnTo>
                  <a:pt x="0" y="23216"/>
                </a:lnTo>
                <a:close/>
                <a:moveTo>
                  <a:pt x="0" y="232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A8379-CD92-4A96-8146-464E93A3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978" y="5592694"/>
            <a:ext cx="65656" cy="46198"/>
          </a:xfrm>
          <a:custGeom xmlns:a="http://schemas.openxmlformats.org/drawingml/2006/main">
            <a:pathLst>
              <a:path w="65656" h="46198">
                <a:moveTo>
                  <a:pt x="0" y="5462"/>
                </a:moveTo>
                <a:lnTo>
                  <a:pt x="5462" y="0"/>
                </a:lnTo>
                <a:lnTo>
                  <a:pt x="41246" y="36076"/>
                </a:lnTo>
                <a:lnTo>
                  <a:pt x="61098" y="16443"/>
                </a:lnTo>
                <a:lnTo>
                  <a:pt x="65656" y="21046"/>
                </a:lnTo>
                <a:lnTo>
                  <a:pt x="40343" y="46198"/>
                </a:lnTo>
                <a:lnTo>
                  <a:pt x="0" y="5462"/>
                </a:lnTo>
                <a:close/>
                <a:moveTo>
                  <a:pt x="0" y="54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97DB5-FC6C-4F3C-B0E0-50DFBEA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66" y="5594922"/>
            <a:ext cx="12627" cy="12627"/>
          </a:xfrm>
          <a:custGeom xmlns:a="http://schemas.openxmlformats.org/drawingml/2006/main">
            <a:pathLst>
              <a:path w="12627" h="12627">
                <a:moveTo>
                  <a:pt x="0" y="5680"/>
                </a:moveTo>
                <a:lnTo>
                  <a:pt x="5738" y="0"/>
                </a:lnTo>
                <a:lnTo>
                  <a:pt x="12627" y="6933"/>
                </a:lnTo>
                <a:lnTo>
                  <a:pt x="6874" y="12627"/>
                </a:lnTo>
                <a:lnTo>
                  <a:pt x="0" y="5680"/>
                </a:lnTo>
                <a:close/>
                <a:moveTo>
                  <a:pt x="0" y="56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C65C2-E5FA-4EEB-BA7D-C5C28305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797" y="5529951"/>
            <a:ext cx="45907" cy="60471"/>
          </a:xfrm>
          <a:custGeom xmlns:a="http://schemas.openxmlformats.org/drawingml/2006/main">
            <a:pathLst>
              <a:path w="45907" h="60471">
                <a:moveTo>
                  <a:pt x="10006" y="18832"/>
                </a:moveTo>
                <a:lnTo>
                  <a:pt x="25196" y="34124"/>
                </a:lnTo>
                <a:lnTo>
                  <a:pt x="32144" y="27250"/>
                </a:lnTo>
                <a:cubicBezTo>
                  <a:pt x="34692" y="24745"/>
                  <a:pt x="36003" y="22065"/>
                  <a:pt x="36061" y="19400"/>
                </a:cubicBezTo>
                <a:cubicBezTo>
                  <a:pt x="36178" y="16662"/>
                  <a:pt x="34984" y="14098"/>
                  <a:pt x="32537" y="11593"/>
                </a:cubicBezTo>
                <a:cubicBezTo>
                  <a:pt x="30148" y="9205"/>
                  <a:pt x="27585" y="8010"/>
                  <a:pt x="24861" y="8069"/>
                </a:cubicBezTo>
                <a:cubicBezTo>
                  <a:pt x="22123" y="8127"/>
                  <a:pt x="19502" y="9438"/>
                  <a:pt x="16953" y="11943"/>
                </a:cubicBezTo>
                <a:lnTo>
                  <a:pt x="10006" y="18832"/>
                </a:lnTo>
                <a:close/>
                <a:moveTo>
                  <a:pt x="0" y="19793"/>
                </a:moveTo>
                <a:lnTo>
                  <a:pt x="12453" y="7442"/>
                </a:lnTo>
                <a:cubicBezTo>
                  <a:pt x="17011" y="2898"/>
                  <a:pt x="21497" y="510"/>
                  <a:pt x="25881" y="277"/>
                </a:cubicBezTo>
                <a:cubicBezTo>
                  <a:pt x="30265" y="0"/>
                  <a:pt x="34416" y="1864"/>
                  <a:pt x="38392" y="5855"/>
                </a:cubicBezTo>
                <a:cubicBezTo>
                  <a:pt x="42382" y="9889"/>
                  <a:pt x="44203" y="14098"/>
                  <a:pt x="43912" y="18424"/>
                </a:cubicBezTo>
                <a:cubicBezTo>
                  <a:pt x="43635" y="22808"/>
                  <a:pt x="41188" y="27250"/>
                  <a:pt x="36629" y="31794"/>
                </a:cubicBezTo>
                <a:lnTo>
                  <a:pt x="29697" y="38683"/>
                </a:lnTo>
                <a:lnTo>
                  <a:pt x="45907" y="55010"/>
                </a:lnTo>
                <a:lnTo>
                  <a:pt x="40387" y="60471"/>
                </a:lnTo>
                <a:lnTo>
                  <a:pt x="0" y="19793"/>
                </a:lnTo>
                <a:close/>
                <a:moveTo>
                  <a:pt x="0" y="197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5C2B6-AEBF-492B-A359-C2301196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180" y="5509692"/>
            <a:ext cx="35333" cy="48703"/>
          </a:xfrm>
          <a:custGeom xmlns:a="http://schemas.openxmlformats.org/drawingml/2006/main">
            <a:pathLst>
              <a:path w="35333" h="48703">
                <a:moveTo>
                  <a:pt x="22531" y="5127"/>
                </a:moveTo>
                <a:cubicBezTo>
                  <a:pt x="21672" y="5345"/>
                  <a:pt x="20813" y="5738"/>
                  <a:pt x="20026" y="6263"/>
                </a:cubicBezTo>
                <a:cubicBezTo>
                  <a:pt x="19167" y="6772"/>
                  <a:pt x="18366" y="7399"/>
                  <a:pt x="17579" y="8185"/>
                </a:cubicBezTo>
                <a:cubicBezTo>
                  <a:pt x="14725" y="10982"/>
                  <a:pt x="13487" y="14055"/>
                  <a:pt x="13763" y="17404"/>
                </a:cubicBezTo>
                <a:cubicBezTo>
                  <a:pt x="14098" y="20769"/>
                  <a:pt x="15977" y="24177"/>
                  <a:pt x="19400" y="27643"/>
                </a:cubicBezTo>
                <a:lnTo>
                  <a:pt x="35333" y="43751"/>
                </a:lnTo>
                <a:lnTo>
                  <a:pt x="30323" y="48703"/>
                </a:lnTo>
                <a:lnTo>
                  <a:pt x="0" y="18205"/>
                </a:lnTo>
                <a:lnTo>
                  <a:pt x="5054" y="13195"/>
                </a:lnTo>
                <a:lnTo>
                  <a:pt x="9787" y="17914"/>
                </a:lnTo>
                <a:cubicBezTo>
                  <a:pt x="8986" y="15016"/>
                  <a:pt x="8986" y="12292"/>
                  <a:pt x="9787" y="9729"/>
                </a:cubicBezTo>
                <a:cubicBezTo>
                  <a:pt x="10574" y="7107"/>
                  <a:pt x="12234" y="4661"/>
                  <a:pt x="14623" y="2272"/>
                </a:cubicBezTo>
                <a:cubicBezTo>
                  <a:pt x="14958" y="1937"/>
                  <a:pt x="15351" y="1529"/>
                  <a:pt x="15817" y="1194"/>
                </a:cubicBezTo>
                <a:cubicBezTo>
                  <a:pt x="16268" y="801"/>
                  <a:pt x="16836" y="393"/>
                  <a:pt x="17404" y="0"/>
                </a:cubicBezTo>
                <a:lnTo>
                  <a:pt x="22531" y="5127"/>
                </a:lnTo>
                <a:close/>
                <a:moveTo>
                  <a:pt x="22531" y="51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3B797-51AD-4607-8772-AF047856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555" y="5488078"/>
            <a:ext cx="47101" cy="47378"/>
          </a:xfrm>
          <a:custGeom xmlns:a="http://schemas.openxmlformats.org/drawingml/2006/main">
            <a:pathLst>
              <a:path w="47101" h="47378">
                <a:moveTo>
                  <a:pt x="11783" y="16836"/>
                </a:moveTo>
                <a:lnTo>
                  <a:pt x="16836" y="11885"/>
                </a:lnTo>
                <a:lnTo>
                  <a:pt x="47101" y="42382"/>
                </a:lnTo>
                <a:lnTo>
                  <a:pt x="42106" y="47378"/>
                </a:lnTo>
                <a:lnTo>
                  <a:pt x="11783" y="16836"/>
                </a:lnTo>
                <a:close/>
                <a:moveTo>
                  <a:pt x="0" y="4937"/>
                </a:moveTo>
                <a:lnTo>
                  <a:pt x="5010" y="0"/>
                </a:lnTo>
                <a:lnTo>
                  <a:pt x="11317" y="6306"/>
                </a:lnTo>
                <a:lnTo>
                  <a:pt x="6321" y="11317"/>
                </a:lnTo>
                <a:lnTo>
                  <a:pt x="0" y="4937"/>
                </a:lnTo>
                <a:close/>
                <a:moveTo>
                  <a:pt x="0" y="49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9D748-6FF9-4E94-BE6C-D2645461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688" y="5450181"/>
            <a:ext cx="74876" cy="70084"/>
          </a:xfrm>
          <a:custGeom xmlns:a="http://schemas.openxmlformats.org/drawingml/2006/main">
            <a:pathLst>
              <a:path w="74876" h="70084">
                <a:moveTo>
                  <a:pt x="29755" y="21614"/>
                </a:moveTo>
                <a:cubicBezTo>
                  <a:pt x="28794" y="18147"/>
                  <a:pt x="28619" y="14958"/>
                  <a:pt x="29304" y="12176"/>
                </a:cubicBezTo>
                <a:cubicBezTo>
                  <a:pt x="29988" y="9394"/>
                  <a:pt x="31517" y="6831"/>
                  <a:pt x="33906" y="4442"/>
                </a:cubicBezTo>
                <a:cubicBezTo>
                  <a:pt x="37096" y="1311"/>
                  <a:pt x="40620" y="0"/>
                  <a:pt x="44552" y="510"/>
                </a:cubicBezTo>
                <a:cubicBezTo>
                  <a:pt x="48529" y="1020"/>
                  <a:pt x="52519" y="3306"/>
                  <a:pt x="56554" y="7457"/>
                </a:cubicBezTo>
                <a:lnTo>
                  <a:pt x="74876" y="25881"/>
                </a:lnTo>
                <a:lnTo>
                  <a:pt x="69807" y="30891"/>
                </a:lnTo>
                <a:lnTo>
                  <a:pt x="51718" y="12569"/>
                </a:lnTo>
                <a:cubicBezTo>
                  <a:pt x="48820" y="9671"/>
                  <a:pt x="46140" y="8025"/>
                  <a:pt x="43693" y="7617"/>
                </a:cubicBezTo>
                <a:cubicBezTo>
                  <a:pt x="41246" y="7224"/>
                  <a:pt x="38974" y="8083"/>
                  <a:pt x="36819" y="10181"/>
                </a:cubicBezTo>
                <a:cubicBezTo>
                  <a:pt x="34255" y="12802"/>
                  <a:pt x="33061" y="15700"/>
                  <a:pt x="33236" y="18890"/>
                </a:cubicBezTo>
                <a:cubicBezTo>
                  <a:pt x="33454" y="22138"/>
                  <a:pt x="34998" y="25196"/>
                  <a:pt x="37955" y="28226"/>
                </a:cubicBezTo>
                <a:lnTo>
                  <a:pt x="55083" y="45455"/>
                </a:lnTo>
                <a:lnTo>
                  <a:pt x="50072" y="50466"/>
                </a:lnTo>
                <a:lnTo>
                  <a:pt x="31925" y="32202"/>
                </a:lnTo>
                <a:cubicBezTo>
                  <a:pt x="29012" y="29245"/>
                  <a:pt x="26347" y="27600"/>
                  <a:pt x="23900" y="27192"/>
                </a:cubicBezTo>
                <a:cubicBezTo>
                  <a:pt x="21453" y="26857"/>
                  <a:pt x="19181" y="27701"/>
                  <a:pt x="17011" y="29872"/>
                </a:cubicBezTo>
                <a:cubicBezTo>
                  <a:pt x="14448" y="32435"/>
                  <a:pt x="13254" y="35275"/>
                  <a:pt x="13487" y="38523"/>
                </a:cubicBezTo>
                <a:cubicBezTo>
                  <a:pt x="13661" y="41756"/>
                  <a:pt x="15249" y="44829"/>
                  <a:pt x="18205" y="47844"/>
                </a:cubicBezTo>
                <a:lnTo>
                  <a:pt x="35333" y="65088"/>
                </a:lnTo>
                <a:lnTo>
                  <a:pt x="30265" y="70084"/>
                </a:lnTo>
                <a:lnTo>
                  <a:pt x="0" y="39542"/>
                </a:lnTo>
                <a:lnTo>
                  <a:pt x="5010" y="34532"/>
                </a:lnTo>
                <a:lnTo>
                  <a:pt x="9729" y="39309"/>
                </a:lnTo>
                <a:cubicBezTo>
                  <a:pt x="9044" y="36294"/>
                  <a:pt x="9044" y="33513"/>
                  <a:pt x="9729" y="31066"/>
                </a:cubicBezTo>
                <a:cubicBezTo>
                  <a:pt x="10472" y="28561"/>
                  <a:pt x="11899" y="26230"/>
                  <a:pt x="14113" y="24060"/>
                </a:cubicBezTo>
                <a:cubicBezTo>
                  <a:pt x="16327" y="21847"/>
                  <a:pt x="18774" y="20536"/>
                  <a:pt x="21453" y="20143"/>
                </a:cubicBezTo>
                <a:cubicBezTo>
                  <a:pt x="24133" y="19735"/>
                  <a:pt x="26915" y="20259"/>
                  <a:pt x="29755" y="21614"/>
                </a:cubicBezTo>
                <a:close/>
                <a:moveTo>
                  <a:pt x="29755" y="216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74068-3181-48DB-A346-8C8B1EB8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478" y="5418722"/>
            <a:ext cx="47101" cy="47393"/>
          </a:xfrm>
          <a:custGeom xmlns:a="http://schemas.openxmlformats.org/drawingml/2006/main">
            <a:pathLst>
              <a:path w="47101" h="47393">
                <a:moveTo>
                  <a:pt x="0" y="4952"/>
                </a:moveTo>
                <a:lnTo>
                  <a:pt x="5010" y="0"/>
                </a:lnTo>
                <a:lnTo>
                  <a:pt x="47101" y="42441"/>
                </a:lnTo>
                <a:lnTo>
                  <a:pt x="42091" y="47393"/>
                </a:lnTo>
                <a:lnTo>
                  <a:pt x="0" y="4952"/>
                </a:lnTo>
                <a:close/>
                <a:moveTo>
                  <a:pt x="0" y="49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BEF3F-E5CC-43D1-AEEA-AB64A08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905" y="5437379"/>
            <a:ext cx="12627" cy="12686"/>
          </a:xfrm>
          <a:custGeom xmlns:a="http://schemas.openxmlformats.org/drawingml/2006/main">
            <a:pathLst>
              <a:path w="12627" h="12686">
                <a:moveTo>
                  <a:pt x="0" y="5753"/>
                </a:moveTo>
                <a:lnTo>
                  <a:pt x="5753" y="0"/>
                </a:lnTo>
                <a:lnTo>
                  <a:pt x="12627" y="6947"/>
                </a:lnTo>
                <a:lnTo>
                  <a:pt x="6889" y="12686"/>
                </a:lnTo>
                <a:lnTo>
                  <a:pt x="0" y="5753"/>
                </a:lnTo>
                <a:close/>
                <a:moveTo>
                  <a:pt x="0" y="57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E6A6E-6CB0-4149-BFD3-89561967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695" y="5366669"/>
            <a:ext cx="66559" cy="66268"/>
          </a:xfrm>
          <a:custGeom xmlns:a="http://schemas.openxmlformats.org/drawingml/2006/main">
            <a:pathLst>
              <a:path w="66559" h="66268">
                <a:moveTo>
                  <a:pt x="0" y="25546"/>
                </a:moveTo>
                <a:lnTo>
                  <a:pt x="25706" y="0"/>
                </a:lnTo>
                <a:lnTo>
                  <a:pt x="30323" y="4661"/>
                </a:lnTo>
                <a:lnTo>
                  <a:pt x="10064" y="24745"/>
                </a:lnTo>
                <a:lnTo>
                  <a:pt x="22007" y="36746"/>
                </a:lnTo>
                <a:lnTo>
                  <a:pt x="41421" y="17579"/>
                </a:lnTo>
                <a:lnTo>
                  <a:pt x="46023" y="22182"/>
                </a:lnTo>
                <a:lnTo>
                  <a:pt x="26624" y="41407"/>
                </a:lnTo>
                <a:lnTo>
                  <a:pt x="41246" y="56146"/>
                </a:lnTo>
                <a:lnTo>
                  <a:pt x="62015" y="35610"/>
                </a:lnTo>
                <a:lnTo>
                  <a:pt x="66559" y="40271"/>
                </a:lnTo>
                <a:lnTo>
                  <a:pt x="40329" y="66268"/>
                </a:lnTo>
                <a:lnTo>
                  <a:pt x="0" y="25546"/>
                </a:lnTo>
                <a:close/>
                <a:moveTo>
                  <a:pt x="0" y="255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B172B-1ECC-46D9-926F-3A2AFA4B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41" y="5328263"/>
            <a:ext cx="74861" cy="70084"/>
          </a:xfrm>
          <a:custGeom xmlns:a="http://schemas.openxmlformats.org/drawingml/2006/main">
            <a:pathLst>
              <a:path w="74861" h="70084">
                <a:moveTo>
                  <a:pt x="29755" y="21614"/>
                </a:moveTo>
                <a:cubicBezTo>
                  <a:pt x="28779" y="18147"/>
                  <a:pt x="28663" y="14958"/>
                  <a:pt x="29347" y="12176"/>
                </a:cubicBezTo>
                <a:cubicBezTo>
                  <a:pt x="30032" y="9379"/>
                  <a:pt x="31517" y="6831"/>
                  <a:pt x="33906" y="4500"/>
                </a:cubicBezTo>
                <a:cubicBezTo>
                  <a:pt x="37096" y="1311"/>
                  <a:pt x="40620" y="0"/>
                  <a:pt x="44596" y="510"/>
                </a:cubicBezTo>
                <a:cubicBezTo>
                  <a:pt x="48529" y="1020"/>
                  <a:pt x="52505" y="3292"/>
                  <a:pt x="56597" y="7457"/>
                </a:cubicBezTo>
                <a:lnTo>
                  <a:pt x="74861" y="25881"/>
                </a:lnTo>
                <a:lnTo>
                  <a:pt x="69807" y="30891"/>
                </a:lnTo>
                <a:lnTo>
                  <a:pt x="51704" y="12569"/>
                </a:lnTo>
                <a:cubicBezTo>
                  <a:pt x="48805" y="9671"/>
                  <a:pt x="46140" y="8025"/>
                  <a:pt x="43693" y="7617"/>
                </a:cubicBezTo>
                <a:cubicBezTo>
                  <a:pt x="41246" y="7224"/>
                  <a:pt x="38960" y="8083"/>
                  <a:pt x="36862" y="10181"/>
                </a:cubicBezTo>
                <a:cubicBezTo>
                  <a:pt x="34241" y="12802"/>
                  <a:pt x="33047" y="15700"/>
                  <a:pt x="33221" y="18890"/>
                </a:cubicBezTo>
                <a:cubicBezTo>
                  <a:pt x="33454" y="22123"/>
                  <a:pt x="35042" y="25196"/>
                  <a:pt x="37998" y="28211"/>
                </a:cubicBezTo>
                <a:lnTo>
                  <a:pt x="55068" y="45455"/>
                </a:lnTo>
                <a:lnTo>
                  <a:pt x="50058" y="50466"/>
                </a:lnTo>
                <a:lnTo>
                  <a:pt x="31911" y="32202"/>
                </a:lnTo>
                <a:cubicBezTo>
                  <a:pt x="29012" y="29245"/>
                  <a:pt x="26332" y="27585"/>
                  <a:pt x="23886" y="27192"/>
                </a:cubicBezTo>
                <a:cubicBezTo>
                  <a:pt x="21497" y="26857"/>
                  <a:pt x="19167" y="27701"/>
                  <a:pt x="17011" y="29872"/>
                </a:cubicBezTo>
                <a:cubicBezTo>
                  <a:pt x="14448" y="32420"/>
                  <a:pt x="13254" y="35275"/>
                  <a:pt x="13472" y="38508"/>
                </a:cubicBezTo>
                <a:cubicBezTo>
                  <a:pt x="13705" y="41756"/>
                  <a:pt x="15249" y="44829"/>
                  <a:pt x="18205" y="47844"/>
                </a:cubicBezTo>
                <a:lnTo>
                  <a:pt x="35319" y="65088"/>
                </a:lnTo>
                <a:lnTo>
                  <a:pt x="30265" y="70084"/>
                </a:lnTo>
                <a:lnTo>
                  <a:pt x="0" y="39542"/>
                </a:lnTo>
                <a:lnTo>
                  <a:pt x="5054" y="34532"/>
                </a:lnTo>
                <a:lnTo>
                  <a:pt x="9729" y="39309"/>
                </a:lnTo>
                <a:cubicBezTo>
                  <a:pt x="9044" y="36294"/>
                  <a:pt x="9044" y="33513"/>
                  <a:pt x="9729" y="31066"/>
                </a:cubicBezTo>
                <a:cubicBezTo>
                  <a:pt x="10457" y="28561"/>
                  <a:pt x="11943" y="26230"/>
                  <a:pt x="14098" y="24060"/>
                </a:cubicBezTo>
                <a:cubicBezTo>
                  <a:pt x="16327" y="21847"/>
                  <a:pt x="18774" y="20536"/>
                  <a:pt x="21439" y="20143"/>
                </a:cubicBezTo>
                <a:cubicBezTo>
                  <a:pt x="24119" y="19735"/>
                  <a:pt x="26900" y="20259"/>
                  <a:pt x="29755" y="21614"/>
                </a:cubicBezTo>
                <a:close/>
                <a:moveTo>
                  <a:pt x="29755" y="216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8F4B7-A118-4BF9-BDB8-BDBD7F78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242" y="5293279"/>
            <a:ext cx="62933" cy="51136"/>
          </a:xfrm>
          <a:custGeom xmlns:a="http://schemas.openxmlformats.org/drawingml/2006/main">
            <a:pathLst>
              <a:path w="62933" h="51136">
                <a:moveTo>
                  <a:pt x="49111" y="13938"/>
                </a:moveTo>
                <a:cubicBezTo>
                  <a:pt x="45412" y="10239"/>
                  <a:pt x="41829" y="8127"/>
                  <a:pt x="38188" y="7501"/>
                </a:cubicBezTo>
                <a:cubicBezTo>
                  <a:pt x="34590" y="6933"/>
                  <a:pt x="31474" y="7952"/>
                  <a:pt x="28794" y="10574"/>
                </a:cubicBezTo>
                <a:cubicBezTo>
                  <a:pt x="26172" y="13195"/>
                  <a:pt x="25094" y="16327"/>
                  <a:pt x="25662" y="19968"/>
                </a:cubicBezTo>
                <a:cubicBezTo>
                  <a:pt x="26230" y="23551"/>
                  <a:pt x="28342" y="27192"/>
                  <a:pt x="31983" y="30891"/>
                </a:cubicBezTo>
                <a:cubicBezTo>
                  <a:pt x="35683" y="34590"/>
                  <a:pt x="39324" y="36688"/>
                  <a:pt x="42907" y="37314"/>
                </a:cubicBezTo>
                <a:cubicBezTo>
                  <a:pt x="46490" y="37882"/>
                  <a:pt x="49621" y="36862"/>
                  <a:pt x="52286" y="34241"/>
                </a:cubicBezTo>
                <a:cubicBezTo>
                  <a:pt x="54908" y="31619"/>
                  <a:pt x="55986" y="28503"/>
                  <a:pt x="55418" y="24920"/>
                </a:cubicBezTo>
                <a:cubicBezTo>
                  <a:pt x="54849" y="21279"/>
                  <a:pt x="52752" y="17637"/>
                  <a:pt x="49111" y="13938"/>
                </a:cubicBezTo>
                <a:close/>
                <a:moveTo>
                  <a:pt x="21453" y="20186"/>
                </a:moveTo>
                <a:cubicBezTo>
                  <a:pt x="20711" y="17346"/>
                  <a:pt x="20711" y="14666"/>
                  <a:pt x="21395" y="12220"/>
                </a:cubicBezTo>
                <a:cubicBezTo>
                  <a:pt x="22138" y="9729"/>
                  <a:pt x="23623" y="7384"/>
                  <a:pt x="25895" y="5170"/>
                </a:cubicBezTo>
                <a:cubicBezTo>
                  <a:pt x="29595" y="1471"/>
                  <a:pt x="34081" y="0"/>
                  <a:pt x="39324" y="626"/>
                </a:cubicBezTo>
                <a:cubicBezTo>
                  <a:pt x="44552" y="1238"/>
                  <a:pt x="49563" y="3976"/>
                  <a:pt x="54281" y="8753"/>
                </a:cubicBezTo>
                <a:cubicBezTo>
                  <a:pt x="59059" y="13589"/>
                  <a:pt x="61738" y="18599"/>
                  <a:pt x="62365" y="23827"/>
                </a:cubicBezTo>
                <a:cubicBezTo>
                  <a:pt x="62933" y="29071"/>
                  <a:pt x="61389" y="33556"/>
                  <a:pt x="57690" y="37256"/>
                </a:cubicBezTo>
                <a:cubicBezTo>
                  <a:pt x="55418" y="39484"/>
                  <a:pt x="53087" y="40897"/>
                  <a:pt x="50582" y="41640"/>
                </a:cubicBezTo>
                <a:cubicBezTo>
                  <a:pt x="48077" y="42324"/>
                  <a:pt x="45470" y="42324"/>
                  <a:pt x="42557" y="41523"/>
                </a:cubicBezTo>
                <a:lnTo>
                  <a:pt x="47116" y="46140"/>
                </a:lnTo>
                <a:lnTo>
                  <a:pt x="42047" y="51136"/>
                </a:lnTo>
                <a:lnTo>
                  <a:pt x="0" y="8695"/>
                </a:lnTo>
                <a:lnTo>
                  <a:pt x="5068" y="3685"/>
                </a:lnTo>
                <a:lnTo>
                  <a:pt x="21453" y="20186"/>
                </a:lnTo>
                <a:close/>
                <a:moveTo>
                  <a:pt x="21453" y="20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29E46-E34D-48CC-BC96-5EAE76C5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994" y="5259140"/>
            <a:ext cx="48412" cy="44436"/>
          </a:xfrm>
          <a:custGeom xmlns:a="http://schemas.openxmlformats.org/drawingml/2006/main">
            <a:pathLst>
              <a:path w="48412" h="44436">
                <a:moveTo>
                  <a:pt x="34692" y="7501"/>
                </a:moveTo>
                <a:lnTo>
                  <a:pt x="37139" y="9947"/>
                </a:lnTo>
                <a:lnTo>
                  <a:pt x="14040" y="32828"/>
                </a:lnTo>
                <a:cubicBezTo>
                  <a:pt x="17681" y="36061"/>
                  <a:pt x="21381" y="37664"/>
                  <a:pt x="25022" y="37605"/>
                </a:cubicBezTo>
                <a:cubicBezTo>
                  <a:pt x="28663" y="37605"/>
                  <a:pt x="32202" y="35901"/>
                  <a:pt x="35493" y="32595"/>
                </a:cubicBezTo>
                <a:cubicBezTo>
                  <a:pt x="37430" y="30716"/>
                  <a:pt x="39076" y="28619"/>
                  <a:pt x="40387" y="26332"/>
                </a:cubicBezTo>
                <a:cubicBezTo>
                  <a:pt x="41756" y="24060"/>
                  <a:pt x="42834" y="21614"/>
                  <a:pt x="43693" y="18890"/>
                </a:cubicBezTo>
                <a:lnTo>
                  <a:pt x="48412" y="23609"/>
                </a:lnTo>
                <a:cubicBezTo>
                  <a:pt x="47334" y="26172"/>
                  <a:pt x="46082" y="28561"/>
                  <a:pt x="44596" y="30833"/>
                </a:cubicBezTo>
                <a:cubicBezTo>
                  <a:pt x="43067" y="33163"/>
                  <a:pt x="41348" y="35217"/>
                  <a:pt x="39426" y="37154"/>
                </a:cubicBezTo>
                <a:cubicBezTo>
                  <a:pt x="34532" y="41989"/>
                  <a:pt x="29289" y="44436"/>
                  <a:pt x="23609" y="44378"/>
                </a:cubicBezTo>
                <a:cubicBezTo>
                  <a:pt x="17972" y="44378"/>
                  <a:pt x="12744" y="41931"/>
                  <a:pt x="7952" y="37096"/>
                </a:cubicBezTo>
                <a:cubicBezTo>
                  <a:pt x="3015" y="32085"/>
                  <a:pt x="393" y="26798"/>
                  <a:pt x="218" y="21220"/>
                </a:cubicBezTo>
                <a:cubicBezTo>
                  <a:pt x="0" y="15584"/>
                  <a:pt x="2156" y="10515"/>
                  <a:pt x="6758" y="5971"/>
                </a:cubicBezTo>
                <a:cubicBezTo>
                  <a:pt x="10865" y="1879"/>
                  <a:pt x="15409" y="0"/>
                  <a:pt x="20419" y="277"/>
                </a:cubicBezTo>
                <a:cubicBezTo>
                  <a:pt x="25429" y="510"/>
                  <a:pt x="30207" y="2957"/>
                  <a:pt x="34692" y="7501"/>
                </a:cubicBezTo>
                <a:close/>
                <a:moveTo>
                  <a:pt x="28211" y="10982"/>
                </a:moveTo>
                <a:cubicBezTo>
                  <a:pt x="25488" y="8302"/>
                  <a:pt x="22517" y="6874"/>
                  <a:pt x="19400" y="6714"/>
                </a:cubicBezTo>
                <a:cubicBezTo>
                  <a:pt x="16268" y="6539"/>
                  <a:pt x="13472" y="7734"/>
                  <a:pt x="11025" y="10181"/>
                </a:cubicBezTo>
                <a:cubicBezTo>
                  <a:pt x="8243" y="12919"/>
                  <a:pt x="6758" y="15933"/>
                  <a:pt x="6656" y="19167"/>
                </a:cubicBezTo>
                <a:cubicBezTo>
                  <a:pt x="6539" y="22473"/>
                  <a:pt x="7792" y="25662"/>
                  <a:pt x="10355" y="28779"/>
                </a:cubicBezTo>
                <a:lnTo>
                  <a:pt x="28211" y="10982"/>
                </a:lnTo>
                <a:close/>
                <a:moveTo>
                  <a:pt x="28211" y="109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62B07-10A4-4989-9505-47CA0642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831" y="5226487"/>
            <a:ext cx="35333" cy="48689"/>
          </a:xfrm>
          <a:custGeom xmlns:a="http://schemas.openxmlformats.org/drawingml/2006/main">
            <a:pathLst>
              <a:path w="35333" h="48689">
                <a:moveTo>
                  <a:pt x="22531" y="5112"/>
                </a:moveTo>
                <a:cubicBezTo>
                  <a:pt x="21672" y="5345"/>
                  <a:pt x="20827" y="5680"/>
                  <a:pt x="20026" y="6190"/>
                </a:cubicBezTo>
                <a:cubicBezTo>
                  <a:pt x="19167" y="6714"/>
                  <a:pt x="18380" y="7340"/>
                  <a:pt x="17579" y="8127"/>
                </a:cubicBezTo>
                <a:cubicBezTo>
                  <a:pt x="14739" y="10982"/>
                  <a:pt x="13487" y="14040"/>
                  <a:pt x="13763" y="17404"/>
                </a:cubicBezTo>
                <a:cubicBezTo>
                  <a:pt x="14113" y="20754"/>
                  <a:pt x="15992" y="24177"/>
                  <a:pt x="19400" y="27585"/>
                </a:cubicBezTo>
                <a:lnTo>
                  <a:pt x="35333" y="43693"/>
                </a:lnTo>
                <a:lnTo>
                  <a:pt x="30323" y="48689"/>
                </a:lnTo>
                <a:lnTo>
                  <a:pt x="0" y="18147"/>
                </a:lnTo>
                <a:lnTo>
                  <a:pt x="5068" y="13137"/>
                </a:lnTo>
                <a:lnTo>
                  <a:pt x="9787" y="17914"/>
                </a:lnTo>
                <a:cubicBezTo>
                  <a:pt x="8986" y="15016"/>
                  <a:pt x="8986" y="12278"/>
                  <a:pt x="9787" y="9671"/>
                </a:cubicBezTo>
                <a:cubicBezTo>
                  <a:pt x="10588" y="7107"/>
                  <a:pt x="12176" y="4602"/>
                  <a:pt x="14623" y="2214"/>
                </a:cubicBezTo>
                <a:cubicBezTo>
                  <a:pt x="14958" y="1879"/>
                  <a:pt x="15365" y="1529"/>
                  <a:pt x="15817" y="1136"/>
                </a:cubicBezTo>
                <a:cubicBezTo>
                  <a:pt x="16268" y="786"/>
                  <a:pt x="16836" y="393"/>
                  <a:pt x="17404" y="0"/>
                </a:cubicBezTo>
                <a:lnTo>
                  <a:pt x="22531" y="5112"/>
                </a:lnTo>
                <a:close/>
                <a:moveTo>
                  <a:pt x="22531" y="5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8567A-C584-46BE-8A52-F963C9A4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88" y="5784026"/>
            <a:ext cx="44669" cy="64404"/>
          </a:xfrm>
          <a:custGeom xmlns:a="http://schemas.openxmlformats.org/drawingml/2006/main">
            <a:pathLst>
              <a:path w="44669" h="64404">
                <a:moveTo>
                  <a:pt x="0" y="22356"/>
                </a:moveTo>
                <a:lnTo>
                  <a:pt x="24191" y="0"/>
                </a:lnTo>
                <a:lnTo>
                  <a:pt x="28619" y="4777"/>
                </a:lnTo>
                <a:lnTo>
                  <a:pt x="10137" y="21905"/>
                </a:lnTo>
                <a:lnTo>
                  <a:pt x="21628" y="34299"/>
                </a:lnTo>
                <a:lnTo>
                  <a:pt x="38290" y="18832"/>
                </a:lnTo>
                <a:lnTo>
                  <a:pt x="42732" y="23609"/>
                </a:lnTo>
                <a:lnTo>
                  <a:pt x="26070" y="39076"/>
                </a:lnTo>
                <a:lnTo>
                  <a:pt x="44669" y="59161"/>
                </a:lnTo>
                <a:lnTo>
                  <a:pt x="38974" y="64404"/>
                </a:lnTo>
                <a:lnTo>
                  <a:pt x="0" y="22356"/>
                </a:lnTo>
                <a:close/>
                <a:moveTo>
                  <a:pt x="0" y="2235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67D30-0317-410F-B4FC-AA64AEA8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36" y="5773161"/>
            <a:ext cx="45790" cy="48645"/>
          </a:xfrm>
          <a:custGeom xmlns:a="http://schemas.openxmlformats.org/drawingml/2006/main">
            <a:pathLst>
              <a:path w="45790" h="48645">
                <a:moveTo>
                  <a:pt x="11375" y="17069"/>
                </a:moveTo>
                <a:lnTo>
                  <a:pt x="16545" y="12292"/>
                </a:lnTo>
                <a:lnTo>
                  <a:pt x="45790" y="43810"/>
                </a:lnTo>
                <a:lnTo>
                  <a:pt x="40620" y="48645"/>
                </a:lnTo>
                <a:lnTo>
                  <a:pt x="11375" y="17069"/>
                </a:lnTo>
                <a:close/>
                <a:moveTo>
                  <a:pt x="0" y="4777"/>
                </a:moveTo>
                <a:lnTo>
                  <a:pt x="5170" y="0"/>
                </a:lnTo>
                <a:lnTo>
                  <a:pt x="11258" y="6539"/>
                </a:lnTo>
                <a:lnTo>
                  <a:pt x="6088" y="11375"/>
                </a:lnTo>
                <a:lnTo>
                  <a:pt x="0" y="4777"/>
                </a:lnTo>
                <a:close/>
                <a:moveTo>
                  <a:pt x="0" y="477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65B72-AB97-4D46-96A9-BB6D510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28" y="5758029"/>
            <a:ext cx="34474" cy="49097"/>
          </a:xfrm>
          <a:custGeom xmlns:a="http://schemas.openxmlformats.org/drawingml/2006/main">
            <a:pathLst>
              <a:path w="34474" h="49097">
                <a:moveTo>
                  <a:pt x="22983" y="5287"/>
                </a:moveTo>
                <a:cubicBezTo>
                  <a:pt x="22080" y="5462"/>
                  <a:pt x="21220" y="5797"/>
                  <a:pt x="20419" y="6306"/>
                </a:cubicBezTo>
                <a:cubicBezTo>
                  <a:pt x="19575" y="6772"/>
                  <a:pt x="18715" y="7399"/>
                  <a:pt x="17914" y="8127"/>
                </a:cubicBezTo>
                <a:cubicBezTo>
                  <a:pt x="14958" y="10865"/>
                  <a:pt x="13589" y="13880"/>
                  <a:pt x="13822" y="17230"/>
                </a:cubicBezTo>
                <a:cubicBezTo>
                  <a:pt x="13996" y="20594"/>
                  <a:pt x="15759" y="24060"/>
                  <a:pt x="19065" y="27643"/>
                </a:cubicBezTo>
                <a:lnTo>
                  <a:pt x="34474" y="44261"/>
                </a:lnTo>
                <a:lnTo>
                  <a:pt x="29245" y="49097"/>
                </a:lnTo>
                <a:lnTo>
                  <a:pt x="0" y="17521"/>
                </a:lnTo>
                <a:lnTo>
                  <a:pt x="5229" y="12744"/>
                </a:lnTo>
                <a:lnTo>
                  <a:pt x="9787" y="17637"/>
                </a:lnTo>
                <a:cubicBezTo>
                  <a:pt x="9103" y="14681"/>
                  <a:pt x="9219" y="11943"/>
                  <a:pt x="10064" y="9438"/>
                </a:cubicBezTo>
                <a:cubicBezTo>
                  <a:pt x="10982" y="6874"/>
                  <a:pt x="12686" y="4428"/>
                  <a:pt x="15191" y="2097"/>
                </a:cubicBezTo>
                <a:cubicBezTo>
                  <a:pt x="15526" y="1762"/>
                  <a:pt x="15933" y="1413"/>
                  <a:pt x="16385" y="1078"/>
                </a:cubicBezTo>
                <a:cubicBezTo>
                  <a:pt x="16895" y="743"/>
                  <a:pt x="17404" y="335"/>
                  <a:pt x="18031" y="0"/>
                </a:cubicBezTo>
                <a:lnTo>
                  <a:pt x="22983" y="5287"/>
                </a:lnTo>
                <a:close/>
                <a:moveTo>
                  <a:pt x="22983" y="52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42EBF-3950-46C0-8B81-2F86B492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467" y="5735716"/>
            <a:ext cx="44669" cy="50247"/>
          </a:xfrm>
          <a:custGeom xmlns:a="http://schemas.openxmlformats.org/drawingml/2006/main">
            <a:pathLst>
              <a:path w="44669" h="50247">
                <a:moveTo>
                  <a:pt x="19007" y="0"/>
                </a:moveTo>
                <a:lnTo>
                  <a:pt x="23492" y="4894"/>
                </a:lnTo>
                <a:cubicBezTo>
                  <a:pt x="21337" y="5520"/>
                  <a:pt x="19342" y="6321"/>
                  <a:pt x="17404" y="7457"/>
                </a:cubicBezTo>
                <a:cubicBezTo>
                  <a:pt x="15482" y="8535"/>
                  <a:pt x="13661" y="9846"/>
                  <a:pt x="11943" y="11448"/>
                </a:cubicBezTo>
                <a:cubicBezTo>
                  <a:pt x="9394" y="13778"/>
                  <a:pt x="7850" y="15992"/>
                  <a:pt x="7282" y="17987"/>
                </a:cubicBezTo>
                <a:cubicBezTo>
                  <a:pt x="6714" y="19924"/>
                  <a:pt x="7166" y="21745"/>
                  <a:pt x="8651" y="23274"/>
                </a:cubicBezTo>
                <a:cubicBezTo>
                  <a:pt x="9729" y="24526"/>
                  <a:pt x="11098" y="25036"/>
                  <a:pt x="12627" y="24861"/>
                </a:cubicBezTo>
                <a:cubicBezTo>
                  <a:pt x="14171" y="24701"/>
                  <a:pt x="16676" y="23623"/>
                  <a:pt x="20026" y="21686"/>
                </a:cubicBezTo>
                <a:lnTo>
                  <a:pt x="22138" y="20434"/>
                </a:lnTo>
                <a:cubicBezTo>
                  <a:pt x="26565" y="17812"/>
                  <a:pt x="30207" y="16501"/>
                  <a:pt x="33061" y="16501"/>
                </a:cubicBezTo>
                <a:cubicBezTo>
                  <a:pt x="35959" y="16501"/>
                  <a:pt x="38581" y="17754"/>
                  <a:pt x="40970" y="20317"/>
                </a:cubicBezTo>
                <a:cubicBezTo>
                  <a:pt x="43693" y="23274"/>
                  <a:pt x="44669" y="26697"/>
                  <a:pt x="43926" y="30556"/>
                </a:cubicBezTo>
                <a:cubicBezTo>
                  <a:pt x="43183" y="34372"/>
                  <a:pt x="40795" y="38188"/>
                  <a:pt x="36761" y="41931"/>
                </a:cubicBezTo>
                <a:cubicBezTo>
                  <a:pt x="35042" y="43533"/>
                  <a:pt x="33178" y="45004"/>
                  <a:pt x="31008" y="46373"/>
                </a:cubicBezTo>
                <a:cubicBezTo>
                  <a:pt x="28852" y="47742"/>
                  <a:pt x="26507" y="48995"/>
                  <a:pt x="23842" y="50247"/>
                </a:cubicBezTo>
                <a:lnTo>
                  <a:pt x="18890" y="44902"/>
                </a:lnTo>
                <a:cubicBezTo>
                  <a:pt x="21730" y="44101"/>
                  <a:pt x="24293" y="43125"/>
                  <a:pt x="26624" y="41873"/>
                </a:cubicBezTo>
                <a:cubicBezTo>
                  <a:pt x="28954" y="40635"/>
                  <a:pt x="31008" y="39207"/>
                  <a:pt x="32828" y="37503"/>
                </a:cubicBezTo>
                <a:cubicBezTo>
                  <a:pt x="35275" y="35217"/>
                  <a:pt x="36761" y="33061"/>
                  <a:pt x="37329" y="31008"/>
                </a:cubicBezTo>
                <a:cubicBezTo>
                  <a:pt x="37838" y="28969"/>
                  <a:pt x="37430" y="27206"/>
                  <a:pt x="36018" y="25662"/>
                </a:cubicBezTo>
                <a:cubicBezTo>
                  <a:pt x="34707" y="24250"/>
                  <a:pt x="33221" y="23623"/>
                  <a:pt x="31576" y="23725"/>
                </a:cubicBezTo>
                <a:cubicBezTo>
                  <a:pt x="29930" y="23900"/>
                  <a:pt x="27192" y="25094"/>
                  <a:pt x="23332" y="27366"/>
                </a:cubicBezTo>
                <a:lnTo>
                  <a:pt x="21162" y="28619"/>
                </a:lnTo>
                <a:cubicBezTo>
                  <a:pt x="17302" y="30906"/>
                  <a:pt x="14055" y="32042"/>
                  <a:pt x="11331" y="31925"/>
                </a:cubicBezTo>
                <a:cubicBezTo>
                  <a:pt x="8593" y="31867"/>
                  <a:pt x="6088" y="30614"/>
                  <a:pt x="3816" y="28168"/>
                </a:cubicBezTo>
                <a:cubicBezTo>
                  <a:pt x="1078" y="25211"/>
                  <a:pt x="0" y="21905"/>
                  <a:pt x="626" y="18380"/>
                </a:cubicBezTo>
                <a:cubicBezTo>
                  <a:pt x="1253" y="14797"/>
                  <a:pt x="3466" y="11215"/>
                  <a:pt x="7340" y="7632"/>
                </a:cubicBezTo>
                <a:cubicBezTo>
                  <a:pt x="9219" y="5869"/>
                  <a:pt x="11156" y="4326"/>
                  <a:pt x="13137" y="3073"/>
                </a:cubicBezTo>
                <a:cubicBezTo>
                  <a:pt x="15074" y="1777"/>
                  <a:pt x="17011" y="743"/>
                  <a:pt x="19007" y="0"/>
                </a:cubicBezTo>
                <a:close/>
                <a:moveTo>
                  <a:pt x="1900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526E1-BE4A-48CF-AA3D-7A2D3A81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58" y="5710913"/>
            <a:ext cx="53422" cy="41989"/>
          </a:xfrm>
          <a:custGeom xmlns:a="http://schemas.openxmlformats.org/drawingml/2006/main">
            <a:pathLst>
              <a:path w="53422" h="41989">
                <a:moveTo>
                  <a:pt x="5170" y="976"/>
                </a:moveTo>
                <a:lnTo>
                  <a:pt x="13487" y="9904"/>
                </a:lnTo>
                <a:lnTo>
                  <a:pt x="24177" y="0"/>
                </a:lnTo>
                <a:lnTo>
                  <a:pt x="27935" y="4049"/>
                </a:lnTo>
                <a:lnTo>
                  <a:pt x="17230" y="13938"/>
                </a:lnTo>
                <a:lnTo>
                  <a:pt x="33105" y="31066"/>
                </a:lnTo>
                <a:cubicBezTo>
                  <a:pt x="35493" y="33629"/>
                  <a:pt x="37372" y="34940"/>
                  <a:pt x="38741" y="35056"/>
                </a:cubicBezTo>
                <a:cubicBezTo>
                  <a:pt x="40110" y="35100"/>
                  <a:pt x="41931" y="34139"/>
                  <a:pt x="44086" y="32144"/>
                </a:cubicBezTo>
                <a:lnTo>
                  <a:pt x="49373" y="27250"/>
                </a:lnTo>
                <a:lnTo>
                  <a:pt x="53422" y="31576"/>
                </a:lnTo>
                <a:lnTo>
                  <a:pt x="48062" y="36469"/>
                </a:lnTo>
                <a:cubicBezTo>
                  <a:pt x="44086" y="40227"/>
                  <a:pt x="40620" y="41989"/>
                  <a:pt x="37722" y="41931"/>
                </a:cubicBezTo>
                <a:cubicBezTo>
                  <a:pt x="34809" y="41814"/>
                  <a:pt x="31576" y="39834"/>
                  <a:pt x="27876" y="35901"/>
                </a:cubicBezTo>
                <a:lnTo>
                  <a:pt x="12001" y="18774"/>
                </a:lnTo>
                <a:lnTo>
                  <a:pt x="8243" y="22313"/>
                </a:lnTo>
                <a:lnTo>
                  <a:pt x="4486" y="18264"/>
                </a:lnTo>
                <a:lnTo>
                  <a:pt x="8302" y="14739"/>
                </a:lnTo>
                <a:lnTo>
                  <a:pt x="0" y="5753"/>
                </a:lnTo>
                <a:lnTo>
                  <a:pt x="5170" y="976"/>
                </a:lnTo>
                <a:close/>
                <a:moveTo>
                  <a:pt x="5170" y="9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317A7-B0D3-453D-9B6E-0803A429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655" y="5669274"/>
            <a:ext cx="66050" cy="66676"/>
          </a:xfrm>
          <a:custGeom xmlns:a="http://schemas.openxmlformats.org/drawingml/2006/main">
            <a:pathLst>
              <a:path w="66050" h="66676">
                <a:moveTo>
                  <a:pt x="0" y="24628"/>
                </a:moveTo>
                <a:lnTo>
                  <a:pt x="26565" y="0"/>
                </a:lnTo>
                <a:lnTo>
                  <a:pt x="31008" y="4777"/>
                </a:lnTo>
                <a:lnTo>
                  <a:pt x="10137" y="24119"/>
                </a:lnTo>
                <a:lnTo>
                  <a:pt x="21628" y="36586"/>
                </a:lnTo>
                <a:lnTo>
                  <a:pt x="41712" y="18031"/>
                </a:lnTo>
                <a:lnTo>
                  <a:pt x="46082" y="22808"/>
                </a:lnTo>
                <a:lnTo>
                  <a:pt x="26056" y="41363"/>
                </a:lnTo>
                <a:lnTo>
                  <a:pt x="40227" y="56612"/>
                </a:lnTo>
                <a:lnTo>
                  <a:pt x="61622" y="36804"/>
                </a:lnTo>
                <a:lnTo>
                  <a:pt x="66050" y="41581"/>
                </a:lnTo>
                <a:lnTo>
                  <a:pt x="38974" y="66676"/>
                </a:lnTo>
                <a:lnTo>
                  <a:pt x="0" y="24628"/>
                </a:lnTo>
                <a:close/>
                <a:moveTo>
                  <a:pt x="0" y="246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BBE72-B9FE-407F-B215-8263E0B9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02" y="5651243"/>
            <a:ext cx="55636" cy="51310"/>
          </a:xfrm>
          <a:custGeom xmlns:a="http://schemas.openxmlformats.org/drawingml/2006/main">
            <a:pathLst>
              <a:path w="55636" h="51310">
                <a:moveTo>
                  <a:pt x="37998" y="7792"/>
                </a:moveTo>
                <a:lnTo>
                  <a:pt x="55636" y="26842"/>
                </a:lnTo>
                <a:lnTo>
                  <a:pt x="50466" y="31634"/>
                </a:lnTo>
                <a:lnTo>
                  <a:pt x="33003" y="12802"/>
                </a:lnTo>
                <a:cubicBezTo>
                  <a:pt x="30207" y="9787"/>
                  <a:pt x="27585" y="8069"/>
                  <a:pt x="25036" y="7675"/>
                </a:cubicBezTo>
                <a:cubicBezTo>
                  <a:pt x="22531" y="7282"/>
                  <a:pt x="20084" y="8185"/>
                  <a:pt x="17754" y="10355"/>
                </a:cubicBezTo>
                <a:cubicBezTo>
                  <a:pt x="14958" y="12904"/>
                  <a:pt x="13545" y="15875"/>
                  <a:pt x="13589" y="19108"/>
                </a:cubicBezTo>
                <a:cubicBezTo>
                  <a:pt x="13647" y="22415"/>
                  <a:pt x="15074" y="25590"/>
                  <a:pt x="17914" y="28663"/>
                </a:cubicBezTo>
                <a:lnTo>
                  <a:pt x="34416" y="46533"/>
                </a:lnTo>
                <a:lnTo>
                  <a:pt x="29245" y="51310"/>
                </a:lnTo>
                <a:lnTo>
                  <a:pt x="0" y="19793"/>
                </a:lnTo>
                <a:lnTo>
                  <a:pt x="5229" y="14958"/>
                </a:lnTo>
                <a:lnTo>
                  <a:pt x="9787" y="19851"/>
                </a:lnTo>
                <a:cubicBezTo>
                  <a:pt x="9278" y="16836"/>
                  <a:pt x="9379" y="14055"/>
                  <a:pt x="10181" y="11550"/>
                </a:cubicBezTo>
                <a:cubicBezTo>
                  <a:pt x="11040" y="9044"/>
                  <a:pt x="12511" y="6772"/>
                  <a:pt x="14739" y="4777"/>
                </a:cubicBezTo>
                <a:cubicBezTo>
                  <a:pt x="18322" y="1413"/>
                  <a:pt x="22123" y="0"/>
                  <a:pt x="26056" y="510"/>
                </a:cubicBezTo>
                <a:cubicBezTo>
                  <a:pt x="29988" y="1020"/>
                  <a:pt x="33964" y="3466"/>
                  <a:pt x="37998" y="7792"/>
                </a:cubicBezTo>
                <a:close/>
                <a:moveTo>
                  <a:pt x="37998" y="779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A3647-6413-4496-AADE-2A2E7CD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98" y="5617337"/>
            <a:ext cx="67025" cy="51369"/>
          </a:xfrm>
          <a:custGeom xmlns:a="http://schemas.openxmlformats.org/drawingml/2006/main">
            <a:pathLst>
              <a:path w="67025" h="51369">
                <a:moveTo>
                  <a:pt x="49388" y="7850"/>
                </a:moveTo>
                <a:lnTo>
                  <a:pt x="67025" y="26900"/>
                </a:lnTo>
                <a:lnTo>
                  <a:pt x="61840" y="31678"/>
                </a:lnTo>
                <a:lnTo>
                  <a:pt x="44378" y="12788"/>
                </a:lnTo>
                <a:cubicBezTo>
                  <a:pt x="41596" y="9831"/>
                  <a:pt x="38974" y="8127"/>
                  <a:pt x="36411" y="7734"/>
                </a:cubicBezTo>
                <a:cubicBezTo>
                  <a:pt x="33862" y="7326"/>
                  <a:pt x="31474" y="8185"/>
                  <a:pt x="29129" y="10355"/>
                </a:cubicBezTo>
                <a:cubicBezTo>
                  <a:pt x="26289" y="12962"/>
                  <a:pt x="24920" y="15861"/>
                  <a:pt x="24978" y="19167"/>
                </a:cubicBezTo>
                <a:cubicBezTo>
                  <a:pt x="24978" y="22473"/>
                  <a:pt x="26463" y="25648"/>
                  <a:pt x="29304" y="28721"/>
                </a:cubicBezTo>
                <a:lnTo>
                  <a:pt x="45805" y="46533"/>
                </a:lnTo>
                <a:lnTo>
                  <a:pt x="40620" y="51369"/>
                </a:lnTo>
                <a:lnTo>
                  <a:pt x="0" y="7501"/>
                </a:lnTo>
                <a:lnTo>
                  <a:pt x="5185" y="2724"/>
                </a:lnTo>
                <a:lnTo>
                  <a:pt x="21118" y="19910"/>
                </a:lnTo>
                <a:cubicBezTo>
                  <a:pt x="20594" y="16836"/>
                  <a:pt x="20769" y="14040"/>
                  <a:pt x="21570" y="11593"/>
                </a:cubicBezTo>
                <a:cubicBezTo>
                  <a:pt x="22371" y="9103"/>
                  <a:pt x="23900" y="6816"/>
                  <a:pt x="26114" y="4777"/>
                </a:cubicBezTo>
                <a:cubicBezTo>
                  <a:pt x="29697" y="1413"/>
                  <a:pt x="33513" y="0"/>
                  <a:pt x="37445" y="510"/>
                </a:cubicBezTo>
                <a:cubicBezTo>
                  <a:pt x="41363" y="1020"/>
                  <a:pt x="45354" y="3466"/>
                  <a:pt x="49388" y="7850"/>
                </a:cubicBezTo>
                <a:close/>
                <a:moveTo>
                  <a:pt x="49388" y="78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E9F70-BBA1-4A00-9184-3E000133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379" y="5585863"/>
            <a:ext cx="52286" cy="46082"/>
          </a:xfrm>
          <a:custGeom xmlns:a="http://schemas.openxmlformats.org/drawingml/2006/main">
            <a:pathLst>
              <a:path w="52286" h="46082">
                <a:moveTo>
                  <a:pt x="27250" y="19633"/>
                </a:moveTo>
                <a:cubicBezTo>
                  <a:pt x="23041" y="23507"/>
                  <a:pt x="20594" y="26682"/>
                  <a:pt x="19866" y="29129"/>
                </a:cubicBezTo>
                <a:cubicBezTo>
                  <a:pt x="19123" y="31576"/>
                  <a:pt x="19866" y="33964"/>
                  <a:pt x="21963" y="36309"/>
                </a:cubicBezTo>
                <a:cubicBezTo>
                  <a:pt x="23667" y="38130"/>
                  <a:pt x="25662" y="39033"/>
                  <a:pt x="27876" y="38974"/>
                </a:cubicBezTo>
                <a:cubicBezTo>
                  <a:pt x="30046" y="38916"/>
                  <a:pt x="32202" y="37955"/>
                  <a:pt x="34314" y="36018"/>
                </a:cubicBezTo>
                <a:cubicBezTo>
                  <a:pt x="37154" y="33338"/>
                  <a:pt x="38523" y="30221"/>
                  <a:pt x="38406" y="26580"/>
                </a:cubicBezTo>
                <a:cubicBezTo>
                  <a:pt x="38232" y="22939"/>
                  <a:pt x="36586" y="19400"/>
                  <a:pt x="33454" y="15992"/>
                </a:cubicBezTo>
                <a:lnTo>
                  <a:pt x="32377" y="14856"/>
                </a:lnTo>
                <a:lnTo>
                  <a:pt x="27250" y="19633"/>
                </a:lnTo>
                <a:close/>
                <a:moveTo>
                  <a:pt x="35625" y="7908"/>
                </a:moveTo>
                <a:lnTo>
                  <a:pt x="52286" y="25895"/>
                </a:lnTo>
                <a:lnTo>
                  <a:pt x="47116" y="30731"/>
                </a:lnTo>
                <a:lnTo>
                  <a:pt x="42674" y="25954"/>
                </a:lnTo>
                <a:cubicBezTo>
                  <a:pt x="43242" y="28969"/>
                  <a:pt x="43067" y="31692"/>
                  <a:pt x="42164" y="34255"/>
                </a:cubicBezTo>
                <a:cubicBezTo>
                  <a:pt x="41246" y="36819"/>
                  <a:pt x="39484" y="39266"/>
                  <a:pt x="36921" y="41654"/>
                </a:cubicBezTo>
                <a:cubicBezTo>
                  <a:pt x="33746" y="44611"/>
                  <a:pt x="30323" y="46082"/>
                  <a:pt x="26682" y="46082"/>
                </a:cubicBezTo>
                <a:cubicBezTo>
                  <a:pt x="23099" y="46038"/>
                  <a:pt x="19924" y="44494"/>
                  <a:pt x="17128" y="41421"/>
                </a:cubicBezTo>
                <a:cubicBezTo>
                  <a:pt x="13836" y="37897"/>
                  <a:pt x="12525" y="34081"/>
                  <a:pt x="13268" y="30105"/>
                </a:cubicBezTo>
                <a:cubicBezTo>
                  <a:pt x="13938" y="26114"/>
                  <a:pt x="16676" y="21905"/>
                  <a:pt x="21337" y="17536"/>
                </a:cubicBezTo>
                <a:lnTo>
                  <a:pt x="28619" y="10821"/>
                </a:lnTo>
                <a:lnTo>
                  <a:pt x="28168" y="10297"/>
                </a:lnTo>
                <a:cubicBezTo>
                  <a:pt x="25954" y="7908"/>
                  <a:pt x="23449" y="6772"/>
                  <a:pt x="20711" y="6947"/>
                </a:cubicBezTo>
                <a:cubicBezTo>
                  <a:pt x="17929" y="7064"/>
                  <a:pt x="15074" y="8476"/>
                  <a:pt x="12292" y="11098"/>
                </a:cubicBezTo>
                <a:cubicBezTo>
                  <a:pt x="10472" y="12744"/>
                  <a:pt x="8884" y="14623"/>
                  <a:pt x="7573" y="16618"/>
                </a:cubicBezTo>
                <a:cubicBezTo>
                  <a:pt x="6263" y="18672"/>
                  <a:pt x="5243" y="20827"/>
                  <a:pt x="4500" y="23157"/>
                </a:cubicBezTo>
                <a:lnTo>
                  <a:pt x="0" y="18322"/>
                </a:lnTo>
                <a:cubicBezTo>
                  <a:pt x="1253" y="15875"/>
                  <a:pt x="2563" y="13603"/>
                  <a:pt x="4049" y="11608"/>
                </a:cubicBezTo>
                <a:cubicBezTo>
                  <a:pt x="5462" y="9569"/>
                  <a:pt x="7064" y="7807"/>
                  <a:pt x="8710" y="6204"/>
                </a:cubicBezTo>
                <a:cubicBezTo>
                  <a:pt x="13312" y="1995"/>
                  <a:pt x="17812" y="0"/>
                  <a:pt x="22254" y="291"/>
                </a:cubicBezTo>
                <a:cubicBezTo>
                  <a:pt x="26682" y="568"/>
                  <a:pt x="31124" y="3131"/>
                  <a:pt x="35625" y="7908"/>
                </a:cubicBezTo>
                <a:close/>
                <a:moveTo>
                  <a:pt x="35625" y="79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9A17C-F630-4972-9AF9-9F3B1A29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92" y="5550705"/>
            <a:ext cx="55636" cy="51383"/>
          </a:xfrm>
          <a:custGeom xmlns:a="http://schemas.openxmlformats.org/drawingml/2006/main">
            <a:pathLst>
              <a:path w="55636" h="51383">
                <a:moveTo>
                  <a:pt x="38013" y="7850"/>
                </a:moveTo>
                <a:lnTo>
                  <a:pt x="55636" y="26915"/>
                </a:lnTo>
                <a:lnTo>
                  <a:pt x="50466" y="31692"/>
                </a:lnTo>
                <a:lnTo>
                  <a:pt x="33003" y="12802"/>
                </a:lnTo>
                <a:cubicBezTo>
                  <a:pt x="30207" y="9846"/>
                  <a:pt x="27600" y="8141"/>
                  <a:pt x="25036" y="7748"/>
                </a:cubicBezTo>
                <a:cubicBezTo>
                  <a:pt x="22473" y="7340"/>
                  <a:pt x="20084" y="8200"/>
                  <a:pt x="17754" y="10355"/>
                </a:cubicBezTo>
                <a:cubicBezTo>
                  <a:pt x="14958" y="12977"/>
                  <a:pt x="13545" y="15875"/>
                  <a:pt x="13603" y="19181"/>
                </a:cubicBezTo>
                <a:cubicBezTo>
                  <a:pt x="13661" y="22473"/>
                  <a:pt x="15074" y="25604"/>
                  <a:pt x="17929" y="28736"/>
                </a:cubicBezTo>
                <a:lnTo>
                  <a:pt x="34416" y="46548"/>
                </a:lnTo>
                <a:lnTo>
                  <a:pt x="29245" y="51383"/>
                </a:lnTo>
                <a:lnTo>
                  <a:pt x="0" y="19808"/>
                </a:lnTo>
                <a:lnTo>
                  <a:pt x="5243" y="14972"/>
                </a:lnTo>
                <a:lnTo>
                  <a:pt x="9787" y="19924"/>
                </a:lnTo>
                <a:cubicBezTo>
                  <a:pt x="9219" y="16851"/>
                  <a:pt x="9394" y="14055"/>
                  <a:pt x="10181" y="11608"/>
                </a:cubicBezTo>
                <a:cubicBezTo>
                  <a:pt x="11040" y="9103"/>
                  <a:pt x="12525" y="6831"/>
                  <a:pt x="14739" y="4777"/>
                </a:cubicBezTo>
                <a:cubicBezTo>
                  <a:pt x="18322" y="1427"/>
                  <a:pt x="22138" y="0"/>
                  <a:pt x="26056" y="524"/>
                </a:cubicBezTo>
                <a:cubicBezTo>
                  <a:pt x="29988" y="1034"/>
                  <a:pt x="33964" y="3481"/>
                  <a:pt x="38013" y="7850"/>
                </a:cubicBezTo>
                <a:close/>
                <a:moveTo>
                  <a:pt x="38013" y="78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DA0CE-1CA8-47E9-A276-11250BE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39" y="5516624"/>
            <a:ext cx="45572" cy="46315"/>
          </a:xfrm>
          <a:custGeom xmlns:a="http://schemas.openxmlformats.org/drawingml/2006/main">
            <a:pathLst>
              <a:path w="45572" h="46315">
                <a:moveTo>
                  <a:pt x="18540" y="0"/>
                </a:moveTo>
                <a:lnTo>
                  <a:pt x="23041" y="4850"/>
                </a:lnTo>
                <a:cubicBezTo>
                  <a:pt x="20827" y="5418"/>
                  <a:pt x="18774" y="6146"/>
                  <a:pt x="16953" y="7122"/>
                </a:cubicBezTo>
                <a:cubicBezTo>
                  <a:pt x="15132" y="8083"/>
                  <a:pt x="13428" y="9278"/>
                  <a:pt x="11943" y="10647"/>
                </a:cubicBezTo>
                <a:cubicBezTo>
                  <a:pt x="8593" y="13778"/>
                  <a:pt x="6933" y="17244"/>
                  <a:pt x="7049" y="21118"/>
                </a:cubicBezTo>
                <a:cubicBezTo>
                  <a:pt x="7166" y="24978"/>
                  <a:pt x="8986" y="28794"/>
                  <a:pt x="12569" y="32668"/>
                </a:cubicBezTo>
                <a:cubicBezTo>
                  <a:pt x="16152" y="36527"/>
                  <a:pt x="19851" y="38639"/>
                  <a:pt x="23667" y="39091"/>
                </a:cubicBezTo>
                <a:cubicBezTo>
                  <a:pt x="27527" y="39484"/>
                  <a:pt x="31124" y="38130"/>
                  <a:pt x="34474" y="34998"/>
                </a:cubicBezTo>
                <a:cubicBezTo>
                  <a:pt x="35959" y="33629"/>
                  <a:pt x="37256" y="32042"/>
                  <a:pt x="38406" y="30279"/>
                </a:cubicBezTo>
                <a:cubicBezTo>
                  <a:pt x="39484" y="28517"/>
                  <a:pt x="40387" y="26522"/>
                  <a:pt x="41072" y="24352"/>
                </a:cubicBezTo>
                <a:lnTo>
                  <a:pt x="45572" y="29129"/>
                </a:lnTo>
                <a:cubicBezTo>
                  <a:pt x="44713" y="31182"/>
                  <a:pt x="43693" y="33061"/>
                  <a:pt x="42441" y="34823"/>
                </a:cubicBezTo>
                <a:cubicBezTo>
                  <a:pt x="41246" y="36586"/>
                  <a:pt x="39703" y="38290"/>
                  <a:pt x="37998" y="39950"/>
                </a:cubicBezTo>
                <a:cubicBezTo>
                  <a:pt x="33221" y="44319"/>
                  <a:pt x="28051" y="46315"/>
                  <a:pt x="22531" y="45922"/>
                </a:cubicBezTo>
                <a:cubicBezTo>
                  <a:pt x="16953" y="45528"/>
                  <a:pt x="11826" y="42790"/>
                  <a:pt x="7107" y="37722"/>
                </a:cubicBezTo>
                <a:cubicBezTo>
                  <a:pt x="2330" y="32610"/>
                  <a:pt x="0" y="27265"/>
                  <a:pt x="117" y="21686"/>
                </a:cubicBezTo>
                <a:cubicBezTo>
                  <a:pt x="218" y="16108"/>
                  <a:pt x="2724" y="11040"/>
                  <a:pt x="7617" y="6496"/>
                </a:cubicBezTo>
                <a:cubicBezTo>
                  <a:pt x="9219" y="5010"/>
                  <a:pt x="10923" y="3699"/>
                  <a:pt x="12744" y="2622"/>
                </a:cubicBezTo>
                <a:cubicBezTo>
                  <a:pt x="14564" y="1544"/>
                  <a:pt x="16501" y="685"/>
                  <a:pt x="18540" y="0"/>
                </a:cubicBezTo>
                <a:close/>
                <a:moveTo>
                  <a:pt x="1854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7B355-9D9D-4167-B490-F9A11F66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92" y="5488413"/>
            <a:ext cx="48135" cy="44887"/>
          </a:xfrm>
          <a:custGeom xmlns:a="http://schemas.openxmlformats.org/drawingml/2006/main">
            <a:pathLst>
              <a:path w="48135" h="44887">
                <a:moveTo>
                  <a:pt x="34998" y="8141"/>
                </a:moveTo>
                <a:lnTo>
                  <a:pt x="37329" y="10690"/>
                </a:lnTo>
                <a:lnTo>
                  <a:pt x="13487" y="32770"/>
                </a:lnTo>
                <a:cubicBezTo>
                  <a:pt x="17011" y="36120"/>
                  <a:pt x="20652" y="37838"/>
                  <a:pt x="24293" y="37940"/>
                </a:cubicBezTo>
                <a:cubicBezTo>
                  <a:pt x="27935" y="37998"/>
                  <a:pt x="31459" y="36469"/>
                  <a:pt x="34940" y="33280"/>
                </a:cubicBezTo>
                <a:cubicBezTo>
                  <a:pt x="36935" y="31459"/>
                  <a:pt x="38639" y="29420"/>
                  <a:pt x="40052" y="27192"/>
                </a:cubicBezTo>
                <a:cubicBezTo>
                  <a:pt x="41479" y="24978"/>
                  <a:pt x="42615" y="22531"/>
                  <a:pt x="43591" y="19851"/>
                </a:cubicBezTo>
                <a:lnTo>
                  <a:pt x="48135" y="24745"/>
                </a:lnTo>
                <a:cubicBezTo>
                  <a:pt x="46999" y="27250"/>
                  <a:pt x="45630" y="29639"/>
                  <a:pt x="44043" y="31852"/>
                </a:cubicBezTo>
                <a:cubicBezTo>
                  <a:pt x="42499" y="34081"/>
                  <a:pt x="40678" y="36120"/>
                  <a:pt x="38698" y="37940"/>
                </a:cubicBezTo>
                <a:cubicBezTo>
                  <a:pt x="33687" y="42615"/>
                  <a:pt x="28342" y="44887"/>
                  <a:pt x="22648" y="44654"/>
                </a:cubicBezTo>
                <a:cubicBezTo>
                  <a:pt x="17011" y="44436"/>
                  <a:pt x="11899" y="41814"/>
                  <a:pt x="7224" y="36862"/>
                </a:cubicBezTo>
                <a:cubicBezTo>
                  <a:pt x="2447" y="31692"/>
                  <a:pt x="58" y="26289"/>
                  <a:pt x="58" y="20652"/>
                </a:cubicBezTo>
                <a:cubicBezTo>
                  <a:pt x="0" y="15074"/>
                  <a:pt x="2389" y="10064"/>
                  <a:pt x="7122" y="5695"/>
                </a:cubicBezTo>
                <a:cubicBezTo>
                  <a:pt x="11331" y="1762"/>
                  <a:pt x="15992" y="0"/>
                  <a:pt x="21002" y="451"/>
                </a:cubicBezTo>
                <a:cubicBezTo>
                  <a:pt x="25954" y="918"/>
                  <a:pt x="30673" y="3466"/>
                  <a:pt x="34998" y="8141"/>
                </a:cubicBezTo>
                <a:close/>
                <a:moveTo>
                  <a:pt x="28401" y="11433"/>
                </a:moveTo>
                <a:cubicBezTo>
                  <a:pt x="25721" y="8651"/>
                  <a:pt x="22881" y="7107"/>
                  <a:pt x="19749" y="6831"/>
                </a:cubicBezTo>
                <a:cubicBezTo>
                  <a:pt x="16618" y="6598"/>
                  <a:pt x="13778" y="7617"/>
                  <a:pt x="11215" y="10006"/>
                </a:cubicBezTo>
                <a:cubicBezTo>
                  <a:pt x="8316" y="12686"/>
                  <a:pt x="6772" y="15642"/>
                  <a:pt x="6554" y="18890"/>
                </a:cubicBezTo>
                <a:cubicBezTo>
                  <a:pt x="6321" y="22138"/>
                  <a:pt x="7457" y="25371"/>
                  <a:pt x="9962" y="28561"/>
                </a:cubicBezTo>
                <a:lnTo>
                  <a:pt x="28401" y="11433"/>
                </a:lnTo>
                <a:close/>
                <a:moveTo>
                  <a:pt x="28401" y="114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3A2F7-C882-49B1-B056-431F0C6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24" y="5437889"/>
            <a:ext cx="50757" cy="63719"/>
          </a:xfrm>
          <a:custGeom xmlns:a="http://schemas.openxmlformats.org/drawingml/2006/main">
            <a:pathLst>
              <a:path w="50757" h="63719">
                <a:moveTo>
                  <a:pt x="20769" y="21847"/>
                </a:moveTo>
                <a:lnTo>
                  <a:pt x="4952" y="4777"/>
                </a:lnTo>
                <a:lnTo>
                  <a:pt x="10137" y="0"/>
                </a:lnTo>
                <a:lnTo>
                  <a:pt x="50757" y="43810"/>
                </a:lnTo>
                <a:lnTo>
                  <a:pt x="45572" y="48645"/>
                </a:lnTo>
                <a:lnTo>
                  <a:pt x="41144" y="43926"/>
                </a:lnTo>
                <a:cubicBezTo>
                  <a:pt x="41829" y="46766"/>
                  <a:pt x="41712" y="49446"/>
                  <a:pt x="40911" y="51893"/>
                </a:cubicBezTo>
                <a:cubicBezTo>
                  <a:pt x="40110" y="54340"/>
                  <a:pt x="38523" y="56670"/>
                  <a:pt x="36193" y="58826"/>
                </a:cubicBezTo>
                <a:cubicBezTo>
                  <a:pt x="32377" y="62365"/>
                  <a:pt x="27891" y="63719"/>
                  <a:pt x="22648" y="62874"/>
                </a:cubicBezTo>
                <a:cubicBezTo>
                  <a:pt x="17419" y="62073"/>
                  <a:pt x="12525" y="59175"/>
                  <a:pt x="7967" y="54223"/>
                </a:cubicBezTo>
                <a:cubicBezTo>
                  <a:pt x="3364" y="49271"/>
                  <a:pt x="859" y="44159"/>
                  <a:pt x="408" y="38858"/>
                </a:cubicBezTo>
                <a:cubicBezTo>
                  <a:pt x="0" y="33629"/>
                  <a:pt x="1719" y="29245"/>
                  <a:pt x="5520" y="25721"/>
                </a:cubicBezTo>
                <a:cubicBezTo>
                  <a:pt x="7850" y="23551"/>
                  <a:pt x="10253" y="22138"/>
                  <a:pt x="12744" y="21512"/>
                </a:cubicBezTo>
                <a:cubicBezTo>
                  <a:pt x="15249" y="20885"/>
                  <a:pt x="17929" y="21002"/>
                  <a:pt x="20769" y="21847"/>
                </a:cubicBezTo>
                <a:close/>
                <a:moveTo>
                  <a:pt x="13326" y="49213"/>
                </a:moveTo>
                <a:cubicBezTo>
                  <a:pt x="16851" y="53029"/>
                  <a:pt x="20376" y="55301"/>
                  <a:pt x="23958" y="56044"/>
                </a:cubicBezTo>
                <a:cubicBezTo>
                  <a:pt x="27541" y="56728"/>
                  <a:pt x="30673" y="55811"/>
                  <a:pt x="33454" y="53306"/>
                </a:cubicBezTo>
                <a:cubicBezTo>
                  <a:pt x="36193" y="50757"/>
                  <a:pt x="37329" y="47684"/>
                  <a:pt x="36877" y="44043"/>
                </a:cubicBezTo>
                <a:cubicBezTo>
                  <a:pt x="36469" y="40402"/>
                  <a:pt x="34488" y="36702"/>
                  <a:pt x="30949" y="32886"/>
                </a:cubicBezTo>
                <a:cubicBezTo>
                  <a:pt x="27425" y="29071"/>
                  <a:pt x="23842" y="26798"/>
                  <a:pt x="20259" y="26114"/>
                </a:cubicBezTo>
                <a:cubicBezTo>
                  <a:pt x="16676" y="25371"/>
                  <a:pt x="13545" y="26289"/>
                  <a:pt x="10821" y="28852"/>
                </a:cubicBezTo>
                <a:cubicBezTo>
                  <a:pt x="8025" y="31401"/>
                  <a:pt x="6889" y="34474"/>
                  <a:pt x="7340" y="38071"/>
                </a:cubicBezTo>
                <a:cubicBezTo>
                  <a:pt x="7807" y="41712"/>
                  <a:pt x="9787" y="45397"/>
                  <a:pt x="13326" y="49213"/>
                </a:cubicBezTo>
                <a:close/>
                <a:moveTo>
                  <a:pt x="13326" y="492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946BA-DC95-40AE-B9A4-0C719F74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71" y="5410872"/>
            <a:ext cx="44669" cy="60763"/>
          </a:xfrm>
          <a:custGeom xmlns:a="http://schemas.openxmlformats.org/drawingml/2006/main">
            <a:pathLst>
              <a:path w="44669" h="60763">
                <a:moveTo>
                  <a:pt x="10079" y="18089"/>
                </a:moveTo>
                <a:lnTo>
                  <a:pt x="24687" y="33906"/>
                </a:lnTo>
                <a:lnTo>
                  <a:pt x="31867" y="27250"/>
                </a:lnTo>
                <a:cubicBezTo>
                  <a:pt x="34474" y="24803"/>
                  <a:pt x="35901" y="22240"/>
                  <a:pt x="36076" y="19516"/>
                </a:cubicBezTo>
                <a:cubicBezTo>
                  <a:pt x="36236" y="16836"/>
                  <a:pt x="35158" y="14157"/>
                  <a:pt x="32828" y="11666"/>
                </a:cubicBezTo>
                <a:cubicBezTo>
                  <a:pt x="30498" y="9161"/>
                  <a:pt x="27935" y="7850"/>
                  <a:pt x="25255" y="7850"/>
                </a:cubicBezTo>
                <a:cubicBezTo>
                  <a:pt x="22531" y="7792"/>
                  <a:pt x="19851" y="8986"/>
                  <a:pt x="17186" y="11433"/>
                </a:cubicBezTo>
                <a:lnTo>
                  <a:pt x="10079" y="18089"/>
                </a:lnTo>
                <a:close/>
                <a:moveTo>
                  <a:pt x="0" y="18657"/>
                </a:moveTo>
                <a:lnTo>
                  <a:pt x="12860" y="6772"/>
                </a:lnTo>
                <a:cubicBezTo>
                  <a:pt x="17579" y="2389"/>
                  <a:pt x="22138" y="160"/>
                  <a:pt x="26507" y="58"/>
                </a:cubicBezTo>
                <a:cubicBezTo>
                  <a:pt x="30891" y="0"/>
                  <a:pt x="34984" y="1995"/>
                  <a:pt x="38800" y="6088"/>
                </a:cubicBezTo>
                <a:cubicBezTo>
                  <a:pt x="42674" y="10239"/>
                  <a:pt x="44378" y="14506"/>
                  <a:pt x="43926" y="18832"/>
                </a:cubicBezTo>
                <a:cubicBezTo>
                  <a:pt x="43460" y="23216"/>
                  <a:pt x="40911" y="27585"/>
                  <a:pt x="36178" y="31969"/>
                </a:cubicBezTo>
                <a:lnTo>
                  <a:pt x="29012" y="38567"/>
                </a:lnTo>
                <a:lnTo>
                  <a:pt x="44669" y="55461"/>
                </a:lnTo>
                <a:lnTo>
                  <a:pt x="38974" y="60763"/>
                </a:lnTo>
                <a:lnTo>
                  <a:pt x="0" y="18657"/>
                </a:lnTo>
                <a:close/>
                <a:moveTo>
                  <a:pt x="0" y="186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2AD89-B1F4-4426-8545-BC8CCDD8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097" y="5391589"/>
            <a:ext cx="34416" cy="49155"/>
          </a:xfrm>
          <a:custGeom xmlns:a="http://schemas.openxmlformats.org/drawingml/2006/main">
            <a:pathLst>
              <a:path w="34416" h="49155">
                <a:moveTo>
                  <a:pt x="22983" y="5287"/>
                </a:moveTo>
                <a:cubicBezTo>
                  <a:pt x="22080" y="5505"/>
                  <a:pt x="21220" y="5855"/>
                  <a:pt x="20376" y="6306"/>
                </a:cubicBezTo>
                <a:cubicBezTo>
                  <a:pt x="19516" y="6758"/>
                  <a:pt x="18715" y="7384"/>
                  <a:pt x="17871" y="8185"/>
                </a:cubicBezTo>
                <a:cubicBezTo>
                  <a:pt x="14958" y="10865"/>
                  <a:pt x="13603" y="13938"/>
                  <a:pt x="13763" y="17288"/>
                </a:cubicBezTo>
                <a:cubicBezTo>
                  <a:pt x="13996" y="20652"/>
                  <a:pt x="15700" y="24119"/>
                  <a:pt x="19065" y="27701"/>
                </a:cubicBezTo>
                <a:lnTo>
                  <a:pt x="34416" y="44319"/>
                </a:lnTo>
                <a:lnTo>
                  <a:pt x="29245" y="49155"/>
                </a:lnTo>
                <a:lnTo>
                  <a:pt x="0" y="17579"/>
                </a:lnTo>
                <a:lnTo>
                  <a:pt x="5185" y="12744"/>
                </a:lnTo>
                <a:lnTo>
                  <a:pt x="9729" y="17637"/>
                </a:lnTo>
                <a:cubicBezTo>
                  <a:pt x="9044" y="14725"/>
                  <a:pt x="9161" y="12001"/>
                  <a:pt x="10064" y="9438"/>
                </a:cubicBezTo>
                <a:cubicBezTo>
                  <a:pt x="10923" y="6874"/>
                  <a:pt x="12627" y="4428"/>
                  <a:pt x="15132" y="2156"/>
                </a:cubicBezTo>
                <a:cubicBezTo>
                  <a:pt x="15482" y="1821"/>
                  <a:pt x="15875" y="1471"/>
                  <a:pt x="16385" y="1136"/>
                </a:cubicBezTo>
                <a:cubicBezTo>
                  <a:pt x="16836" y="786"/>
                  <a:pt x="17404" y="393"/>
                  <a:pt x="17972" y="0"/>
                </a:cubicBezTo>
                <a:lnTo>
                  <a:pt x="22983" y="5287"/>
                </a:lnTo>
                <a:close/>
                <a:moveTo>
                  <a:pt x="22983" y="52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7094C-4C01-4B43-B177-1CF4A079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607" y="5369903"/>
            <a:ext cx="45805" cy="48645"/>
          </a:xfrm>
          <a:custGeom xmlns:a="http://schemas.openxmlformats.org/drawingml/2006/main">
            <a:pathLst>
              <a:path w="45805" h="48645">
                <a:moveTo>
                  <a:pt x="11389" y="17128"/>
                </a:moveTo>
                <a:lnTo>
                  <a:pt x="16560" y="12292"/>
                </a:lnTo>
                <a:lnTo>
                  <a:pt x="45805" y="43868"/>
                </a:lnTo>
                <a:lnTo>
                  <a:pt x="40635" y="48645"/>
                </a:lnTo>
                <a:lnTo>
                  <a:pt x="11389" y="17128"/>
                </a:lnTo>
                <a:close/>
                <a:moveTo>
                  <a:pt x="0" y="4835"/>
                </a:moveTo>
                <a:lnTo>
                  <a:pt x="5185" y="0"/>
                </a:lnTo>
                <a:lnTo>
                  <a:pt x="11273" y="6598"/>
                </a:lnTo>
                <a:lnTo>
                  <a:pt x="6088" y="11389"/>
                </a:lnTo>
                <a:lnTo>
                  <a:pt x="0" y="4835"/>
                </a:lnTo>
                <a:close/>
                <a:moveTo>
                  <a:pt x="0" y="48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462AC-0B43-4D64-B70F-AE0CC142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333" y="5347153"/>
            <a:ext cx="48077" cy="49038"/>
          </a:xfrm>
          <a:custGeom xmlns:a="http://schemas.openxmlformats.org/drawingml/2006/main">
            <a:pathLst>
              <a:path w="48077" h="49038">
                <a:moveTo>
                  <a:pt x="0" y="28444"/>
                </a:moveTo>
                <a:lnTo>
                  <a:pt x="5462" y="23376"/>
                </a:lnTo>
                <a:lnTo>
                  <a:pt x="39892" y="40678"/>
                </a:lnTo>
                <a:lnTo>
                  <a:pt x="25211" y="5054"/>
                </a:lnTo>
                <a:lnTo>
                  <a:pt x="30673" y="0"/>
                </a:lnTo>
                <a:lnTo>
                  <a:pt x="48077" y="42499"/>
                </a:lnTo>
                <a:lnTo>
                  <a:pt x="41028" y="49038"/>
                </a:lnTo>
                <a:lnTo>
                  <a:pt x="0" y="28444"/>
                </a:lnTo>
                <a:close/>
                <a:moveTo>
                  <a:pt x="0" y="2844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163FB-E9A0-4053-AADE-08A2DBC6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875" y="5323311"/>
            <a:ext cx="52228" cy="46082"/>
          </a:xfrm>
          <a:custGeom xmlns:a="http://schemas.openxmlformats.org/drawingml/2006/main">
            <a:pathLst>
              <a:path w="52228" h="46082">
                <a:moveTo>
                  <a:pt x="27192" y="19633"/>
                </a:moveTo>
                <a:cubicBezTo>
                  <a:pt x="22983" y="23492"/>
                  <a:pt x="20536" y="26682"/>
                  <a:pt x="19808" y="29129"/>
                </a:cubicBezTo>
                <a:cubicBezTo>
                  <a:pt x="19065" y="31576"/>
                  <a:pt x="19808" y="33964"/>
                  <a:pt x="21905" y="36294"/>
                </a:cubicBezTo>
                <a:cubicBezTo>
                  <a:pt x="23609" y="38115"/>
                  <a:pt x="25604" y="39033"/>
                  <a:pt x="27818" y="38974"/>
                </a:cubicBezTo>
                <a:cubicBezTo>
                  <a:pt x="30046" y="38916"/>
                  <a:pt x="32144" y="37955"/>
                  <a:pt x="34255" y="36018"/>
                </a:cubicBezTo>
                <a:cubicBezTo>
                  <a:pt x="37096" y="33338"/>
                  <a:pt x="38465" y="30207"/>
                  <a:pt x="38348" y="26507"/>
                </a:cubicBezTo>
                <a:cubicBezTo>
                  <a:pt x="38173" y="22866"/>
                  <a:pt x="36527" y="19400"/>
                  <a:pt x="33396" y="15992"/>
                </a:cubicBezTo>
                <a:lnTo>
                  <a:pt x="32377" y="14856"/>
                </a:lnTo>
                <a:lnTo>
                  <a:pt x="27192" y="19633"/>
                </a:lnTo>
                <a:close/>
                <a:moveTo>
                  <a:pt x="35566" y="7908"/>
                </a:moveTo>
                <a:lnTo>
                  <a:pt x="52228" y="25881"/>
                </a:lnTo>
                <a:lnTo>
                  <a:pt x="47058" y="30716"/>
                </a:lnTo>
                <a:lnTo>
                  <a:pt x="42615" y="25939"/>
                </a:lnTo>
                <a:cubicBezTo>
                  <a:pt x="43183" y="28896"/>
                  <a:pt x="43009" y="31692"/>
                  <a:pt x="42106" y="34255"/>
                </a:cubicBezTo>
                <a:cubicBezTo>
                  <a:pt x="41188" y="36804"/>
                  <a:pt x="39426" y="39251"/>
                  <a:pt x="36862" y="41640"/>
                </a:cubicBezTo>
                <a:cubicBezTo>
                  <a:pt x="33687" y="44611"/>
                  <a:pt x="30265" y="46082"/>
                  <a:pt x="26682" y="46023"/>
                </a:cubicBezTo>
                <a:cubicBezTo>
                  <a:pt x="23041" y="45965"/>
                  <a:pt x="19851" y="44436"/>
                  <a:pt x="17069" y="41421"/>
                </a:cubicBezTo>
                <a:cubicBezTo>
                  <a:pt x="13778" y="37897"/>
                  <a:pt x="12467" y="34081"/>
                  <a:pt x="13195" y="30090"/>
                </a:cubicBezTo>
                <a:cubicBezTo>
                  <a:pt x="13880" y="26056"/>
                  <a:pt x="16618" y="21905"/>
                  <a:pt x="21337" y="17521"/>
                </a:cubicBezTo>
                <a:lnTo>
                  <a:pt x="28561" y="10807"/>
                </a:lnTo>
                <a:lnTo>
                  <a:pt x="28109" y="10297"/>
                </a:lnTo>
                <a:cubicBezTo>
                  <a:pt x="25895" y="7908"/>
                  <a:pt x="23390" y="6772"/>
                  <a:pt x="20652" y="6947"/>
                </a:cubicBezTo>
                <a:cubicBezTo>
                  <a:pt x="17871" y="7049"/>
                  <a:pt x="15016" y="8476"/>
                  <a:pt x="12234" y="11098"/>
                </a:cubicBezTo>
                <a:cubicBezTo>
                  <a:pt x="10414" y="12744"/>
                  <a:pt x="8884" y="14623"/>
                  <a:pt x="7515" y="16618"/>
                </a:cubicBezTo>
                <a:cubicBezTo>
                  <a:pt x="6263" y="18657"/>
                  <a:pt x="5185" y="20827"/>
                  <a:pt x="4442" y="23099"/>
                </a:cubicBezTo>
                <a:lnTo>
                  <a:pt x="0" y="18322"/>
                </a:lnTo>
                <a:cubicBezTo>
                  <a:pt x="1194" y="15817"/>
                  <a:pt x="2505" y="13603"/>
                  <a:pt x="3991" y="11608"/>
                </a:cubicBezTo>
                <a:cubicBezTo>
                  <a:pt x="5403" y="9554"/>
                  <a:pt x="7005" y="7734"/>
                  <a:pt x="8651" y="6204"/>
                </a:cubicBezTo>
                <a:cubicBezTo>
                  <a:pt x="13254" y="1995"/>
                  <a:pt x="17754" y="0"/>
                  <a:pt x="22196" y="291"/>
                </a:cubicBezTo>
                <a:cubicBezTo>
                  <a:pt x="26624" y="568"/>
                  <a:pt x="31066" y="3073"/>
                  <a:pt x="35566" y="7908"/>
                </a:cubicBezTo>
                <a:close/>
                <a:moveTo>
                  <a:pt x="35566" y="79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C2981-E065-47B4-BFF5-5B2E9778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849" y="5287920"/>
            <a:ext cx="45514" cy="46315"/>
          </a:xfrm>
          <a:custGeom xmlns:a="http://schemas.openxmlformats.org/drawingml/2006/main">
            <a:pathLst>
              <a:path w="45514" h="46315">
                <a:moveTo>
                  <a:pt x="18497" y="0"/>
                </a:moveTo>
                <a:lnTo>
                  <a:pt x="22983" y="4894"/>
                </a:lnTo>
                <a:cubicBezTo>
                  <a:pt x="20769" y="5403"/>
                  <a:pt x="18774" y="6146"/>
                  <a:pt x="16895" y="7122"/>
                </a:cubicBezTo>
                <a:cubicBezTo>
                  <a:pt x="15074" y="8083"/>
                  <a:pt x="13370" y="9278"/>
                  <a:pt x="11885" y="10647"/>
                </a:cubicBezTo>
                <a:cubicBezTo>
                  <a:pt x="8535" y="13778"/>
                  <a:pt x="6889" y="17302"/>
                  <a:pt x="6991" y="21118"/>
                </a:cubicBezTo>
                <a:cubicBezTo>
                  <a:pt x="7107" y="24978"/>
                  <a:pt x="8986" y="28852"/>
                  <a:pt x="12511" y="32668"/>
                </a:cubicBezTo>
                <a:cubicBezTo>
                  <a:pt x="16094" y="36527"/>
                  <a:pt x="19793" y="38698"/>
                  <a:pt x="23667" y="39091"/>
                </a:cubicBezTo>
                <a:cubicBezTo>
                  <a:pt x="27483" y="39484"/>
                  <a:pt x="31066" y="38130"/>
                  <a:pt x="34416" y="34998"/>
                </a:cubicBezTo>
                <a:cubicBezTo>
                  <a:pt x="35959" y="33629"/>
                  <a:pt x="37270" y="32042"/>
                  <a:pt x="38348" y="30279"/>
                </a:cubicBezTo>
                <a:cubicBezTo>
                  <a:pt x="39426" y="28503"/>
                  <a:pt x="40343" y="26522"/>
                  <a:pt x="41072" y="24352"/>
                </a:cubicBezTo>
                <a:lnTo>
                  <a:pt x="45514" y="29129"/>
                </a:lnTo>
                <a:cubicBezTo>
                  <a:pt x="44654" y="31182"/>
                  <a:pt x="43635" y="33061"/>
                  <a:pt x="42382" y="34823"/>
                </a:cubicBezTo>
                <a:cubicBezTo>
                  <a:pt x="41188" y="36644"/>
                  <a:pt x="39717" y="38290"/>
                  <a:pt x="37940" y="39950"/>
                </a:cubicBezTo>
                <a:cubicBezTo>
                  <a:pt x="33163" y="44319"/>
                  <a:pt x="28051" y="46315"/>
                  <a:pt x="22473" y="45980"/>
                </a:cubicBezTo>
                <a:cubicBezTo>
                  <a:pt x="16895" y="45572"/>
                  <a:pt x="11783" y="42848"/>
                  <a:pt x="7049" y="37722"/>
                </a:cubicBezTo>
                <a:cubicBezTo>
                  <a:pt x="2330" y="32610"/>
                  <a:pt x="0" y="27250"/>
                  <a:pt x="58" y="21686"/>
                </a:cubicBezTo>
                <a:cubicBezTo>
                  <a:pt x="175" y="16108"/>
                  <a:pt x="2680" y="11040"/>
                  <a:pt x="7617" y="6496"/>
                </a:cubicBezTo>
                <a:cubicBezTo>
                  <a:pt x="9219" y="5010"/>
                  <a:pt x="10923" y="3758"/>
                  <a:pt x="12744" y="2680"/>
                </a:cubicBezTo>
                <a:cubicBezTo>
                  <a:pt x="14564" y="1602"/>
                  <a:pt x="16501" y="685"/>
                  <a:pt x="18497" y="0"/>
                </a:cubicBezTo>
                <a:close/>
                <a:moveTo>
                  <a:pt x="1849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D5EC0-5442-4A7F-8920-B9CFAAB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55" y="5253387"/>
            <a:ext cx="51645" cy="69356"/>
          </a:xfrm>
          <a:custGeom xmlns:a="http://schemas.openxmlformats.org/drawingml/2006/main">
            <a:pathLst>
              <a:path w="51645" h="69356">
                <a:moveTo>
                  <a:pt x="48747" y="47334"/>
                </a:moveTo>
                <a:cubicBezTo>
                  <a:pt x="50801" y="52461"/>
                  <a:pt x="51645" y="56219"/>
                  <a:pt x="51310" y="58665"/>
                </a:cubicBezTo>
                <a:cubicBezTo>
                  <a:pt x="50975" y="61054"/>
                  <a:pt x="49665" y="63384"/>
                  <a:pt x="47334" y="65540"/>
                </a:cubicBezTo>
                <a:lnTo>
                  <a:pt x="43169" y="69356"/>
                </a:lnTo>
                <a:lnTo>
                  <a:pt x="39135" y="65030"/>
                </a:lnTo>
                <a:lnTo>
                  <a:pt x="42208" y="62190"/>
                </a:lnTo>
                <a:cubicBezTo>
                  <a:pt x="43635" y="60879"/>
                  <a:pt x="44421" y="59510"/>
                  <a:pt x="44596" y="58097"/>
                </a:cubicBezTo>
                <a:cubicBezTo>
                  <a:pt x="44771" y="56728"/>
                  <a:pt x="44145" y="54281"/>
                  <a:pt x="42776" y="50859"/>
                </a:cubicBezTo>
                <a:lnTo>
                  <a:pt x="41523" y="47684"/>
                </a:lnTo>
                <a:lnTo>
                  <a:pt x="0" y="28444"/>
                </a:lnTo>
                <a:lnTo>
                  <a:pt x="5462" y="23332"/>
                </a:lnTo>
                <a:lnTo>
                  <a:pt x="38232" y="38916"/>
                </a:lnTo>
                <a:lnTo>
                  <a:pt x="25196" y="5068"/>
                </a:lnTo>
                <a:lnTo>
                  <a:pt x="30716" y="0"/>
                </a:lnTo>
                <a:lnTo>
                  <a:pt x="48747" y="47334"/>
                </a:lnTo>
                <a:close/>
                <a:moveTo>
                  <a:pt x="48747" y="473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45E66-2A76-44A0-B642-00269A7C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883" y="5215622"/>
            <a:ext cx="62802" cy="62467"/>
          </a:xfrm>
          <a:custGeom xmlns:a="http://schemas.openxmlformats.org/drawingml/2006/main">
            <a:pathLst>
              <a:path w="62802" h="62467">
                <a:moveTo>
                  <a:pt x="26056" y="37139"/>
                </a:moveTo>
                <a:lnTo>
                  <a:pt x="40329" y="52505"/>
                </a:lnTo>
                <a:lnTo>
                  <a:pt x="49432" y="44086"/>
                </a:lnTo>
                <a:cubicBezTo>
                  <a:pt x="52505" y="41246"/>
                  <a:pt x="54223" y="38508"/>
                  <a:pt x="54500" y="35887"/>
                </a:cubicBezTo>
                <a:cubicBezTo>
                  <a:pt x="54791" y="33221"/>
                  <a:pt x="53757" y="30600"/>
                  <a:pt x="51310" y="27978"/>
                </a:cubicBezTo>
                <a:cubicBezTo>
                  <a:pt x="48864" y="25371"/>
                  <a:pt x="46358" y="24119"/>
                  <a:pt x="43751" y="24235"/>
                </a:cubicBezTo>
                <a:cubicBezTo>
                  <a:pt x="41072" y="24337"/>
                  <a:pt x="38232" y="25823"/>
                  <a:pt x="35217" y="28663"/>
                </a:cubicBezTo>
                <a:lnTo>
                  <a:pt x="26056" y="37139"/>
                </a:lnTo>
                <a:close/>
                <a:moveTo>
                  <a:pt x="10006" y="19851"/>
                </a:moveTo>
                <a:lnTo>
                  <a:pt x="21788" y="32479"/>
                </a:lnTo>
                <a:lnTo>
                  <a:pt x="30207" y="24687"/>
                </a:lnTo>
                <a:cubicBezTo>
                  <a:pt x="33003" y="22123"/>
                  <a:pt x="34590" y="19676"/>
                  <a:pt x="34984" y="17404"/>
                </a:cubicBezTo>
                <a:cubicBezTo>
                  <a:pt x="35333" y="15074"/>
                  <a:pt x="34590" y="12846"/>
                  <a:pt x="32595" y="10690"/>
                </a:cubicBezTo>
                <a:cubicBezTo>
                  <a:pt x="30600" y="8578"/>
                  <a:pt x="28444" y="7617"/>
                  <a:pt x="26114" y="7850"/>
                </a:cubicBezTo>
                <a:cubicBezTo>
                  <a:pt x="23784" y="8069"/>
                  <a:pt x="21220" y="9438"/>
                  <a:pt x="18482" y="12001"/>
                </a:cubicBezTo>
                <a:lnTo>
                  <a:pt x="10006" y="19851"/>
                </a:lnTo>
                <a:close/>
                <a:moveTo>
                  <a:pt x="0" y="20419"/>
                </a:moveTo>
                <a:lnTo>
                  <a:pt x="14564" y="6933"/>
                </a:lnTo>
                <a:cubicBezTo>
                  <a:pt x="18890" y="2957"/>
                  <a:pt x="23041" y="728"/>
                  <a:pt x="27075" y="393"/>
                </a:cubicBezTo>
                <a:cubicBezTo>
                  <a:pt x="31124" y="0"/>
                  <a:pt x="34649" y="1471"/>
                  <a:pt x="37722" y="4777"/>
                </a:cubicBezTo>
                <a:cubicBezTo>
                  <a:pt x="40110" y="7384"/>
                  <a:pt x="41421" y="9947"/>
                  <a:pt x="41640" y="12627"/>
                </a:cubicBezTo>
                <a:cubicBezTo>
                  <a:pt x="41814" y="15234"/>
                  <a:pt x="40955" y="17798"/>
                  <a:pt x="38974" y="20361"/>
                </a:cubicBezTo>
                <a:cubicBezTo>
                  <a:pt x="42324" y="18366"/>
                  <a:pt x="45630" y="17623"/>
                  <a:pt x="48980" y="18089"/>
                </a:cubicBezTo>
                <a:cubicBezTo>
                  <a:pt x="52286" y="18540"/>
                  <a:pt x="55243" y="20186"/>
                  <a:pt x="57908" y="23085"/>
                </a:cubicBezTo>
                <a:cubicBezTo>
                  <a:pt x="61389" y="26842"/>
                  <a:pt x="62802" y="30891"/>
                  <a:pt x="62132" y="35319"/>
                </a:cubicBezTo>
                <a:cubicBezTo>
                  <a:pt x="61505" y="39703"/>
                  <a:pt x="58767" y="44145"/>
                  <a:pt x="54107" y="48470"/>
                </a:cubicBezTo>
                <a:lnTo>
                  <a:pt x="38974" y="62467"/>
                </a:lnTo>
                <a:lnTo>
                  <a:pt x="0" y="20419"/>
                </a:lnTo>
                <a:close/>
                <a:moveTo>
                  <a:pt x="0" y="2041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DB56F-B306-4D14-AA17-790ADF82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470" y="5186085"/>
            <a:ext cx="55636" cy="51383"/>
          </a:xfrm>
          <a:custGeom xmlns:a="http://schemas.openxmlformats.org/drawingml/2006/main">
            <a:pathLst>
              <a:path w="55636" h="51383">
                <a:moveTo>
                  <a:pt x="17696" y="43577"/>
                </a:moveTo>
                <a:lnTo>
                  <a:pt x="0" y="24526"/>
                </a:lnTo>
                <a:lnTo>
                  <a:pt x="5170" y="19691"/>
                </a:lnTo>
                <a:lnTo>
                  <a:pt x="22691" y="38581"/>
                </a:lnTo>
                <a:cubicBezTo>
                  <a:pt x="25429" y="41596"/>
                  <a:pt x="28109" y="43300"/>
                  <a:pt x="30658" y="43693"/>
                </a:cubicBezTo>
                <a:cubicBezTo>
                  <a:pt x="33221" y="44145"/>
                  <a:pt x="35610" y="43242"/>
                  <a:pt x="37940" y="41086"/>
                </a:cubicBezTo>
                <a:cubicBezTo>
                  <a:pt x="40795" y="38523"/>
                  <a:pt x="42149" y="35566"/>
                  <a:pt x="42091" y="32260"/>
                </a:cubicBezTo>
                <a:cubicBezTo>
                  <a:pt x="42091" y="28954"/>
                  <a:pt x="40678" y="25779"/>
                  <a:pt x="37780" y="22706"/>
                </a:cubicBezTo>
                <a:lnTo>
                  <a:pt x="21220" y="4835"/>
                </a:lnTo>
                <a:lnTo>
                  <a:pt x="26391" y="0"/>
                </a:lnTo>
                <a:lnTo>
                  <a:pt x="55636" y="31576"/>
                </a:lnTo>
                <a:lnTo>
                  <a:pt x="50466" y="36353"/>
                </a:lnTo>
                <a:lnTo>
                  <a:pt x="45965" y="31517"/>
                </a:lnTo>
                <a:cubicBezTo>
                  <a:pt x="46475" y="34590"/>
                  <a:pt x="46358" y="37387"/>
                  <a:pt x="45514" y="39877"/>
                </a:cubicBezTo>
                <a:cubicBezTo>
                  <a:pt x="44713" y="42324"/>
                  <a:pt x="43242" y="44611"/>
                  <a:pt x="41013" y="46591"/>
                </a:cubicBezTo>
                <a:cubicBezTo>
                  <a:pt x="37430" y="49956"/>
                  <a:pt x="33615" y="51383"/>
                  <a:pt x="29639" y="50859"/>
                </a:cubicBezTo>
                <a:cubicBezTo>
                  <a:pt x="25706" y="50349"/>
                  <a:pt x="21672" y="47961"/>
                  <a:pt x="17696" y="43577"/>
                </a:cubicBezTo>
                <a:close/>
                <a:moveTo>
                  <a:pt x="17696" y="4357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63244-D538-4BE1-93A1-77F4F5A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993" y="5139887"/>
            <a:ext cx="50757" cy="63719"/>
          </a:xfrm>
          <a:custGeom xmlns:a="http://schemas.openxmlformats.org/drawingml/2006/main">
            <a:pathLst>
              <a:path w="50757" h="63719">
                <a:moveTo>
                  <a:pt x="20769" y="21905"/>
                </a:moveTo>
                <a:lnTo>
                  <a:pt x="4952" y="4777"/>
                </a:lnTo>
                <a:lnTo>
                  <a:pt x="10137" y="0"/>
                </a:lnTo>
                <a:lnTo>
                  <a:pt x="50757" y="43868"/>
                </a:lnTo>
                <a:lnTo>
                  <a:pt x="45572" y="48645"/>
                </a:lnTo>
                <a:lnTo>
                  <a:pt x="41144" y="43926"/>
                </a:lnTo>
                <a:cubicBezTo>
                  <a:pt x="41814" y="46825"/>
                  <a:pt x="41712" y="49446"/>
                  <a:pt x="40911" y="51951"/>
                </a:cubicBezTo>
                <a:cubicBezTo>
                  <a:pt x="40110" y="54398"/>
                  <a:pt x="38523" y="56670"/>
                  <a:pt x="36193" y="58826"/>
                </a:cubicBezTo>
                <a:cubicBezTo>
                  <a:pt x="32377" y="62365"/>
                  <a:pt x="27876" y="63719"/>
                  <a:pt x="22648" y="62933"/>
                </a:cubicBezTo>
                <a:cubicBezTo>
                  <a:pt x="17477" y="62073"/>
                  <a:pt x="12525" y="59175"/>
                  <a:pt x="7967" y="54223"/>
                </a:cubicBezTo>
                <a:cubicBezTo>
                  <a:pt x="3364" y="49271"/>
                  <a:pt x="859" y="44159"/>
                  <a:pt x="408" y="38916"/>
                </a:cubicBezTo>
                <a:cubicBezTo>
                  <a:pt x="0" y="33629"/>
                  <a:pt x="1719" y="29245"/>
                  <a:pt x="5520" y="25721"/>
                </a:cubicBezTo>
                <a:cubicBezTo>
                  <a:pt x="7850" y="23551"/>
                  <a:pt x="10239" y="22138"/>
                  <a:pt x="12744" y="21512"/>
                </a:cubicBezTo>
                <a:cubicBezTo>
                  <a:pt x="15249" y="20885"/>
                  <a:pt x="17929" y="21002"/>
                  <a:pt x="20769" y="21905"/>
                </a:cubicBezTo>
                <a:close/>
                <a:moveTo>
                  <a:pt x="13312" y="49271"/>
                </a:moveTo>
                <a:cubicBezTo>
                  <a:pt x="16851" y="53087"/>
                  <a:pt x="20376" y="55359"/>
                  <a:pt x="23958" y="56044"/>
                </a:cubicBezTo>
                <a:cubicBezTo>
                  <a:pt x="27541" y="56787"/>
                  <a:pt x="30731" y="55869"/>
                  <a:pt x="33454" y="53306"/>
                </a:cubicBezTo>
                <a:cubicBezTo>
                  <a:pt x="36193" y="50757"/>
                  <a:pt x="37329" y="47684"/>
                  <a:pt x="36877" y="44043"/>
                </a:cubicBezTo>
                <a:cubicBezTo>
                  <a:pt x="36469" y="40460"/>
                  <a:pt x="34488" y="36702"/>
                  <a:pt x="30949" y="32886"/>
                </a:cubicBezTo>
                <a:cubicBezTo>
                  <a:pt x="27425" y="29071"/>
                  <a:pt x="23842" y="26857"/>
                  <a:pt x="20259" y="26114"/>
                </a:cubicBezTo>
                <a:cubicBezTo>
                  <a:pt x="16676" y="25429"/>
                  <a:pt x="13545" y="26347"/>
                  <a:pt x="10821" y="28852"/>
                </a:cubicBezTo>
                <a:cubicBezTo>
                  <a:pt x="8025" y="31415"/>
                  <a:pt x="6889" y="34474"/>
                  <a:pt x="7340" y="38115"/>
                </a:cubicBezTo>
                <a:cubicBezTo>
                  <a:pt x="7807" y="41712"/>
                  <a:pt x="9787" y="45455"/>
                  <a:pt x="13312" y="49271"/>
                </a:cubicBezTo>
                <a:close/>
                <a:moveTo>
                  <a:pt x="13312" y="492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D0222-1A85-4317-BB2B-B49D4BE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520" y="5118274"/>
            <a:ext cx="54791" cy="64462"/>
          </a:xfrm>
          <a:custGeom xmlns:a="http://schemas.openxmlformats.org/drawingml/2006/main">
            <a:pathLst>
              <a:path w="54791" h="64462">
                <a:moveTo>
                  <a:pt x="30673" y="20201"/>
                </a:moveTo>
                <a:cubicBezTo>
                  <a:pt x="27192" y="16443"/>
                  <a:pt x="23725" y="14229"/>
                  <a:pt x="20259" y="13603"/>
                </a:cubicBezTo>
                <a:cubicBezTo>
                  <a:pt x="16836" y="12977"/>
                  <a:pt x="13720" y="13938"/>
                  <a:pt x="10865" y="16560"/>
                </a:cubicBezTo>
                <a:cubicBezTo>
                  <a:pt x="8141" y="19108"/>
                  <a:pt x="6889" y="22182"/>
                  <a:pt x="7282" y="25662"/>
                </a:cubicBezTo>
                <a:cubicBezTo>
                  <a:pt x="7632" y="29187"/>
                  <a:pt x="9554" y="32770"/>
                  <a:pt x="13035" y="36527"/>
                </a:cubicBezTo>
                <a:cubicBezTo>
                  <a:pt x="16501" y="40285"/>
                  <a:pt x="19968" y="42499"/>
                  <a:pt x="23449" y="43125"/>
                </a:cubicBezTo>
                <a:cubicBezTo>
                  <a:pt x="26915" y="43751"/>
                  <a:pt x="29988" y="42776"/>
                  <a:pt x="32770" y="40169"/>
                </a:cubicBezTo>
                <a:cubicBezTo>
                  <a:pt x="35566" y="37605"/>
                  <a:pt x="36819" y="34532"/>
                  <a:pt x="36411" y="31066"/>
                </a:cubicBezTo>
                <a:cubicBezTo>
                  <a:pt x="36076" y="27541"/>
                  <a:pt x="34139" y="23944"/>
                  <a:pt x="30673" y="20201"/>
                </a:cubicBezTo>
                <a:close/>
                <a:moveTo>
                  <a:pt x="47218" y="27643"/>
                </a:moveTo>
                <a:cubicBezTo>
                  <a:pt x="52170" y="33003"/>
                  <a:pt x="54675" y="38057"/>
                  <a:pt x="54733" y="42892"/>
                </a:cubicBezTo>
                <a:cubicBezTo>
                  <a:pt x="54791" y="47728"/>
                  <a:pt x="52344" y="52446"/>
                  <a:pt x="47393" y="57005"/>
                </a:cubicBezTo>
                <a:cubicBezTo>
                  <a:pt x="45572" y="58651"/>
                  <a:pt x="43751" y="60136"/>
                  <a:pt x="41873" y="61389"/>
                </a:cubicBezTo>
                <a:cubicBezTo>
                  <a:pt x="39994" y="62583"/>
                  <a:pt x="38057" y="63603"/>
                  <a:pt x="36018" y="64462"/>
                </a:cubicBezTo>
                <a:lnTo>
                  <a:pt x="31357" y="59452"/>
                </a:lnTo>
                <a:cubicBezTo>
                  <a:pt x="33629" y="58826"/>
                  <a:pt x="35668" y="58083"/>
                  <a:pt x="37547" y="57063"/>
                </a:cubicBezTo>
                <a:cubicBezTo>
                  <a:pt x="39368" y="56087"/>
                  <a:pt x="41086" y="54893"/>
                  <a:pt x="42615" y="53480"/>
                </a:cubicBezTo>
                <a:cubicBezTo>
                  <a:pt x="46023" y="50349"/>
                  <a:pt x="47742" y="47101"/>
                  <a:pt x="47786" y="43751"/>
                </a:cubicBezTo>
                <a:cubicBezTo>
                  <a:pt x="47844" y="40387"/>
                  <a:pt x="46198" y="36921"/>
                  <a:pt x="42892" y="33338"/>
                </a:cubicBezTo>
                <a:lnTo>
                  <a:pt x="40504" y="30775"/>
                </a:lnTo>
                <a:cubicBezTo>
                  <a:pt x="41130" y="33629"/>
                  <a:pt x="41086" y="36294"/>
                  <a:pt x="40285" y="38741"/>
                </a:cubicBezTo>
                <a:cubicBezTo>
                  <a:pt x="39426" y="41246"/>
                  <a:pt x="37838" y="43518"/>
                  <a:pt x="35566" y="45688"/>
                </a:cubicBezTo>
                <a:cubicBezTo>
                  <a:pt x="31692" y="49271"/>
                  <a:pt x="27192" y="50684"/>
                  <a:pt x="22080" y="49956"/>
                </a:cubicBezTo>
                <a:cubicBezTo>
                  <a:pt x="17011" y="49213"/>
                  <a:pt x="12176" y="46373"/>
                  <a:pt x="7690" y="41523"/>
                </a:cubicBezTo>
                <a:cubicBezTo>
                  <a:pt x="3131" y="36644"/>
                  <a:pt x="685" y="31634"/>
                  <a:pt x="350" y="26507"/>
                </a:cubicBezTo>
                <a:cubicBezTo>
                  <a:pt x="0" y="21337"/>
                  <a:pt x="1704" y="16953"/>
                  <a:pt x="5578" y="13370"/>
                </a:cubicBezTo>
                <a:cubicBezTo>
                  <a:pt x="7908" y="11258"/>
                  <a:pt x="10355" y="9846"/>
                  <a:pt x="12860" y="9219"/>
                </a:cubicBezTo>
                <a:cubicBezTo>
                  <a:pt x="15424" y="8593"/>
                  <a:pt x="18031" y="8710"/>
                  <a:pt x="20827" y="9554"/>
                </a:cubicBezTo>
                <a:lnTo>
                  <a:pt x="16443" y="4777"/>
                </a:lnTo>
                <a:lnTo>
                  <a:pt x="21628" y="0"/>
                </a:lnTo>
                <a:lnTo>
                  <a:pt x="47218" y="27643"/>
                </a:lnTo>
                <a:close/>
                <a:moveTo>
                  <a:pt x="47218" y="276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3127E-7D83-42F3-9D28-B2A88E5E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242" y="5089713"/>
            <a:ext cx="48077" cy="44829"/>
          </a:xfrm>
          <a:custGeom xmlns:a="http://schemas.openxmlformats.org/drawingml/2006/main">
            <a:pathLst>
              <a:path w="48077" h="44829">
                <a:moveTo>
                  <a:pt x="34984" y="8141"/>
                </a:moveTo>
                <a:lnTo>
                  <a:pt x="37329" y="10632"/>
                </a:lnTo>
                <a:lnTo>
                  <a:pt x="13487" y="32712"/>
                </a:lnTo>
                <a:cubicBezTo>
                  <a:pt x="17011" y="36076"/>
                  <a:pt x="20594" y="37838"/>
                  <a:pt x="24235" y="37897"/>
                </a:cubicBezTo>
                <a:cubicBezTo>
                  <a:pt x="27935" y="37998"/>
                  <a:pt x="31459" y="36469"/>
                  <a:pt x="34882" y="33280"/>
                </a:cubicBezTo>
                <a:cubicBezTo>
                  <a:pt x="36862" y="31401"/>
                  <a:pt x="38567" y="29420"/>
                  <a:pt x="39994" y="27192"/>
                </a:cubicBezTo>
                <a:cubicBezTo>
                  <a:pt x="41421" y="24978"/>
                  <a:pt x="42615" y="22473"/>
                  <a:pt x="43518" y="19793"/>
                </a:cubicBezTo>
                <a:lnTo>
                  <a:pt x="48077" y="24687"/>
                </a:lnTo>
                <a:cubicBezTo>
                  <a:pt x="46941" y="27250"/>
                  <a:pt x="45572" y="29580"/>
                  <a:pt x="44028" y="31809"/>
                </a:cubicBezTo>
                <a:cubicBezTo>
                  <a:pt x="42441" y="34022"/>
                  <a:pt x="40678" y="36076"/>
                  <a:pt x="38683" y="37940"/>
                </a:cubicBezTo>
                <a:cubicBezTo>
                  <a:pt x="33629" y="42615"/>
                  <a:pt x="28269" y="44829"/>
                  <a:pt x="22648" y="44654"/>
                </a:cubicBezTo>
                <a:cubicBezTo>
                  <a:pt x="16953" y="44436"/>
                  <a:pt x="11841" y="41814"/>
                  <a:pt x="7224" y="36804"/>
                </a:cubicBezTo>
                <a:cubicBezTo>
                  <a:pt x="2447" y="31634"/>
                  <a:pt x="0" y="26289"/>
                  <a:pt x="0" y="20652"/>
                </a:cubicBezTo>
                <a:cubicBezTo>
                  <a:pt x="0" y="15016"/>
                  <a:pt x="2330" y="10020"/>
                  <a:pt x="7049" y="5636"/>
                </a:cubicBezTo>
                <a:cubicBezTo>
                  <a:pt x="11317" y="1704"/>
                  <a:pt x="15933" y="0"/>
                  <a:pt x="20944" y="393"/>
                </a:cubicBezTo>
                <a:cubicBezTo>
                  <a:pt x="25939" y="859"/>
                  <a:pt x="30614" y="3408"/>
                  <a:pt x="34984" y="8141"/>
                </a:cubicBezTo>
                <a:close/>
                <a:moveTo>
                  <a:pt x="28386" y="11375"/>
                </a:moveTo>
                <a:cubicBezTo>
                  <a:pt x="25721" y="8593"/>
                  <a:pt x="22808" y="7049"/>
                  <a:pt x="19691" y="6831"/>
                </a:cubicBezTo>
                <a:cubicBezTo>
                  <a:pt x="16618" y="6539"/>
                  <a:pt x="13763" y="7617"/>
                  <a:pt x="11215" y="10020"/>
                </a:cubicBezTo>
                <a:cubicBezTo>
                  <a:pt x="8302" y="12686"/>
                  <a:pt x="6772" y="15642"/>
                  <a:pt x="6539" y="18890"/>
                </a:cubicBezTo>
                <a:cubicBezTo>
                  <a:pt x="6321" y="22138"/>
                  <a:pt x="7457" y="25371"/>
                  <a:pt x="9904" y="28561"/>
                </a:cubicBezTo>
                <a:lnTo>
                  <a:pt x="28386" y="11375"/>
                </a:lnTo>
                <a:close/>
                <a:moveTo>
                  <a:pt x="28386" y="113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825E4-ABA8-40A6-8F4E-04C85794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914" y="5060875"/>
            <a:ext cx="53422" cy="41975"/>
          </a:xfrm>
          <a:custGeom xmlns:a="http://schemas.openxmlformats.org/drawingml/2006/main">
            <a:pathLst>
              <a:path w="53422" h="41975">
                <a:moveTo>
                  <a:pt x="5243" y="903"/>
                </a:moveTo>
                <a:lnTo>
                  <a:pt x="13487" y="9831"/>
                </a:lnTo>
                <a:lnTo>
                  <a:pt x="24177" y="0"/>
                </a:lnTo>
                <a:lnTo>
                  <a:pt x="27935" y="3976"/>
                </a:lnTo>
                <a:lnTo>
                  <a:pt x="17244" y="13880"/>
                </a:lnTo>
                <a:lnTo>
                  <a:pt x="33119" y="30993"/>
                </a:lnTo>
                <a:cubicBezTo>
                  <a:pt x="35508" y="33556"/>
                  <a:pt x="37387" y="34925"/>
                  <a:pt x="38741" y="34984"/>
                </a:cubicBezTo>
                <a:cubicBezTo>
                  <a:pt x="40169" y="35100"/>
                  <a:pt x="41931" y="34124"/>
                  <a:pt x="44101" y="32144"/>
                </a:cubicBezTo>
                <a:lnTo>
                  <a:pt x="49388" y="27192"/>
                </a:lnTo>
                <a:lnTo>
                  <a:pt x="53422" y="31517"/>
                </a:lnTo>
                <a:lnTo>
                  <a:pt x="48077" y="36455"/>
                </a:lnTo>
                <a:cubicBezTo>
                  <a:pt x="44101" y="40154"/>
                  <a:pt x="40620" y="41975"/>
                  <a:pt x="37722" y="41873"/>
                </a:cubicBezTo>
                <a:cubicBezTo>
                  <a:pt x="34823" y="41814"/>
                  <a:pt x="31576" y="39761"/>
                  <a:pt x="27876" y="35828"/>
                </a:cubicBezTo>
                <a:lnTo>
                  <a:pt x="12016" y="18715"/>
                </a:lnTo>
                <a:lnTo>
                  <a:pt x="8258" y="22240"/>
                </a:lnTo>
                <a:lnTo>
                  <a:pt x="4500" y="18205"/>
                </a:lnTo>
                <a:lnTo>
                  <a:pt x="8316" y="14666"/>
                </a:lnTo>
                <a:lnTo>
                  <a:pt x="0" y="5738"/>
                </a:lnTo>
                <a:lnTo>
                  <a:pt x="5243" y="903"/>
                </a:lnTo>
                <a:close/>
                <a:moveTo>
                  <a:pt x="5243" y="9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81162-97BC-43D0-A6A0-079A1E3C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571" y="5016265"/>
            <a:ext cx="59612" cy="61156"/>
          </a:xfrm>
          <a:custGeom xmlns:a="http://schemas.openxmlformats.org/drawingml/2006/main">
            <a:pathLst>
              <a:path w="59612" h="61156">
                <a:moveTo>
                  <a:pt x="0" y="32945"/>
                </a:moveTo>
                <a:lnTo>
                  <a:pt x="35610" y="0"/>
                </a:lnTo>
                <a:lnTo>
                  <a:pt x="40052" y="4777"/>
                </a:lnTo>
                <a:lnTo>
                  <a:pt x="25080" y="18599"/>
                </a:lnTo>
                <a:lnTo>
                  <a:pt x="59612" y="55869"/>
                </a:lnTo>
                <a:lnTo>
                  <a:pt x="53932" y="61156"/>
                </a:lnTo>
                <a:lnTo>
                  <a:pt x="19400" y="23900"/>
                </a:lnTo>
                <a:lnTo>
                  <a:pt x="4428" y="37722"/>
                </a:lnTo>
                <a:lnTo>
                  <a:pt x="0" y="32945"/>
                </a:lnTo>
                <a:close/>
                <a:moveTo>
                  <a:pt x="0" y="329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36D10-A794-41B5-AE56-5718AB8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54" y="5012288"/>
            <a:ext cx="48135" cy="44887"/>
          </a:xfrm>
          <a:custGeom xmlns:a="http://schemas.openxmlformats.org/drawingml/2006/main">
            <a:pathLst>
              <a:path w="48135" h="44887">
                <a:moveTo>
                  <a:pt x="34998" y="8127"/>
                </a:moveTo>
                <a:lnTo>
                  <a:pt x="37329" y="10690"/>
                </a:lnTo>
                <a:lnTo>
                  <a:pt x="13487" y="32770"/>
                </a:lnTo>
                <a:cubicBezTo>
                  <a:pt x="17069" y="36120"/>
                  <a:pt x="20652" y="37824"/>
                  <a:pt x="24293" y="37940"/>
                </a:cubicBezTo>
                <a:cubicBezTo>
                  <a:pt x="27935" y="37998"/>
                  <a:pt x="31517" y="36469"/>
                  <a:pt x="34940" y="33280"/>
                </a:cubicBezTo>
                <a:cubicBezTo>
                  <a:pt x="36935" y="31459"/>
                  <a:pt x="38639" y="29406"/>
                  <a:pt x="40052" y="27192"/>
                </a:cubicBezTo>
                <a:cubicBezTo>
                  <a:pt x="41479" y="24963"/>
                  <a:pt x="42615" y="22517"/>
                  <a:pt x="43591" y="19851"/>
                </a:cubicBezTo>
                <a:lnTo>
                  <a:pt x="48135" y="24745"/>
                </a:lnTo>
                <a:cubicBezTo>
                  <a:pt x="46999" y="27250"/>
                  <a:pt x="45630" y="29639"/>
                  <a:pt x="44101" y="31852"/>
                </a:cubicBezTo>
                <a:cubicBezTo>
                  <a:pt x="42499" y="34066"/>
                  <a:pt x="40737" y="36120"/>
                  <a:pt x="38698" y="37940"/>
                </a:cubicBezTo>
                <a:cubicBezTo>
                  <a:pt x="33687" y="42659"/>
                  <a:pt x="28342" y="44887"/>
                  <a:pt x="22648" y="44654"/>
                </a:cubicBezTo>
                <a:cubicBezTo>
                  <a:pt x="17011" y="44421"/>
                  <a:pt x="11899" y="41873"/>
                  <a:pt x="7239" y="36862"/>
                </a:cubicBezTo>
                <a:cubicBezTo>
                  <a:pt x="2447" y="31678"/>
                  <a:pt x="58" y="26274"/>
                  <a:pt x="58" y="20696"/>
                </a:cubicBezTo>
                <a:cubicBezTo>
                  <a:pt x="0" y="15074"/>
                  <a:pt x="2389" y="10064"/>
                  <a:pt x="7122" y="5680"/>
                </a:cubicBezTo>
                <a:cubicBezTo>
                  <a:pt x="11389" y="1762"/>
                  <a:pt x="15992" y="0"/>
                  <a:pt x="21002" y="451"/>
                </a:cubicBezTo>
                <a:cubicBezTo>
                  <a:pt x="26012" y="903"/>
                  <a:pt x="30673" y="3466"/>
                  <a:pt x="34998" y="8127"/>
                </a:cubicBezTo>
                <a:close/>
                <a:moveTo>
                  <a:pt x="28401" y="11433"/>
                </a:moveTo>
                <a:cubicBezTo>
                  <a:pt x="25721" y="8637"/>
                  <a:pt x="22881" y="7107"/>
                  <a:pt x="19749" y="6874"/>
                </a:cubicBezTo>
                <a:cubicBezTo>
                  <a:pt x="16618" y="6598"/>
                  <a:pt x="13778" y="7675"/>
                  <a:pt x="11215" y="10006"/>
                </a:cubicBezTo>
                <a:cubicBezTo>
                  <a:pt x="8375" y="12686"/>
                  <a:pt x="6772" y="15642"/>
                  <a:pt x="6554" y="18875"/>
                </a:cubicBezTo>
                <a:cubicBezTo>
                  <a:pt x="6321" y="22123"/>
                  <a:pt x="7457" y="25371"/>
                  <a:pt x="9962" y="28604"/>
                </a:cubicBezTo>
                <a:lnTo>
                  <a:pt x="28401" y="11433"/>
                </a:lnTo>
                <a:close/>
                <a:moveTo>
                  <a:pt x="28401" y="114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DE4856-1492-459D-8AAA-748FB2B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854" y="4980363"/>
            <a:ext cx="44654" cy="50233"/>
          </a:xfrm>
          <a:custGeom xmlns:a="http://schemas.openxmlformats.org/drawingml/2006/main">
            <a:pathLst>
              <a:path w="44654" h="50233">
                <a:moveTo>
                  <a:pt x="18992" y="0"/>
                </a:moveTo>
                <a:lnTo>
                  <a:pt x="23492" y="4894"/>
                </a:lnTo>
                <a:cubicBezTo>
                  <a:pt x="21322" y="5520"/>
                  <a:pt x="19342" y="6379"/>
                  <a:pt x="17404" y="7457"/>
                </a:cubicBezTo>
                <a:cubicBezTo>
                  <a:pt x="15467" y="8535"/>
                  <a:pt x="13647" y="9846"/>
                  <a:pt x="11943" y="11433"/>
                </a:cubicBezTo>
                <a:cubicBezTo>
                  <a:pt x="9379" y="13822"/>
                  <a:pt x="7850" y="15992"/>
                  <a:pt x="7282" y="17987"/>
                </a:cubicBezTo>
                <a:cubicBezTo>
                  <a:pt x="6700" y="19968"/>
                  <a:pt x="7166" y="21730"/>
                  <a:pt x="8637" y="23332"/>
                </a:cubicBezTo>
                <a:cubicBezTo>
                  <a:pt x="9714" y="24526"/>
                  <a:pt x="11084" y="25036"/>
                  <a:pt x="12627" y="24861"/>
                </a:cubicBezTo>
                <a:cubicBezTo>
                  <a:pt x="14157" y="24701"/>
                  <a:pt x="16662" y="23609"/>
                  <a:pt x="20026" y="21672"/>
                </a:cubicBezTo>
                <a:lnTo>
                  <a:pt x="22123" y="20434"/>
                </a:lnTo>
                <a:cubicBezTo>
                  <a:pt x="26565" y="17812"/>
                  <a:pt x="30207" y="16501"/>
                  <a:pt x="33047" y="16501"/>
                </a:cubicBezTo>
                <a:cubicBezTo>
                  <a:pt x="35945" y="16501"/>
                  <a:pt x="38567" y="17812"/>
                  <a:pt x="40955" y="20376"/>
                </a:cubicBezTo>
                <a:cubicBezTo>
                  <a:pt x="43693" y="23274"/>
                  <a:pt x="44654" y="26682"/>
                  <a:pt x="43912" y="30556"/>
                </a:cubicBezTo>
                <a:cubicBezTo>
                  <a:pt x="43169" y="34416"/>
                  <a:pt x="40780" y="38232"/>
                  <a:pt x="36746" y="41989"/>
                </a:cubicBezTo>
                <a:cubicBezTo>
                  <a:pt x="35042" y="43518"/>
                  <a:pt x="33163" y="45004"/>
                  <a:pt x="30993" y="46373"/>
                </a:cubicBezTo>
                <a:cubicBezTo>
                  <a:pt x="28896" y="47742"/>
                  <a:pt x="26507" y="49038"/>
                  <a:pt x="23827" y="50233"/>
                </a:cubicBezTo>
                <a:lnTo>
                  <a:pt x="18875" y="44887"/>
                </a:lnTo>
                <a:cubicBezTo>
                  <a:pt x="21730" y="44101"/>
                  <a:pt x="24279" y="43125"/>
                  <a:pt x="26624" y="41873"/>
                </a:cubicBezTo>
                <a:cubicBezTo>
                  <a:pt x="28954" y="40678"/>
                  <a:pt x="30993" y="39207"/>
                  <a:pt x="32814" y="37489"/>
                </a:cubicBezTo>
                <a:cubicBezTo>
                  <a:pt x="35260" y="35275"/>
                  <a:pt x="36746" y="33119"/>
                  <a:pt x="37314" y="31066"/>
                </a:cubicBezTo>
                <a:cubicBezTo>
                  <a:pt x="37824" y="29012"/>
                  <a:pt x="37430" y="27192"/>
                  <a:pt x="36003" y="25721"/>
                </a:cubicBezTo>
                <a:cubicBezTo>
                  <a:pt x="34692" y="24293"/>
                  <a:pt x="33221" y="23667"/>
                  <a:pt x="31561" y="23784"/>
                </a:cubicBezTo>
                <a:cubicBezTo>
                  <a:pt x="29915" y="23900"/>
                  <a:pt x="27192" y="25094"/>
                  <a:pt x="23318" y="27366"/>
                </a:cubicBezTo>
                <a:lnTo>
                  <a:pt x="21162" y="28619"/>
                </a:lnTo>
                <a:cubicBezTo>
                  <a:pt x="17288" y="30949"/>
                  <a:pt x="14040" y="32027"/>
                  <a:pt x="11317" y="31983"/>
                </a:cubicBezTo>
                <a:cubicBezTo>
                  <a:pt x="8578" y="31867"/>
                  <a:pt x="6073" y="30614"/>
                  <a:pt x="3801" y="28168"/>
                </a:cubicBezTo>
                <a:cubicBezTo>
                  <a:pt x="1078" y="25211"/>
                  <a:pt x="0" y="21963"/>
                  <a:pt x="626" y="18380"/>
                </a:cubicBezTo>
                <a:cubicBezTo>
                  <a:pt x="1238" y="14856"/>
                  <a:pt x="3466" y="11273"/>
                  <a:pt x="7326" y="7690"/>
                </a:cubicBezTo>
                <a:cubicBezTo>
                  <a:pt x="9263" y="5913"/>
                  <a:pt x="11142" y="4384"/>
                  <a:pt x="13137" y="3073"/>
                </a:cubicBezTo>
                <a:cubicBezTo>
                  <a:pt x="15074" y="1762"/>
                  <a:pt x="16997" y="743"/>
                  <a:pt x="18992" y="0"/>
                </a:cubicBezTo>
                <a:close/>
                <a:moveTo>
                  <a:pt x="1899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8902F-1DE9-4E60-A0BD-73C708DA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31" y="4955618"/>
            <a:ext cx="53422" cy="41989"/>
          </a:xfrm>
          <a:custGeom xmlns:a="http://schemas.openxmlformats.org/drawingml/2006/main">
            <a:pathLst>
              <a:path w="53422" h="41989">
                <a:moveTo>
                  <a:pt x="5229" y="903"/>
                </a:moveTo>
                <a:lnTo>
                  <a:pt x="13487" y="9846"/>
                </a:lnTo>
                <a:lnTo>
                  <a:pt x="24177" y="0"/>
                </a:lnTo>
                <a:lnTo>
                  <a:pt x="27935" y="3976"/>
                </a:lnTo>
                <a:lnTo>
                  <a:pt x="17244" y="13880"/>
                </a:lnTo>
                <a:lnTo>
                  <a:pt x="33119" y="31008"/>
                </a:lnTo>
                <a:cubicBezTo>
                  <a:pt x="35508" y="33629"/>
                  <a:pt x="37372" y="34925"/>
                  <a:pt x="38741" y="34984"/>
                </a:cubicBezTo>
                <a:cubicBezTo>
                  <a:pt x="40169" y="35100"/>
                  <a:pt x="41931" y="34139"/>
                  <a:pt x="44086" y="32144"/>
                </a:cubicBezTo>
                <a:lnTo>
                  <a:pt x="49388" y="27192"/>
                </a:lnTo>
                <a:lnTo>
                  <a:pt x="53422" y="31517"/>
                </a:lnTo>
                <a:lnTo>
                  <a:pt x="48077" y="36469"/>
                </a:lnTo>
                <a:cubicBezTo>
                  <a:pt x="44086" y="40169"/>
                  <a:pt x="40620" y="41989"/>
                  <a:pt x="37722" y="41873"/>
                </a:cubicBezTo>
                <a:cubicBezTo>
                  <a:pt x="34823" y="41814"/>
                  <a:pt x="31576" y="39761"/>
                  <a:pt x="27876" y="35843"/>
                </a:cubicBezTo>
                <a:lnTo>
                  <a:pt x="12001" y="18715"/>
                </a:lnTo>
                <a:lnTo>
                  <a:pt x="8243" y="22240"/>
                </a:lnTo>
                <a:lnTo>
                  <a:pt x="4500" y="18205"/>
                </a:lnTo>
                <a:lnTo>
                  <a:pt x="8302" y="14681"/>
                </a:lnTo>
                <a:lnTo>
                  <a:pt x="0" y="5753"/>
                </a:lnTo>
                <a:lnTo>
                  <a:pt x="5229" y="903"/>
                </a:lnTo>
                <a:close/>
                <a:moveTo>
                  <a:pt x="5229" y="9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AE825-C647-4311-875F-1255AA92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99" y="5708248"/>
            <a:ext cx="58767" cy="61782"/>
          </a:xfrm>
          <a:custGeom xmlns:a="http://schemas.openxmlformats.org/drawingml/2006/main">
            <a:pathLst>
              <a:path w="58767" h="61782">
                <a:moveTo>
                  <a:pt x="0" y="31736"/>
                </a:moveTo>
                <a:lnTo>
                  <a:pt x="36644" y="0"/>
                </a:lnTo>
                <a:lnTo>
                  <a:pt x="40970" y="4952"/>
                </a:lnTo>
                <a:lnTo>
                  <a:pt x="25546" y="18264"/>
                </a:lnTo>
                <a:lnTo>
                  <a:pt x="58767" y="56714"/>
                </a:lnTo>
                <a:lnTo>
                  <a:pt x="52912" y="61782"/>
                </a:lnTo>
                <a:lnTo>
                  <a:pt x="19633" y="23376"/>
                </a:lnTo>
                <a:lnTo>
                  <a:pt x="4267" y="36688"/>
                </a:lnTo>
                <a:lnTo>
                  <a:pt x="0" y="31736"/>
                </a:lnTo>
                <a:close/>
                <a:moveTo>
                  <a:pt x="0" y="317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7160F-5FD2-46BB-A510-CDA9C87B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484" y="5695562"/>
            <a:ext cx="66384" cy="51543"/>
          </a:xfrm>
          <a:custGeom xmlns:a="http://schemas.openxmlformats.org/drawingml/2006/main">
            <a:pathLst>
              <a:path w="66384" h="51543">
                <a:moveTo>
                  <a:pt x="49373" y="8360"/>
                </a:moveTo>
                <a:lnTo>
                  <a:pt x="66384" y="27993"/>
                </a:lnTo>
                <a:lnTo>
                  <a:pt x="61039" y="32595"/>
                </a:lnTo>
                <a:lnTo>
                  <a:pt x="44203" y="13137"/>
                </a:lnTo>
                <a:cubicBezTo>
                  <a:pt x="41523" y="10064"/>
                  <a:pt x="38916" y="8302"/>
                  <a:pt x="36411" y="7792"/>
                </a:cubicBezTo>
                <a:cubicBezTo>
                  <a:pt x="33906" y="7282"/>
                  <a:pt x="31401" y="8069"/>
                  <a:pt x="29012" y="10181"/>
                </a:cubicBezTo>
                <a:cubicBezTo>
                  <a:pt x="26114" y="12686"/>
                  <a:pt x="24628" y="15584"/>
                  <a:pt x="24570" y="18832"/>
                </a:cubicBezTo>
                <a:cubicBezTo>
                  <a:pt x="24512" y="22123"/>
                  <a:pt x="25823" y="25371"/>
                  <a:pt x="28604" y="28503"/>
                </a:cubicBezTo>
                <a:lnTo>
                  <a:pt x="44480" y="46868"/>
                </a:lnTo>
                <a:lnTo>
                  <a:pt x="39135" y="51543"/>
                </a:lnTo>
                <a:lnTo>
                  <a:pt x="0" y="6365"/>
                </a:lnTo>
                <a:lnTo>
                  <a:pt x="5403" y="1704"/>
                </a:lnTo>
                <a:lnTo>
                  <a:pt x="20711" y="19458"/>
                </a:lnTo>
                <a:cubicBezTo>
                  <a:pt x="20303" y="16385"/>
                  <a:pt x="20536" y="13589"/>
                  <a:pt x="21439" y="11142"/>
                </a:cubicBezTo>
                <a:cubicBezTo>
                  <a:pt x="22356" y="8637"/>
                  <a:pt x="23944" y="6481"/>
                  <a:pt x="26172" y="4486"/>
                </a:cubicBezTo>
                <a:cubicBezTo>
                  <a:pt x="29915" y="1253"/>
                  <a:pt x="33731" y="0"/>
                  <a:pt x="37664" y="626"/>
                </a:cubicBezTo>
                <a:cubicBezTo>
                  <a:pt x="41581" y="1311"/>
                  <a:pt x="45514" y="3860"/>
                  <a:pt x="49373" y="8360"/>
                </a:cubicBezTo>
                <a:close/>
                <a:moveTo>
                  <a:pt x="49373" y="83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BE8D8-99B4-4D95-B49D-F6D95BBC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25" y="5664496"/>
            <a:ext cx="44436" cy="49839"/>
          </a:xfrm>
          <a:custGeom xmlns:a="http://schemas.openxmlformats.org/drawingml/2006/main">
            <a:pathLst>
              <a:path w="44436" h="49839">
                <a:moveTo>
                  <a:pt x="10923" y="17288"/>
                </a:moveTo>
                <a:lnTo>
                  <a:pt x="16268" y="12686"/>
                </a:lnTo>
                <a:lnTo>
                  <a:pt x="44436" y="45222"/>
                </a:lnTo>
                <a:lnTo>
                  <a:pt x="39091" y="49839"/>
                </a:lnTo>
                <a:lnTo>
                  <a:pt x="10923" y="17288"/>
                </a:lnTo>
                <a:close/>
                <a:moveTo>
                  <a:pt x="0" y="4602"/>
                </a:moveTo>
                <a:lnTo>
                  <a:pt x="5287" y="0"/>
                </a:lnTo>
                <a:lnTo>
                  <a:pt x="11215" y="6772"/>
                </a:lnTo>
                <a:lnTo>
                  <a:pt x="5855" y="11433"/>
                </a:lnTo>
                <a:lnTo>
                  <a:pt x="0" y="4602"/>
                </a:lnTo>
                <a:close/>
                <a:moveTo>
                  <a:pt x="0" y="46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AC4C5-9033-4BA1-BEF0-15C03241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75" y="5650733"/>
            <a:ext cx="33513" cy="49490"/>
          </a:xfrm>
          <a:custGeom xmlns:a="http://schemas.openxmlformats.org/drawingml/2006/main">
            <a:pathLst>
              <a:path w="33513" h="49490">
                <a:moveTo>
                  <a:pt x="23390" y="5462"/>
                </a:moveTo>
                <a:cubicBezTo>
                  <a:pt x="22473" y="5622"/>
                  <a:pt x="21628" y="5913"/>
                  <a:pt x="20769" y="6365"/>
                </a:cubicBezTo>
                <a:cubicBezTo>
                  <a:pt x="19910" y="6816"/>
                  <a:pt x="19065" y="7442"/>
                  <a:pt x="18205" y="8127"/>
                </a:cubicBezTo>
                <a:cubicBezTo>
                  <a:pt x="15191" y="10749"/>
                  <a:pt x="13720" y="13763"/>
                  <a:pt x="13778" y="17113"/>
                </a:cubicBezTo>
                <a:cubicBezTo>
                  <a:pt x="13880" y="20478"/>
                  <a:pt x="15540" y="24002"/>
                  <a:pt x="18715" y="27701"/>
                </a:cubicBezTo>
                <a:lnTo>
                  <a:pt x="33513" y="44829"/>
                </a:lnTo>
                <a:lnTo>
                  <a:pt x="28168" y="49490"/>
                </a:lnTo>
                <a:lnTo>
                  <a:pt x="0" y="16953"/>
                </a:lnTo>
                <a:lnTo>
                  <a:pt x="5345" y="12278"/>
                </a:lnTo>
                <a:lnTo>
                  <a:pt x="9729" y="17346"/>
                </a:lnTo>
                <a:cubicBezTo>
                  <a:pt x="9161" y="14390"/>
                  <a:pt x="9394" y="11652"/>
                  <a:pt x="10355" y="9146"/>
                </a:cubicBezTo>
                <a:cubicBezTo>
                  <a:pt x="11331" y="6656"/>
                  <a:pt x="13093" y="4253"/>
                  <a:pt x="15642" y="2039"/>
                </a:cubicBezTo>
                <a:cubicBezTo>
                  <a:pt x="16050" y="1704"/>
                  <a:pt x="16443" y="1413"/>
                  <a:pt x="16953" y="1078"/>
                </a:cubicBezTo>
                <a:cubicBezTo>
                  <a:pt x="17419" y="728"/>
                  <a:pt x="17987" y="335"/>
                  <a:pt x="18613" y="0"/>
                </a:cubicBezTo>
                <a:lnTo>
                  <a:pt x="23390" y="5462"/>
                </a:lnTo>
                <a:close/>
                <a:moveTo>
                  <a:pt x="23390" y="546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462C8-43E1-4367-825D-B3A5D6D3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42" y="5611409"/>
            <a:ext cx="50349" cy="64287"/>
          </a:xfrm>
          <a:custGeom xmlns:a="http://schemas.openxmlformats.org/drawingml/2006/main">
            <a:pathLst>
              <a:path w="50349" h="64287">
                <a:moveTo>
                  <a:pt x="21104" y="22254"/>
                </a:moveTo>
                <a:lnTo>
                  <a:pt x="5913" y="4675"/>
                </a:lnTo>
                <a:lnTo>
                  <a:pt x="11258" y="0"/>
                </a:lnTo>
                <a:lnTo>
                  <a:pt x="50349" y="45237"/>
                </a:lnTo>
                <a:lnTo>
                  <a:pt x="45004" y="49839"/>
                </a:lnTo>
                <a:lnTo>
                  <a:pt x="40795" y="44946"/>
                </a:lnTo>
                <a:cubicBezTo>
                  <a:pt x="41305" y="47844"/>
                  <a:pt x="41130" y="50524"/>
                  <a:pt x="40271" y="52971"/>
                </a:cubicBezTo>
                <a:cubicBezTo>
                  <a:pt x="39368" y="55359"/>
                  <a:pt x="37722" y="57631"/>
                  <a:pt x="35333" y="59685"/>
                </a:cubicBezTo>
                <a:cubicBezTo>
                  <a:pt x="31401" y="63093"/>
                  <a:pt x="26798" y="64287"/>
                  <a:pt x="21614" y="63326"/>
                </a:cubicBezTo>
                <a:cubicBezTo>
                  <a:pt x="16443" y="62306"/>
                  <a:pt x="11666" y="59233"/>
                  <a:pt x="7224" y="54107"/>
                </a:cubicBezTo>
                <a:cubicBezTo>
                  <a:pt x="2782" y="49053"/>
                  <a:pt x="451" y="43810"/>
                  <a:pt x="218" y="38581"/>
                </a:cubicBezTo>
                <a:cubicBezTo>
                  <a:pt x="0" y="33280"/>
                  <a:pt x="1821" y="28969"/>
                  <a:pt x="5738" y="25546"/>
                </a:cubicBezTo>
                <a:cubicBezTo>
                  <a:pt x="8127" y="23507"/>
                  <a:pt x="10632" y="22196"/>
                  <a:pt x="13137" y="21628"/>
                </a:cubicBezTo>
                <a:cubicBezTo>
                  <a:pt x="15700" y="21060"/>
                  <a:pt x="18322" y="21279"/>
                  <a:pt x="21104" y="22254"/>
                </a:cubicBezTo>
                <a:close/>
                <a:moveTo>
                  <a:pt x="12744" y="49388"/>
                </a:moveTo>
                <a:cubicBezTo>
                  <a:pt x="16152" y="53306"/>
                  <a:pt x="19618" y="55651"/>
                  <a:pt x="23157" y="56495"/>
                </a:cubicBezTo>
                <a:cubicBezTo>
                  <a:pt x="26740" y="57355"/>
                  <a:pt x="29915" y="56554"/>
                  <a:pt x="32712" y="54107"/>
                </a:cubicBezTo>
                <a:cubicBezTo>
                  <a:pt x="35552" y="51660"/>
                  <a:pt x="36804" y="48587"/>
                  <a:pt x="36527" y="44946"/>
                </a:cubicBezTo>
                <a:cubicBezTo>
                  <a:pt x="36178" y="41305"/>
                  <a:pt x="34357" y="37547"/>
                  <a:pt x="30949" y="33629"/>
                </a:cubicBezTo>
                <a:cubicBezTo>
                  <a:pt x="27527" y="29697"/>
                  <a:pt x="24060" y="27308"/>
                  <a:pt x="20536" y="26463"/>
                </a:cubicBezTo>
                <a:cubicBezTo>
                  <a:pt x="16953" y="25662"/>
                  <a:pt x="13763" y="26463"/>
                  <a:pt x="10923" y="28910"/>
                </a:cubicBezTo>
                <a:cubicBezTo>
                  <a:pt x="8127" y="31357"/>
                  <a:pt x="6874" y="34372"/>
                  <a:pt x="7166" y="38013"/>
                </a:cubicBezTo>
                <a:cubicBezTo>
                  <a:pt x="7501" y="41654"/>
                  <a:pt x="9321" y="45412"/>
                  <a:pt x="12744" y="49388"/>
                </a:cubicBezTo>
                <a:close/>
                <a:moveTo>
                  <a:pt x="12744" y="493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632F4-6C31-4DD1-85B8-53648546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903" y="5579834"/>
            <a:ext cx="65482" cy="67084"/>
          </a:xfrm>
          <a:custGeom xmlns:a="http://schemas.openxmlformats.org/drawingml/2006/main">
            <a:pathLst>
              <a:path w="65482" h="67084">
                <a:moveTo>
                  <a:pt x="0" y="23725"/>
                </a:moveTo>
                <a:lnTo>
                  <a:pt x="27425" y="0"/>
                </a:lnTo>
                <a:lnTo>
                  <a:pt x="31692" y="4952"/>
                </a:lnTo>
                <a:lnTo>
                  <a:pt x="10122" y="23565"/>
                </a:lnTo>
                <a:lnTo>
                  <a:pt x="21279" y="36411"/>
                </a:lnTo>
                <a:lnTo>
                  <a:pt x="41873" y="18555"/>
                </a:lnTo>
                <a:lnTo>
                  <a:pt x="46198" y="23507"/>
                </a:lnTo>
                <a:lnTo>
                  <a:pt x="25546" y="41363"/>
                </a:lnTo>
                <a:lnTo>
                  <a:pt x="39149" y="57063"/>
                </a:lnTo>
                <a:lnTo>
                  <a:pt x="61156" y="37955"/>
                </a:lnTo>
                <a:lnTo>
                  <a:pt x="65482" y="42907"/>
                </a:lnTo>
                <a:lnTo>
                  <a:pt x="37547" y="67084"/>
                </a:lnTo>
                <a:lnTo>
                  <a:pt x="0" y="23725"/>
                </a:lnTo>
                <a:close/>
                <a:moveTo>
                  <a:pt x="0" y="237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C5E0D-0DE6-4743-90D8-4540CD09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436" y="5563172"/>
            <a:ext cx="55359" cy="51602"/>
          </a:xfrm>
          <a:custGeom xmlns:a="http://schemas.openxmlformats.org/drawingml/2006/main">
            <a:pathLst>
              <a:path w="55359" h="51602">
                <a:moveTo>
                  <a:pt x="38406" y="8360"/>
                </a:moveTo>
                <a:lnTo>
                  <a:pt x="55359" y="28051"/>
                </a:lnTo>
                <a:lnTo>
                  <a:pt x="50014" y="32653"/>
                </a:lnTo>
                <a:lnTo>
                  <a:pt x="33178" y="13195"/>
                </a:lnTo>
                <a:cubicBezTo>
                  <a:pt x="30556" y="10122"/>
                  <a:pt x="27935" y="8302"/>
                  <a:pt x="25444" y="7850"/>
                </a:cubicBezTo>
                <a:cubicBezTo>
                  <a:pt x="22881" y="7340"/>
                  <a:pt x="20434" y="8127"/>
                  <a:pt x="18045" y="10239"/>
                </a:cubicBezTo>
                <a:cubicBezTo>
                  <a:pt x="15147" y="12744"/>
                  <a:pt x="13661" y="15584"/>
                  <a:pt x="13603" y="18890"/>
                </a:cubicBezTo>
                <a:cubicBezTo>
                  <a:pt x="13487" y="22182"/>
                  <a:pt x="14856" y="25371"/>
                  <a:pt x="17579" y="28561"/>
                </a:cubicBezTo>
                <a:lnTo>
                  <a:pt x="33513" y="46926"/>
                </a:lnTo>
                <a:lnTo>
                  <a:pt x="28109" y="51602"/>
                </a:lnTo>
                <a:lnTo>
                  <a:pt x="0" y="19050"/>
                </a:lnTo>
                <a:lnTo>
                  <a:pt x="5360" y="14448"/>
                </a:lnTo>
                <a:lnTo>
                  <a:pt x="9729" y="19458"/>
                </a:lnTo>
                <a:cubicBezTo>
                  <a:pt x="9336" y="16443"/>
                  <a:pt x="9569" y="13647"/>
                  <a:pt x="10472" y="11200"/>
                </a:cubicBezTo>
                <a:cubicBezTo>
                  <a:pt x="11389" y="8695"/>
                  <a:pt x="12919" y="6481"/>
                  <a:pt x="15191" y="4544"/>
                </a:cubicBezTo>
                <a:cubicBezTo>
                  <a:pt x="18948" y="1311"/>
                  <a:pt x="22764" y="0"/>
                  <a:pt x="26697" y="685"/>
                </a:cubicBezTo>
                <a:cubicBezTo>
                  <a:pt x="30614" y="1311"/>
                  <a:pt x="34488" y="3918"/>
                  <a:pt x="38406" y="8360"/>
                </a:cubicBezTo>
                <a:close/>
                <a:moveTo>
                  <a:pt x="38406" y="83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B6164-D48D-4AE1-8416-2D2EAE1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76" y="5530577"/>
            <a:ext cx="66341" cy="51587"/>
          </a:xfrm>
          <a:custGeom xmlns:a="http://schemas.openxmlformats.org/drawingml/2006/main">
            <a:pathLst>
              <a:path w="66341" h="51587">
                <a:moveTo>
                  <a:pt x="49330" y="8360"/>
                </a:moveTo>
                <a:lnTo>
                  <a:pt x="66341" y="27978"/>
                </a:lnTo>
                <a:lnTo>
                  <a:pt x="60996" y="32653"/>
                </a:lnTo>
                <a:lnTo>
                  <a:pt x="44159" y="13195"/>
                </a:lnTo>
                <a:cubicBezTo>
                  <a:pt x="41479" y="10064"/>
                  <a:pt x="38916" y="8302"/>
                  <a:pt x="36367" y="7850"/>
                </a:cubicBezTo>
                <a:cubicBezTo>
                  <a:pt x="33862" y="7326"/>
                  <a:pt x="31415" y="8127"/>
                  <a:pt x="29027" y="10181"/>
                </a:cubicBezTo>
                <a:cubicBezTo>
                  <a:pt x="26114" y="12686"/>
                  <a:pt x="24643" y="15584"/>
                  <a:pt x="24526" y="18875"/>
                </a:cubicBezTo>
                <a:cubicBezTo>
                  <a:pt x="24468" y="22123"/>
                  <a:pt x="25837" y="25371"/>
                  <a:pt x="28561" y="28546"/>
                </a:cubicBezTo>
                <a:lnTo>
                  <a:pt x="44436" y="46926"/>
                </a:lnTo>
                <a:lnTo>
                  <a:pt x="39091" y="51587"/>
                </a:lnTo>
                <a:lnTo>
                  <a:pt x="0" y="6365"/>
                </a:lnTo>
                <a:lnTo>
                  <a:pt x="5360" y="1762"/>
                </a:lnTo>
                <a:lnTo>
                  <a:pt x="20711" y="19443"/>
                </a:lnTo>
                <a:cubicBezTo>
                  <a:pt x="20259" y="16385"/>
                  <a:pt x="20550" y="13647"/>
                  <a:pt x="21395" y="11142"/>
                </a:cubicBezTo>
                <a:cubicBezTo>
                  <a:pt x="22313" y="8695"/>
                  <a:pt x="23900" y="6481"/>
                  <a:pt x="26172" y="4544"/>
                </a:cubicBezTo>
                <a:cubicBezTo>
                  <a:pt x="29872" y="1296"/>
                  <a:pt x="33746" y="0"/>
                  <a:pt x="37605" y="670"/>
                </a:cubicBezTo>
                <a:cubicBezTo>
                  <a:pt x="41538" y="1296"/>
                  <a:pt x="45455" y="3860"/>
                  <a:pt x="49330" y="8360"/>
                </a:cubicBezTo>
                <a:close/>
                <a:moveTo>
                  <a:pt x="49330" y="83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B187C-A9B7-4350-947F-529AC36E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42" y="5500298"/>
            <a:ext cx="51951" cy="46490"/>
          </a:xfrm>
          <a:custGeom xmlns:a="http://schemas.openxmlformats.org/drawingml/2006/main">
            <a:pathLst>
              <a:path w="51951" h="46490">
                <a:moveTo>
                  <a:pt x="27148" y="19924"/>
                </a:moveTo>
                <a:cubicBezTo>
                  <a:pt x="22881" y="23667"/>
                  <a:pt x="20259" y="26740"/>
                  <a:pt x="19458" y="29187"/>
                </a:cubicBezTo>
                <a:cubicBezTo>
                  <a:pt x="18672" y="31576"/>
                  <a:pt x="19283" y="34022"/>
                  <a:pt x="21337" y="36411"/>
                </a:cubicBezTo>
                <a:cubicBezTo>
                  <a:pt x="22983" y="38290"/>
                  <a:pt x="24920" y="39266"/>
                  <a:pt x="27148" y="39266"/>
                </a:cubicBezTo>
                <a:cubicBezTo>
                  <a:pt x="29362" y="39324"/>
                  <a:pt x="31517" y="38406"/>
                  <a:pt x="33687" y="36527"/>
                </a:cubicBezTo>
                <a:cubicBezTo>
                  <a:pt x="36644" y="33964"/>
                  <a:pt x="38115" y="30847"/>
                  <a:pt x="38071" y="27206"/>
                </a:cubicBezTo>
                <a:cubicBezTo>
                  <a:pt x="38071" y="23565"/>
                  <a:pt x="36527" y="20026"/>
                  <a:pt x="33513" y="16501"/>
                </a:cubicBezTo>
                <a:lnTo>
                  <a:pt x="32493" y="15307"/>
                </a:lnTo>
                <a:lnTo>
                  <a:pt x="27148" y="19924"/>
                </a:lnTo>
                <a:close/>
                <a:moveTo>
                  <a:pt x="35901" y="8476"/>
                </a:moveTo>
                <a:lnTo>
                  <a:pt x="51951" y="27032"/>
                </a:lnTo>
                <a:lnTo>
                  <a:pt x="46591" y="31692"/>
                </a:lnTo>
                <a:lnTo>
                  <a:pt x="42324" y="26740"/>
                </a:lnTo>
                <a:cubicBezTo>
                  <a:pt x="42848" y="29755"/>
                  <a:pt x="42557" y="32551"/>
                  <a:pt x="41596" y="35056"/>
                </a:cubicBezTo>
                <a:cubicBezTo>
                  <a:pt x="40562" y="37562"/>
                  <a:pt x="38741" y="40008"/>
                  <a:pt x="36134" y="42280"/>
                </a:cubicBezTo>
                <a:cubicBezTo>
                  <a:pt x="32770" y="45120"/>
                  <a:pt x="29304" y="46490"/>
                  <a:pt x="25721" y="46315"/>
                </a:cubicBezTo>
                <a:cubicBezTo>
                  <a:pt x="22138" y="46140"/>
                  <a:pt x="19007" y="44494"/>
                  <a:pt x="16268" y="41363"/>
                </a:cubicBezTo>
                <a:cubicBezTo>
                  <a:pt x="13152" y="37722"/>
                  <a:pt x="11957" y="33920"/>
                  <a:pt x="12802" y="29930"/>
                </a:cubicBezTo>
                <a:cubicBezTo>
                  <a:pt x="13661" y="25954"/>
                  <a:pt x="16501" y="21847"/>
                  <a:pt x="21337" y="17637"/>
                </a:cubicBezTo>
                <a:lnTo>
                  <a:pt x="28852" y="11156"/>
                </a:lnTo>
                <a:lnTo>
                  <a:pt x="28386" y="10647"/>
                </a:lnTo>
                <a:cubicBezTo>
                  <a:pt x="26289" y="8141"/>
                  <a:pt x="23842" y="6947"/>
                  <a:pt x="21060" y="7005"/>
                </a:cubicBezTo>
                <a:cubicBezTo>
                  <a:pt x="18264" y="7064"/>
                  <a:pt x="15424" y="8375"/>
                  <a:pt x="12467" y="10880"/>
                </a:cubicBezTo>
                <a:cubicBezTo>
                  <a:pt x="10647" y="12525"/>
                  <a:pt x="8986" y="14288"/>
                  <a:pt x="7632" y="16283"/>
                </a:cubicBezTo>
                <a:cubicBezTo>
                  <a:pt x="6263" y="18205"/>
                  <a:pt x="5127" y="20376"/>
                  <a:pt x="4267" y="22648"/>
                </a:cubicBezTo>
                <a:lnTo>
                  <a:pt x="0" y="17696"/>
                </a:lnTo>
                <a:cubicBezTo>
                  <a:pt x="1311" y="15249"/>
                  <a:pt x="2738" y="13093"/>
                  <a:pt x="4209" y="11098"/>
                </a:cubicBezTo>
                <a:cubicBezTo>
                  <a:pt x="5753" y="9103"/>
                  <a:pt x="7399" y="7399"/>
                  <a:pt x="9103" y="5869"/>
                </a:cubicBezTo>
                <a:cubicBezTo>
                  <a:pt x="13822" y="1821"/>
                  <a:pt x="18380" y="0"/>
                  <a:pt x="22822" y="408"/>
                </a:cubicBezTo>
                <a:cubicBezTo>
                  <a:pt x="27250" y="859"/>
                  <a:pt x="31634" y="3539"/>
                  <a:pt x="35901" y="8476"/>
                </a:cubicBezTo>
                <a:close/>
                <a:moveTo>
                  <a:pt x="35901" y="84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C6E6F-7678-477F-BD64-E5C197D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90" y="5466450"/>
            <a:ext cx="55359" cy="51543"/>
          </a:xfrm>
          <a:custGeom xmlns:a="http://schemas.openxmlformats.org/drawingml/2006/main">
            <a:pathLst>
              <a:path w="55359" h="51543">
                <a:moveTo>
                  <a:pt x="38406" y="8360"/>
                </a:moveTo>
                <a:lnTo>
                  <a:pt x="55359" y="27993"/>
                </a:lnTo>
                <a:lnTo>
                  <a:pt x="50014" y="32595"/>
                </a:lnTo>
                <a:lnTo>
                  <a:pt x="33163" y="13152"/>
                </a:lnTo>
                <a:cubicBezTo>
                  <a:pt x="30498" y="10079"/>
                  <a:pt x="27935" y="8316"/>
                  <a:pt x="25429" y="7792"/>
                </a:cubicBezTo>
                <a:cubicBezTo>
                  <a:pt x="22866" y="7340"/>
                  <a:pt x="20434" y="8083"/>
                  <a:pt x="18031" y="10181"/>
                </a:cubicBezTo>
                <a:cubicBezTo>
                  <a:pt x="15132" y="12686"/>
                  <a:pt x="13661" y="15598"/>
                  <a:pt x="13603" y="18832"/>
                </a:cubicBezTo>
                <a:cubicBezTo>
                  <a:pt x="13487" y="22138"/>
                  <a:pt x="14856" y="25371"/>
                  <a:pt x="17579" y="28503"/>
                </a:cubicBezTo>
                <a:lnTo>
                  <a:pt x="33513" y="46941"/>
                </a:lnTo>
                <a:lnTo>
                  <a:pt x="28109" y="51543"/>
                </a:lnTo>
                <a:lnTo>
                  <a:pt x="0" y="19065"/>
                </a:lnTo>
                <a:lnTo>
                  <a:pt x="5345" y="14390"/>
                </a:lnTo>
                <a:lnTo>
                  <a:pt x="9729" y="19458"/>
                </a:lnTo>
                <a:cubicBezTo>
                  <a:pt x="9336" y="16385"/>
                  <a:pt x="9554" y="13603"/>
                  <a:pt x="10472" y="11156"/>
                </a:cubicBezTo>
                <a:cubicBezTo>
                  <a:pt x="11317" y="8710"/>
                  <a:pt x="12919" y="6481"/>
                  <a:pt x="15191" y="4500"/>
                </a:cubicBezTo>
                <a:cubicBezTo>
                  <a:pt x="18948" y="1253"/>
                  <a:pt x="22764" y="0"/>
                  <a:pt x="26682" y="626"/>
                </a:cubicBezTo>
                <a:cubicBezTo>
                  <a:pt x="30614" y="1311"/>
                  <a:pt x="34474" y="3874"/>
                  <a:pt x="38406" y="8360"/>
                </a:cubicBezTo>
                <a:close/>
                <a:moveTo>
                  <a:pt x="38406" y="83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682E2-321D-45CA-8FF4-E553942A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82" y="5433680"/>
            <a:ext cx="45470" cy="46591"/>
          </a:xfrm>
          <a:custGeom xmlns:a="http://schemas.openxmlformats.org/drawingml/2006/main">
            <a:pathLst>
              <a:path w="45470" h="46591">
                <a:moveTo>
                  <a:pt x="19458" y="0"/>
                </a:moveTo>
                <a:lnTo>
                  <a:pt x="23784" y="5010"/>
                </a:lnTo>
                <a:cubicBezTo>
                  <a:pt x="21570" y="5462"/>
                  <a:pt x="19516" y="6146"/>
                  <a:pt x="17637" y="7064"/>
                </a:cubicBezTo>
                <a:cubicBezTo>
                  <a:pt x="15759" y="7967"/>
                  <a:pt x="14055" y="9103"/>
                  <a:pt x="12467" y="10414"/>
                </a:cubicBezTo>
                <a:cubicBezTo>
                  <a:pt x="9001" y="13428"/>
                  <a:pt x="7282" y="16836"/>
                  <a:pt x="7282" y="20711"/>
                </a:cubicBezTo>
                <a:cubicBezTo>
                  <a:pt x="7239" y="24585"/>
                  <a:pt x="8943" y="28444"/>
                  <a:pt x="12409" y="32435"/>
                </a:cubicBezTo>
                <a:cubicBezTo>
                  <a:pt x="15817" y="36411"/>
                  <a:pt x="19458" y="38683"/>
                  <a:pt x="23274" y="39207"/>
                </a:cubicBezTo>
                <a:cubicBezTo>
                  <a:pt x="27090" y="39775"/>
                  <a:pt x="30731" y="38523"/>
                  <a:pt x="34197" y="35508"/>
                </a:cubicBezTo>
                <a:cubicBezTo>
                  <a:pt x="35741" y="34197"/>
                  <a:pt x="37096" y="32653"/>
                  <a:pt x="38232" y="30891"/>
                </a:cubicBezTo>
                <a:cubicBezTo>
                  <a:pt x="39440" y="29187"/>
                  <a:pt x="40402" y="27250"/>
                  <a:pt x="41203" y="25094"/>
                </a:cubicBezTo>
                <a:lnTo>
                  <a:pt x="45470" y="30046"/>
                </a:lnTo>
                <a:cubicBezTo>
                  <a:pt x="44552" y="32027"/>
                  <a:pt x="43475" y="33906"/>
                  <a:pt x="42164" y="35610"/>
                </a:cubicBezTo>
                <a:cubicBezTo>
                  <a:pt x="40911" y="37329"/>
                  <a:pt x="39324" y="38974"/>
                  <a:pt x="37562" y="40562"/>
                </a:cubicBezTo>
                <a:cubicBezTo>
                  <a:pt x="32668" y="44771"/>
                  <a:pt x="27425" y="46591"/>
                  <a:pt x="21847" y="46023"/>
                </a:cubicBezTo>
                <a:cubicBezTo>
                  <a:pt x="16341" y="45455"/>
                  <a:pt x="11273" y="42557"/>
                  <a:pt x="6772" y="37329"/>
                </a:cubicBezTo>
                <a:cubicBezTo>
                  <a:pt x="2170" y="32027"/>
                  <a:pt x="0" y="26565"/>
                  <a:pt x="291" y="21046"/>
                </a:cubicBezTo>
                <a:cubicBezTo>
                  <a:pt x="583" y="15482"/>
                  <a:pt x="3248" y="10472"/>
                  <a:pt x="8375" y="6088"/>
                </a:cubicBezTo>
                <a:cubicBezTo>
                  <a:pt x="9962" y="4675"/>
                  <a:pt x="11724" y="3466"/>
                  <a:pt x="13603" y="2447"/>
                </a:cubicBezTo>
                <a:cubicBezTo>
                  <a:pt x="15482" y="1427"/>
                  <a:pt x="17419" y="626"/>
                  <a:pt x="19458" y="0"/>
                </a:cubicBezTo>
                <a:close/>
                <a:moveTo>
                  <a:pt x="1945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21929-7FC5-434B-BF05-11713545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069" y="5406488"/>
            <a:ext cx="48077" cy="45222"/>
          </a:xfrm>
          <a:custGeom xmlns:a="http://schemas.openxmlformats.org/drawingml/2006/main">
            <a:pathLst>
              <a:path w="48077" h="45222">
                <a:moveTo>
                  <a:pt x="35566" y="8768"/>
                </a:moveTo>
                <a:lnTo>
                  <a:pt x="37780" y="11375"/>
                </a:lnTo>
                <a:lnTo>
                  <a:pt x="13210" y="32653"/>
                </a:lnTo>
                <a:cubicBezTo>
                  <a:pt x="16676" y="36120"/>
                  <a:pt x="20201" y="37940"/>
                  <a:pt x="23842" y="38173"/>
                </a:cubicBezTo>
                <a:cubicBezTo>
                  <a:pt x="27483" y="38406"/>
                  <a:pt x="31066" y="36979"/>
                  <a:pt x="34590" y="33906"/>
                </a:cubicBezTo>
                <a:cubicBezTo>
                  <a:pt x="36644" y="32085"/>
                  <a:pt x="38465" y="30148"/>
                  <a:pt x="39936" y="27993"/>
                </a:cubicBezTo>
                <a:cubicBezTo>
                  <a:pt x="41421" y="25823"/>
                  <a:pt x="42674" y="23376"/>
                  <a:pt x="43693" y="20769"/>
                </a:cubicBezTo>
                <a:lnTo>
                  <a:pt x="48077" y="25779"/>
                </a:lnTo>
                <a:cubicBezTo>
                  <a:pt x="46883" y="28269"/>
                  <a:pt x="45455" y="30614"/>
                  <a:pt x="43810" y="32770"/>
                </a:cubicBezTo>
                <a:cubicBezTo>
                  <a:pt x="42164" y="34925"/>
                  <a:pt x="40285" y="36921"/>
                  <a:pt x="38232" y="38683"/>
                </a:cubicBezTo>
                <a:cubicBezTo>
                  <a:pt x="33061" y="43183"/>
                  <a:pt x="27600" y="45222"/>
                  <a:pt x="21963" y="44829"/>
                </a:cubicBezTo>
                <a:cubicBezTo>
                  <a:pt x="16327" y="44436"/>
                  <a:pt x="11273" y="41640"/>
                  <a:pt x="6831" y="36527"/>
                </a:cubicBezTo>
                <a:cubicBezTo>
                  <a:pt x="2228" y="31182"/>
                  <a:pt x="0" y="25721"/>
                  <a:pt x="175" y="20084"/>
                </a:cubicBezTo>
                <a:cubicBezTo>
                  <a:pt x="350" y="14506"/>
                  <a:pt x="2855" y="9554"/>
                  <a:pt x="7748" y="5345"/>
                </a:cubicBezTo>
                <a:cubicBezTo>
                  <a:pt x="12118" y="1529"/>
                  <a:pt x="16793" y="0"/>
                  <a:pt x="21788" y="568"/>
                </a:cubicBezTo>
                <a:cubicBezTo>
                  <a:pt x="26740" y="1194"/>
                  <a:pt x="31357" y="3932"/>
                  <a:pt x="35566" y="8768"/>
                </a:cubicBezTo>
                <a:close/>
                <a:moveTo>
                  <a:pt x="28852" y="11826"/>
                </a:moveTo>
                <a:cubicBezTo>
                  <a:pt x="26289" y="8928"/>
                  <a:pt x="23449" y="7340"/>
                  <a:pt x="20317" y="6947"/>
                </a:cubicBezTo>
                <a:cubicBezTo>
                  <a:pt x="17244" y="6598"/>
                  <a:pt x="14346" y="7573"/>
                  <a:pt x="11724" y="9846"/>
                </a:cubicBezTo>
                <a:cubicBezTo>
                  <a:pt x="8768" y="12409"/>
                  <a:pt x="7064" y="15307"/>
                  <a:pt x="6772" y="18540"/>
                </a:cubicBezTo>
                <a:cubicBezTo>
                  <a:pt x="6437" y="21788"/>
                  <a:pt x="7457" y="25036"/>
                  <a:pt x="9787" y="28328"/>
                </a:cubicBezTo>
                <a:lnTo>
                  <a:pt x="28852" y="11826"/>
                </a:lnTo>
                <a:close/>
                <a:moveTo>
                  <a:pt x="28852" y="118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4EA49-0778-4F14-85B3-04DCA0A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70" y="5356940"/>
            <a:ext cx="50407" cy="64287"/>
          </a:xfrm>
          <a:custGeom xmlns:a="http://schemas.openxmlformats.org/drawingml/2006/main">
            <a:pathLst>
              <a:path w="50407" h="64287">
                <a:moveTo>
                  <a:pt x="21162" y="22240"/>
                </a:moveTo>
                <a:lnTo>
                  <a:pt x="5913" y="4602"/>
                </a:lnTo>
                <a:lnTo>
                  <a:pt x="11273" y="0"/>
                </a:lnTo>
                <a:lnTo>
                  <a:pt x="50407" y="45164"/>
                </a:lnTo>
                <a:lnTo>
                  <a:pt x="45062" y="49839"/>
                </a:lnTo>
                <a:lnTo>
                  <a:pt x="40795" y="44946"/>
                </a:lnTo>
                <a:cubicBezTo>
                  <a:pt x="41363" y="47844"/>
                  <a:pt x="41188" y="50509"/>
                  <a:pt x="40285" y="52898"/>
                </a:cubicBezTo>
                <a:cubicBezTo>
                  <a:pt x="39368" y="55345"/>
                  <a:pt x="37722" y="57631"/>
                  <a:pt x="35333" y="59670"/>
                </a:cubicBezTo>
                <a:cubicBezTo>
                  <a:pt x="31401" y="63093"/>
                  <a:pt x="26857" y="64287"/>
                  <a:pt x="21672" y="63253"/>
                </a:cubicBezTo>
                <a:cubicBezTo>
                  <a:pt x="16501" y="62292"/>
                  <a:pt x="11666" y="59219"/>
                  <a:pt x="7282" y="54092"/>
                </a:cubicBezTo>
                <a:cubicBezTo>
                  <a:pt x="2840" y="48980"/>
                  <a:pt x="510" y="43795"/>
                  <a:pt x="291" y="38508"/>
                </a:cubicBezTo>
                <a:cubicBezTo>
                  <a:pt x="0" y="33280"/>
                  <a:pt x="1879" y="28954"/>
                  <a:pt x="5811" y="25546"/>
                </a:cubicBezTo>
                <a:cubicBezTo>
                  <a:pt x="8200" y="23434"/>
                  <a:pt x="10647" y="22123"/>
                  <a:pt x="13195" y="21614"/>
                </a:cubicBezTo>
                <a:cubicBezTo>
                  <a:pt x="15700" y="21046"/>
                  <a:pt x="18380" y="21279"/>
                  <a:pt x="21162" y="22240"/>
                </a:cubicBezTo>
                <a:close/>
                <a:moveTo>
                  <a:pt x="12802" y="49315"/>
                </a:moveTo>
                <a:cubicBezTo>
                  <a:pt x="16152" y="53247"/>
                  <a:pt x="19633" y="55636"/>
                  <a:pt x="23216" y="56495"/>
                </a:cubicBezTo>
                <a:cubicBezTo>
                  <a:pt x="26740" y="57340"/>
                  <a:pt x="29930" y="56495"/>
                  <a:pt x="32770" y="54048"/>
                </a:cubicBezTo>
                <a:cubicBezTo>
                  <a:pt x="35610" y="51660"/>
                  <a:pt x="36862" y="48587"/>
                  <a:pt x="36527" y="44946"/>
                </a:cubicBezTo>
                <a:cubicBezTo>
                  <a:pt x="36236" y="41305"/>
                  <a:pt x="34357" y="37489"/>
                  <a:pt x="31008" y="33556"/>
                </a:cubicBezTo>
                <a:cubicBezTo>
                  <a:pt x="27600" y="29639"/>
                  <a:pt x="24119" y="27250"/>
                  <a:pt x="20536" y="26449"/>
                </a:cubicBezTo>
                <a:cubicBezTo>
                  <a:pt x="17011" y="25590"/>
                  <a:pt x="13763" y="26391"/>
                  <a:pt x="10982" y="28837"/>
                </a:cubicBezTo>
                <a:cubicBezTo>
                  <a:pt x="8141" y="31284"/>
                  <a:pt x="6889" y="34357"/>
                  <a:pt x="7224" y="37998"/>
                </a:cubicBezTo>
                <a:cubicBezTo>
                  <a:pt x="7515" y="41640"/>
                  <a:pt x="9394" y="45397"/>
                  <a:pt x="12802" y="49315"/>
                </a:cubicBezTo>
                <a:close/>
                <a:moveTo>
                  <a:pt x="12802" y="493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22660-3B45-4A3D-AE5C-0296FEE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089" y="5331278"/>
            <a:ext cx="44436" cy="61156"/>
          </a:xfrm>
          <a:custGeom xmlns:a="http://schemas.openxmlformats.org/drawingml/2006/main">
            <a:pathLst>
              <a:path w="44436" h="61156">
                <a:moveTo>
                  <a:pt x="10020" y="17521"/>
                </a:moveTo>
                <a:lnTo>
                  <a:pt x="24133" y="33789"/>
                </a:lnTo>
                <a:lnTo>
                  <a:pt x="31517" y="27425"/>
                </a:lnTo>
                <a:cubicBezTo>
                  <a:pt x="34255" y="25094"/>
                  <a:pt x="35726" y="22531"/>
                  <a:pt x="36018" y="19851"/>
                </a:cubicBezTo>
                <a:cubicBezTo>
                  <a:pt x="36251" y="17128"/>
                  <a:pt x="35275" y="14448"/>
                  <a:pt x="33003" y="11826"/>
                </a:cubicBezTo>
                <a:cubicBezTo>
                  <a:pt x="30789" y="9278"/>
                  <a:pt x="28284" y="7908"/>
                  <a:pt x="25546" y="7792"/>
                </a:cubicBezTo>
                <a:cubicBezTo>
                  <a:pt x="22881" y="7617"/>
                  <a:pt x="20143" y="8768"/>
                  <a:pt x="17419" y="11156"/>
                </a:cubicBezTo>
                <a:lnTo>
                  <a:pt x="10020" y="17521"/>
                </a:lnTo>
                <a:close/>
                <a:moveTo>
                  <a:pt x="0" y="17754"/>
                </a:moveTo>
                <a:lnTo>
                  <a:pt x="13210" y="6321"/>
                </a:lnTo>
                <a:cubicBezTo>
                  <a:pt x="18104" y="2097"/>
                  <a:pt x="22706" y="0"/>
                  <a:pt x="27090" y="58"/>
                </a:cubicBezTo>
                <a:cubicBezTo>
                  <a:pt x="31517" y="117"/>
                  <a:pt x="35508" y="2272"/>
                  <a:pt x="39207" y="6481"/>
                </a:cubicBezTo>
                <a:cubicBezTo>
                  <a:pt x="42907" y="10749"/>
                  <a:pt x="44436" y="15074"/>
                  <a:pt x="43868" y="19458"/>
                </a:cubicBezTo>
                <a:cubicBezTo>
                  <a:pt x="43242" y="23784"/>
                  <a:pt x="40518" y="28051"/>
                  <a:pt x="35683" y="32260"/>
                </a:cubicBezTo>
                <a:lnTo>
                  <a:pt x="28284" y="38625"/>
                </a:lnTo>
                <a:lnTo>
                  <a:pt x="43358" y="56044"/>
                </a:lnTo>
                <a:lnTo>
                  <a:pt x="37503" y="61156"/>
                </a:lnTo>
                <a:lnTo>
                  <a:pt x="0" y="17754"/>
                </a:lnTo>
                <a:close/>
                <a:moveTo>
                  <a:pt x="0" y="177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9AED4-0996-4CC4-AB3F-BF4C3825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840" y="5313189"/>
            <a:ext cx="33513" cy="49490"/>
          </a:xfrm>
          <a:custGeom xmlns:a="http://schemas.openxmlformats.org/drawingml/2006/main">
            <a:pathLst>
              <a:path w="33513" h="49490">
                <a:moveTo>
                  <a:pt x="23390" y="5462"/>
                </a:moveTo>
                <a:cubicBezTo>
                  <a:pt x="22473" y="5622"/>
                  <a:pt x="21570" y="5913"/>
                  <a:pt x="20769" y="6365"/>
                </a:cubicBezTo>
                <a:cubicBezTo>
                  <a:pt x="19910" y="6816"/>
                  <a:pt x="19065" y="7399"/>
                  <a:pt x="18205" y="8127"/>
                </a:cubicBezTo>
                <a:cubicBezTo>
                  <a:pt x="15191" y="10749"/>
                  <a:pt x="13720" y="13763"/>
                  <a:pt x="13778" y="17128"/>
                </a:cubicBezTo>
                <a:cubicBezTo>
                  <a:pt x="13880" y="20478"/>
                  <a:pt x="15482" y="24002"/>
                  <a:pt x="18672" y="27701"/>
                </a:cubicBezTo>
                <a:lnTo>
                  <a:pt x="33513" y="44829"/>
                </a:lnTo>
                <a:lnTo>
                  <a:pt x="28168" y="49490"/>
                </a:lnTo>
                <a:lnTo>
                  <a:pt x="0" y="16953"/>
                </a:lnTo>
                <a:lnTo>
                  <a:pt x="5345" y="12292"/>
                </a:lnTo>
                <a:lnTo>
                  <a:pt x="9729" y="17346"/>
                </a:lnTo>
                <a:cubicBezTo>
                  <a:pt x="9161" y="14390"/>
                  <a:pt x="9336" y="11666"/>
                  <a:pt x="10297" y="9161"/>
                </a:cubicBezTo>
                <a:cubicBezTo>
                  <a:pt x="11331" y="6656"/>
                  <a:pt x="13093" y="4267"/>
                  <a:pt x="15657" y="2039"/>
                </a:cubicBezTo>
                <a:cubicBezTo>
                  <a:pt x="15992" y="1704"/>
                  <a:pt x="16443" y="1413"/>
                  <a:pt x="16953" y="1078"/>
                </a:cubicBezTo>
                <a:cubicBezTo>
                  <a:pt x="17419" y="743"/>
                  <a:pt x="17987" y="335"/>
                  <a:pt x="18613" y="0"/>
                </a:cubicBezTo>
                <a:lnTo>
                  <a:pt x="23390" y="5462"/>
                </a:lnTo>
                <a:close/>
                <a:moveTo>
                  <a:pt x="23390" y="546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FBD3F-C490-4236-9804-8551C467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560" y="5291502"/>
            <a:ext cx="44421" cy="49839"/>
          </a:xfrm>
          <a:custGeom xmlns:a="http://schemas.openxmlformats.org/drawingml/2006/main">
            <a:pathLst>
              <a:path w="44421" h="49839">
                <a:moveTo>
                  <a:pt x="10923" y="17302"/>
                </a:moveTo>
                <a:lnTo>
                  <a:pt x="16268" y="12700"/>
                </a:lnTo>
                <a:lnTo>
                  <a:pt x="44421" y="45179"/>
                </a:lnTo>
                <a:lnTo>
                  <a:pt x="39076" y="49839"/>
                </a:lnTo>
                <a:lnTo>
                  <a:pt x="10923" y="17302"/>
                </a:lnTo>
                <a:close/>
                <a:moveTo>
                  <a:pt x="0" y="4617"/>
                </a:moveTo>
                <a:lnTo>
                  <a:pt x="5345" y="0"/>
                </a:lnTo>
                <a:lnTo>
                  <a:pt x="11200" y="6772"/>
                </a:lnTo>
                <a:lnTo>
                  <a:pt x="5855" y="11389"/>
                </a:lnTo>
                <a:lnTo>
                  <a:pt x="0" y="4617"/>
                </a:lnTo>
                <a:close/>
                <a:moveTo>
                  <a:pt x="0" y="461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02912-9D8F-41E0-A003-CBD88070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169" y="5270399"/>
            <a:ext cx="47611" cy="49388"/>
          </a:xfrm>
          <a:custGeom xmlns:a="http://schemas.openxmlformats.org/drawingml/2006/main">
            <a:pathLst>
              <a:path w="47611" h="49388">
                <a:moveTo>
                  <a:pt x="0" y="27425"/>
                </a:moveTo>
                <a:lnTo>
                  <a:pt x="5680" y="22531"/>
                </a:lnTo>
                <a:lnTo>
                  <a:pt x="39484" y="41028"/>
                </a:lnTo>
                <a:lnTo>
                  <a:pt x="25997" y="4952"/>
                </a:lnTo>
                <a:lnTo>
                  <a:pt x="31692" y="0"/>
                </a:lnTo>
                <a:lnTo>
                  <a:pt x="47611" y="43125"/>
                </a:lnTo>
                <a:lnTo>
                  <a:pt x="40329" y="49388"/>
                </a:lnTo>
                <a:lnTo>
                  <a:pt x="0" y="27425"/>
                </a:lnTo>
                <a:close/>
                <a:moveTo>
                  <a:pt x="0" y="274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728D1-0B7B-4F5C-A4F0-6B438ED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47" y="5247474"/>
            <a:ext cx="51937" cy="46533"/>
          </a:xfrm>
          <a:custGeom xmlns:a="http://schemas.openxmlformats.org/drawingml/2006/main">
            <a:pathLst>
              <a:path w="51937" h="46533">
                <a:moveTo>
                  <a:pt x="27133" y="19968"/>
                </a:moveTo>
                <a:cubicBezTo>
                  <a:pt x="22808" y="23725"/>
                  <a:pt x="20245" y="26798"/>
                  <a:pt x="19458" y="29187"/>
                </a:cubicBezTo>
                <a:cubicBezTo>
                  <a:pt x="18657" y="31634"/>
                  <a:pt x="19283" y="34022"/>
                  <a:pt x="21337" y="36411"/>
                </a:cubicBezTo>
                <a:cubicBezTo>
                  <a:pt x="22983" y="38348"/>
                  <a:pt x="24920" y="39251"/>
                  <a:pt x="27133" y="39309"/>
                </a:cubicBezTo>
                <a:cubicBezTo>
                  <a:pt x="29347" y="39368"/>
                  <a:pt x="31517" y="38406"/>
                  <a:pt x="33673" y="36586"/>
                </a:cubicBezTo>
                <a:cubicBezTo>
                  <a:pt x="36629" y="34022"/>
                  <a:pt x="38115" y="30891"/>
                  <a:pt x="38057" y="27250"/>
                </a:cubicBezTo>
                <a:cubicBezTo>
                  <a:pt x="38057" y="23609"/>
                  <a:pt x="36527" y="20026"/>
                  <a:pt x="33513" y="16560"/>
                </a:cubicBezTo>
                <a:lnTo>
                  <a:pt x="32479" y="15365"/>
                </a:lnTo>
                <a:lnTo>
                  <a:pt x="27133" y="19968"/>
                </a:lnTo>
                <a:close/>
                <a:moveTo>
                  <a:pt x="35901" y="8535"/>
                </a:moveTo>
                <a:lnTo>
                  <a:pt x="51937" y="27075"/>
                </a:lnTo>
                <a:lnTo>
                  <a:pt x="46591" y="31692"/>
                </a:lnTo>
                <a:lnTo>
                  <a:pt x="42324" y="26798"/>
                </a:lnTo>
                <a:cubicBezTo>
                  <a:pt x="42834" y="29813"/>
                  <a:pt x="42557" y="32595"/>
                  <a:pt x="41581" y="35100"/>
                </a:cubicBezTo>
                <a:cubicBezTo>
                  <a:pt x="40562" y="37605"/>
                  <a:pt x="38741" y="39994"/>
                  <a:pt x="36120" y="42266"/>
                </a:cubicBezTo>
                <a:cubicBezTo>
                  <a:pt x="32770" y="45179"/>
                  <a:pt x="29289" y="46533"/>
                  <a:pt x="25706" y="46373"/>
                </a:cubicBezTo>
                <a:cubicBezTo>
                  <a:pt x="22123" y="46198"/>
                  <a:pt x="18992" y="44552"/>
                  <a:pt x="16268" y="41421"/>
                </a:cubicBezTo>
                <a:cubicBezTo>
                  <a:pt x="13137" y="37722"/>
                  <a:pt x="11943" y="33906"/>
                  <a:pt x="12802" y="29930"/>
                </a:cubicBezTo>
                <a:cubicBezTo>
                  <a:pt x="13647" y="25939"/>
                  <a:pt x="16501" y="21847"/>
                  <a:pt x="21337" y="17696"/>
                </a:cubicBezTo>
                <a:lnTo>
                  <a:pt x="28837" y="11215"/>
                </a:lnTo>
                <a:lnTo>
                  <a:pt x="28386" y="10632"/>
                </a:lnTo>
                <a:cubicBezTo>
                  <a:pt x="26274" y="8200"/>
                  <a:pt x="23827" y="6991"/>
                  <a:pt x="21046" y="7049"/>
                </a:cubicBezTo>
                <a:cubicBezTo>
                  <a:pt x="18264" y="7107"/>
                  <a:pt x="15409" y="8360"/>
                  <a:pt x="12453" y="10923"/>
                </a:cubicBezTo>
                <a:cubicBezTo>
                  <a:pt x="10632" y="12511"/>
                  <a:pt x="8986" y="14331"/>
                  <a:pt x="7617" y="16268"/>
                </a:cubicBezTo>
                <a:cubicBezTo>
                  <a:pt x="6248" y="18264"/>
                  <a:pt x="5112" y="20361"/>
                  <a:pt x="4267" y="22706"/>
                </a:cubicBezTo>
                <a:lnTo>
                  <a:pt x="0" y="17754"/>
                </a:lnTo>
                <a:cubicBezTo>
                  <a:pt x="1311" y="15307"/>
                  <a:pt x="2724" y="13079"/>
                  <a:pt x="4209" y="11156"/>
                </a:cubicBezTo>
                <a:cubicBezTo>
                  <a:pt x="5738" y="9161"/>
                  <a:pt x="7399" y="7457"/>
                  <a:pt x="9103" y="5913"/>
                </a:cubicBezTo>
                <a:cubicBezTo>
                  <a:pt x="13822" y="1821"/>
                  <a:pt x="18366" y="0"/>
                  <a:pt x="22808" y="451"/>
                </a:cubicBezTo>
                <a:cubicBezTo>
                  <a:pt x="27250" y="859"/>
                  <a:pt x="31634" y="3583"/>
                  <a:pt x="35901" y="8535"/>
                </a:cubicBezTo>
                <a:close/>
                <a:moveTo>
                  <a:pt x="35901" y="85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30DA4-A4EF-4ED7-B230-21ECAB7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24" y="5213510"/>
            <a:ext cx="45397" cy="46591"/>
          </a:xfrm>
          <a:custGeom xmlns:a="http://schemas.openxmlformats.org/drawingml/2006/main">
            <a:pathLst>
              <a:path w="45397" h="46591">
                <a:moveTo>
                  <a:pt x="19458" y="0"/>
                </a:moveTo>
                <a:lnTo>
                  <a:pt x="23784" y="5010"/>
                </a:lnTo>
                <a:cubicBezTo>
                  <a:pt x="21512" y="5462"/>
                  <a:pt x="19458" y="6146"/>
                  <a:pt x="17579" y="7049"/>
                </a:cubicBezTo>
                <a:cubicBezTo>
                  <a:pt x="15700" y="7967"/>
                  <a:pt x="13996" y="9044"/>
                  <a:pt x="12453" y="10414"/>
                </a:cubicBezTo>
                <a:cubicBezTo>
                  <a:pt x="8986" y="13428"/>
                  <a:pt x="7224" y="16836"/>
                  <a:pt x="7224" y="20711"/>
                </a:cubicBezTo>
                <a:cubicBezTo>
                  <a:pt x="7224" y="24585"/>
                  <a:pt x="8928" y="28444"/>
                  <a:pt x="12351" y="32435"/>
                </a:cubicBezTo>
                <a:cubicBezTo>
                  <a:pt x="15759" y="36411"/>
                  <a:pt x="19400" y="38683"/>
                  <a:pt x="23216" y="39193"/>
                </a:cubicBezTo>
                <a:cubicBezTo>
                  <a:pt x="27017" y="39717"/>
                  <a:pt x="30658" y="38523"/>
                  <a:pt x="34139" y="35508"/>
                </a:cubicBezTo>
                <a:cubicBezTo>
                  <a:pt x="35726" y="34139"/>
                  <a:pt x="37037" y="32595"/>
                  <a:pt x="38232" y="30891"/>
                </a:cubicBezTo>
                <a:cubicBezTo>
                  <a:pt x="39368" y="29187"/>
                  <a:pt x="40343" y="27250"/>
                  <a:pt x="41130" y="25094"/>
                </a:cubicBezTo>
                <a:lnTo>
                  <a:pt x="45397" y="30032"/>
                </a:lnTo>
                <a:cubicBezTo>
                  <a:pt x="44552" y="32027"/>
                  <a:pt x="43416" y="33848"/>
                  <a:pt x="42164" y="35610"/>
                </a:cubicBezTo>
                <a:cubicBezTo>
                  <a:pt x="40853" y="37314"/>
                  <a:pt x="39309" y="38974"/>
                  <a:pt x="37489" y="40562"/>
                </a:cubicBezTo>
                <a:cubicBezTo>
                  <a:pt x="32595" y="44771"/>
                  <a:pt x="27366" y="46591"/>
                  <a:pt x="21788" y="46023"/>
                </a:cubicBezTo>
                <a:cubicBezTo>
                  <a:pt x="16268" y="45455"/>
                  <a:pt x="11258" y="42557"/>
                  <a:pt x="6714" y="37314"/>
                </a:cubicBezTo>
                <a:cubicBezTo>
                  <a:pt x="2112" y="32027"/>
                  <a:pt x="0" y="26565"/>
                  <a:pt x="291" y="20987"/>
                </a:cubicBezTo>
                <a:cubicBezTo>
                  <a:pt x="568" y="15467"/>
                  <a:pt x="3248" y="10472"/>
                  <a:pt x="8302" y="6088"/>
                </a:cubicBezTo>
                <a:cubicBezTo>
                  <a:pt x="9962" y="4661"/>
                  <a:pt x="11724" y="3466"/>
                  <a:pt x="13545" y="2447"/>
                </a:cubicBezTo>
                <a:cubicBezTo>
                  <a:pt x="15424" y="1427"/>
                  <a:pt x="17346" y="568"/>
                  <a:pt x="19458" y="0"/>
                </a:cubicBezTo>
                <a:close/>
                <a:moveTo>
                  <a:pt x="1945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53071-DF16-4B8C-A10B-F491A00B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66" y="5180172"/>
            <a:ext cx="50626" cy="69749"/>
          </a:xfrm>
          <a:custGeom xmlns:a="http://schemas.openxmlformats.org/drawingml/2006/main">
            <a:pathLst>
              <a:path w="50626" h="69749">
                <a:moveTo>
                  <a:pt x="48077" y="47902"/>
                </a:moveTo>
                <a:cubicBezTo>
                  <a:pt x="49941" y="53073"/>
                  <a:pt x="50626" y="56889"/>
                  <a:pt x="50233" y="59277"/>
                </a:cubicBezTo>
                <a:cubicBezTo>
                  <a:pt x="49839" y="61724"/>
                  <a:pt x="48412" y="63952"/>
                  <a:pt x="46023" y="66050"/>
                </a:cubicBezTo>
                <a:lnTo>
                  <a:pt x="41756" y="69749"/>
                </a:lnTo>
                <a:lnTo>
                  <a:pt x="37882" y="65248"/>
                </a:lnTo>
                <a:lnTo>
                  <a:pt x="41013" y="62525"/>
                </a:lnTo>
                <a:cubicBezTo>
                  <a:pt x="42499" y="61272"/>
                  <a:pt x="43344" y="59903"/>
                  <a:pt x="43518" y="58534"/>
                </a:cubicBezTo>
                <a:cubicBezTo>
                  <a:pt x="43751" y="57122"/>
                  <a:pt x="43227" y="54733"/>
                  <a:pt x="41989" y="51252"/>
                </a:cubicBezTo>
                <a:lnTo>
                  <a:pt x="40795" y="48019"/>
                </a:lnTo>
                <a:lnTo>
                  <a:pt x="0" y="27366"/>
                </a:lnTo>
                <a:lnTo>
                  <a:pt x="5622" y="22473"/>
                </a:lnTo>
                <a:lnTo>
                  <a:pt x="37824" y="39091"/>
                </a:lnTo>
                <a:lnTo>
                  <a:pt x="25939" y="4894"/>
                </a:lnTo>
                <a:lnTo>
                  <a:pt x="31634" y="0"/>
                </a:lnTo>
                <a:lnTo>
                  <a:pt x="48077" y="47902"/>
                </a:lnTo>
                <a:close/>
                <a:moveTo>
                  <a:pt x="48077" y="479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DF725-D16B-435F-A054-59283E3E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438" y="5143368"/>
            <a:ext cx="62408" cy="62743"/>
          </a:xfrm>
          <a:custGeom xmlns:a="http://schemas.openxmlformats.org/drawingml/2006/main">
            <a:pathLst>
              <a:path w="62408" h="62743">
                <a:moveTo>
                  <a:pt x="25488" y="36979"/>
                </a:moveTo>
                <a:lnTo>
                  <a:pt x="39193" y="52840"/>
                </a:lnTo>
                <a:lnTo>
                  <a:pt x="48631" y="44713"/>
                </a:lnTo>
                <a:cubicBezTo>
                  <a:pt x="51762" y="41975"/>
                  <a:pt x="53524" y="39309"/>
                  <a:pt x="53932" y="36688"/>
                </a:cubicBezTo>
                <a:cubicBezTo>
                  <a:pt x="54325" y="34022"/>
                  <a:pt x="53364" y="31401"/>
                  <a:pt x="51019" y="28663"/>
                </a:cubicBezTo>
                <a:cubicBezTo>
                  <a:pt x="48689" y="25997"/>
                  <a:pt x="46184" y="24628"/>
                  <a:pt x="43577" y="24687"/>
                </a:cubicBezTo>
                <a:cubicBezTo>
                  <a:pt x="40897" y="24687"/>
                  <a:pt x="37998" y="26056"/>
                  <a:pt x="34867" y="28779"/>
                </a:cubicBezTo>
                <a:lnTo>
                  <a:pt x="25488" y="36979"/>
                </a:lnTo>
                <a:close/>
                <a:moveTo>
                  <a:pt x="10006" y="19108"/>
                </a:moveTo>
                <a:lnTo>
                  <a:pt x="21322" y="32202"/>
                </a:lnTo>
                <a:lnTo>
                  <a:pt x="30032" y="24687"/>
                </a:lnTo>
                <a:cubicBezTo>
                  <a:pt x="32872" y="22182"/>
                  <a:pt x="34532" y="19793"/>
                  <a:pt x="35042" y="17521"/>
                </a:cubicBezTo>
                <a:cubicBezTo>
                  <a:pt x="35493" y="15234"/>
                  <a:pt x="34751" y="12962"/>
                  <a:pt x="32872" y="10749"/>
                </a:cubicBezTo>
                <a:cubicBezTo>
                  <a:pt x="30993" y="8578"/>
                  <a:pt x="28837" y="7559"/>
                  <a:pt x="26507" y="7675"/>
                </a:cubicBezTo>
                <a:cubicBezTo>
                  <a:pt x="24177" y="7850"/>
                  <a:pt x="21555" y="9103"/>
                  <a:pt x="18715" y="11593"/>
                </a:cubicBezTo>
                <a:lnTo>
                  <a:pt x="10006" y="19108"/>
                </a:lnTo>
                <a:close/>
                <a:moveTo>
                  <a:pt x="0" y="19342"/>
                </a:moveTo>
                <a:lnTo>
                  <a:pt x="14958" y="6423"/>
                </a:lnTo>
                <a:cubicBezTo>
                  <a:pt x="19443" y="2549"/>
                  <a:pt x="23711" y="451"/>
                  <a:pt x="27701" y="218"/>
                </a:cubicBezTo>
                <a:cubicBezTo>
                  <a:pt x="31736" y="0"/>
                  <a:pt x="35260" y="1588"/>
                  <a:pt x="38232" y="4996"/>
                </a:cubicBezTo>
                <a:cubicBezTo>
                  <a:pt x="40504" y="7675"/>
                  <a:pt x="41698" y="10355"/>
                  <a:pt x="41873" y="12962"/>
                </a:cubicBezTo>
                <a:cubicBezTo>
                  <a:pt x="41975" y="15642"/>
                  <a:pt x="40955" y="18147"/>
                  <a:pt x="38901" y="20652"/>
                </a:cubicBezTo>
                <a:cubicBezTo>
                  <a:pt x="42324" y="18774"/>
                  <a:pt x="45674" y="18089"/>
                  <a:pt x="48980" y="18715"/>
                </a:cubicBezTo>
                <a:cubicBezTo>
                  <a:pt x="52272" y="19283"/>
                  <a:pt x="55243" y="21046"/>
                  <a:pt x="57733" y="24002"/>
                </a:cubicBezTo>
                <a:cubicBezTo>
                  <a:pt x="61098" y="27876"/>
                  <a:pt x="62408" y="31969"/>
                  <a:pt x="61607" y="36353"/>
                </a:cubicBezTo>
                <a:cubicBezTo>
                  <a:pt x="60748" y="40780"/>
                  <a:pt x="57908" y="45048"/>
                  <a:pt x="53073" y="49257"/>
                </a:cubicBezTo>
                <a:lnTo>
                  <a:pt x="37489" y="62743"/>
                </a:lnTo>
                <a:lnTo>
                  <a:pt x="0" y="19342"/>
                </a:lnTo>
                <a:close/>
                <a:moveTo>
                  <a:pt x="0" y="193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F6016-598B-4C20-B6B8-ECA3332C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811" y="5115375"/>
            <a:ext cx="55418" cy="51602"/>
          </a:xfrm>
          <a:custGeom xmlns:a="http://schemas.openxmlformats.org/drawingml/2006/main">
            <a:pathLst>
              <a:path w="55418" h="51602">
                <a:moveTo>
                  <a:pt x="17069" y="43227"/>
                </a:moveTo>
                <a:lnTo>
                  <a:pt x="0" y="23551"/>
                </a:lnTo>
                <a:lnTo>
                  <a:pt x="5345" y="18934"/>
                </a:lnTo>
                <a:lnTo>
                  <a:pt x="22196" y="38450"/>
                </a:lnTo>
                <a:cubicBezTo>
                  <a:pt x="24861" y="41523"/>
                  <a:pt x="27483" y="43285"/>
                  <a:pt x="29988" y="43810"/>
                </a:cubicBezTo>
                <a:cubicBezTo>
                  <a:pt x="32551" y="44319"/>
                  <a:pt x="34998" y="43518"/>
                  <a:pt x="37430" y="41407"/>
                </a:cubicBezTo>
                <a:cubicBezTo>
                  <a:pt x="40285" y="38974"/>
                  <a:pt x="41756" y="36061"/>
                  <a:pt x="41873" y="32770"/>
                </a:cubicBezTo>
                <a:cubicBezTo>
                  <a:pt x="41931" y="29464"/>
                  <a:pt x="40620" y="26216"/>
                  <a:pt x="37838" y="23041"/>
                </a:cubicBezTo>
                <a:lnTo>
                  <a:pt x="21905" y="4602"/>
                </a:lnTo>
                <a:lnTo>
                  <a:pt x="27250" y="0"/>
                </a:lnTo>
                <a:lnTo>
                  <a:pt x="55418" y="32537"/>
                </a:lnTo>
                <a:lnTo>
                  <a:pt x="50072" y="37139"/>
                </a:lnTo>
                <a:lnTo>
                  <a:pt x="45747" y="32144"/>
                </a:lnTo>
                <a:cubicBezTo>
                  <a:pt x="46140" y="35275"/>
                  <a:pt x="45922" y="37998"/>
                  <a:pt x="45004" y="40445"/>
                </a:cubicBezTo>
                <a:cubicBezTo>
                  <a:pt x="44145" y="42892"/>
                  <a:pt x="42557" y="45106"/>
                  <a:pt x="40285" y="47043"/>
                </a:cubicBezTo>
                <a:cubicBezTo>
                  <a:pt x="36586" y="50291"/>
                  <a:pt x="32712" y="51602"/>
                  <a:pt x="28794" y="50975"/>
                </a:cubicBezTo>
                <a:cubicBezTo>
                  <a:pt x="24803" y="50291"/>
                  <a:pt x="20944" y="47728"/>
                  <a:pt x="17069" y="43227"/>
                </a:cubicBezTo>
                <a:close/>
                <a:moveTo>
                  <a:pt x="17069" y="432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984EA-CAAD-4615-B878-38B4997C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601" y="5070022"/>
            <a:ext cx="50349" cy="64287"/>
          </a:xfrm>
          <a:custGeom xmlns:a="http://schemas.openxmlformats.org/drawingml/2006/main">
            <a:pathLst>
              <a:path w="50349" h="64287">
                <a:moveTo>
                  <a:pt x="21162" y="22254"/>
                </a:moveTo>
                <a:lnTo>
                  <a:pt x="5913" y="4675"/>
                </a:lnTo>
                <a:lnTo>
                  <a:pt x="11258" y="0"/>
                </a:lnTo>
                <a:lnTo>
                  <a:pt x="50349" y="45237"/>
                </a:lnTo>
                <a:lnTo>
                  <a:pt x="44989" y="49839"/>
                </a:lnTo>
                <a:lnTo>
                  <a:pt x="40780" y="44946"/>
                </a:lnTo>
                <a:cubicBezTo>
                  <a:pt x="41348" y="47859"/>
                  <a:pt x="41188" y="50524"/>
                  <a:pt x="40271" y="52971"/>
                </a:cubicBezTo>
                <a:cubicBezTo>
                  <a:pt x="39368" y="55359"/>
                  <a:pt x="37707" y="57631"/>
                  <a:pt x="35319" y="59685"/>
                </a:cubicBezTo>
                <a:cubicBezTo>
                  <a:pt x="31401" y="63093"/>
                  <a:pt x="26842" y="64287"/>
                  <a:pt x="21672" y="63326"/>
                </a:cubicBezTo>
                <a:cubicBezTo>
                  <a:pt x="16443" y="62306"/>
                  <a:pt x="11652" y="59233"/>
                  <a:pt x="7224" y="54107"/>
                </a:cubicBezTo>
                <a:cubicBezTo>
                  <a:pt x="2840" y="49053"/>
                  <a:pt x="510" y="43810"/>
                  <a:pt x="218" y="38581"/>
                </a:cubicBezTo>
                <a:cubicBezTo>
                  <a:pt x="0" y="33294"/>
                  <a:pt x="1821" y="28969"/>
                  <a:pt x="5738" y="25546"/>
                </a:cubicBezTo>
                <a:cubicBezTo>
                  <a:pt x="8185" y="23507"/>
                  <a:pt x="10632" y="22196"/>
                  <a:pt x="13137" y="21628"/>
                </a:cubicBezTo>
                <a:cubicBezTo>
                  <a:pt x="15700" y="21060"/>
                  <a:pt x="18366" y="21279"/>
                  <a:pt x="21162" y="22254"/>
                </a:cubicBezTo>
                <a:close/>
                <a:moveTo>
                  <a:pt x="12744" y="49330"/>
                </a:moveTo>
                <a:cubicBezTo>
                  <a:pt x="16152" y="53320"/>
                  <a:pt x="19618" y="55651"/>
                  <a:pt x="23201" y="56495"/>
                </a:cubicBezTo>
                <a:cubicBezTo>
                  <a:pt x="26740" y="57355"/>
                  <a:pt x="29915" y="56554"/>
                  <a:pt x="32770" y="54107"/>
                </a:cubicBezTo>
                <a:cubicBezTo>
                  <a:pt x="35552" y="51660"/>
                  <a:pt x="36804" y="48587"/>
                  <a:pt x="36513" y="44946"/>
                </a:cubicBezTo>
                <a:cubicBezTo>
                  <a:pt x="36236" y="41305"/>
                  <a:pt x="34357" y="37562"/>
                  <a:pt x="30949" y="33629"/>
                </a:cubicBezTo>
                <a:cubicBezTo>
                  <a:pt x="27585" y="29711"/>
                  <a:pt x="24060" y="27308"/>
                  <a:pt x="20536" y="26463"/>
                </a:cubicBezTo>
                <a:cubicBezTo>
                  <a:pt x="16953" y="25662"/>
                  <a:pt x="13763" y="26463"/>
                  <a:pt x="10923" y="28910"/>
                </a:cubicBezTo>
                <a:cubicBezTo>
                  <a:pt x="8127" y="31357"/>
                  <a:pt x="6874" y="34372"/>
                  <a:pt x="7166" y="38013"/>
                </a:cubicBezTo>
                <a:cubicBezTo>
                  <a:pt x="7501" y="41654"/>
                  <a:pt x="9379" y="45412"/>
                  <a:pt x="12744" y="49330"/>
                </a:cubicBezTo>
                <a:close/>
                <a:moveTo>
                  <a:pt x="12744" y="493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05223-9220-406F-B8ED-9FD601FD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265" y="5050054"/>
            <a:ext cx="54092" cy="64913"/>
          </a:xfrm>
          <a:custGeom xmlns:a="http://schemas.openxmlformats.org/drawingml/2006/main">
            <a:pathLst>
              <a:path w="54092" h="64913">
                <a:moveTo>
                  <a:pt x="30716" y="20492"/>
                </a:moveTo>
                <a:cubicBezTo>
                  <a:pt x="27366" y="16618"/>
                  <a:pt x="23944" y="14346"/>
                  <a:pt x="20536" y="13603"/>
                </a:cubicBezTo>
                <a:cubicBezTo>
                  <a:pt x="17055" y="12802"/>
                  <a:pt x="13938" y="13720"/>
                  <a:pt x="11025" y="16225"/>
                </a:cubicBezTo>
                <a:cubicBezTo>
                  <a:pt x="8185" y="18672"/>
                  <a:pt x="6874" y="21686"/>
                  <a:pt x="7107" y="25211"/>
                </a:cubicBezTo>
                <a:cubicBezTo>
                  <a:pt x="7326" y="28677"/>
                  <a:pt x="9161" y="32377"/>
                  <a:pt x="12511" y="36251"/>
                </a:cubicBezTo>
                <a:cubicBezTo>
                  <a:pt x="15817" y="40110"/>
                  <a:pt x="19225" y="42397"/>
                  <a:pt x="22633" y="43183"/>
                </a:cubicBezTo>
                <a:cubicBezTo>
                  <a:pt x="26114" y="43926"/>
                  <a:pt x="29231" y="43009"/>
                  <a:pt x="32144" y="40562"/>
                </a:cubicBezTo>
                <a:cubicBezTo>
                  <a:pt x="34984" y="38071"/>
                  <a:pt x="36353" y="35056"/>
                  <a:pt x="36061" y="31576"/>
                </a:cubicBezTo>
                <a:cubicBezTo>
                  <a:pt x="35843" y="28051"/>
                  <a:pt x="34022" y="24352"/>
                  <a:pt x="30716" y="20492"/>
                </a:cubicBezTo>
                <a:close/>
                <a:moveTo>
                  <a:pt x="46926" y="28503"/>
                </a:moveTo>
                <a:cubicBezTo>
                  <a:pt x="51762" y="34022"/>
                  <a:pt x="54092" y="39207"/>
                  <a:pt x="53932" y="44043"/>
                </a:cubicBezTo>
                <a:cubicBezTo>
                  <a:pt x="53815" y="48878"/>
                  <a:pt x="51252" y="53480"/>
                  <a:pt x="46184" y="57864"/>
                </a:cubicBezTo>
                <a:cubicBezTo>
                  <a:pt x="44319" y="59452"/>
                  <a:pt x="42382" y="60879"/>
                  <a:pt x="40504" y="62015"/>
                </a:cubicBezTo>
                <a:cubicBezTo>
                  <a:pt x="38567" y="63209"/>
                  <a:pt x="36571" y="64185"/>
                  <a:pt x="34532" y="64913"/>
                </a:cubicBezTo>
                <a:lnTo>
                  <a:pt x="30032" y="59743"/>
                </a:lnTo>
                <a:cubicBezTo>
                  <a:pt x="32304" y="59233"/>
                  <a:pt x="34416" y="58549"/>
                  <a:pt x="36294" y="57573"/>
                </a:cubicBezTo>
                <a:cubicBezTo>
                  <a:pt x="38173" y="56670"/>
                  <a:pt x="39936" y="55534"/>
                  <a:pt x="41523" y="54165"/>
                </a:cubicBezTo>
                <a:cubicBezTo>
                  <a:pt x="44989" y="51150"/>
                  <a:pt x="46810" y="47961"/>
                  <a:pt x="46985" y="44611"/>
                </a:cubicBezTo>
                <a:cubicBezTo>
                  <a:pt x="47160" y="41305"/>
                  <a:pt x="45616" y="37780"/>
                  <a:pt x="42441" y="34081"/>
                </a:cubicBezTo>
                <a:lnTo>
                  <a:pt x="40154" y="31415"/>
                </a:lnTo>
                <a:cubicBezTo>
                  <a:pt x="40722" y="34314"/>
                  <a:pt x="40562" y="36921"/>
                  <a:pt x="39644" y="39368"/>
                </a:cubicBezTo>
                <a:cubicBezTo>
                  <a:pt x="38741" y="41814"/>
                  <a:pt x="37081" y="44101"/>
                  <a:pt x="34692" y="46140"/>
                </a:cubicBezTo>
                <a:cubicBezTo>
                  <a:pt x="30716" y="49621"/>
                  <a:pt x="26158" y="50873"/>
                  <a:pt x="21104" y="49956"/>
                </a:cubicBezTo>
                <a:cubicBezTo>
                  <a:pt x="16035" y="49053"/>
                  <a:pt x="11317" y="46038"/>
                  <a:pt x="6991" y="41028"/>
                </a:cubicBezTo>
                <a:cubicBezTo>
                  <a:pt x="2607" y="36018"/>
                  <a:pt x="335" y="30891"/>
                  <a:pt x="160" y="25779"/>
                </a:cubicBezTo>
                <a:cubicBezTo>
                  <a:pt x="0" y="20594"/>
                  <a:pt x="1879" y="16327"/>
                  <a:pt x="5855" y="12860"/>
                </a:cubicBezTo>
                <a:cubicBezTo>
                  <a:pt x="8243" y="10763"/>
                  <a:pt x="10749" y="9452"/>
                  <a:pt x="13254" y="8943"/>
                </a:cubicBezTo>
                <a:cubicBezTo>
                  <a:pt x="15817" y="8375"/>
                  <a:pt x="18482" y="8593"/>
                  <a:pt x="21220" y="9569"/>
                </a:cubicBezTo>
                <a:lnTo>
                  <a:pt x="16953" y="4617"/>
                </a:lnTo>
                <a:lnTo>
                  <a:pt x="22298" y="0"/>
                </a:lnTo>
                <a:lnTo>
                  <a:pt x="46926" y="28503"/>
                </a:lnTo>
                <a:close/>
                <a:moveTo>
                  <a:pt x="46926" y="285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A6217-83CB-439E-A23A-77295AF9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73" y="5022585"/>
            <a:ext cx="48077" cy="45281"/>
          </a:xfrm>
          <a:custGeom xmlns:a="http://schemas.openxmlformats.org/drawingml/2006/main">
            <a:pathLst>
              <a:path w="48077" h="45281">
                <a:moveTo>
                  <a:pt x="35566" y="8811"/>
                </a:moveTo>
                <a:lnTo>
                  <a:pt x="37780" y="11433"/>
                </a:lnTo>
                <a:lnTo>
                  <a:pt x="13195" y="32653"/>
                </a:lnTo>
                <a:cubicBezTo>
                  <a:pt x="16676" y="36120"/>
                  <a:pt x="20201" y="37998"/>
                  <a:pt x="23842" y="38232"/>
                </a:cubicBezTo>
                <a:cubicBezTo>
                  <a:pt x="27483" y="38392"/>
                  <a:pt x="31066" y="36979"/>
                  <a:pt x="34649" y="33906"/>
                </a:cubicBezTo>
                <a:cubicBezTo>
                  <a:pt x="36702" y="32144"/>
                  <a:pt x="38465" y="30148"/>
                  <a:pt x="39936" y="27978"/>
                </a:cubicBezTo>
                <a:cubicBezTo>
                  <a:pt x="41421" y="25823"/>
                  <a:pt x="42674" y="23434"/>
                  <a:pt x="43693" y="20754"/>
                </a:cubicBezTo>
                <a:lnTo>
                  <a:pt x="48077" y="25823"/>
                </a:lnTo>
                <a:cubicBezTo>
                  <a:pt x="46883" y="28269"/>
                  <a:pt x="45455" y="30600"/>
                  <a:pt x="43810" y="32770"/>
                </a:cubicBezTo>
                <a:cubicBezTo>
                  <a:pt x="42164" y="34984"/>
                  <a:pt x="40285" y="36921"/>
                  <a:pt x="38232" y="38741"/>
                </a:cubicBezTo>
                <a:cubicBezTo>
                  <a:pt x="33061" y="43227"/>
                  <a:pt x="27600" y="45281"/>
                  <a:pt x="21963" y="44887"/>
                </a:cubicBezTo>
                <a:cubicBezTo>
                  <a:pt x="16327" y="44480"/>
                  <a:pt x="11273" y="41698"/>
                  <a:pt x="6831" y="36513"/>
                </a:cubicBezTo>
                <a:cubicBezTo>
                  <a:pt x="2214" y="31226"/>
                  <a:pt x="0" y="25764"/>
                  <a:pt x="175" y="20128"/>
                </a:cubicBezTo>
                <a:cubicBezTo>
                  <a:pt x="350" y="14506"/>
                  <a:pt x="2840" y="9612"/>
                  <a:pt x="7734" y="5403"/>
                </a:cubicBezTo>
                <a:cubicBezTo>
                  <a:pt x="12118" y="1588"/>
                  <a:pt x="16778" y="0"/>
                  <a:pt x="21788" y="626"/>
                </a:cubicBezTo>
                <a:cubicBezTo>
                  <a:pt x="26798" y="1253"/>
                  <a:pt x="31343" y="3976"/>
                  <a:pt x="35566" y="8811"/>
                </a:cubicBezTo>
                <a:close/>
                <a:moveTo>
                  <a:pt x="28852" y="11826"/>
                </a:moveTo>
                <a:cubicBezTo>
                  <a:pt x="26289" y="8986"/>
                  <a:pt x="23434" y="7340"/>
                  <a:pt x="20317" y="6991"/>
                </a:cubicBezTo>
                <a:cubicBezTo>
                  <a:pt x="17244" y="6598"/>
                  <a:pt x="14346" y="7559"/>
                  <a:pt x="11724" y="9831"/>
                </a:cubicBezTo>
                <a:cubicBezTo>
                  <a:pt x="8768" y="12453"/>
                  <a:pt x="7107" y="15351"/>
                  <a:pt x="6772" y="18599"/>
                </a:cubicBezTo>
                <a:cubicBezTo>
                  <a:pt x="6437" y="21788"/>
                  <a:pt x="7457" y="25080"/>
                  <a:pt x="9846" y="28386"/>
                </a:cubicBezTo>
                <a:lnTo>
                  <a:pt x="28852" y="11826"/>
                </a:lnTo>
                <a:close/>
                <a:moveTo>
                  <a:pt x="28852" y="118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3DFD9-5C3D-4C38-A879-65038F42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105" y="4994753"/>
            <a:ext cx="52505" cy="42557"/>
          </a:xfrm>
          <a:custGeom xmlns:a="http://schemas.openxmlformats.org/drawingml/2006/main">
            <a:pathLst>
              <a:path w="52505" h="42557">
                <a:moveTo>
                  <a:pt x="5345" y="291"/>
                </a:moveTo>
                <a:lnTo>
                  <a:pt x="13370" y="9569"/>
                </a:lnTo>
                <a:lnTo>
                  <a:pt x="24352" y="0"/>
                </a:lnTo>
                <a:lnTo>
                  <a:pt x="27935" y="4165"/>
                </a:lnTo>
                <a:lnTo>
                  <a:pt x="16953" y="13720"/>
                </a:lnTo>
                <a:lnTo>
                  <a:pt x="32202" y="31357"/>
                </a:lnTo>
                <a:cubicBezTo>
                  <a:pt x="34532" y="34022"/>
                  <a:pt x="36353" y="35391"/>
                  <a:pt x="37722" y="35508"/>
                </a:cubicBezTo>
                <a:cubicBezTo>
                  <a:pt x="39135" y="35683"/>
                  <a:pt x="40897" y="34765"/>
                  <a:pt x="43125" y="32828"/>
                </a:cubicBezTo>
                <a:lnTo>
                  <a:pt x="48645" y="28051"/>
                </a:lnTo>
                <a:lnTo>
                  <a:pt x="52505" y="32551"/>
                </a:lnTo>
                <a:lnTo>
                  <a:pt x="46985" y="37270"/>
                </a:lnTo>
                <a:cubicBezTo>
                  <a:pt x="42892" y="40853"/>
                  <a:pt x="39368" y="42557"/>
                  <a:pt x="36469" y="42397"/>
                </a:cubicBezTo>
                <a:cubicBezTo>
                  <a:pt x="33556" y="42164"/>
                  <a:pt x="30381" y="40052"/>
                  <a:pt x="26842" y="36018"/>
                </a:cubicBezTo>
                <a:lnTo>
                  <a:pt x="11608" y="18322"/>
                </a:lnTo>
                <a:lnTo>
                  <a:pt x="7675" y="21745"/>
                </a:lnTo>
                <a:lnTo>
                  <a:pt x="4034" y="17594"/>
                </a:lnTo>
                <a:lnTo>
                  <a:pt x="7967" y="14171"/>
                </a:lnTo>
                <a:lnTo>
                  <a:pt x="0" y="4952"/>
                </a:lnTo>
                <a:lnTo>
                  <a:pt x="5345" y="291"/>
                </a:lnTo>
                <a:close/>
                <a:moveTo>
                  <a:pt x="5345" y="2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F5D3B-CF5D-4DC2-AFE6-5A22883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315" y="4951118"/>
            <a:ext cx="58826" cy="61797"/>
          </a:xfrm>
          <a:custGeom xmlns:a="http://schemas.openxmlformats.org/drawingml/2006/main">
            <a:pathLst>
              <a:path w="58826" h="61797">
                <a:moveTo>
                  <a:pt x="0" y="31750"/>
                </a:moveTo>
                <a:lnTo>
                  <a:pt x="36702" y="0"/>
                </a:lnTo>
                <a:lnTo>
                  <a:pt x="40955" y="4952"/>
                </a:lnTo>
                <a:lnTo>
                  <a:pt x="25604" y="18264"/>
                </a:lnTo>
                <a:lnTo>
                  <a:pt x="58826" y="56670"/>
                </a:lnTo>
                <a:lnTo>
                  <a:pt x="52912" y="61797"/>
                </a:lnTo>
                <a:lnTo>
                  <a:pt x="19691" y="23390"/>
                </a:lnTo>
                <a:lnTo>
                  <a:pt x="4326" y="36702"/>
                </a:lnTo>
                <a:lnTo>
                  <a:pt x="0" y="31750"/>
                </a:lnTo>
                <a:close/>
                <a:moveTo>
                  <a:pt x="0" y="317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47290-BA61-41EB-858E-1A8888D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907" y="4948045"/>
            <a:ext cx="48077" cy="45295"/>
          </a:xfrm>
          <a:custGeom xmlns:a="http://schemas.openxmlformats.org/drawingml/2006/main">
            <a:pathLst>
              <a:path w="48077" h="45295">
                <a:moveTo>
                  <a:pt x="35566" y="8826"/>
                </a:moveTo>
                <a:lnTo>
                  <a:pt x="37780" y="11448"/>
                </a:lnTo>
                <a:lnTo>
                  <a:pt x="13195" y="32668"/>
                </a:lnTo>
                <a:cubicBezTo>
                  <a:pt x="16676" y="36193"/>
                  <a:pt x="20201" y="38013"/>
                  <a:pt x="23842" y="38232"/>
                </a:cubicBezTo>
                <a:cubicBezTo>
                  <a:pt x="27483" y="38406"/>
                  <a:pt x="31066" y="36979"/>
                  <a:pt x="34590" y="33920"/>
                </a:cubicBezTo>
                <a:cubicBezTo>
                  <a:pt x="36702" y="32144"/>
                  <a:pt x="38465" y="30221"/>
                  <a:pt x="39936" y="27993"/>
                </a:cubicBezTo>
                <a:cubicBezTo>
                  <a:pt x="41421" y="25837"/>
                  <a:pt x="42674" y="23449"/>
                  <a:pt x="43693" y="20769"/>
                </a:cubicBezTo>
                <a:lnTo>
                  <a:pt x="48077" y="25837"/>
                </a:lnTo>
                <a:cubicBezTo>
                  <a:pt x="46883" y="28342"/>
                  <a:pt x="45455" y="30614"/>
                  <a:pt x="43810" y="32828"/>
                </a:cubicBezTo>
                <a:cubicBezTo>
                  <a:pt x="42164" y="34998"/>
                  <a:pt x="40285" y="36935"/>
                  <a:pt x="38232" y="38756"/>
                </a:cubicBezTo>
                <a:cubicBezTo>
                  <a:pt x="33061" y="43242"/>
                  <a:pt x="27600" y="45295"/>
                  <a:pt x="21963" y="44887"/>
                </a:cubicBezTo>
                <a:cubicBezTo>
                  <a:pt x="16327" y="44494"/>
                  <a:pt x="11273" y="41712"/>
                  <a:pt x="6831" y="36527"/>
                </a:cubicBezTo>
                <a:cubicBezTo>
                  <a:pt x="2228" y="31241"/>
                  <a:pt x="0" y="25779"/>
                  <a:pt x="175" y="20143"/>
                </a:cubicBezTo>
                <a:cubicBezTo>
                  <a:pt x="350" y="14521"/>
                  <a:pt x="2840" y="9627"/>
                  <a:pt x="7734" y="5418"/>
                </a:cubicBezTo>
                <a:cubicBezTo>
                  <a:pt x="12118" y="1602"/>
                  <a:pt x="16793" y="0"/>
                  <a:pt x="21788" y="626"/>
                </a:cubicBezTo>
                <a:cubicBezTo>
                  <a:pt x="26740" y="1253"/>
                  <a:pt x="31357" y="3991"/>
                  <a:pt x="35566" y="8826"/>
                </a:cubicBezTo>
                <a:close/>
                <a:moveTo>
                  <a:pt x="28852" y="11899"/>
                </a:moveTo>
                <a:cubicBezTo>
                  <a:pt x="26289" y="9001"/>
                  <a:pt x="23449" y="7340"/>
                  <a:pt x="20317" y="7005"/>
                </a:cubicBezTo>
                <a:cubicBezTo>
                  <a:pt x="17244" y="6656"/>
                  <a:pt x="14346" y="7573"/>
                  <a:pt x="11724" y="9846"/>
                </a:cubicBezTo>
                <a:cubicBezTo>
                  <a:pt x="8768" y="12467"/>
                  <a:pt x="7107" y="15365"/>
                  <a:pt x="6772" y="18613"/>
                </a:cubicBezTo>
                <a:cubicBezTo>
                  <a:pt x="6437" y="21847"/>
                  <a:pt x="7457" y="25094"/>
                  <a:pt x="9846" y="28401"/>
                </a:cubicBezTo>
                <a:lnTo>
                  <a:pt x="28852" y="11899"/>
                </a:lnTo>
                <a:close/>
                <a:moveTo>
                  <a:pt x="28852" y="1189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AF565-7766-4440-9EBB-9D16F24D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186" y="4917387"/>
            <a:ext cx="44436" cy="50349"/>
          </a:xfrm>
          <a:custGeom xmlns:a="http://schemas.openxmlformats.org/drawingml/2006/main">
            <a:pathLst>
              <a:path w="44436" h="50349">
                <a:moveTo>
                  <a:pt x="19691" y="0"/>
                </a:moveTo>
                <a:lnTo>
                  <a:pt x="24075" y="5068"/>
                </a:lnTo>
                <a:cubicBezTo>
                  <a:pt x="21847" y="5578"/>
                  <a:pt x="19808" y="6365"/>
                  <a:pt x="17871" y="7399"/>
                </a:cubicBezTo>
                <a:cubicBezTo>
                  <a:pt x="15875" y="8360"/>
                  <a:pt x="14055" y="9671"/>
                  <a:pt x="12292" y="11156"/>
                </a:cubicBezTo>
                <a:cubicBezTo>
                  <a:pt x="9612" y="13428"/>
                  <a:pt x="7967" y="15584"/>
                  <a:pt x="7340" y="17521"/>
                </a:cubicBezTo>
                <a:cubicBezTo>
                  <a:pt x="6714" y="19516"/>
                  <a:pt x="7122" y="21279"/>
                  <a:pt x="8535" y="22924"/>
                </a:cubicBezTo>
                <a:cubicBezTo>
                  <a:pt x="9612" y="24177"/>
                  <a:pt x="10923" y="24745"/>
                  <a:pt x="12525" y="24628"/>
                </a:cubicBezTo>
                <a:cubicBezTo>
                  <a:pt x="14055" y="24526"/>
                  <a:pt x="16560" y="23492"/>
                  <a:pt x="19968" y="21672"/>
                </a:cubicBezTo>
                <a:lnTo>
                  <a:pt x="22138" y="20478"/>
                </a:lnTo>
                <a:cubicBezTo>
                  <a:pt x="26624" y="18031"/>
                  <a:pt x="30323" y="16836"/>
                  <a:pt x="33236" y="16953"/>
                </a:cubicBezTo>
                <a:cubicBezTo>
                  <a:pt x="36076" y="17069"/>
                  <a:pt x="38698" y="18439"/>
                  <a:pt x="40970" y="21046"/>
                </a:cubicBezTo>
                <a:cubicBezTo>
                  <a:pt x="43591" y="24060"/>
                  <a:pt x="44436" y="27541"/>
                  <a:pt x="43591" y="31343"/>
                </a:cubicBezTo>
                <a:cubicBezTo>
                  <a:pt x="42732" y="35158"/>
                  <a:pt x="40227" y="38916"/>
                  <a:pt x="36018" y="42499"/>
                </a:cubicBezTo>
                <a:cubicBezTo>
                  <a:pt x="34255" y="44028"/>
                  <a:pt x="32318" y="45455"/>
                  <a:pt x="30163" y="46708"/>
                </a:cubicBezTo>
                <a:cubicBezTo>
                  <a:pt x="27935" y="48019"/>
                  <a:pt x="25488" y="49213"/>
                  <a:pt x="22881" y="50349"/>
                </a:cubicBezTo>
                <a:lnTo>
                  <a:pt x="18104" y="44829"/>
                </a:lnTo>
                <a:cubicBezTo>
                  <a:pt x="20944" y="44145"/>
                  <a:pt x="23565" y="43242"/>
                  <a:pt x="25895" y="42106"/>
                </a:cubicBezTo>
                <a:cubicBezTo>
                  <a:pt x="28284" y="40955"/>
                  <a:pt x="30381" y="39601"/>
                  <a:pt x="32260" y="37940"/>
                </a:cubicBezTo>
                <a:cubicBezTo>
                  <a:pt x="34765" y="35785"/>
                  <a:pt x="36353" y="33673"/>
                  <a:pt x="36935" y="31634"/>
                </a:cubicBezTo>
                <a:cubicBezTo>
                  <a:pt x="37547" y="29580"/>
                  <a:pt x="37212" y="27818"/>
                  <a:pt x="35843" y="26230"/>
                </a:cubicBezTo>
                <a:cubicBezTo>
                  <a:pt x="34590" y="24803"/>
                  <a:pt x="33119" y="24060"/>
                  <a:pt x="31459" y="24177"/>
                </a:cubicBezTo>
                <a:cubicBezTo>
                  <a:pt x="29813" y="24235"/>
                  <a:pt x="27032" y="25313"/>
                  <a:pt x="23099" y="27483"/>
                </a:cubicBezTo>
                <a:lnTo>
                  <a:pt x="20885" y="28677"/>
                </a:lnTo>
                <a:cubicBezTo>
                  <a:pt x="16953" y="30833"/>
                  <a:pt x="13661" y="31809"/>
                  <a:pt x="10923" y="31634"/>
                </a:cubicBezTo>
                <a:cubicBezTo>
                  <a:pt x="8200" y="31459"/>
                  <a:pt x="5753" y="30148"/>
                  <a:pt x="3583" y="27643"/>
                </a:cubicBezTo>
                <a:cubicBezTo>
                  <a:pt x="918" y="24570"/>
                  <a:pt x="0" y="21279"/>
                  <a:pt x="685" y="17754"/>
                </a:cubicBezTo>
                <a:cubicBezTo>
                  <a:pt x="1427" y="14171"/>
                  <a:pt x="3816" y="10690"/>
                  <a:pt x="7807" y="7224"/>
                </a:cubicBezTo>
                <a:cubicBezTo>
                  <a:pt x="9729" y="5520"/>
                  <a:pt x="11724" y="4093"/>
                  <a:pt x="13720" y="2840"/>
                </a:cubicBezTo>
                <a:cubicBezTo>
                  <a:pt x="15700" y="1646"/>
                  <a:pt x="17696" y="685"/>
                  <a:pt x="19691" y="0"/>
                </a:cubicBezTo>
                <a:close/>
                <a:moveTo>
                  <a:pt x="1969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FC6D3-0938-49A5-9D2C-026B07D0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247" y="4893428"/>
            <a:ext cx="52446" cy="42557"/>
          </a:xfrm>
          <a:custGeom xmlns:a="http://schemas.openxmlformats.org/drawingml/2006/main">
            <a:pathLst>
              <a:path w="52446" h="42557">
                <a:moveTo>
                  <a:pt x="5345" y="291"/>
                </a:moveTo>
                <a:lnTo>
                  <a:pt x="13312" y="9569"/>
                </a:lnTo>
                <a:lnTo>
                  <a:pt x="24352" y="0"/>
                </a:lnTo>
                <a:lnTo>
                  <a:pt x="27935" y="4165"/>
                </a:lnTo>
                <a:lnTo>
                  <a:pt x="16953" y="13720"/>
                </a:lnTo>
                <a:lnTo>
                  <a:pt x="32202" y="31357"/>
                </a:lnTo>
                <a:cubicBezTo>
                  <a:pt x="34474" y="34022"/>
                  <a:pt x="36353" y="35391"/>
                  <a:pt x="37722" y="35508"/>
                </a:cubicBezTo>
                <a:cubicBezTo>
                  <a:pt x="39076" y="35683"/>
                  <a:pt x="40897" y="34765"/>
                  <a:pt x="43125" y="32828"/>
                </a:cubicBezTo>
                <a:lnTo>
                  <a:pt x="48587" y="28051"/>
                </a:lnTo>
                <a:lnTo>
                  <a:pt x="52446" y="32551"/>
                </a:lnTo>
                <a:lnTo>
                  <a:pt x="46985" y="37270"/>
                </a:lnTo>
                <a:cubicBezTo>
                  <a:pt x="42892" y="40853"/>
                  <a:pt x="39368" y="42557"/>
                  <a:pt x="36469" y="42397"/>
                </a:cubicBezTo>
                <a:cubicBezTo>
                  <a:pt x="33556" y="42164"/>
                  <a:pt x="30323" y="40052"/>
                  <a:pt x="26842" y="36018"/>
                </a:cubicBezTo>
                <a:lnTo>
                  <a:pt x="11550" y="18322"/>
                </a:lnTo>
                <a:lnTo>
                  <a:pt x="7617" y="21745"/>
                </a:lnTo>
                <a:lnTo>
                  <a:pt x="4034" y="17579"/>
                </a:lnTo>
                <a:lnTo>
                  <a:pt x="7967" y="14171"/>
                </a:lnTo>
                <a:lnTo>
                  <a:pt x="0" y="4952"/>
                </a:lnTo>
                <a:lnTo>
                  <a:pt x="5345" y="291"/>
                </a:lnTo>
                <a:close/>
                <a:moveTo>
                  <a:pt x="5345" y="2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9DEAF-B184-4339-B621-27C24208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40" y="5703529"/>
            <a:ext cx="70783" cy="61724"/>
          </a:xfrm>
          <a:custGeom xmlns:a="http://schemas.openxmlformats.org/drawingml/2006/main">
            <a:pathLst>
              <a:path w="70783" h="61724">
                <a:moveTo>
                  <a:pt x="40285" y="23711"/>
                </a:moveTo>
                <a:cubicBezTo>
                  <a:pt x="41931" y="23085"/>
                  <a:pt x="43926" y="23041"/>
                  <a:pt x="46315" y="23492"/>
                </a:cubicBezTo>
                <a:cubicBezTo>
                  <a:pt x="48703" y="23944"/>
                  <a:pt x="51543" y="24905"/>
                  <a:pt x="54791" y="26391"/>
                </a:cubicBezTo>
                <a:lnTo>
                  <a:pt x="70783" y="33673"/>
                </a:lnTo>
                <a:lnTo>
                  <a:pt x="64287" y="38901"/>
                </a:lnTo>
                <a:lnTo>
                  <a:pt x="49330" y="32085"/>
                </a:lnTo>
                <a:cubicBezTo>
                  <a:pt x="45470" y="30265"/>
                  <a:pt x="42397" y="29464"/>
                  <a:pt x="40227" y="29580"/>
                </a:cubicBezTo>
                <a:cubicBezTo>
                  <a:pt x="38071" y="29755"/>
                  <a:pt x="35785" y="30775"/>
                  <a:pt x="33396" y="32712"/>
                </a:cubicBezTo>
                <a:lnTo>
                  <a:pt x="26798" y="37998"/>
                </a:lnTo>
                <a:lnTo>
                  <a:pt x="42047" y="56830"/>
                </a:lnTo>
                <a:lnTo>
                  <a:pt x="36018" y="61724"/>
                </a:lnTo>
                <a:lnTo>
                  <a:pt x="0" y="17113"/>
                </a:lnTo>
                <a:lnTo>
                  <a:pt x="13603" y="6132"/>
                </a:lnTo>
                <a:cubicBezTo>
                  <a:pt x="18730" y="1981"/>
                  <a:pt x="23390" y="0"/>
                  <a:pt x="27600" y="102"/>
                </a:cubicBezTo>
                <a:cubicBezTo>
                  <a:pt x="31867" y="218"/>
                  <a:pt x="35683" y="2389"/>
                  <a:pt x="39149" y="6700"/>
                </a:cubicBezTo>
                <a:cubicBezTo>
                  <a:pt x="41421" y="9496"/>
                  <a:pt x="42674" y="12394"/>
                  <a:pt x="42848" y="15293"/>
                </a:cubicBezTo>
                <a:cubicBezTo>
                  <a:pt x="43067" y="18205"/>
                  <a:pt x="42164" y="20987"/>
                  <a:pt x="40285" y="23711"/>
                </a:cubicBezTo>
                <a:close/>
                <a:moveTo>
                  <a:pt x="10020" y="17171"/>
                </a:moveTo>
                <a:lnTo>
                  <a:pt x="22822" y="33047"/>
                </a:lnTo>
                <a:lnTo>
                  <a:pt x="30381" y="26900"/>
                </a:lnTo>
                <a:cubicBezTo>
                  <a:pt x="33294" y="24570"/>
                  <a:pt x="34940" y="22123"/>
                  <a:pt x="35333" y="19560"/>
                </a:cubicBezTo>
                <a:cubicBezTo>
                  <a:pt x="35741" y="16997"/>
                  <a:pt x="34940" y="14448"/>
                  <a:pt x="32828" y="11826"/>
                </a:cubicBezTo>
                <a:cubicBezTo>
                  <a:pt x="30731" y="9205"/>
                  <a:pt x="28401" y="7850"/>
                  <a:pt x="25837" y="7734"/>
                </a:cubicBezTo>
                <a:cubicBezTo>
                  <a:pt x="23274" y="7617"/>
                  <a:pt x="20550" y="8695"/>
                  <a:pt x="17637" y="11084"/>
                </a:cubicBezTo>
                <a:lnTo>
                  <a:pt x="10020" y="17171"/>
                </a:lnTo>
                <a:close/>
                <a:moveTo>
                  <a:pt x="10020" y="171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FAC6B-A811-415E-ADD9-A8B587A5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62" y="5682702"/>
            <a:ext cx="48077" cy="45572"/>
          </a:xfrm>
          <a:custGeom xmlns:a="http://schemas.openxmlformats.org/drawingml/2006/main">
            <a:pathLst>
              <a:path w="48077" h="45572">
                <a:moveTo>
                  <a:pt x="36134" y="9438"/>
                </a:moveTo>
                <a:lnTo>
                  <a:pt x="38290" y="12118"/>
                </a:lnTo>
                <a:lnTo>
                  <a:pt x="13035" y="32537"/>
                </a:lnTo>
                <a:cubicBezTo>
                  <a:pt x="16327" y="36120"/>
                  <a:pt x="19808" y="38057"/>
                  <a:pt x="23390" y="38406"/>
                </a:cubicBezTo>
                <a:cubicBezTo>
                  <a:pt x="27032" y="38741"/>
                  <a:pt x="30731" y="37430"/>
                  <a:pt x="34372" y="34474"/>
                </a:cubicBezTo>
                <a:cubicBezTo>
                  <a:pt x="36469" y="32770"/>
                  <a:pt x="38290" y="30891"/>
                  <a:pt x="39834" y="28779"/>
                </a:cubicBezTo>
                <a:cubicBezTo>
                  <a:pt x="41421" y="26624"/>
                  <a:pt x="42790" y="24293"/>
                  <a:pt x="43868" y="21672"/>
                </a:cubicBezTo>
                <a:lnTo>
                  <a:pt x="48077" y="26857"/>
                </a:lnTo>
                <a:cubicBezTo>
                  <a:pt x="46766" y="29304"/>
                  <a:pt x="45295" y="31576"/>
                  <a:pt x="43533" y="33673"/>
                </a:cubicBezTo>
                <a:cubicBezTo>
                  <a:pt x="41814" y="35785"/>
                  <a:pt x="39950" y="37722"/>
                  <a:pt x="37780" y="39426"/>
                </a:cubicBezTo>
                <a:cubicBezTo>
                  <a:pt x="32435" y="43751"/>
                  <a:pt x="26973" y="45572"/>
                  <a:pt x="21337" y="45004"/>
                </a:cubicBezTo>
                <a:cubicBezTo>
                  <a:pt x="15700" y="44436"/>
                  <a:pt x="10763" y="41465"/>
                  <a:pt x="6496" y="36178"/>
                </a:cubicBezTo>
                <a:cubicBezTo>
                  <a:pt x="2054" y="30658"/>
                  <a:pt x="0" y="25138"/>
                  <a:pt x="408" y="19575"/>
                </a:cubicBezTo>
                <a:cubicBezTo>
                  <a:pt x="743" y="13938"/>
                  <a:pt x="3423" y="9103"/>
                  <a:pt x="8476" y="5054"/>
                </a:cubicBezTo>
                <a:cubicBezTo>
                  <a:pt x="12977" y="1413"/>
                  <a:pt x="17696" y="0"/>
                  <a:pt x="22648" y="801"/>
                </a:cubicBezTo>
                <a:cubicBezTo>
                  <a:pt x="27600" y="1529"/>
                  <a:pt x="32100" y="4442"/>
                  <a:pt x="36134" y="9438"/>
                </a:cubicBezTo>
                <a:close/>
                <a:moveTo>
                  <a:pt x="29304" y="12234"/>
                </a:moveTo>
                <a:cubicBezTo>
                  <a:pt x="26857" y="9278"/>
                  <a:pt x="24075" y="7559"/>
                  <a:pt x="21002" y="7107"/>
                </a:cubicBezTo>
                <a:cubicBezTo>
                  <a:pt x="17871" y="6598"/>
                  <a:pt x="14972" y="7457"/>
                  <a:pt x="12292" y="9671"/>
                </a:cubicBezTo>
                <a:cubicBezTo>
                  <a:pt x="9219" y="12118"/>
                  <a:pt x="7457" y="14958"/>
                  <a:pt x="7005" y="18205"/>
                </a:cubicBezTo>
                <a:cubicBezTo>
                  <a:pt x="6554" y="21453"/>
                  <a:pt x="7457" y="24745"/>
                  <a:pt x="9729" y="28109"/>
                </a:cubicBezTo>
                <a:lnTo>
                  <a:pt x="29304" y="12234"/>
                </a:lnTo>
                <a:close/>
                <a:moveTo>
                  <a:pt x="29304" y="122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A3B81-C90A-40AF-8C7A-E9432E0F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14" y="5634450"/>
            <a:ext cx="75837" cy="68671"/>
          </a:xfrm>
          <a:custGeom xmlns:a="http://schemas.openxmlformats.org/drawingml/2006/main">
            <a:pathLst>
              <a:path w="75837" h="68671">
                <a:moveTo>
                  <a:pt x="31459" y="20434"/>
                </a:moveTo>
                <a:cubicBezTo>
                  <a:pt x="30833" y="16851"/>
                  <a:pt x="31008" y="13661"/>
                  <a:pt x="31969" y="10982"/>
                </a:cubicBezTo>
                <a:cubicBezTo>
                  <a:pt x="32930" y="8258"/>
                  <a:pt x="34707" y="5869"/>
                  <a:pt x="37256" y="3758"/>
                </a:cubicBezTo>
                <a:cubicBezTo>
                  <a:pt x="40795" y="918"/>
                  <a:pt x="44436" y="0"/>
                  <a:pt x="48296" y="918"/>
                </a:cubicBezTo>
                <a:cubicBezTo>
                  <a:pt x="52170" y="1821"/>
                  <a:pt x="55927" y="4500"/>
                  <a:pt x="59568" y="9001"/>
                </a:cubicBezTo>
                <a:lnTo>
                  <a:pt x="75837" y="29187"/>
                </a:lnTo>
                <a:lnTo>
                  <a:pt x="70317" y="33687"/>
                </a:lnTo>
                <a:lnTo>
                  <a:pt x="54165" y="13661"/>
                </a:lnTo>
                <a:cubicBezTo>
                  <a:pt x="51602" y="10472"/>
                  <a:pt x="49097" y="8535"/>
                  <a:pt x="46708" y="7908"/>
                </a:cubicBezTo>
                <a:cubicBezTo>
                  <a:pt x="44319" y="7282"/>
                  <a:pt x="41931" y="7850"/>
                  <a:pt x="39601" y="9729"/>
                </a:cubicBezTo>
                <a:cubicBezTo>
                  <a:pt x="36746" y="12059"/>
                  <a:pt x="35275" y="14856"/>
                  <a:pt x="35158" y="18045"/>
                </a:cubicBezTo>
                <a:cubicBezTo>
                  <a:pt x="35042" y="21279"/>
                  <a:pt x="36294" y="24526"/>
                  <a:pt x="38916" y="27774"/>
                </a:cubicBezTo>
                <a:lnTo>
                  <a:pt x="54209" y="46708"/>
                </a:lnTo>
                <a:lnTo>
                  <a:pt x="48645" y="51150"/>
                </a:lnTo>
                <a:lnTo>
                  <a:pt x="32479" y="31124"/>
                </a:lnTo>
                <a:cubicBezTo>
                  <a:pt x="29872" y="27935"/>
                  <a:pt x="27425" y="26012"/>
                  <a:pt x="25036" y="25386"/>
                </a:cubicBezTo>
                <a:cubicBezTo>
                  <a:pt x="22633" y="24759"/>
                  <a:pt x="20245" y="25386"/>
                  <a:pt x="17914" y="27308"/>
                </a:cubicBezTo>
                <a:cubicBezTo>
                  <a:pt x="15074" y="29595"/>
                  <a:pt x="13589" y="32318"/>
                  <a:pt x="13487" y="35566"/>
                </a:cubicBezTo>
                <a:cubicBezTo>
                  <a:pt x="13370" y="38800"/>
                  <a:pt x="14623" y="42047"/>
                  <a:pt x="17230" y="45295"/>
                </a:cubicBezTo>
                <a:lnTo>
                  <a:pt x="32537" y="64185"/>
                </a:lnTo>
                <a:lnTo>
                  <a:pt x="27017" y="68671"/>
                </a:lnTo>
                <a:lnTo>
                  <a:pt x="0" y="35217"/>
                </a:lnTo>
                <a:lnTo>
                  <a:pt x="5520" y="30731"/>
                </a:lnTo>
                <a:lnTo>
                  <a:pt x="9729" y="35959"/>
                </a:lnTo>
                <a:cubicBezTo>
                  <a:pt x="9321" y="32886"/>
                  <a:pt x="9612" y="30163"/>
                  <a:pt x="10515" y="27774"/>
                </a:cubicBezTo>
                <a:cubicBezTo>
                  <a:pt x="11491" y="25386"/>
                  <a:pt x="13195" y="23216"/>
                  <a:pt x="15584" y="21220"/>
                </a:cubicBezTo>
                <a:cubicBezTo>
                  <a:pt x="18031" y="19298"/>
                  <a:pt x="20594" y="18205"/>
                  <a:pt x="23318" y="18104"/>
                </a:cubicBezTo>
                <a:cubicBezTo>
                  <a:pt x="25997" y="17929"/>
                  <a:pt x="28721" y="18730"/>
                  <a:pt x="31459" y="20434"/>
                </a:cubicBezTo>
                <a:close/>
                <a:moveTo>
                  <a:pt x="31459" y="204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DE362-ED2B-4701-9DC6-AE5013E1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85" y="5603909"/>
            <a:ext cx="43067" cy="50917"/>
          </a:xfrm>
          <a:custGeom xmlns:a="http://schemas.openxmlformats.org/drawingml/2006/main">
            <a:pathLst>
              <a:path w="43067" h="50917">
                <a:moveTo>
                  <a:pt x="10515" y="17463"/>
                </a:moveTo>
                <a:lnTo>
                  <a:pt x="16035" y="13021"/>
                </a:lnTo>
                <a:lnTo>
                  <a:pt x="43067" y="46475"/>
                </a:lnTo>
                <a:lnTo>
                  <a:pt x="37547" y="50917"/>
                </a:lnTo>
                <a:lnTo>
                  <a:pt x="10515" y="17463"/>
                </a:lnTo>
                <a:close/>
                <a:moveTo>
                  <a:pt x="0" y="4428"/>
                </a:moveTo>
                <a:lnTo>
                  <a:pt x="5505" y="0"/>
                </a:lnTo>
                <a:lnTo>
                  <a:pt x="11142" y="6933"/>
                </a:lnTo>
                <a:lnTo>
                  <a:pt x="5622" y="11375"/>
                </a:lnTo>
                <a:lnTo>
                  <a:pt x="0" y="4428"/>
                </a:lnTo>
                <a:close/>
                <a:moveTo>
                  <a:pt x="0" y="44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E57AC-4EA9-4104-8F5C-E4C15274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93" y="5589504"/>
            <a:ext cx="55068" cy="51718"/>
          </a:xfrm>
          <a:custGeom xmlns:a="http://schemas.openxmlformats.org/drawingml/2006/main">
            <a:pathLst>
              <a:path w="55068" h="51718">
                <a:moveTo>
                  <a:pt x="38741" y="8943"/>
                </a:moveTo>
                <a:lnTo>
                  <a:pt x="55068" y="29129"/>
                </a:lnTo>
                <a:lnTo>
                  <a:pt x="49548" y="33571"/>
                </a:lnTo>
                <a:lnTo>
                  <a:pt x="33396" y="13545"/>
                </a:lnTo>
                <a:cubicBezTo>
                  <a:pt x="30833" y="10355"/>
                  <a:pt x="28328" y="8476"/>
                  <a:pt x="25823" y="7908"/>
                </a:cubicBezTo>
                <a:cubicBezTo>
                  <a:pt x="23318" y="7340"/>
                  <a:pt x="20813" y="8083"/>
                  <a:pt x="18366" y="10079"/>
                </a:cubicBezTo>
                <a:cubicBezTo>
                  <a:pt x="15351" y="12467"/>
                  <a:pt x="13822" y="15307"/>
                  <a:pt x="13589" y="18555"/>
                </a:cubicBezTo>
                <a:cubicBezTo>
                  <a:pt x="13414" y="21847"/>
                  <a:pt x="14608" y="25094"/>
                  <a:pt x="17288" y="28401"/>
                </a:cubicBezTo>
                <a:lnTo>
                  <a:pt x="32537" y="47276"/>
                </a:lnTo>
                <a:lnTo>
                  <a:pt x="27017" y="51718"/>
                </a:lnTo>
                <a:lnTo>
                  <a:pt x="0" y="18264"/>
                </a:lnTo>
                <a:lnTo>
                  <a:pt x="5505" y="13836"/>
                </a:lnTo>
                <a:lnTo>
                  <a:pt x="9729" y="19007"/>
                </a:lnTo>
                <a:cubicBezTo>
                  <a:pt x="9438" y="15933"/>
                  <a:pt x="9773" y="13210"/>
                  <a:pt x="10749" y="10763"/>
                </a:cubicBezTo>
                <a:cubicBezTo>
                  <a:pt x="11710" y="8316"/>
                  <a:pt x="13370" y="6146"/>
                  <a:pt x="15700" y="4267"/>
                </a:cubicBezTo>
                <a:cubicBezTo>
                  <a:pt x="19560" y="1194"/>
                  <a:pt x="23434" y="0"/>
                  <a:pt x="27308" y="801"/>
                </a:cubicBezTo>
                <a:cubicBezTo>
                  <a:pt x="31226" y="1602"/>
                  <a:pt x="35042" y="4267"/>
                  <a:pt x="38741" y="8943"/>
                </a:cubicBezTo>
                <a:close/>
                <a:moveTo>
                  <a:pt x="38741" y="89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DAB78-41AE-482A-A137-D0495C74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28" y="5541034"/>
            <a:ext cx="49883" cy="64812"/>
          </a:xfrm>
          <a:custGeom xmlns:a="http://schemas.openxmlformats.org/drawingml/2006/main">
            <a:pathLst>
              <a:path w="49883" h="64812">
                <a:moveTo>
                  <a:pt x="21497" y="22589"/>
                </a:moveTo>
                <a:lnTo>
                  <a:pt x="6874" y="4442"/>
                </a:lnTo>
                <a:lnTo>
                  <a:pt x="12336" y="0"/>
                </a:lnTo>
                <a:lnTo>
                  <a:pt x="49883" y="46548"/>
                </a:lnTo>
                <a:lnTo>
                  <a:pt x="44421" y="50975"/>
                </a:lnTo>
                <a:lnTo>
                  <a:pt x="40329" y="45922"/>
                </a:lnTo>
                <a:cubicBezTo>
                  <a:pt x="40780" y="48878"/>
                  <a:pt x="40562" y="51485"/>
                  <a:pt x="39542" y="53888"/>
                </a:cubicBezTo>
                <a:cubicBezTo>
                  <a:pt x="38567" y="56277"/>
                  <a:pt x="36862" y="58491"/>
                  <a:pt x="34357" y="60486"/>
                </a:cubicBezTo>
                <a:cubicBezTo>
                  <a:pt x="30323" y="63719"/>
                  <a:pt x="25764" y="64812"/>
                  <a:pt x="20594" y="63603"/>
                </a:cubicBezTo>
                <a:cubicBezTo>
                  <a:pt x="15467" y="62408"/>
                  <a:pt x="10749" y="59233"/>
                  <a:pt x="6481" y="53932"/>
                </a:cubicBezTo>
                <a:cubicBezTo>
                  <a:pt x="2272" y="48703"/>
                  <a:pt x="102" y="43416"/>
                  <a:pt x="58" y="38173"/>
                </a:cubicBezTo>
                <a:cubicBezTo>
                  <a:pt x="0" y="32886"/>
                  <a:pt x="1981" y="28619"/>
                  <a:pt x="6030" y="25371"/>
                </a:cubicBezTo>
                <a:cubicBezTo>
                  <a:pt x="8476" y="23332"/>
                  <a:pt x="10982" y="22138"/>
                  <a:pt x="13530" y="21686"/>
                </a:cubicBezTo>
                <a:cubicBezTo>
                  <a:pt x="16094" y="21220"/>
                  <a:pt x="18715" y="21512"/>
                  <a:pt x="21497" y="22589"/>
                </a:cubicBezTo>
                <a:close/>
                <a:moveTo>
                  <a:pt x="12176" y="49388"/>
                </a:moveTo>
                <a:cubicBezTo>
                  <a:pt x="15467" y="53422"/>
                  <a:pt x="18832" y="55927"/>
                  <a:pt x="22356" y="56903"/>
                </a:cubicBezTo>
                <a:cubicBezTo>
                  <a:pt x="25881" y="57806"/>
                  <a:pt x="29129" y="57122"/>
                  <a:pt x="32027" y="54791"/>
                </a:cubicBezTo>
                <a:cubicBezTo>
                  <a:pt x="34925" y="52461"/>
                  <a:pt x="36294" y="49446"/>
                  <a:pt x="36061" y="45805"/>
                </a:cubicBezTo>
                <a:cubicBezTo>
                  <a:pt x="35901" y="42164"/>
                  <a:pt x="34183" y="38290"/>
                  <a:pt x="30891" y="34255"/>
                </a:cubicBezTo>
                <a:cubicBezTo>
                  <a:pt x="27643" y="30207"/>
                  <a:pt x="24235" y="27716"/>
                  <a:pt x="20711" y="26740"/>
                </a:cubicBezTo>
                <a:cubicBezTo>
                  <a:pt x="17171" y="25837"/>
                  <a:pt x="13996" y="26522"/>
                  <a:pt x="11084" y="28852"/>
                </a:cubicBezTo>
                <a:cubicBezTo>
                  <a:pt x="8185" y="31182"/>
                  <a:pt x="6816" y="34197"/>
                  <a:pt x="6991" y="37838"/>
                </a:cubicBezTo>
                <a:cubicBezTo>
                  <a:pt x="7224" y="41479"/>
                  <a:pt x="8928" y="45354"/>
                  <a:pt x="12176" y="49388"/>
                </a:cubicBezTo>
                <a:close/>
                <a:moveTo>
                  <a:pt x="12176" y="493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C00F0-E5F9-4C4F-9A48-7EB4B4D4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63" y="5527781"/>
            <a:ext cx="48077" cy="45572"/>
          </a:xfrm>
          <a:custGeom xmlns:a="http://schemas.openxmlformats.org/drawingml/2006/main">
            <a:pathLst>
              <a:path w="48077" h="45572">
                <a:moveTo>
                  <a:pt x="36076" y="9394"/>
                </a:moveTo>
                <a:lnTo>
                  <a:pt x="38290" y="12059"/>
                </a:lnTo>
                <a:lnTo>
                  <a:pt x="12977" y="32493"/>
                </a:lnTo>
                <a:cubicBezTo>
                  <a:pt x="16268" y="36076"/>
                  <a:pt x="19749" y="38057"/>
                  <a:pt x="23390" y="38406"/>
                </a:cubicBezTo>
                <a:cubicBezTo>
                  <a:pt x="27032" y="38741"/>
                  <a:pt x="30673" y="37430"/>
                  <a:pt x="34314" y="34474"/>
                </a:cubicBezTo>
                <a:cubicBezTo>
                  <a:pt x="36411" y="32770"/>
                  <a:pt x="38290" y="30833"/>
                  <a:pt x="39834" y="28736"/>
                </a:cubicBezTo>
                <a:cubicBezTo>
                  <a:pt x="41421" y="26624"/>
                  <a:pt x="42732" y="24235"/>
                  <a:pt x="43868" y="21614"/>
                </a:cubicBezTo>
                <a:lnTo>
                  <a:pt x="48077" y="26857"/>
                </a:lnTo>
                <a:cubicBezTo>
                  <a:pt x="46766" y="29304"/>
                  <a:pt x="45237" y="31517"/>
                  <a:pt x="43518" y="33687"/>
                </a:cubicBezTo>
                <a:cubicBezTo>
                  <a:pt x="41814" y="35785"/>
                  <a:pt x="39877" y="37664"/>
                  <a:pt x="37780" y="39426"/>
                </a:cubicBezTo>
                <a:cubicBezTo>
                  <a:pt x="32435" y="43693"/>
                  <a:pt x="26973" y="45572"/>
                  <a:pt x="21337" y="45004"/>
                </a:cubicBezTo>
                <a:cubicBezTo>
                  <a:pt x="15700" y="44378"/>
                  <a:pt x="10749" y="41479"/>
                  <a:pt x="6437" y="36134"/>
                </a:cubicBezTo>
                <a:cubicBezTo>
                  <a:pt x="2054" y="30673"/>
                  <a:pt x="0" y="25153"/>
                  <a:pt x="350" y="19516"/>
                </a:cubicBezTo>
                <a:cubicBezTo>
                  <a:pt x="743" y="13938"/>
                  <a:pt x="3423" y="9103"/>
                  <a:pt x="8418" y="5068"/>
                </a:cubicBezTo>
                <a:cubicBezTo>
                  <a:pt x="12919" y="1427"/>
                  <a:pt x="17696" y="0"/>
                  <a:pt x="22648" y="743"/>
                </a:cubicBezTo>
                <a:cubicBezTo>
                  <a:pt x="27600" y="1544"/>
                  <a:pt x="32085" y="4442"/>
                  <a:pt x="36076" y="9394"/>
                </a:cubicBezTo>
                <a:close/>
                <a:moveTo>
                  <a:pt x="29304" y="12234"/>
                </a:moveTo>
                <a:cubicBezTo>
                  <a:pt x="26857" y="9278"/>
                  <a:pt x="24060" y="7515"/>
                  <a:pt x="20944" y="7049"/>
                </a:cubicBezTo>
                <a:cubicBezTo>
                  <a:pt x="17871" y="6598"/>
                  <a:pt x="14972" y="7457"/>
                  <a:pt x="12234" y="9671"/>
                </a:cubicBezTo>
                <a:cubicBezTo>
                  <a:pt x="9161" y="12118"/>
                  <a:pt x="7457" y="14958"/>
                  <a:pt x="7005" y="18205"/>
                </a:cubicBezTo>
                <a:cubicBezTo>
                  <a:pt x="6539" y="21395"/>
                  <a:pt x="7457" y="24687"/>
                  <a:pt x="9729" y="28109"/>
                </a:cubicBezTo>
                <a:lnTo>
                  <a:pt x="29304" y="12234"/>
                </a:lnTo>
                <a:close/>
                <a:moveTo>
                  <a:pt x="29304" y="122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4ED98-266B-4F89-9161-7F64E300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56" y="5498419"/>
            <a:ext cx="32537" cy="49781"/>
          </a:xfrm>
          <a:custGeom xmlns:a="http://schemas.openxmlformats.org/drawingml/2006/main">
            <a:pathLst>
              <a:path w="32537" h="49781">
                <a:moveTo>
                  <a:pt x="23769" y="5578"/>
                </a:moveTo>
                <a:cubicBezTo>
                  <a:pt x="22866" y="5753"/>
                  <a:pt x="21949" y="6044"/>
                  <a:pt x="21104" y="6437"/>
                </a:cubicBezTo>
                <a:cubicBezTo>
                  <a:pt x="20245" y="6889"/>
                  <a:pt x="19400" y="7399"/>
                  <a:pt x="18482" y="8141"/>
                </a:cubicBezTo>
                <a:cubicBezTo>
                  <a:pt x="15409" y="10647"/>
                  <a:pt x="13822" y="13603"/>
                  <a:pt x="13763" y="16968"/>
                </a:cubicBezTo>
                <a:cubicBezTo>
                  <a:pt x="13763" y="20317"/>
                  <a:pt x="15249" y="23900"/>
                  <a:pt x="18307" y="27658"/>
                </a:cubicBezTo>
                <a:lnTo>
                  <a:pt x="32537" y="45295"/>
                </a:lnTo>
                <a:lnTo>
                  <a:pt x="27017" y="49781"/>
                </a:lnTo>
                <a:lnTo>
                  <a:pt x="0" y="16283"/>
                </a:lnTo>
                <a:lnTo>
                  <a:pt x="5520" y="11841"/>
                </a:lnTo>
                <a:lnTo>
                  <a:pt x="9729" y="17011"/>
                </a:lnTo>
                <a:cubicBezTo>
                  <a:pt x="9263" y="14055"/>
                  <a:pt x="9554" y="11331"/>
                  <a:pt x="10574" y="8884"/>
                </a:cubicBezTo>
                <a:cubicBezTo>
                  <a:pt x="11652" y="6379"/>
                  <a:pt x="13530" y="4049"/>
                  <a:pt x="16152" y="1937"/>
                </a:cubicBezTo>
                <a:cubicBezTo>
                  <a:pt x="16545" y="1602"/>
                  <a:pt x="17011" y="1311"/>
                  <a:pt x="17463" y="976"/>
                </a:cubicBezTo>
                <a:cubicBezTo>
                  <a:pt x="17972" y="685"/>
                  <a:pt x="18540" y="350"/>
                  <a:pt x="19167" y="0"/>
                </a:cubicBezTo>
                <a:lnTo>
                  <a:pt x="23769" y="5578"/>
                </a:lnTo>
                <a:close/>
                <a:moveTo>
                  <a:pt x="23769" y="55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96A87-5370-4EEF-BA1B-AA3B550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59" y="5455585"/>
            <a:ext cx="71467" cy="71919"/>
          </a:xfrm>
          <a:custGeom xmlns:a="http://schemas.openxmlformats.org/drawingml/2006/main">
            <a:pathLst>
              <a:path w="71467" h="71919">
                <a:moveTo>
                  <a:pt x="0" y="27308"/>
                </a:moveTo>
                <a:lnTo>
                  <a:pt x="6030" y="22415"/>
                </a:lnTo>
                <a:lnTo>
                  <a:pt x="21279" y="41305"/>
                </a:lnTo>
                <a:lnTo>
                  <a:pt x="26056" y="6263"/>
                </a:lnTo>
                <a:lnTo>
                  <a:pt x="33848" y="0"/>
                </a:lnTo>
                <a:lnTo>
                  <a:pt x="28503" y="38683"/>
                </a:lnTo>
                <a:lnTo>
                  <a:pt x="71467" y="43358"/>
                </a:lnTo>
                <a:lnTo>
                  <a:pt x="63501" y="49723"/>
                </a:lnTo>
                <a:lnTo>
                  <a:pt x="24745" y="45572"/>
                </a:lnTo>
                <a:lnTo>
                  <a:pt x="42047" y="67025"/>
                </a:lnTo>
                <a:lnTo>
                  <a:pt x="36018" y="71919"/>
                </a:lnTo>
                <a:lnTo>
                  <a:pt x="0" y="27308"/>
                </a:lnTo>
                <a:close/>
                <a:moveTo>
                  <a:pt x="0" y="273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50B53-CF89-4405-B9AC-E08DEDD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66" y="5444385"/>
            <a:ext cx="43009" cy="50917"/>
          </a:xfrm>
          <a:custGeom xmlns:a="http://schemas.openxmlformats.org/drawingml/2006/main">
            <a:pathLst>
              <a:path w="43009" h="50917">
                <a:moveTo>
                  <a:pt x="10530" y="17463"/>
                </a:moveTo>
                <a:lnTo>
                  <a:pt x="15992" y="13021"/>
                </a:lnTo>
                <a:lnTo>
                  <a:pt x="43009" y="46475"/>
                </a:lnTo>
                <a:lnTo>
                  <a:pt x="37489" y="50917"/>
                </a:lnTo>
                <a:lnTo>
                  <a:pt x="10530" y="17463"/>
                </a:lnTo>
                <a:close/>
                <a:moveTo>
                  <a:pt x="0" y="4428"/>
                </a:moveTo>
                <a:lnTo>
                  <a:pt x="5462" y="0"/>
                </a:lnTo>
                <a:lnTo>
                  <a:pt x="11098" y="6933"/>
                </a:lnTo>
                <a:lnTo>
                  <a:pt x="5636" y="11375"/>
                </a:lnTo>
                <a:lnTo>
                  <a:pt x="0" y="4428"/>
                </a:lnTo>
                <a:close/>
                <a:moveTo>
                  <a:pt x="0" y="44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002D2-E8EB-4357-8A65-2C3DFB0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00" y="5434190"/>
            <a:ext cx="51543" cy="43416"/>
          </a:xfrm>
          <a:custGeom xmlns:a="http://schemas.openxmlformats.org/drawingml/2006/main">
            <a:pathLst>
              <a:path w="51543" h="43416">
                <a:moveTo>
                  <a:pt x="5520" y="0"/>
                </a:moveTo>
                <a:lnTo>
                  <a:pt x="13210" y="9511"/>
                </a:lnTo>
                <a:lnTo>
                  <a:pt x="24526" y="408"/>
                </a:lnTo>
                <a:lnTo>
                  <a:pt x="27993" y="4675"/>
                </a:lnTo>
                <a:lnTo>
                  <a:pt x="16676" y="13778"/>
                </a:lnTo>
                <a:lnTo>
                  <a:pt x="31299" y="31983"/>
                </a:lnTo>
                <a:cubicBezTo>
                  <a:pt x="33513" y="34707"/>
                  <a:pt x="35333" y="36134"/>
                  <a:pt x="36702" y="36309"/>
                </a:cubicBezTo>
                <a:cubicBezTo>
                  <a:pt x="38071" y="36469"/>
                  <a:pt x="39892" y="35683"/>
                  <a:pt x="42164" y="33804"/>
                </a:cubicBezTo>
                <a:lnTo>
                  <a:pt x="47859" y="29245"/>
                </a:lnTo>
                <a:lnTo>
                  <a:pt x="51543" y="33862"/>
                </a:lnTo>
                <a:lnTo>
                  <a:pt x="45922" y="38406"/>
                </a:lnTo>
                <a:cubicBezTo>
                  <a:pt x="41654" y="41814"/>
                  <a:pt x="38071" y="43416"/>
                  <a:pt x="35217" y="43125"/>
                </a:cubicBezTo>
                <a:cubicBezTo>
                  <a:pt x="32318" y="42848"/>
                  <a:pt x="29187" y="40620"/>
                  <a:pt x="25779" y="36411"/>
                </a:cubicBezTo>
                <a:lnTo>
                  <a:pt x="11156" y="18264"/>
                </a:lnTo>
                <a:lnTo>
                  <a:pt x="7122" y="21512"/>
                </a:lnTo>
                <a:lnTo>
                  <a:pt x="3641" y="17244"/>
                </a:lnTo>
                <a:lnTo>
                  <a:pt x="7690" y="13996"/>
                </a:lnTo>
                <a:lnTo>
                  <a:pt x="0" y="4500"/>
                </a:lnTo>
                <a:lnTo>
                  <a:pt x="5520" y="0"/>
                </a:lnTo>
                <a:close/>
                <a:moveTo>
                  <a:pt x="55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0ACA8-990F-46DF-8C5E-37F35AFF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23" y="5448871"/>
            <a:ext cx="12467" cy="12686"/>
          </a:xfrm>
          <a:custGeom xmlns:a="http://schemas.openxmlformats.org/drawingml/2006/main">
            <a:pathLst>
              <a:path w="12467" h="12686">
                <a:moveTo>
                  <a:pt x="0" y="5127"/>
                </a:moveTo>
                <a:lnTo>
                  <a:pt x="6321" y="0"/>
                </a:lnTo>
                <a:lnTo>
                  <a:pt x="12467" y="7632"/>
                </a:lnTo>
                <a:lnTo>
                  <a:pt x="6146" y="12686"/>
                </a:lnTo>
                <a:lnTo>
                  <a:pt x="0" y="5127"/>
                </a:lnTo>
                <a:close/>
                <a:moveTo>
                  <a:pt x="0" y="51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83143-80B2-481B-853F-665ACE31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56" y="5384583"/>
            <a:ext cx="70768" cy="61724"/>
          </a:xfrm>
          <a:custGeom xmlns:a="http://schemas.openxmlformats.org/drawingml/2006/main">
            <a:pathLst>
              <a:path w="70768" h="61724">
                <a:moveTo>
                  <a:pt x="40271" y="23725"/>
                </a:moveTo>
                <a:cubicBezTo>
                  <a:pt x="41916" y="23099"/>
                  <a:pt x="43970" y="23041"/>
                  <a:pt x="46300" y="23492"/>
                </a:cubicBezTo>
                <a:cubicBezTo>
                  <a:pt x="48689" y="23900"/>
                  <a:pt x="51543" y="24920"/>
                  <a:pt x="54777" y="26405"/>
                </a:cubicBezTo>
                <a:lnTo>
                  <a:pt x="70768" y="33629"/>
                </a:lnTo>
                <a:lnTo>
                  <a:pt x="64287" y="38916"/>
                </a:lnTo>
                <a:lnTo>
                  <a:pt x="49315" y="32027"/>
                </a:lnTo>
                <a:cubicBezTo>
                  <a:pt x="45455" y="30265"/>
                  <a:pt x="42441" y="29420"/>
                  <a:pt x="40212" y="29580"/>
                </a:cubicBezTo>
                <a:cubicBezTo>
                  <a:pt x="38057" y="29697"/>
                  <a:pt x="35785" y="30716"/>
                  <a:pt x="33382" y="32653"/>
                </a:cubicBezTo>
                <a:lnTo>
                  <a:pt x="26842" y="37998"/>
                </a:lnTo>
                <a:lnTo>
                  <a:pt x="42033" y="56830"/>
                </a:lnTo>
                <a:lnTo>
                  <a:pt x="36003" y="61724"/>
                </a:lnTo>
                <a:lnTo>
                  <a:pt x="0" y="17128"/>
                </a:lnTo>
                <a:lnTo>
                  <a:pt x="13589" y="6088"/>
                </a:lnTo>
                <a:cubicBezTo>
                  <a:pt x="18715" y="1995"/>
                  <a:pt x="23376" y="0"/>
                  <a:pt x="27643" y="117"/>
                </a:cubicBezTo>
                <a:cubicBezTo>
                  <a:pt x="31852" y="175"/>
                  <a:pt x="35726" y="2389"/>
                  <a:pt x="39193" y="6714"/>
                </a:cubicBezTo>
                <a:cubicBezTo>
                  <a:pt x="41465" y="9496"/>
                  <a:pt x="42659" y="12351"/>
                  <a:pt x="42892" y="15249"/>
                </a:cubicBezTo>
                <a:cubicBezTo>
                  <a:pt x="43067" y="18147"/>
                  <a:pt x="42208" y="21002"/>
                  <a:pt x="40271" y="23725"/>
                </a:cubicBezTo>
                <a:close/>
                <a:moveTo>
                  <a:pt x="10006" y="17186"/>
                </a:moveTo>
                <a:lnTo>
                  <a:pt x="22808" y="33003"/>
                </a:lnTo>
                <a:lnTo>
                  <a:pt x="30425" y="26915"/>
                </a:lnTo>
                <a:cubicBezTo>
                  <a:pt x="33338" y="24585"/>
                  <a:pt x="34984" y="22138"/>
                  <a:pt x="35377" y="19575"/>
                </a:cubicBezTo>
                <a:cubicBezTo>
                  <a:pt x="35785" y="17011"/>
                  <a:pt x="34925" y="14448"/>
                  <a:pt x="32814" y="11841"/>
                </a:cubicBezTo>
                <a:cubicBezTo>
                  <a:pt x="30716" y="9219"/>
                  <a:pt x="28386" y="7850"/>
                  <a:pt x="25823" y="7734"/>
                </a:cubicBezTo>
                <a:cubicBezTo>
                  <a:pt x="23259" y="7632"/>
                  <a:pt x="20536" y="8710"/>
                  <a:pt x="17623" y="11040"/>
                </a:cubicBezTo>
                <a:lnTo>
                  <a:pt x="10006" y="17186"/>
                </a:lnTo>
                <a:close/>
                <a:moveTo>
                  <a:pt x="10006" y="171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5BEFF-E708-478D-B069-89B498B1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540" y="5344590"/>
            <a:ext cx="64812" cy="67360"/>
          </a:xfrm>
          <a:custGeom xmlns:a="http://schemas.openxmlformats.org/drawingml/2006/main">
            <a:pathLst>
              <a:path w="64812" h="67360">
                <a:moveTo>
                  <a:pt x="0" y="22750"/>
                </a:moveTo>
                <a:lnTo>
                  <a:pt x="28226" y="0"/>
                </a:lnTo>
                <a:lnTo>
                  <a:pt x="32318" y="5068"/>
                </a:lnTo>
                <a:lnTo>
                  <a:pt x="10195" y="22983"/>
                </a:lnTo>
                <a:lnTo>
                  <a:pt x="20827" y="36178"/>
                </a:lnTo>
                <a:lnTo>
                  <a:pt x="42047" y="19065"/>
                </a:lnTo>
                <a:lnTo>
                  <a:pt x="46140" y="24119"/>
                </a:lnTo>
                <a:lnTo>
                  <a:pt x="24920" y="41246"/>
                </a:lnTo>
                <a:lnTo>
                  <a:pt x="37955" y="57398"/>
                </a:lnTo>
                <a:lnTo>
                  <a:pt x="60704" y="39091"/>
                </a:lnTo>
                <a:lnTo>
                  <a:pt x="64812" y="44145"/>
                </a:lnTo>
                <a:lnTo>
                  <a:pt x="36018" y="67360"/>
                </a:lnTo>
                <a:lnTo>
                  <a:pt x="0" y="22750"/>
                </a:lnTo>
                <a:close/>
                <a:moveTo>
                  <a:pt x="0" y="227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DBFF0-9683-4C67-9BD9-9F58EDE5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38" y="5303168"/>
            <a:ext cx="76798" cy="77599"/>
          </a:xfrm>
          <a:custGeom xmlns:a="http://schemas.openxmlformats.org/drawingml/2006/main">
            <a:pathLst>
              <a:path w="76798" h="77599">
                <a:moveTo>
                  <a:pt x="0" y="32945"/>
                </a:moveTo>
                <a:lnTo>
                  <a:pt x="8986" y="25721"/>
                </a:lnTo>
                <a:lnTo>
                  <a:pt x="44887" y="46883"/>
                </a:lnTo>
                <a:lnTo>
                  <a:pt x="31794" y="7282"/>
                </a:lnTo>
                <a:lnTo>
                  <a:pt x="40780" y="0"/>
                </a:lnTo>
                <a:lnTo>
                  <a:pt x="76798" y="44611"/>
                </a:lnTo>
                <a:lnTo>
                  <a:pt x="70943" y="49388"/>
                </a:lnTo>
                <a:lnTo>
                  <a:pt x="39309" y="10181"/>
                </a:lnTo>
                <a:lnTo>
                  <a:pt x="52505" y="50072"/>
                </a:lnTo>
                <a:lnTo>
                  <a:pt x="46417" y="54966"/>
                </a:lnTo>
                <a:lnTo>
                  <a:pt x="10239" y="33687"/>
                </a:lnTo>
                <a:lnTo>
                  <a:pt x="41873" y="72822"/>
                </a:lnTo>
                <a:lnTo>
                  <a:pt x="36003" y="77599"/>
                </a:lnTo>
                <a:lnTo>
                  <a:pt x="0" y="32945"/>
                </a:lnTo>
                <a:close/>
                <a:moveTo>
                  <a:pt x="0" y="329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8AE7C-6FA3-4255-BC11-BC6B06B0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033" y="5260553"/>
            <a:ext cx="76798" cy="77555"/>
          </a:xfrm>
          <a:custGeom xmlns:a="http://schemas.openxmlformats.org/drawingml/2006/main">
            <a:pathLst>
              <a:path w="76798" h="77555">
                <a:moveTo>
                  <a:pt x="0" y="32945"/>
                </a:moveTo>
                <a:lnTo>
                  <a:pt x="8986" y="25662"/>
                </a:lnTo>
                <a:lnTo>
                  <a:pt x="44887" y="46883"/>
                </a:lnTo>
                <a:lnTo>
                  <a:pt x="31794" y="7282"/>
                </a:lnTo>
                <a:lnTo>
                  <a:pt x="40795" y="0"/>
                </a:lnTo>
                <a:lnTo>
                  <a:pt x="76798" y="44611"/>
                </a:lnTo>
                <a:lnTo>
                  <a:pt x="70943" y="49388"/>
                </a:lnTo>
                <a:lnTo>
                  <a:pt x="39309" y="10195"/>
                </a:lnTo>
                <a:lnTo>
                  <a:pt x="52505" y="50072"/>
                </a:lnTo>
                <a:lnTo>
                  <a:pt x="46417" y="54966"/>
                </a:lnTo>
                <a:lnTo>
                  <a:pt x="10239" y="33687"/>
                </a:lnTo>
                <a:lnTo>
                  <a:pt x="41873" y="72822"/>
                </a:lnTo>
                <a:lnTo>
                  <a:pt x="36003" y="77555"/>
                </a:lnTo>
                <a:lnTo>
                  <a:pt x="0" y="32945"/>
                </a:lnTo>
                <a:close/>
                <a:moveTo>
                  <a:pt x="0" y="329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26337-B21F-4EC9-9E84-BA8144D1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29" y="5245989"/>
            <a:ext cx="63777" cy="49504"/>
          </a:xfrm>
          <a:custGeom xmlns:a="http://schemas.openxmlformats.org/drawingml/2006/main">
            <a:pathLst>
              <a:path w="63777" h="49504">
                <a:moveTo>
                  <a:pt x="0" y="4894"/>
                </a:moveTo>
                <a:lnTo>
                  <a:pt x="6030" y="0"/>
                </a:lnTo>
                <a:lnTo>
                  <a:pt x="37940" y="39542"/>
                </a:lnTo>
                <a:lnTo>
                  <a:pt x="59670" y="22021"/>
                </a:lnTo>
                <a:lnTo>
                  <a:pt x="63777" y="27090"/>
                </a:lnTo>
                <a:lnTo>
                  <a:pt x="36003" y="49504"/>
                </a:lnTo>
                <a:lnTo>
                  <a:pt x="0" y="4894"/>
                </a:lnTo>
                <a:close/>
                <a:moveTo>
                  <a:pt x="0" y="48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606B3-B4C3-4CA9-9EA1-9801CBF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287" y="5204699"/>
            <a:ext cx="57966" cy="62292"/>
          </a:xfrm>
          <a:custGeom xmlns:a="http://schemas.openxmlformats.org/drawingml/2006/main">
            <a:pathLst>
              <a:path w="57966" h="62292">
                <a:moveTo>
                  <a:pt x="0" y="30425"/>
                </a:moveTo>
                <a:lnTo>
                  <a:pt x="37765" y="0"/>
                </a:lnTo>
                <a:lnTo>
                  <a:pt x="41873" y="5054"/>
                </a:lnTo>
                <a:lnTo>
                  <a:pt x="26056" y="17856"/>
                </a:lnTo>
                <a:lnTo>
                  <a:pt x="57966" y="57398"/>
                </a:lnTo>
                <a:lnTo>
                  <a:pt x="51878" y="62292"/>
                </a:lnTo>
                <a:lnTo>
                  <a:pt x="19968" y="22750"/>
                </a:lnTo>
                <a:lnTo>
                  <a:pt x="4151" y="35552"/>
                </a:lnTo>
                <a:lnTo>
                  <a:pt x="0" y="30425"/>
                </a:lnTo>
                <a:close/>
                <a:moveTo>
                  <a:pt x="0" y="304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5E379-01DA-4FDC-A4C6-22F2A390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223" y="5195363"/>
            <a:ext cx="43009" cy="50975"/>
          </a:xfrm>
          <a:custGeom xmlns:a="http://schemas.openxmlformats.org/drawingml/2006/main">
            <a:pathLst>
              <a:path w="43009" h="50975">
                <a:moveTo>
                  <a:pt x="10515" y="17463"/>
                </a:moveTo>
                <a:lnTo>
                  <a:pt x="15992" y="13021"/>
                </a:lnTo>
                <a:lnTo>
                  <a:pt x="43009" y="46533"/>
                </a:lnTo>
                <a:lnTo>
                  <a:pt x="37489" y="50975"/>
                </a:lnTo>
                <a:lnTo>
                  <a:pt x="10515" y="17463"/>
                </a:lnTo>
                <a:close/>
                <a:moveTo>
                  <a:pt x="0" y="4442"/>
                </a:moveTo>
                <a:lnTo>
                  <a:pt x="5462" y="0"/>
                </a:lnTo>
                <a:lnTo>
                  <a:pt x="11098" y="6991"/>
                </a:lnTo>
                <a:lnTo>
                  <a:pt x="5636" y="11433"/>
                </a:lnTo>
                <a:lnTo>
                  <a:pt x="0" y="4442"/>
                </a:lnTo>
                <a:close/>
                <a:moveTo>
                  <a:pt x="0" y="44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75C38-2203-4132-85FA-FB2E0C98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58" y="5185241"/>
            <a:ext cx="51543" cy="43344"/>
          </a:xfrm>
          <a:custGeom xmlns:a="http://schemas.openxmlformats.org/drawingml/2006/main">
            <a:pathLst>
              <a:path w="51543" h="43344">
                <a:moveTo>
                  <a:pt x="5520" y="0"/>
                </a:moveTo>
                <a:lnTo>
                  <a:pt x="13210" y="9496"/>
                </a:lnTo>
                <a:lnTo>
                  <a:pt x="24526" y="335"/>
                </a:lnTo>
                <a:lnTo>
                  <a:pt x="27993" y="4602"/>
                </a:lnTo>
                <a:lnTo>
                  <a:pt x="16676" y="13763"/>
                </a:lnTo>
                <a:lnTo>
                  <a:pt x="31299" y="31911"/>
                </a:lnTo>
                <a:cubicBezTo>
                  <a:pt x="33513" y="34649"/>
                  <a:pt x="35333" y="36120"/>
                  <a:pt x="36702" y="36294"/>
                </a:cubicBezTo>
                <a:cubicBezTo>
                  <a:pt x="38071" y="36455"/>
                  <a:pt x="39892" y="35610"/>
                  <a:pt x="42164" y="33789"/>
                </a:cubicBezTo>
                <a:lnTo>
                  <a:pt x="47844" y="29231"/>
                </a:lnTo>
                <a:lnTo>
                  <a:pt x="51543" y="33789"/>
                </a:lnTo>
                <a:lnTo>
                  <a:pt x="45922" y="38392"/>
                </a:lnTo>
                <a:cubicBezTo>
                  <a:pt x="41654" y="41814"/>
                  <a:pt x="38071" y="43344"/>
                  <a:pt x="35217" y="43125"/>
                </a:cubicBezTo>
                <a:cubicBezTo>
                  <a:pt x="32318" y="42834"/>
                  <a:pt x="29187" y="40562"/>
                  <a:pt x="25779" y="36411"/>
                </a:cubicBezTo>
                <a:lnTo>
                  <a:pt x="11156" y="18249"/>
                </a:lnTo>
                <a:lnTo>
                  <a:pt x="7122" y="21497"/>
                </a:lnTo>
                <a:lnTo>
                  <a:pt x="3641" y="17230"/>
                </a:lnTo>
                <a:lnTo>
                  <a:pt x="7690" y="13938"/>
                </a:lnTo>
                <a:lnTo>
                  <a:pt x="0" y="4428"/>
                </a:lnTo>
                <a:lnTo>
                  <a:pt x="5520" y="0"/>
                </a:lnTo>
                <a:close/>
                <a:moveTo>
                  <a:pt x="55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82FDC-6DDB-4187-AB27-E3B3AE85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178" y="5162302"/>
            <a:ext cx="43067" cy="50917"/>
          </a:xfrm>
          <a:custGeom xmlns:a="http://schemas.openxmlformats.org/drawingml/2006/main">
            <a:pathLst>
              <a:path w="43067" h="50917">
                <a:moveTo>
                  <a:pt x="0" y="4442"/>
                </a:moveTo>
                <a:lnTo>
                  <a:pt x="5520" y="0"/>
                </a:lnTo>
                <a:lnTo>
                  <a:pt x="43067" y="46490"/>
                </a:lnTo>
                <a:lnTo>
                  <a:pt x="37547" y="50917"/>
                </a:lnTo>
                <a:lnTo>
                  <a:pt x="0" y="4442"/>
                </a:lnTo>
                <a:close/>
                <a:moveTo>
                  <a:pt x="0" y="44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1296F-6058-4185-B838-0895A384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671" y="5148830"/>
            <a:ext cx="48019" cy="45616"/>
          </a:xfrm>
          <a:custGeom xmlns:a="http://schemas.openxmlformats.org/drawingml/2006/main">
            <a:pathLst>
              <a:path w="48019" h="45616">
                <a:moveTo>
                  <a:pt x="36061" y="9438"/>
                </a:moveTo>
                <a:lnTo>
                  <a:pt x="38232" y="12118"/>
                </a:lnTo>
                <a:lnTo>
                  <a:pt x="12962" y="32537"/>
                </a:lnTo>
                <a:cubicBezTo>
                  <a:pt x="16268" y="36120"/>
                  <a:pt x="19735" y="38115"/>
                  <a:pt x="23376" y="38450"/>
                </a:cubicBezTo>
                <a:cubicBezTo>
                  <a:pt x="27017" y="38741"/>
                  <a:pt x="30658" y="37430"/>
                  <a:pt x="34299" y="34532"/>
                </a:cubicBezTo>
                <a:cubicBezTo>
                  <a:pt x="36411" y="32814"/>
                  <a:pt x="38232" y="30891"/>
                  <a:pt x="39819" y="28779"/>
                </a:cubicBezTo>
                <a:cubicBezTo>
                  <a:pt x="41363" y="26682"/>
                  <a:pt x="42717" y="24293"/>
                  <a:pt x="43868" y="21672"/>
                </a:cubicBezTo>
                <a:lnTo>
                  <a:pt x="48019" y="26900"/>
                </a:lnTo>
                <a:cubicBezTo>
                  <a:pt x="46708" y="29289"/>
                  <a:pt x="45222" y="31576"/>
                  <a:pt x="43518" y="33673"/>
                </a:cubicBezTo>
                <a:cubicBezTo>
                  <a:pt x="41814" y="35785"/>
                  <a:pt x="39877" y="37707"/>
                  <a:pt x="37722" y="39426"/>
                </a:cubicBezTo>
                <a:cubicBezTo>
                  <a:pt x="32362" y="43737"/>
                  <a:pt x="26900" y="45616"/>
                  <a:pt x="21279" y="45048"/>
                </a:cubicBezTo>
                <a:cubicBezTo>
                  <a:pt x="15642" y="44421"/>
                  <a:pt x="10690" y="41465"/>
                  <a:pt x="6423" y="36178"/>
                </a:cubicBezTo>
                <a:cubicBezTo>
                  <a:pt x="1995" y="30716"/>
                  <a:pt x="0" y="25196"/>
                  <a:pt x="335" y="19560"/>
                </a:cubicBezTo>
                <a:cubicBezTo>
                  <a:pt x="685" y="13996"/>
                  <a:pt x="3408" y="9161"/>
                  <a:pt x="8418" y="5054"/>
                </a:cubicBezTo>
                <a:cubicBezTo>
                  <a:pt x="12919" y="1413"/>
                  <a:pt x="17637" y="0"/>
                  <a:pt x="22589" y="786"/>
                </a:cubicBezTo>
                <a:cubicBezTo>
                  <a:pt x="27527" y="1588"/>
                  <a:pt x="32027" y="4428"/>
                  <a:pt x="36061" y="9438"/>
                </a:cubicBezTo>
                <a:close/>
                <a:moveTo>
                  <a:pt x="29245" y="12278"/>
                </a:moveTo>
                <a:cubicBezTo>
                  <a:pt x="26798" y="9263"/>
                  <a:pt x="24002" y="7559"/>
                  <a:pt x="20929" y="7107"/>
                </a:cubicBezTo>
                <a:cubicBezTo>
                  <a:pt x="17856" y="6656"/>
                  <a:pt x="14958" y="7501"/>
                  <a:pt x="12234" y="9671"/>
                </a:cubicBezTo>
                <a:cubicBezTo>
                  <a:pt x="9161" y="12176"/>
                  <a:pt x="7399" y="15016"/>
                  <a:pt x="6933" y="18249"/>
                </a:cubicBezTo>
                <a:cubicBezTo>
                  <a:pt x="6539" y="21439"/>
                  <a:pt x="7457" y="24745"/>
                  <a:pt x="9671" y="28095"/>
                </a:cubicBezTo>
                <a:lnTo>
                  <a:pt x="29245" y="12278"/>
                </a:lnTo>
                <a:close/>
                <a:moveTo>
                  <a:pt x="29245" y="122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9B926-91F5-4EEF-A906-F6DDF4C4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15" y="5119410"/>
            <a:ext cx="63777" cy="49504"/>
          </a:xfrm>
          <a:custGeom xmlns:a="http://schemas.openxmlformats.org/drawingml/2006/main">
            <a:pathLst>
              <a:path w="63777" h="49504">
                <a:moveTo>
                  <a:pt x="0" y="4894"/>
                </a:moveTo>
                <a:lnTo>
                  <a:pt x="6030" y="0"/>
                </a:lnTo>
                <a:lnTo>
                  <a:pt x="37955" y="39542"/>
                </a:lnTo>
                <a:lnTo>
                  <a:pt x="59685" y="22021"/>
                </a:lnTo>
                <a:lnTo>
                  <a:pt x="63777" y="27075"/>
                </a:lnTo>
                <a:lnTo>
                  <a:pt x="36018" y="49504"/>
                </a:lnTo>
                <a:lnTo>
                  <a:pt x="0" y="4894"/>
                </a:lnTo>
                <a:close/>
                <a:moveTo>
                  <a:pt x="0" y="48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E2CA8-82FA-476B-982E-406868D4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933" y="5090616"/>
            <a:ext cx="43009" cy="50932"/>
          </a:xfrm>
          <a:custGeom xmlns:a="http://schemas.openxmlformats.org/drawingml/2006/main">
            <a:pathLst>
              <a:path w="43009" h="50932">
                <a:moveTo>
                  <a:pt x="10530" y="17477"/>
                </a:moveTo>
                <a:lnTo>
                  <a:pt x="15992" y="13035"/>
                </a:lnTo>
                <a:lnTo>
                  <a:pt x="43009" y="46490"/>
                </a:lnTo>
                <a:lnTo>
                  <a:pt x="37547" y="50932"/>
                </a:lnTo>
                <a:lnTo>
                  <a:pt x="10530" y="17477"/>
                </a:lnTo>
                <a:close/>
                <a:moveTo>
                  <a:pt x="0" y="4442"/>
                </a:moveTo>
                <a:lnTo>
                  <a:pt x="5520" y="0"/>
                </a:lnTo>
                <a:lnTo>
                  <a:pt x="11098" y="7005"/>
                </a:lnTo>
                <a:lnTo>
                  <a:pt x="5636" y="11448"/>
                </a:lnTo>
                <a:lnTo>
                  <a:pt x="0" y="4442"/>
                </a:lnTo>
                <a:close/>
                <a:moveTo>
                  <a:pt x="0" y="44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AC0B8-B775-45D0-A3A4-BB8569D5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79" y="5078163"/>
            <a:ext cx="44261" cy="50407"/>
          </a:xfrm>
          <a:custGeom xmlns:a="http://schemas.openxmlformats.org/drawingml/2006/main">
            <a:pathLst>
              <a:path w="44261" h="50407">
                <a:moveTo>
                  <a:pt x="20419" y="0"/>
                </a:moveTo>
                <a:lnTo>
                  <a:pt x="24570" y="5170"/>
                </a:lnTo>
                <a:cubicBezTo>
                  <a:pt x="22415" y="5636"/>
                  <a:pt x="20303" y="6321"/>
                  <a:pt x="18322" y="7282"/>
                </a:cubicBezTo>
                <a:cubicBezTo>
                  <a:pt x="16327" y="8243"/>
                  <a:pt x="14448" y="9438"/>
                  <a:pt x="12627" y="10865"/>
                </a:cubicBezTo>
                <a:cubicBezTo>
                  <a:pt x="9904" y="13079"/>
                  <a:pt x="8185" y="15132"/>
                  <a:pt x="7515" y="17128"/>
                </a:cubicBezTo>
                <a:cubicBezTo>
                  <a:pt x="6831" y="19065"/>
                  <a:pt x="7166" y="20827"/>
                  <a:pt x="8476" y="22531"/>
                </a:cubicBezTo>
                <a:cubicBezTo>
                  <a:pt x="9496" y="23784"/>
                  <a:pt x="10807" y="24410"/>
                  <a:pt x="12394" y="24352"/>
                </a:cubicBezTo>
                <a:cubicBezTo>
                  <a:pt x="13938" y="24293"/>
                  <a:pt x="16501" y="23376"/>
                  <a:pt x="19968" y="21672"/>
                </a:cubicBezTo>
                <a:lnTo>
                  <a:pt x="22182" y="20536"/>
                </a:lnTo>
                <a:cubicBezTo>
                  <a:pt x="26740" y="18264"/>
                  <a:pt x="30498" y="17186"/>
                  <a:pt x="33338" y="17346"/>
                </a:cubicBezTo>
                <a:cubicBezTo>
                  <a:pt x="36236" y="17579"/>
                  <a:pt x="38741" y="19065"/>
                  <a:pt x="40955" y="21788"/>
                </a:cubicBezTo>
                <a:cubicBezTo>
                  <a:pt x="43460" y="24861"/>
                  <a:pt x="44261" y="28328"/>
                  <a:pt x="43242" y="32144"/>
                </a:cubicBezTo>
                <a:cubicBezTo>
                  <a:pt x="42266" y="35959"/>
                  <a:pt x="39601" y="39542"/>
                  <a:pt x="35275" y="43067"/>
                </a:cubicBezTo>
                <a:cubicBezTo>
                  <a:pt x="33513" y="44494"/>
                  <a:pt x="31517" y="45805"/>
                  <a:pt x="29245" y="47058"/>
                </a:cubicBezTo>
                <a:cubicBezTo>
                  <a:pt x="27017" y="48252"/>
                  <a:pt x="24570" y="49388"/>
                  <a:pt x="21847" y="50407"/>
                </a:cubicBezTo>
                <a:lnTo>
                  <a:pt x="17288" y="44771"/>
                </a:lnTo>
                <a:cubicBezTo>
                  <a:pt x="20143" y="44145"/>
                  <a:pt x="22808" y="43358"/>
                  <a:pt x="25196" y="42266"/>
                </a:cubicBezTo>
                <a:cubicBezTo>
                  <a:pt x="27585" y="41188"/>
                  <a:pt x="29755" y="39877"/>
                  <a:pt x="31692" y="38348"/>
                </a:cubicBezTo>
                <a:cubicBezTo>
                  <a:pt x="34299" y="36236"/>
                  <a:pt x="35901" y="34197"/>
                  <a:pt x="36586" y="32202"/>
                </a:cubicBezTo>
                <a:cubicBezTo>
                  <a:pt x="37256" y="30148"/>
                  <a:pt x="36979" y="28328"/>
                  <a:pt x="35668" y="26740"/>
                </a:cubicBezTo>
                <a:cubicBezTo>
                  <a:pt x="34474" y="25255"/>
                  <a:pt x="33003" y="24526"/>
                  <a:pt x="31343" y="24526"/>
                </a:cubicBezTo>
                <a:cubicBezTo>
                  <a:pt x="29755" y="24526"/>
                  <a:pt x="26915" y="25546"/>
                  <a:pt x="22866" y="27600"/>
                </a:cubicBezTo>
                <a:lnTo>
                  <a:pt x="20594" y="28677"/>
                </a:lnTo>
                <a:cubicBezTo>
                  <a:pt x="16618" y="30716"/>
                  <a:pt x="13312" y="31576"/>
                  <a:pt x="10574" y="31343"/>
                </a:cubicBezTo>
                <a:cubicBezTo>
                  <a:pt x="7850" y="31066"/>
                  <a:pt x="5462" y="29639"/>
                  <a:pt x="3350" y="27017"/>
                </a:cubicBezTo>
                <a:cubicBezTo>
                  <a:pt x="845" y="23900"/>
                  <a:pt x="0" y="20594"/>
                  <a:pt x="845" y="17069"/>
                </a:cubicBezTo>
                <a:cubicBezTo>
                  <a:pt x="1704" y="13545"/>
                  <a:pt x="4151" y="10122"/>
                  <a:pt x="8243" y="6831"/>
                </a:cubicBezTo>
                <a:cubicBezTo>
                  <a:pt x="10297" y="5170"/>
                  <a:pt x="12351" y="3816"/>
                  <a:pt x="14331" y="2622"/>
                </a:cubicBezTo>
                <a:cubicBezTo>
                  <a:pt x="16385" y="1486"/>
                  <a:pt x="18439" y="568"/>
                  <a:pt x="20419" y="0"/>
                </a:cubicBezTo>
                <a:close/>
                <a:moveTo>
                  <a:pt x="2041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106F9-B574-4829-9F55-DE264E78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593" y="5054729"/>
            <a:ext cx="51543" cy="43402"/>
          </a:xfrm>
          <a:custGeom xmlns:a="http://schemas.openxmlformats.org/drawingml/2006/main">
            <a:pathLst>
              <a:path w="51543" h="43402">
                <a:moveTo>
                  <a:pt x="5520" y="0"/>
                </a:moveTo>
                <a:lnTo>
                  <a:pt x="13195" y="9496"/>
                </a:lnTo>
                <a:lnTo>
                  <a:pt x="24526" y="393"/>
                </a:lnTo>
                <a:lnTo>
                  <a:pt x="27935" y="4661"/>
                </a:lnTo>
                <a:lnTo>
                  <a:pt x="16618" y="13763"/>
                </a:lnTo>
                <a:lnTo>
                  <a:pt x="31284" y="31969"/>
                </a:lnTo>
                <a:cubicBezTo>
                  <a:pt x="33513" y="34692"/>
                  <a:pt x="35275" y="36120"/>
                  <a:pt x="36644" y="36294"/>
                </a:cubicBezTo>
                <a:cubicBezTo>
                  <a:pt x="38057" y="36469"/>
                  <a:pt x="39877" y="35668"/>
                  <a:pt x="42164" y="33789"/>
                </a:cubicBezTo>
                <a:lnTo>
                  <a:pt x="47786" y="29231"/>
                </a:lnTo>
                <a:lnTo>
                  <a:pt x="51543" y="33848"/>
                </a:lnTo>
                <a:lnTo>
                  <a:pt x="45849" y="38392"/>
                </a:lnTo>
                <a:cubicBezTo>
                  <a:pt x="41640" y="41814"/>
                  <a:pt x="38057" y="43402"/>
                  <a:pt x="35158" y="43125"/>
                </a:cubicBezTo>
                <a:cubicBezTo>
                  <a:pt x="32260" y="42834"/>
                  <a:pt x="29129" y="40620"/>
                  <a:pt x="25764" y="36411"/>
                </a:cubicBezTo>
                <a:lnTo>
                  <a:pt x="11098" y="18264"/>
                </a:lnTo>
                <a:lnTo>
                  <a:pt x="7049" y="21497"/>
                </a:lnTo>
                <a:lnTo>
                  <a:pt x="3641" y="17230"/>
                </a:lnTo>
                <a:lnTo>
                  <a:pt x="7675" y="13996"/>
                </a:lnTo>
                <a:lnTo>
                  <a:pt x="0" y="4486"/>
                </a:lnTo>
                <a:lnTo>
                  <a:pt x="5520" y="0"/>
                </a:lnTo>
                <a:close/>
                <a:moveTo>
                  <a:pt x="55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24F43-A49D-48AA-AF74-A4BC381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371" y="5012449"/>
            <a:ext cx="57923" cy="62306"/>
          </a:xfrm>
          <a:custGeom xmlns:a="http://schemas.openxmlformats.org/drawingml/2006/main">
            <a:pathLst>
              <a:path w="57923" h="62306">
                <a:moveTo>
                  <a:pt x="0" y="30440"/>
                </a:moveTo>
                <a:lnTo>
                  <a:pt x="37722" y="0"/>
                </a:lnTo>
                <a:lnTo>
                  <a:pt x="41873" y="5068"/>
                </a:lnTo>
                <a:lnTo>
                  <a:pt x="25997" y="17871"/>
                </a:lnTo>
                <a:lnTo>
                  <a:pt x="57923" y="57413"/>
                </a:lnTo>
                <a:lnTo>
                  <a:pt x="51893" y="62306"/>
                </a:lnTo>
                <a:lnTo>
                  <a:pt x="19968" y="22764"/>
                </a:lnTo>
                <a:lnTo>
                  <a:pt x="4107" y="35566"/>
                </a:lnTo>
                <a:lnTo>
                  <a:pt x="0" y="30440"/>
                </a:lnTo>
                <a:close/>
                <a:moveTo>
                  <a:pt x="0" y="304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C101B-2FE7-48AE-990A-D842B013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181" y="5011371"/>
            <a:ext cx="51602" cy="46825"/>
          </a:xfrm>
          <a:custGeom xmlns:a="http://schemas.openxmlformats.org/drawingml/2006/main">
            <a:pathLst>
              <a:path w="51602" h="46825">
                <a:moveTo>
                  <a:pt x="27075" y="20201"/>
                </a:moveTo>
                <a:cubicBezTo>
                  <a:pt x="22648" y="23842"/>
                  <a:pt x="19968" y="26798"/>
                  <a:pt x="19065" y="29187"/>
                </a:cubicBezTo>
                <a:cubicBezTo>
                  <a:pt x="18147" y="31576"/>
                  <a:pt x="18715" y="34022"/>
                  <a:pt x="20711" y="36469"/>
                </a:cubicBezTo>
                <a:cubicBezTo>
                  <a:pt x="22240" y="38406"/>
                  <a:pt x="24177" y="39484"/>
                  <a:pt x="26405" y="39542"/>
                </a:cubicBezTo>
                <a:cubicBezTo>
                  <a:pt x="28561" y="39659"/>
                  <a:pt x="30775" y="38800"/>
                  <a:pt x="33003" y="37037"/>
                </a:cubicBezTo>
                <a:cubicBezTo>
                  <a:pt x="36076" y="34590"/>
                  <a:pt x="37605" y="31517"/>
                  <a:pt x="37722" y="27876"/>
                </a:cubicBezTo>
                <a:cubicBezTo>
                  <a:pt x="37838" y="24235"/>
                  <a:pt x="36411" y="20594"/>
                  <a:pt x="33513" y="17011"/>
                </a:cubicBezTo>
                <a:lnTo>
                  <a:pt x="32551" y="15817"/>
                </a:lnTo>
                <a:lnTo>
                  <a:pt x="27075" y="20201"/>
                </a:lnTo>
                <a:close/>
                <a:moveTo>
                  <a:pt x="36193" y="9103"/>
                </a:moveTo>
                <a:lnTo>
                  <a:pt x="51602" y="28168"/>
                </a:lnTo>
                <a:lnTo>
                  <a:pt x="46140" y="32595"/>
                </a:lnTo>
                <a:lnTo>
                  <a:pt x="42047" y="27541"/>
                </a:lnTo>
                <a:cubicBezTo>
                  <a:pt x="42382" y="30614"/>
                  <a:pt x="42047" y="33338"/>
                  <a:pt x="40970" y="35843"/>
                </a:cubicBezTo>
                <a:cubicBezTo>
                  <a:pt x="39877" y="38290"/>
                  <a:pt x="37955" y="40678"/>
                  <a:pt x="35275" y="42834"/>
                </a:cubicBezTo>
                <a:cubicBezTo>
                  <a:pt x="31867" y="45630"/>
                  <a:pt x="28328" y="46825"/>
                  <a:pt x="24745" y="46533"/>
                </a:cubicBezTo>
                <a:cubicBezTo>
                  <a:pt x="21162" y="46257"/>
                  <a:pt x="18089" y="44494"/>
                  <a:pt x="15482" y="41246"/>
                </a:cubicBezTo>
                <a:cubicBezTo>
                  <a:pt x="12467" y="37489"/>
                  <a:pt x="11433" y="33687"/>
                  <a:pt x="12409" y="29697"/>
                </a:cubicBezTo>
                <a:cubicBezTo>
                  <a:pt x="13370" y="25779"/>
                  <a:pt x="16385" y="21788"/>
                  <a:pt x="21337" y="17754"/>
                </a:cubicBezTo>
                <a:lnTo>
                  <a:pt x="29071" y="11491"/>
                </a:lnTo>
                <a:lnTo>
                  <a:pt x="28619" y="10982"/>
                </a:lnTo>
                <a:cubicBezTo>
                  <a:pt x="26565" y="8418"/>
                  <a:pt x="24177" y="7166"/>
                  <a:pt x="21395" y="7107"/>
                </a:cubicBezTo>
                <a:cubicBezTo>
                  <a:pt x="18599" y="7049"/>
                  <a:pt x="15700" y="8258"/>
                  <a:pt x="12686" y="10690"/>
                </a:cubicBezTo>
                <a:cubicBezTo>
                  <a:pt x="10807" y="12234"/>
                  <a:pt x="9103" y="13996"/>
                  <a:pt x="7675" y="15875"/>
                </a:cubicBezTo>
                <a:cubicBezTo>
                  <a:pt x="6263" y="17812"/>
                  <a:pt x="5068" y="19910"/>
                  <a:pt x="4093" y="22196"/>
                </a:cubicBezTo>
                <a:lnTo>
                  <a:pt x="0" y="17069"/>
                </a:lnTo>
                <a:cubicBezTo>
                  <a:pt x="1369" y="14681"/>
                  <a:pt x="2898" y="12511"/>
                  <a:pt x="4442" y="10647"/>
                </a:cubicBezTo>
                <a:cubicBezTo>
                  <a:pt x="6030" y="8710"/>
                  <a:pt x="7734" y="7005"/>
                  <a:pt x="9496" y="5578"/>
                </a:cubicBezTo>
                <a:cubicBezTo>
                  <a:pt x="14346" y="1646"/>
                  <a:pt x="19007" y="0"/>
                  <a:pt x="23390" y="568"/>
                </a:cubicBezTo>
                <a:cubicBezTo>
                  <a:pt x="27818" y="1136"/>
                  <a:pt x="32085" y="3991"/>
                  <a:pt x="36193" y="9103"/>
                </a:cubicBezTo>
                <a:close/>
                <a:moveTo>
                  <a:pt x="36193" y="91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07E73-F61D-4A95-8007-7EE1A0ED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627" y="4974727"/>
            <a:ext cx="53422" cy="65321"/>
          </a:xfrm>
          <a:custGeom xmlns:a="http://schemas.openxmlformats.org/drawingml/2006/main">
            <a:pathLst>
              <a:path w="53422" h="65321">
                <a:moveTo>
                  <a:pt x="30673" y="20769"/>
                </a:moveTo>
                <a:cubicBezTo>
                  <a:pt x="27483" y="16793"/>
                  <a:pt x="24191" y="14404"/>
                  <a:pt x="20769" y="13545"/>
                </a:cubicBezTo>
                <a:cubicBezTo>
                  <a:pt x="17361" y="12642"/>
                  <a:pt x="14171" y="13428"/>
                  <a:pt x="11156" y="15817"/>
                </a:cubicBezTo>
                <a:cubicBezTo>
                  <a:pt x="8258" y="18205"/>
                  <a:pt x="6831" y="21177"/>
                  <a:pt x="6947" y="24643"/>
                </a:cubicBezTo>
                <a:cubicBezTo>
                  <a:pt x="7064" y="28168"/>
                  <a:pt x="8768" y="31925"/>
                  <a:pt x="11957" y="35901"/>
                </a:cubicBezTo>
                <a:cubicBezTo>
                  <a:pt x="15147" y="39892"/>
                  <a:pt x="18497" y="42280"/>
                  <a:pt x="21905" y="43125"/>
                </a:cubicBezTo>
                <a:cubicBezTo>
                  <a:pt x="25327" y="44043"/>
                  <a:pt x="28459" y="43242"/>
                  <a:pt x="31415" y="40911"/>
                </a:cubicBezTo>
                <a:cubicBezTo>
                  <a:pt x="34372" y="38465"/>
                  <a:pt x="35799" y="35508"/>
                  <a:pt x="35683" y="32042"/>
                </a:cubicBezTo>
                <a:cubicBezTo>
                  <a:pt x="35566" y="28503"/>
                  <a:pt x="33920" y="24759"/>
                  <a:pt x="30673" y="20769"/>
                </a:cubicBezTo>
                <a:close/>
                <a:moveTo>
                  <a:pt x="46664" y="29304"/>
                </a:moveTo>
                <a:cubicBezTo>
                  <a:pt x="51267" y="34998"/>
                  <a:pt x="53422" y="40285"/>
                  <a:pt x="53145" y="45120"/>
                </a:cubicBezTo>
                <a:cubicBezTo>
                  <a:pt x="52854" y="49898"/>
                  <a:pt x="50072" y="54456"/>
                  <a:pt x="44887" y="58665"/>
                </a:cubicBezTo>
                <a:cubicBezTo>
                  <a:pt x="42965" y="60195"/>
                  <a:pt x="41028" y="61505"/>
                  <a:pt x="39033" y="62641"/>
                </a:cubicBezTo>
                <a:cubicBezTo>
                  <a:pt x="37096" y="63719"/>
                  <a:pt x="35115" y="64637"/>
                  <a:pt x="33003" y="65321"/>
                </a:cubicBezTo>
                <a:lnTo>
                  <a:pt x="28677" y="59976"/>
                </a:lnTo>
                <a:cubicBezTo>
                  <a:pt x="31008" y="59568"/>
                  <a:pt x="33119" y="58884"/>
                  <a:pt x="34998" y="58039"/>
                </a:cubicBezTo>
                <a:cubicBezTo>
                  <a:pt x="36935" y="57180"/>
                  <a:pt x="38698" y="56102"/>
                  <a:pt x="40343" y="54791"/>
                </a:cubicBezTo>
                <a:cubicBezTo>
                  <a:pt x="43926" y="51893"/>
                  <a:pt x="45863" y="48762"/>
                  <a:pt x="46140" y="45470"/>
                </a:cubicBezTo>
                <a:cubicBezTo>
                  <a:pt x="46431" y="42106"/>
                  <a:pt x="45004" y="38581"/>
                  <a:pt x="41931" y="34765"/>
                </a:cubicBezTo>
                <a:lnTo>
                  <a:pt x="39775" y="32042"/>
                </a:lnTo>
                <a:cubicBezTo>
                  <a:pt x="40227" y="34940"/>
                  <a:pt x="39950" y="37562"/>
                  <a:pt x="38974" y="39950"/>
                </a:cubicBezTo>
                <a:cubicBezTo>
                  <a:pt x="38013" y="42397"/>
                  <a:pt x="36251" y="44552"/>
                  <a:pt x="33804" y="46606"/>
                </a:cubicBezTo>
                <a:cubicBezTo>
                  <a:pt x="29711" y="49898"/>
                  <a:pt x="25094" y="50975"/>
                  <a:pt x="20084" y="49898"/>
                </a:cubicBezTo>
                <a:cubicBezTo>
                  <a:pt x="15030" y="48820"/>
                  <a:pt x="10472" y="45630"/>
                  <a:pt x="6263" y="40518"/>
                </a:cubicBezTo>
                <a:cubicBezTo>
                  <a:pt x="2112" y="35333"/>
                  <a:pt x="0" y="30163"/>
                  <a:pt x="0" y="24978"/>
                </a:cubicBezTo>
                <a:cubicBezTo>
                  <a:pt x="0" y="19866"/>
                  <a:pt x="1995" y="15598"/>
                  <a:pt x="6088" y="12292"/>
                </a:cubicBezTo>
                <a:cubicBezTo>
                  <a:pt x="8593" y="10297"/>
                  <a:pt x="11098" y="9103"/>
                  <a:pt x="13661" y="8651"/>
                </a:cubicBezTo>
                <a:cubicBezTo>
                  <a:pt x="16225" y="8200"/>
                  <a:pt x="18890" y="8491"/>
                  <a:pt x="21570" y="9511"/>
                </a:cubicBezTo>
                <a:lnTo>
                  <a:pt x="17477" y="4442"/>
                </a:lnTo>
                <a:lnTo>
                  <a:pt x="22997" y="0"/>
                </a:lnTo>
                <a:lnTo>
                  <a:pt x="46664" y="29304"/>
                </a:lnTo>
                <a:close/>
                <a:moveTo>
                  <a:pt x="46664" y="293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5B5B0-2B17-4E51-9B24-5FE093E4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72" y="4921319"/>
            <a:ext cx="76871" cy="77541"/>
          </a:xfrm>
          <a:custGeom xmlns:a="http://schemas.openxmlformats.org/drawingml/2006/main">
            <a:pathLst>
              <a:path w="76871" h="77541">
                <a:moveTo>
                  <a:pt x="0" y="32930"/>
                </a:moveTo>
                <a:lnTo>
                  <a:pt x="9001" y="25648"/>
                </a:lnTo>
                <a:lnTo>
                  <a:pt x="44887" y="46810"/>
                </a:lnTo>
                <a:lnTo>
                  <a:pt x="31809" y="7224"/>
                </a:lnTo>
                <a:lnTo>
                  <a:pt x="40853" y="0"/>
                </a:lnTo>
                <a:lnTo>
                  <a:pt x="76871" y="44596"/>
                </a:lnTo>
                <a:lnTo>
                  <a:pt x="70943" y="49315"/>
                </a:lnTo>
                <a:lnTo>
                  <a:pt x="39324" y="10181"/>
                </a:lnTo>
                <a:lnTo>
                  <a:pt x="52519" y="50058"/>
                </a:lnTo>
                <a:lnTo>
                  <a:pt x="46490" y="54951"/>
                </a:lnTo>
                <a:lnTo>
                  <a:pt x="10253" y="33615"/>
                </a:lnTo>
                <a:lnTo>
                  <a:pt x="41873" y="72822"/>
                </a:lnTo>
                <a:lnTo>
                  <a:pt x="36018" y="77541"/>
                </a:lnTo>
                <a:lnTo>
                  <a:pt x="0" y="32930"/>
                </a:lnTo>
                <a:close/>
                <a:moveTo>
                  <a:pt x="0" y="329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C1694-B7C1-4C57-8C7C-E693DCA2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324" y="4907090"/>
            <a:ext cx="51602" cy="46883"/>
          </a:xfrm>
          <a:custGeom xmlns:a="http://schemas.openxmlformats.org/drawingml/2006/main">
            <a:pathLst>
              <a:path w="51602" h="46883">
                <a:moveTo>
                  <a:pt x="27090" y="20259"/>
                </a:moveTo>
                <a:cubicBezTo>
                  <a:pt x="22648" y="23842"/>
                  <a:pt x="19968" y="26798"/>
                  <a:pt x="19065" y="29245"/>
                </a:cubicBezTo>
                <a:cubicBezTo>
                  <a:pt x="18147" y="31634"/>
                  <a:pt x="18715" y="34022"/>
                  <a:pt x="20711" y="36469"/>
                </a:cubicBezTo>
                <a:cubicBezTo>
                  <a:pt x="22254" y="38465"/>
                  <a:pt x="24177" y="39484"/>
                  <a:pt x="26347" y="39601"/>
                </a:cubicBezTo>
                <a:cubicBezTo>
                  <a:pt x="28561" y="39717"/>
                  <a:pt x="30789" y="38858"/>
                  <a:pt x="33003" y="37037"/>
                </a:cubicBezTo>
                <a:cubicBezTo>
                  <a:pt x="36018" y="34590"/>
                  <a:pt x="37605" y="31517"/>
                  <a:pt x="37722" y="27876"/>
                </a:cubicBezTo>
                <a:cubicBezTo>
                  <a:pt x="37838" y="24235"/>
                  <a:pt x="36411" y="20652"/>
                  <a:pt x="33513" y="17069"/>
                </a:cubicBezTo>
                <a:lnTo>
                  <a:pt x="32551" y="15817"/>
                </a:lnTo>
                <a:lnTo>
                  <a:pt x="27090" y="20259"/>
                </a:lnTo>
                <a:close/>
                <a:moveTo>
                  <a:pt x="36193" y="9103"/>
                </a:moveTo>
                <a:lnTo>
                  <a:pt x="51602" y="28211"/>
                </a:lnTo>
                <a:lnTo>
                  <a:pt x="46140" y="32653"/>
                </a:lnTo>
                <a:lnTo>
                  <a:pt x="41989" y="27541"/>
                </a:lnTo>
                <a:cubicBezTo>
                  <a:pt x="42382" y="30600"/>
                  <a:pt x="42047" y="33338"/>
                  <a:pt x="40970" y="35843"/>
                </a:cubicBezTo>
                <a:cubicBezTo>
                  <a:pt x="39892" y="38348"/>
                  <a:pt x="37955" y="40678"/>
                  <a:pt x="35275" y="42834"/>
                </a:cubicBezTo>
                <a:cubicBezTo>
                  <a:pt x="31809" y="45630"/>
                  <a:pt x="28342" y="46883"/>
                  <a:pt x="24759" y="46533"/>
                </a:cubicBezTo>
                <a:cubicBezTo>
                  <a:pt x="21162" y="46257"/>
                  <a:pt x="18089" y="44494"/>
                  <a:pt x="15482" y="41305"/>
                </a:cubicBezTo>
                <a:cubicBezTo>
                  <a:pt x="12467" y="37547"/>
                  <a:pt x="11389" y="33673"/>
                  <a:pt x="12409" y="29755"/>
                </a:cubicBezTo>
                <a:cubicBezTo>
                  <a:pt x="13370" y="25764"/>
                  <a:pt x="16327" y="21788"/>
                  <a:pt x="21337" y="17754"/>
                </a:cubicBezTo>
                <a:lnTo>
                  <a:pt x="29071" y="11491"/>
                </a:lnTo>
                <a:lnTo>
                  <a:pt x="28619" y="10982"/>
                </a:lnTo>
                <a:cubicBezTo>
                  <a:pt x="26580" y="8418"/>
                  <a:pt x="24177" y="7166"/>
                  <a:pt x="21395" y="7107"/>
                </a:cubicBezTo>
                <a:cubicBezTo>
                  <a:pt x="18613" y="7049"/>
                  <a:pt x="15700" y="8243"/>
                  <a:pt x="12686" y="10690"/>
                </a:cubicBezTo>
                <a:cubicBezTo>
                  <a:pt x="10807" y="12234"/>
                  <a:pt x="9103" y="13996"/>
                  <a:pt x="7690" y="15933"/>
                </a:cubicBezTo>
                <a:cubicBezTo>
                  <a:pt x="6204" y="17812"/>
                  <a:pt x="5068" y="19910"/>
                  <a:pt x="4107" y="22182"/>
                </a:cubicBezTo>
                <a:lnTo>
                  <a:pt x="0" y="17128"/>
                </a:lnTo>
                <a:cubicBezTo>
                  <a:pt x="1369" y="14681"/>
                  <a:pt x="2855" y="12569"/>
                  <a:pt x="4442" y="10632"/>
                </a:cubicBezTo>
                <a:cubicBezTo>
                  <a:pt x="6030" y="8710"/>
                  <a:pt x="7748" y="7049"/>
                  <a:pt x="9511" y="5578"/>
                </a:cubicBezTo>
                <a:cubicBezTo>
                  <a:pt x="14346" y="1704"/>
                  <a:pt x="19007" y="0"/>
                  <a:pt x="23390" y="568"/>
                </a:cubicBezTo>
                <a:cubicBezTo>
                  <a:pt x="27818" y="1194"/>
                  <a:pt x="32085" y="3976"/>
                  <a:pt x="36193" y="9103"/>
                </a:cubicBezTo>
                <a:close/>
                <a:moveTo>
                  <a:pt x="36193" y="91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25791-A52F-4AE5-ADFC-E20CA2A4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491" y="4878820"/>
            <a:ext cx="51543" cy="43344"/>
          </a:xfrm>
          <a:custGeom xmlns:a="http://schemas.openxmlformats.org/drawingml/2006/main">
            <a:pathLst>
              <a:path w="51543" h="43344">
                <a:moveTo>
                  <a:pt x="5520" y="0"/>
                </a:moveTo>
                <a:lnTo>
                  <a:pt x="13195" y="9496"/>
                </a:lnTo>
                <a:lnTo>
                  <a:pt x="24526" y="335"/>
                </a:lnTo>
                <a:lnTo>
                  <a:pt x="27935" y="4602"/>
                </a:lnTo>
                <a:lnTo>
                  <a:pt x="16618" y="13763"/>
                </a:lnTo>
                <a:lnTo>
                  <a:pt x="31284" y="31911"/>
                </a:lnTo>
                <a:cubicBezTo>
                  <a:pt x="33513" y="34634"/>
                  <a:pt x="35275" y="36120"/>
                  <a:pt x="36688" y="36294"/>
                </a:cubicBezTo>
                <a:cubicBezTo>
                  <a:pt x="38057" y="36455"/>
                  <a:pt x="39877" y="35610"/>
                  <a:pt x="42149" y="33731"/>
                </a:cubicBezTo>
                <a:lnTo>
                  <a:pt x="47786" y="29172"/>
                </a:lnTo>
                <a:lnTo>
                  <a:pt x="51543" y="33789"/>
                </a:lnTo>
                <a:lnTo>
                  <a:pt x="45907" y="38333"/>
                </a:lnTo>
                <a:cubicBezTo>
                  <a:pt x="41640" y="41756"/>
                  <a:pt x="38057" y="43344"/>
                  <a:pt x="35158" y="43067"/>
                </a:cubicBezTo>
                <a:cubicBezTo>
                  <a:pt x="32318" y="42776"/>
                  <a:pt x="29129" y="40562"/>
                  <a:pt x="25764" y="36411"/>
                </a:cubicBezTo>
                <a:lnTo>
                  <a:pt x="11098" y="18205"/>
                </a:lnTo>
                <a:lnTo>
                  <a:pt x="7049" y="21439"/>
                </a:lnTo>
                <a:lnTo>
                  <a:pt x="3641" y="17171"/>
                </a:lnTo>
                <a:lnTo>
                  <a:pt x="7675" y="13938"/>
                </a:lnTo>
                <a:lnTo>
                  <a:pt x="0" y="4428"/>
                </a:lnTo>
                <a:lnTo>
                  <a:pt x="5520" y="0"/>
                </a:lnTo>
                <a:close/>
                <a:moveTo>
                  <a:pt x="55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C9BF0-D751-45D0-A764-E2235E0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019" y="4855153"/>
            <a:ext cx="45281" cy="46868"/>
          </a:xfrm>
          <a:custGeom xmlns:a="http://schemas.openxmlformats.org/drawingml/2006/main">
            <a:pathLst>
              <a:path w="45281" h="46868">
                <a:moveTo>
                  <a:pt x="20303" y="0"/>
                </a:moveTo>
                <a:lnTo>
                  <a:pt x="24454" y="5112"/>
                </a:lnTo>
                <a:cubicBezTo>
                  <a:pt x="22240" y="5505"/>
                  <a:pt x="20143" y="6132"/>
                  <a:pt x="18264" y="6991"/>
                </a:cubicBezTo>
                <a:cubicBezTo>
                  <a:pt x="16327" y="7850"/>
                  <a:pt x="14623" y="8870"/>
                  <a:pt x="13021" y="10181"/>
                </a:cubicBezTo>
                <a:cubicBezTo>
                  <a:pt x="9438" y="13021"/>
                  <a:pt x="7559" y="16429"/>
                  <a:pt x="7442" y="20303"/>
                </a:cubicBezTo>
                <a:cubicBezTo>
                  <a:pt x="7282" y="24119"/>
                  <a:pt x="8870" y="28095"/>
                  <a:pt x="12176" y="32187"/>
                </a:cubicBezTo>
                <a:cubicBezTo>
                  <a:pt x="15467" y="36236"/>
                  <a:pt x="18992" y="38625"/>
                  <a:pt x="22808" y="39309"/>
                </a:cubicBezTo>
                <a:cubicBezTo>
                  <a:pt x="26565" y="39994"/>
                  <a:pt x="30265" y="38843"/>
                  <a:pt x="33848" y="36003"/>
                </a:cubicBezTo>
                <a:cubicBezTo>
                  <a:pt x="35435" y="34692"/>
                  <a:pt x="36862" y="33221"/>
                  <a:pt x="38057" y="31517"/>
                </a:cubicBezTo>
                <a:cubicBezTo>
                  <a:pt x="39251" y="29799"/>
                  <a:pt x="40329" y="27920"/>
                  <a:pt x="41188" y="25823"/>
                </a:cubicBezTo>
                <a:lnTo>
                  <a:pt x="45281" y="30891"/>
                </a:lnTo>
                <a:cubicBezTo>
                  <a:pt x="44319" y="32872"/>
                  <a:pt x="43183" y="34692"/>
                  <a:pt x="41814" y="36353"/>
                </a:cubicBezTo>
                <a:cubicBezTo>
                  <a:pt x="40445" y="38057"/>
                  <a:pt x="38858" y="39644"/>
                  <a:pt x="37037" y="41130"/>
                </a:cubicBezTo>
                <a:cubicBezTo>
                  <a:pt x="31969" y="45222"/>
                  <a:pt x="26682" y="46868"/>
                  <a:pt x="21162" y="46082"/>
                </a:cubicBezTo>
                <a:cubicBezTo>
                  <a:pt x="15642" y="45339"/>
                  <a:pt x="10690" y="42208"/>
                  <a:pt x="6365" y="36862"/>
                </a:cubicBezTo>
                <a:cubicBezTo>
                  <a:pt x="1937" y="31401"/>
                  <a:pt x="0" y="25881"/>
                  <a:pt x="451" y="20361"/>
                </a:cubicBezTo>
                <a:cubicBezTo>
                  <a:pt x="903" y="14783"/>
                  <a:pt x="3758" y="9889"/>
                  <a:pt x="8986" y="5680"/>
                </a:cubicBezTo>
                <a:cubicBezTo>
                  <a:pt x="10690" y="4311"/>
                  <a:pt x="12453" y="3175"/>
                  <a:pt x="14390" y="2214"/>
                </a:cubicBezTo>
                <a:cubicBezTo>
                  <a:pt x="16268" y="1238"/>
                  <a:pt x="18264" y="510"/>
                  <a:pt x="20303" y="0"/>
                </a:cubicBezTo>
                <a:close/>
                <a:moveTo>
                  <a:pt x="2030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848F6-3517-4C63-88C8-D6CAEE6F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166" y="4828063"/>
            <a:ext cx="65540" cy="51718"/>
          </a:xfrm>
          <a:custGeom xmlns:a="http://schemas.openxmlformats.org/drawingml/2006/main">
            <a:pathLst>
              <a:path w="65540" h="51718">
                <a:moveTo>
                  <a:pt x="49213" y="8884"/>
                </a:moveTo>
                <a:lnTo>
                  <a:pt x="65540" y="29071"/>
                </a:lnTo>
                <a:lnTo>
                  <a:pt x="60078" y="33513"/>
                </a:lnTo>
                <a:lnTo>
                  <a:pt x="43868" y="13487"/>
                </a:lnTo>
                <a:cubicBezTo>
                  <a:pt x="41305" y="10355"/>
                  <a:pt x="38800" y="8476"/>
                  <a:pt x="36294" y="7908"/>
                </a:cubicBezTo>
                <a:cubicBezTo>
                  <a:pt x="33789" y="7340"/>
                  <a:pt x="31284" y="8025"/>
                  <a:pt x="28837" y="10020"/>
                </a:cubicBezTo>
                <a:cubicBezTo>
                  <a:pt x="25881" y="12409"/>
                  <a:pt x="24293" y="15249"/>
                  <a:pt x="24119" y="18555"/>
                </a:cubicBezTo>
                <a:cubicBezTo>
                  <a:pt x="23886" y="21788"/>
                  <a:pt x="25138" y="25094"/>
                  <a:pt x="27760" y="28328"/>
                </a:cubicBezTo>
                <a:lnTo>
                  <a:pt x="43067" y="47276"/>
                </a:lnTo>
                <a:lnTo>
                  <a:pt x="37489" y="51718"/>
                </a:lnTo>
                <a:lnTo>
                  <a:pt x="0" y="5243"/>
                </a:lnTo>
                <a:lnTo>
                  <a:pt x="5520" y="743"/>
                </a:lnTo>
                <a:lnTo>
                  <a:pt x="20201" y="19007"/>
                </a:lnTo>
                <a:cubicBezTo>
                  <a:pt x="19910" y="15933"/>
                  <a:pt x="20245" y="13152"/>
                  <a:pt x="21220" y="10749"/>
                </a:cubicBezTo>
                <a:cubicBezTo>
                  <a:pt x="22182" y="8302"/>
                  <a:pt x="23886" y="6146"/>
                  <a:pt x="26230" y="4267"/>
                </a:cubicBezTo>
                <a:cubicBezTo>
                  <a:pt x="30032" y="1136"/>
                  <a:pt x="33906" y="0"/>
                  <a:pt x="37780" y="801"/>
                </a:cubicBezTo>
                <a:cubicBezTo>
                  <a:pt x="41698" y="1544"/>
                  <a:pt x="45514" y="4267"/>
                  <a:pt x="49213" y="8884"/>
                </a:cubicBezTo>
                <a:close/>
                <a:moveTo>
                  <a:pt x="49213" y="888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7378B-3CB7-49BF-8D01-1353F628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608" y="4797682"/>
            <a:ext cx="48019" cy="45572"/>
          </a:xfrm>
          <a:custGeom xmlns:a="http://schemas.openxmlformats.org/drawingml/2006/main">
            <a:pathLst>
              <a:path w="48019" h="45572">
                <a:moveTo>
                  <a:pt x="36076" y="9394"/>
                </a:moveTo>
                <a:lnTo>
                  <a:pt x="38232" y="12059"/>
                </a:lnTo>
                <a:lnTo>
                  <a:pt x="12977" y="32493"/>
                </a:lnTo>
                <a:cubicBezTo>
                  <a:pt x="16268" y="36076"/>
                  <a:pt x="19749" y="38057"/>
                  <a:pt x="23390" y="38406"/>
                </a:cubicBezTo>
                <a:cubicBezTo>
                  <a:pt x="27032" y="38683"/>
                  <a:pt x="30673" y="37445"/>
                  <a:pt x="34314" y="34474"/>
                </a:cubicBezTo>
                <a:cubicBezTo>
                  <a:pt x="36411" y="32770"/>
                  <a:pt x="38232" y="30833"/>
                  <a:pt x="39819" y="28736"/>
                </a:cubicBezTo>
                <a:cubicBezTo>
                  <a:pt x="41363" y="26624"/>
                  <a:pt x="42732" y="24235"/>
                  <a:pt x="43868" y="21628"/>
                </a:cubicBezTo>
                <a:lnTo>
                  <a:pt x="48019" y="26857"/>
                </a:lnTo>
                <a:cubicBezTo>
                  <a:pt x="46708" y="29245"/>
                  <a:pt x="45237" y="31517"/>
                  <a:pt x="43518" y="33629"/>
                </a:cubicBezTo>
                <a:cubicBezTo>
                  <a:pt x="41814" y="35785"/>
                  <a:pt x="39877" y="37664"/>
                  <a:pt x="37722" y="39368"/>
                </a:cubicBezTo>
                <a:cubicBezTo>
                  <a:pt x="32377" y="43693"/>
                  <a:pt x="26915" y="45572"/>
                  <a:pt x="21279" y="45004"/>
                </a:cubicBezTo>
                <a:cubicBezTo>
                  <a:pt x="15642" y="44378"/>
                  <a:pt x="10690" y="41421"/>
                  <a:pt x="6437" y="36134"/>
                </a:cubicBezTo>
                <a:cubicBezTo>
                  <a:pt x="1995" y="30673"/>
                  <a:pt x="0" y="25153"/>
                  <a:pt x="350" y="19516"/>
                </a:cubicBezTo>
                <a:cubicBezTo>
                  <a:pt x="685" y="13938"/>
                  <a:pt x="3408" y="9103"/>
                  <a:pt x="8418" y="5010"/>
                </a:cubicBezTo>
                <a:cubicBezTo>
                  <a:pt x="12919" y="1427"/>
                  <a:pt x="17637" y="0"/>
                  <a:pt x="22589" y="743"/>
                </a:cubicBezTo>
                <a:cubicBezTo>
                  <a:pt x="27541" y="1544"/>
                  <a:pt x="32027" y="4442"/>
                  <a:pt x="36076" y="9394"/>
                </a:cubicBezTo>
                <a:close/>
                <a:moveTo>
                  <a:pt x="29245" y="12234"/>
                </a:moveTo>
                <a:cubicBezTo>
                  <a:pt x="26798" y="9219"/>
                  <a:pt x="24017" y="7515"/>
                  <a:pt x="20944" y="7064"/>
                </a:cubicBezTo>
                <a:cubicBezTo>
                  <a:pt x="17871" y="6598"/>
                  <a:pt x="14958" y="7457"/>
                  <a:pt x="12234" y="9612"/>
                </a:cubicBezTo>
                <a:cubicBezTo>
                  <a:pt x="9161" y="12118"/>
                  <a:pt x="7399" y="14972"/>
                  <a:pt x="6947" y="18205"/>
                </a:cubicBezTo>
                <a:cubicBezTo>
                  <a:pt x="6539" y="21395"/>
                  <a:pt x="7457" y="24701"/>
                  <a:pt x="9671" y="28109"/>
                </a:cubicBezTo>
                <a:lnTo>
                  <a:pt x="29245" y="12234"/>
                </a:lnTo>
                <a:close/>
                <a:moveTo>
                  <a:pt x="29245" y="122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17F2F-64E9-443C-BF77-981865B1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101" y="4768277"/>
            <a:ext cx="32537" cy="49781"/>
          </a:xfrm>
          <a:custGeom xmlns:a="http://schemas.openxmlformats.org/drawingml/2006/main">
            <a:pathLst>
              <a:path w="32537" h="49781">
                <a:moveTo>
                  <a:pt x="23711" y="5622"/>
                </a:moveTo>
                <a:cubicBezTo>
                  <a:pt x="22808" y="5797"/>
                  <a:pt x="21949" y="6088"/>
                  <a:pt x="21104" y="6481"/>
                </a:cubicBezTo>
                <a:cubicBezTo>
                  <a:pt x="20245" y="6874"/>
                  <a:pt x="19342" y="7442"/>
                  <a:pt x="18482" y="8185"/>
                </a:cubicBezTo>
                <a:cubicBezTo>
                  <a:pt x="15351" y="10690"/>
                  <a:pt x="13822" y="13589"/>
                  <a:pt x="13763" y="16953"/>
                </a:cubicBezTo>
                <a:cubicBezTo>
                  <a:pt x="13705" y="20361"/>
                  <a:pt x="15234" y="23886"/>
                  <a:pt x="18307" y="27701"/>
                </a:cubicBezTo>
                <a:lnTo>
                  <a:pt x="32537" y="45339"/>
                </a:lnTo>
                <a:lnTo>
                  <a:pt x="27017" y="49781"/>
                </a:lnTo>
                <a:lnTo>
                  <a:pt x="0" y="16327"/>
                </a:lnTo>
                <a:lnTo>
                  <a:pt x="5505" y="11885"/>
                </a:lnTo>
                <a:lnTo>
                  <a:pt x="9729" y="17069"/>
                </a:lnTo>
                <a:cubicBezTo>
                  <a:pt x="9205" y="14098"/>
                  <a:pt x="9496" y="11375"/>
                  <a:pt x="10574" y="8928"/>
                </a:cubicBezTo>
                <a:cubicBezTo>
                  <a:pt x="11652" y="6423"/>
                  <a:pt x="13472" y="4093"/>
                  <a:pt x="16152" y="1981"/>
                </a:cubicBezTo>
                <a:cubicBezTo>
                  <a:pt x="16487" y="1646"/>
                  <a:pt x="16953" y="1354"/>
                  <a:pt x="17463" y="1020"/>
                </a:cubicBezTo>
                <a:cubicBezTo>
                  <a:pt x="17972" y="685"/>
                  <a:pt x="18540" y="393"/>
                  <a:pt x="19167" y="0"/>
                </a:cubicBezTo>
                <a:lnTo>
                  <a:pt x="23711" y="5622"/>
                </a:lnTo>
                <a:close/>
                <a:moveTo>
                  <a:pt x="23711" y="562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0F905-E676-4C7E-AC16-9F2D979B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57" y="5445798"/>
            <a:ext cx="69239" cy="60646"/>
          </a:xfrm>
          <a:custGeom xmlns:a="http://schemas.openxmlformats.org/drawingml/2006/main">
            <a:pathLst>
              <a:path w="69239" h="60646">
                <a:moveTo>
                  <a:pt x="15016" y="11608"/>
                </a:moveTo>
                <a:cubicBezTo>
                  <a:pt x="10472" y="14972"/>
                  <a:pt x="8200" y="19342"/>
                  <a:pt x="8083" y="24701"/>
                </a:cubicBezTo>
                <a:cubicBezTo>
                  <a:pt x="7908" y="30046"/>
                  <a:pt x="10079" y="35625"/>
                  <a:pt x="14404" y="41421"/>
                </a:cubicBezTo>
                <a:cubicBezTo>
                  <a:pt x="18774" y="47174"/>
                  <a:pt x="23507" y="50757"/>
                  <a:pt x="28677" y="52111"/>
                </a:cubicBezTo>
                <a:cubicBezTo>
                  <a:pt x="33848" y="53422"/>
                  <a:pt x="38698" y="52461"/>
                  <a:pt x="43183" y="49038"/>
                </a:cubicBezTo>
                <a:cubicBezTo>
                  <a:pt x="47684" y="45688"/>
                  <a:pt x="50014" y="41305"/>
                  <a:pt x="50131" y="35959"/>
                </a:cubicBezTo>
                <a:cubicBezTo>
                  <a:pt x="50233" y="30614"/>
                  <a:pt x="48077" y="25094"/>
                  <a:pt x="43751" y="19283"/>
                </a:cubicBezTo>
                <a:cubicBezTo>
                  <a:pt x="39368" y="13545"/>
                  <a:pt x="34649" y="9962"/>
                  <a:pt x="29478" y="8593"/>
                </a:cubicBezTo>
                <a:cubicBezTo>
                  <a:pt x="24293" y="7166"/>
                  <a:pt x="19516" y="8200"/>
                  <a:pt x="15016" y="11608"/>
                </a:cubicBezTo>
                <a:close/>
                <a:moveTo>
                  <a:pt x="54398" y="45863"/>
                </a:moveTo>
                <a:lnTo>
                  <a:pt x="69239" y="48587"/>
                </a:lnTo>
                <a:lnTo>
                  <a:pt x="61782" y="54223"/>
                </a:lnTo>
                <a:lnTo>
                  <a:pt x="49446" y="52009"/>
                </a:lnTo>
                <a:cubicBezTo>
                  <a:pt x="48820" y="52577"/>
                  <a:pt x="48310" y="52971"/>
                  <a:pt x="47961" y="53247"/>
                </a:cubicBezTo>
                <a:cubicBezTo>
                  <a:pt x="47626" y="53539"/>
                  <a:pt x="47334" y="53830"/>
                  <a:pt x="46999" y="54107"/>
                </a:cubicBezTo>
                <a:cubicBezTo>
                  <a:pt x="40562" y="58942"/>
                  <a:pt x="33804" y="60646"/>
                  <a:pt x="26682" y="59233"/>
                </a:cubicBezTo>
                <a:cubicBezTo>
                  <a:pt x="19575" y="57864"/>
                  <a:pt x="13312" y="53539"/>
                  <a:pt x="7850" y="46315"/>
                </a:cubicBezTo>
                <a:cubicBezTo>
                  <a:pt x="2447" y="39091"/>
                  <a:pt x="0" y="31867"/>
                  <a:pt x="626" y="24643"/>
                </a:cubicBezTo>
                <a:cubicBezTo>
                  <a:pt x="1253" y="17419"/>
                  <a:pt x="4777" y="11375"/>
                  <a:pt x="11215" y="6539"/>
                </a:cubicBezTo>
                <a:cubicBezTo>
                  <a:pt x="17637" y="1704"/>
                  <a:pt x="24410" y="0"/>
                  <a:pt x="31459" y="1427"/>
                </a:cubicBezTo>
                <a:cubicBezTo>
                  <a:pt x="38581" y="2855"/>
                  <a:pt x="44829" y="7166"/>
                  <a:pt x="50291" y="14404"/>
                </a:cubicBezTo>
                <a:cubicBezTo>
                  <a:pt x="54281" y="19691"/>
                  <a:pt x="56612" y="25094"/>
                  <a:pt x="57355" y="30498"/>
                </a:cubicBezTo>
                <a:cubicBezTo>
                  <a:pt x="58097" y="35843"/>
                  <a:pt x="57063" y="40970"/>
                  <a:pt x="54398" y="45863"/>
                </a:cubicBezTo>
                <a:close/>
                <a:moveTo>
                  <a:pt x="54398" y="458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B2D07-5FE1-4DD4-A076-E88543E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22" y="5420368"/>
            <a:ext cx="54675" cy="51835"/>
          </a:xfrm>
          <a:custGeom xmlns:a="http://schemas.openxmlformats.org/drawingml/2006/main">
            <a:pathLst>
              <a:path w="54675" h="51835">
                <a:moveTo>
                  <a:pt x="15700" y="42441"/>
                </a:moveTo>
                <a:lnTo>
                  <a:pt x="0" y="21628"/>
                </a:lnTo>
                <a:lnTo>
                  <a:pt x="5695" y="17404"/>
                </a:lnTo>
                <a:lnTo>
                  <a:pt x="21162" y="37998"/>
                </a:lnTo>
                <a:cubicBezTo>
                  <a:pt x="23609" y="41246"/>
                  <a:pt x="26056" y="43183"/>
                  <a:pt x="28561" y="43868"/>
                </a:cubicBezTo>
                <a:cubicBezTo>
                  <a:pt x="31066" y="44552"/>
                  <a:pt x="33571" y="43926"/>
                  <a:pt x="36134" y="41989"/>
                </a:cubicBezTo>
                <a:cubicBezTo>
                  <a:pt x="39149" y="39717"/>
                  <a:pt x="40853" y="36921"/>
                  <a:pt x="41130" y="33687"/>
                </a:cubicBezTo>
                <a:cubicBezTo>
                  <a:pt x="41479" y="30381"/>
                  <a:pt x="40343" y="27075"/>
                  <a:pt x="37838" y="23725"/>
                </a:cubicBezTo>
                <a:lnTo>
                  <a:pt x="23157" y="4209"/>
                </a:lnTo>
                <a:lnTo>
                  <a:pt x="28794" y="0"/>
                </a:lnTo>
                <a:lnTo>
                  <a:pt x="54675" y="34357"/>
                </a:lnTo>
                <a:lnTo>
                  <a:pt x="49038" y="38581"/>
                </a:lnTo>
                <a:lnTo>
                  <a:pt x="45062" y="33280"/>
                </a:lnTo>
                <a:cubicBezTo>
                  <a:pt x="45237" y="36411"/>
                  <a:pt x="44829" y="39207"/>
                  <a:pt x="43751" y="41538"/>
                </a:cubicBezTo>
                <a:cubicBezTo>
                  <a:pt x="42732" y="43926"/>
                  <a:pt x="41013" y="46023"/>
                  <a:pt x="38625" y="47844"/>
                </a:cubicBezTo>
                <a:cubicBezTo>
                  <a:pt x="34649" y="50801"/>
                  <a:pt x="30716" y="51835"/>
                  <a:pt x="26857" y="50917"/>
                </a:cubicBezTo>
                <a:cubicBezTo>
                  <a:pt x="22983" y="50014"/>
                  <a:pt x="19225" y="47160"/>
                  <a:pt x="15700" y="42441"/>
                </a:cubicBezTo>
                <a:close/>
                <a:moveTo>
                  <a:pt x="15700" y="42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5E73D-6382-4680-BD95-AE333E46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45" y="5393977"/>
            <a:ext cx="41596" cy="51995"/>
          </a:xfrm>
          <a:custGeom xmlns:a="http://schemas.openxmlformats.org/drawingml/2006/main">
            <a:pathLst>
              <a:path w="41596" h="51995">
                <a:moveTo>
                  <a:pt x="10122" y="17637"/>
                </a:moveTo>
                <a:lnTo>
                  <a:pt x="15759" y="13370"/>
                </a:lnTo>
                <a:lnTo>
                  <a:pt x="41596" y="47728"/>
                </a:lnTo>
                <a:lnTo>
                  <a:pt x="35959" y="51995"/>
                </a:lnTo>
                <a:lnTo>
                  <a:pt x="10122" y="17637"/>
                </a:lnTo>
                <a:close/>
                <a:moveTo>
                  <a:pt x="0" y="4267"/>
                </a:moveTo>
                <a:lnTo>
                  <a:pt x="5695" y="0"/>
                </a:lnTo>
                <a:lnTo>
                  <a:pt x="11040" y="7166"/>
                </a:lnTo>
                <a:lnTo>
                  <a:pt x="5403" y="11375"/>
                </a:lnTo>
                <a:lnTo>
                  <a:pt x="0" y="4267"/>
                </a:lnTo>
                <a:close/>
                <a:moveTo>
                  <a:pt x="0" y="42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32DC4-EF9F-4765-B75C-6463C304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31" y="5381175"/>
            <a:ext cx="45062" cy="47043"/>
          </a:xfrm>
          <a:custGeom xmlns:a="http://schemas.openxmlformats.org/drawingml/2006/main">
            <a:pathLst>
              <a:path w="45062" h="47043">
                <a:moveTo>
                  <a:pt x="21162" y="0"/>
                </a:moveTo>
                <a:lnTo>
                  <a:pt x="25153" y="5287"/>
                </a:lnTo>
                <a:cubicBezTo>
                  <a:pt x="22924" y="5578"/>
                  <a:pt x="20827" y="6146"/>
                  <a:pt x="18890" y="6874"/>
                </a:cubicBezTo>
                <a:cubicBezTo>
                  <a:pt x="16953" y="7675"/>
                  <a:pt x="15132" y="8637"/>
                  <a:pt x="13545" y="9889"/>
                </a:cubicBezTo>
                <a:cubicBezTo>
                  <a:pt x="9846" y="12627"/>
                  <a:pt x="7908" y="15977"/>
                  <a:pt x="7632" y="19793"/>
                </a:cubicBezTo>
                <a:cubicBezTo>
                  <a:pt x="7340" y="23667"/>
                  <a:pt x="8768" y="27643"/>
                  <a:pt x="11957" y="31852"/>
                </a:cubicBezTo>
                <a:cubicBezTo>
                  <a:pt x="15074" y="36061"/>
                  <a:pt x="18555" y="38567"/>
                  <a:pt x="22298" y="39368"/>
                </a:cubicBezTo>
                <a:cubicBezTo>
                  <a:pt x="26114" y="40169"/>
                  <a:pt x="29813" y="39135"/>
                  <a:pt x="33454" y="36411"/>
                </a:cubicBezTo>
                <a:cubicBezTo>
                  <a:pt x="35100" y="35158"/>
                  <a:pt x="36586" y="33731"/>
                  <a:pt x="37838" y="32085"/>
                </a:cubicBezTo>
                <a:cubicBezTo>
                  <a:pt x="39091" y="30440"/>
                  <a:pt x="40227" y="28561"/>
                  <a:pt x="41130" y="26507"/>
                </a:cubicBezTo>
                <a:lnTo>
                  <a:pt x="45062" y="31692"/>
                </a:lnTo>
                <a:cubicBezTo>
                  <a:pt x="44043" y="33615"/>
                  <a:pt x="42848" y="35377"/>
                  <a:pt x="41421" y="37037"/>
                </a:cubicBezTo>
                <a:cubicBezTo>
                  <a:pt x="39994" y="38683"/>
                  <a:pt x="38348" y="40212"/>
                  <a:pt x="36469" y="41640"/>
                </a:cubicBezTo>
                <a:cubicBezTo>
                  <a:pt x="31299" y="45572"/>
                  <a:pt x="25939" y="47043"/>
                  <a:pt x="20434" y="46082"/>
                </a:cubicBezTo>
                <a:cubicBezTo>
                  <a:pt x="14972" y="45106"/>
                  <a:pt x="10137" y="41873"/>
                  <a:pt x="5971" y="36353"/>
                </a:cubicBezTo>
                <a:cubicBezTo>
                  <a:pt x="1762" y="30716"/>
                  <a:pt x="0" y="25196"/>
                  <a:pt x="626" y="19618"/>
                </a:cubicBezTo>
                <a:cubicBezTo>
                  <a:pt x="1311" y="14098"/>
                  <a:pt x="4326" y="9321"/>
                  <a:pt x="9671" y="5287"/>
                </a:cubicBezTo>
                <a:cubicBezTo>
                  <a:pt x="11433" y="3976"/>
                  <a:pt x="13254" y="2898"/>
                  <a:pt x="15191" y="1981"/>
                </a:cubicBezTo>
                <a:cubicBezTo>
                  <a:pt x="17069" y="1136"/>
                  <a:pt x="19123" y="451"/>
                  <a:pt x="21162" y="0"/>
                </a:cubicBezTo>
                <a:close/>
                <a:moveTo>
                  <a:pt x="2116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9A690-9AE1-4079-B626-6CA7CFDC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080" y="5350226"/>
            <a:ext cx="66443" cy="56772"/>
          </a:xfrm>
          <a:custGeom xmlns:a="http://schemas.openxmlformats.org/drawingml/2006/main">
            <a:pathLst>
              <a:path w="66443" h="56772">
                <a:moveTo>
                  <a:pt x="0" y="8986"/>
                </a:moveTo>
                <a:lnTo>
                  <a:pt x="5622" y="4719"/>
                </a:lnTo>
                <a:lnTo>
                  <a:pt x="26900" y="32930"/>
                </a:lnTo>
                <a:lnTo>
                  <a:pt x="32595" y="5462"/>
                </a:lnTo>
                <a:lnTo>
                  <a:pt x="39761" y="0"/>
                </a:lnTo>
                <a:lnTo>
                  <a:pt x="33673" y="29813"/>
                </a:lnTo>
                <a:lnTo>
                  <a:pt x="66443" y="33789"/>
                </a:lnTo>
                <a:lnTo>
                  <a:pt x="59044" y="39309"/>
                </a:lnTo>
                <a:lnTo>
                  <a:pt x="28954" y="35726"/>
                </a:lnTo>
                <a:lnTo>
                  <a:pt x="41581" y="52446"/>
                </a:lnTo>
                <a:lnTo>
                  <a:pt x="35901" y="56772"/>
                </a:lnTo>
                <a:lnTo>
                  <a:pt x="0" y="8986"/>
                </a:lnTo>
                <a:close/>
                <a:moveTo>
                  <a:pt x="0" y="89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CFB21-DE82-4E6E-9EA8-3D33ECE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990" y="5309038"/>
            <a:ext cx="57005" cy="62743"/>
          </a:xfrm>
          <a:custGeom xmlns:a="http://schemas.openxmlformats.org/drawingml/2006/main">
            <a:pathLst>
              <a:path w="57005" h="62743">
                <a:moveTo>
                  <a:pt x="0" y="29172"/>
                </a:moveTo>
                <a:lnTo>
                  <a:pt x="38741" y="0"/>
                </a:lnTo>
                <a:lnTo>
                  <a:pt x="42732" y="5229"/>
                </a:lnTo>
                <a:lnTo>
                  <a:pt x="26463" y="17463"/>
                </a:lnTo>
                <a:lnTo>
                  <a:pt x="57005" y="58025"/>
                </a:lnTo>
                <a:lnTo>
                  <a:pt x="50742" y="62743"/>
                </a:lnTo>
                <a:lnTo>
                  <a:pt x="20201" y="22123"/>
                </a:lnTo>
                <a:lnTo>
                  <a:pt x="3932" y="34416"/>
                </a:lnTo>
                <a:lnTo>
                  <a:pt x="0" y="29172"/>
                </a:lnTo>
                <a:close/>
                <a:moveTo>
                  <a:pt x="0" y="291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269D2-6A1D-4111-A4F2-4A43BB46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41" y="5301406"/>
            <a:ext cx="48587" cy="70317"/>
          </a:xfrm>
          <a:custGeom xmlns:a="http://schemas.openxmlformats.org/drawingml/2006/main">
            <a:pathLst>
              <a:path w="48587" h="70317">
                <a:moveTo>
                  <a:pt x="46606" y="48936"/>
                </a:moveTo>
                <a:cubicBezTo>
                  <a:pt x="48135" y="54223"/>
                  <a:pt x="48587" y="58083"/>
                  <a:pt x="47961" y="60486"/>
                </a:cubicBezTo>
                <a:cubicBezTo>
                  <a:pt x="47393" y="62816"/>
                  <a:pt x="45863" y="64972"/>
                  <a:pt x="43300" y="66909"/>
                </a:cubicBezTo>
                <a:lnTo>
                  <a:pt x="38814" y="70317"/>
                </a:lnTo>
                <a:lnTo>
                  <a:pt x="35275" y="65598"/>
                </a:lnTo>
                <a:lnTo>
                  <a:pt x="38581" y="63093"/>
                </a:lnTo>
                <a:cubicBezTo>
                  <a:pt x="40110" y="61899"/>
                  <a:pt x="41028" y="60646"/>
                  <a:pt x="41363" y="59233"/>
                </a:cubicBezTo>
                <a:cubicBezTo>
                  <a:pt x="41654" y="57864"/>
                  <a:pt x="41305" y="55418"/>
                  <a:pt x="40285" y="51893"/>
                </a:cubicBezTo>
                <a:lnTo>
                  <a:pt x="39382" y="48529"/>
                </a:lnTo>
                <a:lnTo>
                  <a:pt x="0" y="25211"/>
                </a:lnTo>
                <a:lnTo>
                  <a:pt x="5986" y="20711"/>
                </a:lnTo>
                <a:lnTo>
                  <a:pt x="36979" y="39484"/>
                </a:lnTo>
                <a:lnTo>
                  <a:pt x="27483" y="4500"/>
                </a:lnTo>
                <a:lnTo>
                  <a:pt x="33454" y="0"/>
                </a:lnTo>
                <a:lnTo>
                  <a:pt x="46606" y="48936"/>
                </a:lnTo>
                <a:close/>
                <a:moveTo>
                  <a:pt x="46606" y="489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86ECF-C50E-4BA4-BA47-5BA6FD2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69" y="5278307"/>
            <a:ext cx="49723" cy="64855"/>
          </a:xfrm>
          <a:custGeom xmlns:a="http://schemas.openxmlformats.org/drawingml/2006/main">
            <a:pathLst>
              <a:path w="49723" h="64855">
                <a:moveTo>
                  <a:pt x="27643" y="42324"/>
                </a:moveTo>
                <a:lnTo>
                  <a:pt x="41363" y="60588"/>
                </a:lnTo>
                <a:lnTo>
                  <a:pt x="35726" y="64855"/>
                </a:lnTo>
                <a:lnTo>
                  <a:pt x="0" y="17419"/>
                </a:lnTo>
                <a:lnTo>
                  <a:pt x="5680" y="13152"/>
                </a:lnTo>
                <a:lnTo>
                  <a:pt x="9612" y="18380"/>
                </a:lnTo>
                <a:cubicBezTo>
                  <a:pt x="9278" y="15424"/>
                  <a:pt x="9612" y="12744"/>
                  <a:pt x="10690" y="10414"/>
                </a:cubicBezTo>
                <a:cubicBezTo>
                  <a:pt x="11724" y="8083"/>
                  <a:pt x="13545" y="5913"/>
                  <a:pt x="16035" y="4049"/>
                </a:cubicBezTo>
                <a:cubicBezTo>
                  <a:pt x="20201" y="918"/>
                  <a:pt x="24861" y="0"/>
                  <a:pt x="29930" y="1369"/>
                </a:cubicBezTo>
                <a:cubicBezTo>
                  <a:pt x="35042" y="2680"/>
                  <a:pt x="39644" y="6088"/>
                  <a:pt x="43693" y="11491"/>
                </a:cubicBezTo>
                <a:cubicBezTo>
                  <a:pt x="47786" y="16895"/>
                  <a:pt x="49723" y="22196"/>
                  <a:pt x="49606" y="27483"/>
                </a:cubicBezTo>
                <a:cubicBezTo>
                  <a:pt x="49490" y="32770"/>
                  <a:pt x="47393" y="36979"/>
                  <a:pt x="43183" y="40110"/>
                </a:cubicBezTo>
                <a:cubicBezTo>
                  <a:pt x="40678" y="42047"/>
                  <a:pt x="38173" y="43125"/>
                  <a:pt x="35610" y="43533"/>
                </a:cubicBezTo>
                <a:cubicBezTo>
                  <a:pt x="33047" y="43868"/>
                  <a:pt x="30381" y="43475"/>
                  <a:pt x="27643" y="42324"/>
                </a:cubicBezTo>
                <a:close/>
                <a:moveTo>
                  <a:pt x="37838" y="15875"/>
                </a:moveTo>
                <a:cubicBezTo>
                  <a:pt x="34707" y="11724"/>
                  <a:pt x="31401" y="9103"/>
                  <a:pt x="27935" y="8025"/>
                </a:cubicBezTo>
                <a:cubicBezTo>
                  <a:pt x="24468" y="7005"/>
                  <a:pt x="21220" y="7573"/>
                  <a:pt x="18205" y="9787"/>
                </a:cubicBezTo>
                <a:cubicBezTo>
                  <a:pt x="15249" y="12059"/>
                  <a:pt x="13763" y="15016"/>
                  <a:pt x="13822" y="18657"/>
                </a:cubicBezTo>
                <a:cubicBezTo>
                  <a:pt x="13938" y="22298"/>
                  <a:pt x="15526" y="26230"/>
                  <a:pt x="18657" y="30323"/>
                </a:cubicBezTo>
                <a:cubicBezTo>
                  <a:pt x="21730" y="34474"/>
                  <a:pt x="25080" y="37096"/>
                  <a:pt x="28561" y="38173"/>
                </a:cubicBezTo>
                <a:cubicBezTo>
                  <a:pt x="32027" y="39266"/>
                  <a:pt x="35275" y="38683"/>
                  <a:pt x="38290" y="36411"/>
                </a:cubicBezTo>
                <a:cubicBezTo>
                  <a:pt x="41246" y="34197"/>
                  <a:pt x="42717" y="31241"/>
                  <a:pt x="42615" y="27600"/>
                </a:cubicBezTo>
                <a:cubicBezTo>
                  <a:pt x="42557" y="23958"/>
                  <a:pt x="40955" y="20026"/>
                  <a:pt x="37838" y="15875"/>
                </a:cubicBezTo>
                <a:close/>
                <a:moveTo>
                  <a:pt x="37838" y="158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A0CBE-37DE-469A-BBF0-766329A6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40" y="5249120"/>
            <a:ext cx="47961" cy="45922"/>
          </a:xfrm>
          <a:custGeom xmlns:a="http://schemas.openxmlformats.org/drawingml/2006/main">
            <a:pathLst>
              <a:path w="47961" h="45922">
                <a:moveTo>
                  <a:pt x="36586" y="10079"/>
                </a:moveTo>
                <a:lnTo>
                  <a:pt x="38683" y="12802"/>
                </a:lnTo>
                <a:lnTo>
                  <a:pt x="12686" y="32377"/>
                </a:lnTo>
                <a:cubicBezTo>
                  <a:pt x="15875" y="36076"/>
                  <a:pt x="19283" y="38115"/>
                  <a:pt x="22924" y="38581"/>
                </a:cubicBezTo>
                <a:cubicBezTo>
                  <a:pt x="26565" y="39033"/>
                  <a:pt x="30207" y="37897"/>
                  <a:pt x="33964" y="35056"/>
                </a:cubicBezTo>
                <a:cubicBezTo>
                  <a:pt x="36134" y="33396"/>
                  <a:pt x="38057" y="31576"/>
                  <a:pt x="39659" y="29537"/>
                </a:cubicBezTo>
                <a:cubicBezTo>
                  <a:pt x="41305" y="27425"/>
                  <a:pt x="42732" y="25153"/>
                  <a:pt x="43926" y="22531"/>
                </a:cubicBezTo>
                <a:lnTo>
                  <a:pt x="47961" y="27876"/>
                </a:lnTo>
                <a:cubicBezTo>
                  <a:pt x="46591" y="30265"/>
                  <a:pt x="45004" y="32493"/>
                  <a:pt x="43183" y="34532"/>
                </a:cubicBezTo>
                <a:cubicBezTo>
                  <a:pt x="41421" y="36586"/>
                  <a:pt x="39426" y="38465"/>
                  <a:pt x="37270" y="40110"/>
                </a:cubicBezTo>
                <a:cubicBezTo>
                  <a:pt x="31750" y="44203"/>
                  <a:pt x="26230" y="45922"/>
                  <a:pt x="20594" y="45120"/>
                </a:cubicBezTo>
                <a:cubicBezTo>
                  <a:pt x="15016" y="44319"/>
                  <a:pt x="10181" y="41188"/>
                  <a:pt x="6030" y="35785"/>
                </a:cubicBezTo>
                <a:cubicBezTo>
                  <a:pt x="1821" y="30163"/>
                  <a:pt x="0" y="24526"/>
                  <a:pt x="510" y="18948"/>
                </a:cubicBezTo>
                <a:cubicBezTo>
                  <a:pt x="1078" y="13370"/>
                  <a:pt x="3932" y="8651"/>
                  <a:pt x="9103" y="4733"/>
                </a:cubicBezTo>
                <a:cubicBezTo>
                  <a:pt x="13705" y="1253"/>
                  <a:pt x="18497" y="0"/>
                  <a:pt x="23434" y="976"/>
                </a:cubicBezTo>
                <a:cubicBezTo>
                  <a:pt x="28328" y="1937"/>
                  <a:pt x="32770" y="4952"/>
                  <a:pt x="36586" y="10079"/>
                </a:cubicBezTo>
                <a:close/>
                <a:moveTo>
                  <a:pt x="29697" y="12627"/>
                </a:moveTo>
                <a:cubicBezTo>
                  <a:pt x="27366" y="9569"/>
                  <a:pt x="24628" y="7792"/>
                  <a:pt x="21570" y="7224"/>
                </a:cubicBezTo>
                <a:cubicBezTo>
                  <a:pt x="18497" y="6656"/>
                  <a:pt x="15526" y="7399"/>
                  <a:pt x="12744" y="9511"/>
                </a:cubicBezTo>
                <a:cubicBezTo>
                  <a:pt x="9612" y="11841"/>
                  <a:pt x="7734" y="14623"/>
                  <a:pt x="7224" y="17871"/>
                </a:cubicBezTo>
                <a:cubicBezTo>
                  <a:pt x="6656" y="21060"/>
                  <a:pt x="7457" y="24410"/>
                  <a:pt x="9612" y="27818"/>
                </a:cubicBezTo>
                <a:lnTo>
                  <a:pt x="29697" y="12627"/>
                </a:lnTo>
                <a:close/>
                <a:moveTo>
                  <a:pt x="29697" y="126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6978A-D089-4CBD-95D0-8616785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45" y="5205485"/>
            <a:ext cx="63938" cy="65147"/>
          </a:xfrm>
          <a:custGeom xmlns:a="http://schemas.openxmlformats.org/drawingml/2006/main">
            <a:pathLst>
              <a:path w="63938" h="65147">
                <a:moveTo>
                  <a:pt x="10064" y="19749"/>
                </a:moveTo>
                <a:lnTo>
                  <a:pt x="36862" y="55359"/>
                </a:lnTo>
                <a:lnTo>
                  <a:pt x="44319" y="49723"/>
                </a:lnTo>
                <a:cubicBezTo>
                  <a:pt x="50684" y="44946"/>
                  <a:pt x="54223" y="40052"/>
                  <a:pt x="55010" y="34998"/>
                </a:cubicBezTo>
                <a:cubicBezTo>
                  <a:pt x="55752" y="29930"/>
                  <a:pt x="53815" y="24293"/>
                  <a:pt x="49213" y="18089"/>
                </a:cubicBezTo>
                <a:cubicBezTo>
                  <a:pt x="44538" y="11957"/>
                  <a:pt x="39703" y="8593"/>
                  <a:pt x="34649" y="7908"/>
                </a:cubicBezTo>
                <a:cubicBezTo>
                  <a:pt x="29580" y="7282"/>
                  <a:pt x="23842" y="9336"/>
                  <a:pt x="17521" y="14113"/>
                </a:cubicBezTo>
                <a:lnTo>
                  <a:pt x="10064" y="19749"/>
                </a:lnTo>
                <a:close/>
                <a:moveTo>
                  <a:pt x="0" y="19283"/>
                </a:moveTo>
                <a:lnTo>
                  <a:pt x="12744" y="9729"/>
                </a:lnTo>
                <a:cubicBezTo>
                  <a:pt x="21614" y="3073"/>
                  <a:pt x="29522" y="0"/>
                  <a:pt x="36469" y="568"/>
                </a:cubicBezTo>
                <a:cubicBezTo>
                  <a:pt x="43402" y="1136"/>
                  <a:pt x="49839" y="5345"/>
                  <a:pt x="55694" y="13195"/>
                </a:cubicBezTo>
                <a:cubicBezTo>
                  <a:pt x="61666" y="21104"/>
                  <a:pt x="63938" y="28444"/>
                  <a:pt x="62583" y="35333"/>
                </a:cubicBezTo>
                <a:cubicBezTo>
                  <a:pt x="61156" y="42164"/>
                  <a:pt x="56044" y="48878"/>
                  <a:pt x="47218" y="55534"/>
                </a:cubicBezTo>
                <a:lnTo>
                  <a:pt x="34474" y="65147"/>
                </a:lnTo>
                <a:lnTo>
                  <a:pt x="0" y="19283"/>
                </a:lnTo>
                <a:close/>
                <a:moveTo>
                  <a:pt x="0" y="192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64CF2-8A62-46A4-BB34-872A543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057" y="5166569"/>
            <a:ext cx="64011" cy="67593"/>
          </a:xfrm>
          <a:custGeom xmlns:a="http://schemas.openxmlformats.org/drawingml/2006/main">
            <a:pathLst>
              <a:path w="64011" h="67593">
                <a:moveTo>
                  <a:pt x="0" y="21788"/>
                </a:moveTo>
                <a:lnTo>
                  <a:pt x="28954" y="0"/>
                </a:lnTo>
                <a:lnTo>
                  <a:pt x="32886" y="5243"/>
                </a:lnTo>
                <a:lnTo>
                  <a:pt x="10122" y="22356"/>
                </a:lnTo>
                <a:lnTo>
                  <a:pt x="20317" y="35901"/>
                </a:lnTo>
                <a:lnTo>
                  <a:pt x="42106" y="19516"/>
                </a:lnTo>
                <a:lnTo>
                  <a:pt x="46023" y="24701"/>
                </a:lnTo>
                <a:lnTo>
                  <a:pt x="24235" y="41144"/>
                </a:lnTo>
                <a:lnTo>
                  <a:pt x="36761" y="57748"/>
                </a:lnTo>
                <a:lnTo>
                  <a:pt x="60078" y="40169"/>
                </a:lnTo>
                <a:lnTo>
                  <a:pt x="64011" y="45412"/>
                </a:lnTo>
                <a:lnTo>
                  <a:pt x="34474" y="67593"/>
                </a:lnTo>
                <a:lnTo>
                  <a:pt x="0" y="21788"/>
                </a:lnTo>
                <a:close/>
                <a:moveTo>
                  <a:pt x="0" y="217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818CA-97D2-4CB2-9BAE-1DA93490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905" y="5139319"/>
            <a:ext cx="56422" cy="64345"/>
          </a:xfrm>
          <a:custGeom xmlns:a="http://schemas.openxmlformats.org/drawingml/2006/main">
            <a:pathLst>
              <a:path w="56422" h="64345">
                <a:moveTo>
                  <a:pt x="25429" y="0"/>
                </a:moveTo>
                <a:lnTo>
                  <a:pt x="29974" y="6030"/>
                </a:lnTo>
                <a:cubicBezTo>
                  <a:pt x="26784" y="6714"/>
                  <a:pt x="23944" y="7515"/>
                  <a:pt x="21439" y="8535"/>
                </a:cubicBezTo>
                <a:cubicBezTo>
                  <a:pt x="18934" y="9554"/>
                  <a:pt x="16720" y="10807"/>
                  <a:pt x="14725" y="12292"/>
                </a:cubicBezTo>
                <a:cubicBezTo>
                  <a:pt x="11375" y="14797"/>
                  <a:pt x="9263" y="17419"/>
                  <a:pt x="8418" y="20084"/>
                </a:cubicBezTo>
                <a:cubicBezTo>
                  <a:pt x="7559" y="22822"/>
                  <a:pt x="8069" y="25327"/>
                  <a:pt x="9889" y="27760"/>
                </a:cubicBezTo>
                <a:cubicBezTo>
                  <a:pt x="11433" y="29813"/>
                  <a:pt x="13195" y="30833"/>
                  <a:pt x="15176" y="30949"/>
                </a:cubicBezTo>
                <a:cubicBezTo>
                  <a:pt x="17171" y="31066"/>
                  <a:pt x="20070" y="30207"/>
                  <a:pt x="23944" y="28284"/>
                </a:cubicBezTo>
                <a:lnTo>
                  <a:pt x="28269" y="26230"/>
                </a:lnTo>
                <a:cubicBezTo>
                  <a:pt x="33556" y="23609"/>
                  <a:pt x="38173" y="22589"/>
                  <a:pt x="42033" y="23157"/>
                </a:cubicBezTo>
                <a:cubicBezTo>
                  <a:pt x="45907" y="23725"/>
                  <a:pt x="49199" y="25895"/>
                  <a:pt x="51995" y="29595"/>
                </a:cubicBezTo>
                <a:cubicBezTo>
                  <a:pt x="55345" y="34022"/>
                  <a:pt x="56422" y="38523"/>
                  <a:pt x="55184" y="43067"/>
                </a:cubicBezTo>
                <a:cubicBezTo>
                  <a:pt x="53932" y="47567"/>
                  <a:pt x="50393" y="52009"/>
                  <a:pt x="44654" y="56321"/>
                </a:cubicBezTo>
                <a:cubicBezTo>
                  <a:pt x="42484" y="57981"/>
                  <a:pt x="39994" y="59452"/>
                  <a:pt x="37197" y="60821"/>
                </a:cubicBezTo>
                <a:cubicBezTo>
                  <a:pt x="34357" y="62132"/>
                  <a:pt x="31284" y="63326"/>
                  <a:pt x="27978" y="64345"/>
                </a:cubicBezTo>
                <a:lnTo>
                  <a:pt x="23143" y="57981"/>
                </a:lnTo>
                <a:cubicBezTo>
                  <a:pt x="26726" y="57471"/>
                  <a:pt x="29974" y="56670"/>
                  <a:pt x="32930" y="55592"/>
                </a:cubicBezTo>
                <a:cubicBezTo>
                  <a:pt x="35887" y="54500"/>
                  <a:pt x="38567" y="53029"/>
                  <a:pt x="40897" y="51325"/>
                </a:cubicBezTo>
                <a:cubicBezTo>
                  <a:pt x="44421" y="48645"/>
                  <a:pt x="46591" y="45863"/>
                  <a:pt x="47494" y="43067"/>
                </a:cubicBezTo>
                <a:cubicBezTo>
                  <a:pt x="48354" y="40227"/>
                  <a:pt x="47844" y="37489"/>
                  <a:pt x="45907" y="34940"/>
                </a:cubicBezTo>
                <a:cubicBezTo>
                  <a:pt x="44203" y="32653"/>
                  <a:pt x="42208" y="31401"/>
                  <a:pt x="39877" y="31182"/>
                </a:cubicBezTo>
                <a:cubicBezTo>
                  <a:pt x="37547" y="30949"/>
                  <a:pt x="34532" y="31750"/>
                  <a:pt x="30891" y="33454"/>
                </a:cubicBezTo>
                <a:lnTo>
                  <a:pt x="26565" y="35566"/>
                </a:lnTo>
                <a:cubicBezTo>
                  <a:pt x="21264" y="38115"/>
                  <a:pt x="16836" y="39207"/>
                  <a:pt x="13312" y="38800"/>
                </a:cubicBezTo>
                <a:cubicBezTo>
                  <a:pt x="9773" y="38406"/>
                  <a:pt x="6656" y="36411"/>
                  <a:pt x="4034" y="32945"/>
                </a:cubicBezTo>
                <a:cubicBezTo>
                  <a:pt x="961" y="28910"/>
                  <a:pt x="0" y="24643"/>
                  <a:pt x="1078" y="20143"/>
                </a:cubicBezTo>
                <a:cubicBezTo>
                  <a:pt x="2214" y="15642"/>
                  <a:pt x="5229" y="11550"/>
                  <a:pt x="10239" y="7792"/>
                </a:cubicBezTo>
                <a:cubicBezTo>
                  <a:pt x="12394" y="6146"/>
                  <a:pt x="14725" y="4719"/>
                  <a:pt x="17288" y="3423"/>
                </a:cubicBezTo>
                <a:cubicBezTo>
                  <a:pt x="19793" y="2112"/>
                  <a:pt x="22517" y="976"/>
                  <a:pt x="25429" y="0"/>
                </a:cubicBezTo>
                <a:close/>
                <a:moveTo>
                  <a:pt x="254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F077F-20D8-4DCE-B5E9-DBF5845C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593" y="5112302"/>
            <a:ext cx="44552" cy="61957"/>
          </a:xfrm>
          <a:custGeom xmlns:a="http://schemas.openxmlformats.org/drawingml/2006/main">
            <a:pathLst>
              <a:path w="44552" h="61957">
                <a:moveTo>
                  <a:pt x="10064" y="16603"/>
                </a:moveTo>
                <a:lnTo>
                  <a:pt x="23041" y="33789"/>
                </a:lnTo>
                <a:lnTo>
                  <a:pt x="30833" y="27935"/>
                </a:lnTo>
                <a:cubicBezTo>
                  <a:pt x="33687" y="25764"/>
                  <a:pt x="35391" y="23318"/>
                  <a:pt x="35785" y="20652"/>
                </a:cubicBezTo>
                <a:cubicBezTo>
                  <a:pt x="36236" y="17972"/>
                  <a:pt x="35450" y="15249"/>
                  <a:pt x="33396" y="12511"/>
                </a:cubicBezTo>
                <a:cubicBezTo>
                  <a:pt x="31284" y="9787"/>
                  <a:pt x="28896" y="8243"/>
                  <a:pt x="26230" y="7908"/>
                </a:cubicBezTo>
                <a:cubicBezTo>
                  <a:pt x="23551" y="7617"/>
                  <a:pt x="20769" y="8535"/>
                  <a:pt x="17871" y="10749"/>
                </a:cubicBezTo>
                <a:lnTo>
                  <a:pt x="10064" y="16603"/>
                </a:lnTo>
                <a:close/>
                <a:moveTo>
                  <a:pt x="0" y="16152"/>
                </a:moveTo>
                <a:lnTo>
                  <a:pt x="13996" y="5636"/>
                </a:lnTo>
                <a:cubicBezTo>
                  <a:pt x="19167" y="1762"/>
                  <a:pt x="23900" y="0"/>
                  <a:pt x="28269" y="335"/>
                </a:cubicBezTo>
                <a:cubicBezTo>
                  <a:pt x="32653" y="685"/>
                  <a:pt x="36527" y="3131"/>
                  <a:pt x="39936" y="7559"/>
                </a:cubicBezTo>
                <a:cubicBezTo>
                  <a:pt x="43300" y="12118"/>
                  <a:pt x="44552" y="16501"/>
                  <a:pt x="43693" y="20813"/>
                </a:cubicBezTo>
                <a:cubicBezTo>
                  <a:pt x="42790" y="25080"/>
                  <a:pt x="39775" y="29187"/>
                  <a:pt x="34649" y="33047"/>
                </a:cubicBezTo>
                <a:lnTo>
                  <a:pt x="26857" y="38916"/>
                </a:lnTo>
                <a:lnTo>
                  <a:pt x="40737" y="57282"/>
                </a:lnTo>
                <a:lnTo>
                  <a:pt x="34532" y="61957"/>
                </a:lnTo>
                <a:lnTo>
                  <a:pt x="0" y="16152"/>
                </a:lnTo>
                <a:close/>
                <a:moveTo>
                  <a:pt x="0" y="161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964D2-F2B0-4884-B107-70061566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29" y="5093922"/>
            <a:ext cx="41596" cy="51995"/>
          </a:xfrm>
          <a:custGeom xmlns:a="http://schemas.openxmlformats.org/drawingml/2006/main">
            <a:pathLst>
              <a:path w="41596" h="51995">
                <a:moveTo>
                  <a:pt x="0" y="4267"/>
                </a:moveTo>
                <a:lnTo>
                  <a:pt x="5636" y="0"/>
                </a:lnTo>
                <a:lnTo>
                  <a:pt x="41596" y="47786"/>
                </a:lnTo>
                <a:lnTo>
                  <a:pt x="35901" y="51995"/>
                </a:lnTo>
                <a:lnTo>
                  <a:pt x="0" y="4267"/>
                </a:lnTo>
                <a:close/>
                <a:moveTo>
                  <a:pt x="0" y="42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2ADEE-9A9B-49B6-B0A5-58BAE17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744" y="5077202"/>
            <a:ext cx="54675" cy="51820"/>
          </a:xfrm>
          <a:custGeom xmlns:a="http://schemas.openxmlformats.org/drawingml/2006/main">
            <a:pathLst>
              <a:path w="54675" h="51820">
                <a:moveTo>
                  <a:pt x="15700" y="42499"/>
                </a:moveTo>
                <a:lnTo>
                  <a:pt x="0" y="21672"/>
                </a:lnTo>
                <a:lnTo>
                  <a:pt x="5695" y="17404"/>
                </a:lnTo>
                <a:lnTo>
                  <a:pt x="21162" y="37998"/>
                </a:lnTo>
                <a:cubicBezTo>
                  <a:pt x="23609" y="41246"/>
                  <a:pt x="26056" y="43227"/>
                  <a:pt x="28561" y="43912"/>
                </a:cubicBezTo>
                <a:cubicBezTo>
                  <a:pt x="31066" y="44538"/>
                  <a:pt x="33571" y="43970"/>
                  <a:pt x="36120" y="42033"/>
                </a:cubicBezTo>
                <a:cubicBezTo>
                  <a:pt x="39135" y="39761"/>
                  <a:pt x="40853" y="36979"/>
                  <a:pt x="41130" y="33673"/>
                </a:cubicBezTo>
                <a:cubicBezTo>
                  <a:pt x="41479" y="30425"/>
                  <a:pt x="40329" y="27075"/>
                  <a:pt x="37838" y="23725"/>
                </a:cubicBezTo>
                <a:lnTo>
                  <a:pt x="23157" y="4267"/>
                </a:lnTo>
                <a:lnTo>
                  <a:pt x="28794" y="0"/>
                </a:lnTo>
                <a:lnTo>
                  <a:pt x="54675" y="34357"/>
                </a:lnTo>
                <a:lnTo>
                  <a:pt x="49038" y="38625"/>
                </a:lnTo>
                <a:lnTo>
                  <a:pt x="45062" y="33338"/>
                </a:lnTo>
                <a:cubicBezTo>
                  <a:pt x="45222" y="36469"/>
                  <a:pt x="44829" y="39193"/>
                  <a:pt x="43751" y="41581"/>
                </a:cubicBezTo>
                <a:cubicBezTo>
                  <a:pt x="42732" y="43970"/>
                  <a:pt x="41013" y="46023"/>
                  <a:pt x="38625" y="47844"/>
                </a:cubicBezTo>
                <a:cubicBezTo>
                  <a:pt x="34649" y="50801"/>
                  <a:pt x="30716" y="51820"/>
                  <a:pt x="26857" y="50917"/>
                </a:cubicBezTo>
                <a:cubicBezTo>
                  <a:pt x="22983" y="50000"/>
                  <a:pt x="19225" y="47218"/>
                  <a:pt x="15700" y="42499"/>
                </a:cubicBezTo>
                <a:close/>
                <a:moveTo>
                  <a:pt x="15700" y="424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C959A-7562-4F11-9D10-BEEF3D20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398" y="5047156"/>
            <a:ext cx="53029" cy="65656"/>
          </a:xfrm>
          <a:custGeom xmlns:a="http://schemas.openxmlformats.org/drawingml/2006/main">
            <a:pathLst>
              <a:path w="53029" h="65656">
                <a:moveTo>
                  <a:pt x="31008" y="21046"/>
                </a:moveTo>
                <a:cubicBezTo>
                  <a:pt x="27935" y="16953"/>
                  <a:pt x="24701" y="14448"/>
                  <a:pt x="21337" y="13428"/>
                </a:cubicBezTo>
                <a:cubicBezTo>
                  <a:pt x="17929" y="12467"/>
                  <a:pt x="14739" y="13137"/>
                  <a:pt x="11666" y="15424"/>
                </a:cubicBezTo>
                <a:cubicBezTo>
                  <a:pt x="8651" y="17696"/>
                  <a:pt x="7180" y="20594"/>
                  <a:pt x="7180" y="24119"/>
                </a:cubicBezTo>
                <a:cubicBezTo>
                  <a:pt x="7180" y="27658"/>
                  <a:pt x="8710" y="31459"/>
                  <a:pt x="11783" y="35566"/>
                </a:cubicBezTo>
                <a:cubicBezTo>
                  <a:pt x="14856" y="39601"/>
                  <a:pt x="18045" y="42106"/>
                  <a:pt x="21453" y="43125"/>
                </a:cubicBezTo>
                <a:cubicBezTo>
                  <a:pt x="24803" y="44086"/>
                  <a:pt x="28051" y="43460"/>
                  <a:pt x="31066" y="41188"/>
                </a:cubicBezTo>
                <a:cubicBezTo>
                  <a:pt x="34081" y="38858"/>
                  <a:pt x="35625" y="35959"/>
                  <a:pt x="35625" y="32435"/>
                </a:cubicBezTo>
                <a:cubicBezTo>
                  <a:pt x="35625" y="28896"/>
                  <a:pt x="34081" y="25153"/>
                  <a:pt x="31008" y="21046"/>
                </a:cubicBezTo>
                <a:close/>
                <a:moveTo>
                  <a:pt x="46650" y="30105"/>
                </a:moveTo>
                <a:cubicBezTo>
                  <a:pt x="51092" y="35959"/>
                  <a:pt x="53029" y="41305"/>
                  <a:pt x="52636" y="46082"/>
                </a:cubicBezTo>
                <a:cubicBezTo>
                  <a:pt x="52170" y="50917"/>
                  <a:pt x="49271" y="55359"/>
                  <a:pt x="43926" y="59335"/>
                </a:cubicBezTo>
                <a:cubicBezTo>
                  <a:pt x="41931" y="60879"/>
                  <a:pt x="39950" y="62132"/>
                  <a:pt x="37955" y="63151"/>
                </a:cubicBezTo>
                <a:cubicBezTo>
                  <a:pt x="35959" y="64171"/>
                  <a:pt x="33920" y="65030"/>
                  <a:pt x="31809" y="65656"/>
                </a:cubicBezTo>
                <a:lnTo>
                  <a:pt x="27658" y="60136"/>
                </a:lnTo>
                <a:cubicBezTo>
                  <a:pt x="29988" y="59801"/>
                  <a:pt x="32144" y="59233"/>
                  <a:pt x="34081" y="58432"/>
                </a:cubicBezTo>
                <a:cubicBezTo>
                  <a:pt x="36018" y="57690"/>
                  <a:pt x="37838" y="56670"/>
                  <a:pt x="39484" y="55359"/>
                </a:cubicBezTo>
                <a:cubicBezTo>
                  <a:pt x="43183" y="52577"/>
                  <a:pt x="45237" y="49548"/>
                  <a:pt x="45630" y="46198"/>
                </a:cubicBezTo>
                <a:cubicBezTo>
                  <a:pt x="46038" y="42892"/>
                  <a:pt x="44727" y="39309"/>
                  <a:pt x="41814" y="35391"/>
                </a:cubicBezTo>
                <a:lnTo>
                  <a:pt x="39717" y="32595"/>
                </a:lnTo>
                <a:cubicBezTo>
                  <a:pt x="40052" y="35508"/>
                  <a:pt x="39717" y="38115"/>
                  <a:pt x="38639" y="40504"/>
                </a:cubicBezTo>
                <a:cubicBezTo>
                  <a:pt x="37562" y="42892"/>
                  <a:pt x="35785" y="45004"/>
                  <a:pt x="33236" y="46941"/>
                </a:cubicBezTo>
                <a:cubicBezTo>
                  <a:pt x="29027" y="50131"/>
                  <a:pt x="24410" y="51034"/>
                  <a:pt x="19400" y="49781"/>
                </a:cubicBezTo>
                <a:cubicBezTo>
                  <a:pt x="14462" y="48529"/>
                  <a:pt x="9962" y="45237"/>
                  <a:pt x="5928" y="39936"/>
                </a:cubicBezTo>
                <a:cubicBezTo>
                  <a:pt x="1937" y="34590"/>
                  <a:pt x="0" y="29362"/>
                  <a:pt x="175" y="24235"/>
                </a:cubicBezTo>
                <a:cubicBezTo>
                  <a:pt x="350" y="19065"/>
                  <a:pt x="2505" y="14914"/>
                  <a:pt x="6714" y="11724"/>
                </a:cubicBezTo>
                <a:cubicBezTo>
                  <a:pt x="9278" y="9846"/>
                  <a:pt x="11841" y="8710"/>
                  <a:pt x="14404" y="8302"/>
                </a:cubicBezTo>
                <a:cubicBezTo>
                  <a:pt x="16953" y="7967"/>
                  <a:pt x="19633" y="8360"/>
                  <a:pt x="22313" y="9496"/>
                </a:cubicBezTo>
                <a:lnTo>
                  <a:pt x="18380" y="4267"/>
                </a:lnTo>
                <a:lnTo>
                  <a:pt x="24017" y="0"/>
                </a:lnTo>
                <a:lnTo>
                  <a:pt x="46650" y="30105"/>
                </a:lnTo>
                <a:close/>
                <a:moveTo>
                  <a:pt x="46650" y="301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81438-65D1-4307-B292-FFD15F49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944" y="5020823"/>
            <a:ext cx="41596" cy="51995"/>
          </a:xfrm>
          <a:custGeom xmlns:a="http://schemas.openxmlformats.org/drawingml/2006/main">
            <a:pathLst>
              <a:path w="41596" h="51995">
                <a:moveTo>
                  <a:pt x="10137" y="17623"/>
                </a:moveTo>
                <a:lnTo>
                  <a:pt x="15759" y="13370"/>
                </a:lnTo>
                <a:lnTo>
                  <a:pt x="41596" y="47728"/>
                </a:lnTo>
                <a:lnTo>
                  <a:pt x="35959" y="51995"/>
                </a:lnTo>
                <a:lnTo>
                  <a:pt x="10137" y="17623"/>
                </a:lnTo>
                <a:close/>
                <a:moveTo>
                  <a:pt x="0" y="4209"/>
                </a:moveTo>
                <a:lnTo>
                  <a:pt x="5695" y="0"/>
                </a:lnTo>
                <a:lnTo>
                  <a:pt x="11040" y="7107"/>
                </a:lnTo>
                <a:lnTo>
                  <a:pt x="5403" y="11375"/>
                </a:lnTo>
                <a:lnTo>
                  <a:pt x="0" y="4209"/>
                </a:lnTo>
                <a:close/>
                <a:moveTo>
                  <a:pt x="0" y="42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C961D-CA48-4977-A731-742366FF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11" y="5007963"/>
            <a:ext cx="54616" cy="51820"/>
          </a:xfrm>
          <a:custGeom xmlns:a="http://schemas.openxmlformats.org/drawingml/2006/main">
            <a:pathLst>
              <a:path w="54616" h="51820">
                <a:moveTo>
                  <a:pt x="39033" y="9438"/>
                </a:moveTo>
                <a:lnTo>
                  <a:pt x="54616" y="30148"/>
                </a:lnTo>
                <a:lnTo>
                  <a:pt x="48980" y="34416"/>
                </a:lnTo>
                <a:lnTo>
                  <a:pt x="33513" y="13880"/>
                </a:lnTo>
                <a:cubicBezTo>
                  <a:pt x="31066" y="10632"/>
                  <a:pt x="28619" y="8637"/>
                  <a:pt x="26114" y="8025"/>
                </a:cubicBezTo>
                <a:cubicBezTo>
                  <a:pt x="23609" y="7340"/>
                  <a:pt x="21104" y="7967"/>
                  <a:pt x="18613" y="9889"/>
                </a:cubicBezTo>
                <a:cubicBezTo>
                  <a:pt x="15540" y="12176"/>
                  <a:pt x="13880" y="14958"/>
                  <a:pt x="13545" y="18205"/>
                </a:cubicBezTo>
                <a:cubicBezTo>
                  <a:pt x="13254" y="21497"/>
                  <a:pt x="14390" y="24803"/>
                  <a:pt x="16895" y="28153"/>
                </a:cubicBezTo>
                <a:lnTo>
                  <a:pt x="31517" y="47553"/>
                </a:lnTo>
                <a:lnTo>
                  <a:pt x="25837" y="51820"/>
                </a:lnTo>
                <a:lnTo>
                  <a:pt x="0" y="17463"/>
                </a:lnTo>
                <a:lnTo>
                  <a:pt x="5636" y="13195"/>
                </a:lnTo>
                <a:lnTo>
                  <a:pt x="9671" y="18540"/>
                </a:lnTo>
                <a:cubicBezTo>
                  <a:pt x="9452" y="15467"/>
                  <a:pt x="9904" y="12744"/>
                  <a:pt x="10982" y="10355"/>
                </a:cubicBezTo>
                <a:cubicBezTo>
                  <a:pt x="12001" y="7908"/>
                  <a:pt x="13778" y="5797"/>
                  <a:pt x="16166" y="4034"/>
                </a:cubicBezTo>
                <a:cubicBezTo>
                  <a:pt x="20084" y="1078"/>
                  <a:pt x="24017" y="0"/>
                  <a:pt x="27876" y="961"/>
                </a:cubicBezTo>
                <a:cubicBezTo>
                  <a:pt x="31750" y="1879"/>
                  <a:pt x="35450" y="4661"/>
                  <a:pt x="39033" y="9438"/>
                </a:cubicBezTo>
                <a:close/>
                <a:moveTo>
                  <a:pt x="39033" y="94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56BE5-40B3-4078-9C85-8ACA659F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132" y="5016381"/>
            <a:ext cx="12351" cy="12686"/>
          </a:xfrm>
          <a:custGeom xmlns:a="http://schemas.openxmlformats.org/drawingml/2006/main">
            <a:pathLst>
              <a:path w="12351" h="12686">
                <a:moveTo>
                  <a:pt x="0" y="4894"/>
                </a:moveTo>
                <a:lnTo>
                  <a:pt x="6481" y="0"/>
                </a:lnTo>
                <a:lnTo>
                  <a:pt x="12351" y="7792"/>
                </a:lnTo>
                <a:lnTo>
                  <a:pt x="5855" y="12686"/>
                </a:lnTo>
                <a:lnTo>
                  <a:pt x="0" y="4894"/>
                </a:lnTo>
                <a:close/>
                <a:moveTo>
                  <a:pt x="0" y="48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2A4DF-7871-4C1B-934D-B39D12E1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627" y="4946341"/>
            <a:ext cx="59452" cy="61331"/>
          </a:xfrm>
          <a:custGeom xmlns:a="http://schemas.openxmlformats.org/drawingml/2006/main">
            <a:pathLst>
              <a:path w="59452" h="61331">
                <a:moveTo>
                  <a:pt x="30265" y="0"/>
                </a:moveTo>
                <a:lnTo>
                  <a:pt x="35158" y="6539"/>
                </a:lnTo>
                <a:cubicBezTo>
                  <a:pt x="31634" y="6146"/>
                  <a:pt x="28328" y="6379"/>
                  <a:pt x="25211" y="7224"/>
                </a:cubicBezTo>
                <a:cubicBezTo>
                  <a:pt x="22138" y="8025"/>
                  <a:pt x="19283" y="9452"/>
                  <a:pt x="16618" y="11433"/>
                </a:cubicBezTo>
                <a:cubicBezTo>
                  <a:pt x="11375" y="15365"/>
                  <a:pt x="8593" y="19968"/>
                  <a:pt x="8200" y="25269"/>
                </a:cubicBezTo>
                <a:cubicBezTo>
                  <a:pt x="7850" y="30614"/>
                  <a:pt x="9904" y="36251"/>
                  <a:pt x="14448" y="42324"/>
                </a:cubicBezTo>
                <a:cubicBezTo>
                  <a:pt x="19007" y="48368"/>
                  <a:pt x="23900" y="51951"/>
                  <a:pt x="29071" y="53029"/>
                </a:cubicBezTo>
                <a:cubicBezTo>
                  <a:pt x="34255" y="54107"/>
                  <a:pt x="39484" y="52738"/>
                  <a:pt x="44713" y="48762"/>
                </a:cubicBezTo>
                <a:cubicBezTo>
                  <a:pt x="47393" y="46766"/>
                  <a:pt x="49548" y="44378"/>
                  <a:pt x="51150" y="41654"/>
                </a:cubicBezTo>
                <a:cubicBezTo>
                  <a:pt x="52796" y="38916"/>
                  <a:pt x="53932" y="35785"/>
                  <a:pt x="54558" y="32260"/>
                </a:cubicBezTo>
                <a:lnTo>
                  <a:pt x="59452" y="38741"/>
                </a:lnTo>
                <a:cubicBezTo>
                  <a:pt x="58374" y="41873"/>
                  <a:pt x="56889" y="44727"/>
                  <a:pt x="55010" y="47276"/>
                </a:cubicBezTo>
                <a:cubicBezTo>
                  <a:pt x="53189" y="49839"/>
                  <a:pt x="50859" y="52111"/>
                  <a:pt x="48194" y="54165"/>
                </a:cubicBezTo>
                <a:cubicBezTo>
                  <a:pt x="41246" y="59335"/>
                  <a:pt x="34197" y="61331"/>
                  <a:pt x="27032" y="60136"/>
                </a:cubicBezTo>
                <a:cubicBezTo>
                  <a:pt x="19793" y="58884"/>
                  <a:pt x="13487" y="54558"/>
                  <a:pt x="7967" y="47218"/>
                </a:cubicBezTo>
                <a:cubicBezTo>
                  <a:pt x="2389" y="39892"/>
                  <a:pt x="0" y="32551"/>
                  <a:pt x="801" y="25327"/>
                </a:cubicBezTo>
                <a:cubicBezTo>
                  <a:pt x="1588" y="18089"/>
                  <a:pt x="5462" y="11841"/>
                  <a:pt x="12409" y="6598"/>
                </a:cubicBezTo>
                <a:cubicBezTo>
                  <a:pt x="15132" y="4559"/>
                  <a:pt x="17972" y="2957"/>
                  <a:pt x="21002" y="1879"/>
                </a:cubicBezTo>
                <a:cubicBezTo>
                  <a:pt x="23958" y="801"/>
                  <a:pt x="27032" y="175"/>
                  <a:pt x="30265" y="0"/>
                </a:cubicBezTo>
                <a:close/>
                <a:moveTo>
                  <a:pt x="3026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23F34-A1FC-4140-9236-F00B8BF1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780" y="4909537"/>
            <a:ext cx="69181" cy="71846"/>
          </a:xfrm>
          <a:custGeom xmlns:a="http://schemas.openxmlformats.org/drawingml/2006/main">
            <a:pathLst>
              <a:path w="69181" h="71846">
                <a:moveTo>
                  <a:pt x="0" y="26056"/>
                </a:moveTo>
                <a:lnTo>
                  <a:pt x="8360" y="19793"/>
                </a:lnTo>
                <a:lnTo>
                  <a:pt x="57515" y="42834"/>
                </a:lnTo>
                <a:lnTo>
                  <a:pt x="28677" y="4500"/>
                </a:lnTo>
                <a:lnTo>
                  <a:pt x="34707" y="0"/>
                </a:lnTo>
                <a:lnTo>
                  <a:pt x="69181" y="45790"/>
                </a:lnTo>
                <a:lnTo>
                  <a:pt x="60821" y="52053"/>
                </a:lnTo>
                <a:lnTo>
                  <a:pt x="11666" y="29012"/>
                </a:lnTo>
                <a:lnTo>
                  <a:pt x="40504" y="67360"/>
                </a:lnTo>
                <a:lnTo>
                  <a:pt x="34532" y="71846"/>
                </a:lnTo>
                <a:lnTo>
                  <a:pt x="0" y="26056"/>
                </a:lnTo>
                <a:close/>
                <a:moveTo>
                  <a:pt x="0" y="260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67E46-7CF5-4986-A25A-67C87DA6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823" y="4874145"/>
            <a:ext cx="69123" cy="71919"/>
          </a:xfrm>
          <a:custGeom xmlns:a="http://schemas.openxmlformats.org/drawingml/2006/main">
            <a:pathLst>
              <a:path w="69123" h="71919">
                <a:moveTo>
                  <a:pt x="0" y="26056"/>
                </a:moveTo>
                <a:lnTo>
                  <a:pt x="8316" y="19808"/>
                </a:lnTo>
                <a:lnTo>
                  <a:pt x="57471" y="42848"/>
                </a:lnTo>
                <a:lnTo>
                  <a:pt x="28619" y="4500"/>
                </a:lnTo>
                <a:lnTo>
                  <a:pt x="34649" y="0"/>
                </a:lnTo>
                <a:lnTo>
                  <a:pt x="69123" y="45805"/>
                </a:lnTo>
                <a:lnTo>
                  <a:pt x="60763" y="52053"/>
                </a:lnTo>
                <a:lnTo>
                  <a:pt x="11608" y="29012"/>
                </a:lnTo>
                <a:lnTo>
                  <a:pt x="40518" y="67360"/>
                </a:lnTo>
                <a:lnTo>
                  <a:pt x="34488" y="71919"/>
                </a:lnTo>
                <a:lnTo>
                  <a:pt x="0" y="26056"/>
                </a:lnTo>
                <a:close/>
                <a:moveTo>
                  <a:pt x="0" y="260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A56C3-8A4C-48D6-88BA-9AE36B38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85" y="5477373"/>
            <a:ext cx="55869" cy="64404"/>
          </a:xfrm>
          <a:custGeom xmlns:a="http://schemas.openxmlformats.org/drawingml/2006/main">
            <a:pathLst>
              <a:path w="55869" h="64404">
                <a:moveTo>
                  <a:pt x="26230" y="0"/>
                </a:moveTo>
                <a:lnTo>
                  <a:pt x="30542" y="6204"/>
                </a:lnTo>
                <a:cubicBezTo>
                  <a:pt x="27366" y="6714"/>
                  <a:pt x="24454" y="7457"/>
                  <a:pt x="21963" y="8418"/>
                </a:cubicBezTo>
                <a:cubicBezTo>
                  <a:pt x="19400" y="9336"/>
                  <a:pt x="17128" y="10472"/>
                  <a:pt x="15132" y="11899"/>
                </a:cubicBezTo>
                <a:cubicBezTo>
                  <a:pt x="11666" y="14346"/>
                  <a:pt x="9496" y="16836"/>
                  <a:pt x="8535" y="19516"/>
                </a:cubicBezTo>
                <a:cubicBezTo>
                  <a:pt x="7617" y="22196"/>
                  <a:pt x="8025" y="24745"/>
                  <a:pt x="9729" y="27192"/>
                </a:cubicBezTo>
                <a:cubicBezTo>
                  <a:pt x="11200" y="29304"/>
                  <a:pt x="12904" y="30440"/>
                  <a:pt x="14899" y="30614"/>
                </a:cubicBezTo>
                <a:cubicBezTo>
                  <a:pt x="16895" y="30775"/>
                  <a:pt x="19851" y="29988"/>
                  <a:pt x="23784" y="28226"/>
                </a:cubicBezTo>
                <a:lnTo>
                  <a:pt x="28211" y="26289"/>
                </a:lnTo>
                <a:cubicBezTo>
                  <a:pt x="33556" y="23900"/>
                  <a:pt x="38173" y="23041"/>
                  <a:pt x="42033" y="23725"/>
                </a:cubicBezTo>
                <a:cubicBezTo>
                  <a:pt x="45849" y="24410"/>
                  <a:pt x="49155" y="26682"/>
                  <a:pt x="51762" y="30498"/>
                </a:cubicBezTo>
                <a:cubicBezTo>
                  <a:pt x="55010" y="35042"/>
                  <a:pt x="55869" y="39542"/>
                  <a:pt x="54500" y="44043"/>
                </a:cubicBezTo>
                <a:cubicBezTo>
                  <a:pt x="53073" y="48529"/>
                  <a:pt x="49432" y="52796"/>
                  <a:pt x="43518" y="56947"/>
                </a:cubicBezTo>
                <a:cubicBezTo>
                  <a:pt x="41305" y="58491"/>
                  <a:pt x="38800" y="59903"/>
                  <a:pt x="35901" y="61156"/>
                </a:cubicBezTo>
                <a:cubicBezTo>
                  <a:pt x="33047" y="62408"/>
                  <a:pt x="29915" y="63501"/>
                  <a:pt x="26565" y="64404"/>
                </a:cubicBezTo>
                <a:lnTo>
                  <a:pt x="22007" y="57864"/>
                </a:lnTo>
                <a:cubicBezTo>
                  <a:pt x="25604" y="57457"/>
                  <a:pt x="28837" y="56787"/>
                  <a:pt x="31852" y="55811"/>
                </a:cubicBezTo>
                <a:cubicBezTo>
                  <a:pt x="34867" y="54791"/>
                  <a:pt x="37547" y="53480"/>
                  <a:pt x="39936" y="51776"/>
                </a:cubicBezTo>
                <a:cubicBezTo>
                  <a:pt x="43518" y="49271"/>
                  <a:pt x="45849" y="46591"/>
                  <a:pt x="46825" y="43751"/>
                </a:cubicBezTo>
                <a:cubicBezTo>
                  <a:pt x="47786" y="40970"/>
                  <a:pt x="47334" y="38232"/>
                  <a:pt x="45514" y="35610"/>
                </a:cubicBezTo>
                <a:cubicBezTo>
                  <a:pt x="43853" y="33280"/>
                  <a:pt x="41931" y="31969"/>
                  <a:pt x="39586" y="31692"/>
                </a:cubicBezTo>
                <a:cubicBezTo>
                  <a:pt x="37256" y="31357"/>
                  <a:pt x="34241" y="32027"/>
                  <a:pt x="30542" y="33629"/>
                </a:cubicBezTo>
                <a:lnTo>
                  <a:pt x="26172" y="35610"/>
                </a:lnTo>
                <a:cubicBezTo>
                  <a:pt x="20769" y="37955"/>
                  <a:pt x="16327" y="38916"/>
                  <a:pt x="12802" y="38348"/>
                </a:cubicBezTo>
                <a:cubicBezTo>
                  <a:pt x="9263" y="37838"/>
                  <a:pt x="6248" y="35785"/>
                  <a:pt x="3699" y="32202"/>
                </a:cubicBezTo>
                <a:cubicBezTo>
                  <a:pt x="786" y="28051"/>
                  <a:pt x="0" y="23725"/>
                  <a:pt x="1253" y="19283"/>
                </a:cubicBezTo>
                <a:cubicBezTo>
                  <a:pt x="2505" y="14856"/>
                  <a:pt x="5680" y="10865"/>
                  <a:pt x="10807" y="7224"/>
                </a:cubicBezTo>
                <a:cubicBezTo>
                  <a:pt x="13021" y="5695"/>
                  <a:pt x="15409" y="4326"/>
                  <a:pt x="17972" y="3131"/>
                </a:cubicBezTo>
                <a:cubicBezTo>
                  <a:pt x="20536" y="1937"/>
                  <a:pt x="23259" y="859"/>
                  <a:pt x="26230" y="0"/>
                </a:cubicBezTo>
                <a:close/>
                <a:moveTo>
                  <a:pt x="2623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088B8-7861-476B-AFDB-E3A6111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17" y="5463217"/>
            <a:ext cx="47844" cy="46125"/>
          </a:xfrm>
          <a:custGeom xmlns:a="http://schemas.openxmlformats.org/drawingml/2006/main">
            <a:pathLst>
              <a:path w="47844" h="46125">
                <a:moveTo>
                  <a:pt x="37096" y="10632"/>
                </a:moveTo>
                <a:lnTo>
                  <a:pt x="39033" y="13472"/>
                </a:lnTo>
                <a:lnTo>
                  <a:pt x="12453" y="32144"/>
                </a:lnTo>
                <a:cubicBezTo>
                  <a:pt x="15467" y="35945"/>
                  <a:pt x="18832" y="38115"/>
                  <a:pt x="22415" y="38683"/>
                </a:cubicBezTo>
                <a:cubicBezTo>
                  <a:pt x="26056" y="39309"/>
                  <a:pt x="29755" y="38232"/>
                  <a:pt x="33629" y="35552"/>
                </a:cubicBezTo>
                <a:cubicBezTo>
                  <a:pt x="35843" y="33964"/>
                  <a:pt x="37780" y="32187"/>
                  <a:pt x="39484" y="30207"/>
                </a:cubicBezTo>
                <a:cubicBezTo>
                  <a:pt x="41188" y="28211"/>
                  <a:pt x="42674" y="25939"/>
                  <a:pt x="43970" y="23376"/>
                </a:cubicBezTo>
                <a:lnTo>
                  <a:pt x="47844" y="28837"/>
                </a:lnTo>
                <a:cubicBezTo>
                  <a:pt x="46373" y="31168"/>
                  <a:pt x="44713" y="33338"/>
                  <a:pt x="42834" y="35319"/>
                </a:cubicBezTo>
                <a:cubicBezTo>
                  <a:pt x="41013" y="37314"/>
                  <a:pt x="38974" y="39135"/>
                  <a:pt x="36688" y="40678"/>
                </a:cubicBezTo>
                <a:cubicBezTo>
                  <a:pt x="31066" y="44654"/>
                  <a:pt x="25488" y="46125"/>
                  <a:pt x="19910" y="45164"/>
                </a:cubicBezTo>
                <a:cubicBezTo>
                  <a:pt x="14331" y="44203"/>
                  <a:pt x="9612" y="40897"/>
                  <a:pt x="5695" y="35319"/>
                </a:cubicBezTo>
                <a:cubicBezTo>
                  <a:pt x="1646" y="29580"/>
                  <a:pt x="0" y="23886"/>
                  <a:pt x="743" y="18307"/>
                </a:cubicBezTo>
                <a:cubicBezTo>
                  <a:pt x="1486" y="12744"/>
                  <a:pt x="4500" y="8127"/>
                  <a:pt x="9787" y="4428"/>
                </a:cubicBezTo>
                <a:cubicBezTo>
                  <a:pt x="14506" y="1078"/>
                  <a:pt x="19342" y="0"/>
                  <a:pt x="24235" y="1136"/>
                </a:cubicBezTo>
                <a:cubicBezTo>
                  <a:pt x="29129" y="2214"/>
                  <a:pt x="33396" y="5403"/>
                  <a:pt x="37096" y="10632"/>
                </a:cubicBezTo>
                <a:close/>
                <a:moveTo>
                  <a:pt x="30090" y="13021"/>
                </a:moveTo>
                <a:cubicBezTo>
                  <a:pt x="27818" y="9889"/>
                  <a:pt x="25196" y="7952"/>
                  <a:pt x="22123" y="7282"/>
                </a:cubicBezTo>
                <a:cubicBezTo>
                  <a:pt x="19065" y="6598"/>
                  <a:pt x="16094" y="7282"/>
                  <a:pt x="13254" y="9263"/>
                </a:cubicBezTo>
                <a:cubicBezTo>
                  <a:pt x="10064" y="11550"/>
                  <a:pt x="8083" y="14273"/>
                  <a:pt x="7457" y="17463"/>
                </a:cubicBezTo>
                <a:cubicBezTo>
                  <a:pt x="6772" y="20638"/>
                  <a:pt x="7457" y="24002"/>
                  <a:pt x="9496" y="27468"/>
                </a:cubicBezTo>
                <a:lnTo>
                  <a:pt x="30090" y="13021"/>
                </a:lnTo>
                <a:close/>
                <a:moveTo>
                  <a:pt x="30090" y="130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83F92-FA09-4403-A522-79D94895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02" y="5434656"/>
            <a:ext cx="44829" cy="47160"/>
          </a:xfrm>
          <a:custGeom xmlns:a="http://schemas.openxmlformats.org/drawingml/2006/main">
            <a:pathLst>
              <a:path w="44829" h="47160">
                <a:moveTo>
                  <a:pt x="22080" y="0"/>
                </a:moveTo>
                <a:lnTo>
                  <a:pt x="25823" y="5403"/>
                </a:lnTo>
                <a:cubicBezTo>
                  <a:pt x="23551" y="5622"/>
                  <a:pt x="21453" y="6088"/>
                  <a:pt x="19516" y="6816"/>
                </a:cubicBezTo>
                <a:cubicBezTo>
                  <a:pt x="17521" y="7501"/>
                  <a:pt x="15700" y="8418"/>
                  <a:pt x="14055" y="9612"/>
                </a:cubicBezTo>
                <a:cubicBezTo>
                  <a:pt x="10297" y="12220"/>
                  <a:pt x="8185" y="15467"/>
                  <a:pt x="7792" y="19342"/>
                </a:cubicBezTo>
                <a:cubicBezTo>
                  <a:pt x="7399" y="23143"/>
                  <a:pt x="8710" y="27250"/>
                  <a:pt x="11724" y="31517"/>
                </a:cubicBezTo>
                <a:cubicBezTo>
                  <a:pt x="14739" y="35843"/>
                  <a:pt x="18089" y="38450"/>
                  <a:pt x="21847" y="39368"/>
                </a:cubicBezTo>
                <a:cubicBezTo>
                  <a:pt x="25604" y="40271"/>
                  <a:pt x="29362" y="39426"/>
                  <a:pt x="33105" y="36804"/>
                </a:cubicBezTo>
                <a:cubicBezTo>
                  <a:pt x="34765" y="35610"/>
                  <a:pt x="36236" y="34241"/>
                  <a:pt x="37605" y="32595"/>
                </a:cubicBezTo>
                <a:cubicBezTo>
                  <a:pt x="38916" y="30993"/>
                  <a:pt x="40110" y="29187"/>
                  <a:pt x="41072" y="27133"/>
                </a:cubicBezTo>
                <a:lnTo>
                  <a:pt x="44829" y="32479"/>
                </a:lnTo>
                <a:cubicBezTo>
                  <a:pt x="43751" y="34357"/>
                  <a:pt x="42499" y="36120"/>
                  <a:pt x="41013" y="37707"/>
                </a:cubicBezTo>
                <a:cubicBezTo>
                  <a:pt x="39542" y="39309"/>
                  <a:pt x="37838" y="40780"/>
                  <a:pt x="35901" y="42149"/>
                </a:cubicBezTo>
                <a:cubicBezTo>
                  <a:pt x="30600" y="45849"/>
                  <a:pt x="25196" y="47160"/>
                  <a:pt x="19735" y="46023"/>
                </a:cubicBezTo>
                <a:cubicBezTo>
                  <a:pt x="14273" y="44887"/>
                  <a:pt x="9554" y="41465"/>
                  <a:pt x="5636" y="35785"/>
                </a:cubicBezTo>
                <a:cubicBezTo>
                  <a:pt x="1588" y="30032"/>
                  <a:pt x="0" y="24454"/>
                  <a:pt x="845" y="18934"/>
                </a:cubicBezTo>
                <a:cubicBezTo>
                  <a:pt x="1704" y="13414"/>
                  <a:pt x="4835" y="8753"/>
                  <a:pt x="10355" y="4894"/>
                </a:cubicBezTo>
                <a:cubicBezTo>
                  <a:pt x="12118" y="3641"/>
                  <a:pt x="13996" y="2607"/>
                  <a:pt x="15992" y="1821"/>
                </a:cubicBezTo>
                <a:cubicBezTo>
                  <a:pt x="17914" y="961"/>
                  <a:pt x="19910" y="335"/>
                  <a:pt x="22080" y="0"/>
                </a:cubicBezTo>
                <a:close/>
                <a:moveTo>
                  <a:pt x="220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8FC60-41A1-4A0C-BE7D-217E817C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8" y="5411149"/>
            <a:ext cx="43926" cy="46315"/>
          </a:xfrm>
          <a:custGeom xmlns:a="http://schemas.openxmlformats.org/drawingml/2006/main">
            <a:pathLst>
              <a:path w="43926" h="46315">
                <a:moveTo>
                  <a:pt x="12453" y="9569"/>
                </a:moveTo>
                <a:cubicBezTo>
                  <a:pt x="9321" y="11724"/>
                  <a:pt x="7734" y="14681"/>
                  <a:pt x="7617" y="18380"/>
                </a:cubicBezTo>
                <a:cubicBezTo>
                  <a:pt x="7515" y="22021"/>
                  <a:pt x="8928" y="25997"/>
                  <a:pt x="11885" y="30221"/>
                </a:cubicBezTo>
                <a:cubicBezTo>
                  <a:pt x="14841" y="34430"/>
                  <a:pt x="18089" y="37096"/>
                  <a:pt x="21555" y="38290"/>
                </a:cubicBezTo>
                <a:cubicBezTo>
                  <a:pt x="25036" y="39426"/>
                  <a:pt x="28386" y="38916"/>
                  <a:pt x="31459" y="36761"/>
                </a:cubicBezTo>
                <a:cubicBezTo>
                  <a:pt x="34590" y="34590"/>
                  <a:pt x="36178" y="31634"/>
                  <a:pt x="36236" y="27935"/>
                </a:cubicBezTo>
                <a:cubicBezTo>
                  <a:pt x="36353" y="24235"/>
                  <a:pt x="34925" y="20317"/>
                  <a:pt x="31969" y="16108"/>
                </a:cubicBezTo>
                <a:cubicBezTo>
                  <a:pt x="29071" y="11957"/>
                  <a:pt x="25823" y="9278"/>
                  <a:pt x="22298" y="8083"/>
                </a:cubicBezTo>
                <a:cubicBezTo>
                  <a:pt x="18832" y="6889"/>
                  <a:pt x="15526" y="7399"/>
                  <a:pt x="12453" y="9569"/>
                </a:cubicBezTo>
                <a:close/>
                <a:moveTo>
                  <a:pt x="8986" y="4675"/>
                </a:moveTo>
                <a:cubicBezTo>
                  <a:pt x="14055" y="1136"/>
                  <a:pt x="19108" y="0"/>
                  <a:pt x="24293" y="1253"/>
                </a:cubicBezTo>
                <a:cubicBezTo>
                  <a:pt x="29464" y="2505"/>
                  <a:pt x="34081" y="6030"/>
                  <a:pt x="38115" y="11841"/>
                </a:cubicBezTo>
                <a:cubicBezTo>
                  <a:pt x="42149" y="17579"/>
                  <a:pt x="43926" y="23099"/>
                  <a:pt x="43344" y="28401"/>
                </a:cubicBezTo>
                <a:cubicBezTo>
                  <a:pt x="42776" y="33687"/>
                  <a:pt x="39936" y="38130"/>
                  <a:pt x="34925" y="41654"/>
                </a:cubicBezTo>
                <a:cubicBezTo>
                  <a:pt x="29872" y="45179"/>
                  <a:pt x="24745" y="46315"/>
                  <a:pt x="19575" y="45062"/>
                </a:cubicBezTo>
                <a:cubicBezTo>
                  <a:pt x="14448" y="43751"/>
                  <a:pt x="9846" y="40227"/>
                  <a:pt x="5797" y="34488"/>
                </a:cubicBezTo>
                <a:cubicBezTo>
                  <a:pt x="1762" y="28677"/>
                  <a:pt x="0" y="23157"/>
                  <a:pt x="568" y="17929"/>
                </a:cubicBezTo>
                <a:cubicBezTo>
                  <a:pt x="1136" y="12642"/>
                  <a:pt x="3918" y="8200"/>
                  <a:pt x="8986" y="4675"/>
                </a:cubicBezTo>
                <a:close/>
                <a:moveTo>
                  <a:pt x="8986" y="46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D7632-9B72-4E80-A787-4490F69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18" y="5382137"/>
            <a:ext cx="54223" cy="51835"/>
          </a:xfrm>
          <a:custGeom xmlns:a="http://schemas.openxmlformats.org/drawingml/2006/main">
            <a:pathLst>
              <a:path w="54223" h="51835">
                <a:moveTo>
                  <a:pt x="39309" y="9904"/>
                </a:moveTo>
                <a:lnTo>
                  <a:pt x="54223" y="31182"/>
                </a:lnTo>
                <a:lnTo>
                  <a:pt x="48412" y="35217"/>
                </a:lnTo>
                <a:lnTo>
                  <a:pt x="33687" y="14171"/>
                </a:lnTo>
                <a:cubicBezTo>
                  <a:pt x="31343" y="10807"/>
                  <a:pt x="28896" y="8768"/>
                  <a:pt x="26449" y="8025"/>
                </a:cubicBezTo>
                <a:cubicBezTo>
                  <a:pt x="24002" y="7282"/>
                  <a:pt x="21512" y="7850"/>
                  <a:pt x="18890" y="9671"/>
                </a:cubicBezTo>
                <a:cubicBezTo>
                  <a:pt x="15759" y="11841"/>
                  <a:pt x="13996" y="14564"/>
                  <a:pt x="13603" y="17812"/>
                </a:cubicBezTo>
                <a:cubicBezTo>
                  <a:pt x="13137" y="21046"/>
                  <a:pt x="14171" y="24410"/>
                  <a:pt x="16560" y="27876"/>
                </a:cubicBezTo>
                <a:lnTo>
                  <a:pt x="30556" y="47786"/>
                </a:lnTo>
                <a:lnTo>
                  <a:pt x="24687" y="51835"/>
                </a:lnTo>
                <a:lnTo>
                  <a:pt x="0" y="16618"/>
                </a:lnTo>
                <a:lnTo>
                  <a:pt x="5855" y="12569"/>
                </a:lnTo>
                <a:lnTo>
                  <a:pt x="9671" y="18031"/>
                </a:lnTo>
                <a:cubicBezTo>
                  <a:pt x="9554" y="14914"/>
                  <a:pt x="10122" y="12176"/>
                  <a:pt x="11258" y="9846"/>
                </a:cubicBezTo>
                <a:cubicBezTo>
                  <a:pt x="12409" y="7457"/>
                  <a:pt x="14171" y="5462"/>
                  <a:pt x="16676" y="3699"/>
                </a:cubicBezTo>
                <a:cubicBezTo>
                  <a:pt x="20711" y="918"/>
                  <a:pt x="24628" y="0"/>
                  <a:pt x="28444" y="1020"/>
                </a:cubicBezTo>
                <a:cubicBezTo>
                  <a:pt x="32260" y="2112"/>
                  <a:pt x="35901" y="5068"/>
                  <a:pt x="39309" y="9904"/>
                </a:cubicBezTo>
                <a:close/>
                <a:moveTo>
                  <a:pt x="39309" y="99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C91BB-8C99-467E-9EE1-BF0F4C8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55" y="5335997"/>
            <a:ext cx="49490" cy="65540"/>
          </a:xfrm>
          <a:custGeom xmlns:a="http://schemas.openxmlformats.org/drawingml/2006/main">
            <a:pathLst>
              <a:path w="49490" h="65540">
                <a:moveTo>
                  <a:pt x="22750" y="23099"/>
                </a:moveTo>
                <a:lnTo>
                  <a:pt x="9379" y="4049"/>
                </a:lnTo>
                <a:lnTo>
                  <a:pt x="15176" y="0"/>
                </a:lnTo>
                <a:lnTo>
                  <a:pt x="49490" y="48936"/>
                </a:lnTo>
                <a:lnTo>
                  <a:pt x="43693" y="52971"/>
                </a:lnTo>
                <a:lnTo>
                  <a:pt x="39994" y="47684"/>
                </a:lnTo>
                <a:cubicBezTo>
                  <a:pt x="40212" y="50640"/>
                  <a:pt x="39819" y="53247"/>
                  <a:pt x="38683" y="55592"/>
                </a:cubicBezTo>
                <a:cubicBezTo>
                  <a:pt x="37547" y="57923"/>
                  <a:pt x="35668" y="59962"/>
                  <a:pt x="33047" y="61782"/>
                </a:cubicBezTo>
                <a:cubicBezTo>
                  <a:pt x="28779" y="64797"/>
                  <a:pt x="24119" y="65540"/>
                  <a:pt x="19050" y="64011"/>
                </a:cubicBezTo>
                <a:cubicBezTo>
                  <a:pt x="14040" y="62467"/>
                  <a:pt x="9554" y="58942"/>
                  <a:pt x="5680" y="53422"/>
                </a:cubicBezTo>
                <a:cubicBezTo>
                  <a:pt x="1806" y="47844"/>
                  <a:pt x="0" y="42441"/>
                  <a:pt x="277" y="37212"/>
                </a:cubicBezTo>
                <a:cubicBezTo>
                  <a:pt x="612" y="31925"/>
                  <a:pt x="2898" y="27818"/>
                  <a:pt x="7107" y="24803"/>
                </a:cubicBezTo>
                <a:cubicBezTo>
                  <a:pt x="9714" y="22983"/>
                  <a:pt x="12336" y="21963"/>
                  <a:pt x="14899" y="21672"/>
                </a:cubicBezTo>
                <a:cubicBezTo>
                  <a:pt x="17463" y="21395"/>
                  <a:pt x="20070" y="21847"/>
                  <a:pt x="22750" y="23099"/>
                </a:cubicBezTo>
                <a:close/>
                <a:moveTo>
                  <a:pt x="11652" y="49213"/>
                </a:moveTo>
                <a:cubicBezTo>
                  <a:pt x="14608" y="53480"/>
                  <a:pt x="17856" y="56219"/>
                  <a:pt x="21322" y="57413"/>
                </a:cubicBezTo>
                <a:cubicBezTo>
                  <a:pt x="24745" y="58607"/>
                  <a:pt x="27978" y="58083"/>
                  <a:pt x="31051" y="55986"/>
                </a:cubicBezTo>
                <a:cubicBezTo>
                  <a:pt x="34124" y="53815"/>
                  <a:pt x="35668" y="50917"/>
                  <a:pt x="35726" y="47276"/>
                </a:cubicBezTo>
                <a:cubicBezTo>
                  <a:pt x="35828" y="43577"/>
                  <a:pt x="34357" y="39659"/>
                  <a:pt x="31401" y="35391"/>
                </a:cubicBezTo>
                <a:cubicBezTo>
                  <a:pt x="28386" y="31124"/>
                  <a:pt x="25138" y="28444"/>
                  <a:pt x="21730" y="27250"/>
                </a:cubicBezTo>
                <a:cubicBezTo>
                  <a:pt x="18249" y="26056"/>
                  <a:pt x="15016" y="26507"/>
                  <a:pt x="11943" y="28677"/>
                </a:cubicBezTo>
                <a:cubicBezTo>
                  <a:pt x="8870" y="30833"/>
                  <a:pt x="7326" y="33746"/>
                  <a:pt x="7282" y="37387"/>
                </a:cubicBezTo>
                <a:cubicBezTo>
                  <a:pt x="7224" y="41028"/>
                  <a:pt x="8695" y="44946"/>
                  <a:pt x="11652" y="49213"/>
                </a:cubicBezTo>
                <a:close/>
                <a:moveTo>
                  <a:pt x="11652" y="492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30681-964E-4CA0-BF71-22B74597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76" y="5308630"/>
            <a:ext cx="63151" cy="67768"/>
          </a:xfrm>
          <a:custGeom xmlns:a="http://schemas.openxmlformats.org/drawingml/2006/main">
            <a:pathLst>
              <a:path w="63151" h="67768">
                <a:moveTo>
                  <a:pt x="0" y="20827"/>
                </a:moveTo>
                <a:lnTo>
                  <a:pt x="29697" y="0"/>
                </a:lnTo>
                <a:lnTo>
                  <a:pt x="33454" y="5345"/>
                </a:lnTo>
                <a:lnTo>
                  <a:pt x="10122" y="21686"/>
                </a:lnTo>
                <a:lnTo>
                  <a:pt x="19851" y="35625"/>
                </a:lnTo>
                <a:lnTo>
                  <a:pt x="42222" y="19910"/>
                </a:lnTo>
                <a:lnTo>
                  <a:pt x="45965" y="25269"/>
                </a:lnTo>
                <a:lnTo>
                  <a:pt x="23609" y="40970"/>
                </a:lnTo>
                <a:lnTo>
                  <a:pt x="35566" y="57981"/>
                </a:lnTo>
                <a:lnTo>
                  <a:pt x="59452" y="41188"/>
                </a:lnTo>
                <a:lnTo>
                  <a:pt x="63151" y="46548"/>
                </a:lnTo>
                <a:lnTo>
                  <a:pt x="32945" y="67768"/>
                </a:lnTo>
                <a:lnTo>
                  <a:pt x="0" y="20827"/>
                </a:lnTo>
                <a:close/>
                <a:moveTo>
                  <a:pt x="0" y="208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E09AA-7A3B-4374-B5A2-98F9AC7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47" y="5296352"/>
            <a:ext cx="54165" cy="51820"/>
          </a:xfrm>
          <a:custGeom xmlns:a="http://schemas.openxmlformats.org/drawingml/2006/main">
            <a:pathLst>
              <a:path w="54165" h="51820">
                <a:moveTo>
                  <a:pt x="39266" y="9889"/>
                </a:moveTo>
                <a:lnTo>
                  <a:pt x="54165" y="31168"/>
                </a:lnTo>
                <a:lnTo>
                  <a:pt x="48412" y="35202"/>
                </a:lnTo>
                <a:lnTo>
                  <a:pt x="33629" y="14157"/>
                </a:lnTo>
                <a:cubicBezTo>
                  <a:pt x="31299" y="10807"/>
                  <a:pt x="28910" y="8753"/>
                  <a:pt x="26463" y="8010"/>
                </a:cubicBezTo>
                <a:cubicBezTo>
                  <a:pt x="23958" y="7282"/>
                  <a:pt x="21453" y="7850"/>
                  <a:pt x="18832" y="9671"/>
                </a:cubicBezTo>
                <a:cubicBezTo>
                  <a:pt x="15700" y="11826"/>
                  <a:pt x="13938" y="14564"/>
                  <a:pt x="13545" y="17798"/>
                </a:cubicBezTo>
                <a:cubicBezTo>
                  <a:pt x="13152" y="21104"/>
                  <a:pt x="14113" y="24395"/>
                  <a:pt x="16560" y="27876"/>
                </a:cubicBezTo>
                <a:lnTo>
                  <a:pt x="30498" y="47786"/>
                </a:lnTo>
                <a:lnTo>
                  <a:pt x="24701" y="51820"/>
                </a:lnTo>
                <a:lnTo>
                  <a:pt x="0" y="16603"/>
                </a:lnTo>
                <a:lnTo>
                  <a:pt x="5811" y="12569"/>
                </a:lnTo>
                <a:lnTo>
                  <a:pt x="9612" y="18031"/>
                </a:lnTo>
                <a:cubicBezTo>
                  <a:pt x="9569" y="14958"/>
                  <a:pt x="10079" y="12220"/>
                  <a:pt x="11215" y="9831"/>
                </a:cubicBezTo>
                <a:cubicBezTo>
                  <a:pt x="12351" y="7501"/>
                  <a:pt x="14171" y="5447"/>
                  <a:pt x="16618" y="3685"/>
                </a:cubicBezTo>
                <a:cubicBezTo>
                  <a:pt x="20652" y="903"/>
                  <a:pt x="24585" y="0"/>
                  <a:pt x="28401" y="1020"/>
                </a:cubicBezTo>
                <a:cubicBezTo>
                  <a:pt x="32260" y="2097"/>
                  <a:pt x="35843" y="5054"/>
                  <a:pt x="39266" y="9889"/>
                </a:cubicBezTo>
                <a:close/>
                <a:moveTo>
                  <a:pt x="39266" y="98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BF89A-42AB-4D83-97B4-FCF3D7E8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29" y="5266597"/>
            <a:ext cx="63836" cy="53014"/>
          </a:xfrm>
          <a:custGeom xmlns:a="http://schemas.openxmlformats.org/drawingml/2006/main">
            <a:pathLst>
              <a:path w="63836" h="53014">
                <a:moveTo>
                  <a:pt x="48922" y="11025"/>
                </a:moveTo>
                <a:lnTo>
                  <a:pt x="63836" y="32304"/>
                </a:lnTo>
                <a:lnTo>
                  <a:pt x="58025" y="36353"/>
                </a:lnTo>
                <a:lnTo>
                  <a:pt x="43242" y="15293"/>
                </a:lnTo>
                <a:cubicBezTo>
                  <a:pt x="40911" y="11943"/>
                  <a:pt x="38508" y="9947"/>
                  <a:pt x="36061" y="9205"/>
                </a:cubicBezTo>
                <a:cubicBezTo>
                  <a:pt x="33629" y="8418"/>
                  <a:pt x="31066" y="8986"/>
                  <a:pt x="28503" y="10807"/>
                </a:cubicBezTo>
                <a:cubicBezTo>
                  <a:pt x="25371" y="12962"/>
                  <a:pt x="23609" y="15700"/>
                  <a:pt x="23157" y="18992"/>
                </a:cubicBezTo>
                <a:cubicBezTo>
                  <a:pt x="22750" y="22240"/>
                  <a:pt x="23784" y="25590"/>
                  <a:pt x="26172" y="29012"/>
                </a:cubicBezTo>
                <a:lnTo>
                  <a:pt x="40110" y="48922"/>
                </a:lnTo>
                <a:lnTo>
                  <a:pt x="34299" y="53014"/>
                </a:lnTo>
                <a:lnTo>
                  <a:pt x="0" y="4034"/>
                </a:lnTo>
                <a:lnTo>
                  <a:pt x="5797" y="0"/>
                </a:lnTo>
                <a:lnTo>
                  <a:pt x="19283" y="19167"/>
                </a:lnTo>
                <a:cubicBezTo>
                  <a:pt x="19167" y="16094"/>
                  <a:pt x="19676" y="13356"/>
                  <a:pt x="20827" y="10967"/>
                </a:cubicBezTo>
                <a:cubicBezTo>
                  <a:pt x="21963" y="8637"/>
                  <a:pt x="23784" y="6598"/>
                  <a:pt x="26230" y="4879"/>
                </a:cubicBezTo>
                <a:cubicBezTo>
                  <a:pt x="30265" y="2039"/>
                  <a:pt x="34241" y="1136"/>
                  <a:pt x="38057" y="2214"/>
                </a:cubicBezTo>
                <a:cubicBezTo>
                  <a:pt x="41873" y="3233"/>
                  <a:pt x="45514" y="6190"/>
                  <a:pt x="48922" y="11025"/>
                </a:cubicBezTo>
                <a:close/>
                <a:moveTo>
                  <a:pt x="48922" y="110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F68AE-DEAB-48FA-8FCF-497F9156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99" y="5241153"/>
            <a:ext cx="50742" cy="47393"/>
          </a:xfrm>
          <a:custGeom xmlns:a="http://schemas.openxmlformats.org/drawingml/2006/main">
            <a:pathLst>
              <a:path w="50742" h="47393">
                <a:moveTo>
                  <a:pt x="26798" y="20769"/>
                </a:moveTo>
                <a:cubicBezTo>
                  <a:pt x="22123" y="24017"/>
                  <a:pt x="19225" y="26798"/>
                  <a:pt x="18205" y="29129"/>
                </a:cubicBezTo>
                <a:cubicBezTo>
                  <a:pt x="17128" y="31474"/>
                  <a:pt x="17521" y="33964"/>
                  <a:pt x="19342" y="36527"/>
                </a:cubicBezTo>
                <a:cubicBezTo>
                  <a:pt x="20769" y="38581"/>
                  <a:pt x="22589" y="39717"/>
                  <a:pt x="24803" y="40008"/>
                </a:cubicBezTo>
                <a:cubicBezTo>
                  <a:pt x="26959" y="40227"/>
                  <a:pt x="29245" y="39542"/>
                  <a:pt x="31576" y="37955"/>
                </a:cubicBezTo>
                <a:cubicBezTo>
                  <a:pt x="34765" y="35683"/>
                  <a:pt x="36527" y="32726"/>
                  <a:pt x="36862" y="29085"/>
                </a:cubicBezTo>
                <a:cubicBezTo>
                  <a:pt x="37270" y="25488"/>
                  <a:pt x="36076" y="21803"/>
                  <a:pt x="33454" y="17987"/>
                </a:cubicBezTo>
                <a:lnTo>
                  <a:pt x="32537" y="16734"/>
                </a:lnTo>
                <a:lnTo>
                  <a:pt x="26798" y="20769"/>
                </a:lnTo>
                <a:close/>
                <a:moveTo>
                  <a:pt x="36644" y="10253"/>
                </a:moveTo>
                <a:lnTo>
                  <a:pt x="50742" y="30323"/>
                </a:lnTo>
                <a:lnTo>
                  <a:pt x="44946" y="34430"/>
                </a:lnTo>
                <a:lnTo>
                  <a:pt x="41188" y="29085"/>
                </a:lnTo>
                <a:cubicBezTo>
                  <a:pt x="41363" y="32144"/>
                  <a:pt x="40853" y="34882"/>
                  <a:pt x="39601" y="37270"/>
                </a:cubicBezTo>
                <a:cubicBezTo>
                  <a:pt x="38348" y="39659"/>
                  <a:pt x="36236" y="41873"/>
                  <a:pt x="33396" y="43868"/>
                </a:cubicBezTo>
                <a:cubicBezTo>
                  <a:pt x="29813" y="46373"/>
                  <a:pt x="26230" y="47393"/>
                  <a:pt x="22706" y="46825"/>
                </a:cubicBezTo>
                <a:cubicBezTo>
                  <a:pt x="19108" y="46315"/>
                  <a:pt x="16152" y="44378"/>
                  <a:pt x="13763" y="40970"/>
                </a:cubicBezTo>
                <a:cubicBezTo>
                  <a:pt x="11040" y="36994"/>
                  <a:pt x="10239" y="33061"/>
                  <a:pt x="11491" y="29187"/>
                </a:cubicBezTo>
                <a:cubicBezTo>
                  <a:pt x="12744" y="25327"/>
                  <a:pt x="15992" y="21570"/>
                  <a:pt x="21220" y="17871"/>
                </a:cubicBezTo>
                <a:lnTo>
                  <a:pt x="29362" y="12176"/>
                </a:lnTo>
                <a:lnTo>
                  <a:pt x="28954" y="11608"/>
                </a:lnTo>
                <a:cubicBezTo>
                  <a:pt x="27075" y="8943"/>
                  <a:pt x="24803" y="7515"/>
                  <a:pt x="22021" y="7282"/>
                </a:cubicBezTo>
                <a:cubicBezTo>
                  <a:pt x="19225" y="7064"/>
                  <a:pt x="16268" y="8025"/>
                  <a:pt x="13079" y="10253"/>
                </a:cubicBezTo>
                <a:cubicBezTo>
                  <a:pt x="11098" y="11666"/>
                  <a:pt x="9278" y="13268"/>
                  <a:pt x="7734" y="15089"/>
                </a:cubicBezTo>
                <a:cubicBezTo>
                  <a:pt x="6146" y="16909"/>
                  <a:pt x="4835" y="18948"/>
                  <a:pt x="3758" y="21118"/>
                </a:cubicBezTo>
                <a:lnTo>
                  <a:pt x="0" y="15759"/>
                </a:lnTo>
                <a:cubicBezTo>
                  <a:pt x="1529" y="13487"/>
                  <a:pt x="3190" y="11448"/>
                  <a:pt x="4894" y="9627"/>
                </a:cubicBezTo>
                <a:cubicBezTo>
                  <a:pt x="6598" y="7807"/>
                  <a:pt x="8360" y="6263"/>
                  <a:pt x="10239" y="4952"/>
                </a:cubicBezTo>
                <a:cubicBezTo>
                  <a:pt x="15365" y="1369"/>
                  <a:pt x="20084" y="0"/>
                  <a:pt x="24468" y="918"/>
                </a:cubicBezTo>
                <a:cubicBezTo>
                  <a:pt x="28837" y="1777"/>
                  <a:pt x="32886" y="4894"/>
                  <a:pt x="36644" y="10253"/>
                </a:cubicBezTo>
                <a:close/>
                <a:moveTo>
                  <a:pt x="36644" y="1025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BE5D7-F80E-4326-BFC7-94AEF196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521" y="5211457"/>
            <a:ext cx="54209" cy="51835"/>
          </a:xfrm>
          <a:custGeom xmlns:a="http://schemas.openxmlformats.org/drawingml/2006/main">
            <a:pathLst>
              <a:path w="54209" h="51835">
                <a:moveTo>
                  <a:pt x="39309" y="9904"/>
                </a:moveTo>
                <a:lnTo>
                  <a:pt x="54209" y="31182"/>
                </a:lnTo>
                <a:lnTo>
                  <a:pt x="48412" y="35217"/>
                </a:lnTo>
                <a:lnTo>
                  <a:pt x="33673" y="14171"/>
                </a:lnTo>
                <a:cubicBezTo>
                  <a:pt x="31343" y="10821"/>
                  <a:pt x="28896" y="8768"/>
                  <a:pt x="26449" y="8025"/>
                </a:cubicBezTo>
                <a:cubicBezTo>
                  <a:pt x="24002" y="7282"/>
                  <a:pt x="21439" y="7850"/>
                  <a:pt x="18890" y="9671"/>
                </a:cubicBezTo>
                <a:cubicBezTo>
                  <a:pt x="15759" y="11841"/>
                  <a:pt x="13996" y="14564"/>
                  <a:pt x="13589" y="17812"/>
                </a:cubicBezTo>
                <a:cubicBezTo>
                  <a:pt x="13137" y="21118"/>
                  <a:pt x="14157" y="24410"/>
                  <a:pt x="16560" y="27876"/>
                </a:cubicBezTo>
                <a:lnTo>
                  <a:pt x="30542" y="47800"/>
                </a:lnTo>
                <a:lnTo>
                  <a:pt x="24687" y="51835"/>
                </a:lnTo>
                <a:lnTo>
                  <a:pt x="0" y="16618"/>
                </a:lnTo>
                <a:lnTo>
                  <a:pt x="5855" y="12584"/>
                </a:lnTo>
                <a:lnTo>
                  <a:pt x="9671" y="18045"/>
                </a:lnTo>
                <a:cubicBezTo>
                  <a:pt x="9554" y="14972"/>
                  <a:pt x="10122" y="12234"/>
                  <a:pt x="11258" y="9846"/>
                </a:cubicBezTo>
                <a:cubicBezTo>
                  <a:pt x="12394" y="7515"/>
                  <a:pt x="14157" y="5462"/>
                  <a:pt x="16603" y="3758"/>
                </a:cubicBezTo>
                <a:cubicBezTo>
                  <a:pt x="20711" y="918"/>
                  <a:pt x="24628" y="0"/>
                  <a:pt x="28444" y="1034"/>
                </a:cubicBezTo>
                <a:cubicBezTo>
                  <a:pt x="32260" y="2112"/>
                  <a:pt x="35901" y="5068"/>
                  <a:pt x="39309" y="9904"/>
                </a:cubicBezTo>
                <a:close/>
                <a:moveTo>
                  <a:pt x="39309" y="99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836D4-D0AB-4871-B048-51E589A8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801" y="5182896"/>
            <a:ext cx="44887" cy="47174"/>
          </a:xfrm>
          <a:custGeom xmlns:a="http://schemas.openxmlformats.org/drawingml/2006/main">
            <a:pathLst>
              <a:path w="44887" h="47174">
                <a:moveTo>
                  <a:pt x="22080" y="0"/>
                </a:moveTo>
                <a:lnTo>
                  <a:pt x="25895" y="5418"/>
                </a:lnTo>
                <a:cubicBezTo>
                  <a:pt x="23609" y="5695"/>
                  <a:pt x="21512" y="6146"/>
                  <a:pt x="19516" y="6831"/>
                </a:cubicBezTo>
                <a:cubicBezTo>
                  <a:pt x="17579" y="7573"/>
                  <a:pt x="15759" y="8476"/>
                  <a:pt x="14055" y="9671"/>
                </a:cubicBezTo>
                <a:cubicBezTo>
                  <a:pt x="10297" y="12292"/>
                  <a:pt x="8258" y="15540"/>
                  <a:pt x="7792" y="19356"/>
                </a:cubicBezTo>
                <a:cubicBezTo>
                  <a:pt x="7399" y="23216"/>
                  <a:pt x="8710" y="27265"/>
                  <a:pt x="11724" y="31576"/>
                </a:cubicBezTo>
                <a:cubicBezTo>
                  <a:pt x="14739" y="35843"/>
                  <a:pt x="18089" y="38465"/>
                  <a:pt x="21847" y="39426"/>
                </a:cubicBezTo>
                <a:cubicBezTo>
                  <a:pt x="25604" y="40343"/>
                  <a:pt x="29362" y="39484"/>
                  <a:pt x="33119" y="36819"/>
                </a:cubicBezTo>
                <a:cubicBezTo>
                  <a:pt x="34765" y="35683"/>
                  <a:pt x="36294" y="34255"/>
                  <a:pt x="37605" y="32668"/>
                </a:cubicBezTo>
                <a:cubicBezTo>
                  <a:pt x="38974" y="31066"/>
                  <a:pt x="40110" y="29245"/>
                  <a:pt x="41130" y="27206"/>
                </a:cubicBezTo>
                <a:lnTo>
                  <a:pt x="44887" y="32551"/>
                </a:lnTo>
                <a:cubicBezTo>
                  <a:pt x="43751" y="34430"/>
                  <a:pt x="42499" y="36193"/>
                  <a:pt x="41028" y="37722"/>
                </a:cubicBezTo>
                <a:cubicBezTo>
                  <a:pt x="39601" y="39324"/>
                  <a:pt x="37897" y="40795"/>
                  <a:pt x="35901" y="42164"/>
                </a:cubicBezTo>
                <a:cubicBezTo>
                  <a:pt x="30614" y="45922"/>
                  <a:pt x="25211" y="47174"/>
                  <a:pt x="19749" y="46038"/>
                </a:cubicBezTo>
                <a:cubicBezTo>
                  <a:pt x="14288" y="44887"/>
                  <a:pt x="9612" y="41479"/>
                  <a:pt x="5636" y="35843"/>
                </a:cubicBezTo>
                <a:cubicBezTo>
                  <a:pt x="1602" y="30105"/>
                  <a:pt x="0" y="24468"/>
                  <a:pt x="859" y="18948"/>
                </a:cubicBezTo>
                <a:cubicBezTo>
                  <a:pt x="1704" y="13487"/>
                  <a:pt x="4894" y="8768"/>
                  <a:pt x="10355" y="4952"/>
                </a:cubicBezTo>
                <a:cubicBezTo>
                  <a:pt x="12176" y="3699"/>
                  <a:pt x="13996" y="2680"/>
                  <a:pt x="15992" y="1821"/>
                </a:cubicBezTo>
                <a:cubicBezTo>
                  <a:pt x="17929" y="1034"/>
                  <a:pt x="19968" y="408"/>
                  <a:pt x="22080" y="0"/>
                </a:cubicBezTo>
                <a:close/>
                <a:moveTo>
                  <a:pt x="220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8460A-D735-46A8-B5FC-998D2CF3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367" y="5158894"/>
            <a:ext cx="47844" cy="46140"/>
          </a:xfrm>
          <a:custGeom xmlns:a="http://schemas.openxmlformats.org/drawingml/2006/main">
            <a:pathLst>
              <a:path w="47844" h="46140">
                <a:moveTo>
                  <a:pt x="37081" y="10632"/>
                </a:moveTo>
                <a:lnTo>
                  <a:pt x="39076" y="13487"/>
                </a:lnTo>
                <a:lnTo>
                  <a:pt x="12453" y="32144"/>
                </a:lnTo>
                <a:cubicBezTo>
                  <a:pt x="15526" y="35959"/>
                  <a:pt x="18832" y="38115"/>
                  <a:pt x="22473" y="38741"/>
                </a:cubicBezTo>
                <a:cubicBezTo>
                  <a:pt x="26056" y="39309"/>
                  <a:pt x="29755" y="38232"/>
                  <a:pt x="33615" y="35552"/>
                </a:cubicBezTo>
                <a:cubicBezTo>
                  <a:pt x="35828" y="34022"/>
                  <a:pt x="37765" y="32202"/>
                  <a:pt x="39470" y="30207"/>
                </a:cubicBezTo>
                <a:cubicBezTo>
                  <a:pt x="41188" y="28226"/>
                  <a:pt x="42717" y="25939"/>
                  <a:pt x="43970" y="23376"/>
                </a:cubicBezTo>
                <a:lnTo>
                  <a:pt x="47844" y="28896"/>
                </a:lnTo>
                <a:cubicBezTo>
                  <a:pt x="46358" y="31241"/>
                  <a:pt x="44713" y="33396"/>
                  <a:pt x="42834" y="35391"/>
                </a:cubicBezTo>
                <a:cubicBezTo>
                  <a:pt x="41013" y="37372"/>
                  <a:pt x="38960" y="39149"/>
                  <a:pt x="36688" y="40737"/>
                </a:cubicBezTo>
                <a:cubicBezTo>
                  <a:pt x="31110" y="44654"/>
                  <a:pt x="25488" y="46140"/>
                  <a:pt x="19910" y="45179"/>
                </a:cubicBezTo>
                <a:cubicBezTo>
                  <a:pt x="14331" y="44203"/>
                  <a:pt x="9612" y="40911"/>
                  <a:pt x="5680" y="35333"/>
                </a:cubicBezTo>
                <a:cubicBezTo>
                  <a:pt x="1646" y="29580"/>
                  <a:pt x="0" y="23900"/>
                  <a:pt x="728" y="18322"/>
                </a:cubicBezTo>
                <a:cubicBezTo>
                  <a:pt x="1471" y="12802"/>
                  <a:pt x="4486" y="8141"/>
                  <a:pt x="9773" y="4442"/>
                </a:cubicBezTo>
                <a:cubicBezTo>
                  <a:pt x="14506" y="1136"/>
                  <a:pt x="19342" y="0"/>
                  <a:pt x="24235" y="1136"/>
                </a:cubicBezTo>
                <a:cubicBezTo>
                  <a:pt x="29129" y="2214"/>
                  <a:pt x="33396" y="5403"/>
                  <a:pt x="37081" y="10632"/>
                </a:cubicBezTo>
                <a:close/>
                <a:moveTo>
                  <a:pt x="30090" y="13035"/>
                </a:moveTo>
                <a:cubicBezTo>
                  <a:pt x="27876" y="9904"/>
                  <a:pt x="25196" y="7967"/>
                  <a:pt x="22123" y="7340"/>
                </a:cubicBezTo>
                <a:cubicBezTo>
                  <a:pt x="19108" y="6656"/>
                  <a:pt x="16152" y="7282"/>
                  <a:pt x="13254" y="9278"/>
                </a:cubicBezTo>
                <a:cubicBezTo>
                  <a:pt x="10064" y="11550"/>
                  <a:pt x="8127" y="14273"/>
                  <a:pt x="7442" y="17463"/>
                </a:cubicBezTo>
                <a:cubicBezTo>
                  <a:pt x="6758" y="20652"/>
                  <a:pt x="7442" y="24002"/>
                  <a:pt x="9496" y="27541"/>
                </a:cubicBezTo>
                <a:lnTo>
                  <a:pt x="30090" y="13035"/>
                </a:lnTo>
                <a:close/>
                <a:moveTo>
                  <a:pt x="30090" y="130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EE000-7CCD-4CCC-A85C-33E2FDD2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793" y="5112695"/>
            <a:ext cx="49490" cy="65540"/>
          </a:xfrm>
          <a:custGeom xmlns:a="http://schemas.openxmlformats.org/drawingml/2006/main">
            <a:pathLst>
              <a:path w="49490" h="65540">
                <a:moveTo>
                  <a:pt x="22750" y="23157"/>
                </a:moveTo>
                <a:lnTo>
                  <a:pt x="9379" y="4093"/>
                </a:lnTo>
                <a:lnTo>
                  <a:pt x="15191" y="0"/>
                </a:lnTo>
                <a:lnTo>
                  <a:pt x="49490" y="48980"/>
                </a:lnTo>
                <a:lnTo>
                  <a:pt x="43693" y="53029"/>
                </a:lnTo>
                <a:lnTo>
                  <a:pt x="39994" y="47728"/>
                </a:lnTo>
                <a:cubicBezTo>
                  <a:pt x="40212" y="50699"/>
                  <a:pt x="39761" y="53306"/>
                  <a:pt x="38625" y="55636"/>
                </a:cubicBezTo>
                <a:cubicBezTo>
                  <a:pt x="37489" y="57981"/>
                  <a:pt x="35610" y="60020"/>
                  <a:pt x="33047" y="61840"/>
                </a:cubicBezTo>
                <a:cubicBezTo>
                  <a:pt x="28779" y="64855"/>
                  <a:pt x="24119" y="65540"/>
                  <a:pt x="19050" y="64069"/>
                </a:cubicBezTo>
                <a:cubicBezTo>
                  <a:pt x="13996" y="62525"/>
                  <a:pt x="9554" y="59000"/>
                  <a:pt x="5680" y="53422"/>
                </a:cubicBezTo>
                <a:cubicBezTo>
                  <a:pt x="1821" y="47902"/>
                  <a:pt x="0" y="42499"/>
                  <a:pt x="277" y="37270"/>
                </a:cubicBezTo>
                <a:cubicBezTo>
                  <a:pt x="568" y="31969"/>
                  <a:pt x="2840" y="27876"/>
                  <a:pt x="7107" y="24861"/>
                </a:cubicBezTo>
                <a:cubicBezTo>
                  <a:pt x="9729" y="23041"/>
                  <a:pt x="12278" y="22021"/>
                  <a:pt x="14841" y="21730"/>
                </a:cubicBezTo>
                <a:cubicBezTo>
                  <a:pt x="17463" y="21453"/>
                  <a:pt x="20084" y="21905"/>
                  <a:pt x="22750" y="23157"/>
                </a:cubicBezTo>
                <a:close/>
                <a:moveTo>
                  <a:pt x="11652" y="49271"/>
                </a:moveTo>
                <a:cubicBezTo>
                  <a:pt x="14608" y="53539"/>
                  <a:pt x="17856" y="56219"/>
                  <a:pt x="21279" y="57413"/>
                </a:cubicBezTo>
                <a:cubicBezTo>
                  <a:pt x="24745" y="58607"/>
                  <a:pt x="27978" y="58141"/>
                  <a:pt x="31051" y="55986"/>
                </a:cubicBezTo>
                <a:cubicBezTo>
                  <a:pt x="34124" y="53874"/>
                  <a:pt x="35668" y="50975"/>
                  <a:pt x="35726" y="47334"/>
                </a:cubicBezTo>
                <a:cubicBezTo>
                  <a:pt x="35785" y="43635"/>
                  <a:pt x="34357" y="39717"/>
                  <a:pt x="31343" y="35450"/>
                </a:cubicBezTo>
                <a:cubicBezTo>
                  <a:pt x="28386" y="31182"/>
                  <a:pt x="25138" y="28444"/>
                  <a:pt x="21672" y="27308"/>
                </a:cubicBezTo>
                <a:cubicBezTo>
                  <a:pt x="18249" y="26114"/>
                  <a:pt x="14958" y="26565"/>
                  <a:pt x="11943" y="28736"/>
                </a:cubicBezTo>
                <a:cubicBezTo>
                  <a:pt x="8870" y="30833"/>
                  <a:pt x="7326" y="33746"/>
                  <a:pt x="7282" y="37387"/>
                </a:cubicBezTo>
                <a:cubicBezTo>
                  <a:pt x="7224" y="41072"/>
                  <a:pt x="8637" y="45004"/>
                  <a:pt x="11652" y="49271"/>
                </a:cubicBezTo>
                <a:close/>
                <a:moveTo>
                  <a:pt x="11652" y="492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C6AE0-4FD5-462C-B724-38CC0D2E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14" y="5090849"/>
            <a:ext cx="44494" cy="62292"/>
          </a:xfrm>
          <a:custGeom xmlns:a="http://schemas.openxmlformats.org/drawingml/2006/main">
            <a:pathLst>
              <a:path w="44494" h="62292">
                <a:moveTo>
                  <a:pt x="10020" y="16108"/>
                </a:moveTo>
                <a:lnTo>
                  <a:pt x="22356" y="33746"/>
                </a:lnTo>
                <a:lnTo>
                  <a:pt x="30381" y="28168"/>
                </a:lnTo>
                <a:cubicBezTo>
                  <a:pt x="33338" y="26056"/>
                  <a:pt x="35056" y="23725"/>
                  <a:pt x="35625" y="21046"/>
                </a:cubicBezTo>
                <a:cubicBezTo>
                  <a:pt x="36193" y="18380"/>
                  <a:pt x="35450" y="15642"/>
                  <a:pt x="33454" y="12802"/>
                </a:cubicBezTo>
                <a:cubicBezTo>
                  <a:pt x="31459" y="10020"/>
                  <a:pt x="29129" y="8360"/>
                  <a:pt x="26463" y="7967"/>
                </a:cubicBezTo>
                <a:cubicBezTo>
                  <a:pt x="23784" y="7573"/>
                  <a:pt x="20944" y="8418"/>
                  <a:pt x="17987" y="10530"/>
                </a:cubicBezTo>
                <a:lnTo>
                  <a:pt x="10020" y="16108"/>
                </a:lnTo>
                <a:close/>
                <a:moveTo>
                  <a:pt x="0" y="15307"/>
                </a:moveTo>
                <a:lnTo>
                  <a:pt x="14346" y="5287"/>
                </a:lnTo>
                <a:cubicBezTo>
                  <a:pt x="19633" y="1602"/>
                  <a:pt x="24410" y="0"/>
                  <a:pt x="28794" y="451"/>
                </a:cubicBezTo>
                <a:cubicBezTo>
                  <a:pt x="33178" y="976"/>
                  <a:pt x="36921" y="3525"/>
                  <a:pt x="40169" y="8083"/>
                </a:cubicBezTo>
                <a:cubicBezTo>
                  <a:pt x="43416" y="12744"/>
                  <a:pt x="44494" y="17186"/>
                  <a:pt x="43475" y="21453"/>
                </a:cubicBezTo>
                <a:cubicBezTo>
                  <a:pt x="42441" y="25721"/>
                  <a:pt x="39309" y="29697"/>
                  <a:pt x="34022" y="33338"/>
                </a:cubicBezTo>
                <a:lnTo>
                  <a:pt x="26056" y="38974"/>
                </a:lnTo>
                <a:lnTo>
                  <a:pt x="39266" y="57806"/>
                </a:lnTo>
                <a:lnTo>
                  <a:pt x="32945" y="62292"/>
                </a:lnTo>
                <a:lnTo>
                  <a:pt x="0" y="15307"/>
                </a:lnTo>
                <a:close/>
                <a:moveTo>
                  <a:pt x="0" y="153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82B7E-34AE-489B-8679-410AB8CC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70" y="5076852"/>
            <a:ext cx="30498" cy="50174"/>
          </a:xfrm>
          <a:custGeom xmlns:a="http://schemas.openxmlformats.org/drawingml/2006/main">
            <a:pathLst>
              <a:path w="30498" h="50174">
                <a:moveTo>
                  <a:pt x="24410" y="5913"/>
                </a:moveTo>
                <a:cubicBezTo>
                  <a:pt x="23507" y="5971"/>
                  <a:pt x="22589" y="6204"/>
                  <a:pt x="21745" y="6539"/>
                </a:cubicBezTo>
                <a:cubicBezTo>
                  <a:pt x="20827" y="6947"/>
                  <a:pt x="19924" y="7399"/>
                  <a:pt x="19007" y="8083"/>
                </a:cubicBezTo>
                <a:cubicBezTo>
                  <a:pt x="15759" y="10355"/>
                  <a:pt x="13938" y="13195"/>
                  <a:pt x="13720" y="16560"/>
                </a:cubicBezTo>
                <a:cubicBezTo>
                  <a:pt x="13428" y="19910"/>
                  <a:pt x="14739" y="23551"/>
                  <a:pt x="17521" y="27541"/>
                </a:cubicBezTo>
                <a:lnTo>
                  <a:pt x="30498" y="46082"/>
                </a:lnTo>
                <a:lnTo>
                  <a:pt x="24701" y="50174"/>
                </a:lnTo>
                <a:lnTo>
                  <a:pt x="0" y="14972"/>
                </a:lnTo>
                <a:lnTo>
                  <a:pt x="5811" y="10865"/>
                </a:lnTo>
                <a:lnTo>
                  <a:pt x="9671" y="16327"/>
                </a:lnTo>
                <a:cubicBezTo>
                  <a:pt x="9394" y="13370"/>
                  <a:pt x="9846" y="10647"/>
                  <a:pt x="11098" y="8258"/>
                </a:cubicBezTo>
                <a:cubicBezTo>
                  <a:pt x="12292" y="5869"/>
                  <a:pt x="14288" y="3699"/>
                  <a:pt x="17069" y="1704"/>
                </a:cubicBezTo>
                <a:cubicBezTo>
                  <a:pt x="17477" y="1427"/>
                  <a:pt x="17929" y="1136"/>
                  <a:pt x="18497" y="859"/>
                </a:cubicBezTo>
                <a:cubicBezTo>
                  <a:pt x="19007" y="568"/>
                  <a:pt x="19575" y="291"/>
                  <a:pt x="20259" y="0"/>
                </a:cubicBezTo>
                <a:lnTo>
                  <a:pt x="24410" y="5913"/>
                </a:lnTo>
                <a:close/>
                <a:moveTo>
                  <a:pt x="24410" y="59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6524A-2403-4579-914E-28DE7E1C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039" y="5055355"/>
            <a:ext cx="40110" cy="52956"/>
          </a:xfrm>
          <a:custGeom xmlns:a="http://schemas.openxmlformats.org/drawingml/2006/main">
            <a:pathLst>
              <a:path w="40110" h="52956">
                <a:moveTo>
                  <a:pt x="9612" y="17739"/>
                </a:moveTo>
                <a:lnTo>
                  <a:pt x="15424" y="13705"/>
                </a:lnTo>
                <a:lnTo>
                  <a:pt x="40110" y="48922"/>
                </a:lnTo>
                <a:lnTo>
                  <a:pt x="34314" y="52956"/>
                </a:lnTo>
                <a:lnTo>
                  <a:pt x="9612" y="17739"/>
                </a:lnTo>
                <a:close/>
                <a:moveTo>
                  <a:pt x="0" y="4034"/>
                </a:moveTo>
                <a:lnTo>
                  <a:pt x="5811" y="0"/>
                </a:lnTo>
                <a:lnTo>
                  <a:pt x="10982" y="7340"/>
                </a:lnTo>
                <a:lnTo>
                  <a:pt x="5185" y="11375"/>
                </a:lnTo>
                <a:lnTo>
                  <a:pt x="0" y="4034"/>
                </a:lnTo>
                <a:close/>
                <a:moveTo>
                  <a:pt x="0" y="40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096EE-A27A-43D9-BF27-2F05FF81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430" y="5039422"/>
            <a:ext cx="45732" cy="50000"/>
          </a:xfrm>
          <a:custGeom xmlns:a="http://schemas.openxmlformats.org/drawingml/2006/main">
            <a:pathLst>
              <a:path w="45732" h="50000">
                <a:moveTo>
                  <a:pt x="0" y="24060"/>
                </a:moveTo>
                <a:lnTo>
                  <a:pt x="6146" y="19735"/>
                </a:lnTo>
                <a:lnTo>
                  <a:pt x="37824" y="41581"/>
                </a:lnTo>
                <a:lnTo>
                  <a:pt x="28153" y="4326"/>
                </a:lnTo>
                <a:lnTo>
                  <a:pt x="34241" y="0"/>
                </a:lnTo>
                <a:lnTo>
                  <a:pt x="45732" y="44494"/>
                </a:lnTo>
                <a:lnTo>
                  <a:pt x="37882" y="50000"/>
                </a:lnTo>
                <a:lnTo>
                  <a:pt x="0" y="24060"/>
                </a:lnTo>
                <a:close/>
                <a:moveTo>
                  <a:pt x="0" y="240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8D100-7F03-4B26-8946-32C47B85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181" y="5019396"/>
            <a:ext cx="50742" cy="47393"/>
          </a:xfrm>
          <a:custGeom xmlns:a="http://schemas.openxmlformats.org/drawingml/2006/main">
            <a:pathLst>
              <a:path w="50742" h="47393">
                <a:moveTo>
                  <a:pt x="26784" y="20769"/>
                </a:moveTo>
                <a:cubicBezTo>
                  <a:pt x="22123" y="24002"/>
                  <a:pt x="19283" y="26857"/>
                  <a:pt x="18205" y="29187"/>
                </a:cubicBezTo>
                <a:cubicBezTo>
                  <a:pt x="17113" y="31459"/>
                  <a:pt x="17521" y="33964"/>
                  <a:pt x="19342" y="36527"/>
                </a:cubicBezTo>
                <a:cubicBezTo>
                  <a:pt x="20754" y="38567"/>
                  <a:pt x="22575" y="39703"/>
                  <a:pt x="24803" y="39994"/>
                </a:cubicBezTo>
                <a:cubicBezTo>
                  <a:pt x="26959" y="40227"/>
                  <a:pt x="29231" y="39542"/>
                  <a:pt x="31576" y="37940"/>
                </a:cubicBezTo>
                <a:cubicBezTo>
                  <a:pt x="34751" y="35668"/>
                  <a:pt x="36571" y="32712"/>
                  <a:pt x="36921" y="29129"/>
                </a:cubicBezTo>
                <a:cubicBezTo>
                  <a:pt x="37256" y="25488"/>
                  <a:pt x="36120" y="21788"/>
                  <a:pt x="33440" y="17972"/>
                </a:cubicBezTo>
                <a:lnTo>
                  <a:pt x="32537" y="16720"/>
                </a:lnTo>
                <a:lnTo>
                  <a:pt x="26784" y="20769"/>
                </a:lnTo>
                <a:close/>
                <a:moveTo>
                  <a:pt x="36629" y="10239"/>
                </a:moveTo>
                <a:lnTo>
                  <a:pt x="50742" y="30381"/>
                </a:lnTo>
                <a:lnTo>
                  <a:pt x="44946" y="34416"/>
                </a:lnTo>
                <a:lnTo>
                  <a:pt x="41246" y="29071"/>
                </a:lnTo>
                <a:cubicBezTo>
                  <a:pt x="41407" y="32144"/>
                  <a:pt x="40839" y="34867"/>
                  <a:pt x="39586" y="37256"/>
                </a:cubicBezTo>
                <a:cubicBezTo>
                  <a:pt x="38333" y="39659"/>
                  <a:pt x="36294" y="41873"/>
                  <a:pt x="33440" y="43868"/>
                </a:cubicBezTo>
                <a:cubicBezTo>
                  <a:pt x="29799" y="46358"/>
                  <a:pt x="26216" y="47393"/>
                  <a:pt x="22691" y="46883"/>
                </a:cubicBezTo>
                <a:cubicBezTo>
                  <a:pt x="19167" y="46315"/>
                  <a:pt x="16210" y="44378"/>
                  <a:pt x="13822" y="40955"/>
                </a:cubicBezTo>
                <a:cubicBezTo>
                  <a:pt x="11025" y="36979"/>
                  <a:pt x="10239" y="33105"/>
                  <a:pt x="11491" y="29245"/>
                </a:cubicBezTo>
                <a:cubicBezTo>
                  <a:pt x="12744" y="25313"/>
                  <a:pt x="15977" y="21555"/>
                  <a:pt x="21279" y="17856"/>
                </a:cubicBezTo>
                <a:lnTo>
                  <a:pt x="29347" y="12176"/>
                </a:lnTo>
                <a:lnTo>
                  <a:pt x="28954" y="11608"/>
                </a:lnTo>
                <a:cubicBezTo>
                  <a:pt x="27133" y="8928"/>
                  <a:pt x="24803" y="7515"/>
                  <a:pt x="22007" y="7282"/>
                </a:cubicBezTo>
                <a:cubicBezTo>
                  <a:pt x="19225" y="7049"/>
                  <a:pt x="16268" y="8025"/>
                  <a:pt x="13137" y="10239"/>
                </a:cubicBezTo>
                <a:cubicBezTo>
                  <a:pt x="11084" y="11666"/>
                  <a:pt x="9321" y="13254"/>
                  <a:pt x="7734" y="15132"/>
                </a:cubicBezTo>
                <a:cubicBezTo>
                  <a:pt x="6132" y="16953"/>
                  <a:pt x="4835" y="18948"/>
                  <a:pt x="3743" y="21104"/>
                </a:cubicBezTo>
                <a:lnTo>
                  <a:pt x="0" y="15759"/>
                </a:lnTo>
                <a:cubicBezTo>
                  <a:pt x="1529" y="13487"/>
                  <a:pt x="3175" y="11433"/>
                  <a:pt x="4894" y="9612"/>
                </a:cubicBezTo>
                <a:cubicBezTo>
                  <a:pt x="6598" y="7850"/>
                  <a:pt x="8360" y="6263"/>
                  <a:pt x="10297" y="4952"/>
                </a:cubicBezTo>
                <a:cubicBezTo>
                  <a:pt x="15351" y="1369"/>
                  <a:pt x="20070" y="0"/>
                  <a:pt x="24454" y="903"/>
                </a:cubicBezTo>
                <a:cubicBezTo>
                  <a:pt x="28837" y="1762"/>
                  <a:pt x="32872" y="4894"/>
                  <a:pt x="36629" y="10239"/>
                </a:cubicBezTo>
                <a:close/>
                <a:moveTo>
                  <a:pt x="36629" y="102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D0B94-57D7-4C6C-A06A-CD966D1E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389" y="4989757"/>
            <a:ext cx="44829" cy="47160"/>
          </a:xfrm>
          <a:custGeom xmlns:a="http://schemas.openxmlformats.org/drawingml/2006/main">
            <a:pathLst>
              <a:path w="44829" h="47160">
                <a:moveTo>
                  <a:pt x="22080" y="0"/>
                </a:moveTo>
                <a:lnTo>
                  <a:pt x="25823" y="5403"/>
                </a:lnTo>
                <a:cubicBezTo>
                  <a:pt x="23551" y="5680"/>
                  <a:pt x="21453" y="6146"/>
                  <a:pt x="19516" y="6816"/>
                </a:cubicBezTo>
                <a:cubicBezTo>
                  <a:pt x="17521" y="7559"/>
                  <a:pt x="15700" y="8476"/>
                  <a:pt x="14055" y="9671"/>
                </a:cubicBezTo>
                <a:cubicBezTo>
                  <a:pt x="10297" y="12278"/>
                  <a:pt x="8200" y="15526"/>
                  <a:pt x="7792" y="19342"/>
                </a:cubicBezTo>
                <a:cubicBezTo>
                  <a:pt x="7399" y="23201"/>
                  <a:pt x="8710" y="27250"/>
                  <a:pt x="11724" y="31576"/>
                </a:cubicBezTo>
                <a:cubicBezTo>
                  <a:pt x="14739" y="35843"/>
                  <a:pt x="18089" y="38450"/>
                  <a:pt x="21847" y="39426"/>
                </a:cubicBezTo>
                <a:cubicBezTo>
                  <a:pt x="25604" y="40329"/>
                  <a:pt x="29362" y="39484"/>
                  <a:pt x="33105" y="36804"/>
                </a:cubicBezTo>
                <a:cubicBezTo>
                  <a:pt x="34765" y="35668"/>
                  <a:pt x="36294" y="34241"/>
                  <a:pt x="37605" y="32653"/>
                </a:cubicBezTo>
                <a:cubicBezTo>
                  <a:pt x="38916" y="31066"/>
                  <a:pt x="40110" y="29245"/>
                  <a:pt x="41072" y="27192"/>
                </a:cubicBezTo>
                <a:lnTo>
                  <a:pt x="44829" y="32537"/>
                </a:lnTo>
                <a:cubicBezTo>
                  <a:pt x="43751" y="34416"/>
                  <a:pt x="42499" y="36120"/>
                  <a:pt x="41013" y="37722"/>
                </a:cubicBezTo>
                <a:cubicBezTo>
                  <a:pt x="39542" y="39309"/>
                  <a:pt x="37838" y="40795"/>
                  <a:pt x="35901" y="42149"/>
                </a:cubicBezTo>
                <a:cubicBezTo>
                  <a:pt x="30614" y="45907"/>
                  <a:pt x="25196" y="47160"/>
                  <a:pt x="19749" y="46023"/>
                </a:cubicBezTo>
                <a:cubicBezTo>
                  <a:pt x="14273" y="44887"/>
                  <a:pt x="9554" y="41465"/>
                  <a:pt x="5636" y="35843"/>
                </a:cubicBezTo>
                <a:cubicBezTo>
                  <a:pt x="1588" y="30090"/>
                  <a:pt x="0" y="24454"/>
                  <a:pt x="859" y="18948"/>
                </a:cubicBezTo>
                <a:cubicBezTo>
                  <a:pt x="1704" y="13472"/>
                  <a:pt x="4894" y="8753"/>
                  <a:pt x="10355" y="4952"/>
                </a:cubicBezTo>
                <a:cubicBezTo>
                  <a:pt x="12118" y="3699"/>
                  <a:pt x="13996" y="2665"/>
                  <a:pt x="15992" y="1821"/>
                </a:cubicBezTo>
                <a:cubicBezTo>
                  <a:pt x="17914" y="1020"/>
                  <a:pt x="19968" y="393"/>
                  <a:pt x="22080" y="0"/>
                </a:cubicBezTo>
                <a:close/>
                <a:moveTo>
                  <a:pt x="220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03B6D-312D-4322-9742-F13C0474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420" y="4960221"/>
            <a:ext cx="47378" cy="70433"/>
          </a:xfrm>
          <a:custGeom xmlns:a="http://schemas.openxmlformats.org/drawingml/2006/main">
            <a:pathLst>
              <a:path w="47378" h="70433">
                <a:moveTo>
                  <a:pt x="45790" y="49388"/>
                </a:moveTo>
                <a:cubicBezTo>
                  <a:pt x="47101" y="54675"/>
                  <a:pt x="47378" y="58549"/>
                  <a:pt x="46752" y="60937"/>
                </a:cubicBezTo>
                <a:cubicBezTo>
                  <a:pt x="46082" y="63268"/>
                  <a:pt x="44480" y="65380"/>
                  <a:pt x="41858" y="67200"/>
                </a:cubicBezTo>
                <a:lnTo>
                  <a:pt x="37256" y="70433"/>
                </a:lnTo>
                <a:lnTo>
                  <a:pt x="33848" y="65598"/>
                </a:lnTo>
                <a:lnTo>
                  <a:pt x="37256" y="63209"/>
                </a:lnTo>
                <a:cubicBezTo>
                  <a:pt x="38843" y="62073"/>
                  <a:pt x="39819" y="60879"/>
                  <a:pt x="40154" y="59452"/>
                </a:cubicBezTo>
                <a:cubicBezTo>
                  <a:pt x="40504" y="58097"/>
                  <a:pt x="40212" y="55651"/>
                  <a:pt x="39368" y="52068"/>
                </a:cubicBezTo>
                <a:lnTo>
                  <a:pt x="38508" y="48703"/>
                </a:lnTo>
                <a:lnTo>
                  <a:pt x="0" y="24075"/>
                </a:lnTo>
                <a:lnTo>
                  <a:pt x="6132" y="19749"/>
                </a:lnTo>
                <a:lnTo>
                  <a:pt x="36455" y="39601"/>
                </a:lnTo>
                <a:lnTo>
                  <a:pt x="28153" y="4326"/>
                </a:lnTo>
                <a:lnTo>
                  <a:pt x="34299" y="0"/>
                </a:lnTo>
                <a:lnTo>
                  <a:pt x="45790" y="49388"/>
                </a:lnTo>
                <a:close/>
                <a:moveTo>
                  <a:pt x="45790" y="493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528EC-079A-40F6-B599-04887B4A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719" y="4926373"/>
            <a:ext cx="60763" cy="63326"/>
          </a:xfrm>
          <a:custGeom xmlns:a="http://schemas.openxmlformats.org/drawingml/2006/main">
            <a:pathLst>
              <a:path w="60763" h="63326">
                <a:moveTo>
                  <a:pt x="23551" y="36469"/>
                </a:moveTo>
                <a:lnTo>
                  <a:pt x="35552" y="53655"/>
                </a:lnTo>
                <a:lnTo>
                  <a:pt x="45805" y="46490"/>
                </a:lnTo>
                <a:cubicBezTo>
                  <a:pt x="49213" y="44086"/>
                  <a:pt x="51208" y="41654"/>
                  <a:pt x="51878" y="39033"/>
                </a:cubicBezTo>
                <a:cubicBezTo>
                  <a:pt x="52505" y="36469"/>
                  <a:pt x="51835" y="33746"/>
                  <a:pt x="49781" y="30833"/>
                </a:cubicBezTo>
                <a:cubicBezTo>
                  <a:pt x="47728" y="27876"/>
                  <a:pt x="45397" y="26289"/>
                  <a:pt x="42776" y="26056"/>
                </a:cubicBezTo>
                <a:cubicBezTo>
                  <a:pt x="40169" y="25837"/>
                  <a:pt x="37154" y="26915"/>
                  <a:pt x="33731" y="29304"/>
                </a:cubicBezTo>
                <a:lnTo>
                  <a:pt x="23551" y="36469"/>
                </a:lnTo>
                <a:close/>
                <a:moveTo>
                  <a:pt x="10006" y="17128"/>
                </a:moveTo>
                <a:lnTo>
                  <a:pt x="19910" y="31299"/>
                </a:lnTo>
                <a:lnTo>
                  <a:pt x="29304" y="24687"/>
                </a:lnTo>
                <a:cubicBezTo>
                  <a:pt x="32435" y="22531"/>
                  <a:pt x="34299" y="20317"/>
                  <a:pt x="35042" y="18089"/>
                </a:cubicBezTo>
                <a:cubicBezTo>
                  <a:pt x="35726" y="15875"/>
                  <a:pt x="35217" y="13545"/>
                  <a:pt x="33571" y="11156"/>
                </a:cubicBezTo>
                <a:cubicBezTo>
                  <a:pt x="31911" y="8826"/>
                  <a:pt x="29930" y="7573"/>
                  <a:pt x="27541" y="7457"/>
                </a:cubicBezTo>
                <a:cubicBezTo>
                  <a:pt x="25196" y="7340"/>
                  <a:pt x="22531" y="8360"/>
                  <a:pt x="19400" y="10530"/>
                </a:cubicBezTo>
                <a:lnTo>
                  <a:pt x="10006" y="17128"/>
                </a:lnTo>
                <a:close/>
                <a:moveTo>
                  <a:pt x="0" y="16385"/>
                </a:moveTo>
                <a:lnTo>
                  <a:pt x="16210" y="5010"/>
                </a:lnTo>
                <a:cubicBezTo>
                  <a:pt x="21046" y="1602"/>
                  <a:pt x="25488" y="0"/>
                  <a:pt x="29522" y="175"/>
                </a:cubicBezTo>
                <a:cubicBezTo>
                  <a:pt x="33571" y="350"/>
                  <a:pt x="36862" y="2272"/>
                  <a:pt x="39484" y="5971"/>
                </a:cubicBezTo>
                <a:cubicBezTo>
                  <a:pt x="41479" y="8884"/>
                  <a:pt x="42441" y="11608"/>
                  <a:pt x="42266" y="14288"/>
                </a:cubicBezTo>
                <a:cubicBezTo>
                  <a:pt x="42106" y="16895"/>
                  <a:pt x="40911" y="19342"/>
                  <a:pt x="38567" y="21570"/>
                </a:cubicBezTo>
                <a:cubicBezTo>
                  <a:pt x="42164" y="20084"/>
                  <a:pt x="45572" y="19749"/>
                  <a:pt x="48820" y="20652"/>
                </a:cubicBezTo>
                <a:cubicBezTo>
                  <a:pt x="52053" y="21570"/>
                  <a:pt x="54733" y="23667"/>
                  <a:pt x="57005" y="26857"/>
                </a:cubicBezTo>
                <a:cubicBezTo>
                  <a:pt x="59903" y="31008"/>
                  <a:pt x="60763" y="35275"/>
                  <a:pt x="59510" y="39542"/>
                </a:cubicBezTo>
                <a:cubicBezTo>
                  <a:pt x="58258" y="43810"/>
                  <a:pt x="55010" y="47786"/>
                  <a:pt x="49723" y="51485"/>
                </a:cubicBezTo>
                <a:lnTo>
                  <a:pt x="32886" y="63326"/>
                </a:lnTo>
                <a:lnTo>
                  <a:pt x="0" y="16385"/>
                </a:lnTo>
                <a:close/>
                <a:moveTo>
                  <a:pt x="0" y="163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85184-70C2-4880-A74E-17B220A8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263" y="4903449"/>
            <a:ext cx="54165" cy="51835"/>
          </a:xfrm>
          <a:custGeom xmlns:a="http://schemas.openxmlformats.org/drawingml/2006/main">
            <a:pathLst>
              <a:path w="54165" h="51835">
                <a:moveTo>
                  <a:pt x="14958" y="41989"/>
                </a:moveTo>
                <a:lnTo>
                  <a:pt x="0" y="20652"/>
                </a:lnTo>
                <a:lnTo>
                  <a:pt x="5797" y="16618"/>
                </a:lnTo>
                <a:lnTo>
                  <a:pt x="20594" y="37722"/>
                </a:lnTo>
                <a:cubicBezTo>
                  <a:pt x="22924" y="41013"/>
                  <a:pt x="25313" y="43067"/>
                  <a:pt x="27760" y="43868"/>
                </a:cubicBezTo>
                <a:cubicBezTo>
                  <a:pt x="30265" y="44596"/>
                  <a:pt x="32770" y="44028"/>
                  <a:pt x="35391" y="42208"/>
                </a:cubicBezTo>
                <a:cubicBezTo>
                  <a:pt x="38523" y="40052"/>
                  <a:pt x="40285" y="37314"/>
                  <a:pt x="40678" y="34081"/>
                </a:cubicBezTo>
                <a:cubicBezTo>
                  <a:pt x="41130" y="30775"/>
                  <a:pt x="40110" y="27425"/>
                  <a:pt x="37722" y="24002"/>
                </a:cubicBezTo>
                <a:lnTo>
                  <a:pt x="23725" y="4034"/>
                </a:lnTo>
                <a:lnTo>
                  <a:pt x="29464" y="0"/>
                </a:lnTo>
                <a:lnTo>
                  <a:pt x="54165" y="35217"/>
                </a:lnTo>
                <a:lnTo>
                  <a:pt x="48412" y="39251"/>
                </a:lnTo>
                <a:lnTo>
                  <a:pt x="44611" y="33848"/>
                </a:lnTo>
                <a:cubicBezTo>
                  <a:pt x="44713" y="36979"/>
                  <a:pt x="44203" y="39717"/>
                  <a:pt x="43067" y="42047"/>
                </a:cubicBezTo>
                <a:cubicBezTo>
                  <a:pt x="41931" y="44378"/>
                  <a:pt x="40169" y="46417"/>
                  <a:pt x="37664" y="48135"/>
                </a:cubicBezTo>
                <a:cubicBezTo>
                  <a:pt x="33629" y="50975"/>
                  <a:pt x="29697" y="51835"/>
                  <a:pt x="25823" y="50801"/>
                </a:cubicBezTo>
                <a:cubicBezTo>
                  <a:pt x="21963" y="49781"/>
                  <a:pt x="18322" y="46825"/>
                  <a:pt x="14958" y="41989"/>
                </a:cubicBezTo>
                <a:close/>
                <a:moveTo>
                  <a:pt x="14958" y="419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48B14-3A72-42B6-92F9-BE47216F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835" y="4861066"/>
            <a:ext cx="49490" cy="65540"/>
          </a:xfrm>
          <a:custGeom xmlns:a="http://schemas.openxmlformats.org/drawingml/2006/main">
            <a:pathLst>
              <a:path w="49490" h="65540">
                <a:moveTo>
                  <a:pt x="22750" y="23099"/>
                </a:moveTo>
                <a:lnTo>
                  <a:pt x="9379" y="4034"/>
                </a:lnTo>
                <a:lnTo>
                  <a:pt x="15191" y="0"/>
                </a:lnTo>
                <a:lnTo>
                  <a:pt x="49490" y="48922"/>
                </a:lnTo>
                <a:lnTo>
                  <a:pt x="43693" y="52971"/>
                </a:lnTo>
                <a:lnTo>
                  <a:pt x="39994" y="47669"/>
                </a:lnTo>
                <a:cubicBezTo>
                  <a:pt x="40285" y="50626"/>
                  <a:pt x="39819" y="53247"/>
                  <a:pt x="38683" y="55578"/>
                </a:cubicBezTo>
                <a:cubicBezTo>
                  <a:pt x="37547" y="57908"/>
                  <a:pt x="35668" y="59962"/>
                  <a:pt x="33047" y="61782"/>
                </a:cubicBezTo>
                <a:cubicBezTo>
                  <a:pt x="28794" y="64797"/>
                  <a:pt x="24119" y="65540"/>
                  <a:pt x="19108" y="63996"/>
                </a:cubicBezTo>
                <a:cubicBezTo>
                  <a:pt x="14055" y="62467"/>
                  <a:pt x="9554" y="58942"/>
                  <a:pt x="5695" y="53422"/>
                </a:cubicBezTo>
                <a:cubicBezTo>
                  <a:pt x="1821" y="47844"/>
                  <a:pt x="0" y="42499"/>
                  <a:pt x="277" y="37197"/>
                </a:cubicBezTo>
                <a:cubicBezTo>
                  <a:pt x="626" y="31911"/>
                  <a:pt x="2898" y="27818"/>
                  <a:pt x="7107" y="24803"/>
                </a:cubicBezTo>
                <a:cubicBezTo>
                  <a:pt x="9729" y="22983"/>
                  <a:pt x="12351" y="21963"/>
                  <a:pt x="14899" y="21672"/>
                </a:cubicBezTo>
                <a:cubicBezTo>
                  <a:pt x="17463" y="21395"/>
                  <a:pt x="20084" y="21847"/>
                  <a:pt x="22750" y="23099"/>
                </a:cubicBezTo>
                <a:close/>
                <a:moveTo>
                  <a:pt x="11666" y="49213"/>
                </a:moveTo>
                <a:cubicBezTo>
                  <a:pt x="14681" y="53480"/>
                  <a:pt x="17871" y="56204"/>
                  <a:pt x="21337" y="57398"/>
                </a:cubicBezTo>
                <a:cubicBezTo>
                  <a:pt x="24745" y="58593"/>
                  <a:pt x="27993" y="58083"/>
                  <a:pt x="31066" y="55986"/>
                </a:cubicBezTo>
                <a:cubicBezTo>
                  <a:pt x="34139" y="53815"/>
                  <a:pt x="35668" y="50917"/>
                  <a:pt x="35726" y="47276"/>
                </a:cubicBezTo>
                <a:cubicBezTo>
                  <a:pt x="35843" y="43635"/>
                  <a:pt x="34357" y="39644"/>
                  <a:pt x="31401" y="35377"/>
                </a:cubicBezTo>
                <a:cubicBezTo>
                  <a:pt x="28386" y="31124"/>
                  <a:pt x="25196" y="28444"/>
                  <a:pt x="21730" y="27250"/>
                </a:cubicBezTo>
                <a:cubicBezTo>
                  <a:pt x="18264" y="26056"/>
                  <a:pt x="15016" y="26507"/>
                  <a:pt x="11943" y="28677"/>
                </a:cubicBezTo>
                <a:cubicBezTo>
                  <a:pt x="8870" y="30833"/>
                  <a:pt x="7340" y="33731"/>
                  <a:pt x="7282" y="37372"/>
                </a:cubicBezTo>
                <a:cubicBezTo>
                  <a:pt x="7224" y="41013"/>
                  <a:pt x="8710" y="44946"/>
                  <a:pt x="11666" y="49213"/>
                </a:cubicBezTo>
                <a:close/>
                <a:moveTo>
                  <a:pt x="11666" y="492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E91DD-ACD2-48BA-839D-43558720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513" y="4846094"/>
            <a:ext cx="52621" cy="65889"/>
          </a:xfrm>
          <a:custGeom xmlns:a="http://schemas.openxmlformats.org/drawingml/2006/main">
            <a:pathLst>
              <a:path w="52621" h="65889">
                <a:moveTo>
                  <a:pt x="31284" y="21279"/>
                </a:moveTo>
                <a:cubicBezTo>
                  <a:pt x="28328" y="17069"/>
                  <a:pt x="25196" y="14462"/>
                  <a:pt x="21847" y="13370"/>
                </a:cubicBezTo>
                <a:cubicBezTo>
                  <a:pt x="18482" y="12234"/>
                  <a:pt x="15249" y="12802"/>
                  <a:pt x="12176" y="14972"/>
                </a:cubicBezTo>
                <a:cubicBezTo>
                  <a:pt x="9044" y="17186"/>
                  <a:pt x="7457" y="20026"/>
                  <a:pt x="7340" y="23507"/>
                </a:cubicBezTo>
                <a:cubicBezTo>
                  <a:pt x="7224" y="27032"/>
                  <a:pt x="8651" y="30906"/>
                  <a:pt x="11550" y="35115"/>
                </a:cubicBezTo>
                <a:cubicBezTo>
                  <a:pt x="14506" y="39266"/>
                  <a:pt x="17637" y="41873"/>
                  <a:pt x="20987" y="43023"/>
                </a:cubicBezTo>
                <a:cubicBezTo>
                  <a:pt x="24293" y="44101"/>
                  <a:pt x="27541" y="43533"/>
                  <a:pt x="30658" y="41363"/>
                </a:cubicBezTo>
                <a:cubicBezTo>
                  <a:pt x="33789" y="39207"/>
                  <a:pt x="35391" y="36309"/>
                  <a:pt x="35493" y="32828"/>
                </a:cubicBezTo>
                <a:cubicBezTo>
                  <a:pt x="35610" y="29304"/>
                  <a:pt x="34197" y="25444"/>
                  <a:pt x="31284" y="21279"/>
                </a:cubicBezTo>
                <a:close/>
                <a:moveTo>
                  <a:pt x="46650" y="30906"/>
                </a:moveTo>
                <a:cubicBezTo>
                  <a:pt x="50801" y="36877"/>
                  <a:pt x="52621" y="42280"/>
                  <a:pt x="51995" y="47058"/>
                </a:cubicBezTo>
                <a:cubicBezTo>
                  <a:pt x="51427" y="51835"/>
                  <a:pt x="48354" y="56160"/>
                  <a:pt x="42834" y="60034"/>
                </a:cubicBezTo>
                <a:cubicBezTo>
                  <a:pt x="40853" y="61447"/>
                  <a:pt x="38800" y="62641"/>
                  <a:pt x="36804" y="63617"/>
                </a:cubicBezTo>
                <a:cubicBezTo>
                  <a:pt x="34765" y="64520"/>
                  <a:pt x="32712" y="65321"/>
                  <a:pt x="30556" y="65889"/>
                </a:cubicBezTo>
                <a:lnTo>
                  <a:pt x="26624" y="60253"/>
                </a:lnTo>
                <a:cubicBezTo>
                  <a:pt x="28954" y="59976"/>
                  <a:pt x="31124" y="59452"/>
                  <a:pt x="33047" y="58782"/>
                </a:cubicBezTo>
                <a:cubicBezTo>
                  <a:pt x="35042" y="58039"/>
                  <a:pt x="36862" y="57063"/>
                  <a:pt x="38567" y="55869"/>
                </a:cubicBezTo>
                <a:cubicBezTo>
                  <a:pt x="42382" y="53204"/>
                  <a:pt x="44538" y="50247"/>
                  <a:pt x="45062" y="46941"/>
                </a:cubicBezTo>
                <a:cubicBezTo>
                  <a:pt x="45514" y="43649"/>
                  <a:pt x="44378" y="39950"/>
                  <a:pt x="41581" y="35959"/>
                </a:cubicBezTo>
                <a:lnTo>
                  <a:pt x="39542" y="33119"/>
                </a:lnTo>
                <a:cubicBezTo>
                  <a:pt x="39819" y="36018"/>
                  <a:pt x="39368" y="38639"/>
                  <a:pt x="38232" y="40970"/>
                </a:cubicBezTo>
                <a:cubicBezTo>
                  <a:pt x="37096" y="43300"/>
                  <a:pt x="35217" y="45412"/>
                  <a:pt x="32595" y="47232"/>
                </a:cubicBezTo>
                <a:cubicBezTo>
                  <a:pt x="28269" y="50247"/>
                  <a:pt x="23667" y="51034"/>
                  <a:pt x="18715" y="49621"/>
                </a:cubicBezTo>
                <a:cubicBezTo>
                  <a:pt x="13763" y="48135"/>
                  <a:pt x="9379" y="44727"/>
                  <a:pt x="5578" y="39266"/>
                </a:cubicBezTo>
                <a:cubicBezTo>
                  <a:pt x="1762" y="33862"/>
                  <a:pt x="0" y="28561"/>
                  <a:pt x="335" y="23390"/>
                </a:cubicBezTo>
                <a:cubicBezTo>
                  <a:pt x="685" y="18264"/>
                  <a:pt x="3015" y="14171"/>
                  <a:pt x="7340" y="11156"/>
                </a:cubicBezTo>
                <a:cubicBezTo>
                  <a:pt x="9962" y="9336"/>
                  <a:pt x="12511" y="8258"/>
                  <a:pt x="15132" y="7967"/>
                </a:cubicBezTo>
                <a:cubicBezTo>
                  <a:pt x="17696" y="7690"/>
                  <a:pt x="20303" y="8200"/>
                  <a:pt x="22983" y="9394"/>
                </a:cubicBezTo>
                <a:lnTo>
                  <a:pt x="19225" y="4107"/>
                </a:lnTo>
                <a:lnTo>
                  <a:pt x="25036" y="0"/>
                </a:lnTo>
                <a:lnTo>
                  <a:pt x="46650" y="30906"/>
                </a:lnTo>
                <a:close/>
                <a:moveTo>
                  <a:pt x="46650" y="309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21FEB-3396-418D-94FB-E0478B3C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818" y="4822150"/>
            <a:ext cx="47844" cy="46140"/>
          </a:xfrm>
          <a:custGeom xmlns:a="http://schemas.openxmlformats.org/drawingml/2006/main">
            <a:pathLst>
              <a:path w="47844" h="46140">
                <a:moveTo>
                  <a:pt x="37096" y="10632"/>
                </a:moveTo>
                <a:lnTo>
                  <a:pt x="39076" y="13487"/>
                </a:lnTo>
                <a:lnTo>
                  <a:pt x="12453" y="32144"/>
                </a:lnTo>
                <a:cubicBezTo>
                  <a:pt x="15467" y="35959"/>
                  <a:pt x="18832" y="38115"/>
                  <a:pt x="22415" y="38683"/>
                </a:cubicBezTo>
                <a:cubicBezTo>
                  <a:pt x="26056" y="39309"/>
                  <a:pt x="29755" y="38232"/>
                  <a:pt x="33615" y="35552"/>
                </a:cubicBezTo>
                <a:cubicBezTo>
                  <a:pt x="35843" y="34022"/>
                  <a:pt x="37780" y="32202"/>
                  <a:pt x="39484" y="30207"/>
                </a:cubicBezTo>
                <a:cubicBezTo>
                  <a:pt x="41188" y="28211"/>
                  <a:pt x="42717" y="25939"/>
                  <a:pt x="43970" y="23376"/>
                </a:cubicBezTo>
                <a:lnTo>
                  <a:pt x="47844" y="28837"/>
                </a:lnTo>
                <a:cubicBezTo>
                  <a:pt x="46358" y="31182"/>
                  <a:pt x="44713" y="33396"/>
                  <a:pt x="42834" y="35391"/>
                </a:cubicBezTo>
                <a:cubicBezTo>
                  <a:pt x="41013" y="37372"/>
                  <a:pt x="38974" y="39135"/>
                  <a:pt x="36688" y="40678"/>
                </a:cubicBezTo>
                <a:cubicBezTo>
                  <a:pt x="31066" y="44654"/>
                  <a:pt x="25488" y="46140"/>
                  <a:pt x="19910" y="45164"/>
                </a:cubicBezTo>
                <a:cubicBezTo>
                  <a:pt x="14331" y="44203"/>
                  <a:pt x="9612" y="40911"/>
                  <a:pt x="5680" y="35333"/>
                </a:cubicBezTo>
                <a:cubicBezTo>
                  <a:pt x="1646" y="29580"/>
                  <a:pt x="0" y="23900"/>
                  <a:pt x="743" y="18322"/>
                </a:cubicBezTo>
                <a:cubicBezTo>
                  <a:pt x="1471" y="12744"/>
                  <a:pt x="4486" y="8141"/>
                  <a:pt x="9787" y="4442"/>
                </a:cubicBezTo>
                <a:cubicBezTo>
                  <a:pt x="14506" y="1078"/>
                  <a:pt x="19342" y="0"/>
                  <a:pt x="24235" y="1136"/>
                </a:cubicBezTo>
                <a:cubicBezTo>
                  <a:pt x="29129" y="2214"/>
                  <a:pt x="33396" y="5403"/>
                  <a:pt x="37096" y="10632"/>
                </a:cubicBezTo>
                <a:close/>
                <a:moveTo>
                  <a:pt x="30090" y="13021"/>
                </a:moveTo>
                <a:cubicBezTo>
                  <a:pt x="27818" y="9904"/>
                  <a:pt x="25196" y="7967"/>
                  <a:pt x="22123" y="7282"/>
                </a:cubicBezTo>
                <a:cubicBezTo>
                  <a:pt x="19050" y="6598"/>
                  <a:pt x="16152" y="7282"/>
                  <a:pt x="13254" y="9278"/>
                </a:cubicBezTo>
                <a:cubicBezTo>
                  <a:pt x="10064" y="11550"/>
                  <a:pt x="8127" y="14273"/>
                  <a:pt x="7457" y="17463"/>
                </a:cubicBezTo>
                <a:cubicBezTo>
                  <a:pt x="6772" y="20652"/>
                  <a:pt x="7457" y="24002"/>
                  <a:pt x="9496" y="27541"/>
                </a:cubicBezTo>
                <a:lnTo>
                  <a:pt x="30090" y="13021"/>
                </a:lnTo>
                <a:close/>
                <a:moveTo>
                  <a:pt x="30090" y="130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41BC1-AE4B-4C48-A195-95CC376B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71" y="4795978"/>
            <a:ext cx="49446" cy="45514"/>
          </a:xfrm>
          <a:custGeom xmlns:a="http://schemas.openxmlformats.org/drawingml/2006/main">
            <a:pathLst>
              <a:path w="49446" h="45514">
                <a:moveTo>
                  <a:pt x="5811" y="0"/>
                </a:moveTo>
                <a:lnTo>
                  <a:pt x="12802" y="10020"/>
                </a:lnTo>
                <a:lnTo>
                  <a:pt x="24759" y="1646"/>
                </a:lnTo>
                <a:lnTo>
                  <a:pt x="27891" y="6146"/>
                </a:lnTo>
                <a:lnTo>
                  <a:pt x="15992" y="14506"/>
                </a:lnTo>
                <a:lnTo>
                  <a:pt x="29362" y="33629"/>
                </a:lnTo>
                <a:cubicBezTo>
                  <a:pt x="31415" y="36469"/>
                  <a:pt x="33061" y="38057"/>
                  <a:pt x="34430" y="38348"/>
                </a:cubicBezTo>
                <a:cubicBezTo>
                  <a:pt x="35785" y="38567"/>
                  <a:pt x="37664" y="37897"/>
                  <a:pt x="40110" y="36178"/>
                </a:cubicBezTo>
                <a:lnTo>
                  <a:pt x="46038" y="32027"/>
                </a:lnTo>
                <a:lnTo>
                  <a:pt x="49446" y="36862"/>
                </a:lnTo>
                <a:lnTo>
                  <a:pt x="43475" y="41013"/>
                </a:lnTo>
                <a:cubicBezTo>
                  <a:pt x="39033" y="44145"/>
                  <a:pt x="35333" y="45514"/>
                  <a:pt x="32493" y="45004"/>
                </a:cubicBezTo>
                <a:cubicBezTo>
                  <a:pt x="29595" y="44552"/>
                  <a:pt x="26638" y="42106"/>
                  <a:pt x="23565" y="37664"/>
                </a:cubicBezTo>
                <a:lnTo>
                  <a:pt x="10137" y="18540"/>
                </a:lnTo>
                <a:lnTo>
                  <a:pt x="5928" y="21555"/>
                </a:lnTo>
                <a:lnTo>
                  <a:pt x="2738" y="17069"/>
                </a:lnTo>
                <a:lnTo>
                  <a:pt x="7005" y="14055"/>
                </a:lnTo>
                <a:lnTo>
                  <a:pt x="0" y="4093"/>
                </a:lnTo>
                <a:lnTo>
                  <a:pt x="5811" y="0"/>
                </a:lnTo>
                <a:close/>
                <a:moveTo>
                  <a:pt x="581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77AF0-2589-41D0-9E2E-528A8774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841" y="4757120"/>
            <a:ext cx="55986" cy="63093"/>
          </a:xfrm>
          <a:custGeom xmlns:a="http://schemas.openxmlformats.org/drawingml/2006/main">
            <a:pathLst>
              <a:path w="55986" h="63093">
                <a:moveTo>
                  <a:pt x="0" y="27818"/>
                </a:moveTo>
                <a:lnTo>
                  <a:pt x="39717" y="0"/>
                </a:lnTo>
                <a:lnTo>
                  <a:pt x="43460" y="5345"/>
                </a:lnTo>
                <a:lnTo>
                  <a:pt x="26798" y="17011"/>
                </a:lnTo>
                <a:lnTo>
                  <a:pt x="55986" y="58607"/>
                </a:lnTo>
                <a:lnTo>
                  <a:pt x="49548" y="63093"/>
                </a:lnTo>
                <a:lnTo>
                  <a:pt x="20419" y="21512"/>
                </a:lnTo>
                <a:lnTo>
                  <a:pt x="3758" y="33163"/>
                </a:lnTo>
                <a:lnTo>
                  <a:pt x="0" y="27818"/>
                </a:lnTo>
                <a:close/>
                <a:moveTo>
                  <a:pt x="0" y="278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53920-5EFB-4296-BBF6-2122D0D9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059" y="4756785"/>
            <a:ext cx="47844" cy="46140"/>
          </a:xfrm>
          <a:custGeom xmlns:a="http://schemas.openxmlformats.org/drawingml/2006/main">
            <a:pathLst>
              <a:path w="47844" h="46140">
                <a:moveTo>
                  <a:pt x="37096" y="10632"/>
                </a:moveTo>
                <a:lnTo>
                  <a:pt x="39091" y="13472"/>
                </a:lnTo>
                <a:lnTo>
                  <a:pt x="12467" y="32144"/>
                </a:lnTo>
                <a:cubicBezTo>
                  <a:pt x="15540" y="35945"/>
                  <a:pt x="18832" y="38115"/>
                  <a:pt x="22473" y="38683"/>
                </a:cubicBezTo>
                <a:cubicBezTo>
                  <a:pt x="26056" y="39309"/>
                  <a:pt x="29813" y="38232"/>
                  <a:pt x="33629" y="35552"/>
                </a:cubicBezTo>
                <a:cubicBezTo>
                  <a:pt x="35843" y="33964"/>
                  <a:pt x="37838" y="32202"/>
                  <a:pt x="39542" y="30207"/>
                </a:cubicBezTo>
                <a:cubicBezTo>
                  <a:pt x="41246" y="28211"/>
                  <a:pt x="42732" y="25939"/>
                  <a:pt x="44043" y="23376"/>
                </a:cubicBezTo>
                <a:lnTo>
                  <a:pt x="47844" y="28837"/>
                </a:lnTo>
                <a:cubicBezTo>
                  <a:pt x="46373" y="31168"/>
                  <a:pt x="44713" y="33338"/>
                  <a:pt x="42907" y="35319"/>
                </a:cubicBezTo>
                <a:cubicBezTo>
                  <a:pt x="41028" y="37314"/>
                  <a:pt x="38974" y="39135"/>
                  <a:pt x="36761" y="40678"/>
                </a:cubicBezTo>
                <a:cubicBezTo>
                  <a:pt x="31124" y="44654"/>
                  <a:pt x="25488" y="46140"/>
                  <a:pt x="19968" y="45164"/>
                </a:cubicBezTo>
                <a:cubicBezTo>
                  <a:pt x="14390" y="44203"/>
                  <a:pt x="9612" y="40897"/>
                  <a:pt x="5695" y="35319"/>
                </a:cubicBezTo>
                <a:cubicBezTo>
                  <a:pt x="1646" y="29580"/>
                  <a:pt x="0" y="23886"/>
                  <a:pt x="743" y="18307"/>
                </a:cubicBezTo>
                <a:cubicBezTo>
                  <a:pt x="1486" y="12744"/>
                  <a:pt x="4500" y="8127"/>
                  <a:pt x="9787" y="4428"/>
                </a:cubicBezTo>
                <a:cubicBezTo>
                  <a:pt x="14564" y="1078"/>
                  <a:pt x="19342" y="0"/>
                  <a:pt x="24235" y="1136"/>
                </a:cubicBezTo>
                <a:cubicBezTo>
                  <a:pt x="29129" y="2214"/>
                  <a:pt x="33454" y="5403"/>
                  <a:pt x="37096" y="10632"/>
                </a:cubicBezTo>
                <a:close/>
                <a:moveTo>
                  <a:pt x="30105" y="13021"/>
                </a:moveTo>
                <a:cubicBezTo>
                  <a:pt x="27876" y="9889"/>
                  <a:pt x="25211" y="7967"/>
                  <a:pt x="22196" y="7282"/>
                </a:cubicBezTo>
                <a:cubicBezTo>
                  <a:pt x="19123" y="6598"/>
                  <a:pt x="16166" y="7282"/>
                  <a:pt x="13312" y="9263"/>
                </a:cubicBezTo>
                <a:cubicBezTo>
                  <a:pt x="10079" y="11550"/>
                  <a:pt x="8141" y="14273"/>
                  <a:pt x="7457" y="17463"/>
                </a:cubicBezTo>
                <a:cubicBezTo>
                  <a:pt x="6831" y="20652"/>
                  <a:pt x="7515" y="24002"/>
                  <a:pt x="9511" y="27468"/>
                </a:cubicBezTo>
                <a:lnTo>
                  <a:pt x="30105" y="13021"/>
                </a:lnTo>
                <a:close/>
                <a:moveTo>
                  <a:pt x="30105" y="130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80AA6-218A-477F-B7A8-DD4C8DA0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761" y="4729929"/>
            <a:ext cx="43577" cy="50407"/>
          </a:xfrm>
          <a:custGeom xmlns:a="http://schemas.openxmlformats.org/drawingml/2006/main">
            <a:pathLst>
              <a:path w="43577" h="50407">
                <a:moveTo>
                  <a:pt x="21730" y="0"/>
                </a:moveTo>
                <a:lnTo>
                  <a:pt x="25604" y="5462"/>
                </a:lnTo>
                <a:cubicBezTo>
                  <a:pt x="23376" y="5738"/>
                  <a:pt x="21220" y="6306"/>
                  <a:pt x="19167" y="7166"/>
                </a:cubicBezTo>
                <a:cubicBezTo>
                  <a:pt x="17128" y="7967"/>
                  <a:pt x="15132" y="9044"/>
                  <a:pt x="13254" y="10355"/>
                </a:cubicBezTo>
                <a:cubicBezTo>
                  <a:pt x="10414" y="12351"/>
                  <a:pt x="8535" y="14331"/>
                  <a:pt x="7734" y="16210"/>
                </a:cubicBezTo>
                <a:cubicBezTo>
                  <a:pt x="6874" y="18089"/>
                  <a:pt x="7107" y="19910"/>
                  <a:pt x="8360" y="21672"/>
                </a:cubicBezTo>
                <a:cubicBezTo>
                  <a:pt x="9263" y="23041"/>
                  <a:pt x="10515" y="23725"/>
                  <a:pt x="12118" y="23784"/>
                </a:cubicBezTo>
                <a:cubicBezTo>
                  <a:pt x="13647" y="23784"/>
                  <a:pt x="16210" y="23099"/>
                  <a:pt x="19851" y="21614"/>
                </a:cubicBezTo>
                <a:lnTo>
                  <a:pt x="22123" y="20652"/>
                </a:lnTo>
                <a:cubicBezTo>
                  <a:pt x="26842" y="18657"/>
                  <a:pt x="30600" y="17856"/>
                  <a:pt x="33498" y="18264"/>
                </a:cubicBezTo>
                <a:cubicBezTo>
                  <a:pt x="36353" y="18599"/>
                  <a:pt x="38800" y="20259"/>
                  <a:pt x="40780" y="23157"/>
                </a:cubicBezTo>
                <a:cubicBezTo>
                  <a:pt x="43067" y="26391"/>
                  <a:pt x="43577" y="29930"/>
                  <a:pt x="42324" y="33615"/>
                </a:cubicBezTo>
                <a:cubicBezTo>
                  <a:pt x="41072" y="37314"/>
                  <a:pt x="38232" y="40795"/>
                  <a:pt x="33673" y="43970"/>
                </a:cubicBezTo>
                <a:cubicBezTo>
                  <a:pt x="31794" y="45281"/>
                  <a:pt x="29697" y="46475"/>
                  <a:pt x="27425" y="47553"/>
                </a:cubicBezTo>
                <a:cubicBezTo>
                  <a:pt x="25080" y="48645"/>
                  <a:pt x="22531" y="49548"/>
                  <a:pt x="19793" y="50407"/>
                </a:cubicBezTo>
                <a:lnTo>
                  <a:pt x="15584" y="44436"/>
                </a:lnTo>
                <a:cubicBezTo>
                  <a:pt x="18482" y="44086"/>
                  <a:pt x="21220" y="43402"/>
                  <a:pt x="23667" y="42499"/>
                </a:cubicBezTo>
                <a:cubicBezTo>
                  <a:pt x="26114" y="41640"/>
                  <a:pt x="28386" y="40445"/>
                  <a:pt x="30440" y="39033"/>
                </a:cubicBezTo>
                <a:cubicBezTo>
                  <a:pt x="33105" y="37096"/>
                  <a:pt x="34867" y="35158"/>
                  <a:pt x="35726" y="33221"/>
                </a:cubicBezTo>
                <a:cubicBezTo>
                  <a:pt x="36527" y="31284"/>
                  <a:pt x="36353" y="29406"/>
                  <a:pt x="35158" y="27760"/>
                </a:cubicBezTo>
                <a:cubicBezTo>
                  <a:pt x="34022" y="26172"/>
                  <a:pt x="32653" y="25313"/>
                  <a:pt x="31008" y="25255"/>
                </a:cubicBezTo>
                <a:cubicBezTo>
                  <a:pt x="29406" y="25138"/>
                  <a:pt x="26507" y="25939"/>
                  <a:pt x="22356" y="27701"/>
                </a:cubicBezTo>
                <a:lnTo>
                  <a:pt x="20026" y="28619"/>
                </a:lnTo>
                <a:cubicBezTo>
                  <a:pt x="15919" y="30381"/>
                  <a:pt x="12511" y="31066"/>
                  <a:pt x="9846" y="30600"/>
                </a:cubicBezTo>
                <a:cubicBezTo>
                  <a:pt x="7107" y="30148"/>
                  <a:pt x="4835" y="28561"/>
                  <a:pt x="2898" y="25823"/>
                </a:cubicBezTo>
                <a:cubicBezTo>
                  <a:pt x="626" y="22531"/>
                  <a:pt x="0" y="19167"/>
                  <a:pt x="1078" y="15700"/>
                </a:cubicBezTo>
                <a:cubicBezTo>
                  <a:pt x="2156" y="12292"/>
                  <a:pt x="4835" y="9044"/>
                  <a:pt x="9161" y="5971"/>
                </a:cubicBezTo>
                <a:cubicBezTo>
                  <a:pt x="11317" y="4486"/>
                  <a:pt x="13428" y="3248"/>
                  <a:pt x="15526" y="2214"/>
                </a:cubicBezTo>
                <a:cubicBezTo>
                  <a:pt x="17637" y="1253"/>
                  <a:pt x="19735" y="451"/>
                  <a:pt x="21730" y="0"/>
                </a:cubicBezTo>
                <a:close/>
                <a:moveTo>
                  <a:pt x="2173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DFCF9-6F3F-4626-BC21-867C2B90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783" y="4707062"/>
            <a:ext cx="49446" cy="45514"/>
          </a:xfrm>
          <a:custGeom xmlns:a="http://schemas.openxmlformats.org/drawingml/2006/main">
            <a:pathLst>
              <a:path w="49446" h="45514">
                <a:moveTo>
                  <a:pt x="5811" y="0"/>
                </a:moveTo>
                <a:lnTo>
                  <a:pt x="12802" y="10006"/>
                </a:lnTo>
                <a:lnTo>
                  <a:pt x="24759" y="1646"/>
                </a:lnTo>
                <a:lnTo>
                  <a:pt x="27891" y="6190"/>
                </a:lnTo>
                <a:lnTo>
                  <a:pt x="15992" y="14506"/>
                </a:lnTo>
                <a:lnTo>
                  <a:pt x="29362" y="33615"/>
                </a:lnTo>
                <a:cubicBezTo>
                  <a:pt x="31415" y="36513"/>
                  <a:pt x="33061" y="38057"/>
                  <a:pt x="34430" y="38333"/>
                </a:cubicBezTo>
                <a:cubicBezTo>
                  <a:pt x="35799" y="38625"/>
                  <a:pt x="37664" y="37882"/>
                  <a:pt x="40110" y="36236"/>
                </a:cubicBezTo>
                <a:lnTo>
                  <a:pt x="46038" y="32027"/>
                </a:lnTo>
                <a:lnTo>
                  <a:pt x="49446" y="36921"/>
                </a:lnTo>
                <a:lnTo>
                  <a:pt x="43475" y="41072"/>
                </a:lnTo>
                <a:cubicBezTo>
                  <a:pt x="39033" y="44203"/>
                  <a:pt x="35333" y="45514"/>
                  <a:pt x="32493" y="45048"/>
                </a:cubicBezTo>
                <a:cubicBezTo>
                  <a:pt x="29653" y="44538"/>
                  <a:pt x="26638" y="42091"/>
                  <a:pt x="23565" y="37707"/>
                </a:cubicBezTo>
                <a:lnTo>
                  <a:pt x="10137" y="18599"/>
                </a:lnTo>
                <a:lnTo>
                  <a:pt x="5928" y="21555"/>
                </a:lnTo>
                <a:lnTo>
                  <a:pt x="2738" y="17055"/>
                </a:lnTo>
                <a:lnTo>
                  <a:pt x="7005" y="14098"/>
                </a:lnTo>
                <a:lnTo>
                  <a:pt x="0" y="4093"/>
                </a:lnTo>
                <a:lnTo>
                  <a:pt x="5811" y="0"/>
                </a:lnTo>
                <a:close/>
                <a:moveTo>
                  <a:pt x="581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8964D-02F8-4140-94DD-BB3A3DB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9" y="5405687"/>
            <a:ext cx="44378" cy="62525"/>
          </a:xfrm>
          <a:custGeom xmlns:a="http://schemas.openxmlformats.org/drawingml/2006/main">
            <a:pathLst>
              <a:path w="44378" h="62525">
                <a:moveTo>
                  <a:pt x="9947" y="15598"/>
                </a:moveTo>
                <a:lnTo>
                  <a:pt x="21730" y="33687"/>
                </a:lnTo>
                <a:lnTo>
                  <a:pt x="29857" y="28342"/>
                </a:lnTo>
                <a:cubicBezTo>
                  <a:pt x="32930" y="26347"/>
                  <a:pt x="34751" y="24075"/>
                  <a:pt x="35377" y="21453"/>
                </a:cubicBezTo>
                <a:cubicBezTo>
                  <a:pt x="36003" y="18774"/>
                  <a:pt x="35377" y="15992"/>
                  <a:pt x="33498" y="13093"/>
                </a:cubicBezTo>
                <a:cubicBezTo>
                  <a:pt x="31634" y="10239"/>
                  <a:pt x="29347" y="8535"/>
                  <a:pt x="26682" y="8083"/>
                </a:cubicBezTo>
                <a:cubicBezTo>
                  <a:pt x="24002" y="7573"/>
                  <a:pt x="21162" y="8316"/>
                  <a:pt x="18147" y="10297"/>
                </a:cubicBezTo>
                <a:lnTo>
                  <a:pt x="9947" y="15598"/>
                </a:lnTo>
                <a:close/>
                <a:moveTo>
                  <a:pt x="0" y="14506"/>
                </a:moveTo>
                <a:lnTo>
                  <a:pt x="14623" y="4952"/>
                </a:lnTo>
                <a:cubicBezTo>
                  <a:pt x="20026" y="1427"/>
                  <a:pt x="24920" y="0"/>
                  <a:pt x="29245" y="626"/>
                </a:cubicBezTo>
                <a:cubicBezTo>
                  <a:pt x="33556" y="1311"/>
                  <a:pt x="37256" y="3932"/>
                  <a:pt x="40329" y="8651"/>
                </a:cubicBezTo>
                <a:cubicBezTo>
                  <a:pt x="43460" y="13370"/>
                  <a:pt x="44378" y="17871"/>
                  <a:pt x="43227" y="22080"/>
                </a:cubicBezTo>
                <a:cubicBezTo>
                  <a:pt x="42033" y="26289"/>
                  <a:pt x="38741" y="30163"/>
                  <a:pt x="33396" y="33687"/>
                </a:cubicBezTo>
                <a:lnTo>
                  <a:pt x="25196" y="39033"/>
                </a:lnTo>
                <a:lnTo>
                  <a:pt x="37765" y="58316"/>
                </a:lnTo>
                <a:lnTo>
                  <a:pt x="31284" y="62525"/>
                </a:lnTo>
                <a:lnTo>
                  <a:pt x="0" y="14506"/>
                </a:lnTo>
                <a:close/>
                <a:moveTo>
                  <a:pt x="0" y="145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6E5AF-1671-422A-B159-22B1BB2A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51" y="5388734"/>
            <a:ext cx="62816" cy="53932"/>
          </a:xfrm>
          <a:custGeom xmlns:a="http://schemas.openxmlformats.org/drawingml/2006/main">
            <a:pathLst>
              <a:path w="62816" h="53932">
                <a:moveTo>
                  <a:pt x="48645" y="12525"/>
                </a:moveTo>
                <a:lnTo>
                  <a:pt x="62816" y="34255"/>
                </a:lnTo>
                <a:lnTo>
                  <a:pt x="56903" y="38115"/>
                </a:lnTo>
                <a:lnTo>
                  <a:pt x="42848" y="16560"/>
                </a:lnTo>
                <a:cubicBezTo>
                  <a:pt x="40620" y="13152"/>
                  <a:pt x="38290" y="11040"/>
                  <a:pt x="35901" y="10181"/>
                </a:cubicBezTo>
                <a:cubicBezTo>
                  <a:pt x="33454" y="9394"/>
                  <a:pt x="30891" y="9846"/>
                  <a:pt x="28226" y="11550"/>
                </a:cubicBezTo>
                <a:cubicBezTo>
                  <a:pt x="25036" y="13661"/>
                  <a:pt x="23157" y="16327"/>
                  <a:pt x="22648" y="19575"/>
                </a:cubicBezTo>
                <a:cubicBezTo>
                  <a:pt x="22138" y="22764"/>
                  <a:pt x="23041" y="26172"/>
                  <a:pt x="25327" y="29697"/>
                </a:cubicBezTo>
                <a:lnTo>
                  <a:pt x="38581" y="50072"/>
                </a:lnTo>
                <a:lnTo>
                  <a:pt x="32653" y="53932"/>
                </a:lnTo>
                <a:lnTo>
                  <a:pt x="0" y="3874"/>
                </a:lnTo>
                <a:lnTo>
                  <a:pt x="5971" y="0"/>
                </a:lnTo>
                <a:lnTo>
                  <a:pt x="18774" y="19633"/>
                </a:lnTo>
                <a:cubicBezTo>
                  <a:pt x="18774" y="16501"/>
                  <a:pt x="19400" y="13822"/>
                  <a:pt x="20594" y="11491"/>
                </a:cubicBezTo>
                <a:cubicBezTo>
                  <a:pt x="21847" y="9161"/>
                  <a:pt x="23667" y="7166"/>
                  <a:pt x="26230" y="5578"/>
                </a:cubicBezTo>
                <a:cubicBezTo>
                  <a:pt x="30323" y="2855"/>
                  <a:pt x="34314" y="2112"/>
                  <a:pt x="38115" y="3306"/>
                </a:cubicBezTo>
                <a:cubicBezTo>
                  <a:pt x="41873" y="4442"/>
                  <a:pt x="45397" y="7515"/>
                  <a:pt x="48645" y="12525"/>
                </a:cubicBezTo>
                <a:close/>
                <a:moveTo>
                  <a:pt x="48645" y="125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CD768-20E0-4AE1-B876-9E76762A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59" y="5365009"/>
            <a:ext cx="43912" cy="46490"/>
          </a:xfrm>
          <a:custGeom xmlns:a="http://schemas.openxmlformats.org/drawingml/2006/main">
            <a:pathLst>
              <a:path w="43912" h="46490">
                <a:moveTo>
                  <a:pt x="12919" y="9336"/>
                </a:moveTo>
                <a:cubicBezTo>
                  <a:pt x="9729" y="11389"/>
                  <a:pt x="8025" y="14229"/>
                  <a:pt x="7792" y="17929"/>
                </a:cubicBezTo>
                <a:cubicBezTo>
                  <a:pt x="7559" y="21628"/>
                  <a:pt x="8870" y="25604"/>
                  <a:pt x="11666" y="29930"/>
                </a:cubicBezTo>
                <a:cubicBezTo>
                  <a:pt x="14506" y="34255"/>
                  <a:pt x="17637" y="37037"/>
                  <a:pt x="21046" y="38290"/>
                </a:cubicBezTo>
                <a:cubicBezTo>
                  <a:pt x="24512" y="39601"/>
                  <a:pt x="27818" y="39207"/>
                  <a:pt x="31008" y="37096"/>
                </a:cubicBezTo>
                <a:cubicBezTo>
                  <a:pt x="34183" y="35056"/>
                  <a:pt x="35901" y="32202"/>
                  <a:pt x="36061" y="28503"/>
                </a:cubicBezTo>
                <a:cubicBezTo>
                  <a:pt x="36294" y="24803"/>
                  <a:pt x="35042" y="20827"/>
                  <a:pt x="32260" y="16501"/>
                </a:cubicBezTo>
                <a:cubicBezTo>
                  <a:pt x="29464" y="12234"/>
                  <a:pt x="26332" y="9452"/>
                  <a:pt x="22866" y="8200"/>
                </a:cubicBezTo>
                <a:cubicBezTo>
                  <a:pt x="19400" y="6889"/>
                  <a:pt x="16094" y="7282"/>
                  <a:pt x="12919" y="9336"/>
                </a:cubicBezTo>
                <a:close/>
                <a:moveTo>
                  <a:pt x="9671" y="4326"/>
                </a:moveTo>
                <a:cubicBezTo>
                  <a:pt x="14783" y="976"/>
                  <a:pt x="19910" y="0"/>
                  <a:pt x="25036" y="1427"/>
                </a:cubicBezTo>
                <a:cubicBezTo>
                  <a:pt x="30148" y="2855"/>
                  <a:pt x="34649" y="6554"/>
                  <a:pt x="38508" y="12467"/>
                </a:cubicBezTo>
                <a:cubicBezTo>
                  <a:pt x="42382" y="18322"/>
                  <a:pt x="43912" y="23900"/>
                  <a:pt x="43125" y="29187"/>
                </a:cubicBezTo>
                <a:cubicBezTo>
                  <a:pt x="42382" y="34488"/>
                  <a:pt x="39426" y="38800"/>
                  <a:pt x="34299" y="42164"/>
                </a:cubicBezTo>
                <a:cubicBezTo>
                  <a:pt x="29129" y="45514"/>
                  <a:pt x="24002" y="46490"/>
                  <a:pt x="18890" y="45004"/>
                </a:cubicBezTo>
                <a:cubicBezTo>
                  <a:pt x="13763" y="43591"/>
                  <a:pt x="9278" y="39892"/>
                  <a:pt x="5462" y="33964"/>
                </a:cubicBezTo>
                <a:cubicBezTo>
                  <a:pt x="1588" y="28051"/>
                  <a:pt x="0" y="22473"/>
                  <a:pt x="786" y="17244"/>
                </a:cubicBezTo>
                <a:cubicBezTo>
                  <a:pt x="1529" y="12016"/>
                  <a:pt x="4486" y="7690"/>
                  <a:pt x="9671" y="4326"/>
                </a:cubicBezTo>
                <a:close/>
                <a:moveTo>
                  <a:pt x="9671" y="43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951C5-D8AC-4726-BC64-DAE8FEDC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72" y="5338953"/>
            <a:ext cx="48296" cy="46490"/>
          </a:xfrm>
          <a:custGeom xmlns:a="http://schemas.openxmlformats.org/drawingml/2006/main">
            <a:pathLst>
              <a:path w="48296" h="46490">
                <a:moveTo>
                  <a:pt x="5971" y="0"/>
                </a:moveTo>
                <a:lnTo>
                  <a:pt x="12627" y="10239"/>
                </a:lnTo>
                <a:lnTo>
                  <a:pt x="24803" y="2287"/>
                </a:lnTo>
                <a:lnTo>
                  <a:pt x="27818" y="6889"/>
                </a:lnTo>
                <a:lnTo>
                  <a:pt x="15584" y="14856"/>
                </a:lnTo>
                <a:lnTo>
                  <a:pt x="28328" y="34430"/>
                </a:lnTo>
                <a:cubicBezTo>
                  <a:pt x="30265" y="37329"/>
                  <a:pt x="31911" y="38974"/>
                  <a:pt x="33221" y="39266"/>
                </a:cubicBezTo>
                <a:cubicBezTo>
                  <a:pt x="34590" y="39601"/>
                  <a:pt x="36513" y="38974"/>
                  <a:pt x="38960" y="37329"/>
                </a:cubicBezTo>
                <a:lnTo>
                  <a:pt x="45048" y="33396"/>
                </a:lnTo>
                <a:lnTo>
                  <a:pt x="48296" y="38348"/>
                </a:lnTo>
                <a:lnTo>
                  <a:pt x="42208" y="42280"/>
                </a:lnTo>
                <a:cubicBezTo>
                  <a:pt x="37664" y="45295"/>
                  <a:pt x="33906" y="46490"/>
                  <a:pt x="31051" y="45922"/>
                </a:cubicBezTo>
                <a:cubicBezTo>
                  <a:pt x="28211" y="45354"/>
                  <a:pt x="25313" y="42790"/>
                  <a:pt x="22415" y="38290"/>
                </a:cubicBezTo>
                <a:lnTo>
                  <a:pt x="9671" y="18715"/>
                </a:lnTo>
                <a:lnTo>
                  <a:pt x="5287" y="21570"/>
                </a:lnTo>
                <a:lnTo>
                  <a:pt x="2330" y="16953"/>
                </a:lnTo>
                <a:lnTo>
                  <a:pt x="6656" y="14113"/>
                </a:lnTo>
                <a:lnTo>
                  <a:pt x="0" y="3874"/>
                </a:lnTo>
                <a:lnTo>
                  <a:pt x="5971" y="0"/>
                </a:lnTo>
                <a:close/>
                <a:moveTo>
                  <a:pt x="597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06A01-4E3C-42A5-BFAF-C0B71CA5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25" y="5321884"/>
            <a:ext cx="43912" cy="46490"/>
          </a:xfrm>
          <a:custGeom xmlns:a="http://schemas.openxmlformats.org/drawingml/2006/main">
            <a:pathLst>
              <a:path w="43912" h="46490">
                <a:moveTo>
                  <a:pt x="12904" y="9336"/>
                </a:moveTo>
                <a:cubicBezTo>
                  <a:pt x="9729" y="11389"/>
                  <a:pt x="8025" y="14288"/>
                  <a:pt x="7792" y="17987"/>
                </a:cubicBezTo>
                <a:cubicBezTo>
                  <a:pt x="7559" y="21628"/>
                  <a:pt x="8870" y="25662"/>
                  <a:pt x="11666" y="29930"/>
                </a:cubicBezTo>
                <a:cubicBezTo>
                  <a:pt x="14448" y="34255"/>
                  <a:pt x="17579" y="37037"/>
                  <a:pt x="21046" y="38348"/>
                </a:cubicBezTo>
                <a:cubicBezTo>
                  <a:pt x="24512" y="39601"/>
                  <a:pt x="27818" y="39207"/>
                  <a:pt x="31008" y="37154"/>
                </a:cubicBezTo>
                <a:cubicBezTo>
                  <a:pt x="34183" y="35115"/>
                  <a:pt x="35843" y="32202"/>
                  <a:pt x="36061" y="28503"/>
                </a:cubicBezTo>
                <a:cubicBezTo>
                  <a:pt x="36294" y="24861"/>
                  <a:pt x="35042" y="20827"/>
                  <a:pt x="32202" y="16560"/>
                </a:cubicBezTo>
                <a:cubicBezTo>
                  <a:pt x="29464" y="12292"/>
                  <a:pt x="26332" y="9511"/>
                  <a:pt x="22866" y="8200"/>
                </a:cubicBezTo>
                <a:cubicBezTo>
                  <a:pt x="19400" y="6889"/>
                  <a:pt x="16035" y="7282"/>
                  <a:pt x="12904" y="9336"/>
                </a:cubicBezTo>
                <a:close/>
                <a:moveTo>
                  <a:pt x="9612" y="4326"/>
                </a:moveTo>
                <a:cubicBezTo>
                  <a:pt x="14783" y="976"/>
                  <a:pt x="19910" y="0"/>
                  <a:pt x="25022" y="1427"/>
                </a:cubicBezTo>
                <a:cubicBezTo>
                  <a:pt x="30148" y="2913"/>
                  <a:pt x="34649" y="6554"/>
                  <a:pt x="38508" y="12467"/>
                </a:cubicBezTo>
                <a:cubicBezTo>
                  <a:pt x="42324" y="18380"/>
                  <a:pt x="43912" y="23958"/>
                  <a:pt x="43125" y="29245"/>
                </a:cubicBezTo>
                <a:cubicBezTo>
                  <a:pt x="42382" y="34488"/>
                  <a:pt x="39426" y="38800"/>
                  <a:pt x="34299" y="42164"/>
                </a:cubicBezTo>
                <a:cubicBezTo>
                  <a:pt x="29129" y="45514"/>
                  <a:pt x="23944" y="46490"/>
                  <a:pt x="18890" y="45062"/>
                </a:cubicBezTo>
                <a:cubicBezTo>
                  <a:pt x="13763" y="43591"/>
                  <a:pt x="9263" y="39892"/>
                  <a:pt x="5403" y="34022"/>
                </a:cubicBezTo>
                <a:cubicBezTo>
                  <a:pt x="1588" y="28109"/>
                  <a:pt x="0" y="22531"/>
                  <a:pt x="743" y="17244"/>
                </a:cubicBezTo>
                <a:cubicBezTo>
                  <a:pt x="1529" y="12016"/>
                  <a:pt x="4486" y="7690"/>
                  <a:pt x="9612" y="4326"/>
                </a:cubicBezTo>
                <a:close/>
                <a:moveTo>
                  <a:pt x="9612" y="43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17CF8-999B-4038-870D-B88CF593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88" y="5284846"/>
            <a:ext cx="57005" cy="64812"/>
          </a:xfrm>
          <a:custGeom xmlns:a="http://schemas.openxmlformats.org/drawingml/2006/main">
            <a:pathLst>
              <a:path w="57005" h="64812">
                <a:moveTo>
                  <a:pt x="7850" y="8826"/>
                </a:moveTo>
                <a:lnTo>
                  <a:pt x="14623" y="38465"/>
                </a:lnTo>
                <a:lnTo>
                  <a:pt x="32304" y="26973"/>
                </a:lnTo>
                <a:lnTo>
                  <a:pt x="7850" y="8826"/>
                </a:lnTo>
                <a:close/>
                <a:moveTo>
                  <a:pt x="0" y="4835"/>
                </a:moveTo>
                <a:lnTo>
                  <a:pt x="7384" y="0"/>
                </a:lnTo>
                <a:lnTo>
                  <a:pt x="57005" y="36134"/>
                </a:lnTo>
                <a:lnTo>
                  <a:pt x="50233" y="40518"/>
                </a:lnTo>
                <a:lnTo>
                  <a:pt x="37824" y="31066"/>
                </a:lnTo>
                <a:lnTo>
                  <a:pt x="16210" y="45179"/>
                </a:lnTo>
                <a:lnTo>
                  <a:pt x="19851" y="60369"/>
                </a:lnTo>
                <a:lnTo>
                  <a:pt x="12962" y="64812"/>
                </a:lnTo>
                <a:lnTo>
                  <a:pt x="0" y="4835"/>
                </a:lnTo>
                <a:close/>
                <a:moveTo>
                  <a:pt x="0" y="48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D7CF5-C6BC-4F2E-8C13-0868358B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40" y="5264879"/>
            <a:ext cx="53641" cy="51835"/>
          </a:xfrm>
          <a:custGeom xmlns:a="http://schemas.openxmlformats.org/drawingml/2006/main">
            <a:pathLst>
              <a:path w="53641" h="51835">
                <a:moveTo>
                  <a:pt x="39484" y="10414"/>
                </a:moveTo>
                <a:lnTo>
                  <a:pt x="53641" y="32202"/>
                </a:lnTo>
                <a:lnTo>
                  <a:pt x="47728" y="36018"/>
                </a:lnTo>
                <a:lnTo>
                  <a:pt x="33673" y="14462"/>
                </a:lnTo>
                <a:cubicBezTo>
                  <a:pt x="31459" y="11040"/>
                  <a:pt x="29129" y="8943"/>
                  <a:pt x="26740" y="8141"/>
                </a:cubicBezTo>
                <a:cubicBezTo>
                  <a:pt x="24293" y="7282"/>
                  <a:pt x="21730" y="7748"/>
                  <a:pt x="19050" y="9511"/>
                </a:cubicBezTo>
                <a:cubicBezTo>
                  <a:pt x="15861" y="11550"/>
                  <a:pt x="13996" y="14229"/>
                  <a:pt x="13472" y="17477"/>
                </a:cubicBezTo>
                <a:cubicBezTo>
                  <a:pt x="12962" y="20711"/>
                  <a:pt x="13880" y="24075"/>
                  <a:pt x="16152" y="27600"/>
                </a:cubicBezTo>
                <a:lnTo>
                  <a:pt x="29406" y="47961"/>
                </a:lnTo>
                <a:lnTo>
                  <a:pt x="23492" y="51835"/>
                </a:lnTo>
                <a:lnTo>
                  <a:pt x="0" y="15817"/>
                </a:lnTo>
                <a:lnTo>
                  <a:pt x="5971" y="11957"/>
                </a:lnTo>
                <a:lnTo>
                  <a:pt x="9612" y="17521"/>
                </a:lnTo>
                <a:cubicBezTo>
                  <a:pt x="9612" y="14462"/>
                  <a:pt x="10239" y="11724"/>
                  <a:pt x="11433" y="9394"/>
                </a:cubicBezTo>
                <a:cubicBezTo>
                  <a:pt x="12686" y="7122"/>
                  <a:pt x="14506" y="5127"/>
                  <a:pt x="17055" y="3481"/>
                </a:cubicBezTo>
                <a:cubicBezTo>
                  <a:pt x="21162" y="801"/>
                  <a:pt x="25138" y="0"/>
                  <a:pt x="28954" y="1194"/>
                </a:cubicBezTo>
                <a:cubicBezTo>
                  <a:pt x="32712" y="2389"/>
                  <a:pt x="36236" y="5462"/>
                  <a:pt x="39484" y="10414"/>
                </a:cubicBezTo>
                <a:close/>
                <a:moveTo>
                  <a:pt x="39484" y="104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85B3D-C2A0-48BF-A39A-1C166F64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0" y="5239682"/>
            <a:ext cx="50174" cy="47509"/>
          </a:xfrm>
          <a:custGeom xmlns:a="http://schemas.openxmlformats.org/drawingml/2006/main">
            <a:pathLst>
              <a:path w="50174" h="47509">
                <a:moveTo>
                  <a:pt x="26565" y="20929"/>
                </a:moveTo>
                <a:cubicBezTo>
                  <a:pt x="21788" y="24002"/>
                  <a:pt x="18832" y="26740"/>
                  <a:pt x="17696" y="29012"/>
                </a:cubicBezTo>
                <a:cubicBezTo>
                  <a:pt x="16560" y="31343"/>
                  <a:pt x="16836" y="33789"/>
                  <a:pt x="18599" y="36411"/>
                </a:cubicBezTo>
                <a:cubicBezTo>
                  <a:pt x="19968" y="38508"/>
                  <a:pt x="21730" y="39761"/>
                  <a:pt x="23944" y="40110"/>
                </a:cubicBezTo>
                <a:cubicBezTo>
                  <a:pt x="26114" y="40387"/>
                  <a:pt x="28386" y="39819"/>
                  <a:pt x="30775" y="38232"/>
                </a:cubicBezTo>
                <a:cubicBezTo>
                  <a:pt x="34081" y="36120"/>
                  <a:pt x="35959" y="33221"/>
                  <a:pt x="36411" y="29580"/>
                </a:cubicBezTo>
                <a:cubicBezTo>
                  <a:pt x="36862" y="25997"/>
                  <a:pt x="35843" y="22240"/>
                  <a:pt x="33338" y="18380"/>
                </a:cubicBezTo>
                <a:lnTo>
                  <a:pt x="32479" y="17069"/>
                </a:lnTo>
                <a:lnTo>
                  <a:pt x="26565" y="20929"/>
                </a:lnTo>
                <a:close/>
                <a:moveTo>
                  <a:pt x="36804" y="10749"/>
                </a:moveTo>
                <a:lnTo>
                  <a:pt x="50174" y="31343"/>
                </a:lnTo>
                <a:lnTo>
                  <a:pt x="44261" y="35217"/>
                </a:lnTo>
                <a:lnTo>
                  <a:pt x="40737" y="29697"/>
                </a:lnTo>
                <a:cubicBezTo>
                  <a:pt x="40795" y="32770"/>
                  <a:pt x="40169" y="35493"/>
                  <a:pt x="38800" y="37838"/>
                </a:cubicBezTo>
                <a:cubicBezTo>
                  <a:pt x="37489" y="40227"/>
                  <a:pt x="35333" y="42324"/>
                  <a:pt x="32435" y="44261"/>
                </a:cubicBezTo>
                <a:cubicBezTo>
                  <a:pt x="28736" y="46650"/>
                  <a:pt x="25153" y="47509"/>
                  <a:pt x="21614" y="46883"/>
                </a:cubicBezTo>
                <a:cubicBezTo>
                  <a:pt x="18089" y="46198"/>
                  <a:pt x="15191" y="44145"/>
                  <a:pt x="12919" y="40678"/>
                </a:cubicBezTo>
                <a:cubicBezTo>
                  <a:pt x="10297" y="36629"/>
                  <a:pt x="9612" y="32712"/>
                  <a:pt x="11040" y="28837"/>
                </a:cubicBezTo>
                <a:cubicBezTo>
                  <a:pt x="12409" y="25036"/>
                  <a:pt x="15759" y="21337"/>
                  <a:pt x="21162" y="17856"/>
                </a:cubicBezTo>
                <a:lnTo>
                  <a:pt x="29464" y="12453"/>
                </a:lnTo>
                <a:lnTo>
                  <a:pt x="29071" y="11826"/>
                </a:lnTo>
                <a:cubicBezTo>
                  <a:pt x="27308" y="9103"/>
                  <a:pt x="25036" y="7617"/>
                  <a:pt x="22240" y="7282"/>
                </a:cubicBezTo>
                <a:cubicBezTo>
                  <a:pt x="19516" y="6933"/>
                  <a:pt x="16501" y="7850"/>
                  <a:pt x="13254" y="9947"/>
                </a:cubicBezTo>
                <a:cubicBezTo>
                  <a:pt x="11215" y="11317"/>
                  <a:pt x="9379" y="12860"/>
                  <a:pt x="7734" y="14623"/>
                </a:cubicBezTo>
                <a:cubicBezTo>
                  <a:pt x="6088" y="16385"/>
                  <a:pt x="4719" y="18380"/>
                  <a:pt x="3525" y="20536"/>
                </a:cubicBezTo>
                <a:lnTo>
                  <a:pt x="0" y="15016"/>
                </a:lnTo>
                <a:cubicBezTo>
                  <a:pt x="1588" y="12802"/>
                  <a:pt x="3306" y="10807"/>
                  <a:pt x="5068" y="9044"/>
                </a:cubicBezTo>
                <a:cubicBezTo>
                  <a:pt x="6831" y="7340"/>
                  <a:pt x="8710" y="5797"/>
                  <a:pt x="10588" y="4544"/>
                </a:cubicBezTo>
                <a:cubicBezTo>
                  <a:pt x="15817" y="1136"/>
                  <a:pt x="20594" y="0"/>
                  <a:pt x="24920" y="1020"/>
                </a:cubicBezTo>
                <a:cubicBezTo>
                  <a:pt x="29245" y="2054"/>
                  <a:pt x="33221" y="5287"/>
                  <a:pt x="36804" y="10749"/>
                </a:cubicBezTo>
                <a:close/>
                <a:moveTo>
                  <a:pt x="36804" y="107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F3168-E318-4E23-922B-3318B3EB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155" y="5209126"/>
            <a:ext cx="38567" cy="53932"/>
          </a:xfrm>
          <a:custGeom xmlns:a="http://schemas.openxmlformats.org/drawingml/2006/main">
            <a:pathLst>
              <a:path w="38567" h="53932">
                <a:moveTo>
                  <a:pt x="0" y="3874"/>
                </a:moveTo>
                <a:lnTo>
                  <a:pt x="5913" y="0"/>
                </a:lnTo>
                <a:lnTo>
                  <a:pt x="38567" y="50072"/>
                </a:lnTo>
                <a:lnTo>
                  <a:pt x="32653" y="53932"/>
                </a:lnTo>
                <a:lnTo>
                  <a:pt x="0" y="3874"/>
                </a:lnTo>
                <a:close/>
                <a:moveTo>
                  <a:pt x="0" y="38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A48C6-2ACD-45A9-963B-BE106821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70" y="5195013"/>
            <a:ext cx="46198" cy="70492"/>
          </a:xfrm>
          <a:custGeom xmlns:a="http://schemas.openxmlformats.org/drawingml/2006/main">
            <a:pathLst>
              <a:path w="46198" h="70492">
                <a:moveTo>
                  <a:pt x="44887" y="49737"/>
                </a:moveTo>
                <a:cubicBezTo>
                  <a:pt x="46023" y="55083"/>
                  <a:pt x="46198" y="58942"/>
                  <a:pt x="45455" y="61287"/>
                </a:cubicBezTo>
                <a:cubicBezTo>
                  <a:pt x="44713" y="63617"/>
                  <a:pt x="43067" y="65656"/>
                  <a:pt x="40387" y="67419"/>
                </a:cubicBezTo>
                <a:lnTo>
                  <a:pt x="35668" y="70492"/>
                </a:lnTo>
                <a:lnTo>
                  <a:pt x="32420" y="65540"/>
                </a:lnTo>
                <a:lnTo>
                  <a:pt x="35901" y="63268"/>
                </a:lnTo>
                <a:cubicBezTo>
                  <a:pt x="37547" y="62190"/>
                  <a:pt x="38567" y="60996"/>
                  <a:pt x="38960" y="59627"/>
                </a:cubicBezTo>
                <a:cubicBezTo>
                  <a:pt x="39368" y="58258"/>
                  <a:pt x="39135" y="55811"/>
                  <a:pt x="38392" y="52228"/>
                </a:cubicBezTo>
                <a:lnTo>
                  <a:pt x="37664" y="48820"/>
                </a:lnTo>
                <a:lnTo>
                  <a:pt x="0" y="22881"/>
                </a:lnTo>
                <a:lnTo>
                  <a:pt x="6248" y="18788"/>
                </a:lnTo>
                <a:lnTo>
                  <a:pt x="35901" y="39601"/>
                </a:lnTo>
                <a:lnTo>
                  <a:pt x="28779" y="4107"/>
                </a:lnTo>
                <a:lnTo>
                  <a:pt x="35100" y="0"/>
                </a:lnTo>
                <a:lnTo>
                  <a:pt x="44887" y="49737"/>
                </a:lnTo>
                <a:close/>
                <a:moveTo>
                  <a:pt x="44887" y="497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EFD78-2A6C-4C06-8E5D-13A7904E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50" y="5175788"/>
            <a:ext cx="43242" cy="50349"/>
          </a:xfrm>
          <a:custGeom xmlns:a="http://schemas.openxmlformats.org/drawingml/2006/main">
            <a:pathLst>
              <a:path w="43242" h="50349">
                <a:moveTo>
                  <a:pt x="22415" y="0"/>
                </a:moveTo>
                <a:lnTo>
                  <a:pt x="26056" y="5636"/>
                </a:lnTo>
                <a:cubicBezTo>
                  <a:pt x="23842" y="5855"/>
                  <a:pt x="21686" y="6321"/>
                  <a:pt x="19633" y="7064"/>
                </a:cubicBezTo>
                <a:cubicBezTo>
                  <a:pt x="17521" y="7792"/>
                  <a:pt x="15540" y="8826"/>
                  <a:pt x="13603" y="10079"/>
                </a:cubicBezTo>
                <a:cubicBezTo>
                  <a:pt x="10647" y="12001"/>
                  <a:pt x="8768" y="13880"/>
                  <a:pt x="7850" y="15759"/>
                </a:cubicBezTo>
                <a:cubicBezTo>
                  <a:pt x="7005" y="17579"/>
                  <a:pt x="7122" y="19400"/>
                  <a:pt x="8316" y="21220"/>
                </a:cubicBezTo>
                <a:cubicBezTo>
                  <a:pt x="9161" y="22589"/>
                  <a:pt x="10414" y="23332"/>
                  <a:pt x="11957" y="23449"/>
                </a:cubicBezTo>
                <a:cubicBezTo>
                  <a:pt x="13545" y="23551"/>
                  <a:pt x="16166" y="22866"/>
                  <a:pt x="19808" y="21512"/>
                </a:cubicBezTo>
                <a:lnTo>
                  <a:pt x="22080" y="20652"/>
                </a:lnTo>
                <a:cubicBezTo>
                  <a:pt x="26915" y="18832"/>
                  <a:pt x="30731" y="18147"/>
                  <a:pt x="33513" y="18657"/>
                </a:cubicBezTo>
                <a:cubicBezTo>
                  <a:pt x="36353" y="19123"/>
                  <a:pt x="38756" y="20827"/>
                  <a:pt x="40678" y="23784"/>
                </a:cubicBezTo>
                <a:cubicBezTo>
                  <a:pt x="42848" y="27133"/>
                  <a:pt x="43242" y="30673"/>
                  <a:pt x="41873" y="34314"/>
                </a:cubicBezTo>
                <a:cubicBezTo>
                  <a:pt x="40518" y="38013"/>
                  <a:pt x="37503" y="41363"/>
                  <a:pt x="32886" y="44378"/>
                </a:cubicBezTo>
                <a:cubicBezTo>
                  <a:pt x="30949" y="45630"/>
                  <a:pt x="28794" y="46766"/>
                  <a:pt x="26463" y="47742"/>
                </a:cubicBezTo>
                <a:cubicBezTo>
                  <a:pt x="24133" y="48703"/>
                  <a:pt x="21570" y="49606"/>
                  <a:pt x="18730" y="50349"/>
                </a:cubicBezTo>
                <a:lnTo>
                  <a:pt x="14739" y="44203"/>
                </a:lnTo>
                <a:cubicBezTo>
                  <a:pt x="17696" y="43926"/>
                  <a:pt x="20434" y="43416"/>
                  <a:pt x="22881" y="42557"/>
                </a:cubicBezTo>
                <a:cubicBezTo>
                  <a:pt x="25386" y="41756"/>
                  <a:pt x="27658" y="40678"/>
                  <a:pt x="29755" y="39309"/>
                </a:cubicBezTo>
                <a:cubicBezTo>
                  <a:pt x="32551" y="37489"/>
                  <a:pt x="34372" y="35610"/>
                  <a:pt x="35275" y="33687"/>
                </a:cubicBezTo>
                <a:cubicBezTo>
                  <a:pt x="36134" y="31750"/>
                  <a:pt x="36018" y="29930"/>
                  <a:pt x="34882" y="28226"/>
                </a:cubicBezTo>
                <a:cubicBezTo>
                  <a:pt x="33862" y="26565"/>
                  <a:pt x="32493" y="25721"/>
                  <a:pt x="30847" y="25546"/>
                </a:cubicBezTo>
                <a:cubicBezTo>
                  <a:pt x="29187" y="25371"/>
                  <a:pt x="26289" y="26114"/>
                  <a:pt x="22080" y="27701"/>
                </a:cubicBezTo>
                <a:lnTo>
                  <a:pt x="19749" y="28561"/>
                </a:lnTo>
                <a:cubicBezTo>
                  <a:pt x="15540" y="30207"/>
                  <a:pt x="12118" y="30731"/>
                  <a:pt x="9452" y="30207"/>
                </a:cubicBezTo>
                <a:cubicBezTo>
                  <a:pt x="6772" y="29639"/>
                  <a:pt x="4559" y="27993"/>
                  <a:pt x="2738" y="25211"/>
                </a:cubicBezTo>
                <a:cubicBezTo>
                  <a:pt x="524" y="21847"/>
                  <a:pt x="0" y="18439"/>
                  <a:pt x="1253" y="15016"/>
                </a:cubicBezTo>
                <a:cubicBezTo>
                  <a:pt x="2447" y="11608"/>
                  <a:pt x="5243" y="8476"/>
                  <a:pt x="9671" y="5578"/>
                </a:cubicBezTo>
                <a:cubicBezTo>
                  <a:pt x="11841" y="4151"/>
                  <a:pt x="13996" y="2957"/>
                  <a:pt x="16166" y="2054"/>
                </a:cubicBezTo>
                <a:cubicBezTo>
                  <a:pt x="18264" y="1078"/>
                  <a:pt x="20376" y="408"/>
                  <a:pt x="22415" y="0"/>
                </a:cubicBezTo>
                <a:close/>
                <a:moveTo>
                  <a:pt x="224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A3C8E-9738-4676-AE47-51B0334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9" y="5149456"/>
            <a:ext cx="38508" cy="53932"/>
          </a:xfrm>
          <a:custGeom xmlns:a="http://schemas.openxmlformats.org/drawingml/2006/main">
            <a:pathLst>
              <a:path w="38508" h="53932">
                <a:moveTo>
                  <a:pt x="9161" y="17856"/>
                </a:moveTo>
                <a:lnTo>
                  <a:pt x="15074" y="14040"/>
                </a:lnTo>
                <a:lnTo>
                  <a:pt x="38508" y="50058"/>
                </a:lnTo>
                <a:lnTo>
                  <a:pt x="32595" y="53932"/>
                </a:lnTo>
                <a:lnTo>
                  <a:pt x="9161" y="17856"/>
                </a:lnTo>
                <a:close/>
                <a:moveTo>
                  <a:pt x="0" y="3860"/>
                </a:moveTo>
                <a:lnTo>
                  <a:pt x="5913" y="0"/>
                </a:lnTo>
                <a:lnTo>
                  <a:pt x="10807" y="7501"/>
                </a:lnTo>
                <a:lnTo>
                  <a:pt x="4894" y="11375"/>
                </a:lnTo>
                <a:lnTo>
                  <a:pt x="0" y="3860"/>
                </a:lnTo>
                <a:close/>
                <a:moveTo>
                  <a:pt x="0" y="38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6CB2F-8F08-4267-9EF1-CF458C0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544" y="5141489"/>
            <a:ext cx="43227" cy="50349"/>
          </a:xfrm>
          <a:custGeom xmlns:a="http://schemas.openxmlformats.org/drawingml/2006/main">
            <a:pathLst>
              <a:path w="43227" h="50349">
                <a:moveTo>
                  <a:pt x="22356" y="0"/>
                </a:moveTo>
                <a:lnTo>
                  <a:pt x="26056" y="5622"/>
                </a:lnTo>
                <a:cubicBezTo>
                  <a:pt x="23769" y="5855"/>
                  <a:pt x="21672" y="6306"/>
                  <a:pt x="19560" y="7107"/>
                </a:cubicBezTo>
                <a:cubicBezTo>
                  <a:pt x="17463" y="7850"/>
                  <a:pt x="15467" y="8811"/>
                  <a:pt x="13530" y="10064"/>
                </a:cubicBezTo>
                <a:cubicBezTo>
                  <a:pt x="10574" y="12001"/>
                  <a:pt x="8695" y="13880"/>
                  <a:pt x="7792" y="15759"/>
                </a:cubicBezTo>
                <a:cubicBezTo>
                  <a:pt x="6933" y="17579"/>
                  <a:pt x="7049" y="19458"/>
                  <a:pt x="8243" y="21220"/>
                </a:cubicBezTo>
                <a:cubicBezTo>
                  <a:pt x="9146" y="22575"/>
                  <a:pt x="10355" y="23318"/>
                  <a:pt x="11943" y="23434"/>
                </a:cubicBezTo>
                <a:cubicBezTo>
                  <a:pt x="13472" y="23551"/>
                  <a:pt x="16094" y="22924"/>
                  <a:pt x="19735" y="21555"/>
                </a:cubicBezTo>
                <a:lnTo>
                  <a:pt x="22065" y="20652"/>
                </a:lnTo>
                <a:cubicBezTo>
                  <a:pt x="26842" y="18832"/>
                  <a:pt x="30658" y="18147"/>
                  <a:pt x="33498" y="18657"/>
                </a:cubicBezTo>
                <a:cubicBezTo>
                  <a:pt x="36353" y="19108"/>
                  <a:pt x="38683" y="20871"/>
                  <a:pt x="40620" y="23784"/>
                </a:cubicBezTo>
                <a:cubicBezTo>
                  <a:pt x="42776" y="27133"/>
                  <a:pt x="43227" y="30658"/>
                  <a:pt x="41814" y="34357"/>
                </a:cubicBezTo>
                <a:cubicBezTo>
                  <a:pt x="40445" y="37998"/>
                  <a:pt x="37430" y="41363"/>
                  <a:pt x="32814" y="44378"/>
                </a:cubicBezTo>
                <a:cubicBezTo>
                  <a:pt x="30891" y="45630"/>
                  <a:pt x="28721" y="46766"/>
                  <a:pt x="26391" y="47728"/>
                </a:cubicBezTo>
                <a:cubicBezTo>
                  <a:pt x="24060" y="48747"/>
                  <a:pt x="21497" y="49606"/>
                  <a:pt x="18715" y="50349"/>
                </a:cubicBezTo>
                <a:lnTo>
                  <a:pt x="14725" y="44261"/>
                </a:lnTo>
                <a:cubicBezTo>
                  <a:pt x="17637" y="43970"/>
                  <a:pt x="20361" y="43402"/>
                  <a:pt x="22866" y="42601"/>
                </a:cubicBezTo>
                <a:cubicBezTo>
                  <a:pt x="25313" y="41756"/>
                  <a:pt x="27643" y="40678"/>
                  <a:pt x="29697" y="39309"/>
                </a:cubicBezTo>
                <a:cubicBezTo>
                  <a:pt x="32479" y="37489"/>
                  <a:pt x="34357" y="35610"/>
                  <a:pt x="35217" y="33731"/>
                </a:cubicBezTo>
                <a:cubicBezTo>
                  <a:pt x="36061" y="31794"/>
                  <a:pt x="35945" y="29915"/>
                  <a:pt x="34809" y="28211"/>
                </a:cubicBezTo>
                <a:cubicBezTo>
                  <a:pt x="33789" y="26624"/>
                  <a:pt x="32420" y="25706"/>
                  <a:pt x="30775" y="25546"/>
                </a:cubicBezTo>
                <a:cubicBezTo>
                  <a:pt x="29172" y="25429"/>
                  <a:pt x="26216" y="26114"/>
                  <a:pt x="22065" y="27701"/>
                </a:cubicBezTo>
                <a:lnTo>
                  <a:pt x="19676" y="28619"/>
                </a:lnTo>
                <a:cubicBezTo>
                  <a:pt x="15526" y="30207"/>
                  <a:pt x="12118" y="30716"/>
                  <a:pt x="9438" y="30207"/>
                </a:cubicBezTo>
                <a:cubicBezTo>
                  <a:pt x="6758" y="29697"/>
                  <a:pt x="4486" y="27993"/>
                  <a:pt x="2665" y="25196"/>
                </a:cubicBezTo>
                <a:cubicBezTo>
                  <a:pt x="510" y="21847"/>
                  <a:pt x="0" y="18424"/>
                  <a:pt x="1194" y="15016"/>
                </a:cubicBezTo>
                <a:cubicBezTo>
                  <a:pt x="2389" y="11608"/>
                  <a:pt x="5170" y="8476"/>
                  <a:pt x="9612" y="5578"/>
                </a:cubicBezTo>
                <a:cubicBezTo>
                  <a:pt x="11768" y="4151"/>
                  <a:pt x="13938" y="3015"/>
                  <a:pt x="16094" y="2039"/>
                </a:cubicBezTo>
                <a:cubicBezTo>
                  <a:pt x="18249" y="1136"/>
                  <a:pt x="20303" y="451"/>
                  <a:pt x="22356" y="0"/>
                </a:cubicBezTo>
                <a:close/>
                <a:moveTo>
                  <a:pt x="2235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5D134-362E-4AEA-9162-C11539D7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032" y="5116628"/>
            <a:ext cx="61214" cy="52286"/>
          </a:xfrm>
          <a:custGeom xmlns:a="http://schemas.openxmlformats.org/drawingml/2006/main">
            <a:pathLst>
              <a:path w="61214" h="52286">
                <a:moveTo>
                  <a:pt x="0" y="4267"/>
                </a:moveTo>
                <a:lnTo>
                  <a:pt x="6481" y="0"/>
                </a:lnTo>
                <a:lnTo>
                  <a:pt x="34241" y="42601"/>
                </a:lnTo>
                <a:lnTo>
                  <a:pt x="57631" y="27366"/>
                </a:lnTo>
                <a:lnTo>
                  <a:pt x="61214" y="32828"/>
                </a:lnTo>
                <a:lnTo>
                  <a:pt x="31284" y="52286"/>
                </a:lnTo>
                <a:lnTo>
                  <a:pt x="0" y="4267"/>
                </a:lnTo>
                <a:close/>
                <a:moveTo>
                  <a:pt x="0" y="42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C793C-27C8-4E0F-9549-92768F7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90" y="5091242"/>
            <a:ext cx="38508" cy="53947"/>
          </a:xfrm>
          <a:custGeom xmlns:a="http://schemas.openxmlformats.org/drawingml/2006/main">
            <a:pathLst>
              <a:path w="38508" h="53947">
                <a:moveTo>
                  <a:pt x="9103" y="17871"/>
                </a:moveTo>
                <a:lnTo>
                  <a:pt x="15016" y="13996"/>
                </a:lnTo>
                <a:lnTo>
                  <a:pt x="38508" y="50072"/>
                </a:lnTo>
                <a:lnTo>
                  <a:pt x="32595" y="53947"/>
                </a:lnTo>
                <a:lnTo>
                  <a:pt x="9103" y="17871"/>
                </a:lnTo>
                <a:close/>
                <a:moveTo>
                  <a:pt x="0" y="3874"/>
                </a:moveTo>
                <a:lnTo>
                  <a:pt x="5913" y="0"/>
                </a:lnTo>
                <a:lnTo>
                  <a:pt x="10807" y="7515"/>
                </a:lnTo>
                <a:lnTo>
                  <a:pt x="4894" y="11389"/>
                </a:lnTo>
                <a:lnTo>
                  <a:pt x="0" y="3874"/>
                </a:lnTo>
                <a:close/>
                <a:moveTo>
                  <a:pt x="0" y="38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76D18-9B21-4B8F-9558-D3213D4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00" y="5077886"/>
            <a:ext cx="52111" cy="65991"/>
          </a:xfrm>
          <a:custGeom xmlns:a="http://schemas.openxmlformats.org/drawingml/2006/main">
            <a:pathLst>
              <a:path w="52111" h="65991">
                <a:moveTo>
                  <a:pt x="31474" y="21439"/>
                </a:moveTo>
                <a:cubicBezTo>
                  <a:pt x="28677" y="17171"/>
                  <a:pt x="25662" y="14448"/>
                  <a:pt x="22356" y="13254"/>
                </a:cubicBezTo>
                <a:cubicBezTo>
                  <a:pt x="19065" y="12001"/>
                  <a:pt x="15759" y="12453"/>
                  <a:pt x="12584" y="14564"/>
                </a:cubicBezTo>
                <a:cubicBezTo>
                  <a:pt x="9394" y="16603"/>
                  <a:pt x="7748" y="19400"/>
                  <a:pt x="7457" y="22924"/>
                </a:cubicBezTo>
                <a:cubicBezTo>
                  <a:pt x="7224" y="26391"/>
                  <a:pt x="8535" y="30323"/>
                  <a:pt x="11331" y="34576"/>
                </a:cubicBezTo>
                <a:cubicBezTo>
                  <a:pt x="14113" y="38843"/>
                  <a:pt x="17128" y="41640"/>
                  <a:pt x="20434" y="42834"/>
                </a:cubicBezTo>
                <a:cubicBezTo>
                  <a:pt x="23784" y="44028"/>
                  <a:pt x="27032" y="43577"/>
                  <a:pt x="30163" y="41523"/>
                </a:cubicBezTo>
                <a:cubicBezTo>
                  <a:pt x="33396" y="39470"/>
                  <a:pt x="35115" y="36629"/>
                  <a:pt x="35333" y="33163"/>
                </a:cubicBezTo>
                <a:cubicBezTo>
                  <a:pt x="35566" y="29639"/>
                  <a:pt x="34255" y="25706"/>
                  <a:pt x="31474" y="21439"/>
                </a:cubicBezTo>
                <a:close/>
                <a:moveTo>
                  <a:pt x="46548" y="31561"/>
                </a:moveTo>
                <a:cubicBezTo>
                  <a:pt x="50524" y="37707"/>
                  <a:pt x="52111" y="43169"/>
                  <a:pt x="51325" y="47946"/>
                </a:cubicBezTo>
                <a:cubicBezTo>
                  <a:pt x="50582" y="52679"/>
                  <a:pt x="47393" y="56889"/>
                  <a:pt x="41771" y="60588"/>
                </a:cubicBezTo>
                <a:cubicBezTo>
                  <a:pt x="39659" y="61942"/>
                  <a:pt x="37605" y="63035"/>
                  <a:pt x="35566" y="63938"/>
                </a:cubicBezTo>
                <a:cubicBezTo>
                  <a:pt x="33513" y="64855"/>
                  <a:pt x="31415" y="65540"/>
                  <a:pt x="29245" y="65991"/>
                </a:cubicBezTo>
                <a:lnTo>
                  <a:pt x="25488" y="60238"/>
                </a:lnTo>
                <a:cubicBezTo>
                  <a:pt x="27876" y="60064"/>
                  <a:pt x="30046" y="59612"/>
                  <a:pt x="32042" y="58986"/>
                </a:cubicBezTo>
                <a:cubicBezTo>
                  <a:pt x="34022" y="58301"/>
                  <a:pt x="35843" y="57457"/>
                  <a:pt x="37605" y="56262"/>
                </a:cubicBezTo>
                <a:cubicBezTo>
                  <a:pt x="41538" y="53757"/>
                  <a:pt x="43751" y="50859"/>
                  <a:pt x="44378" y="47553"/>
                </a:cubicBezTo>
                <a:cubicBezTo>
                  <a:pt x="45004" y="44305"/>
                  <a:pt x="43984" y="40620"/>
                  <a:pt x="41305" y="36513"/>
                </a:cubicBezTo>
                <a:lnTo>
                  <a:pt x="39368" y="33556"/>
                </a:lnTo>
                <a:cubicBezTo>
                  <a:pt x="39542" y="36455"/>
                  <a:pt x="39033" y="39076"/>
                  <a:pt x="37780" y="41407"/>
                </a:cubicBezTo>
                <a:cubicBezTo>
                  <a:pt x="36586" y="43693"/>
                  <a:pt x="34590" y="45674"/>
                  <a:pt x="31983" y="47436"/>
                </a:cubicBezTo>
                <a:cubicBezTo>
                  <a:pt x="27541" y="50291"/>
                  <a:pt x="22881" y="50975"/>
                  <a:pt x="17987" y="49315"/>
                </a:cubicBezTo>
                <a:cubicBezTo>
                  <a:pt x="13093" y="47728"/>
                  <a:pt x="8826" y="44145"/>
                  <a:pt x="5185" y="38567"/>
                </a:cubicBezTo>
                <a:cubicBezTo>
                  <a:pt x="1602" y="32988"/>
                  <a:pt x="0" y="27643"/>
                  <a:pt x="510" y="22517"/>
                </a:cubicBezTo>
                <a:cubicBezTo>
                  <a:pt x="1034" y="17404"/>
                  <a:pt x="3481" y="13414"/>
                  <a:pt x="7908" y="10515"/>
                </a:cubicBezTo>
                <a:cubicBezTo>
                  <a:pt x="10588" y="8811"/>
                  <a:pt x="13210" y="7850"/>
                  <a:pt x="15817" y="7617"/>
                </a:cubicBezTo>
                <a:cubicBezTo>
                  <a:pt x="18380" y="7442"/>
                  <a:pt x="21002" y="8010"/>
                  <a:pt x="23609" y="9321"/>
                </a:cubicBezTo>
                <a:lnTo>
                  <a:pt x="20026" y="3860"/>
                </a:lnTo>
                <a:lnTo>
                  <a:pt x="25954" y="0"/>
                </a:lnTo>
                <a:lnTo>
                  <a:pt x="46548" y="31561"/>
                </a:lnTo>
                <a:close/>
                <a:moveTo>
                  <a:pt x="46548" y="315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0638E-5E2B-4D1F-8EC9-BB2CBBB3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094" y="5052166"/>
            <a:ext cx="62802" cy="53990"/>
          </a:xfrm>
          <a:custGeom xmlns:a="http://schemas.openxmlformats.org/drawingml/2006/main">
            <a:pathLst>
              <a:path w="62802" h="53990">
                <a:moveTo>
                  <a:pt x="48645" y="12569"/>
                </a:moveTo>
                <a:lnTo>
                  <a:pt x="62802" y="34299"/>
                </a:lnTo>
                <a:lnTo>
                  <a:pt x="56889" y="38173"/>
                </a:lnTo>
                <a:lnTo>
                  <a:pt x="42834" y="16603"/>
                </a:lnTo>
                <a:cubicBezTo>
                  <a:pt x="40620" y="13195"/>
                  <a:pt x="38290" y="11098"/>
                  <a:pt x="35843" y="10239"/>
                </a:cubicBezTo>
                <a:cubicBezTo>
                  <a:pt x="33396" y="9438"/>
                  <a:pt x="30833" y="9904"/>
                  <a:pt x="28211" y="11608"/>
                </a:cubicBezTo>
                <a:cubicBezTo>
                  <a:pt x="25036" y="13705"/>
                  <a:pt x="23157" y="16327"/>
                  <a:pt x="22648" y="19575"/>
                </a:cubicBezTo>
                <a:cubicBezTo>
                  <a:pt x="22123" y="22808"/>
                  <a:pt x="22983" y="26230"/>
                  <a:pt x="25255" y="29755"/>
                </a:cubicBezTo>
                <a:lnTo>
                  <a:pt x="38567" y="50116"/>
                </a:lnTo>
                <a:lnTo>
                  <a:pt x="32595" y="53990"/>
                </a:lnTo>
                <a:lnTo>
                  <a:pt x="0" y="3918"/>
                </a:lnTo>
                <a:lnTo>
                  <a:pt x="5913" y="0"/>
                </a:lnTo>
                <a:lnTo>
                  <a:pt x="18715" y="19676"/>
                </a:lnTo>
                <a:cubicBezTo>
                  <a:pt x="18715" y="16560"/>
                  <a:pt x="19342" y="13880"/>
                  <a:pt x="20536" y="11550"/>
                </a:cubicBezTo>
                <a:cubicBezTo>
                  <a:pt x="21788" y="9219"/>
                  <a:pt x="23667" y="7224"/>
                  <a:pt x="26172" y="5578"/>
                </a:cubicBezTo>
                <a:cubicBezTo>
                  <a:pt x="30323" y="2898"/>
                  <a:pt x="34241" y="2156"/>
                  <a:pt x="38057" y="3292"/>
                </a:cubicBezTo>
                <a:cubicBezTo>
                  <a:pt x="41873" y="4486"/>
                  <a:pt x="45397" y="7559"/>
                  <a:pt x="48645" y="12569"/>
                </a:cubicBezTo>
                <a:close/>
                <a:moveTo>
                  <a:pt x="48645" y="125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A2F86-DAB4-4D48-B37F-0B1F220E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71" y="5028673"/>
            <a:ext cx="48237" cy="46475"/>
          </a:xfrm>
          <a:custGeom xmlns:a="http://schemas.openxmlformats.org/drawingml/2006/main">
            <a:pathLst>
              <a:path w="48237" h="46475">
                <a:moveTo>
                  <a:pt x="5913" y="0"/>
                </a:moveTo>
                <a:lnTo>
                  <a:pt x="12627" y="10239"/>
                </a:lnTo>
                <a:lnTo>
                  <a:pt x="24803" y="2330"/>
                </a:lnTo>
                <a:lnTo>
                  <a:pt x="27760" y="6933"/>
                </a:lnTo>
                <a:lnTo>
                  <a:pt x="15584" y="14841"/>
                </a:lnTo>
                <a:lnTo>
                  <a:pt x="28328" y="34416"/>
                </a:lnTo>
                <a:cubicBezTo>
                  <a:pt x="30265" y="37372"/>
                  <a:pt x="31911" y="38960"/>
                  <a:pt x="33221" y="39309"/>
                </a:cubicBezTo>
                <a:cubicBezTo>
                  <a:pt x="34590" y="39586"/>
                  <a:pt x="36527" y="38960"/>
                  <a:pt x="38974" y="37372"/>
                </a:cubicBezTo>
                <a:lnTo>
                  <a:pt x="45062" y="33396"/>
                </a:lnTo>
                <a:lnTo>
                  <a:pt x="48237" y="38333"/>
                </a:lnTo>
                <a:lnTo>
                  <a:pt x="42208" y="42324"/>
                </a:lnTo>
                <a:cubicBezTo>
                  <a:pt x="37605" y="45281"/>
                  <a:pt x="33906" y="46475"/>
                  <a:pt x="31066" y="45907"/>
                </a:cubicBezTo>
                <a:cubicBezTo>
                  <a:pt x="28211" y="45339"/>
                  <a:pt x="25313" y="42776"/>
                  <a:pt x="22415" y="38290"/>
                </a:cubicBezTo>
                <a:lnTo>
                  <a:pt x="9671" y="18715"/>
                </a:lnTo>
                <a:lnTo>
                  <a:pt x="5287" y="21555"/>
                </a:lnTo>
                <a:lnTo>
                  <a:pt x="2330" y="16953"/>
                </a:lnTo>
                <a:lnTo>
                  <a:pt x="6656" y="14098"/>
                </a:lnTo>
                <a:lnTo>
                  <a:pt x="0" y="3918"/>
                </a:lnTo>
                <a:lnTo>
                  <a:pt x="5913" y="0"/>
                </a:lnTo>
                <a:close/>
                <a:moveTo>
                  <a:pt x="59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E20F0-B729-4FCA-8592-53050D3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687" y="5008123"/>
            <a:ext cx="62802" cy="53990"/>
          </a:xfrm>
          <a:custGeom xmlns:a="http://schemas.openxmlformats.org/drawingml/2006/main">
            <a:pathLst>
              <a:path w="62802" h="53990">
                <a:moveTo>
                  <a:pt x="48631" y="12584"/>
                </a:moveTo>
                <a:lnTo>
                  <a:pt x="62802" y="34314"/>
                </a:lnTo>
                <a:lnTo>
                  <a:pt x="56889" y="38188"/>
                </a:lnTo>
                <a:lnTo>
                  <a:pt x="42834" y="16618"/>
                </a:lnTo>
                <a:cubicBezTo>
                  <a:pt x="40620" y="13210"/>
                  <a:pt x="38275" y="11098"/>
                  <a:pt x="35828" y="10253"/>
                </a:cubicBezTo>
                <a:cubicBezTo>
                  <a:pt x="33440" y="9452"/>
                  <a:pt x="30891" y="9904"/>
                  <a:pt x="28211" y="11608"/>
                </a:cubicBezTo>
                <a:cubicBezTo>
                  <a:pt x="25022" y="13720"/>
                  <a:pt x="23143" y="16341"/>
                  <a:pt x="22633" y="19575"/>
                </a:cubicBezTo>
                <a:cubicBezTo>
                  <a:pt x="22123" y="22822"/>
                  <a:pt x="22983" y="26230"/>
                  <a:pt x="25313" y="29711"/>
                </a:cubicBezTo>
                <a:lnTo>
                  <a:pt x="38567" y="50072"/>
                </a:lnTo>
                <a:lnTo>
                  <a:pt x="32595" y="53990"/>
                </a:lnTo>
                <a:lnTo>
                  <a:pt x="0" y="3874"/>
                </a:lnTo>
                <a:lnTo>
                  <a:pt x="5971" y="0"/>
                </a:lnTo>
                <a:lnTo>
                  <a:pt x="18715" y="19633"/>
                </a:lnTo>
                <a:cubicBezTo>
                  <a:pt x="18774" y="16560"/>
                  <a:pt x="19342" y="13894"/>
                  <a:pt x="20594" y="11550"/>
                </a:cubicBezTo>
                <a:cubicBezTo>
                  <a:pt x="21788" y="9219"/>
                  <a:pt x="23667" y="7239"/>
                  <a:pt x="26158" y="5578"/>
                </a:cubicBezTo>
                <a:cubicBezTo>
                  <a:pt x="30323" y="2913"/>
                  <a:pt x="34299" y="2170"/>
                  <a:pt x="38057" y="3306"/>
                </a:cubicBezTo>
                <a:cubicBezTo>
                  <a:pt x="41873" y="4500"/>
                  <a:pt x="45397" y="7573"/>
                  <a:pt x="48631" y="12584"/>
                </a:cubicBezTo>
                <a:close/>
                <a:moveTo>
                  <a:pt x="48631" y="125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C453A-C217-487B-BDF8-4BBD6DFB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580" y="4984412"/>
            <a:ext cx="43868" cy="46475"/>
          </a:xfrm>
          <a:custGeom xmlns:a="http://schemas.openxmlformats.org/drawingml/2006/main">
            <a:pathLst>
              <a:path w="43868" h="46475">
                <a:moveTo>
                  <a:pt x="12919" y="9321"/>
                </a:moveTo>
                <a:cubicBezTo>
                  <a:pt x="9729" y="11433"/>
                  <a:pt x="8025" y="14273"/>
                  <a:pt x="7792" y="17972"/>
                </a:cubicBezTo>
                <a:cubicBezTo>
                  <a:pt x="7573" y="21672"/>
                  <a:pt x="8870" y="25648"/>
                  <a:pt x="11666" y="29974"/>
                </a:cubicBezTo>
                <a:cubicBezTo>
                  <a:pt x="14448" y="34241"/>
                  <a:pt x="17579" y="37081"/>
                  <a:pt x="21046" y="38333"/>
                </a:cubicBezTo>
                <a:cubicBezTo>
                  <a:pt x="24526" y="39644"/>
                  <a:pt x="27818" y="39251"/>
                  <a:pt x="31008" y="37139"/>
                </a:cubicBezTo>
                <a:cubicBezTo>
                  <a:pt x="34197" y="35100"/>
                  <a:pt x="35843" y="32187"/>
                  <a:pt x="36076" y="28546"/>
                </a:cubicBezTo>
                <a:cubicBezTo>
                  <a:pt x="36294" y="24861"/>
                  <a:pt x="34984" y="20871"/>
                  <a:pt x="32202" y="16545"/>
                </a:cubicBezTo>
                <a:cubicBezTo>
                  <a:pt x="29420" y="12278"/>
                  <a:pt x="26289" y="9496"/>
                  <a:pt x="22808" y="8185"/>
                </a:cubicBezTo>
                <a:cubicBezTo>
                  <a:pt x="19342" y="6933"/>
                  <a:pt x="16050" y="7282"/>
                  <a:pt x="12919" y="9321"/>
                </a:cubicBezTo>
                <a:close/>
                <a:moveTo>
                  <a:pt x="9612" y="4311"/>
                </a:moveTo>
                <a:cubicBezTo>
                  <a:pt x="14797" y="961"/>
                  <a:pt x="19910" y="0"/>
                  <a:pt x="25036" y="1471"/>
                </a:cubicBezTo>
                <a:cubicBezTo>
                  <a:pt x="30148" y="2898"/>
                  <a:pt x="34649" y="6539"/>
                  <a:pt x="38523" y="12453"/>
                </a:cubicBezTo>
                <a:cubicBezTo>
                  <a:pt x="42324" y="18366"/>
                  <a:pt x="43868" y="23944"/>
                  <a:pt x="43125" y="29231"/>
                </a:cubicBezTo>
                <a:cubicBezTo>
                  <a:pt x="42382" y="34532"/>
                  <a:pt x="39426" y="38800"/>
                  <a:pt x="34314" y="42149"/>
                </a:cubicBezTo>
                <a:cubicBezTo>
                  <a:pt x="29129" y="45557"/>
                  <a:pt x="23958" y="46475"/>
                  <a:pt x="18832" y="45048"/>
                </a:cubicBezTo>
                <a:cubicBezTo>
                  <a:pt x="13705" y="43577"/>
                  <a:pt x="9278" y="39936"/>
                  <a:pt x="5403" y="34008"/>
                </a:cubicBezTo>
                <a:cubicBezTo>
                  <a:pt x="1544" y="28095"/>
                  <a:pt x="0" y="22517"/>
                  <a:pt x="743" y="17288"/>
                </a:cubicBezTo>
                <a:cubicBezTo>
                  <a:pt x="1486" y="12001"/>
                  <a:pt x="4442" y="7675"/>
                  <a:pt x="9612" y="4311"/>
                </a:cubicBezTo>
                <a:close/>
                <a:moveTo>
                  <a:pt x="9612" y="43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228CB-1416-4891-8B56-8597871F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540" y="4953172"/>
            <a:ext cx="53641" cy="51893"/>
          </a:xfrm>
          <a:custGeom xmlns:a="http://schemas.openxmlformats.org/drawingml/2006/main">
            <a:pathLst>
              <a:path w="53641" h="51893">
                <a:moveTo>
                  <a:pt x="14215" y="41479"/>
                </a:moveTo>
                <a:lnTo>
                  <a:pt x="0" y="19691"/>
                </a:lnTo>
                <a:lnTo>
                  <a:pt x="5913" y="15817"/>
                </a:lnTo>
                <a:lnTo>
                  <a:pt x="19968" y="37372"/>
                </a:lnTo>
                <a:cubicBezTo>
                  <a:pt x="22182" y="40795"/>
                  <a:pt x="24512" y="42950"/>
                  <a:pt x="26959" y="43810"/>
                </a:cubicBezTo>
                <a:cubicBezTo>
                  <a:pt x="29406" y="44611"/>
                  <a:pt x="31969" y="44145"/>
                  <a:pt x="34649" y="42441"/>
                </a:cubicBezTo>
                <a:cubicBezTo>
                  <a:pt x="37824" y="40343"/>
                  <a:pt x="39644" y="37722"/>
                  <a:pt x="40227" y="34474"/>
                </a:cubicBezTo>
                <a:cubicBezTo>
                  <a:pt x="40737" y="31182"/>
                  <a:pt x="39819" y="27818"/>
                  <a:pt x="37547" y="24293"/>
                </a:cubicBezTo>
                <a:lnTo>
                  <a:pt x="24235" y="3874"/>
                </a:lnTo>
                <a:lnTo>
                  <a:pt x="30148" y="0"/>
                </a:lnTo>
                <a:lnTo>
                  <a:pt x="53641" y="36076"/>
                </a:lnTo>
                <a:lnTo>
                  <a:pt x="47728" y="39877"/>
                </a:lnTo>
                <a:lnTo>
                  <a:pt x="44086" y="34357"/>
                </a:lnTo>
                <a:cubicBezTo>
                  <a:pt x="44086" y="37489"/>
                  <a:pt x="43518" y="40227"/>
                  <a:pt x="42266" y="42499"/>
                </a:cubicBezTo>
                <a:cubicBezTo>
                  <a:pt x="41072" y="44771"/>
                  <a:pt x="39251" y="46766"/>
                  <a:pt x="36688" y="48412"/>
                </a:cubicBezTo>
                <a:cubicBezTo>
                  <a:pt x="32595" y="51092"/>
                  <a:pt x="28619" y="51893"/>
                  <a:pt x="24745" y="50684"/>
                </a:cubicBezTo>
                <a:cubicBezTo>
                  <a:pt x="20929" y="49490"/>
                  <a:pt x="17404" y="46417"/>
                  <a:pt x="14215" y="41479"/>
                </a:cubicBezTo>
                <a:close/>
                <a:moveTo>
                  <a:pt x="14215" y="414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09109-FFA7-4DCD-B2BB-311A0D2C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74" y="4931325"/>
            <a:ext cx="43242" cy="50349"/>
          </a:xfrm>
          <a:custGeom xmlns:a="http://schemas.openxmlformats.org/drawingml/2006/main">
            <a:pathLst>
              <a:path w="43242" h="50349">
                <a:moveTo>
                  <a:pt x="22415" y="0"/>
                </a:moveTo>
                <a:lnTo>
                  <a:pt x="26056" y="5636"/>
                </a:lnTo>
                <a:cubicBezTo>
                  <a:pt x="23842" y="5855"/>
                  <a:pt x="21672" y="6321"/>
                  <a:pt x="19575" y="7049"/>
                </a:cubicBezTo>
                <a:cubicBezTo>
                  <a:pt x="17463" y="7792"/>
                  <a:pt x="15467" y="8811"/>
                  <a:pt x="13545" y="10064"/>
                </a:cubicBezTo>
                <a:cubicBezTo>
                  <a:pt x="10632" y="12001"/>
                  <a:pt x="8710" y="13880"/>
                  <a:pt x="7792" y="15700"/>
                </a:cubicBezTo>
                <a:cubicBezTo>
                  <a:pt x="6933" y="17579"/>
                  <a:pt x="7049" y="19400"/>
                  <a:pt x="8243" y="21220"/>
                </a:cubicBezTo>
                <a:cubicBezTo>
                  <a:pt x="9161" y="22589"/>
                  <a:pt x="10355" y="23332"/>
                  <a:pt x="11943" y="23434"/>
                </a:cubicBezTo>
                <a:cubicBezTo>
                  <a:pt x="13487" y="23551"/>
                  <a:pt x="16094" y="22866"/>
                  <a:pt x="19735" y="21512"/>
                </a:cubicBezTo>
                <a:lnTo>
                  <a:pt x="22080" y="20652"/>
                </a:lnTo>
                <a:cubicBezTo>
                  <a:pt x="26857" y="18832"/>
                  <a:pt x="30658" y="18147"/>
                  <a:pt x="33513" y="18657"/>
                </a:cubicBezTo>
                <a:cubicBezTo>
                  <a:pt x="36353" y="19123"/>
                  <a:pt x="38741" y="20827"/>
                  <a:pt x="40620" y="23784"/>
                </a:cubicBezTo>
                <a:cubicBezTo>
                  <a:pt x="42834" y="27133"/>
                  <a:pt x="43242" y="30658"/>
                  <a:pt x="41814" y="34299"/>
                </a:cubicBezTo>
                <a:cubicBezTo>
                  <a:pt x="40445" y="37998"/>
                  <a:pt x="37430" y="41363"/>
                  <a:pt x="32828" y="44378"/>
                </a:cubicBezTo>
                <a:cubicBezTo>
                  <a:pt x="30891" y="45630"/>
                  <a:pt x="28736" y="46766"/>
                  <a:pt x="26391" y="47728"/>
                </a:cubicBezTo>
                <a:cubicBezTo>
                  <a:pt x="24060" y="48703"/>
                  <a:pt x="21497" y="49606"/>
                  <a:pt x="18715" y="50349"/>
                </a:cubicBezTo>
                <a:lnTo>
                  <a:pt x="14739" y="44203"/>
                </a:lnTo>
                <a:cubicBezTo>
                  <a:pt x="17637" y="43926"/>
                  <a:pt x="20361" y="43402"/>
                  <a:pt x="22866" y="42557"/>
                </a:cubicBezTo>
                <a:cubicBezTo>
                  <a:pt x="25371" y="41756"/>
                  <a:pt x="27643" y="40678"/>
                  <a:pt x="29697" y="39309"/>
                </a:cubicBezTo>
                <a:cubicBezTo>
                  <a:pt x="32479" y="37489"/>
                  <a:pt x="34357" y="35610"/>
                  <a:pt x="35217" y="33687"/>
                </a:cubicBezTo>
                <a:cubicBezTo>
                  <a:pt x="36061" y="31750"/>
                  <a:pt x="35959" y="29930"/>
                  <a:pt x="34823" y="28211"/>
                </a:cubicBezTo>
                <a:cubicBezTo>
                  <a:pt x="33789" y="26565"/>
                  <a:pt x="32420" y="25721"/>
                  <a:pt x="30775" y="25546"/>
                </a:cubicBezTo>
                <a:cubicBezTo>
                  <a:pt x="29187" y="25371"/>
                  <a:pt x="26230" y="26114"/>
                  <a:pt x="22080" y="27701"/>
                </a:cubicBezTo>
                <a:lnTo>
                  <a:pt x="19676" y="28561"/>
                </a:lnTo>
                <a:cubicBezTo>
                  <a:pt x="15526" y="30207"/>
                  <a:pt x="12118" y="30716"/>
                  <a:pt x="9438" y="30207"/>
                </a:cubicBezTo>
                <a:cubicBezTo>
                  <a:pt x="6772" y="29639"/>
                  <a:pt x="4500" y="27993"/>
                  <a:pt x="2665" y="25196"/>
                </a:cubicBezTo>
                <a:cubicBezTo>
                  <a:pt x="510" y="21847"/>
                  <a:pt x="0" y="18439"/>
                  <a:pt x="1194" y="15016"/>
                </a:cubicBezTo>
                <a:cubicBezTo>
                  <a:pt x="2389" y="11608"/>
                  <a:pt x="5170" y="8476"/>
                  <a:pt x="9612" y="5578"/>
                </a:cubicBezTo>
                <a:cubicBezTo>
                  <a:pt x="11826" y="4151"/>
                  <a:pt x="13996" y="2957"/>
                  <a:pt x="16094" y="2054"/>
                </a:cubicBezTo>
                <a:cubicBezTo>
                  <a:pt x="18264" y="1078"/>
                  <a:pt x="20361" y="393"/>
                  <a:pt x="22415" y="0"/>
                </a:cubicBezTo>
                <a:close/>
                <a:moveTo>
                  <a:pt x="224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2D2F3-D91B-4A5C-B1F3-EC623B2A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28" y="4908051"/>
            <a:ext cx="47611" cy="46315"/>
          </a:xfrm>
          <a:custGeom xmlns:a="http://schemas.openxmlformats.org/drawingml/2006/main">
            <a:pathLst>
              <a:path w="47611" h="46315">
                <a:moveTo>
                  <a:pt x="37489" y="11273"/>
                </a:moveTo>
                <a:lnTo>
                  <a:pt x="39368" y="14171"/>
                </a:lnTo>
                <a:lnTo>
                  <a:pt x="12176" y="31925"/>
                </a:lnTo>
                <a:cubicBezTo>
                  <a:pt x="15074" y="35785"/>
                  <a:pt x="18322" y="38130"/>
                  <a:pt x="21905" y="38800"/>
                </a:cubicBezTo>
                <a:cubicBezTo>
                  <a:pt x="25488" y="39542"/>
                  <a:pt x="29245" y="38581"/>
                  <a:pt x="33221" y="36018"/>
                </a:cubicBezTo>
                <a:cubicBezTo>
                  <a:pt x="35435" y="34532"/>
                  <a:pt x="37489" y="32828"/>
                  <a:pt x="39251" y="30891"/>
                </a:cubicBezTo>
                <a:cubicBezTo>
                  <a:pt x="41013" y="28969"/>
                  <a:pt x="42601" y="26740"/>
                  <a:pt x="43970" y="24235"/>
                </a:cubicBezTo>
                <a:lnTo>
                  <a:pt x="47611" y="29813"/>
                </a:lnTo>
                <a:cubicBezTo>
                  <a:pt x="46082" y="32144"/>
                  <a:pt x="44378" y="34255"/>
                  <a:pt x="42441" y="36134"/>
                </a:cubicBezTo>
                <a:cubicBezTo>
                  <a:pt x="40504" y="38071"/>
                  <a:pt x="38392" y="39775"/>
                  <a:pt x="36120" y="41305"/>
                </a:cubicBezTo>
                <a:cubicBezTo>
                  <a:pt x="30381" y="45062"/>
                  <a:pt x="24745" y="46315"/>
                  <a:pt x="19167" y="45179"/>
                </a:cubicBezTo>
                <a:cubicBezTo>
                  <a:pt x="13647" y="44043"/>
                  <a:pt x="9044" y="40562"/>
                  <a:pt x="5287" y="34882"/>
                </a:cubicBezTo>
                <a:cubicBezTo>
                  <a:pt x="1471" y="28969"/>
                  <a:pt x="0" y="23274"/>
                  <a:pt x="903" y="17696"/>
                </a:cubicBezTo>
                <a:cubicBezTo>
                  <a:pt x="1879" y="12176"/>
                  <a:pt x="4996" y="7632"/>
                  <a:pt x="10457" y="4107"/>
                </a:cubicBezTo>
                <a:cubicBezTo>
                  <a:pt x="15293" y="976"/>
                  <a:pt x="20128" y="0"/>
                  <a:pt x="24978" y="1311"/>
                </a:cubicBezTo>
                <a:cubicBezTo>
                  <a:pt x="29857" y="2563"/>
                  <a:pt x="34022" y="5928"/>
                  <a:pt x="37489" y="11273"/>
                </a:cubicBezTo>
                <a:close/>
                <a:moveTo>
                  <a:pt x="30440" y="13370"/>
                </a:moveTo>
                <a:cubicBezTo>
                  <a:pt x="28328" y="10195"/>
                  <a:pt x="25706" y="8200"/>
                  <a:pt x="22691" y="7399"/>
                </a:cubicBezTo>
                <a:cubicBezTo>
                  <a:pt x="19676" y="6656"/>
                  <a:pt x="16662" y="7180"/>
                  <a:pt x="13763" y="9103"/>
                </a:cubicBezTo>
                <a:cubicBezTo>
                  <a:pt x="10457" y="11273"/>
                  <a:pt x="8418" y="13880"/>
                  <a:pt x="7675" y="17069"/>
                </a:cubicBezTo>
                <a:cubicBezTo>
                  <a:pt x="6874" y="20201"/>
                  <a:pt x="7442" y="23609"/>
                  <a:pt x="9379" y="27206"/>
                </a:cubicBezTo>
                <a:lnTo>
                  <a:pt x="30440" y="13370"/>
                </a:lnTo>
                <a:close/>
                <a:moveTo>
                  <a:pt x="30440" y="133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46B9F-2110-4593-9FDA-A50EAE0C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224" y="4869761"/>
            <a:ext cx="44436" cy="62583"/>
          </a:xfrm>
          <a:custGeom xmlns:a="http://schemas.openxmlformats.org/drawingml/2006/main">
            <a:pathLst>
              <a:path w="44436" h="62583">
                <a:moveTo>
                  <a:pt x="9962" y="15657"/>
                </a:moveTo>
                <a:lnTo>
                  <a:pt x="21730" y="33687"/>
                </a:lnTo>
                <a:lnTo>
                  <a:pt x="29930" y="28342"/>
                </a:lnTo>
                <a:cubicBezTo>
                  <a:pt x="32945" y="26405"/>
                  <a:pt x="34765" y="24075"/>
                  <a:pt x="35391" y="21453"/>
                </a:cubicBezTo>
                <a:cubicBezTo>
                  <a:pt x="36018" y="18788"/>
                  <a:pt x="35391" y="16050"/>
                  <a:pt x="33513" y="13152"/>
                </a:cubicBezTo>
                <a:cubicBezTo>
                  <a:pt x="31634" y="10253"/>
                  <a:pt x="29362" y="8593"/>
                  <a:pt x="26682" y="8083"/>
                </a:cubicBezTo>
                <a:cubicBezTo>
                  <a:pt x="24002" y="7573"/>
                  <a:pt x="21162" y="8316"/>
                  <a:pt x="18147" y="10297"/>
                </a:cubicBezTo>
                <a:lnTo>
                  <a:pt x="9962" y="15657"/>
                </a:lnTo>
                <a:close/>
                <a:moveTo>
                  <a:pt x="0" y="14521"/>
                </a:moveTo>
                <a:lnTo>
                  <a:pt x="14681" y="4952"/>
                </a:lnTo>
                <a:cubicBezTo>
                  <a:pt x="20026" y="1427"/>
                  <a:pt x="24920" y="0"/>
                  <a:pt x="29245" y="685"/>
                </a:cubicBezTo>
                <a:cubicBezTo>
                  <a:pt x="33629" y="1311"/>
                  <a:pt x="37329" y="3991"/>
                  <a:pt x="40343" y="8651"/>
                </a:cubicBezTo>
                <a:cubicBezTo>
                  <a:pt x="43460" y="13428"/>
                  <a:pt x="44436" y="17871"/>
                  <a:pt x="43242" y="22138"/>
                </a:cubicBezTo>
                <a:cubicBezTo>
                  <a:pt x="42047" y="26347"/>
                  <a:pt x="38741" y="30221"/>
                  <a:pt x="33396" y="33687"/>
                </a:cubicBezTo>
                <a:lnTo>
                  <a:pt x="25211" y="39033"/>
                </a:lnTo>
                <a:lnTo>
                  <a:pt x="37780" y="58316"/>
                </a:lnTo>
                <a:lnTo>
                  <a:pt x="31284" y="62583"/>
                </a:lnTo>
                <a:lnTo>
                  <a:pt x="0" y="14521"/>
                </a:lnTo>
                <a:close/>
                <a:moveTo>
                  <a:pt x="0" y="145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89C80-4397-4505-AFD4-72CFF6C9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397" y="4852706"/>
            <a:ext cx="38523" cy="53932"/>
          </a:xfrm>
          <a:custGeom xmlns:a="http://schemas.openxmlformats.org/drawingml/2006/main">
            <a:pathLst>
              <a:path w="38523" h="53932">
                <a:moveTo>
                  <a:pt x="0" y="3801"/>
                </a:moveTo>
                <a:lnTo>
                  <a:pt x="5913" y="0"/>
                </a:lnTo>
                <a:lnTo>
                  <a:pt x="38523" y="50058"/>
                </a:lnTo>
                <a:lnTo>
                  <a:pt x="32595" y="53932"/>
                </a:lnTo>
                <a:lnTo>
                  <a:pt x="0" y="3801"/>
                </a:lnTo>
                <a:close/>
                <a:moveTo>
                  <a:pt x="0" y="38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02549-55C4-47F6-B79D-3BE985E7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196" y="4839380"/>
            <a:ext cx="53655" cy="51835"/>
          </a:xfrm>
          <a:custGeom xmlns:a="http://schemas.openxmlformats.org/drawingml/2006/main">
            <a:pathLst>
              <a:path w="53655" h="51835">
                <a:moveTo>
                  <a:pt x="14229" y="41479"/>
                </a:moveTo>
                <a:lnTo>
                  <a:pt x="0" y="19633"/>
                </a:lnTo>
                <a:lnTo>
                  <a:pt x="5913" y="15817"/>
                </a:lnTo>
                <a:lnTo>
                  <a:pt x="20026" y="37387"/>
                </a:lnTo>
                <a:cubicBezTo>
                  <a:pt x="22240" y="40795"/>
                  <a:pt x="24570" y="42965"/>
                  <a:pt x="27017" y="43751"/>
                </a:cubicBezTo>
                <a:cubicBezTo>
                  <a:pt x="29420" y="44611"/>
                  <a:pt x="31969" y="44159"/>
                  <a:pt x="34649" y="42455"/>
                </a:cubicBezTo>
                <a:cubicBezTo>
                  <a:pt x="37838" y="40343"/>
                  <a:pt x="39717" y="37664"/>
                  <a:pt x="40227" y="34430"/>
                </a:cubicBezTo>
                <a:cubicBezTo>
                  <a:pt x="40737" y="31182"/>
                  <a:pt x="39877" y="27833"/>
                  <a:pt x="37605" y="24293"/>
                </a:cubicBezTo>
                <a:lnTo>
                  <a:pt x="24293" y="3874"/>
                </a:lnTo>
                <a:lnTo>
                  <a:pt x="30207" y="0"/>
                </a:lnTo>
                <a:lnTo>
                  <a:pt x="53655" y="36018"/>
                </a:lnTo>
                <a:lnTo>
                  <a:pt x="47728" y="39892"/>
                </a:lnTo>
                <a:lnTo>
                  <a:pt x="44145" y="34372"/>
                </a:lnTo>
                <a:cubicBezTo>
                  <a:pt x="44145" y="37503"/>
                  <a:pt x="43518" y="40169"/>
                  <a:pt x="42324" y="42499"/>
                </a:cubicBezTo>
                <a:cubicBezTo>
                  <a:pt x="41130" y="44786"/>
                  <a:pt x="39251" y="46766"/>
                  <a:pt x="36746" y="48427"/>
                </a:cubicBezTo>
                <a:cubicBezTo>
                  <a:pt x="32595" y="51092"/>
                  <a:pt x="28619" y="51835"/>
                  <a:pt x="24803" y="50699"/>
                </a:cubicBezTo>
                <a:cubicBezTo>
                  <a:pt x="20987" y="49504"/>
                  <a:pt x="17463" y="46431"/>
                  <a:pt x="14229" y="41479"/>
                </a:cubicBezTo>
                <a:close/>
                <a:moveTo>
                  <a:pt x="14229" y="414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BC835-3007-4C6C-BE6B-C2E2DD55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277" y="4812130"/>
            <a:ext cx="52111" cy="66006"/>
          </a:xfrm>
          <a:custGeom xmlns:a="http://schemas.openxmlformats.org/drawingml/2006/main">
            <a:pathLst>
              <a:path w="52111" h="66006">
                <a:moveTo>
                  <a:pt x="31459" y="21453"/>
                </a:moveTo>
                <a:cubicBezTo>
                  <a:pt x="28677" y="17186"/>
                  <a:pt x="25662" y="14404"/>
                  <a:pt x="22356" y="13210"/>
                </a:cubicBezTo>
                <a:cubicBezTo>
                  <a:pt x="19065" y="12016"/>
                  <a:pt x="15759" y="12467"/>
                  <a:pt x="12569" y="14521"/>
                </a:cubicBezTo>
                <a:cubicBezTo>
                  <a:pt x="9394" y="16618"/>
                  <a:pt x="7734" y="19400"/>
                  <a:pt x="7457" y="22881"/>
                </a:cubicBezTo>
                <a:cubicBezTo>
                  <a:pt x="7224" y="26405"/>
                  <a:pt x="8535" y="30323"/>
                  <a:pt x="11317" y="34590"/>
                </a:cubicBezTo>
                <a:cubicBezTo>
                  <a:pt x="14113" y="38858"/>
                  <a:pt x="17128" y="41596"/>
                  <a:pt x="20419" y="42790"/>
                </a:cubicBezTo>
                <a:cubicBezTo>
                  <a:pt x="23784" y="44043"/>
                  <a:pt x="27032" y="43591"/>
                  <a:pt x="30148" y="41538"/>
                </a:cubicBezTo>
                <a:cubicBezTo>
                  <a:pt x="33396" y="39426"/>
                  <a:pt x="35100" y="36644"/>
                  <a:pt x="35333" y="33119"/>
                </a:cubicBezTo>
                <a:cubicBezTo>
                  <a:pt x="35552" y="29653"/>
                  <a:pt x="34255" y="25721"/>
                  <a:pt x="31459" y="21453"/>
                </a:cubicBezTo>
                <a:close/>
                <a:moveTo>
                  <a:pt x="46533" y="31576"/>
                </a:moveTo>
                <a:cubicBezTo>
                  <a:pt x="50524" y="37722"/>
                  <a:pt x="52111" y="43125"/>
                  <a:pt x="51310" y="47902"/>
                </a:cubicBezTo>
                <a:cubicBezTo>
                  <a:pt x="50582" y="52694"/>
                  <a:pt x="47393" y="56903"/>
                  <a:pt x="41756" y="60544"/>
                </a:cubicBezTo>
                <a:cubicBezTo>
                  <a:pt x="39659" y="61899"/>
                  <a:pt x="37605" y="63049"/>
                  <a:pt x="35552" y="63952"/>
                </a:cubicBezTo>
                <a:cubicBezTo>
                  <a:pt x="33513" y="64812"/>
                  <a:pt x="31401" y="65496"/>
                  <a:pt x="29245" y="66006"/>
                </a:cubicBezTo>
                <a:lnTo>
                  <a:pt x="25488" y="60253"/>
                </a:lnTo>
                <a:cubicBezTo>
                  <a:pt x="27876" y="60020"/>
                  <a:pt x="30046" y="59627"/>
                  <a:pt x="32027" y="58942"/>
                </a:cubicBezTo>
                <a:cubicBezTo>
                  <a:pt x="34022" y="58316"/>
                  <a:pt x="35843" y="57413"/>
                  <a:pt x="37605" y="56277"/>
                </a:cubicBezTo>
                <a:cubicBezTo>
                  <a:pt x="41538" y="53772"/>
                  <a:pt x="43751" y="50873"/>
                  <a:pt x="44378" y="47567"/>
                </a:cubicBezTo>
                <a:cubicBezTo>
                  <a:pt x="45004" y="44261"/>
                  <a:pt x="43984" y="40576"/>
                  <a:pt x="41305" y="36469"/>
                </a:cubicBezTo>
                <a:lnTo>
                  <a:pt x="39368" y="33571"/>
                </a:lnTo>
                <a:cubicBezTo>
                  <a:pt x="39542" y="36469"/>
                  <a:pt x="39033" y="39091"/>
                  <a:pt x="37780" y="41363"/>
                </a:cubicBezTo>
                <a:cubicBezTo>
                  <a:pt x="36586" y="43693"/>
                  <a:pt x="34590" y="45688"/>
                  <a:pt x="31969" y="47393"/>
                </a:cubicBezTo>
                <a:cubicBezTo>
                  <a:pt x="27541" y="50305"/>
                  <a:pt x="22866" y="50932"/>
                  <a:pt x="17972" y="49330"/>
                </a:cubicBezTo>
                <a:cubicBezTo>
                  <a:pt x="13093" y="47742"/>
                  <a:pt x="8826" y="44159"/>
                  <a:pt x="5185" y="38581"/>
                </a:cubicBezTo>
                <a:cubicBezTo>
                  <a:pt x="1588" y="33003"/>
                  <a:pt x="0" y="27658"/>
                  <a:pt x="510" y="22531"/>
                </a:cubicBezTo>
                <a:cubicBezTo>
                  <a:pt x="1020" y="17419"/>
                  <a:pt x="3466" y="13370"/>
                  <a:pt x="7908" y="10530"/>
                </a:cubicBezTo>
                <a:cubicBezTo>
                  <a:pt x="10588" y="8768"/>
                  <a:pt x="13195" y="7807"/>
                  <a:pt x="15817" y="7632"/>
                </a:cubicBezTo>
                <a:cubicBezTo>
                  <a:pt x="18380" y="7457"/>
                  <a:pt x="20987" y="8025"/>
                  <a:pt x="23609" y="9336"/>
                </a:cubicBezTo>
                <a:lnTo>
                  <a:pt x="20026" y="3874"/>
                </a:lnTo>
                <a:lnTo>
                  <a:pt x="25939" y="0"/>
                </a:lnTo>
                <a:lnTo>
                  <a:pt x="46533" y="31576"/>
                </a:lnTo>
                <a:close/>
                <a:moveTo>
                  <a:pt x="46533" y="315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01728-687E-4829-9FF8-88815583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90" y="4786307"/>
            <a:ext cx="38523" cy="53932"/>
          </a:xfrm>
          <a:custGeom xmlns:a="http://schemas.openxmlformats.org/drawingml/2006/main">
            <a:pathLst>
              <a:path w="38523" h="53932">
                <a:moveTo>
                  <a:pt x="9103" y="17871"/>
                </a:moveTo>
                <a:lnTo>
                  <a:pt x="15016" y="14055"/>
                </a:lnTo>
                <a:lnTo>
                  <a:pt x="38523" y="50058"/>
                </a:lnTo>
                <a:lnTo>
                  <a:pt x="32610" y="53932"/>
                </a:lnTo>
                <a:lnTo>
                  <a:pt x="9103" y="17871"/>
                </a:lnTo>
                <a:close/>
                <a:moveTo>
                  <a:pt x="0" y="3874"/>
                </a:moveTo>
                <a:lnTo>
                  <a:pt x="5928" y="0"/>
                </a:lnTo>
                <a:lnTo>
                  <a:pt x="10807" y="7515"/>
                </a:lnTo>
                <a:lnTo>
                  <a:pt x="4894" y="11375"/>
                </a:lnTo>
                <a:lnTo>
                  <a:pt x="0" y="3874"/>
                </a:lnTo>
                <a:close/>
                <a:moveTo>
                  <a:pt x="0" y="38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CAB13-4F93-441E-B94C-970481EB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481" y="4776637"/>
            <a:ext cx="53713" cy="51820"/>
          </a:xfrm>
          <a:custGeom xmlns:a="http://schemas.openxmlformats.org/drawingml/2006/main">
            <a:pathLst>
              <a:path w="53713" h="51820">
                <a:moveTo>
                  <a:pt x="39484" y="10414"/>
                </a:moveTo>
                <a:lnTo>
                  <a:pt x="53713" y="32144"/>
                </a:lnTo>
                <a:lnTo>
                  <a:pt x="47742" y="36018"/>
                </a:lnTo>
                <a:lnTo>
                  <a:pt x="33746" y="14448"/>
                </a:lnTo>
                <a:cubicBezTo>
                  <a:pt x="31517" y="11040"/>
                  <a:pt x="29187" y="8928"/>
                  <a:pt x="26740" y="8083"/>
                </a:cubicBezTo>
                <a:cubicBezTo>
                  <a:pt x="24293" y="7282"/>
                  <a:pt x="21745" y="7734"/>
                  <a:pt x="19123" y="9438"/>
                </a:cubicBezTo>
                <a:cubicBezTo>
                  <a:pt x="15875" y="11550"/>
                  <a:pt x="14055" y="14171"/>
                  <a:pt x="13545" y="17404"/>
                </a:cubicBezTo>
                <a:cubicBezTo>
                  <a:pt x="12977" y="20652"/>
                  <a:pt x="13894" y="24060"/>
                  <a:pt x="16166" y="27585"/>
                </a:cubicBezTo>
                <a:lnTo>
                  <a:pt x="29478" y="47961"/>
                </a:lnTo>
                <a:lnTo>
                  <a:pt x="23507" y="51820"/>
                </a:lnTo>
                <a:lnTo>
                  <a:pt x="0" y="15759"/>
                </a:lnTo>
                <a:lnTo>
                  <a:pt x="5986" y="11885"/>
                </a:lnTo>
                <a:lnTo>
                  <a:pt x="9627" y="17521"/>
                </a:lnTo>
                <a:cubicBezTo>
                  <a:pt x="9627" y="14390"/>
                  <a:pt x="10253" y="11724"/>
                  <a:pt x="11448" y="9379"/>
                </a:cubicBezTo>
                <a:cubicBezTo>
                  <a:pt x="12700" y="7049"/>
                  <a:pt x="14564" y="5068"/>
                  <a:pt x="17069" y="3408"/>
                </a:cubicBezTo>
                <a:cubicBezTo>
                  <a:pt x="21220" y="743"/>
                  <a:pt x="25153" y="0"/>
                  <a:pt x="28969" y="1136"/>
                </a:cubicBezTo>
                <a:cubicBezTo>
                  <a:pt x="32770" y="2330"/>
                  <a:pt x="36251" y="5403"/>
                  <a:pt x="39484" y="10414"/>
                </a:cubicBezTo>
                <a:close/>
                <a:moveTo>
                  <a:pt x="39484" y="104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2C6B0-3642-4035-B52C-94C1084E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477" y="4787953"/>
            <a:ext cx="12118" cy="12584"/>
          </a:xfrm>
          <a:custGeom xmlns:a="http://schemas.openxmlformats.org/drawingml/2006/main">
            <a:pathLst>
              <a:path w="12118" h="12584">
                <a:moveTo>
                  <a:pt x="0" y="4442"/>
                </a:moveTo>
                <a:lnTo>
                  <a:pt x="6831" y="0"/>
                </a:lnTo>
                <a:lnTo>
                  <a:pt x="12118" y="8200"/>
                </a:lnTo>
                <a:lnTo>
                  <a:pt x="5345" y="12584"/>
                </a:lnTo>
                <a:lnTo>
                  <a:pt x="0" y="4442"/>
                </a:lnTo>
                <a:close/>
                <a:moveTo>
                  <a:pt x="0" y="44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4BE82-E94F-4B81-947C-D4CE3CF2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899" y="4734997"/>
            <a:ext cx="61156" cy="52272"/>
          </a:xfrm>
          <a:custGeom xmlns:a="http://schemas.openxmlformats.org/drawingml/2006/main">
            <a:pathLst>
              <a:path w="61156" h="52272">
                <a:moveTo>
                  <a:pt x="0" y="4267"/>
                </a:moveTo>
                <a:lnTo>
                  <a:pt x="6481" y="0"/>
                </a:lnTo>
                <a:lnTo>
                  <a:pt x="34197" y="42601"/>
                </a:lnTo>
                <a:lnTo>
                  <a:pt x="57631" y="27352"/>
                </a:lnTo>
                <a:lnTo>
                  <a:pt x="61156" y="32814"/>
                </a:lnTo>
                <a:lnTo>
                  <a:pt x="31299" y="52272"/>
                </a:lnTo>
                <a:lnTo>
                  <a:pt x="0" y="4267"/>
                </a:lnTo>
                <a:close/>
                <a:moveTo>
                  <a:pt x="0" y="42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06423-E981-4FBD-AC7E-0E004D3E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646" y="4713820"/>
            <a:ext cx="50174" cy="47509"/>
          </a:xfrm>
          <a:custGeom xmlns:a="http://schemas.openxmlformats.org/drawingml/2006/main">
            <a:pathLst>
              <a:path w="50174" h="47509">
                <a:moveTo>
                  <a:pt x="26565" y="20944"/>
                </a:moveTo>
                <a:cubicBezTo>
                  <a:pt x="21788" y="24075"/>
                  <a:pt x="18832" y="26740"/>
                  <a:pt x="17696" y="29027"/>
                </a:cubicBezTo>
                <a:cubicBezTo>
                  <a:pt x="16545" y="31357"/>
                  <a:pt x="16836" y="33804"/>
                  <a:pt x="18540" y="36469"/>
                </a:cubicBezTo>
                <a:cubicBezTo>
                  <a:pt x="19968" y="38523"/>
                  <a:pt x="21730" y="39775"/>
                  <a:pt x="23886" y="40110"/>
                </a:cubicBezTo>
                <a:cubicBezTo>
                  <a:pt x="26114" y="40402"/>
                  <a:pt x="28386" y="39834"/>
                  <a:pt x="30775" y="38232"/>
                </a:cubicBezTo>
                <a:cubicBezTo>
                  <a:pt x="34022" y="36134"/>
                  <a:pt x="35901" y="33236"/>
                  <a:pt x="36411" y="29653"/>
                </a:cubicBezTo>
                <a:cubicBezTo>
                  <a:pt x="36862" y="26012"/>
                  <a:pt x="35843" y="22254"/>
                  <a:pt x="33338" y="18380"/>
                </a:cubicBezTo>
                <a:lnTo>
                  <a:pt x="32479" y="17069"/>
                </a:lnTo>
                <a:lnTo>
                  <a:pt x="26565" y="20944"/>
                </a:lnTo>
                <a:close/>
                <a:moveTo>
                  <a:pt x="36804" y="10763"/>
                </a:moveTo>
                <a:lnTo>
                  <a:pt x="50174" y="31357"/>
                </a:lnTo>
                <a:lnTo>
                  <a:pt x="44261" y="35217"/>
                </a:lnTo>
                <a:lnTo>
                  <a:pt x="40678" y="29755"/>
                </a:lnTo>
                <a:cubicBezTo>
                  <a:pt x="40795" y="32770"/>
                  <a:pt x="40110" y="35508"/>
                  <a:pt x="38800" y="37838"/>
                </a:cubicBezTo>
                <a:cubicBezTo>
                  <a:pt x="37430" y="40227"/>
                  <a:pt x="35333" y="42339"/>
                  <a:pt x="32420" y="44261"/>
                </a:cubicBezTo>
                <a:cubicBezTo>
                  <a:pt x="28721" y="46664"/>
                  <a:pt x="25080" y="47509"/>
                  <a:pt x="21555" y="46883"/>
                </a:cubicBezTo>
                <a:cubicBezTo>
                  <a:pt x="18031" y="46198"/>
                  <a:pt x="15191" y="44159"/>
                  <a:pt x="12904" y="40678"/>
                </a:cubicBezTo>
                <a:cubicBezTo>
                  <a:pt x="10239" y="36644"/>
                  <a:pt x="9612" y="32726"/>
                  <a:pt x="10982" y="28852"/>
                </a:cubicBezTo>
                <a:cubicBezTo>
                  <a:pt x="12394" y="25036"/>
                  <a:pt x="15759" y="21395"/>
                  <a:pt x="21162" y="17871"/>
                </a:cubicBezTo>
                <a:lnTo>
                  <a:pt x="29464" y="12467"/>
                </a:lnTo>
                <a:lnTo>
                  <a:pt x="29071" y="11899"/>
                </a:lnTo>
                <a:cubicBezTo>
                  <a:pt x="27308" y="9161"/>
                  <a:pt x="25022" y="7632"/>
                  <a:pt x="22240" y="7282"/>
                </a:cubicBezTo>
                <a:cubicBezTo>
                  <a:pt x="19516" y="7005"/>
                  <a:pt x="16501" y="7850"/>
                  <a:pt x="13254" y="9962"/>
                </a:cubicBezTo>
                <a:cubicBezTo>
                  <a:pt x="11200" y="11331"/>
                  <a:pt x="9321" y="12860"/>
                  <a:pt x="7734" y="14623"/>
                </a:cubicBezTo>
                <a:cubicBezTo>
                  <a:pt x="6088" y="16385"/>
                  <a:pt x="4719" y="18380"/>
                  <a:pt x="3525" y="20550"/>
                </a:cubicBezTo>
                <a:lnTo>
                  <a:pt x="0" y="15089"/>
                </a:lnTo>
                <a:cubicBezTo>
                  <a:pt x="1588" y="12802"/>
                  <a:pt x="3292" y="10821"/>
                  <a:pt x="5054" y="9044"/>
                </a:cubicBezTo>
                <a:cubicBezTo>
                  <a:pt x="6816" y="7340"/>
                  <a:pt x="8651" y="5811"/>
                  <a:pt x="10574" y="4559"/>
                </a:cubicBezTo>
                <a:cubicBezTo>
                  <a:pt x="15817" y="1151"/>
                  <a:pt x="20594" y="0"/>
                  <a:pt x="24920" y="1034"/>
                </a:cubicBezTo>
                <a:cubicBezTo>
                  <a:pt x="29245" y="2054"/>
                  <a:pt x="33221" y="5301"/>
                  <a:pt x="36804" y="10763"/>
                </a:cubicBezTo>
                <a:close/>
                <a:moveTo>
                  <a:pt x="36804" y="107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284EE-42A7-422C-B72D-54B2CB9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329" y="4687036"/>
            <a:ext cx="29420" cy="50349"/>
          </a:xfrm>
          <a:custGeom xmlns:a="http://schemas.openxmlformats.org/drawingml/2006/main">
            <a:pathLst>
              <a:path w="29420" h="50349">
                <a:moveTo>
                  <a:pt x="24687" y="6088"/>
                </a:moveTo>
                <a:cubicBezTo>
                  <a:pt x="23784" y="6132"/>
                  <a:pt x="22866" y="6306"/>
                  <a:pt x="21963" y="6656"/>
                </a:cubicBezTo>
                <a:cubicBezTo>
                  <a:pt x="21046" y="6991"/>
                  <a:pt x="20143" y="7442"/>
                  <a:pt x="19225" y="8069"/>
                </a:cubicBezTo>
                <a:cubicBezTo>
                  <a:pt x="15875" y="10239"/>
                  <a:pt x="13996" y="13021"/>
                  <a:pt x="13603" y="16327"/>
                </a:cubicBezTo>
                <a:cubicBezTo>
                  <a:pt x="13254" y="19676"/>
                  <a:pt x="14390" y="23376"/>
                  <a:pt x="17069" y="27468"/>
                </a:cubicBezTo>
                <a:lnTo>
                  <a:pt x="29420" y="46475"/>
                </a:lnTo>
                <a:lnTo>
                  <a:pt x="23434" y="50349"/>
                </a:lnTo>
                <a:lnTo>
                  <a:pt x="0" y="14273"/>
                </a:lnTo>
                <a:lnTo>
                  <a:pt x="5913" y="10399"/>
                </a:lnTo>
                <a:lnTo>
                  <a:pt x="9554" y="16035"/>
                </a:lnTo>
                <a:cubicBezTo>
                  <a:pt x="9394" y="13021"/>
                  <a:pt x="9962" y="10341"/>
                  <a:pt x="11258" y="7952"/>
                </a:cubicBezTo>
                <a:cubicBezTo>
                  <a:pt x="12569" y="5622"/>
                  <a:pt x="14681" y="3525"/>
                  <a:pt x="17521" y="1646"/>
                </a:cubicBezTo>
                <a:cubicBezTo>
                  <a:pt x="17914" y="1354"/>
                  <a:pt x="18380" y="1136"/>
                  <a:pt x="18890" y="845"/>
                </a:cubicBezTo>
                <a:cubicBezTo>
                  <a:pt x="19458" y="568"/>
                  <a:pt x="20026" y="277"/>
                  <a:pt x="20711" y="0"/>
                </a:cubicBezTo>
                <a:lnTo>
                  <a:pt x="24687" y="6088"/>
                </a:lnTo>
                <a:close/>
                <a:moveTo>
                  <a:pt x="24687" y="60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54D1D-2652-4B82-8F4A-F3F2942E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200" y="4664957"/>
            <a:ext cx="52053" cy="66050"/>
          </a:xfrm>
          <a:custGeom xmlns:a="http://schemas.openxmlformats.org/drawingml/2006/main">
            <a:pathLst>
              <a:path w="52053" h="66050">
                <a:moveTo>
                  <a:pt x="31459" y="21497"/>
                </a:moveTo>
                <a:cubicBezTo>
                  <a:pt x="28677" y="17186"/>
                  <a:pt x="25604" y="14448"/>
                  <a:pt x="22298" y="13254"/>
                </a:cubicBezTo>
                <a:cubicBezTo>
                  <a:pt x="18992" y="12059"/>
                  <a:pt x="15759" y="12453"/>
                  <a:pt x="12569" y="14564"/>
                </a:cubicBezTo>
                <a:cubicBezTo>
                  <a:pt x="9379" y="16618"/>
                  <a:pt x="7675" y="19400"/>
                  <a:pt x="7442" y="22924"/>
                </a:cubicBezTo>
                <a:cubicBezTo>
                  <a:pt x="7224" y="26449"/>
                  <a:pt x="8476" y="30323"/>
                  <a:pt x="11258" y="34649"/>
                </a:cubicBezTo>
                <a:cubicBezTo>
                  <a:pt x="14055" y="38916"/>
                  <a:pt x="17128" y="41640"/>
                  <a:pt x="20419" y="42834"/>
                </a:cubicBezTo>
                <a:cubicBezTo>
                  <a:pt x="23725" y="44028"/>
                  <a:pt x="26959" y="43635"/>
                  <a:pt x="30148" y="41538"/>
                </a:cubicBezTo>
                <a:cubicBezTo>
                  <a:pt x="33338" y="39484"/>
                  <a:pt x="35042" y="36688"/>
                  <a:pt x="35275" y="33163"/>
                </a:cubicBezTo>
                <a:cubicBezTo>
                  <a:pt x="35493" y="29639"/>
                  <a:pt x="34241" y="25764"/>
                  <a:pt x="31459" y="21497"/>
                </a:cubicBezTo>
                <a:close/>
                <a:moveTo>
                  <a:pt x="46475" y="31576"/>
                </a:moveTo>
                <a:cubicBezTo>
                  <a:pt x="50466" y="37722"/>
                  <a:pt x="52053" y="43183"/>
                  <a:pt x="51310" y="47961"/>
                </a:cubicBezTo>
                <a:cubicBezTo>
                  <a:pt x="50524" y="52679"/>
                  <a:pt x="47334" y="56947"/>
                  <a:pt x="41698" y="60588"/>
                </a:cubicBezTo>
                <a:cubicBezTo>
                  <a:pt x="39644" y="61957"/>
                  <a:pt x="37547" y="63035"/>
                  <a:pt x="35493" y="63952"/>
                </a:cubicBezTo>
                <a:cubicBezTo>
                  <a:pt x="33513" y="64855"/>
                  <a:pt x="31401" y="65540"/>
                  <a:pt x="29245" y="66050"/>
                </a:cubicBezTo>
                <a:lnTo>
                  <a:pt x="25488" y="60253"/>
                </a:lnTo>
                <a:cubicBezTo>
                  <a:pt x="27818" y="60078"/>
                  <a:pt x="29974" y="59685"/>
                  <a:pt x="31969" y="59000"/>
                </a:cubicBezTo>
                <a:cubicBezTo>
                  <a:pt x="33964" y="58374"/>
                  <a:pt x="35843" y="57457"/>
                  <a:pt x="37605" y="56321"/>
                </a:cubicBezTo>
                <a:cubicBezTo>
                  <a:pt x="41465" y="53757"/>
                  <a:pt x="43751" y="50859"/>
                  <a:pt x="44319" y="47567"/>
                </a:cubicBezTo>
                <a:cubicBezTo>
                  <a:pt x="44946" y="44319"/>
                  <a:pt x="43912" y="40620"/>
                  <a:pt x="41246" y="36527"/>
                </a:cubicBezTo>
                <a:lnTo>
                  <a:pt x="39309" y="33571"/>
                </a:lnTo>
                <a:cubicBezTo>
                  <a:pt x="39484" y="36527"/>
                  <a:pt x="38974" y="39135"/>
                  <a:pt x="37780" y="41421"/>
                </a:cubicBezTo>
                <a:cubicBezTo>
                  <a:pt x="36527" y="43693"/>
                  <a:pt x="34590" y="45747"/>
                  <a:pt x="31911" y="47451"/>
                </a:cubicBezTo>
                <a:cubicBezTo>
                  <a:pt x="27483" y="50349"/>
                  <a:pt x="22866" y="50975"/>
                  <a:pt x="17972" y="49388"/>
                </a:cubicBezTo>
                <a:cubicBezTo>
                  <a:pt x="13021" y="47728"/>
                  <a:pt x="8811" y="44145"/>
                  <a:pt x="5170" y="38625"/>
                </a:cubicBezTo>
                <a:cubicBezTo>
                  <a:pt x="1529" y="33047"/>
                  <a:pt x="0" y="27701"/>
                  <a:pt x="510" y="22531"/>
                </a:cubicBezTo>
                <a:cubicBezTo>
                  <a:pt x="1020" y="17404"/>
                  <a:pt x="3466" y="13428"/>
                  <a:pt x="7850" y="10530"/>
                </a:cubicBezTo>
                <a:cubicBezTo>
                  <a:pt x="10515" y="8811"/>
                  <a:pt x="13137" y="7850"/>
                  <a:pt x="15759" y="7675"/>
                </a:cubicBezTo>
                <a:cubicBezTo>
                  <a:pt x="18366" y="7457"/>
                  <a:pt x="20929" y="8025"/>
                  <a:pt x="23551" y="9336"/>
                </a:cubicBezTo>
                <a:lnTo>
                  <a:pt x="19968" y="3874"/>
                </a:lnTo>
                <a:lnTo>
                  <a:pt x="25939" y="0"/>
                </a:lnTo>
                <a:lnTo>
                  <a:pt x="46475" y="31576"/>
                </a:lnTo>
                <a:close/>
                <a:moveTo>
                  <a:pt x="46475" y="315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4C18F-4CC3-4E1C-A99A-98AFE518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408" y="4642251"/>
            <a:ext cx="47626" cy="46315"/>
          </a:xfrm>
          <a:custGeom xmlns:a="http://schemas.openxmlformats.org/drawingml/2006/main">
            <a:pathLst>
              <a:path w="47626" h="46315">
                <a:moveTo>
                  <a:pt x="37489" y="11273"/>
                </a:moveTo>
                <a:lnTo>
                  <a:pt x="39368" y="14113"/>
                </a:lnTo>
                <a:lnTo>
                  <a:pt x="12176" y="31867"/>
                </a:lnTo>
                <a:cubicBezTo>
                  <a:pt x="15074" y="35785"/>
                  <a:pt x="18322" y="38071"/>
                  <a:pt x="21905" y="38800"/>
                </a:cubicBezTo>
                <a:cubicBezTo>
                  <a:pt x="25488" y="39484"/>
                  <a:pt x="29245" y="38581"/>
                  <a:pt x="33178" y="36018"/>
                </a:cubicBezTo>
                <a:cubicBezTo>
                  <a:pt x="35450" y="34532"/>
                  <a:pt x="37489" y="32828"/>
                  <a:pt x="39266" y="30847"/>
                </a:cubicBezTo>
                <a:cubicBezTo>
                  <a:pt x="41028" y="28910"/>
                  <a:pt x="42615" y="26682"/>
                  <a:pt x="43984" y="24191"/>
                </a:cubicBezTo>
                <a:lnTo>
                  <a:pt x="47626" y="29813"/>
                </a:lnTo>
                <a:cubicBezTo>
                  <a:pt x="46082" y="32085"/>
                  <a:pt x="44378" y="34197"/>
                  <a:pt x="42441" y="36134"/>
                </a:cubicBezTo>
                <a:cubicBezTo>
                  <a:pt x="40504" y="38071"/>
                  <a:pt x="38406" y="39775"/>
                  <a:pt x="36134" y="41246"/>
                </a:cubicBezTo>
                <a:cubicBezTo>
                  <a:pt x="30381" y="45004"/>
                  <a:pt x="24701" y="46315"/>
                  <a:pt x="19181" y="45120"/>
                </a:cubicBezTo>
                <a:cubicBezTo>
                  <a:pt x="13661" y="43984"/>
                  <a:pt x="8986" y="40562"/>
                  <a:pt x="5287" y="34823"/>
                </a:cubicBezTo>
                <a:cubicBezTo>
                  <a:pt x="1427" y="28969"/>
                  <a:pt x="0" y="23216"/>
                  <a:pt x="918" y="17696"/>
                </a:cubicBezTo>
                <a:cubicBezTo>
                  <a:pt x="1879" y="12118"/>
                  <a:pt x="5010" y="7632"/>
                  <a:pt x="10414" y="4107"/>
                </a:cubicBezTo>
                <a:cubicBezTo>
                  <a:pt x="15249" y="918"/>
                  <a:pt x="20143" y="0"/>
                  <a:pt x="24978" y="1253"/>
                </a:cubicBezTo>
                <a:cubicBezTo>
                  <a:pt x="29813" y="2563"/>
                  <a:pt x="34022" y="5869"/>
                  <a:pt x="37489" y="11273"/>
                </a:cubicBezTo>
                <a:close/>
                <a:moveTo>
                  <a:pt x="30440" y="13370"/>
                </a:moveTo>
                <a:cubicBezTo>
                  <a:pt x="28284" y="10137"/>
                  <a:pt x="25721" y="8141"/>
                  <a:pt x="22706" y="7399"/>
                </a:cubicBezTo>
                <a:cubicBezTo>
                  <a:pt x="19633" y="6598"/>
                  <a:pt x="16676" y="7180"/>
                  <a:pt x="13778" y="9044"/>
                </a:cubicBezTo>
                <a:cubicBezTo>
                  <a:pt x="10472" y="11215"/>
                  <a:pt x="8418" y="13880"/>
                  <a:pt x="7690" y="17011"/>
                </a:cubicBezTo>
                <a:cubicBezTo>
                  <a:pt x="6889" y="20201"/>
                  <a:pt x="7457" y="23565"/>
                  <a:pt x="9394" y="27148"/>
                </a:cubicBezTo>
                <a:lnTo>
                  <a:pt x="30440" y="13370"/>
                </a:lnTo>
                <a:close/>
                <a:moveTo>
                  <a:pt x="30440" y="133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8243A-AD77-4481-9F0C-08DBB162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" y="5165040"/>
            <a:ext cx="44261" cy="62743"/>
          </a:xfrm>
          <a:custGeom xmlns:a="http://schemas.openxmlformats.org/drawingml/2006/main">
            <a:pathLst>
              <a:path w="44261" h="62743">
                <a:moveTo>
                  <a:pt x="9962" y="15132"/>
                </a:moveTo>
                <a:lnTo>
                  <a:pt x="21104" y="33571"/>
                </a:lnTo>
                <a:lnTo>
                  <a:pt x="29420" y="28503"/>
                </a:lnTo>
                <a:cubicBezTo>
                  <a:pt x="32551" y="26624"/>
                  <a:pt x="34430" y="24410"/>
                  <a:pt x="35158" y="21788"/>
                </a:cubicBezTo>
                <a:cubicBezTo>
                  <a:pt x="35901" y="19167"/>
                  <a:pt x="35333" y="16385"/>
                  <a:pt x="33571" y="13428"/>
                </a:cubicBezTo>
                <a:cubicBezTo>
                  <a:pt x="31809" y="10472"/>
                  <a:pt x="29580" y="8710"/>
                  <a:pt x="26915" y="8127"/>
                </a:cubicBezTo>
                <a:cubicBezTo>
                  <a:pt x="24235" y="7559"/>
                  <a:pt x="21395" y="8185"/>
                  <a:pt x="18322" y="10064"/>
                </a:cubicBezTo>
                <a:lnTo>
                  <a:pt x="9962" y="15132"/>
                </a:lnTo>
                <a:close/>
                <a:moveTo>
                  <a:pt x="0" y="13647"/>
                </a:moveTo>
                <a:lnTo>
                  <a:pt x="15016" y="4602"/>
                </a:lnTo>
                <a:cubicBezTo>
                  <a:pt x="20492" y="1311"/>
                  <a:pt x="25429" y="0"/>
                  <a:pt x="29755" y="801"/>
                </a:cubicBezTo>
                <a:cubicBezTo>
                  <a:pt x="34081" y="1588"/>
                  <a:pt x="37664" y="4384"/>
                  <a:pt x="40562" y="9161"/>
                </a:cubicBezTo>
                <a:cubicBezTo>
                  <a:pt x="43475" y="14055"/>
                  <a:pt x="44261" y="18540"/>
                  <a:pt x="42950" y="22691"/>
                </a:cubicBezTo>
                <a:cubicBezTo>
                  <a:pt x="41654" y="26915"/>
                  <a:pt x="38232" y="30658"/>
                  <a:pt x="32712" y="33964"/>
                </a:cubicBezTo>
                <a:lnTo>
                  <a:pt x="24410" y="39033"/>
                </a:lnTo>
                <a:lnTo>
                  <a:pt x="36294" y="58709"/>
                </a:lnTo>
                <a:lnTo>
                  <a:pt x="29639" y="62743"/>
                </a:lnTo>
                <a:lnTo>
                  <a:pt x="0" y="13647"/>
                </a:lnTo>
                <a:close/>
                <a:moveTo>
                  <a:pt x="0" y="136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256FC-256C-4D5C-8CEA-CEE48D6D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11" y="5148713"/>
            <a:ext cx="61738" cy="54835"/>
          </a:xfrm>
          <a:custGeom xmlns:a="http://schemas.openxmlformats.org/drawingml/2006/main">
            <a:pathLst>
              <a:path w="61738" h="54835">
                <a:moveTo>
                  <a:pt x="48310" y="13996"/>
                </a:moveTo>
                <a:lnTo>
                  <a:pt x="61738" y="36236"/>
                </a:lnTo>
                <a:lnTo>
                  <a:pt x="55694" y="39877"/>
                </a:lnTo>
                <a:lnTo>
                  <a:pt x="42382" y="17856"/>
                </a:lnTo>
                <a:cubicBezTo>
                  <a:pt x="40285" y="14331"/>
                  <a:pt x="38013" y="12176"/>
                  <a:pt x="35625" y="11258"/>
                </a:cubicBezTo>
                <a:cubicBezTo>
                  <a:pt x="33221" y="10355"/>
                  <a:pt x="30673" y="10690"/>
                  <a:pt x="27935" y="12336"/>
                </a:cubicBezTo>
                <a:cubicBezTo>
                  <a:pt x="24701" y="14331"/>
                  <a:pt x="22764" y="16953"/>
                  <a:pt x="22080" y="20143"/>
                </a:cubicBezTo>
                <a:cubicBezTo>
                  <a:pt x="21453" y="23376"/>
                  <a:pt x="22254" y="26798"/>
                  <a:pt x="24410" y="30381"/>
                </a:cubicBezTo>
                <a:lnTo>
                  <a:pt x="36979" y="51194"/>
                </a:lnTo>
                <a:lnTo>
                  <a:pt x="30891" y="54835"/>
                </a:lnTo>
                <a:lnTo>
                  <a:pt x="0" y="3699"/>
                </a:lnTo>
                <a:lnTo>
                  <a:pt x="6088" y="0"/>
                </a:lnTo>
                <a:lnTo>
                  <a:pt x="18205" y="20084"/>
                </a:lnTo>
                <a:cubicBezTo>
                  <a:pt x="18322" y="17011"/>
                  <a:pt x="19007" y="14273"/>
                  <a:pt x="20317" y="12001"/>
                </a:cubicBezTo>
                <a:cubicBezTo>
                  <a:pt x="21628" y="9729"/>
                  <a:pt x="23551" y="7850"/>
                  <a:pt x="26114" y="6248"/>
                </a:cubicBezTo>
                <a:cubicBezTo>
                  <a:pt x="30323" y="3758"/>
                  <a:pt x="34314" y="3131"/>
                  <a:pt x="38057" y="4428"/>
                </a:cubicBezTo>
                <a:cubicBezTo>
                  <a:pt x="41814" y="5680"/>
                  <a:pt x="45237" y="8928"/>
                  <a:pt x="48310" y="13996"/>
                </a:cubicBezTo>
                <a:close/>
                <a:moveTo>
                  <a:pt x="48310" y="139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62C31-10D9-48E7-B1B8-6C7B0BC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9" y="5127376"/>
            <a:ext cx="43810" cy="46591"/>
          </a:xfrm>
          <a:custGeom xmlns:a="http://schemas.openxmlformats.org/drawingml/2006/main">
            <a:pathLst>
              <a:path w="43810" h="46591">
                <a:moveTo>
                  <a:pt x="13326" y="9103"/>
                </a:moveTo>
                <a:cubicBezTo>
                  <a:pt x="10079" y="11040"/>
                  <a:pt x="8258" y="13822"/>
                  <a:pt x="7908" y="17521"/>
                </a:cubicBezTo>
                <a:cubicBezTo>
                  <a:pt x="7573" y="21162"/>
                  <a:pt x="8710" y="25196"/>
                  <a:pt x="11389" y="29639"/>
                </a:cubicBezTo>
                <a:cubicBezTo>
                  <a:pt x="14055" y="34022"/>
                  <a:pt x="17069" y="36921"/>
                  <a:pt x="20492" y="38348"/>
                </a:cubicBezTo>
                <a:cubicBezTo>
                  <a:pt x="23900" y="39703"/>
                  <a:pt x="27206" y="39426"/>
                  <a:pt x="30498" y="37489"/>
                </a:cubicBezTo>
                <a:cubicBezTo>
                  <a:pt x="33687" y="35552"/>
                  <a:pt x="35508" y="32712"/>
                  <a:pt x="35843" y="29071"/>
                </a:cubicBezTo>
                <a:cubicBezTo>
                  <a:pt x="36193" y="25371"/>
                  <a:pt x="35056" y="21337"/>
                  <a:pt x="32377" y="16953"/>
                </a:cubicBezTo>
                <a:cubicBezTo>
                  <a:pt x="29755" y="12569"/>
                  <a:pt x="26682" y="9671"/>
                  <a:pt x="23274" y="8302"/>
                </a:cubicBezTo>
                <a:cubicBezTo>
                  <a:pt x="19866" y="6889"/>
                  <a:pt x="16560" y="7107"/>
                  <a:pt x="13326" y="9103"/>
                </a:cubicBezTo>
                <a:close/>
                <a:moveTo>
                  <a:pt x="10253" y="3976"/>
                </a:moveTo>
                <a:cubicBezTo>
                  <a:pt x="15482" y="801"/>
                  <a:pt x="20652" y="0"/>
                  <a:pt x="25721" y="1588"/>
                </a:cubicBezTo>
                <a:cubicBezTo>
                  <a:pt x="30789" y="3190"/>
                  <a:pt x="35173" y="6991"/>
                  <a:pt x="38814" y="13079"/>
                </a:cubicBezTo>
                <a:cubicBezTo>
                  <a:pt x="42455" y="19108"/>
                  <a:pt x="43810" y="24745"/>
                  <a:pt x="42848" y="29988"/>
                </a:cubicBezTo>
                <a:cubicBezTo>
                  <a:pt x="41931" y="35217"/>
                  <a:pt x="38814" y="39426"/>
                  <a:pt x="33571" y="42615"/>
                </a:cubicBezTo>
                <a:cubicBezTo>
                  <a:pt x="28284" y="45790"/>
                  <a:pt x="23099" y="46591"/>
                  <a:pt x="18045" y="44946"/>
                </a:cubicBezTo>
                <a:cubicBezTo>
                  <a:pt x="12977" y="43344"/>
                  <a:pt x="8651" y="39484"/>
                  <a:pt x="5010" y="33513"/>
                </a:cubicBezTo>
                <a:cubicBezTo>
                  <a:pt x="1369" y="27425"/>
                  <a:pt x="0" y="21788"/>
                  <a:pt x="918" y="16618"/>
                </a:cubicBezTo>
                <a:cubicBezTo>
                  <a:pt x="1821" y="11375"/>
                  <a:pt x="4952" y="7166"/>
                  <a:pt x="10253" y="3976"/>
                </a:cubicBezTo>
                <a:close/>
                <a:moveTo>
                  <a:pt x="10253" y="3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0C6F6-55D3-45F7-8289-5A7E4A41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78" y="5101889"/>
            <a:ext cx="47043" cy="47393"/>
          </a:xfrm>
          <a:custGeom xmlns:a="http://schemas.openxmlformats.org/drawingml/2006/main">
            <a:pathLst>
              <a:path w="47043" h="47393">
                <a:moveTo>
                  <a:pt x="6030" y="0"/>
                </a:moveTo>
                <a:lnTo>
                  <a:pt x="12351" y="10472"/>
                </a:lnTo>
                <a:lnTo>
                  <a:pt x="24803" y="2898"/>
                </a:lnTo>
                <a:lnTo>
                  <a:pt x="27643" y="7617"/>
                </a:lnTo>
                <a:lnTo>
                  <a:pt x="15191" y="15132"/>
                </a:lnTo>
                <a:lnTo>
                  <a:pt x="27308" y="35158"/>
                </a:lnTo>
                <a:cubicBezTo>
                  <a:pt x="29071" y="38115"/>
                  <a:pt x="30658" y="39819"/>
                  <a:pt x="32027" y="40169"/>
                </a:cubicBezTo>
                <a:cubicBezTo>
                  <a:pt x="33338" y="40562"/>
                  <a:pt x="35275" y="39936"/>
                  <a:pt x="37780" y="38406"/>
                </a:cubicBezTo>
                <a:lnTo>
                  <a:pt x="43970" y="34707"/>
                </a:lnTo>
                <a:lnTo>
                  <a:pt x="47043" y="39761"/>
                </a:lnTo>
                <a:lnTo>
                  <a:pt x="40853" y="43460"/>
                </a:lnTo>
                <a:cubicBezTo>
                  <a:pt x="36178" y="46315"/>
                  <a:pt x="32420" y="47393"/>
                  <a:pt x="29580" y="46708"/>
                </a:cubicBezTo>
                <a:cubicBezTo>
                  <a:pt x="26798" y="46023"/>
                  <a:pt x="23944" y="43402"/>
                  <a:pt x="21220" y="38800"/>
                </a:cubicBezTo>
                <a:lnTo>
                  <a:pt x="9103" y="18832"/>
                </a:lnTo>
                <a:lnTo>
                  <a:pt x="4661" y="21497"/>
                </a:lnTo>
                <a:lnTo>
                  <a:pt x="1821" y="16778"/>
                </a:lnTo>
                <a:lnTo>
                  <a:pt x="6306" y="14113"/>
                </a:lnTo>
                <a:lnTo>
                  <a:pt x="0" y="3641"/>
                </a:lnTo>
                <a:lnTo>
                  <a:pt x="6030" y="0"/>
                </a:lnTo>
                <a:close/>
                <a:moveTo>
                  <a:pt x="60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9AEB0-7A01-40FC-BE34-AE4632FE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973" y="5086523"/>
            <a:ext cx="43751" cy="46591"/>
          </a:xfrm>
          <a:custGeom xmlns:a="http://schemas.openxmlformats.org/drawingml/2006/main">
            <a:pathLst>
              <a:path w="43751" h="46591">
                <a:moveTo>
                  <a:pt x="13312" y="9103"/>
                </a:moveTo>
                <a:cubicBezTo>
                  <a:pt x="10064" y="11040"/>
                  <a:pt x="8258" y="13880"/>
                  <a:pt x="7908" y="17521"/>
                </a:cubicBezTo>
                <a:cubicBezTo>
                  <a:pt x="7573" y="21220"/>
                  <a:pt x="8710" y="25269"/>
                  <a:pt x="11375" y="29639"/>
                </a:cubicBezTo>
                <a:cubicBezTo>
                  <a:pt x="13996" y="34081"/>
                  <a:pt x="17069" y="36979"/>
                  <a:pt x="20478" y="38348"/>
                </a:cubicBezTo>
                <a:cubicBezTo>
                  <a:pt x="23842" y="39775"/>
                  <a:pt x="27192" y="39484"/>
                  <a:pt x="30440" y="37489"/>
                </a:cubicBezTo>
                <a:cubicBezTo>
                  <a:pt x="33687" y="35566"/>
                  <a:pt x="35450" y="32770"/>
                  <a:pt x="35843" y="29071"/>
                </a:cubicBezTo>
                <a:cubicBezTo>
                  <a:pt x="36178" y="25371"/>
                  <a:pt x="34984" y="21337"/>
                  <a:pt x="32377" y="16953"/>
                </a:cubicBezTo>
                <a:cubicBezTo>
                  <a:pt x="29755" y="12627"/>
                  <a:pt x="26682" y="9729"/>
                  <a:pt x="23274" y="8316"/>
                </a:cubicBezTo>
                <a:cubicBezTo>
                  <a:pt x="19851" y="6889"/>
                  <a:pt x="16560" y="7166"/>
                  <a:pt x="13312" y="9103"/>
                </a:cubicBezTo>
                <a:close/>
                <a:moveTo>
                  <a:pt x="10181" y="3991"/>
                </a:moveTo>
                <a:cubicBezTo>
                  <a:pt x="15482" y="801"/>
                  <a:pt x="20652" y="0"/>
                  <a:pt x="25721" y="1660"/>
                </a:cubicBezTo>
                <a:cubicBezTo>
                  <a:pt x="30775" y="3248"/>
                  <a:pt x="35158" y="7064"/>
                  <a:pt x="38800" y="13093"/>
                </a:cubicBezTo>
                <a:cubicBezTo>
                  <a:pt x="42441" y="19123"/>
                  <a:pt x="43751" y="24745"/>
                  <a:pt x="42834" y="29988"/>
                </a:cubicBezTo>
                <a:cubicBezTo>
                  <a:pt x="41931" y="35275"/>
                  <a:pt x="38800" y="39484"/>
                  <a:pt x="33571" y="42615"/>
                </a:cubicBezTo>
                <a:cubicBezTo>
                  <a:pt x="28269" y="45805"/>
                  <a:pt x="23099" y="46591"/>
                  <a:pt x="18031" y="45004"/>
                </a:cubicBezTo>
                <a:cubicBezTo>
                  <a:pt x="12977" y="43358"/>
                  <a:pt x="8651" y="39542"/>
                  <a:pt x="5010" y="33513"/>
                </a:cubicBezTo>
                <a:cubicBezTo>
                  <a:pt x="1369" y="27483"/>
                  <a:pt x="0" y="21847"/>
                  <a:pt x="918" y="16618"/>
                </a:cubicBezTo>
                <a:cubicBezTo>
                  <a:pt x="1821" y="11375"/>
                  <a:pt x="4952" y="7166"/>
                  <a:pt x="10181" y="3991"/>
                </a:cubicBezTo>
                <a:close/>
                <a:moveTo>
                  <a:pt x="10181" y="39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F55B1-2F99-4E6A-929F-24257C46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72" y="5062011"/>
            <a:ext cx="42790" cy="50233"/>
          </a:xfrm>
          <a:custGeom xmlns:a="http://schemas.openxmlformats.org/drawingml/2006/main">
            <a:pathLst>
              <a:path w="42790" h="50233">
                <a:moveTo>
                  <a:pt x="22983" y="0"/>
                </a:moveTo>
                <a:lnTo>
                  <a:pt x="26463" y="5738"/>
                </a:lnTo>
                <a:cubicBezTo>
                  <a:pt x="24235" y="5913"/>
                  <a:pt x="22021" y="6306"/>
                  <a:pt x="19910" y="6991"/>
                </a:cubicBezTo>
                <a:cubicBezTo>
                  <a:pt x="17812" y="7675"/>
                  <a:pt x="15817" y="8593"/>
                  <a:pt x="13822" y="9787"/>
                </a:cubicBezTo>
                <a:cubicBezTo>
                  <a:pt x="10807" y="11608"/>
                  <a:pt x="8826" y="13428"/>
                  <a:pt x="7908" y="15249"/>
                </a:cubicBezTo>
                <a:cubicBezTo>
                  <a:pt x="6947" y="17069"/>
                  <a:pt x="7064" y="18890"/>
                  <a:pt x="8141" y="20754"/>
                </a:cubicBezTo>
                <a:cubicBezTo>
                  <a:pt x="8986" y="22123"/>
                  <a:pt x="10181" y="22924"/>
                  <a:pt x="11724" y="23099"/>
                </a:cubicBezTo>
                <a:cubicBezTo>
                  <a:pt x="13312" y="23201"/>
                  <a:pt x="15933" y="22691"/>
                  <a:pt x="19633" y="21439"/>
                </a:cubicBezTo>
                <a:lnTo>
                  <a:pt x="21963" y="20652"/>
                </a:lnTo>
                <a:cubicBezTo>
                  <a:pt x="26798" y="18992"/>
                  <a:pt x="30673" y="18424"/>
                  <a:pt x="33454" y="18992"/>
                </a:cubicBezTo>
                <a:cubicBezTo>
                  <a:pt x="36294" y="19618"/>
                  <a:pt x="38581" y="21381"/>
                  <a:pt x="40402" y="24395"/>
                </a:cubicBezTo>
                <a:cubicBezTo>
                  <a:pt x="42499" y="27818"/>
                  <a:pt x="42790" y="31343"/>
                  <a:pt x="41246" y="34984"/>
                </a:cubicBezTo>
                <a:cubicBezTo>
                  <a:pt x="39775" y="38625"/>
                  <a:pt x="36644" y="41873"/>
                  <a:pt x="31925" y="44713"/>
                </a:cubicBezTo>
                <a:cubicBezTo>
                  <a:pt x="29930" y="45907"/>
                  <a:pt x="27760" y="46926"/>
                  <a:pt x="25371" y="47844"/>
                </a:cubicBezTo>
                <a:cubicBezTo>
                  <a:pt x="23041" y="48747"/>
                  <a:pt x="20434" y="49548"/>
                  <a:pt x="17579" y="50233"/>
                </a:cubicBezTo>
                <a:lnTo>
                  <a:pt x="13822" y="43970"/>
                </a:lnTo>
                <a:cubicBezTo>
                  <a:pt x="16793" y="43795"/>
                  <a:pt x="19516" y="43285"/>
                  <a:pt x="22021" y="42601"/>
                </a:cubicBezTo>
                <a:cubicBezTo>
                  <a:pt x="24526" y="41873"/>
                  <a:pt x="26857" y="40839"/>
                  <a:pt x="28954" y="39528"/>
                </a:cubicBezTo>
                <a:cubicBezTo>
                  <a:pt x="31809" y="37824"/>
                  <a:pt x="33746" y="36003"/>
                  <a:pt x="34649" y="34124"/>
                </a:cubicBezTo>
                <a:cubicBezTo>
                  <a:pt x="35610" y="32246"/>
                  <a:pt x="35566" y="30381"/>
                  <a:pt x="34474" y="28604"/>
                </a:cubicBezTo>
                <a:cubicBezTo>
                  <a:pt x="33513" y="26959"/>
                  <a:pt x="32144" y="26056"/>
                  <a:pt x="30556" y="25823"/>
                </a:cubicBezTo>
                <a:cubicBezTo>
                  <a:pt x="28910" y="25648"/>
                  <a:pt x="25939" y="26274"/>
                  <a:pt x="21730" y="27701"/>
                </a:cubicBezTo>
                <a:lnTo>
                  <a:pt x="19342" y="28503"/>
                </a:lnTo>
                <a:cubicBezTo>
                  <a:pt x="15074" y="29974"/>
                  <a:pt x="11666" y="30381"/>
                  <a:pt x="8986" y="29755"/>
                </a:cubicBezTo>
                <a:cubicBezTo>
                  <a:pt x="6379" y="29129"/>
                  <a:pt x="4151" y="27410"/>
                  <a:pt x="2447" y="24570"/>
                </a:cubicBezTo>
                <a:cubicBezTo>
                  <a:pt x="350" y="21104"/>
                  <a:pt x="0" y="17681"/>
                  <a:pt x="1311" y="14331"/>
                </a:cubicBezTo>
                <a:cubicBezTo>
                  <a:pt x="2622" y="10923"/>
                  <a:pt x="5520" y="7908"/>
                  <a:pt x="10020" y="5170"/>
                </a:cubicBezTo>
                <a:cubicBezTo>
                  <a:pt x="12292" y="3801"/>
                  <a:pt x="14448" y="2724"/>
                  <a:pt x="16618" y="1879"/>
                </a:cubicBezTo>
                <a:cubicBezTo>
                  <a:pt x="18832" y="961"/>
                  <a:pt x="20944" y="393"/>
                  <a:pt x="22983" y="0"/>
                </a:cubicBezTo>
                <a:close/>
                <a:moveTo>
                  <a:pt x="229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A49E2-4048-47DD-AD69-DB6CE082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571" y="5025309"/>
            <a:ext cx="62700" cy="65307"/>
          </a:xfrm>
          <a:custGeom xmlns:a="http://schemas.openxmlformats.org/drawingml/2006/main">
            <a:pathLst>
              <a:path w="62700" h="65307">
                <a:moveTo>
                  <a:pt x="9962" y="17637"/>
                </a:moveTo>
                <a:lnTo>
                  <a:pt x="33003" y="55811"/>
                </a:lnTo>
                <a:lnTo>
                  <a:pt x="41013" y="50975"/>
                </a:lnTo>
                <a:cubicBezTo>
                  <a:pt x="47786" y="46883"/>
                  <a:pt x="51835" y="42324"/>
                  <a:pt x="53087" y="37387"/>
                </a:cubicBezTo>
                <a:cubicBezTo>
                  <a:pt x="54383" y="32435"/>
                  <a:pt x="53029" y="26624"/>
                  <a:pt x="49038" y="20026"/>
                </a:cubicBezTo>
                <a:cubicBezTo>
                  <a:pt x="45062" y="13428"/>
                  <a:pt x="40562" y="9554"/>
                  <a:pt x="35610" y="8418"/>
                </a:cubicBezTo>
                <a:cubicBezTo>
                  <a:pt x="30614" y="7224"/>
                  <a:pt x="24745" y="8710"/>
                  <a:pt x="17972" y="12802"/>
                </a:cubicBezTo>
                <a:lnTo>
                  <a:pt x="9962" y="17637"/>
                </a:lnTo>
                <a:close/>
                <a:moveTo>
                  <a:pt x="0" y="16210"/>
                </a:moveTo>
                <a:lnTo>
                  <a:pt x="13647" y="7967"/>
                </a:lnTo>
                <a:cubicBezTo>
                  <a:pt x="23157" y="2214"/>
                  <a:pt x="31343" y="0"/>
                  <a:pt x="38173" y="1253"/>
                </a:cubicBezTo>
                <a:cubicBezTo>
                  <a:pt x="45004" y="2505"/>
                  <a:pt x="50975" y="7340"/>
                  <a:pt x="56044" y="15759"/>
                </a:cubicBezTo>
                <a:cubicBezTo>
                  <a:pt x="61156" y="24235"/>
                  <a:pt x="62700" y="31809"/>
                  <a:pt x="60588" y="38465"/>
                </a:cubicBezTo>
                <a:cubicBezTo>
                  <a:pt x="58549" y="45120"/>
                  <a:pt x="52738" y="51325"/>
                  <a:pt x="43300" y="57063"/>
                </a:cubicBezTo>
                <a:lnTo>
                  <a:pt x="29639" y="65307"/>
                </a:lnTo>
                <a:lnTo>
                  <a:pt x="0" y="16210"/>
                </a:lnTo>
                <a:close/>
                <a:moveTo>
                  <a:pt x="0" y="162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37095-4E8C-49A0-B190-52D90295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405" y="4991461"/>
            <a:ext cx="61272" cy="67812"/>
          </a:xfrm>
          <a:custGeom xmlns:a="http://schemas.openxmlformats.org/drawingml/2006/main">
            <a:pathLst>
              <a:path w="61272" h="67812">
                <a:moveTo>
                  <a:pt x="0" y="18715"/>
                </a:moveTo>
                <a:lnTo>
                  <a:pt x="30993" y="0"/>
                </a:lnTo>
                <a:lnTo>
                  <a:pt x="34416" y="5578"/>
                </a:lnTo>
                <a:lnTo>
                  <a:pt x="10006" y="20303"/>
                </a:lnTo>
                <a:lnTo>
                  <a:pt x="18774" y="34867"/>
                </a:lnTo>
                <a:lnTo>
                  <a:pt x="42149" y="20769"/>
                </a:lnTo>
                <a:lnTo>
                  <a:pt x="45557" y="26332"/>
                </a:lnTo>
                <a:lnTo>
                  <a:pt x="22182" y="40445"/>
                </a:lnTo>
                <a:lnTo>
                  <a:pt x="32930" y="58199"/>
                </a:lnTo>
                <a:lnTo>
                  <a:pt x="57908" y="43125"/>
                </a:lnTo>
                <a:lnTo>
                  <a:pt x="61272" y="48703"/>
                </a:lnTo>
                <a:lnTo>
                  <a:pt x="29639" y="67812"/>
                </a:lnTo>
                <a:lnTo>
                  <a:pt x="0" y="18715"/>
                </a:lnTo>
                <a:close/>
                <a:moveTo>
                  <a:pt x="0" y="187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852B9-9F4F-4FC0-85E7-2CE02DB1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11" y="4968362"/>
            <a:ext cx="54733" cy="64229"/>
          </a:xfrm>
          <a:custGeom xmlns:a="http://schemas.openxmlformats.org/drawingml/2006/main">
            <a:pathLst>
              <a:path w="54733" h="64229">
                <a:moveTo>
                  <a:pt x="27818" y="0"/>
                </a:moveTo>
                <a:lnTo>
                  <a:pt x="31750" y="6481"/>
                </a:lnTo>
                <a:cubicBezTo>
                  <a:pt x="28503" y="6772"/>
                  <a:pt x="25546" y="7340"/>
                  <a:pt x="22983" y="8083"/>
                </a:cubicBezTo>
                <a:cubicBezTo>
                  <a:pt x="20376" y="8811"/>
                  <a:pt x="18045" y="9846"/>
                  <a:pt x="15933" y="11098"/>
                </a:cubicBezTo>
                <a:cubicBezTo>
                  <a:pt x="12351" y="13254"/>
                  <a:pt x="9962" y="15642"/>
                  <a:pt x="8884" y="18264"/>
                </a:cubicBezTo>
                <a:cubicBezTo>
                  <a:pt x="7734" y="20827"/>
                  <a:pt x="7967" y="23434"/>
                  <a:pt x="9569" y="25997"/>
                </a:cubicBezTo>
                <a:cubicBezTo>
                  <a:pt x="10865" y="28211"/>
                  <a:pt x="12467" y="29420"/>
                  <a:pt x="14448" y="29755"/>
                </a:cubicBezTo>
                <a:cubicBezTo>
                  <a:pt x="16443" y="30090"/>
                  <a:pt x="19458" y="29464"/>
                  <a:pt x="23507" y="27935"/>
                </a:cubicBezTo>
                <a:lnTo>
                  <a:pt x="27993" y="26347"/>
                </a:lnTo>
                <a:cubicBezTo>
                  <a:pt x="33513" y="24293"/>
                  <a:pt x="38173" y="23784"/>
                  <a:pt x="41989" y="24687"/>
                </a:cubicBezTo>
                <a:cubicBezTo>
                  <a:pt x="45747" y="25662"/>
                  <a:pt x="48878" y="28168"/>
                  <a:pt x="51267" y="32144"/>
                </a:cubicBezTo>
                <a:cubicBezTo>
                  <a:pt x="54165" y="36862"/>
                  <a:pt x="54733" y="41479"/>
                  <a:pt x="53029" y="45849"/>
                </a:cubicBezTo>
                <a:cubicBezTo>
                  <a:pt x="51325" y="50233"/>
                  <a:pt x="47393" y="54281"/>
                  <a:pt x="41246" y="57966"/>
                </a:cubicBezTo>
                <a:cubicBezTo>
                  <a:pt x="38916" y="59394"/>
                  <a:pt x="36294" y="60588"/>
                  <a:pt x="33338" y="61666"/>
                </a:cubicBezTo>
                <a:cubicBezTo>
                  <a:pt x="30381" y="62758"/>
                  <a:pt x="27192" y="63603"/>
                  <a:pt x="23784" y="64229"/>
                </a:cubicBezTo>
                <a:lnTo>
                  <a:pt x="19691" y="57398"/>
                </a:lnTo>
                <a:cubicBezTo>
                  <a:pt x="23274" y="57296"/>
                  <a:pt x="26565" y="56830"/>
                  <a:pt x="29639" y="56044"/>
                </a:cubicBezTo>
                <a:cubicBezTo>
                  <a:pt x="32712" y="55243"/>
                  <a:pt x="35508" y="54107"/>
                  <a:pt x="37955" y="52563"/>
                </a:cubicBezTo>
                <a:cubicBezTo>
                  <a:pt x="41756" y="50291"/>
                  <a:pt x="44203" y="47786"/>
                  <a:pt x="45397" y="45062"/>
                </a:cubicBezTo>
                <a:cubicBezTo>
                  <a:pt x="46548" y="42324"/>
                  <a:pt x="46315" y="39542"/>
                  <a:pt x="44611" y="36804"/>
                </a:cubicBezTo>
                <a:cubicBezTo>
                  <a:pt x="43183" y="34416"/>
                  <a:pt x="41305" y="32945"/>
                  <a:pt x="38974" y="32479"/>
                </a:cubicBezTo>
                <a:cubicBezTo>
                  <a:pt x="36702" y="32027"/>
                  <a:pt x="33687" y="32479"/>
                  <a:pt x="29872" y="33848"/>
                </a:cubicBezTo>
                <a:lnTo>
                  <a:pt x="25327" y="35493"/>
                </a:lnTo>
                <a:cubicBezTo>
                  <a:pt x="19808" y="37489"/>
                  <a:pt x="15307" y="38115"/>
                  <a:pt x="11783" y="37372"/>
                </a:cubicBezTo>
                <a:cubicBezTo>
                  <a:pt x="8316" y="36586"/>
                  <a:pt x="5462" y="34299"/>
                  <a:pt x="3190" y="30556"/>
                </a:cubicBezTo>
                <a:cubicBezTo>
                  <a:pt x="568" y="26230"/>
                  <a:pt x="0" y="21905"/>
                  <a:pt x="1602" y="17521"/>
                </a:cubicBezTo>
                <a:cubicBezTo>
                  <a:pt x="3131" y="13195"/>
                  <a:pt x="6598" y="9379"/>
                  <a:pt x="11957" y="6146"/>
                </a:cubicBezTo>
                <a:cubicBezTo>
                  <a:pt x="14229" y="4777"/>
                  <a:pt x="16734" y="3583"/>
                  <a:pt x="19342" y="2563"/>
                </a:cubicBezTo>
                <a:cubicBezTo>
                  <a:pt x="22021" y="1529"/>
                  <a:pt x="24803" y="685"/>
                  <a:pt x="27818" y="0"/>
                </a:cubicBezTo>
                <a:close/>
                <a:moveTo>
                  <a:pt x="2781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59B52-9889-42EE-B08E-A5BAF314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680" y="4945030"/>
            <a:ext cx="44261" cy="62758"/>
          </a:xfrm>
          <a:custGeom xmlns:a="http://schemas.openxmlformats.org/drawingml/2006/main">
            <a:pathLst>
              <a:path w="44261" h="62758">
                <a:moveTo>
                  <a:pt x="9904" y="15132"/>
                </a:moveTo>
                <a:lnTo>
                  <a:pt x="21046" y="33571"/>
                </a:lnTo>
                <a:lnTo>
                  <a:pt x="29420" y="28503"/>
                </a:lnTo>
                <a:cubicBezTo>
                  <a:pt x="32493" y="26638"/>
                  <a:pt x="34416" y="24410"/>
                  <a:pt x="35100" y="21788"/>
                </a:cubicBezTo>
                <a:cubicBezTo>
                  <a:pt x="35843" y="19181"/>
                  <a:pt x="35333" y="16385"/>
                  <a:pt x="33513" y="13428"/>
                </a:cubicBezTo>
                <a:cubicBezTo>
                  <a:pt x="31750" y="10472"/>
                  <a:pt x="29522" y="8710"/>
                  <a:pt x="26915" y="8141"/>
                </a:cubicBezTo>
                <a:cubicBezTo>
                  <a:pt x="24235" y="7573"/>
                  <a:pt x="21395" y="8200"/>
                  <a:pt x="18264" y="10079"/>
                </a:cubicBezTo>
                <a:lnTo>
                  <a:pt x="9904" y="15132"/>
                </a:lnTo>
                <a:close/>
                <a:moveTo>
                  <a:pt x="0" y="13661"/>
                </a:moveTo>
                <a:lnTo>
                  <a:pt x="14958" y="4617"/>
                </a:lnTo>
                <a:cubicBezTo>
                  <a:pt x="20478" y="1311"/>
                  <a:pt x="25371" y="0"/>
                  <a:pt x="29697" y="801"/>
                </a:cubicBezTo>
                <a:cubicBezTo>
                  <a:pt x="34022" y="1602"/>
                  <a:pt x="37664" y="4384"/>
                  <a:pt x="40562" y="9161"/>
                </a:cubicBezTo>
                <a:cubicBezTo>
                  <a:pt x="43460" y="14055"/>
                  <a:pt x="44261" y="18555"/>
                  <a:pt x="42950" y="22706"/>
                </a:cubicBezTo>
                <a:cubicBezTo>
                  <a:pt x="41640" y="26915"/>
                  <a:pt x="38232" y="30673"/>
                  <a:pt x="32712" y="33964"/>
                </a:cubicBezTo>
                <a:lnTo>
                  <a:pt x="24352" y="39033"/>
                </a:lnTo>
                <a:lnTo>
                  <a:pt x="36294" y="58724"/>
                </a:lnTo>
                <a:lnTo>
                  <a:pt x="29639" y="62758"/>
                </a:lnTo>
                <a:lnTo>
                  <a:pt x="0" y="13661"/>
                </a:lnTo>
                <a:close/>
                <a:moveTo>
                  <a:pt x="0" y="13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E2FF0-C6F3-4A62-B6AD-2B677EC4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771" y="4928601"/>
            <a:ext cx="36921" cy="54835"/>
          </a:xfrm>
          <a:custGeom xmlns:a="http://schemas.openxmlformats.org/drawingml/2006/main">
            <a:pathLst>
              <a:path w="36921" h="54835">
                <a:moveTo>
                  <a:pt x="0" y="3641"/>
                </a:moveTo>
                <a:lnTo>
                  <a:pt x="6030" y="0"/>
                </a:lnTo>
                <a:lnTo>
                  <a:pt x="36921" y="51136"/>
                </a:lnTo>
                <a:lnTo>
                  <a:pt x="30891" y="54835"/>
                </a:lnTo>
                <a:lnTo>
                  <a:pt x="0" y="3641"/>
                </a:lnTo>
                <a:close/>
                <a:moveTo>
                  <a:pt x="0" y="36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773A2-F33D-474C-8C06-B53350D7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11" y="4917052"/>
            <a:ext cx="53073" cy="51762"/>
          </a:xfrm>
          <a:custGeom xmlns:a="http://schemas.openxmlformats.org/drawingml/2006/main">
            <a:pathLst>
              <a:path w="53073" h="51762">
                <a:moveTo>
                  <a:pt x="13414" y="40897"/>
                </a:moveTo>
                <a:lnTo>
                  <a:pt x="0" y="18599"/>
                </a:lnTo>
                <a:lnTo>
                  <a:pt x="6030" y="14958"/>
                </a:lnTo>
                <a:lnTo>
                  <a:pt x="19342" y="37037"/>
                </a:lnTo>
                <a:cubicBezTo>
                  <a:pt x="21439" y="40504"/>
                  <a:pt x="23725" y="42717"/>
                  <a:pt x="26114" y="43635"/>
                </a:cubicBezTo>
                <a:cubicBezTo>
                  <a:pt x="28561" y="44538"/>
                  <a:pt x="31110" y="44203"/>
                  <a:pt x="33848" y="42543"/>
                </a:cubicBezTo>
                <a:cubicBezTo>
                  <a:pt x="37081" y="40620"/>
                  <a:pt x="39018" y="37998"/>
                  <a:pt x="39644" y="34751"/>
                </a:cubicBezTo>
                <a:cubicBezTo>
                  <a:pt x="40329" y="31517"/>
                  <a:pt x="39528" y="28095"/>
                  <a:pt x="37372" y="24512"/>
                </a:cubicBezTo>
                <a:lnTo>
                  <a:pt x="24745" y="3641"/>
                </a:lnTo>
                <a:lnTo>
                  <a:pt x="30833" y="0"/>
                </a:lnTo>
                <a:lnTo>
                  <a:pt x="53073" y="36804"/>
                </a:lnTo>
                <a:lnTo>
                  <a:pt x="46985" y="40445"/>
                </a:lnTo>
                <a:lnTo>
                  <a:pt x="43577" y="34809"/>
                </a:lnTo>
                <a:cubicBezTo>
                  <a:pt x="43460" y="37940"/>
                  <a:pt x="42776" y="40620"/>
                  <a:pt x="41465" y="42892"/>
                </a:cubicBezTo>
                <a:cubicBezTo>
                  <a:pt x="40212" y="45164"/>
                  <a:pt x="38290" y="47043"/>
                  <a:pt x="35726" y="48572"/>
                </a:cubicBezTo>
                <a:cubicBezTo>
                  <a:pt x="31517" y="51136"/>
                  <a:pt x="27468" y="51762"/>
                  <a:pt x="23725" y="50451"/>
                </a:cubicBezTo>
                <a:cubicBezTo>
                  <a:pt x="19910" y="49155"/>
                  <a:pt x="16487" y="45965"/>
                  <a:pt x="13414" y="40897"/>
                </a:cubicBezTo>
                <a:close/>
                <a:moveTo>
                  <a:pt x="13414" y="408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AB346-CFF2-445A-AB78-EA1E108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4891215"/>
            <a:ext cx="51543" cy="66108"/>
          </a:xfrm>
          <a:custGeom xmlns:a="http://schemas.openxmlformats.org/drawingml/2006/main">
            <a:pathLst>
              <a:path w="51543" h="66108">
                <a:moveTo>
                  <a:pt x="31634" y="21672"/>
                </a:moveTo>
                <a:cubicBezTo>
                  <a:pt x="29012" y="17302"/>
                  <a:pt x="26056" y="14448"/>
                  <a:pt x="22750" y="13093"/>
                </a:cubicBezTo>
                <a:cubicBezTo>
                  <a:pt x="19502" y="11783"/>
                  <a:pt x="16268" y="12118"/>
                  <a:pt x="12962" y="14113"/>
                </a:cubicBezTo>
                <a:cubicBezTo>
                  <a:pt x="9729" y="16050"/>
                  <a:pt x="7952" y="18774"/>
                  <a:pt x="7617" y="22298"/>
                </a:cubicBezTo>
                <a:cubicBezTo>
                  <a:pt x="7224" y="25779"/>
                  <a:pt x="8418" y="29697"/>
                  <a:pt x="11025" y="34081"/>
                </a:cubicBezTo>
                <a:cubicBezTo>
                  <a:pt x="13647" y="38465"/>
                  <a:pt x="16603" y="41305"/>
                  <a:pt x="19910" y="42615"/>
                </a:cubicBezTo>
                <a:cubicBezTo>
                  <a:pt x="23143" y="43926"/>
                  <a:pt x="26391" y="43635"/>
                  <a:pt x="29639" y="41640"/>
                </a:cubicBezTo>
                <a:cubicBezTo>
                  <a:pt x="32930" y="39717"/>
                  <a:pt x="34692" y="36979"/>
                  <a:pt x="35042" y="33454"/>
                </a:cubicBezTo>
                <a:cubicBezTo>
                  <a:pt x="35435" y="29930"/>
                  <a:pt x="34299" y="25997"/>
                  <a:pt x="31634" y="21672"/>
                </a:cubicBezTo>
                <a:close/>
                <a:moveTo>
                  <a:pt x="46300" y="32260"/>
                </a:moveTo>
                <a:cubicBezTo>
                  <a:pt x="50116" y="38523"/>
                  <a:pt x="51543" y="44043"/>
                  <a:pt x="50568" y="48762"/>
                </a:cubicBezTo>
                <a:cubicBezTo>
                  <a:pt x="49665" y="53539"/>
                  <a:pt x="46300" y="57631"/>
                  <a:pt x="40562" y="61098"/>
                </a:cubicBezTo>
                <a:cubicBezTo>
                  <a:pt x="38450" y="62350"/>
                  <a:pt x="36353" y="63442"/>
                  <a:pt x="34241" y="64229"/>
                </a:cubicBezTo>
                <a:cubicBezTo>
                  <a:pt x="32202" y="65088"/>
                  <a:pt x="30090" y="65715"/>
                  <a:pt x="27876" y="66108"/>
                </a:cubicBezTo>
                <a:lnTo>
                  <a:pt x="24352" y="60195"/>
                </a:lnTo>
                <a:cubicBezTo>
                  <a:pt x="26682" y="60078"/>
                  <a:pt x="28896" y="59743"/>
                  <a:pt x="30891" y="59175"/>
                </a:cubicBezTo>
                <a:cubicBezTo>
                  <a:pt x="32872" y="58607"/>
                  <a:pt x="34809" y="57748"/>
                  <a:pt x="36571" y="56670"/>
                </a:cubicBezTo>
                <a:cubicBezTo>
                  <a:pt x="40562" y="54281"/>
                  <a:pt x="42892" y="51427"/>
                  <a:pt x="43635" y="48194"/>
                </a:cubicBezTo>
                <a:cubicBezTo>
                  <a:pt x="44363" y="44946"/>
                  <a:pt x="43460" y="41188"/>
                  <a:pt x="40897" y="37037"/>
                </a:cubicBezTo>
                <a:lnTo>
                  <a:pt x="39135" y="34022"/>
                </a:lnTo>
                <a:cubicBezTo>
                  <a:pt x="39193" y="36921"/>
                  <a:pt x="38567" y="39542"/>
                  <a:pt x="37256" y="41756"/>
                </a:cubicBezTo>
                <a:cubicBezTo>
                  <a:pt x="35945" y="44043"/>
                  <a:pt x="33964" y="45965"/>
                  <a:pt x="31226" y="47626"/>
                </a:cubicBezTo>
                <a:cubicBezTo>
                  <a:pt x="26740" y="50349"/>
                  <a:pt x="22007" y="50801"/>
                  <a:pt x="17171" y="49038"/>
                </a:cubicBezTo>
                <a:cubicBezTo>
                  <a:pt x="12336" y="47276"/>
                  <a:pt x="8243" y="43577"/>
                  <a:pt x="4777" y="37897"/>
                </a:cubicBezTo>
                <a:cubicBezTo>
                  <a:pt x="1354" y="32202"/>
                  <a:pt x="0" y="26798"/>
                  <a:pt x="670" y="21672"/>
                </a:cubicBezTo>
                <a:cubicBezTo>
                  <a:pt x="1354" y="16560"/>
                  <a:pt x="3918" y="12627"/>
                  <a:pt x="8476" y="9904"/>
                </a:cubicBezTo>
                <a:cubicBezTo>
                  <a:pt x="11142" y="8302"/>
                  <a:pt x="13822" y="7399"/>
                  <a:pt x="16443" y="7282"/>
                </a:cubicBezTo>
                <a:cubicBezTo>
                  <a:pt x="18992" y="7166"/>
                  <a:pt x="21614" y="7850"/>
                  <a:pt x="24177" y="9278"/>
                </a:cubicBezTo>
                <a:lnTo>
                  <a:pt x="20754" y="3699"/>
                </a:lnTo>
                <a:lnTo>
                  <a:pt x="26842" y="0"/>
                </a:lnTo>
                <a:lnTo>
                  <a:pt x="46300" y="32260"/>
                </a:lnTo>
                <a:close/>
                <a:moveTo>
                  <a:pt x="46300" y="322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F94DC-AF65-4946-9307-1AE84146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77" y="4865727"/>
            <a:ext cx="36921" cy="54791"/>
          </a:xfrm>
          <a:custGeom xmlns:a="http://schemas.openxmlformats.org/drawingml/2006/main">
            <a:pathLst>
              <a:path w="36921" h="54791">
                <a:moveTo>
                  <a:pt x="8651" y="17972"/>
                </a:moveTo>
                <a:lnTo>
                  <a:pt x="14681" y="14331"/>
                </a:lnTo>
                <a:lnTo>
                  <a:pt x="36921" y="51150"/>
                </a:lnTo>
                <a:lnTo>
                  <a:pt x="30891" y="54791"/>
                </a:lnTo>
                <a:lnTo>
                  <a:pt x="8651" y="17972"/>
                </a:lnTo>
                <a:close/>
                <a:moveTo>
                  <a:pt x="0" y="3641"/>
                </a:moveTo>
                <a:lnTo>
                  <a:pt x="6030" y="0"/>
                </a:lnTo>
                <a:lnTo>
                  <a:pt x="10647" y="7675"/>
                </a:lnTo>
                <a:lnTo>
                  <a:pt x="4617" y="11317"/>
                </a:lnTo>
                <a:lnTo>
                  <a:pt x="0" y="3641"/>
                </a:lnTo>
                <a:close/>
                <a:moveTo>
                  <a:pt x="0" y="36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FB537-0A44-42A1-B198-1A077B02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952" y="4857644"/>
            <a:ext cx="53087" cy="51718"/>
          </a:xfrm>
          <a:custGeom xmlns:a="http://schemas.openxmlformats.org/drawingml/2006/main">
            <a:pathLst>
              <a:path w="53087" h="51718">
                <a:moveTo>
                  <a:pt x="39659" y="10865"/>
                </a:moveTo>
                <a:lnTo>
                  <a:pt x="53087" y="33119"/>
                </a:lnTo>
                <a:lnTo>
                  <a:pt x="47058" y="36761"/>
                </a:lnTo>
                <a:lnTo>
                  <a:pt x="33746" y="14739"/>
                </a:lnTo>
                <a:cubicBezTo>
                  <a:pt x="31634" y="11215"/>
                  <a:pt x="29420" y="9059"/>
                  <a:pt x="26973" y="8141"/>
                </a:cubicBezTo>
                <a:cubicBezTo>
                  <a:pt x="24585" y="7224"/>
                  <a:pt x="22021" y="7573"/>
                  <a:pt x="19298" y="9219"/>
                </a:cubicBezTo>
                <a:cubicBezTo>
                  <a:pt x="16050" y="11215"/>
                  <a:pt x="14113" y="13836"/>
                  <a:pt x="13487" y="17011"/>
                </a:cubicBezTo>
                <a:cubicBezTo>
                  <a:pt x="12860" y="20259"/>
                  <a:pt x="13603" y="23667"/>
                  <a:pt x="15759" y="27265"/>
                </a:cubicBezTo>
                <a:lnTo>
                  <a:pt x="28342" y="48077"/>
                </a:lnTo>
                <a:lnTo>
                  <a:pt x="22254" y="51718"/>
                </a:lnTo>
                <a:lnTo>
                  <a:pt x="0" y="14914"/>
                </a:lnTo>
                <a:lnTo>
                  <a:pt x="6088" y="11215"/>
                </a:lnTo>
                <a:lnTo>
                  <a:pt x="9569" y="16953"/>
                </a:lnTo>
                <a:cubicBezTo>
                  <a:pt x="9685" y="13894"/>
                  <a:pt x="10355" y="11156"/>
                  <a:pt x="11666" y="8884"/>
                </a:cubicBezTo>
                <a:cubicBezTo>
                  <a:pt x="12977" y="6612"/>
                  <a:pt x="14914" y="4733"/>
                  <a:pt x="17477" y="3131"/>
                </a:cubicBezTo>
                <a:cubicBezTo>
                  <a:pt x="21745" y="626"/>
                  <a:pt x="25721" y="0"/>
                  <a:pt x="29420" y="1311"/>
                </a:cubicBezTo>
                <a:cubicBezTo>
                  <a:pt x="33178" y="2563"/>
                  <a:pt x="36586" y="5811"/>
                  <a:pt x="39659" y="10865"/>
                </a:cubicBezTo>
                <a:close/>
                <a:moveTo>
                  <a:pt x="39659" y="108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7323B-D070-4FC0-9BF5-6885E5BA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948" y="4870388"/>
            <a:ext cx="11943" cy="12584"/>
          </a:xfrm>
          <a:custGeom xmlns:a="http://schemas.openxmlformats.org/drawingml/2006/main">
            <a:pathLst>
              <a:path w="11943" h="12584">
                <a:moveTo>
                  <a:pt x="0" y="4209"/>
                </a:moveTo>
                <a:lnTo>
                  <a:pt x="6947" y="0"/>
                </a:lnTo>
                <a:lnTo>
                  <a:pt x="11943" y="8375"/>
                </a:lnTo>
                <a:lnTo>
                  <a:pt x="5010" y="12584"/>
                </a:lnTo>
                <a:lnTo>
                  <a:pt x="0" y="4209"/>
                </a:lnTo>
                <a:close/>
                <a:moveTo>
                  <a:pt x="0" y="42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3165A-D632-44A4-AB3B-51757E55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54" y="4805139"/>
            <a:ext cx="54675" cy="64229"/>
          </a:xfrm>
          <a:custGeom xmlns:a="http://schemas.openxmlformats.org/drawingml/2006/main">
            <a:pathLst>
              <a:path w="54675" h="64229">
                <a:moveTo>
                  <a:pt x="27760" y="0"/>
                </a:moveTo>
                <a:lnTo>
                  <a:pt x="31692" y="6481"/>
                </a:lnTo>
                <a:cubicBezTo>
                  <a:pt x="28444" y="6772"/>
                  <a:pt x="25546" y="7340"/>
                  <a:pt x="22924" y="8083"/>
                </a:cubicBezTo>
                <a:cubicBezTo>
                  <a:pt x="20303" y="8811"/>
                  <a:pt x="17972" y="9846"/>
                  <a:pt x="15933" y="11098"/>
                </a:cubicBezTo>
                <a:cubicBezTo>
                  <a:pt x="12292" y="13312"/>
                  <a:pt x="9962" y="15642"/>
                  <a:pt x="8811" y="18264"/>
                </a:cubicBezTo>
                <a:cubicBezTo>
                  <a:pt x="7675" y="20827"/>
                  <a:pt x="7908" y="23434"/>
                  <a:pt x="9496" y="25997"/>
                </a:cubicBezTo>
                <a:cubicBezTo>
                  <a:pt x="10807" y="28211"/>
                  <a:pt x="12453" y="29464"/>
                  <a:pt x="14390" y="29755"/>
                </a:cubicBezTo>
                <a:cubicBezTo>
                  <a:pt x="16385" y="30090"/>
                  <a:pt x="19400" y="29464"/>
                  <a:pt x="23434" y="27935"/>
                </a:cubicBezTo>
                <a:lnTo>
                  <a:pt x="27935" y="26347"/>
                </a:lnTo>
                <a:cubicBezTo>
                  <a:pt x="33454" y="24293"/>
                  <a:pt x="38115" y="23784"/>
                  <a:pt x="41931" y="24745"/>
                </a:cubicBezTo>
                <a:cubicBezTo>
                  <a:pt x="45747" y="25662"/>
                  <a:pt x="48820" y="28168"/>
                  <a:pt x="51208" y="32144"/>
                </a:cubicBezTo>
                <a:cubicBezTo>
                  <a:pt x="54107" y="36862"/>
                  <a:pt x="54675" y="41479"/>
                  <a:pt x="52971" y="45849"/>
                </a:cubicBezTo>
                <a:cubicBezTo>
                  <a:pt x="51252" y="50233"/>
                  <a:pt x="47334" y="54281"/>
                  <a:pt x="41188" y="57966"/>
                </a:cubicBezTo>
                <a:cubicBezTo>
                  <a:pt x="38858" y="59394"/>
                  <a:pt x="36236" y="60646"/>
                  <a:pt x="33280" y="61666"/>
                </a:cubicBezTo>
                <a:cubicBezTo>
                  <a:pt x="30381" y="62758"/>
                  <a:pt x="27192" y="63603"/>
                  <a:pt x="23725" y="64229"/>
                </a:cubicBezTo>
                <a:lnTo>
                  <a:pt x="19633" y="57398"/>
                </a:lnTo>
                <a:cubicBezTo>
                  <a:pt x="23216" y="57296"/>
                  <a:pt x="26565" y="56830"/>
                  <a:pt x="29580" y="56044"/>
                </a:cubicBezTo>
                <a:cubicBezTo>
                  <a:pt x="32653" y="55243"/>
                  <a:pt x="35450" y="54107"/>
                  <a:pt x="37940" y="52563"/>
                </a:cubicBezTo>
                <a:cubicBezTo>
                  <a:pt x="41698" y="50291"/>
                  <a:pt x="44203" y="47786"/>
                  <a:pt x="45339" y="45062"/>
                </a:cubicBezTo>
                <a:cubicBezTo>
                  <a:pt x="46533" y="42324"/>
                  <a:pt x="46257" y="39601"/>
                  <a:pt x="44596" y="36804"/>
                </a:cubicBezTo>
                <a:cubicBezTo>
                  <a:pt x="43125" y="34416"/>
                  <a:pt x="41246" y="32945"/>
                  <a:pt x="38974" y="32479"/>
                </a:cubicBezTo>
                <a:cubicBezTo>
                  <a:pt x="36644" y="32027"/>
                  <a:pt x="33629" y="32479"/>
                  <a:pt x="29813" y="33848"/>
                </a:cubicBezTo>
                <a:lnTo>
                  <a:pt x="25313" y="35493"/>
                </a:lnTo>
                <a:cubicBezTo>
                  <a:pt x="19735" y="37489"/>
                  <a:pt x="15249" y="38115"/>
                  <a:pt x="11783" y="37372"/>
                </a:cubicBezTo>
                <a:cubicBezTo>
                  <a:pt x="8243" y="36586"/>
                  <a:pt x="5403" y="34299"/>
                  <a:pt x="3131" y="30556"/>
                </a:cubicBezTo>
                <a:cubicBezTo>
                  <a:pt x="510" y="26230"/>
                  <a:pt x="0" y="21905"/>
                  <a:pt x="1529" y="17579"/>
                </a:cubicBezTo>
                <a:cubicBezTo>
                  <a:pt x="3073" y="13195"/>
                  <a:pt x="6539" y="9438"/>
                  <a:pt x="11885" y="6204"/>
                </a:cubicBezTo>
                <a:cubicBezTo>
                  <a:pt x="14215" y="4777"/>
                  <a:pt x="16662" y="3583"/>
                  <a:pt x="19342" y="2563"/>
                </a:cubicBezTo>
                <a:cubicBezTo>
                  <a:pt x="21963" y="1529"/>
                  <a:pt x="24745" y="685"/>
                  <a:pt x="27760" y="0"/>
                </a:cubicBezTo>
                <a:close/>
                <a:moveTo>
                  <a:pt x="277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758BA-373C-4397-90F0-BC60861A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797" y="4779200"/>
            <a:ext cx="75953" cy="65656"/>
          </a:xfrm>
          <a:custGeom xmlns:a="http://schemas.openxmlformats.org/drawingml/2006/main">
            <a:pathLst>
              <a:path w="75953" h="65656">
                <a:moveTo>
                  <a:pt x="33178" y="18424"/>
                </a:moveTo>
                <a:cubicBezTo>
                  <a:pt x="33003" y="14841"/>
                  <a:pt x="33629" y="11710"/>
                  <a:pt x="34940" y="9161"/>
                </a:cubicBezTo>
                <a:cubicBezTo>
                  <a:pt x="36251" y="6598"/>
                  <a:pt x="38348" y="4428"/>
                  <a:pt x="41203" y="2724"/>
                </a:cubicBezTo>
                <a:cubicBezTo>
                  <a:pt x="45004" y="451"/>
                  <a:pt x="48820" y="0"/>
                  <a:pt x="52519" y="1413"/>
                </a:cubicBezTo>
                <a:cubicBezTo>
                  <a:pt x="56219" y="2840"/>
                  <a:pt x="59568" y="6030"/>
                  <a:pt x="62525" y="10982"/>
                </a:cubicBezTo>
                <a:lnTo>
                  <a:pt x="75953" y="33163"/>
                </a:lnTo>
                <a:lnTo>
                  <a:pt x="69865" y="36862"/>
                </a:lnTo>
                <a:lnTo>
                  <a:pt x="56612" y="14841"/>
                </a:lnTo>
                <a:cubicBezTo>
                  <a:pt x="54456" y="11317"/>
                  <a:pt x="52228" y="9103"/>
                  <a:pt x="49956" y="8127"/>
                </a:cubicBezTo>
                <a:cubicBezTo>
                  <a:pt x="47684" y="7166"/>
                  <a:pt x="45237" y="7442"/>
                  <a:pt x="42674" y="8986"/>
                </a:cubicBezTo>
                <a:cubicBezTo>
                  <a:pt x="39542" y="10923"/>
                  <a:pt x="37722" y="13428"/>
                  <a:pt x="37154" y="16603"/>
                </a:cubicBezTo>
                <a:cubicBezTo>
                  <a:pt x="36586" y="19793"/>
                  <a:pt x="37387" y="23201"/>
                  <a:pt x="39542" y="26798"/>
                </a:cubicBezTo>
                <a:lnTo>
                  <a:pt x="52126" y="47611"/>
                </a:lnTo>
                <a:lnTo>
                  <a:pt x="46038" y="51252"/>
                </a:lnTo>
                <a:lnTo>
                  <a:pt x="32770" y="29245"/>
                </a:lnTo>
                <a:cubicBezTo>
                  <a:pt x="30614" y="25706"/>
                  <a:pt x="28401" y="23434"/>
                  <a:pt x="26114" y="22473"/>
                </a:cubicBezTo>
                <a:cubicBezTo>
                  <a:pt x="23842" y="21555"/>
                  <a:pt x="21395" y="21847"/>
                  <a:pt x="18774" y="23434"/>
                </a:cubicBezTo>
                <a:cubicBezTo>
                  <a:pt x="15715" y="25313"/>
                  <a:pt x="13894" y="27818"/>
                  <a:pt x="13312" y="31051"/>
                </a:cubicBezTo>
                <a:cubicBezTo>
                  <a:pt x="12744" y="34241"/>
                  <a:pt x="13545" y="37605"/>
                  <a:pt x="15715" y="41188"/>
                </a:cubicBezTo>
                <a:lnTo>
                  <a:pt x="28284" y="62015"/>
                </a:lnTo>
                <a:lnTo>
                  <a:pt x="22196" y="65656"/>
                </a:lnTo>
                <a:lnTo>
                  <a:pt x="0" y="28837"/>
                </a:lnTo>
                <a:lnTo>
                  <a:pt x="6030" y="25138"/>
                </a:lnTo>
                <a:lnTo>
                  <a:pt x="9511" y="30891"/>
                </a:lnTo>
                <a:cubicBezTo>
                  <a:pt x="9569" y="27818"/>
                  <a:pt x="10195" y="25138"/>
                  <a:pt x="11448" y="22924"/>
                </a:cubicBezTo>
                <a:cubicBezTo>
                  <a:pt x="12744" y="20652"/>
                  <a:pt x="14681" y="18715"/>
                  <a:pt x="17361" y="17113"/>
                </a:cubicBezTo>
                <a:cubicBezTo>
                  <a:pt x="20026" y="15526"/>
                  <a:pt x="22706" y="14841"/>
                  <a:pt x="25429" y="15074"/>
                </a:cubicBezTo>
                <a:cubicBezTo>
                  <a:pt x="28109" y="15293"/>
                  <a:pt x="30673" y="16443"/>
                  <a:pt x="33178" y="18424"/>
                </a:cubicBezTo>
                <a:close/>
                <a:moveTo>
                  <a:pt x="33178" y="184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86A20-E3CB-460B-826F-291EA5C3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997" y="4755358"/>
            <a:ext cx="49606" cy="47669"/>
          </a:xfrm>
          <a:custGeom xmlns:a="http://schemas.openxmlformats.org/drawingml/2006/main">
            <a:pathLst>
              <a:path w="49606" h="47669">
                <a:moveTo>
                  <a:pt x="26391" y="21104"/>
                </a:moveTo>
                <a:cubicBezTo>
                  <a:pt x="21497" y="24060"/>
                  <a:pt x="18424" y="26682"/>
                  <a:pt x="17230" y="28954"/>
                </a:cubicBezTo>
                <a:cubicBezTo>
                  <a:pt x="16035" y="31182"/>
                  <a:pt x="16210" y="33673"/>
                  <a:pt x="17856" y="36353"/>
                </a:cubicBezTo>
                <a:cubicBezTo>
                  <a:pt x="19167" y="38523"/>
                  <a:pt x="20871" y="39819"/>
                  <a:pt x="23099" y="40227"/>
                </a:cubicBezTo>
                <a:cubicBezTo>
                  <a:pt x="25255" y="40620"/>
                  <a:pt x="27527" y="40052"/>
                  <a:pt x="29974" y="38625"/>
                </a:cubicBezTo>
                <a:cubicBezTo>
                  <a:pt x="33338" y="36586"/>
                  <a:pt x="35319" y="33731"/>
                  <a:pt x="35901" y="30148"/>
                </a:cubicBezTo>
                <a:cubicBezTo>
                  <a:pt x="36527" y="26565"/>
                  <a:pt x="35610" y="22808"/>
                  <a:pt x="33221" y="18832"/>
                </a:cubicBezTo>
                <a:lnTo>
                  <a:pt x="32420" y="17521"/>
                </a:lnTo>
                <a:lnTo>
                  <a:pt x="26391" y="21104"/>
                </a:lnTo>
                <a:close/>
                <a:moveTo>
                  <a:pt x="36921" y="11317"/>
                </a:moveTo>
                <a:lnTo>
                  <a:pt x="49606" y="32377"/>
                </a:lnTo>
                <a:lnTo>
                  <a:pt x="43577" y="36018"/>
                </a:lnTo>
                <a:lnTo>
                  <a:pt x="40212" y="30440"/>
                </a:lnTo>
                <a:cubicBezTo>
                  <a:pt x="40169" y="33513"/>
                  <a:pt x="39426" y="36178"/>
                  <a:pt x="38057" y="38465"/>
                </a:cubicBezTo>
                <a:cubicBezTo>
                  <a:pt x="36629" y="40795"/>
                  <a:pt x="34416" y="42834"/>
                  <a:pt x="31459" y="44654"/>
                </a:cubicBezTo>
                <a:cubicBezTo>
                  <a:pt x="27643" y="46941"/>
                  <a:pt x="24002" y="47669"/>
                  <a:pt x="20536" y="46883"/>
                </a:cubicBezTo>
                <a:cubicBezTo>
                  <a:pt x="17011" y="46140"/>
                  <a:pt x="14215" y="43970"/>
                  <a:pt x="12059" y="40387"/>
                </a:cubicBezTo>
                <a:cubicBezTo>
                  <a:pt x="9554" y="36294"/>
                  <a:pt x="9044" y="32318"/>
                  <a:pt x="10574" y="28561"/>
                </a:cubicBezTo>
                <a:cubicBezTo>
                  <a:pt x="12059" y="24745"/>
                  <a:pt x="15584" y="21220"/>
                  <a:pt x="21046" y="17914"/>
                </a:cubicBezTo>
                <a:lnTo>
                  <a:pt x="29522" y="12744"/>
                </a:lnTo>
                <a:lnTo>
                  <a:pt x="29187" y="12176"/>
                </a:lnTo>
                <a:cubicBezTo>
                  <a:pt x="27468" y="9394"/>
                  <a:pt x="25313" y="7792"/>
                  <a:pt x="22531" y="7399"/>
                </a:cubicBezTo>
                <a:cubicBezTo>
                  <a:pt x="19793" y="6947"/>
                  <a:pt x="16778" y="7734"/>
                  <a:pt x="13428" y="9729"/>
                </a:cubicBezTo>
                <a:cubicBezTo>
                  <a:pt x="11317" y="11040"/>
                  <a:pt x="9438" y="12511"/>
                  <a:pt x="7734" y="14229"/>
                </a:cubicBezTo>
                <a:cubicBezTo>
                  <a:pt x="6088" y="15933"/>
                  <a:pt x="4602" y="17871"/>
                  <a:pt x="3350" y="19968"/>
                </a:cubicBezTo>
                <a:lnTo>
                  <a:pt x="0" y="14331"/>
                </a:lnTo>
                <a:cubicBezTo>
                  <a:pt x="1704" y="12176"/>
                  <a:pt x="3466" y="10239"/>
                  <a:pt x="5287" y="8535"/>
                </a:cubicBezTo>
                <a:cubicBezTo>
                  <a:pt x="7107" y="6889"/>
                  <a:pt x="8986" y="5462"/>
                  <a:pt x="10982" y="4267"/>
                </a:cubicBezTo>
                <a:cubicBezTo>
                  <a:pt x="16327" y="1020"/>
                  <a:pt x="21104" y="0"/>
                  <a:pt x="25429" y="1194"/>
                </a:cubicBezTo>
                <a:cubicBezTo>
                  <a:pt x="29697" y="2330"/>
                  <a:pt x="33556" y="5753"/>
                  <a:pt x="36921" y="11317"/>
                </a:cubicBezTo>
                <a:close/>
                <a:moveTo>
                  <a:pt x="36921" y="113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AD02AF-A5BD-4811-89A9-D6F543AA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165" y="4725370"/>
            <a:ext cx="36979" cy="54791"/>
          </a:xfrm>
          <a:custGeom xmlns:a="http://schemas.openxmlformats.org/drawingml/2006/main">
            <a:pathLst>
              <a:path w="36979" h="54791">
                <a:moveTo>
                  <a:pt x="0" y="3641"/>
                </a:moveTo>
                <a:lnTo>
                  <a:pt x="6030" y="0"/>
                </a:lnTo>
                <a:lnTo>
                  <a:pt x="36979" y="51150"/>
                </a:lnTo>
                <a:lnTo>
                  <a:pt x="30891" y="54791"/>
                </a:lnTo>
                <a:lnTo>
                  <a:pt x="0" y="3641"/>
                </a:lnTo>
                <a:close/>
                <a:moveTo>
                  <a:pt x="0" y="36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64B66-884E-41A6-A0C9-6CAF29EC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880" y="4714053"/>
            <a:ext cx="36935" cy="54849"/>
          </a:xfrm>
          <a:custGeom xmlns:a="http://schemas.openxmlformats.org/drawingml/2006/main">
            <a:pathLst>
              <a:path w="36935" h="54849">
                <a:moveTo>
                  <a:pt x="0" y="3699"/>
                </a:moveTo>
                <a:lnTo>
                  <a:pt x="6044" y="0"/>
                </a:lnTo>
                <a:lnTo>
                  <a:pt x="36935" y="51208"/>
                </a:lnTo>
                <a:lnTo>
                  <a:pt x="30906" y="54849"/>
                </a:lnTo>
                <a:lnTo>
                  <a:pt x="0" y="3699"/>
                </a:lnTo>
                <a:close/>
                <a:moveTo>
                  <a:pt x="0" y="36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FB2E3-A995-48AE-9FD8-E6D56C42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11" y="4981558"/>
            <a:ext cx="44101" cy="62816"/>
          </a:xfrm>
          <a:custGeom xmlns:a="http://schemas.openxmlformats.org/drawingml/2006/main">
            <a:pathLst>
              <a:path w="44101" h="62816">
                <a:moveTo>
                  <a:pt x="9904" y="14564"/>
                </a:moveTo>
                <a:lnTo>
                  <a:pt x="20376" y="33338"/>
                </a:lnTo>
                <a:lnTo>
                  <a:pt x="28910" y="28619"/>
                </a:lnTo>
                <a:cubicBezTo>
                  <a:pt x="32042" y="26857"/>
                  <a:pt x="34022" y="24643"/>
                  <a:pt x="34823" y="22080"/>
                </a:cubicBezTo>
                <a:cubicBezTo>
                  <a:pt x="35683" y="19458"/>
                  <a:pt x="35217" y="16676"/>
                  <a:pt x="33513" y="13661"/>
                </a:cubicBezTo>
                <a:cubicBezTo>
                  <a:pt x="31867" y="10647"/>
                  <a:pt x="29697" y="8826"/>
                  <a:pt x="27090" y="8141"/>
                </a:cubicBezTo>
                <a:cubicBezTo>
                  <a:pt x="24468" y="7515"/>
                  <a:pt x="21570" y="8025"/>
                  <a:pt x="18380" y="9787"/>
                </a:cubicBezTo>
                <a:lnTo>
                  <a:pt x="9904" y="14564"/>
                </a:lnTo>
                <a:close/>
                <a:moveTo>
                  <a:pt x="0" y="12744"/>
                </a:moveTo>
                <a:lnTo>
                  <a:pt x="15307" y="4209"/>
                </a:lnTo>
                <a:cubicBezTo>
                  <a:pt x="20885" y="1078"/>
                  <a:pt x="25837" y="0"/>
                  <a:pt x="30163" y="918"/>
                </a:cubicBezTo>
                <a:cubicBezTo>
                  <a:pt x="34430" y="1879"/>
                  <a:pt x="37955" y="4777"/>
                  <a:pt x="40678" y="9671"/>
                </a:cubicBezTo>
                <a:cubicBezTo>
                  <a:pt x="43475" y="14623"/>
                  <a:pt x="44101" y="19123"/>
                  <a:pt x="42615" y="23274"/>
                </a:cubicBezTo>
                <a:cubicBezTo>
                  <a:pt x="41188" y="27425"/>
                  <a:pt x="37605" y="31008"/>
                  <a:pt x="32042" y="34197"/>
                </a:cubicBezTo>
                <a:lnTo>
                  <a:pt x="23507" y="38916"/>
                </a:lnTo>
                <a:lnTo>
                  <a:pt x="34707" y="59059"/>
                </a:lnTo>
                <a:lnTo>
                  <a:pt x="27935" y="62816"/>
                </a:lnTo>
                <a:lnTo>
                  <a:pt x="0" y="12744"/>
                </a:lnTo>
                <a:close/>
                <a:moveTo>
                  <a:pt x="0" y="127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ACD9D-3D14-4BA0-B59F-783D7183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32" y="4955109"/>
            <a:ext cx="41188" cy="66166"/>
          </a:xfrm>
          <a:custGeom xmlns:a="http://schemas.openxmlformats.org/drawingml/2006/main">
            <a:pathLst>
              <a:path w="41188" h="66166">
                <a:moveTo>
                  <a:pt x="0" y="16094"/>
                </a:moveTo>
                <a:lnTo>
                  <a:pt x="28736" y="0"/>
                </a:lnTo>
                <a:lnTo>
                  <a:pt x="31911" y="5738"/>
                </a:lnTo>
                <a:lnTo>
                  <a:pt x="9962" y="18031"/>
                </a:lnTo>
                <a:lnTo>
                  <a:pt x="18205" y="32770"/>
                </a:lnTo>
                <a:lnTo>
                  <a:pt x="37998" y="21672"/>
                </a:lnTo>
                <a:lnTo>
                  <a:pt x="41188" y="27366"/>
                </a:lnTo>
                <a:lnTo>
                  <a:pt x="21395" y="38450"/>
                </a:lnTo>
                <a:lnTo>
                  <a:pt x="34707" y="62350"/>
                </a:lnTo>
                <a:lnTo>
                  <a:pt x="27935" y="66166"/>
                </a:lnTo>
                <a:lnTo>
                  <a:pt x="0" y="16094"/>
                </a:lnTo>
                <a:close/>
                <a:moveTo>
                  <a:pt x="0" y="160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5DCB1-FD4B-40CC-B7F5-E8D990EC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16" y="4945380"/>
            <a:ext cx="59117" cy="53815"/>
          </a:xfrm>
          <a:custGeom xmlns:a="http://schemas.openxmlformats.org/drawingml/2006/main">
            <a:pathLst>
              <a:path w="59117" h="53815">
                <a:moveTo>
                  <a:pt x="0" y="3758"/>
                </a:moveTo>
                <a:lnTo>
                  <a:pt x="6772" y="0"/>
                </a:lnTo>
                <a:lnTo>
                  <a:pt x="31517" y="44319"/>
                </a:lnTo>
                <a:lnTo>
                  <a:pt x="55927" y="30716"/>
                </a:lnTo>
                <a:lnTo>
                  <a:pt x="59117" y="36411"/>
                </a:lnTo>
                <a:lnTo>
                  <a:pt x="27935" y="53815"/>
                </a:lnTo>
                <a:lnTo>
                  <a:pt x="0" y="3758"/>
                </a:lnTo>
                <a:close/>
                <a:moveTo>
                  <a:pt x="0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71EB3-9C40-4255-9AD3-4DC0BF4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89" y="4965012"/>
            <a:ext cx="11826" cy="12453"/>
          </a:xfrm>
          <a:custGeom xmlns:a="http://schemas.openxmlformats.org/drawingml/2006/main">
            <a:pathLst>
              <a:path w="11826" h="12453">
                <a:moveTo>
                  <a:pt x="0" y="3976"/>
                </a:moveTo>
                <a:lnTo>
                  <a:pt x="7049" y="0"/>
                </a:lnTo>
                <a:lnTo>
                  <a:pt x="11826" y="8520"/>
                </a:lnTo>
                <a:lnTo>
                  <a:pt x="4719" y="12453"/>
                </a:lnTo>
                <a:lnTo>
                  <a:pt x="0" y="3976"/>
                </a:lnTo>
                <a:close/>
                <a:moveTo>
                  <a:pt x="0" y="3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24163-72FD-4EB9-9723-B11ECF6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894" y="4899516"/>
            <a:ext cx="41246" cy="66108"/>
          </a:xfrm>
          <a:custGeom xmlns:a="http://schemas.openxmlformats.org/drawingml/2006/main">
            <a:pathLst>
              <a:path w="41246" h="66108">
                <a:moveTo>
                  <a:pt x="0" y="16050"/>
                </a:moveTo>
                <a:lnTo>
                  <a:pt x="28736" y="0"/>
                </a:lnTo>
                <a:lnTo>
                  <a:pt x="31969" y="5695"/>
                </a:lnTo>
                <a:lnTo>
                  <a:pt x="9962" y="17987"/>
                </a:lnTo>
                <a:lnTo>
                  <a:pt x="18205" y="32726"/>
                </a:lnTo>
                <a:lnTo>
                  <a:pt x="38057" y="21628"/>
                </a:lnTo>
                <a:lnTo>
                  <a:pt x="41246" y="27308"/>
                </a:lnTo>
                <a:lnTo>
                  <a:pt x="21395" y="38406"/>
                </a:lnTo>
                <a:lnTo>
                  <a:pt x="34707" y="62306"/>
                </a:lnTo>
                <a:lnTo>
                  <a:pt x="27935" y="66108"/>
                </a:lnTo>
                <a:lnTo>
                  <a:pt x="0" y="16050"/>
                </a:lnTo>
                <a:close/>
                <a:moveTo>
                  <a:pt x="0" y="160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B00A3-9847-45C6-BF90-D16179C6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955" y="4890880"/>
            <a:ext cx="35319" cy="55636"/>
          </a:xfrm>
          <a:custGeom xmlns:a="http://schemas.openxmlformats.org/drawingml/2006/main">
            <a:pathLst>
              <a:path w="35319" h="55636">
                <a:moveTo>
                  <a:pt x="8185" y="18089"/>
                </a:moveTo>
                <a:lnTo>
                  <a:pt x="14331" y="14623"/>
                </a:lnTo>
                <a:lnTo>
                  <a:pt x="35319" y="52170"/>
                </a:lnTo>
                <a:lnTo>
                  <a:pt x="29129" y="55636"/>
                </a:lnTo>
                <a:lnTo>
                  <a:pt x="8185" y="18089"/>
                </a:lnTo>
                <a:close/>
                <a:moveTo>
                  <a:pt x="0" y="3466"/>
                </a:moveTo>
                <a:lnTo>
                  <a:pt x="6190" y="0"/>
                </a:lnTo>
                <a:lnTo>
                  <a:pt x="10515" y="7850"/>
                </a:lnTo>
                <a:lnTo>
                  <a:pt x="4369" y="11258"/>
                </a:lnTo>
                <a:lnTo>
                  <a:pt x="0" y="3466"/>
                </a:lnTo>
                <a:close/>
                <a:moveTo>
                  <a:pt x="0" y="34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6C1B9-8108-407F-8F5C-D0BBCDF4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97" y="4866412"/>
            <a:ext cx="48529" cy="66108"/>
          </a:xfrm>
          <a:custGeom xmlns:a="http://schemas.openxmlformats.org/drawingml/2006/main">
            <a:pathLst>
              <a:path w="48529" h="66108">
                <a:moveTo>
                  <a:pt x="24585" y="23784"/>
                </a:moveTo>
                <a:lnTo>
                  <a:pt x="13254" y="3466"/>
                </a:lnTo>
                <a:lnTo>
                  <a:pt x="19400" y="0"/>
                </a:lnTo>
                <a:lnTo>
                  <a:pt x="48529" y="52170"/>
                </a:lnTo>
                <a:lnTo>
                  <a:pt x="42382" y="55636"/>
                </a:lnTo>
                <a:lnTo>
                  <a:pt x="39266" y="50014"/>
                </a:lnTo>
                <a:cubicBezTo>
                  <a:pt x="39207" y="52971"/>
                  <a:pt x="38465" y="55519"/>
                  <a:pt x="37096" y="57690"/>
                </a:cubicBezTo>
                <a:cubicBezTo>
                  <a:pt x="35726" y="59903"/>
                  <a:pt x="33687" y="61782"/>
                  <a:pt x="30891" y="63326"/>
                </a:cubicBezTo>
                <a:cubicBezTo>
                  <a:pt x="26347" y="65875"/>
                  <a:pt x="21672" y="66108"/>
                  <a:pt x="16793" y="64112"/>
                </a:cubicBezTo>
                <a:cubicBezTo>
                  <a:pt x="11899" y="62073"/>
                  <a:pt x="7792" y="58083"/>
                  <a:pt x="4559" y="52170"/>
                </a:cubicBezTo>
                <a:cubicBezTo>
                  <a:pt x="1253" y="46315"/>
                  <a:pt x="0" y="40737"/>
                  <a:pt x="801" y="35493"/>
                </a:cubicBezTo>
                <a:cubicBezTo>
                  <a:pt x="1660" y="30323"/>
                  <a:pt x="4326" y="26449"/>
                  <a:pt x="8884" y="23900"/>
                </a:cubicBezTo>
                <a:cubicBezTo>
                  <a:pt x="11666" y="22356"/>
                  <a:pt x="14346" y="21555"/>
                  <a:pt x="16895" y="21555"/>
                </a:cubicBezTo>
                <a:cubicBezTo>
                  <a:pt x="19516" y="21512"/>
                  <a:pt x="22080" y="22240"/>
                  <a:pt x="24585" y="23784"/>
                </a:cubicBezTo>
                <a:close/>
                <a:moveTo>
                  <a:pt x="10923" y="48645"/>
                </a:moveTo>
                <a:cubicBezTo>
                  <a:pt x="13428" y="53131"/>
                  <a:pt x="16327" y="56204"/>
                  <a:pt x="19691" y="57748"/>
                </a:cubicBezTo>
                <a:cubicBezTo>
                  <a:pt x="22983" y="59277"/>
                  <a:pt x="26230" y="59117"/>
                  <a:pt x="29537" y="57296"/>
                </a:cubicBezTo>
                <a:cubicBezTo>
                  <a:pt x="32770" y="55476"/>
                  <a:pt x="34649" y="52738"/>
                  <a:pt x="35042" y="49155"/>
                </a:cubicBezTo>
                <a:cubicBezTo>
                  <a:pt x="35508" y="45514"/>
                  <a:pt x="34430" y="41421"/>
                  <a:pt x="31925" y="36862"/>
                </a:cubicBezTo>
                <a:cubicBezTo>
                  <a:pt x="29362" y="32377"/>
                  <a:pt x="26463" y="29304"/>
                  <a:pt x="23157" y="27760"/>
                </a:cubicBezTo>
                <a:cubicBezTo>
                  <a:pt x="19808" y="26230"/>
                  <a:pt x="16501" y="26391"/>
                  <a:pt x="13254" y="28211"/>
                </a:cubicBezTo>
                <a:cubicBezTo>
                  <a:pt x="10020" y="30032"/>
                  <a:pt x="8141" y="32770"/>
                  <a:pt x="7734" y="36411"/>
                </a:cubicBezTo>
                <a:cubicBezTo>
                  <a:pt x="7282" y="39994"/>
                  <a:pt x="8360" y="44086"/>
                  <a:pt x="10923" y="48645"/>
                </a:cubicBezTo>
                <a:close/>
                <a:moveTo>
                  <a:pt x="10923" y="486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90646-214D-487D-B530-D6826AA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6" y="4860833"/>
            <a:ext cx="47043" cy="46490"/>
          </a:xfrm>
          <a:custGeom xmlns:a="http://schemas.openxmlformats.org/drawingml/2006/main">
            <a:pathLst>
              <a:path w="47043" h="46490">
                <a:moveTo>
                  <a:pt x="38232" y="12409"/>
                </a:moveTo>
                <a:lnTo>
                  <a:pt x="39877" y="15424"/>
                </a:lnTo>
                <a:lnTo>
                  <a:pt x="11550" y="31241"/>
                </a:lnTo>
                <a:cubicBezTo>
                  <a:pt x="14171" y="35333"/>
                  <a:pt x="17302" y="37897"/>
                  <a:pt x="20827" y="38800"/>
                </a:cubicBezTo>
                <a:cubicBezTo>
                  <a:pt x="24352" y="39775"/>
                  <a:pt x="28168" y="39091"/>
                  <a:pt x="32260" y="36804"/>
                </a:cubicBezTo>
                <a:cubicBezTo>
                  <a:pt x="34590" y="35508"/>
                  <a:pt x="36746" y="33906"/>
                  <a:pt x="38625" y="32085"/>
                </a:cubicBezTo>
                <a:cubicBezTo>
                  <a:pt x="40562" y="30265"/>
                  <a:pt x="42266" y="28168"/>
                  <a:pt x="43810" y="25779"/>
                </a:cubicBezTo>
                <a:lnTo>
                  <a:pt x="47043" y="31634"/>
                </a:lnTo>
                <a:cubicBezTo>
                  <a:pt x="45397" y="33789"/>
                  <a:pt x="43518" y="35785"/>
                  <a:pt x="41479" y="37547"/>
                </a:cubicBezTo>
                <a:cubicBezTo>
                  <a:pt x="39426" y="39368"/>
                  <a:pt x="37212" y="40911"/>
                  <a:pt x="34823" y="42280"/>
                </a:cubicBezTo>
                <a:cubicBezTo>
                  <a:pt x="28794" y="45572"/>
                  <a:pt x="23099" y="46490"/>
                  <a:pt x="17637" y="45004"/>
                </a:cubicBezTo>
                <a:cubicBezTo>
                  <a:pt x="12176" y="43475"/>
                  <a:pt x="7792" y="39717"/>
                  <a:pt x="4500" y="33746"/>
                </a:cubicBezTo>
                <a:cubicBezTo>
                  <a:pt x="1078" y="27600"/>
                  <a:pt x="0" y="21788"/>
                  <a:pt x="1311" y="16327"/>
                </a:cubicBezTo>
                <a:cubicBezTo>
                  <a:pt x="2622" y="10865"/>
                  <a:pt x="6088" y="6539"/>
                  <a:pt x="11724" y="3423"/>
                </a:cubicBezTo>
                <a:cubicBezTo>
                  <a:pt x="16720" y="626"/>
                  <a:pt x="21672" y="0"/>
                  <a:pt x="26405" y="1602"/>
                </a:cubicBezTo>
                <a:cubicBezTo>
                  <a:pt x="31182" y="3190"/>
                  <a:pt x="35100" y="6831"/>
                  <a:pt x="38232" y="12409"/>
                </a:cubicBezTo>
                <a:close/>
                <a:moveTo>
                  <a:pt x="31066" y="14055"/>
                </a:moveTo>
                <a:cubicBezTo>
                  <a:pt x="29129" y="10705"/>
                  <a:pt x="26682" y="8535"/>
                  <a:pt x="23725" y="7573"/>
                </a:cubicBezTo>
                <a:cubicBezTo>
                  <a:pt x="20711" y="6539"/>
                  <a:pt x="17754" y="6889"/>
                  <a:pt x="14681" y="8593"/>
                </a:cubicBezTo>
                <a:cubicBezTo>
                  <a:pt x="11258" y="10530"/>
                  <a:pt x="9044" y="13035"/>
                  <a:pt x="8083" y="16166"/>
                </a:cubicBezTo>
                <a:cubicBezTo>
                  <a:pt x="7049" y="19225"/>
                  <a:pt x="7399" y="22648"/>
                  <a:pt x="9044" y="26347"/>
                </a:cubicBezTo>
                <a:lnTo>
                  <a:pt x="31066" y="14055"/>
                </a:lnTo>
                <a:close/>
                <a:moveTo>
                  <a:pt x="31066" y="140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97B54-08C9-4E9E-9506-BB0C223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965" y="4838084"/>
            <a:ext cx="42324" cy="49941"/>
          </a:xfrm>
          <a:custGeom xmlns:a="http://schemas.openxmlformats.org/drawingml/2006/main">
            <a:pathLst>
              <a:path w="42324" h="49941">
                <a:moveTo>
                  <a:pt x="23609" y="0"/>
                </a:moveTo>
                <a:lnTo>
                  <a:pt x="26842" y="5855"/>
                </a:lnTo>
                <a:cubicBezTo>
                  <a:pt x="24628" y="5913"/>
                  <a:pt x="22473" y="6248"/>
                  <a:pt x="20303" y="6874"/>
                </a:cubicBezTo>
                <a:cubicBezTo>
                  <a:pt x="18205" y="7442"/>
                  <a:pt x="16152" y="8302"/>
                  <a:pt x="14098" y="9438"/>
                </a:cubicBezTo>
                <a:cubicBezTo>
                  <a:pt x="11025" y="11142"/>
                  <a:pt x="9044" y="12904"/>
                  <a:pt x="8010" y="14666"/>
                </a:cubicBezTo>
                <a:cubicBezTo>
                  <a:pt x="6991" y="16487"/>
                  <a:pt x="7049" y="18307"/>
                  <a:pt x="8069" y="20186"/>
                </a:cubicBezTo>
                <a:cubicBezTo>
                  <a:pt x="8870" y="21614"/>
                  <a:pt x="10064" y="22473"/>
                  <a:pt x="11608" y="22633"/>
                </a:cubicBezTo>
                <a:cubicBezTo>
                  <a:pt x="13137" y="22866"/>
                  <a:pt x="15759" y="22415"/>
                  <a:pt x="19516" y="21279"/>
                </a:cubicBezTo>
                <a:lnTo>
                  <a:pt x="21905" y="20594"/>
                </a:lnTo>
                <a:cubicBezTo>
                  <a:pt x="26798" y="19050"/>
                  <a:pt x="30658" y="18657"/>
                  <a:pt x="33454" y="19342"/>
                </a:cubicBezTo>
                <a:cubicBezTo>
                  <a:pt x="36236" y="20026"/>
                  <a:pt x="38508" y="21905"/>
                  <a:pt x="40212" y="24978"/>
                </a:cubicBezTo>
                <a:cubicBezTo>
                  <a:pt x="42149" y="28444"/>
                  <a:pt x="42324" y="31969"/>
                  <a:pt x="40678" y="35552"/>
                </a:cubicBezTo>
                <a:cubicBezTo>
                  <a:pt x="39076" y="39135"/>
                  <a:pt x="35843" y="42266"/>
                  <a:pt x="31008" y="44946"/>
                </a:cubicBezTo>
                <a:cubicBezTo>
                  <a:pt x="29012" y="46082"/>
                  <a:pt x="26798" y="47043"/>
                  <a:pt x="24395" y="47902"/>
                </a:cubicBezTo>
                <a:cubicBezTo>
                  <a:pt x="22007" y="48689"/>
                  <a:pt x="19400" y="49373"/>
                  <a:pt x="16545" y="49941"/>
                </a:cubicBezTo>
                <a:lnTo>
                  <a:pt x="12962" y="43577"/>
                </a:lnTo>
                <a:cubicBezTo>
                  <a:pt x="15919" y="43518"/>
                  <a:pt x="18657" y="43183"/>
                  <a:pt x="21220" y="42499"/>
                </a:cubicBezTo>
                <a:cubicBezTo>
                  <a:pt x="23725" y="41873"/>
                  <a:pt x="26114" y="40897"/>
                  <a:pt x="28269" y="39703"/>
                </a:cubicBezTo>
                <a:cubicBezTo>
                  <a:pt x="31168" y="38115"/>
                  <a:pt x="33105" y="36353"/>
                  <a:pt x="34124" y="34474"/>
                </a:cubicBezTo>
                <a:cubicBezTo>
                  <a:pt x="35158" y="32595"/>
                  <a:pt x="35158" y="30775"/>
                  <a:pt x="34124" y="28954"/>
                </a:cubicBezTo>
                <a:cubicBezTo>
                  <a:pt x="33163" y="27308"/>
                  <a:pt x="31911" y="26332"/>
                  <a:pt x="30265" y="26056"/>
                </a:cubicBezTo>
                <a:cubicBezTo>
                  <a:pt x="28663" y="25764"/>
                  <a:pt x="25706" y="26332"/>
                  <a:pt x="21381" y="27643"/>
                </a:cubicBezTo>
                <a:lnTo>
                  <a:pt x="18992" y="28328"/>
                </a:lnTo>
                <a:cubicBezTo>
                  <a:pt x="14725" y="29639"/>
                  <a:pt x="11258" y="29974"/>
                  <a:pt x="8637" y="29231"/>
                </a:cubicBezTo>
                <a:cubicBezTo>
                  <a:pt x="6030" y="28503"/>
                  <a:pt x="3860" y="26740"/>
                  <a:pt x="2272" y="23827"/>
                </a:cubicBezTo>
                <a:cubicBezTo>
                  <a:pt x="277" y="20245"/>
                  <a:pt x="0" y="16836"/>
                  <a:pt x="1471" y="13530"/>
                </a:cubicBezTo>
                <a:cubicBezTo>
                  <a:pt x="2898" y="10239"/>
                  <a:pt x="5913" y="7282"/>
                  <a:pt x="10515" y="4719"/>
                </a:cubicBezTo>
                <a:cubicBezTo>
                  <a:pt x="12802" y="3408"/>
                  <a:pt x="15016" y="2389"/>
                  <a:pt x="17230" y="1588"/>
                </a:cubicBezTo>
                <a:cubicBezTo>
                  <a:pt x="19400" y="786"/>
                  <a:pt x="21555" y="277"/>
                  <a:pt x="23609" y="0"/>
                </a:cubicBezTo>
                <a:close/>
                <a:moveTo>
                  <a:pt x="236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0D62B-5163-42DA-9257-8EEBF156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02" y="4854978"/>
            <a:ext cx="11841" cy="12453"/>
          </a:xfrm>
          <a:custGeom xmlns:a="http://schemas.openxmlformats.org/drawingml/2006/main">
            <a:pathLst>
              <a:path w="11841" h="12453">
                <a:moveTo>
                  <a:pt x="0" y="3918"/>
                </a:moveTo>
                <a:lnTo>
                  <a:pt x="7049" y="0"/>
                </a:lnTo>
                <a:lnTo>
                  <a:pt x="11841" y="8476"/>
                </a:lnTo>
                <a:lnTo>
                  <a:pt x="4719" y="12453"/>
                </a:lnTo>
                <a:lnTo>
                  <a:pt x="0" y="3918"/>
                </a:lnTo>
                <a:close/>
                <a:moveTo>
                  <a:pt x="0" y="3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C805D-D25C-4910-A9CF-4F3A6C74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906" y="4792730"/>
            <a:ext cx="44101" cy="62816"/>
          </a:xfrm>
          <a:custGeom xmlns:a="http://schemas.openxmlformats.org/drawingml/2006/main">
            <a:pathLst>
              <a:path w="44101" h="62816">
                <a:moveTo>
                  <a:pt x="9904" y="14564"/>
                </a:moveTo>
                <a:lnTo>
                  <a:pt x="20376" y="33396"/>
                </a:lnTo>
                <a:lnTo>
                  <a:pt x="28910" y="28619"/>
                </a:lnTo>
                <a:cubicBezTo>
                  <a:pt x="32042" y="26857"/>
                  <a:pt x="34022" y="24701"/>
                  <a:pt x="34823" y="22080"/>
                </a:cubicBezTo>
                <a:cubicBezTo>
                  <a:pt x="35683" y="19516"/>
                  <a:pt x="35217" y="16676"/>
                  <a:pt x="33513" y="13661"/>
                </a:cubicBezTo>
                <a:cubicBezTo>
                  <a:pt x="31867" y="10705"/>
                  <a:pt x="29697" y="8826"/>
                  <a:pt x="27090" y="8200"/>
                </a:cubicBezTo>
                <a:cubicBezTo>
                  <a:pt x="24410" y="7515"/>
                  <a:pt x="21570" y="8025"/>
                  <a:pt x="18380" y="9787"/>
                </a:cubicBezTo>
                <a:lnTo>
                  <a:pt x="9904" y="14564"/>
                </a:lnTo>
                <a:close/>
                <a:moveTo>
                  <a:pt x="0" y="12802"/>
                </a:moveTo>
                <a:lnTo>
                  <a:pt x="15307" y="4209"/>
                </a:lnTo>
                <a:cubicBezTo>
                  <a:pt x="20885" y="1092"/>
                  <a:pt x="25837" y="0"/>
                  <a:pt x="30163" y="918"/>
                </a:cubicBezTo>
                <a:cubicBezTo>
                  <a:pt x="34430" y="1879"/>
                  <a:pt x="37955" y="4792"/>
                  <a:pt x="40678" y="9671"/>
                </a:cubicBezTo>
                <a:cubicBezTo>
                  <a:pt x="43416" y="14623"/>
                  <a:pt x="44101" y="19181"/>
                  <a:pt x="42615" y="23274"/>
                </a:cubicBezTo>
                <a:cubicBezTo>
                  <a:pt x="41144" y="27425"/>
                  <a:pt x="37605" y="31066"/>
                  <a:pt x="32042" y="34197"/>
                </a:cubicBezTo>
                <a:lnTo>
                  <a:pt x="23507" y="38916"/>
                </a:lnTo>
                <a:lnTo>
                  <a:pt x="34707" y="59059"/>
                </a:lnTo>
                <a:lnTo>
                  <a:pt x="27935" y="62816"/>
                </a:lnTo>
                <a:lnTo>
                  <a:pt x="0" y="12802"/>
                </a:lnTo>
                <a:close/>
                <a:moveTo>
                  <a:pt x="0" y="128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8AF9B-1CB6-4358-B1BC-C796875B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624" y="4777088"/>
            <a:ext cx="60588" cy="55636"/>
          </a:xfrm>
          <a:custGeom xmlns:a="http://schemas.openxmlformats.org/drawingml/2006/main">
            <a:pathLst>
              <a:path w="60588" h="55636">
                <a:moveTo>
                  <a:pt x="47961" y="15424"/>
                </a:moveTo>
                <a:lnTo>
                  <a:pt x="60588" y="38057"/>
                </a:lnTo>
                <a:lnTo>
                  <a:pt x="54442" y="41538"/>
                </a:lnTo>
                <a:lnTo>
                  <a:pt x="41873" y="19065"/>
                </a:lnTo>
                <a:cubicBezTo>
                  <a:pt x="39877" y="15482"/>
                  <a:pt x="37722" y="13195"/>
                  <a:pt x="35333" y="12234"/>
                </a:cubicBezTo>
                <a:cubicBezTo>
                  <a:pt x="33003" y="11273"/>
                  <a:pt x="30381" y="11491"/>
                  <a:pt x="27643" y="13093"/>
                </a:cubicBezTo>
                <a:cubicBezTo>
                  <a:pt x="24293" y="14914"/>
                  <a:pt x="22240" y="17463"/>
                  <a:pt x="21512" y="20652"/>
                </a:cubicBezTo>
                <a:cubicBezTo>
                  <a:pt x="20769" y="23842"/>
                  <a:pt x="21453" y="27250"/>
                  <a:pt x="23492" y="30949"/>
                </a:cubicBezTo>
                <a:lnTo>
                  <a:pt x="35333" y="52170"/>
                </a:lnTo>
                <a:lnTo>
                  <a:pt x="29129" y="55636"/>
                </a:lnTo>
                <a:lnTo>
                  <a:pt x="0" y="3466"/>
                </a:lnTo>
                <a:lnTo>
                  <a:pt x="6204" y="0"/>
                </a:lnTo>
                <a:lnTo>
                  <a:pt x="17637" y="20478"/>
                </a:lnTo>
                <a:cubicBezTo>
                  <a:pt x="17871" y="17361"/>
                  <a:pt x="18657" y="14739"/>
                  <a:pt x="20026" y="12467"/>
                </a:cubicBezTo>
                <a:cubicBezTo>
                  <a:pt x="21395" y="10239"/>
                  <a:pt x="23376" y="8418"/>
                  <a:pt x="25997" y="6947"/>
                </a:cubicBezTo>
                <a:cubicBezTo>
                  <a:pt x="30323" y="4559"/>
                  <a:pt x="34299" y="4034"/>
                  <a:pt x="37998" y="5462"/>
                </a:cubicBezTo>
                <a:cubicBezTo>
                  <a:pt x="41756" y="6889"/>
                  <a:pt x="45062" y="10181"/>
                  <a:pt x="47961" y="15424"/>
                </a:cubicBezTo>
                <a:close/>
                <a:moveTo>
                  <a:pt x="47961" y="154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9B98C-4CB3-4ED2-ACF4-FC452538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478" y="4758489"/>
            <a:ext cx="42324" cy="49956"/>
          </a:xfrm>
          <a:custGeom xmlns:a="http://schemas.openxmlformats.org/drawingml/2006/main">
            <a:pathLst>
              <a:path w="42324" h="49956">
                <a:moveTo>
                  <a:pt x="23609" y="0"/>
                </a:moveTo>
                <a:lnTo>
                  <a:pt x="26857" y="5797"/>
                </a:lnTo>
                <a:cubicBezTo>
                  <a:pt x="24628" y="5913"/>
                  <a:pt x="22473" y="6263"/>
                  <a:pt x="20303" y="6831"/>
                </a:cubicBezTo>
                <a:cubicBezTo>
                  <a:pt x="18205" y="7457"/>
                  <a:pt x="16152" y="8302"/>
                  <a:pt x="14113" y="9438"/>
                </a:cubicBezTo>
                <a:cubicBezTo>
                  <a:pt x="11040" y="11142"/>
                  <a:pt x="9044" y="12919"/>
                  <a:pt x="8025" y="14681"/>
                </a:cubicBezTo>
                <a:cubicBezTo>
                  <a:pt x="6991" y="16443"/>
                  <a:pt x="7049" y="18322"/>
                  <a:pt x="8083" y="20201"/>
                </a:cubicBezTo>
                <a:cubicBezTo>
                  <a:pt x="8870" y="21614"/>
                  <a:pt x="10064" y="22415"/>
                  <a:pt x="11608" y="22633"/>
                </a:cubicBezTo>
                <a:cubicBezTo>
                  <a:pt x="13137" y="22866"/>
                  <a:pt x="15817" y="22415"/>
                  <a:pt x="19516" y="21279"/>
                </a:cubicBezTo>
                <a:lnTo>
                  <a:pt x="21905" y="20594"/>
                </a:lnTo>
                <a:cubicBezTo>
                  <a:pt x="26798" y="19050"/>
                  <a:pt x="30658" y="18657"/>
                  <a:pt x="33454" y="19342"/>
                </a:cubicBezTo>
                <a:cubicBezTo>
                  <a:pt x="36236" y="20026"/>
                  <a:pt x="38508" y="21847"/>
                  <a:pt x="40227" y="24920"/>
                </a:cubicBezTo>
                <a:cubicBezTo>
                  <a:pt x="42149" y="28444"/>
                  <a:pt x="42324" y="31969"/>
                  <a:pt x="40678" y="35552"/>
                </a:cubicBezTo>
                <a:cubicBezTo>
                  <a:pt x="39076" y="39076"/>
                  <a:pt x="35843" y="42266"/>
                  <a:pt x="31008" y="44946"/>
                </a:cubicBezTo>
                <a:cubicBezTo>
                  <a:pt x="29012" y="46082"/>
                  <a:pt x="26798" y="47043"/>
                  <a:pt x="24410" y="47844"/>
                </a:cubicBezTo>
                <a:cubicBezTo>
                  <a:pt x="22021" y="48703"/>
                  <a:pt x="19400" y="49373"/>
                  <a:pt x="16560" y="49956"/>
                </a:cubicBezTo>
                <a:lnTo>
                  <a:pt x="12962" y="43577"/>
                </a:lnTo>
                <a:cubicBezTo>
                  <a:pt x="15933" y="43460"/>
                  <a:pt x="18657" y="43125"/>
                  <a:pt x="21220" y="42499"/>
                </a:cubicBezTo>
                <a:cubicBezTo>
                  <a:pt x="23725" y="41814"/>
                  <a:pt x="26114" y="40897"/>
                  <a:pt x="28269" y="39703"/>
                </a:cubicBezTo>
                <a:cubicBezTo>
                  <a:pt x="31168" y="38057"/>
                  <a:pt x="33105" y="36353"/>
                  <a:pt x="34139" y="34474"/>
                </a:cubicBezTo>
                <a:cubicBezTo>
                  <a:pt x="35158" y="32595"/>
                  <a:pt x="35158" y="30775"/>
                  <a:pt x="34139" y="28954"/>
                </a:cubicBezTo>
                <a:cubicBezTo>
                  <a:pt x="33163" y="27250"/>
                  <a:pt x="31911" y="26274"/>
                  <a:pt x="30265" y="26056"/>
                </a:cubicBezTo>
                <a:cubicBezTo>
                  <a:pt x="28677" y="25764"/>
                  <a:pt x="25706" y="26274"/>
                  <a:pt x="21395" y="27585"/>
                </a:cubicBezTo>
                <a:lnTo>
                  <a:pt x="19007" y="28269"/>
                </a:lnTo>
                <a:cubicBezTo>
                  <a:pt x="14739" y="29639"/>
                  <a:pt x="11258" y="29915"/>
                  <a:pt x="8651" y="29245"/>
                </a:cubicBezTo>
                <a:cubicBezTo>
                  <a:pt x="6030" y="28503"/>
                  <a:pt x="3860" y="26682"/>
                  <a:pt x="2272" y="23784"/>
                </a:cubicBezTo>
                <a:cubicBezTo>
                  <a:pt x="277" y="20245"/>
                  <a:pt x="0" y="16836"/>
                  <a:pt x="1471" y="13545"/>
                </a:cubicBezTo>
                <a:cubicBezTo>
                  <a:pt x="2898" y="10181"/>
                  <a:pt x="5913" y="7224"/>
                  <a:pt x="10515" y="4661"/>
                </a:cubicBezTo>
                <a:cubicBezTo>
                  <a:pt x="12802" y="3408"/>
                  <a:pt x="15016" y="2389"/>
                  <a:pt x="17230" y="1588"/>
                </a:cubicBezTo>
                <a:cubicBezTo>
                  <a:pt x="19400" y="786"/>
                  <a:pt x="21555" y="218"/>
                  <a:pt x="23609" y="0"/>
                </a:cubicBezTo>
                <a:close/>
                <a:moveTo>
                  <a:pt x="236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5FA27-03F7-4A4C-9434-4E48A63E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57" y="5040674"/>
            <a:ext cx="65423" cy="61331"/>
          </a:xfrm>
          <a:custGeom xmlns:a="http://schemas.openxmlformats.org/drawingml/2006/main">
            <a:pathLst>
              <a:path w="65423" h="61331">
                <a:moveTo>
                  <a:pt x="18147" y="9787"/>
                </a:moveTo>
                <a:cubicBezTo>
                  <a:pt x="13137" y="12394"/>
                  <a:pt x="10122" y="16327"/>
                  <a:pt x="9103" y="21555"/>
                </a:cubicBezTo>
                <a:cubicBezTo>
                  <a:pt x="8069" y="26798"/>
                  <a:pt x="9263" y="32653"/>
                  <a:pt x="12569" y="39076"/>
                </a:cubicBezTo>
                <a:cubicBezTo>
                  <a:pt x="15861" y="45514"/>
                  <a:pt x="19968" y="49839"/>
                  <a:pt x="24803" y="52053"/>
                </a:cubicBezTo>
                <a:cubicBezTo>
                  <a:pt x="29697" y="54267"/>
                  <a:pt x="34634" y="54048"/>
                  <a:pt x="39644" y="51485"/>
                </a:cubicBezTo>
                <a:cubicBezTo>
                  <a:pt x="44654" y="48922"/>
                  <a:pt x="47669" y="45004"/>
                  <a:pt x="48631" y="39761"/>
                </a:cubicBezTo>
                <a:cubicBezTo>
                  <a:pt x="49665" y="34532"/>
                  <a:pt x="48529" y="28677"/>
                  <a:pt x="45222" y="22298"/>
                </a:cubicBezTo>
                <a:cubicBezTo>
                  <a:pt x="41873" y="15817"/>
                  <a:pt x="37824" y="11491"/>
                  <a:pt x="32930" y="9278"/>
                </a:cubicBezTo>
                <a:cubicBezTo>
                  <a:pt x="28095" y="7049"/>
                  <a:pt x="23143" y="7224"/>
                  <a:pt x="18147" y="9787"/>
                </a:cubicBezTo>
                <a:close/>
                <a:moveTo>
                  <a:pt x="51194" y="50233"/>
                </a:moveTo>
                <a:lnTo>
                  <a:pt x="65423" y="55461"/>
                </a:lnTo>
                <a:lnTo>
                  <a:pt x="57063" y="59729"/>
                </a:lnTo>
                <a:lnTo>
                  <a:pt x="45339" y="55461"/>
                </a:lnTo>
                <a:cubicBezTo>
                  <a:pt x="44596" y="55927"/>
                  <a:pt x="44028" y="56262"/>
                  <a:pt x="43635" y="56495"/>
                </a:cubicBezTo>
                <a:cubicBezTo>
                  <a:pt x="43227" y="56714"/>
                  <a:pt x="42892" y="56889"/>
                  <a:pt x="42543" y="57122"/>
                </a:cubicBezTo>
                <a:cubicBezTo>
                  <a:pt x="35377" y="60821"/>
                  <a:pt x="28386" y="61331"/>
                  <a:pt x="21614" y="58767"/>
                </a:cubicBezTo>
                <a:cubicBezTo>
                  <a:pt x="14841" y="56204"/>
                  <a:pt x="9438" y="50859"/>
                  <a:pt x="5287" y="42834"/>
                </a:cubicBezTo>
                <a:cubicBezTo>
                  <a:pt x="1136" y="34765"/>
                  <a:pt x="0" y="27250"/>
                  <a:pt x="1821" y="20245"/>
                </a:cubicBezTo>
                <a:cubicBezTo>
                  <a:pt x="3641" y="13254"/>
                  <a:pt x="8127" y="7908"/>
                  <a:pt x="15293" y="4209"/>
                </a:cubicBezTo>
                <a:cubicBezTo>
                  <a:pt x="22415" y="510"/>
                  <a:pt x="29406" y="0"/>
                  <a:pt x="36120" y="2563"/>
                </a:cubicBezTo>
                <a:cubicBezTo>
                  <a:pt x="42892" y="5170"/>
                  <a:pt x="48296" y="10472"/>
                  <a:pt x="52446" y="18540"/>
                </a:cubicBezTo>
                <a:cubicBezTo>
                  <a:pt x="55519" y="24454"/>
                  <a:pt x="56947" y="30148"/>
                  <a:pt x="56714" y="35552"/>
                </a:cubicBezTo>
                <a:cubicBezTo>
                  <a:pt x="56481" y="41013"/>
                  <a:pt x="54675" y="45907"/>
                  <a:pt x="51194" y="50233"/>
                </a:cubicBezTo>
                <a:close/>
                <a:moveTo>
                  <a:pt x="51194" y="502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EE97A-3995-45BC-8776-083BC4B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10" y="5024858"/>
            <a:ext cx="51704" cy="51427"/>
          </a:xfrm>
          <a:custGeom xmlns:a="http://schemas.openxmlformats.org/drawingml/2006/main">
            <a:pathLst>
              <a:path w="51704" h="51427">
                <a:moveTo>
                  <a:pt x="11943" y="39601"/>
                </a:moveTo>
                <a:lnTo>
                  <a:pt x="0" y="16501"/>
                </a:lnTo>
                <a:lnTo>
                  <a:pt x="6248" y="13254"/>
                </a:lnTo>
                <a:lnTo>
                  <a:pt x="18089" y="36120"/>
                </a:lnTo>
                <a:cubicBezTo>
                  <a:pt x="19968" y="39761"/>
                  <a:pt x="22007" y="42106"/>
                  <a:pt x="24410" y="43242"/>
                </a:cubicBezTo>
                <a:cubicBezTo>
                  <a:pt x="26740" y="44319"/>
                  <a:pt x="29289" y="44086"/>
                  <a:pt x="32144" y="42674"/>
                </a:cubicBezTo>
                <a:cubicBezTo>
                  <a:pt x="35493" y="40897"/>
                  <a:pt x="37664" y="38465"/>
                  <a:pt x="38508" y="35275"/>
                </a:cubicBezTo>
                <a:cubicBezTo>
                  <a:pt x="39368" y="32085"/>
                  <a:pt x="38800" y="28619"/>
                  <a:pt x="36921" y="24920"/>
                </a:cubicBezTo>
                <a:lnTo>
                  <a:pt x="25706" y="3248"/>
                </a:lnTo>
                <a:lnTo>
                  <a:pt x="32027" y="0"/>
                </a:lnTo>
                <a:lnTo>
                  <a:pt x="51704" y="38232"/>
                </a:lnTo>
                <a:lnTo>
                  <a:pt x="45455" y="41479"/>
                </a:lnTo>
                <a:lnTo>
                  <a:pt x="42382" y="35552"/>
                </a:lnTo>
                <a:cubicBezTo>
                  <a:pt x="42091" y="38683"/>
                  <a:pt x="41188" y="41305"/>
                  <a:pt x="39761" y="43460"/>
                </a:cubicBezTo>
                <a:cubicBezTo>
                  <a:pt x="38348" y="45688"/>
                  <a:pt x="36294" y="47451"/>
                  <a:pt x="33615" y="48805"/>
                </a:cubicBezTo>
                <a:cubicBezTo>
                  <a:pt x="29245" y="51034"/>
                  <a:pt x="25196" y="51427"/>
                  <a:pt x="21497" y="49839"/>
                </a:cubicBezTo>
                <a:cubicBezTo>
                  <a:pt x="17798" y="48296"/>
                  <a:pt x="14623" y="44887"/>
                  <a:pt x="11943" y="39601"/>
                </a:cubicBezTo>
                <a:close/>
                <a:moveTo>
                  <a:pt x="11943" y="396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03064-57AB-4E6C-B2C2-F1BDED95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924" y="5000054"/>
            <a:ext cx="33629" cy="56379"/>
          </a:xfrm>
          <a:custGeom xmlns:a="http://schemas.openxmlformats.org/drawingml/2006/main">
            <a:pathLst>
              <a:path w="33629" h="56379">
                <a:moveTo>
                  <a:pt x="7632" y="18147"/>
                </a:moveTo>
                <a:lnTo>
                  <a:pt x="13938" y="14899"/>
                </a:lnTo>
                <a:lnTo>
                  <a:pt x="33629" y="53131"/>
                </a:lnTo>
                <a:lnTo>
                  <a:pt x="27308" y="56379"/>
                </a:lnTo>
                <a:lnTo>
                  <a:pt x="7632" y="18147"/>
                </a:lnTo>
                <a:close/>
                <a:moveTo>
                  <a:pt x="0" y="3233"/>
                </a:moveTo>
                <a:lnTo>
                  <a:pt x="6263" y="0"/>
                </a:lnTo>
                <a:lnTo>
                  <a:pt x="10355" y="7967"/>
                </a:lnTo>
                <a:lnTo>
                  <a:pt x="4093" y="11200"/>
                </a:lnTo>
                <a:lnTo>
                  <a:pt x="0" y="3233"/>
                </a:lnTo>
                <a:close/>
                <a:moveTo>
                  <a:pt x="0" y="32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6AF43-61A8-4E9C-9E28-EF4BCAB0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7" y="4995437"/>
            <a:ext cx="43344" cy="47232"/>
          </a:xfrm>
          <a:custGeom xmlns:a="http://schemas.openxmlformats.org/drawingml/2006/main">
            <a:pathLst>
              <a:path w="43344" h="47232">
                <a:moveTo>
                  <a:pt x="25196" y="0"/>
                </a:moveTo>
                <a:lnTo>
                  <a:pt x="28211" y="5928"/>
                </a:lnTo>
                <a:cubicBezTo>
                  <a:pt x="25939" y="5869"/>
                  <a:pt x="23769" y="6030"/>
                  <a:pt x="21730" y="6437"/>
                </a:cubicBezTo>
                <a:cubicBezTo>
                  <a:pt x="19676" y="6889"/>
                  <a:pt x="17739" y="7573"/>
                  <a:pt x="15919" y="8476"/>
                </a:cubicBezTo>
                <a:cubicBezTo>
                  <a:pt x="11885" y="10588"/>
                  <a:pt x="9379" y="13545"/>
                  <a:pt x="8418" y="17302"/>
                </a:cubicBezTo>
                <a:cubicBezTo>
                  <a:pt x="7501" y="21002"/>
                  <a:pt x="8243" y="25211"/>
                  <a:pt x="10632" y="29872"/>
                </a:cubicBezTo>
                <a:cubicBezTo>
                  <a:pt x="13079" y="34532"/>
                  <a:pt x="16035" y="37605"/>
                  <a:pt x="19618" y="39033"/>
                </a:cubicBezTo>
                <a:cubicBezTo>
                  <a:pt x="23201" y="40460"/>
                  <a:pt x="27075" y="40110"/>
                  <a:pt x="31110" y="38013"/>
                </a:cubicBezTo>
                <a:cubicBezTo>
                  <a:pt x="32930" y="37037"/>
                  <a:pt x="34634" y="35901"/>
                  <a:pt x="36178" y="34488"/>
                </a:cubicBezTo>
                <a:cubicBezTo>
                  <a:pt x="37707" y="33061"/>
                  <a:pt x="39076" y="31415"/>
                  <a:pt x="40387" y="29537"/>
                </a:cubicBezTo>
                <a:lnTo>
                  <a:pt x="43344" y="35333"/>
                </a:lnTo>
                <a:cubicBezTo>
                  <a:pt x="42033" y="37037"/>
                  <a:pt x="40504" y="38639"/>
                  <a:pt x="38843" y="39994"/>
                </a:cubicBezTo>
                <a:cubicBezTo>
                  <a:pt x="37197" y="41363"/>
                  <a:pt x="35319" y="42615"/>
                  <a:pt x="33221" y="43693"/>
                </a:cubicBezTo>
                <a:cubicBezTo>
                  <a:pt x="27410" y="46650"/>
                  <a:pt x="21890" y="47232"/>
                  <a:pt x="16662" y="45354"/>
                </a:cubicBezTo>
                <a:cubicBezTo>
                  <a:pt x="11433" y="43475"/>
                  <a:pt x="7224" y="39426"/>
                  <a:pt x="4034" y="33280"/>
                </a:cubicBezTo>
                <a:cubicBezTo>
                  <a:pt x="845" y="27090"/>
                  <a:pt x="0" y="21279"/>
                  <a:pt x="1588" y="15933"/>
                </a:cubicBezTo>
                <a:cubicBezTo>
                  <a:pt x="3175" y="10588"/>
                  <a:pt x="6991" y="6379"/>
                  <a:pt x="12904" y="3306"/>
                </a:cubicBezTo>
                <a:cubicBezTo>
                  <a:pt x="14841" y="2345"/>
                  <a:pt x="16836" y="1544"/>
                  <a:pt x="18875" y="1034"/>
                </a:cubicBezTo>
                <a:cubicBezTo>
                  <a:pt x="20929" y="466"/>
                  <a:pt x="23041" y="117"/>
                  <a:pt x="25196" y="0"/>
                </a:cubicBezTo>
                <a:close/>
                <a:moveTo>
                  <a:pt x="251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31071-51D4-421B-8254-0E1A4DB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97" y="4970358"/>
            <a:ext cx="61331" cy="56379"/>
          </a:xfrm>
          <a:custGeom xmlns:a="http://schemas.openxmlformats.org/drawingml/2006/main">
            <a:pathLst>
              <a:path w="61331" h="56379">
                <a:moveTo>
                  <a:pt x="0" y="3233"/>
                </a:moveTo>
                <a:lnTo>
                  <a:pt x="6321" y="0"/>
                </a:lnTo>
                <a:lnTo>
                  <a:pt x="22473" y="31401"/>
                </a:lnTo>
                <a:lnTo>
                  <a:pt x="32770" y="5229"/>
                </a:lnTo>
                <a:lnTo>
                  <a:pt x="40795" y="1136"/>
                </a:lnTo>
                <a:lnTo>
                  <a:pt x="29697" y="29464"/>
                </a:lnTo>
                <a:lnTo>
                  <a:pt x="61331" y="38916"/>
                </a:lnTo>
                <a:lnTo>
                  <a:pt x="53145" y="43125"/>
                </a:lnTo>
                <a:lnTo>
                  <a:pt x="24075" y="34474"/>
                </a:lnTo>
                <a:lnTo>
                  <a:pt x="33687" y="53131"/>
                </a:lnTo>
                <a:lnTo>
                  <a:pt x="27366" y="56379"/>
                </a:lnTo>
                <a:lnTo>
                  <a:pt x="0" y="3233"/>
                </a:lnTo>
                <a:close/>
                <a:moveTo>
                  <a:pt x="0" y="32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ACF63-7398-4155-BF29-A8E5F3E7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53" y="4936102"/>
            <a:ext cx="51310" cy="63836"/>
          </a:xfrm>
          <a:custGeom xmlns:a="http://schemas.openxmlformats.org/drawingml/2006/main">
            <a:pathLst>
              <a:path w="51310" h="63836">
                <a:moveTo>
                  <a:pt x="0" y="22196"/>
                </a:moveTo>
                <a:lnTo>
                  <a:pt x="43125" y="0"/>
                </a:lnTo>
                <a:lnTo>
                  <a:pt x="46140" y="5811"/>
                </a:lnTo>
                <a:lnTo>
                  <a:pt x="28036" y="15132"/>
                </a:lnTo>
                <a:lnTo>
                  <a:pt x="51310" y="60311"/>
                </a:lnTo>
                <a:lnTo>
                  <a:pt x="44363" y="63836"/>
                </a:lnTo>
                <a:lnTo>
                  <a:pt x="21104" y="18657"/>
                </a:lnTo>
                <a:lnTo>
                  <a:pt x="3015" y="27993"/>
                </a:lnTo>
                <a:lnTo>
                  <a:pt x="0" y="22196"/>
                </a:lnTo>
                <a:close/>
                <a:moveTo>
                  <a:pt x="0" y="221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BFA462-54A7-40DF-B226-30273504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32" y="4934340"/>
            <a:ext cx="42499" cy="70142"/>
          </a:xfrm>
          <a:custGeom xmlns:a="http://schemas.openxmlformats.org/drawingml/2006/main">
            <a:pathLst>
              <a:path w="42499" h="70142">
                <a:moveTo>
                  <a:pt x="41916" y="50407"/>
                </a:moveTo>
                <a:cubicBezTo>
                  <a:pt x="42499" y="55869"/>
                  <a:pt x="42266" y="59743"/>
                  <a:pt x="41290" y="62015"/>
                </a:cubicBezTo>
                <a:cubicBezTo>
                  <a:pt x="40329" y="64229"/>
                  <a:pt x="38450" y="66108"/>
                  <a:pt x="35610" y="67593"/>
                </a:cubicBezTo>
                <a:lnTo>
                  <a:pt x="30600" y="70142"/>
                </a:lnTo>
                <a:lnTo>
                  <a:pt x="27876" y="64913"/>
                </a:lnTo>
                <a:lnTo>
                  <a:pt x="31576" y="62976"/>
                </a:lnTo>
                <a:cubicBezTo>
                  <a:pt x="33338" y="62132"/>
                  <a:pt x="34474" y="60996"/>
                  <a:pt x="34984" y="59685"/>
                </a:cubicBezTo>
                <a:cubicBezTo>
                  <a:pt x="35493" y="58374"/>
                  <a:pt x="35552" y="55927"/>
                  <a:pt x="35158" y="52228"/>
                </a:cubicBezTo>
                <a:lnTo>
                  <a:pt x="34809" y="48820"/>
                </a:lnTo>
                <a:lnTo>
                  <a:pt x="0" y="19123"/>
                </a:lnTo>
                <a:lnTo>
                  <a:pt x="6656" y="15700"/>
                </a:lnTo>
                <a:lnTo>
                  <a:pt x="34008" y="39484"/>
                </a:lnTo>
                <a:lnTo>
                  <a:pt x="30542" y="3408"/>
                </a:lnTo>
                <a:lnTo>
                  <a:pt x="37197" y="0"/>
                </a:lnTo>
                <a:lnTo>
                  <a:pt x="41916" y="50407"/>
                </a:lnTo>
                <a:close/>
                <a:moveTo>
                  <a:pt x="41916" y="504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C9E8A-C42A-46DD-8BAC-2E7D24D1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47" y="4917052"/>
            <a:ext cx="48252" cy="65700"/>
          </a:xfrm>
          <a:custGeom xmlns:a="http://schemas.openxmlformats.org/drawingml/2006/main">
            <a:pathLst>
              <a:path w="48252" h="65700">
                <a:moveTo>
                  <a:pt x="23041" y="42208"/>
                </a:moveTo>
                <a:lnTo>
                  <a:pt x="33513" y="62467"/>
                </a:lnTo>
                <a:lnTo>
                  <a:pt x="27206" y="65700"/>
                </a:lnTo>
                <a:lnTo>
                  <a:pt x="0" y="12904"/>
                </a:lnTo>
                <a:lnTo>
                  <a:pt x="6321" y="9671"/>
                </a:lnTo>
                <a:lnTo>
                  <a:pt x="9336" y="15467"/>
                </a:lnTo>
                <a:cubicBezTo>
                  <a:pt x="9452" y="12511"/>
                  <a:pt x="10239" y="10006"/>
                  <a:pt x="11724" y="7850"/>
                </a:cubicBezTo>
                <a:cubicBezTo>
                  <a:pt x="13152" y="5680"/>
                  <a:pt x="15307" y="3918"/>
                  <a:pt x="18104" y="2432"/>
                </a:cubicBezTo>
                <a:cubicBezTo>
                  <a:pt x="22706" y="44"/>
                  <a:pt x="27425" y="0"/>
                  <a:pt x="32260" y="2156"/>
                </a:cubicBezTo>
                <a:cubicBezTo>
                  <a:pt x="37037" y="4369"/>
                  <a:pt x="40970" y="8476"/>
                  <a:pt x="44101" y="14448"/>
                </a:cubicBezTo>
                <a:cubicBezTo>
                  <a:pt x="47174" y="20478"/>
                  <a:pt x="48252" y="26056"/>
                  <a:pt x="47232" y="31284"/>
                </a:cubicBezTo>
                <a:cubicBezTo>
                  <a:pt x="46198" y="36455"/>
                  <a:pt x="43416" y="40212"/>
                  <a:pt x="38756" y="42601"/>
                </a:cubicBezTo>
                <a:cubicBezTo>
                  <a:pt x="35959" y="44086"/>
                  <a:pt x="33294" y="44771"/>
                  <a:pt x="30673" y="44654"/>
                </a:cubicBezTo>
                <a:cubicBezTo>
                  <a:pt x="28109" y="44596"/>
                  <a:pt x="25546" y="43795"/>
                  <a:pt x="23041" y="42208"/>
                </a:cubicBezTo>
                <a:close/>
                <a:moveTo>
                  <a:pt x="37562" y="17798"/>
                </a:moveTo>
                <a:cubicBezTo>
                  <a:pt x="35158" y="13195"/>
                  <a:pt x="32377" y="10064"/>
                  <a:pt x="29129" y="8418"/>
                </a:cubicBezTo>
                <a:cubicBezTo>
                  <a:pt x="25895" y="6758"/>
                  <a:pt x="22589" y="6816"/>
                  <a:pt x="19240" y="8520"/>
                </a:cubicBezTo>
                <a:cubicBezTo>
                  <a:pt x="15933" y="10239"/>
                  <a:pt x="13996" y="12904"/>
                  <a:pt x="13428" y="16487"/>
                </a:cubicBezTo>
                <a:cubicBezTo>
                  <a:pt x="12919" y="20070"/>
                  <a:pt x="13836" y="24235"/>
                  <a:pt x="16166" y="28837"/>
                </a:cubicBezTo>
                <a:cubicBezTo>
                  <a:pt x="18555" y="33440"/>
                  <a:pt x="21395" y="36571"/>
                  <a:pt x="24643" y="38232"/>
                </a:cubicBezTo>
                <a:cubicBezTo>
                  <a:pt x="27876" y="39877"/>
                  <a:pt x="31182" y="39877"/>
                  <a:pt x="34488" y="38173"/>
                </a:cubicBezTo>
                <a:cubicBezTo>
                  <a:pt x="37838" y="36411"/>
                  <a:pt x="39775" y="33789"/>
                  <a:pt x="40285" y="30148"/>
                </a:cubicBezTo>
                <a:cubicBezTo>
                  <a:pt x="40853" y="26565"/>
                  <a:pt x="39950" y="22473"/>
                  <a:pt x="37562" y="17798"/>
                </a:cubicBezTo>
                <a:close/>
                <a:moveTo>
                  <a:pt x="37562" y="177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C2B8A-E468-46C9-8262-412828FD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06" y="4894739"/>
            <a:ext cx="46708" cy="46548"/>
          </a:xfrm>
          <a:custGeom xmlns:a="http://schemas.openxmlformats.org/drawingml/2006/main">
            <a:pathLst>
              <a:path w="46708" h="46548">
                <a:moveTo>
                  <a:pt x="38508" y="12977"/>
                </a:moveTo>
                <a:lnTo>
                  <a:pt x="40096" y="16050"/>
                </a:lnTo>
                <a:lnTo>
                  <a:pt x="11200" y="30891"/>
                </a:lnTo>
                <a:cubicBezTo>
                  <a:pt x="13705" y="35100"/>
                  <a:pt x="16720" y="37722"/>
                  <a:pt x="20186" y="38800"/>
                </a:cubicBezTo>
                <a:cubicBezTo>
                  <a:pt x="23711" y="39834"/>
                  <a:pt x="27527" y="39309"/>
                  <a:pt x="31736" y="37154"/>
                </a:cubicBezTo>
                <a:cubicBezTo>
                  <a:pt x="34124" y="35901"/>
                  <a:pt x="36294" y="34430"/>
                  <a:pt x="38275" y="32653"/>
                </a:cubicBezTo>
                <a:cubicBezTo>
                  <a:pt x="40212" y="30891"/>
                  <a:pt x="42033" y="28852"/>
                  <a:pt x="43635" y="26522"/>
                </a:cubicBezTo>
                <a:lnTo>
                  <a:pt x="46708" y="32493"/>
                </a:lnTo>
                <a:cubicBezTo>
                  <a:pt x="44931" y="34590"/>
                  <a:pt x="43009" y="36527"/>
                  <a:pt x="40897" y="38232"/>
                </a:cubicBezTo>
                <a:cubicBezTo>
                  <a:pt x="38800" y="39936"/>
                  <a:pt x="36513" y="41421"/>
                  <a:pt x="34066" y="42674"/>
                </a:cubicBezTo>
                <a:cubicBezTo>
                  <a:pt x="27978" y="45863"/>
                  <a:pt x="22240" y="46548"/>
                  <a:pt x="16836" y="44829"/>
                </a:cubicBezTo>
                <a:cubicBezTo>
                  <a:pt x="11491" y="43125"/>
                  <a:pt x="7224" y="39207"/>
                  <a:pt x="4093" y="33178"/>
                </a:cubicBezTo>
                <a:cubicBezTo>
                  <a:pt x="845" y="26915"/>
                  <a:pt x="0" y="21060"/>
                  <a:pt x="1471" y="15657"/>
                </a:cubicBezTo>
                <a:cubicBezTo>
                  <a:pt x="2957" y="10239"/>
                  <a:pt x="6598" y="6030"/>
                  <a:pt x="12336" y="3073"/>
                </a:cubicBezTo>
                <a:cubicBezTo>
                  <a:pt x="17463" y="466"/>
                  <a:pt x="22415" y="0"/>
                  <a:pt x="27075" y="1762"/>
                </a:cubicBezTo>
                <a:cubicBezTo>
                  <a:pt x="31794" y="3525"/>
                  <a:pt x="35610" y="7282"/>
                  <a:pt x="38508" y="12977"/>
                </a:cubicBezTo>
                <a:close/>
                <a:moveTo>
                  <a:pt x="31284" y="14346"/>
                </a:moveTo>
                <a:cubicBezTo>
                  <a:pt x="29464" y="10923"/>
                  <a:pt x="27133" y="8710"/>
                  <a:pt x="24177" y="7632"/>
                </a:cubicBezTo>
                <a:cubicBezTo>
                  <a:pt x="21220" y="6539"/>
                  <a:pt x="18205" y="6772"/>
                  <a:pt x="15132" y="8375"/>
                </a:cubicBezTo>
                <a:cubicBezTo>
                  <a:pt x="11593" y="10181"/>
                  <a:pt x="9321" y="12627"/>
                  <a:pt x="8243" y="15700"/>
                </a:cubicBezTo>
                <a:cubicBezTo>
                  <a:pt x="7166" y="18774"/>
                  <a:pt x="7384" y="22196"/>
                  <a:pt x="8928" y="25954"/>
                </a:cubicBezTo>
                <a:lnTo>
                  <a:pt x="31284" y="14346"/>
                </a:lnTo>
                <a:close/>
                <a:moveTo>
                  <a:pt x="31284" y="143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EE319-3047-403A-B772-047B8F8A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04" y="4857935"/>
            <a:ext cx="61505" cy="65030"/>
          </a:xfrm>
          <a:custGeom xmlns:a="http://schemas.openxmlformats.org/drawingml/2006/main">
            <a:pathLst>
              <a:path w="61505" h="65030">
                <a:moveTo>
                  <a:pt x="9846" y="16152"/>
                </a:moveTo>
                <a:lnTo>
                  <a:pt x="30221" y="55811"/>
                </a:lnTo>
                <a:lnTo>
                  <a:pt x="38581" y="51485"/>
                </a:lnTo>
                <a:cubicBezTo>
                  <a:pt x="45630" y="47902"/>
                  <a:pt x="49956" y="43635"/>
                  <a:pt x="51543" y="38800"/>
                </a:cubicBezTo>
                <a:cubicBezTo>
                  <a:pt x="53204" y="33906"/>
                  <a:pt x="52228" y="28051"/>
                  <a:pt x="48703" y="21162"/>
                </a:cubicBezTo>
                <a:cubicBezTo>
                  <a:pt x="45179" y="14331"/>
                  <a:pt x="40970" y="10181"/>
                  <a:pt x="36076" y="8710"/>
                </a:cubicBezTo>
                <a:cubicBezTo>
                  <a:pt x="31182" y="7166"/>
                  <a:pt x="25211" y="8243"/>
                  <a:pt x="18147" y="11885"/>
                </a:cubicBezTo>
                <a:lnTo>
                  <a:pt x="9846" y="16152"/>
                </a:lnTo>
                <a:close/>
                <a:moveTo>
                  <a:pt x="0" y="14055"/>
                </a:moveTo>
                <a:lnTo>
                  <a:pt x="14171" y="6772"/>
                </a:lnTo>
                <a:cubicBezTo>
                  <a:pt x="24075" y="1646"/>
                  <a:pt x="32377" y="0"/>
                  <a:pt x="39091" y="1704"/>
                </a:cubicBezTo>
                <a:cubicBezTo>
                  <a:pt x="45863" y="3408"/>
                  <a:pt x="51441" y="8651"/>
                  <a:pt x="55927" y="17404"/>
                </a:cubicBezTo>
                <a:cubicBezTo>
                  <a:pt x="60486" y="26230"/>
                  <a:pt x="61505" y="33848"/>
                  <a:pt x="58942" y="40387"/>
                </a:cubicBezTo>
                <a:cubicBezTo>
                  <a:pt x="56437" y="46883"/>
                  <a:pt x="50247" y="52679"/>
                  <a:pt x="40460" y="57748"/>
                </a:cubicBezTo>
                <a:lnTo>
                  <a:pt x="26230" y="65030"/>
                </a:lnTo>
                <a:lnTo>
                  <a:pt x="0" y="14055"/>
                </a:lnTo>
                <a:close/>
                <a:moveTo>
                  <a:pt x="0" y="140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132C9-9202-457D-B3A1-CC8DBE68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92" y="4827670"/>
            <a:ext cx="59044" cy="67579"/>
          </a:xfrm>
          <a:custGeom xmlns:a="http://schemas.openxmlformats.org/drawingml/2006/main">
            <a:pathLst>
              <a:path w="59044" h="67579">
                <a:moveTo>
                  <a:pt x="0" y="16603"/>
                </a:moveTo>
                <a:lnTo>
                  <a:pt x="32187" y="0"/>
                </a:lnTo>
                <a:lnTo>
                  <a:pt x="35202" y="5797"/>
                </a:lnTo>
                <a:lnTo>
                  <a:pt x="9831" y="18832"/>
                </a:lnTo>
                <a:lnTo>
                  <a:pt x="17623" y="33964"/>
                </a:lnTo>
                <a:lnTo>
                  <a:pt x="41916" y="21439"/>
                </a:lnTo>
                <a:lnTo>
                  <a:pt x="44887" y="27250"/>
                </a:lnTo>
                <a:lnTo>
                  <a:pt x="20594" y="39703"/>
                </a:lnTo>
                <a:lnTo>
                  <a:pt x="30148" y="58199"/>
                </a:lnTo>
                <a:lnTo>
                  <a:pt x="56087" y="44829"/>
                </a:lnTo>
                <a:lnTo>
                  <a:pt x="59044" y="50626"/>
                </a:lnTo>
                <a:lnTo>
                  <a:pt x="26216" y="67579"/>
                </a:lnTo>
                <a:lnTo>
                  <a:pt x="0" y="16603"/>
                </a:lnTo>
                <a:close/>
                <a:moveTo>
                  <a:pt x="0" y="166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93D43-7934-4131-9FDE-4B51646A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51" y="4807469"/>
            <a:ext cx="53247" cy="63836"/>
          </a:xfrm>
          <a:custGeom xmlns:a="http://schemas.openxmlformats.org/drawingml/2006/main">
            <a:pathLst>
              <a:path w="53247" h="63836">
                <a:moveTo>
                  <a:pt x="29187" y="0"/>
                </a:moveTo>
                <a:lnTo>
                  <a:pt x="32653" y="6714"/>
                </a:lnTo>
                <a:cubicBezTo>
                  <a:pt x="29420" y="6772"/>
                  <a:pt x="26463" y="7107"/>
                  <a:pt x="23842" y="7734"/>
                </a:cubicBezTo>
                <a:cubicBezTo>
                  <a:pt x="21162" y="8302"/>
                  <a:pt x="18774" y="9161"/>
                  <a:pt x="16618" y="10239"/>
                </a:cubicBezTo>
                <a:cubicBezTo>
                  <a:pt x="12860" y="12176"/>
                  <a:pt x="10355" y="14390"/>
                  <a:pt x="9044" y="16895"/>
                </a:cubicBezTo>
                <a:cubicBezTo>
                  <a:pt x="7734" y="19400"/>
                  <a:pt x="7792" y="22021"/>
                  <a:pt x="9219" y="24687"/>
                </a:cubicBezTo>
                <a:cubicBezTo>
                  <a:pt x="10355" y="26973"/>
                  <a:pt x="11899" y="28328"/>
                  <a:pt x="13880" y="28794"/>
                </a:cubicBezTo>
                <a:cubicBezTo>
                  <a:pt x="15817" y="29245"/>
                  <a:pt x="18832" y="28852"/>
                  <a:pt x="22983" y="27600"/>
                </a:cubicBezTo>
                <a:lnTo>
                  <a:pt x="27600" y="26289"/>
                </a:lnTo>
                <a:cubicBezTo>
                  <a:pt x="33221" y="24628"/>
                  <a:pt x="37955" y="24410"/>
                  <a:pt x="41654" y="25604"/>
                </a:cubicBezTo>
                <a:cubicBezTo>
                  <a:pt x="45339" y="26798"/>
                  <a:pt x="48310" y="29478"/>
                  <a:pt x="50407" y="33629"/>
                </a:cubicBezTo>
                <a:cubicBezTo>
                  <a:pt x="52971" y="38581"/>
                  <a:pt x="53247" y="43183"/>
                  <a:pt x="51267" y="47451"/>
                </a:cubicBezTo>
                <a:cubicBezTo>
                  <a:pt x="49271" y="51660"/>
                  <a:pt x="45062" y="55476"/>
                  <a:pt x="38625" y="58767"/>
                </a:cubicBezTo>
                <a:cubicBezTo>
                  <a:pt x="36236" y="59962"/>
                  <a:pt x="33513" y="61039"/>
                  <a:pt x="30556" y="61899"/>
                </a:cubicBezTo>
                <a:cubicBezTo>
                  <a:pt x="27541" y="62758"/>
                  <a:pt x="24293" y="63384"/>
                  <a:pt x="20827" y="63836"/>
                </a:cubicBezTo>
                <a:lnTo>
                  <a:pt x="17186" y="56728"/>
                </a:lnTo>
                <a:cubicBezTo>
                  <a:pt x="20769" y="56830"/>
                  <a:pt x="24119" y="56612"/>
                  <a:pt x="27250" y="56044"/>
                </a:cubicBezTo>
                <a:cubicBezTo>
                  <a:pt x="30323" y="55418"/>
                  <a:pt x="33163" y="54500"/>
                  <a:pt x="35785" y="53145"/>
                </a:cubicBezTo>
                <a:cubicBezTo>
                  <a:pt x="39717" y="51092"/>
                  <a:pt x="42324" y="48762"/>
                  <a:pt x="43693" y="46140"/>
                </a:cubicBezTo>
                <a:cubicBezTo>
                  <a:pt x="45004" y="43460"/>
                  <a:pt x="44946" y="40737"/>
                  <a:pt x="43460" y="37838"/>
                </a:cubicBezTo>
                <a:cubicBezTo>
                  <a:pt x="42222" y="35333"/>
                  <a:pt x="40402" y="33789"/>
                  <a:pt x="38173" y="33163"/>
                </a:cubicBezTo>
                <a:cubicBezTo>
                  <a:pt x="35901" y="32537"/>
                  <a:pt x="32828" y="32770"/>
                  <a:pt x="28954" y="33906"/>
                </a:cubicBezTo>
                <a:lnTo>
                  <a:pt x="24352" y="35217"/>
                </a:lnTo>
                <a:cubicBezTo>
                  <a:pt x="18657" y="36862"/>
                  <a:pt x="14113" y="37154"/>
                  <a:pt x="10690" y="36178"/>
                </a:cubicBezTo>
                <a:cubicBezTo>
                  <a:pt x="7282" y="35158"/>
                  <a:pt x="4559" y="32712"/>
                  <a:pt x="2563" y="28852"/>
                </a:cubicBezTo>
                <a:cubicBezTo>
                  <a:pt x="233" y="24293"/>
                  <a:pt x="0" y="19968"/>
                  <a:pt x="1821" y="15700"/>
                </a:cubicBezTo>
                <a:cubicBezTo>
                  <a:pt x="3641" y="11491"/>
                  <a:pt x="7399" y="7908"/>
                  <a:pt x="12977" y="5068"/>
                </a:cubicBezTo>
                <a:cubicBezTo>
                  <a:pt x="15365" y="3816"/>
                  <a:pt x="17929" y="2782"/>
                  <a:pt x="20594" y="1937"/>
                </a:cubicBezTo>
                <a:cubicBezTo>
                  <a:pt x="23332" y="1136"/>
                  <a:pt x="26172" y="451"/>
                  <a:pt x="29187" y="0"/>
                </a:cubicBezTo>
                <a:close/>
                <a:moveTo>
                  <a:pt x="291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4B4D5-27C7-4A0B-949A-29BA541C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15" y="4786759"/>
            <a:ext cx="43853" cy="62874"/>
          </a:xfrm>
          <a:custGeom xmlns:a="http://schemas.openxmlformats.org/drawingml/2006/main">
            <a:pathLst>
              <a:path w="43853" h="62874">
                <a:moveTo>
                  <a:pt x="9831" y="13996"/>
                </a:moveTo>
                <a:lnTo>
                  <a:pt x="19676" y="33178"/>
                </a:lnTo>
                <a:lnTo>
                  <a:pt x="28386" y="28677"/>
                </a:lnTo>
                <a:cubicBezTo>
                  <a:pt x="31576" y="27032"/>
                  <a:pt x="33615" y="24920"/>
                  <a:pt x="34532" y="22356"/>
                </a:cubicBezTo>
                <a:cubicBezTo>
                  <a:pt x="35435" y="19808"/>
                  <a:pt x="35100" y="17011"/>
                  <a:pt x="33498" y="13938"/>
                </a:cubicBezTo>
                <a:cubicBezTo>
                  <a:pt x="31911" y="10865"/>
                  <a:pt x="29813" y="8986"/>
                  <a:pt x="27250" y="8200"/>
                </a:cubicBezTo>
                <a:cubicBezTo>
                  <a:pt x="24628" y="7457"/>
                  <a:pt x="21730" y="7908"/>
                  <a:pt x="18482" y="9554"/>
                </a:cubicBezTo>
                <a:lnTo>
                  <a:pt x="9831" y="13996"/>
                </a:lnTo>
                <a:close/>
                <a:moveTo>
                  <a:pt x="0" y="11899"/>
                </a:moveTo>
                <a:lnTo>
                  <a:pt x="15584" y="3874"/>
                </a:lnTo>
                <a:cubicBezTo>
                  <a:pt x="21279" y="918"/>
                  <a:pt x="26274" y="0"/>
                  <a:pt x="30542" y="1078"/>
                </a:cubicBezTo>
                <a:cubicBezTo>
                  <a:pt x="34809" y="2170"/>
                  <a:pt x="38232" y="5185"/>
                  <a:pt x="40780" y="10181"/>
                </a:cubicBezTo>
                <a:cubicBezTo>
                  <a:pt x="43344" y="15191"/>
                  <a:pt x="43853" y="19749"/>
                  <a:pt x="42266" y="23842"/>
                </a:cubicBezTo>
                <a:cubicBezTo>
                  <a:pt x="40678" y="27935"/>
                  <a:pt x="36979" y="31401"/>
                  <a:pt x="31284" y="34372"/>
                </a:cubicBezTo>
                <a:lnTo>
                  <a:pt x="22575" y="38858"/>
                </a:lnTo>
                <a:lnTo>
                  <a:pt x="33163" y="59335"/>
                </a:lnTo>
                <a:lnTo>
                  <a:pt x="26274" y="62874"/>
                </a:lnTo>
                <a:lnTo>
                  <a:pt x="0" y="11899"/>
                </a:lnTo>
                <a:close/>
                <a:moveTo>
                  <a:pt x="0" y="11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284E0-D63C-4B83-9125-C7296776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95" y="4771685"/>
            <a:ext cx="33629" cy="56379"/>
          </a:xfrm>
          <a:custGeom xmlns:a="http://schemas.openxmlformats.org/drawingml/2006/main">
            <a:pathLst>
              <a:path w="33629" h="56379">
                <a:moveTo>
                  <a:pt x="0" y="3248"/>
                </a:moveTo>
                <a:lnTo>
                  <a:pt x="6321" y="0"/>
                </a:lnTo>
                <a:lnTo>
                  <a:pt x="33629" y="53131"/>
                </a:lnTo>
                <a:lnTo>
                  <a:pt x="27366" y="56379"/>
                </a:lnTo>
                <a:lnTo>
                  <a:pt x="0" y="3248"/>
                </a:lnTo>
                <a:close/>
                <a:moveTo>
                  <a:pt x="0" y="32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06385-A115-4116-A882-74F98F33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858" y="4763660"/>
            <a:ext cx="51718" cy="51441"/>
          </a:xfrm>
          <a:custGeom xmlns:a="http://schemas.openxmlformats.org/drawingml/2006/main">
            <a:pathLst>
              <a:path w="51718" h="51441">
                <a:moveTo>
                  <a:pt x="11943" y="39659"/>
                </a:moveTo>
                <a:lnTo>
                  <a:pt x="0" y="16501"/>
                </a:lnTo>
                <a:lnTo>
                  <a:pt x="6263" y="13254"/>
                </a:lnTo>
                <a:lnTo>
                  <a:pt x="18089" y="36193"/>
                </a:lnTo>
                <a:cubicBezTo>
                  <a:pt x="19968" y="39775"/>
                  <a:pt x="22021" y="42164"/>
                  <a:pt x="24410" y="43242"/>
                </a:cubicBezTo>
                <a:cubicBezTo>
                  <a:pt x="26740" y="44319"/>
                  <a:pt x="29304" y="44101"/>
                  <a:pt x="32144" y="42674"/>
                </a:cubicBezTo>
                <a:cubicBezTo>
                  <a:pt x="35493" y="40911"/>
                  <a:pt x="37664" y="38465"/>
                  <a:pt x="38508" y="35275"/>
                </a:cubicBezTo>
                <a:cubicBezTo>
                  <a:pt x="39368" y="32085"/>
                  <a:pt x="38800" y="28677"/>
                  <a:pt x="36921" y="24920"/>
                </a:cubicBezTo>
                <a:lnTo>
                  <a:pt x="25706" y="3248"/>
                </a:lnTo>
                <a:lnTo>
                  <a:pt x="32027" y="0"/>
                </a:lnTo>
                <a:lnTo>
                  <a:pt x="51718" y="38232"/>
                </a:lnTo>
                <a:lnTo>
                  <a:pt x="45455" y="41479"/>
                </a:lnTo>
                <a:lnTo>
                  <a:pt x="42382" y="35625"/>
                </a:lnTo>
                <a:cubicBezTo>
                  <a:pt x="42091" y="38698"/>
                  <a:pt x="41188" y="41363"/>
                  <a:pt x="39761" y="43533"/>
                </a:cubicBezTo>
                <a:cubicBezTo>
                  <a:pt x="38348" y="45688"/>
                  <a:pt x="36294" y="47451"/>
                  <a:pt x="33615" y="48820"/>
                </a:cubicBezTo>
                <a:cubicBezTo>
                  <a:pt x="29245" y="51092"/>
                  <a:pt x="25196" y="51441"/>
                  <a:pt x="21497" y="49898"/>
                </a:cubicBezTo>
                <a:cubicBezTo>
                  <a:pt x="17798" y="48310"/>
                  <a:pt x="14623" y="44887"/>
                  <a:pt x="11943" y="39659"/>
                </a:cubicBezTo>
                <a:close/>
                <a:moveTo>
                  <a:pt x="11943" y="396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094E7-04D1-4084-918C-78EA9726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44" y="4740794"/>
            <a:ext cx="50233" cy="65991"/>
          </a:xfrm>
          <a:custGeom xmlns:a="http://schemas.openxmlformats.org/drawingml/2006/main">
            <a:pathLst>
              <a:path w="50233" h="65991">
                <a:moveTo>
                  <a:pt x="31969" y="21905"/>
                </a:moveTo>
                <a:cubicBezTo>
                  <a:pt x="29580" y="17346"/>
                  <a:pt x="26857" y="14331"/>
                  <a:pt x="23667" y="12802"/>
                </a:cubicBezTo>
                <a:cubicBezTo>
                  <a:pt x="20536" y="11258"/>
                  <a:pt x="17244" y="11375"/>
                  <a:pt x="13822" y="13079"/>
                </a:cubicBezTo>
                <a:cubicBezTo>
                  <a:pt x="10472" y="14841"/>
                  <a:pt x="8535" y="17463"/>
                  <a:pt x="7908" y="20929"/>
                </a:cubicBezTo>
                <a:cubicBezTo>
                  <a:pt x="7340" y="24410"/>
                  <a:pt x="8200" y="28386"/>
                  <a:pt x="10530" y="32945"/>
                </a:cubicBezTo>
                <a:cubicBezTo>
                  <a:pt x="12860" y="37489"/>
                  <a:pt x="15642" y="40504"/>
                  <a:pt x="18774" y="42047"/>
                </a:cubicBezTo>
                <a:cubicBezTo>
                  <a:pt x="21963" y="43577"/>
                  <a:pt x="25255" y="43460"/>
                  <a:pt x="28619" y="41756"/>
                </a:cubicBezTo>
                <a:cubicBezTo>
                  <a:pt x="31969" y="39994"/>
                  <a:pt x="33964" y="37372"/>
                  <a:pt x="34590" y="33906"/>
                </a:cubicBezTo>
                <a:cubicBezTo>
                  <a:pt x="35158" y="30440"/>
                  <a:pt x="34314" y="26449"/>
                  <a:pt x="31969" y="21905"/>
                </a:cubicBezTo>
                <a:close/>
                <a:moveTo>
                  <a:pt x="45863" y="33513"/>
                </a:moveTo>
                <a:cubicBezTo>
                  <a:pt x="49213" y="39994"/>
                  <a:pt x="50233" y="45630"/>
                  <a:pt x="48980" y="50291"/>
                </a:cubicBezTo>
                <a:cubicBezTo>
                  <a:pt x="47728" y="54951"/>
                  <a:pt x="44145" y="58767"/>
                  <a:pt x="38173" y="61840"/>
                </a:cubicBezTo>
                <a:cubicBezTo>
                  <a:pt x="35959" y="62976"/>
                  <a:pt x="33789" y="63894"/>
                  <a:pt x="31692" y="64579"/>
                </a:cubicBezTo>
                <a:cubicBezTo>
                  <a:pt x="29522" y="65248"/>
                  <a:pt x="27366" y="65773"/>
                  <a:pt x="25211" y="65991"/>
                </a:cubicBezTo>
                <a:lnTo>
                  <a:pt x="22080" y="59903"/>
                </a:lnTo>
                <a:cubicBezTo>
                  <a:pt x="24410" y="59962"/>
                  <a:pt x="26624" y="59743"/>
                  <a:pt x="28677" y="59277"/>
                </a:cubicBezTo>
                <a:cubicBezTo>
                  <a:pt x="30716" y="58826"/>
                  <a:pt x="32653" y="58141"/>
                  <a:pt x="34532" y="57180"/>
                </a:cubicBezTo>
                <a:cubicBezTo>
                  <a:pt x="38625" y="55068"/>
                  <a:pt x="41188" y="52403"/>
                  <a:pt x="42106" y="49213"/>
                </a:cubicBezTo>
                <a:cubicBezTo>
                  <a:pt x="43067" y="46023"/>
                  <a:pt x="42382" y="42208"/>
                  <a:pt x="40169" y="37897"/>
                </a:cubicBezTo>
                <a:lnTo>
                  <a:pt x="38581" y="34765"/>
                </a:lnTo>
                <a:cubicBezTo>
                  <a:pt x="38406" y="37664"/>
                  <a:pt x="37605" y="40227"/>
                  <a:pt x="36178" y="42382"/>
                </a:cubicBezTo>
                <a:cubicBezTo>
                  <a:pt x="34707" y="44552"/>
                  <a:pt x="32595" y="46373"/>
                  <a:pt x="29755" y="47786"/>
                </a:cubicBezTo>
                <a:cubicBezTo>
                  <a:pt x="25094" y="50233"/>
                  <a:pt x="20376" y="50349"/>
                  <a:pt x="15700" y="48296"/>
                </a:cubicBezTo>
                <a:cubicBezTo>
                  <a:pt x="10982" y="46198"/>
                  <a:pt x="7107" y="42208"/>
                  <a:pt x="4034" y="36294"/>
                </a:cubicBezTo>
                <a:cubicBezTo>
                  <a:pt x="1020" y="30381"/>
                  <a:pt x="0" y="24920"/>
                  <a:pt x="1020" y="19851"/>
                </a:cubicBezTo>
                <a:cubicBezTo>
                  <a:pt x="2054" y="14797"/>
                  <a:pt x="4894" y="11040"/>
                  <a:pt x="9612" y="8651"/>
                </a:cubicBezTo>
                <a:cubicBezTo>
                  <a:pt x="12409" y="7166"/>
                  <a:pt x="15132" y="6481"/>
                  <a:pt x="17754" y="6598"/>
                </a:cubicBezTo>
                <a:cubicBezTo>
                  <a:pt x="20376" y="6656"/>
                  <a:pt x="22866" y="7457"/>
                  <a:pt x="25313" y="9044"/>
                </a:cubicBezTo>
                <a:lnTo>
                  <a:pt x="22356" y="3248"/>
                </a:lnTo>
                <a:lnTo>
                  <a:pt x="28619" y="0"/>
                </a:lnTo>
                <a:lnTo>
                  <a:pt x="45863" y="33513"/>
                </a:lnTo>
                <a:close/>
                <a:moveTo>
                  <a:pt x="45863" y="335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D97DA-CE54-4448-9E2E-B1D9C46C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550" y="4716049"/>
            <a:ext cx="33629" cy="56321"/>
          </a:xfrm>
          <a:custGeom xmlns:a="http://schemas.openxmlformats.org/drawingml/2006/main">
            <a:pathLst>
              <a:path w="33629" h="56321">
                <a:moveTo>
                  <a:pt x="7632" y="18089"/>
                </a:moveTo>
                <a:lnTo>
                  <a:pt x="13938" y="14841"/>
                </a:lnTo>
                <a:lnTo>
                  <a:pt x="33629" y="53073"/>
                </a:lnTo>
                <a:lnTo>
                  <a:pt x="27366" y="56321"/>
                </a:lnTo>
                <a:lnTo>
                  <a:pt x="7632" y="18089"/>
                </a:lnTo>
                <a:close/>
                <a:moveTo>
                  <a:pt x="0" y="3175"/>
                </a:moveTo>
                <a:lnTo>
                  <a:pt x="6263" y="0"/>
                </a:lnTo>
                <a:lnTo>
                  <a:pt x="10355" y="7967"/>
                </a:lnTo>
                <a:lnTo>
                  <a:pt x="4093" y="11142"/>
                </a:lnTo>
                <a:lnTo>
                  <a:pt x="0" y="3175"/>
                </a:lnTo>
                <a:close/>
                <a:moveTo>
                  <a:pt x="0" y="31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5D5CA-8333-4406-B622-D0C436D6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407" y="4711097"/>
            <a:ext cx="51718" cy="51427"/>
          </a:xfrm>
          <a:custGeom xmlns:a="http://schemas.openxmlformats.org/drawingml/2006/main">
            <a:pathLst>
              <a:path w="51718" h="51427">
                <a:moveTo>
                  <a:pt x="39819" y="11826"/>
                </a:moveTo>
                <a:lnTo>
                  <a:pt x="51718" y="34925"/>
                </a:lnTo>
                <a:lnTo>
                  <a:pt x="45397" y="38173"/>
                </a:lnTo>
                <a:lnTo>
                  <a:pt x="33629" y="15307"/>
                </a:lnTo>
                <a:cubicBezTo>
                  <a:pt x="31809" y="11666"/>
                  <a:pt x="29697" y="9336"/>
                  <a:pt x="27366" y="8243"/>
                </a:cubicBezTo>
                <a:cubicBezTo>
                  <a:pt x="25036" y="7166"/>
                  <a:pt x="22415" y="7399"/>
                  <a:pt x="19633" y="8811"/>
                </a:cubicBezTo>
                <a:cubicBezTo>
                  <a:pt x="16210" y="10574"/>
                  <a:pt x="14113" y="13021"/>
                  <a:pt x="13254" y="16210"/>
                </a:cubicBezTo>
                <a:cubicBezTo>
                  <a:pt x="12409" y="19342"/>
                  <a:pt x="12919" y="22808"/>
                  <a:pt x="14841" y="26565"/>
                </a:cubicBezTo>
                <a:lnTo>
                  <a:pt x="25997" y="48179"/>
                </a:lnTo>
                <a:lnTo>
                  <a:pt x="19691" y="51427"/>
                </a:lnTo>
                <a:lnTo>
                  <a:pt x="0" y="13195"/>
                </a:lnTo>
                <a:lnTo>
                  <a:pt x="6321" y="9904"/>
                </a:lnTo>
                <a:lnTo>
                  <a:pt x="9394" y="15875"/>
                </a:lnTo>
                <a:cubicBezTo>
                  <a:pt x="9671" y="12802"/>
                  <a:pt x="10588" y="10181"/>
                  <a:pt x="12001" y="7967"/>
                </a:cubicBezTo>
                <a:cubicBezTo>
                  <a:pt x="13487" y="5797"/>
                  <a:pt x="15526" y="3976"/>
                  <a:pt x="18205" y="2622"/>
                </a:cubicBezTo>
                <a:cubicBezTo>
                  <a:pt x="22589" y="393"/>
                  <a:pt x="26624" y="0"/>
                  <a:pt x="30265" y="1588"/>
                </a:cubicBezTo>
                <a:cubicBezTo>
                  <a:pt x="33906" y="3131"/>
                  <a:pt x="37096" y="6539"/>
                  <a:pt x="39819" y="11826"/>
                </a:cubicBezTo>
                <a:close/>
                <a:moveTo>
                  <a:pt x="39819" y="118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C4AF7-8105-4684-837F-16DA3A52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53" y="4726739"/>
            <a:ext cx="11666" cy="12351"/>
          </a:xfrm>
          <a:custGeom xmlns:a="http://schemas.openxmlformats.org/drawingml/2006/main">
            <a:pathLst>
              <a:path w="11666" h="12351">
                <a:moveTo>
                  <a:pt x="0" y="3699"/>
                </a:moveTo>
                <a:lnTo>
                  <a:pt x="7224" y="0"/>
                </a:lnTo>
                <a:lnTo>
                  <a:pt x="11666" y="8651"/>
                </a:lnTo>
                <a:lnTo>
                  <a:pt x="4500" y="12351"/>
                </a:lnTo>
                <a:lnTo>
                  <a:pt x="0" y="3699"/>
                </a:lnTo>
                <a:close/>
                <a:moveTo>
                  <a:pt x="0" y="36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31863-B3FA-49C0-8AAB-7EC95317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78" y="4673433"/>
            <a:ext cx="57981" cy="54558"/>
          </a:xfrm>
          <a:custGeom xmlns:a="http://schemas.openxmlformats.org/drawingml/2006/main">
            <a:pathLst>
              <a:path w="57981" h="54558">
                <a:moveTo>
                  <a:pt x="0" y="3583"/>
                </a:moveTo>
                <a:lnTo>
                  <a:pt x="6889" y="0"/>
                </a:lnTo>
                <a:lnTo>
                  <a:pt x="30163" y="45179"/>
                </a:lnTo>
                <a:lnTo>
                  <a:pt x="54966" y="32435"/>
                </a:lnTo>
                <a:lnTo>
                  <a:pt x="57981" y="38232"/>
                </a:lnTo>
                <a:lnTo>
                  <a:pt x="26230" y="54558"/>
                </a:lnTo>
                <a:lnTo>
                  <a:pt x="0" y="3583"/>
                </a:lnTo>
                <a:close/>
                <a:moveTo>
                  <a:pt x="0" y="35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E943C-8ADA-4B4D-8E3A-DDA67916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66" y="4642877"/>
            <a:ext cx="53204" cy="63836"/>
          </a:xfrm>
          <a:custGeom xmlns:a="http://schemas.openxmlformats.org/drawingml/2006/main">
            <a:pathLst>
              <a:path w="53204" h="63836">
                <a:moveTo>
                  <a:pt x="29187" y="0"/>
                </a:moveTo>
                <a:lnTo>
                  <a:pt x="32668" y="6714"/>
                </a:lnTo>
                <a:cubicBezTo>
                  <a:pt x="29420" y="6831"/>
                  <a:pt x="26463" y="7166"/>
                  <a:pt x="23784" y="7748"/>
                </a:cubicBezTo>
                <a:cubicBezTo>
                  <a:pt x="21177" y="8316"/>
                  <a:pt x="18774" y="9161"/>
                  <a:pt x="16618" y="10297"/>
                </a:cubicBezTo>
                <a:cubicBezTo>
                  <a:pt x="12860" y="12234"/>
                  <a:pt x="10355" y="14448"/>
                  <a:pt x="9059" y="16953"/>
                </a:cubicBezTo>
                <a:cubicBezTo>
                  <a:pt x="7748" y="19458"/>
                  <a:pt x="7807" y="22080"/>
                  <a:pt x="9161" y="24759"/>
                </a:cubicBezTo>
                <a:cubicBezTo>
                  <a:pt x="10355" y="26973"/>
                  <a:pt x="11899" y="28342"/>
                  <a:pt x="13836" y="28794"/>
                </a:cubicBezTo>
                <a:cubicBezTo>
                  <a:pt x="15817" y="29245"/>
                  <a:pt x="18832" y="28852"/>
                  <a:pt x="22997" y="27600"/>
                </a:cubicBezTo>
                <a:lnTo>
                  <a:pt x="27600" y="26347"/>
                </a:lnTo>
                <a:cubicBezTo>
                  <a:pt x="33236" y="24643"/>
                  <a:pt x="37897" y="24410"/>
                  <a:pt x="41654" y="25662"/>
                </a:cubicBezTo>
                <a:cubicBezTo>
                  <a:pt x="45354" y="26857"/>
                  <a:pt x="48252" y="29537"/>
                  <a:pt x="50407" y="33687"/>
                </a:cubicBezTo>
                <a:cubicBezTo>
                  <a:pt x="52971" y="38581"/>
                  <a:pt x="53204" y="43183"/>
                  <a:pt x="51208" y="47451"/>
                </a:cubicBezTo>
                <a:cubicBezTo>
                  <a:pt x="49213" y="51718"/>
                  <a:pt x="45062" y="55476"/>
                  <a:pt x="38639" y="58767"/>
                </a:cubicBezTo>
                <a:cubicBezTo>
                  <a:pt x="36251" y="60020"/>
                  <a:pt x="33513" y="61054"/>
                  <a:pt x="30498" y="61899"/>
                </a:cubicBezTo>
                <a:cubicBezTo>
                  <a:pt x="27541" y="62758"/>
                  <a:pt x="24293" y="63442"/>
                  <a:pt x="20827" y="63836"/>
                </a:cubicBezTo>
                <a:lnTo>
                  <a:pt x="17186" y="56728"/>
                </a:lnTo>
                <a:cubicBezTo>
                  <a:pt x="20769" y="56903"/>
                  <a:pt x="24133" y="56670"/>
                  <a:pt x="27206" y="56044"/>
                </a:cubicBezTo>
                <a:cubicBezTo>
                  <a:pt x="30323" y="55476"/>
                  <a:pt x="33178" y="54500"/>
                  <a:pt x="35741" y="53204"/>
                </a:cubicBezTo>
                <a:cubicBezTo>
                  <a:pt x="39717" y="51150"/>
                  <a:pt x="42339" y="48820"/>
                  <a:pt x="43693" y="46140"/>
                </a:cubicBezTo>
                <a:cubicBezTo>
                  <a:pt x="45004" y="43533"/>
                  <a:pt x="44946" y="40737"/>
                  <a:pt x="43475" y="37897"/>
                </a:cubicBezTo>
                <a:cubicBezTo>
                  <a:pt x="42164" y="35391"/>
                  <a:pt x="40402" y="33804"/>
                  <a:pt x="38130" y="33178"/>
                </a:cubicBezTo>
                <a:cubicBezTo>
                  <a:pt x="35901" y="32610"/>
                  <a:pt x="32828" y="32828"/>
                  <a:pt x="28969" y="33906"/>
                </a:cubicBezTo>
                <a:lnTo>
                  <a:pt x="24293" y="35275"/>
                </a:lnTo>
                <a:cubicBezTo>
                  <a:pt x="18672" y="36877"/>
                  <a:pt x="14113" y="37212"/>
                  <a:pt x="10705" y="36193"/>
                </a:cubicBezTo>
                <a:cubicBezTo>
                  <a:pt x="7282" y="35217"/>
                  <a:pt x="4559" y="32770"/>
                  <a:pt x="2563" y="28852"/>
                </a:cubicBezTo>
                <a:cubicBezTo>
                  <a:pt x="233" y="24352"/>
                  <a:pt x="0" y="19968"/>
                  <a:pt x="1821" y="15759"/>
                </a:cubicBezTo>
                <a:cubicBezTo>
                  <a:pt x="3641" y="11491"/>
                  <a:pt x="7340" y="7967"/>
                  <a:pt x="12919" y="5127"/>
                </a:cubicBezTo>
                <a:cubicBezTo>
                  <a:pt x="15307" y="3874"/>
                  <a:pt x="17871" y="2855"/>
                  <a:pt x="20609" y="1995"/>
                </a:cubicBezTo>
                <a:cubicBezTo>
                  <a:pt x="23274" y="1136"/>
                  <a:pt x="26172" y="466"/>
                  <a:pt x="29187" y="0"/>
                </a:cubicBezTo>
                <a:close/>
                <a:moveTo>
                  <a:pt x="291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4B29C-7433-495C-A37C-9DF8A4D2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181" y="4615511"/>
            <a:ext cx="51252" cy="63894"/>
          </a:xfrm>
          <a:custGeom xmlns:a="http://schemas.openxmlformats.org/drawingml/2006/main">
            <a:pathLst>
              <a:path w="51252" h="63894">
                <a:moveTo>
                  <a:pt x="0" y="22196"/>
                </a:moveTo>
                <a:lnTo>
                  <a:pt x="43125" y="0"/>
                </a:lnTo>
                <a:lnTo>
                  <a:pt x="46082" y="5811"/>
                </a:lnTo>
                <a:lnTo>
                  <a:pt x="27978" y="15132"/>
                </a:lnTo>
                <a:lnTo>
                  <a:pt x="51252" y="60311"/>
                </a:lnTo>
                <a:lnTo>
                  <a:pt x="44319" y="63894"/>
                </a:lnTo>
                <a:lnTo>
                  <a:pt x="21104" y="18730"/>
                </a:lnTo>
                <a:lnTo>
                  <a:pt x="2957" y="28051"/>
                </a:lnTo>
                <a:lnTo>
                  <a:pt x="0" y="22196"/>
                </a:lnTo>
                <a:close/>
                <a:moveTo>
                  <a:pt x="0" y="221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D1FA8-3C3B-4D86-8A21-7F5D0B77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962" y="4588101"/>
            <a:ext cx="72866" cy="74977"/>
          </a:xfrm>
          <a:custGeom xmlns:a="http://schemas.openxmlformats.org/drawingml/2006/main">
            <a:pathLst>
              <a:path w="72866" h="74977">
                <a:moveTo>
                  <a:pt x="0" y="24002"/>
                </a:moveTo>
                <a:lnTo>
                  <a:pt x="10239" y="18715"/>
                </a:lnTo>
                <a:lnTo>
                  <a:pt x="41130" y="46708"/>
                </a:lnTo>
                <a:lnTo>
                  <a:pt x="36353" y="5287"/>
                </a:lnTo>
                <a:lnTo>
                  <a:pt x="46650" y="0"/>
                </a:lnTo>
                <a:lnTo>
                  <a:pt x="72866" y="50975"/>
                </a:lnTo>
                <a:lnTo>
                  <a:pt x="66166" y="54442"/>
                </a:lnTo>
                <a:lnTo>
                  <a:pt x="43111" y="9671"/>
                </a:lnTo>
                <a:lnTo>
                  <a:pt x="47961" y="51427"/>
                </a:lnTo>
                <a:lnTo>
                  <a:pt x="41013" y="54951"/>
                </a:lnTo>
                <a:lnTo>
                  <a:pt x="9889" y="26784"/>
                </a:lnTo>
                <a:lnTo>
                  <a:pt x="32930" y="71511"/>
                </a:lnTo>
                <a:lnTo>
                  <a:pt x="26216" y="74977"/>
                </a:lnTo>
                <a:lnTo>
                  <a:pt x="0" y="24002"/>
                </a:lnTo>
                <a:close/>
                <a:moveTo>
                  <a:pt x="0" y="240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E7F3C-DF45-4BC8-A6EC-2F4A18B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73" y="4619327"/>
            <a:ext cx="11666" cy="12351"/>
          </a:xfrm>
          <a:custGeom xmlns:a="http://schemas.openxmlformats.org/drawingml/2006/main">
            <a:pathLst>
              <a:path w="11666" h="12351">
                <a:moveTo>
                  <a:pt x="0" y="3699"/>
                </a:moveTo>
                <a:lnTo>
                  <a:pt x="7224" y="0"/>
                </a:lnTo>
                <a:lnTo>
                  <a:pt x="11666" y="8651"/>
                </a:lnTo>
                <a:lnTo>
                  <a:pt x="4442" y="12351"/>
                </a:lnTo>
                <a:lnTo>
                  <a:pt x="0" y="3699"/>
                </a:lnTo>
                <a:close/>
                <a:moveTo>
                  <a:pt x="0" y="36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0F187-FA2D-4145-A7E9-426E39DC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513" y="4566021"/>
            <a:ext cx="57966" cy="54558"/>
          </a:xfrm>
          <a:custGeom xmlns:a="http://schemas.openxmlformats.org/drawingml/2006/main">
            <a:pathLst>
              <a:path w="57966" h="54558">
                <a:moveTo>
                  <a:pt x="0" y="3583"/>
                </a:moveTo>
                <a:lnTo>
                  <a:pt x="6874" y="0"/>
                </a:lnTo>
                <a:lnTo>
                  <a:pt x="30148" y="45222"/>
                </a:lnTo>
                <a:lnTo>
                  <a:pt x="54951" y="32435"/>
                </a:lnTo>
                <a:lnTo>
                  <a:pt x="57966" y="38232"/>
                </a:lnTo>
                <a:lnTo>
                  <a:pt x="26216" y="54558"/>
                </a:lnTo>
                <a:lnTo>
                  <a:pt x="0" y="3583"/>
                </a:lnTo>
                <a:close/>
                <a:moveTo>
                  <a:pt x="0" y="35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87C54-6F31-48EB-9546-82F29E22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473" y="4525517"/>
            <a:ext cx="72880" cy="74977"/>
          </a:xfrm>
          <a:custGeom xmlns:a="http://schemas.openxmlformats.org/drawingml/2006/main">
            <a:pathLst>
              <a:path w="72880" h="74977">
                <a:moveTo>
                  <a:pt x="0" y="24002"/>
                </a:moveTo>
                <a:lnTo>
                  <a:pt x="10239" y="18715"/>
                </a:lnTo>
                <a:lnTo>
                  <a:pt x="41144" y="46708"/>
                </a:lnTo>
                <a:lnTo>
                  <a:pt x="36353" y="5287"/>
                </a:lnTo>
                <a:lnTo>
                  <a:pt x="46606" y="0"/>
                </a:lnTo>
                <a:lnTo>
                  <a:pt x="72880" y="50975"/>
                </a:lnTo>
                <a:lnTo>
                  <a:pt x="66108" y="54442"/>
                </a:lnTo>
                <a:lnTo>
                  <a:pt x="43067" y="9671"/>
                </a:lnTo>
                <a:lnTo>
                  <a:pt x="47961" y="51427"/>
                </a:lnTo>
                <a:lnTo>
                  <a:pt x="41028" y="54951"/>
                </a:lnTo>
                <a:lnTo>
                  <a:pt x="9904" y="26798"/>
                </a:lnTo>
                <a:lnTo>
                  <a:pt x="32945" y="71569"/>
                </a:lnTo>
                <a:lnTo>
                  <a:pt x="26230" y="74977"/>
                </a:lnTo>
                <a:lnTo>
                  <a:pt x="0" y="24002"/>
                </a:lnTo>
                <a:close/>
                <a:moveTo>
                  <a:pt x="0" y="240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621E7-2A77-4C61-9319-6E94F158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20" y="4936845"/>
            <a:ext cx="47786" cy="65773"/>
          </a:xfrm>
          <a:custGeom xmlns:a="http://schemas.openxmlformats.org/drawingml/2006/main">
            <a:pathLst>
              <a:path w="47786" h="65773">
                <a:moveTo>
                  <a:pt x="22065" y="42106"/>
                </a:moveTo>
                <a:lnTo>
                  <a:pt x="31794" y="62700"/>
                </a:lnTo>
                <a:lnTo>
                  <a:pt x="25371" y="65773"/>
                </a:lnTo>
                <a:lnTo>
                  <a:pt x="0" y="12059"/>
                </a:lnTo>
                <a:lnTo>
                  <a:pt x="6423" y="9044"/>
                </a:lnTo>
                <a:lnTo>
                  <a:pt x="9219" y="14958"/>
                </a:lnTo>
                <a:cubicBezTo>
                  <a:pt x="9496" y="12001"/>
                  <a:pt x="10355" y="9496"/>
                  <a:pt x="11885" y="7399"/>
                </a:cubicBezTo>
                <a:cubicBezTo>
                  <a:pt x="13428" y="5287"/>
                  <a:pt x="15584" y="3583"/>
                  <a:pt x="18424" y="2214"/>
                </a:cubicBezTo>
                <a:cubicBezTo>
                  <a:pt x="23157" y="0"/>
                  <a:pt x="27876" y="58"/>
                  <a:pt x="32595" y="2389"/>
                </a:cubicBezTo>
                <a:cubicBezTo>
                  <a:pt x="37314" y="4777"/>
                  <a:pt x="41130" y="8986"/>
                  <a:pt x="44028" y="15132"/>
                </a:cubicBezTo>
                <a:cubicBezTo>
                  <a:pt x="46926" y="21220"/>
                  <a:pt x="47786" y="26857"/>
                  <a:pt x="46591" y="31969"/>
                </a:cubicBezTo>
                <a:cubicBezTo>
                  <a:pt x="45397" y="37154"/>
                  <a:pt x="42441" y="40853"/>
                  <a:pt x="37722" y="43067"/>
                </a:cubicBezTo>
                <a:cubicBezTo>
                  <a:pt x="34867" y="44436"/>
                  <a:pt x="32144" y="45004"/>
                  <a:pt x="29580" y="44829"/>
                </a:cubicBezTo>
                <a:cubicBezTo>
                  <a:pt x="27017" y="44654"/>
                  <a:pt x="24512" y="43751"/>
                  <a:pt x="22065" y="42106"/>
                </a:cubicBezTo>
                <a:close/>
                <a:moveTo>
                  <a:pt x="37372" y="18264"/>
                </a:moveTo>
                <a:cubicBezTo>
                  <a:pt x="35158" y="13545"/>
                  <a:pt x="32479" y="10297"/>
                  <a:pt x="29231" y="8535"/>
                </a:cubicBezTo>
                <a:cubicBezTo>
                  <a:pt x="26056" y="6772"/>
                  <a:pt x="22750" y="6714"/>
                  <a:pt x="19400" y="8302"/>
                </a:cubicBezTo>
                <a:cubicBezTo>
                  <a:pt x="16035" y="9904"/>
                  <a:pt x="13996" y="12511"/>
                  <a:pt x="13312" y="16094"/>
                </a:cubicBezTo>
                <a:cubicBezTo>
                  <a:pt x="12627" y="19676"/>
                  <a:pt x="13428" y="23842"/>
                  <a:pt x="15642" y="28503"/>
                </a:cubicBezTo>
                <a:cubicBezTo>
                  <a:pt x="17856" y="33221"/>
                  <a:pt x="20594" y="36469"/>
                  <a:pt x="23784" y="38173"/>
                </a:cubicBezTo>
                <a:cubicBezTo>
                  <a:pt x="26959" y="39936"/>
                  <a:pt x="30265" y="40052"/>
                  <a:pt x="33615" y="38465"/>
                </a:cubicBezTo>
                <a:cubicBezTo>
                  <a:pt x="37037" y="36862"/>
                  <a:pt x="39018" y="34241"/>
                  <a:pt x="39703" y="30658"/>
                </a:cubicBezTo>
                <a:cubicBezTo>
                  <a:pt x="40387" y="27075"/>
                  <a:pt x="39586" y="22924"/>
                  <a:pt x="37372" y="18264"/>
                </a:cubicBezTo>
                <a:close/>
                <a:moveTo>
                  <a:pt x="37372" y="182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5524D-4692-4714-95E2-7EB4B086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84" y="4916251"/>
            <a:ext cx="25604" cy="50233"/>
          </a:xfrm>
          <a:custGeom xmlns:a="http://schemas.openxmlformats.org/drawingml/2006/main">
            <a:pathLst>
              <a:path w="25604" h="50233">
                <a:moveTo>
                  <a:pt x="25604" y="6539"/>
                </a:moveTo>
                <a:cubicBezTo>
                  <a:pt x="24701" y="6481"/>
                  <a:pt x="23725" y="6539"/>
                  <a:pt x="22822" y="6714"/>
                </a:cubicBezTo>
                <a:cubicBezTo>
                  <a:pt x="21847" y="6933"/>
                  <a:pt x="20885" y="7282"/>
                  <a:pt x="19866" y="7734"/>
                </a:cubicBezTo>
                <a:cubicBezTo>
                  <a:pt x="16268" y="9438"/>
                  <a:pt x="14055" y="11943"/>
                  <a:pt x="13195" y="15191"/>
                </a:cubicBezTo>
                <a:cubicBezTo>
                  <a:pt x="12409" y="18482"/>
                  <a:pt x="13035" y="22298"/>
                  <a:pt x="15074" y="26682"/>
                </a:cubicBezTo>
                <a:lnTo>
                  <a:pt x="24803" y="47160"/>
                </a:lnTo>
                <a:lnTo>
                  <a:pt x="18380" y="50233"/>
                </a:lnTo>
                <a:lnTo>
                  <a:pt x="0" y="11317"/>
                </a:lnTo>
                <a:lnTo>
                  <a:pt x="6437" y="8302"/>
                </a:lnTo>
                <a:lnTo>
                  <a:pt x="9278" y="14331"/>
                </a:lnTo>
                <a:cubicBezTo>
                  <a:pt x="9511" y="11317"/>
                  <a:pt x="10414" y="8753"/>
                  <a:pt x="12001" y="6598"/>
                </a:cubicBezTo>
                <a:cubicBezTo>
                  <a:pt x="13661" y="4442"/>
                  <a:pt x="15992" y="2622"/>
                  <a:pt x="19065" y="1194"/>
                </a:cubicBezTo>
                <a:cubicBezTo>
                  <a:pt x="19516" y="961"/>
                  <a:pt x="20026" y="801"/>
                  <a:pt x="20536" y="568"/>
                </a:cubicBezTo>
                <a:cubicBezTo>
                  <a:pt x="21104" y="393"/>
                  <a:pt x="21730" y="175"/>
                  <a:pt x="22473" y="0"/>
                </a:cubicBezTo>
                <a:lnTo>
                  <a:pt x="25604" y="6539"/>
                </a:lnTo>
                <a:close/>
                <a:moveTo>
                  <a:pt x="25604" y="65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7B1A9-DD77-47B0-9A01-AF34B9B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96" y="4895482"/>
            <a:ext cx="31911" cy="57063"/>
          </a:xfrm>
          <a:custGeom xmlns:a="http://schemas.openxmlformats.org/drawingml/2006/main">
            <a:pathLst>
              <a:path w="31911" h="57063">
                <a:moveTo>
                  <a:pt x="7166" y="18147"/>
                </a:moveTo>
                <a:lnTo>
                  <a:pt x="13530" y="15132"/>
                </a:lnTo>
                <a:lnTo>
                  <a:pt x="31911" y="54048"/>
                </a:lnTo>
                <a:lnTo>
                  <a:pt x="25531" y="57063"/>
                </a:lnTo>
                <a:lnTo>
                  <a:pt x="7166" y="18147"/>
                </a:lnTo>
                <a:close/>
                <a:moveTo>
                  <a:pt x="0" y="3015"/>
                </a:moveTo>
                <a:lnTo>
                  <a:pt x="6365" y="0"/>
                </a:lnTo>
                <a:lnTo>
                  <a:pt x="10239" y="8141"/>
                </a:lnTo>
                <a:lnTo>
                  <a:pt x="3801" y="11156"/>
                </a:lnTo>
                <a:lnTo>
                  <a:pt x="0" y="3015"/>
                </a:lnTo>
                <a:close/>
                <a:moveTo>
                  <a:pt x="0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1E0C9-5E6F-4718-84CF-46FE363F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78" y="4880685"/>
            <a:ext cx="75152" cy="62641"/>
          </a:xfrm>
          <a:custGeom xmlns:a="http://schemas.openxmlformats.org/drawingml/2006/main">
            <a:pathLst>
              <a:path w="75152" h="62641">
                <a:moveTo>
                  <a:pt x="34008" y="16793"/>
                </a:moveTo>
                <a:cubicBezTo>
                  <a:pt x="34299" y="13152"/>
                  <a:pt x="35158" y="10137"/>
                  <a:pt x="36746" y="7748"/>
                </a:cubicBezTo>
                <a:cubicBezTo>
                  <a:pt x="38333" y="5301"/>
                  <a:pt x="40620" y="3423"/>
                  <a:pt x="43635" y="1995"/>
                </a:cubicBezTo>
                <a:cubicBezTo>
                  <a:pt x="47669" y="58"/>
                  <a:pt x="51485" y="0"/>
                  <a:pt x="55010" y="1777"/>
                </a:cubicBezTo>
                <a:cubicBezTo>
                  <a:pt x="58534" y="3597"/>
                  <a:pt x="61549" y="7122"/>
                  <a:pt x="64054" y="12351"/>
                </a:cubicBezTo>
                <a:lnTo>
                  <a:pt x="75152" y="35785"/>
                </a:lnTo>
                <a:lnTo>
                  <a:pt x="68715" y="38858"/>
                </a:lnTo>
                <a:lnTo>
                  <a:pt x="57733" y="15598"/>
                </a:lnTo>
                <a:cubicBezTo>
                  <a:pt x="55971" y="11841"/>
                  <a:pt x="53990" y="9394"/>
                  <a:pt x="51820" y="8200"/>
                </a:cubicBezTo>
                <a:cubicBezTo>
                  <a:pt x="49665" y="7064"/>
                  <a:pt x="47218" y="7064"/>
                  <a:pt x="44480" y="8375"/>
                </a:cubicBezTo>
                <a:cubicBezTo>
                  <a:pt x="41188" y="9904"/>
                  <a:pt x="39076" y="12234"/>
                  <a:pt x="38232" y="15365"/>
                </a:cubicBezTo>
                <a:cubicBezTo>
                  <a:pt x="37314" y="18497"/>
                  <a:pt x="37765" y="21905"/>
                  <a:pt x="39586" y="25721"/>
                </a:cubicBezTo>
                <a:lnTo>
                  <a:pt x="49941" y="47684"/>
                </a:lnTo>
                <a:lnTo>
                  <a:pt x="43518" y="50757"/>
                </a:lnTo>
                <a:lnTo>
                  <a:pt x="32537" y="27483"/>
                </a:lnTo>
                <a:cubicBezTo>
                  <a:pt x="30775" y="23725"/>
                  <a:pt x="28779" y="21279"/>
                  <a:pt x="26624" y="20084"/>
                </a:cubicBezTo>
                <a:cubicBezTo>
                  <a:pt x="24454" y="18948"/>
                  <a:pt x="22007" y="19007"/>
                  <a:pt x="19283" y="20317"/>
                </a:cubicBezTo>
                <a:cubicBezTo>
                  <a:pt x="15977" y="21847"/>
                  <a:pt x="13938" y="24191"/>
                  <a:pt x="13021" y="27265"/>
                </a:cubicBezTo>
                <a:cubicBezTo>
                  <a:pt x="12161" y="30381"/>
                  <a:pt x="12627" y="33862"/>
                  <a:pt x="14390" y="37605"/>
                </a:cubicBezTo>
                <a:lnTo>
                  <a:pt x="24803" y="59568"/>
                </a:lnTo>
                <a:lnTo>
                  <a:pt x="18366" y="62641"/>
                </a:lnTo>
                <a:lnTo>
                  <a:pt x="0" y="23725"/>
                </a:lnTo>
                <a:lnTo>
                  <a:pt x="6423" y="20711"/>
                </a:lnTo>
                <a:lnTo>
                  <a:pt x="9263" y="26740"/>
                </a:lnTo>
                <a:cubicBezTo>
                  <a:pt x="9612" y="23667"/>
                  <a:pt x="10515" y="21118"/>
                  <a:pt x="12001" y="19007"/>
                </a:cubicBezTo>
                <a:cubicBezTo>
                  <a:pt x="13530" y="16909"/>
                  <a:pt x="15642" y="15191"/>
                  <a:pt x="18482" y="13894"/>
                </a:cubicBezTo>
                <a:cubicBezTo>
                  <a:pt x="21264" y="12525"/>
                  <a:pt x="24060" y="12118"/>
                  <a:pt x="26682" y="12642"/>
                </a:cubicBezTo>
                <a:cubicBezTo>
                  <a:pt x="29347" y="13093"/>
                  <a:pt x="31794" y="14521"/>
                  <a:pt x="34008" y="16793"/>
                </a:cubicBezTo>
                <a:close/>
                <a:moveTo>
                  <a:pt x="34008" y="167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0CF54-AEB5-4E5F-9A26-252171A1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29" y="4853435"/>
            <a:ext cx="31911" cy="57005"/>
          </a:xfrm>
          <a:custGeom xmlns:a="http://schemas.openxmlformats.org/drawingml/2006/main">
            <a:pathLst>
              <a:path w="31911" h="57005">
                <a:moveTo>
                  <a:pt x="0" y="3015"/>
                </a:moveTo>
                <a:lnTo>
                  <a:pt x="6365" y="0"/>
                </a:lnTo>
                <a:lnTo>
                  <a:pt x="31911" y="53990"/>
                </a:lnTo>
                <a:lnTo>
                  <a:pt x="25546" y="57005"/>
                </a:lnTo>
                <a:lnTo>
                  <a:pt x="0" y="3015"/>
                </a:lnTo>
                <a:close/>
                <a:moveTo>
                  <a:pt x="0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DB7FA-63BE-45CA-B512-9DE4CAC4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8" y="4888433"/>
            <a:ext cx="11550" cy="12278"/>
          </a:xfrm>
          <a:custGeom xmlns:a="http://schemas.openxmlformats.org/drawingml/2006/main">
            <a:pathLst>
              <a:path w="11550" h="12278">
                <a:moveTo>
                  <a:pt x="0" y="3466"/>
                </a:moveTo>
                <a:lnTo>
                  <a:pt x="7340" y="0"/>
                </a:lnTo>
                <a:lnTo>
                  <a:pt x="11550" y="8811"/>
                </a:lnTo>
                <a:lnTo>
                  <a:pt x="4209" y="12278"/>
                </a:lnTo>
                <a:lnTo>
                  <a:pt x="0" y="3466"/>
                </a:lnTo>
                <a:close/>
                <a:moveTo>
                  <a:pt x="0" y="346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30502-2652-4711-A0F0-84477503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63" y="4827495"/>
            <a:ext cx="43577" cy="62816"/>
          </a:xfrm>
          <a:custGeom xmlns:a="http://schemas.openxmlformats.org/drawingml/2006/main">
            <a:pathLst>
              <a:path w="43577" h="62816">
                <a:moveTo>
                  <a:pt x="9729" y="13428"/>
                </a:moveTo>
                <a:lnTo>
                  <a:pt x="18948" y="32886"/>
                </a:lnTo>
                <a:lnTo>
                  <a:pt x="27760" y="28736"/>
                </a:lnTo>
                <a:cubicBezTo>
                  <a:pt x="31066" y="27192"/>
                  <a:pt x="33163" y="25153"/>
                  <a:pt x="34139" y="22648"/>
                </a:cubicBezTo>
                <a:cubicBezTo>
                  <a:pt x="35158" y="20084"/>
                  <a:pt x="34867" y="17244"/>
                  <a:pt x="33396" y="14171"/>
                </a:cubicBezTo>
                <a:cubicBezTo>
                  <a:pt x="31969" y="11040"/>
                  <a:pt x="29930" y="9044"/>
                  <a:pt x="27366" y="8200"/>
                </a:cubicBezTo>
                <a:cubicBezTo>
                  <a:pt x="24745" y="7399"/>
                  <a:pt x="21847" y="7734"/>
                  <a:pt x="18599" y="9278"/>
                </a:cubicBezTo>
                <a:lnTo>
                  <a:pt x="9729" y="13428"/>
                </a:lnTo>
                <a:close/>
                <a:moveTo>
                  <a:pt x="0" y="10982"/>
                </a:moveTo>
                <a:lnTo>
                  <a:pt x="15875" y="3466"/>
                </a:lnTo>
                <a:cubicBezTo>
                  <a:pt x="21672" y="743"/>
                  <a:pt x="26682" y="0"/>
                  <a:pt x="30891" y="1194"/>
                </a:cubicBezTo>
                <a:cubicBezTo>
                  <a:pt x="35100" y="2447"/>
                  <a:pt x="38406" y="5578"/>
                  <a:pt x="40795" y="10647"/>
                </a:cubicBezTo>
                <a:cubicBezTo>
                  <a:pt x="43242" y="15759"/>
                  <a:pt x="43577" y="20317"/>
                  <a:pt x="41814" y="24352"/>
                </a:cubicBezTo>
                <a:cubicBezTo>
                  <a:pt x="40110" y="28386"/>
                  <a:pt x="36294" y="31750"/>
                  <a:pt x="30498" y="34474"/>
                </a:cubicBezTo>
                <a:lnTo>
                  <a:pt x="21672" y="38683"/>
                </a:lnTo>
                <a:lnTo>
                  <a:pt x="31517" y="59510"/>
                </a:lnTo>
                <a:lnTo>
                  <a:pt x="24512" y="62816"/>
                </a:lnTo>
                <a:lnTo>
                  <a:pt x="0" y="10982"/>
                </a:lnTo>
                <a:close/>
                <a:moveTo>
                  <a:pt x="0" y="109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E4703-0E33-48A7-B616-A4DD05F8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56" y="4804120"/>
            <a:ext cx="40402" cy="65933"/>
          </a:xfrm>
          <a:custGeom xmlns:a="http://schemas.openxmlformats.org/drawingml/2006/main">
            <a:pathLst>
              <a:path w="40402" h="65933">
                <a:moveTo>
                  <a:pt x="0" y="14098"/>
                </a:moveTo>
                <a:lnTo>
                  <a:pt x="29813" y="0"/>
                </a:lnTo>
                <a:lnTo>
                  <a:pt x="32595" y="5913"/>
                </a:lnTo>
                <a:lnTo>
                  <a:pt x="9787" y="16662"/>
                </a:lnTo>
                <a:lnTo>
                  <a:pt x="17011" y="31969"/>
                </a:lnTo>
                <a:lnTo>
                  <a:pt x="37605" y="22240"/>
                </a:lnTo>
                <a:lnTo>
                  <a:pt x="40402" y="28153"/>
                </a:lnTo>
                <a:lnTo>
                  <a:pt x="19808" y="37882"/>
                </a:lnTo>
                <a:lnTo>
                  <a:pt x="31517" y="62627"/>
                </a:lnTo>
                <a:lnTo>
                  <a:pt x="24526" y="65933"/>
                </a:lnTo>
                <a:lnTo>
                  <a:pt x="0" y="14098"/>
                </a:lnTo>
                <a:close/>
                <a:moveTo>
                  <a:pt x="0" y="140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9DF11-7287-4B10-8541-C12F1DA6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67" y="4795585"/>
            <a:ext cx="56772" cy="55126"/>
          </a:xfrm>
          <a:custGeom xmlns:a="http://schemas.openxmlformats.org/drawingml/2006/main">
            <a:pathLst>
              <a:path w="56772" h="55126">
                <a:moveTo>
                  <a:pt x="0" y="3292"/>
                </a:moveTo>
                <a:lnTo>
                  <a:pt x="6991" y="0"/>
                </a:lnTo>
                <a:lnTo>
                  <a:pt x="28721" y="45907"/>
                </a:lnTo>
                <a:lnTo>
                  <a:pt x="53990" y="33964"/>
                </a:lnTo>
                <a:lnTo>
                  <a:pt x="56772" y="39877"/>
                </a:lnTo>
                <a:lnTo>
                  <a:pt x="24512" y="55126"/>
                </a:lnTo>
                <a:lnTo>
                  <a:pt x="0" y="3292"/>
                </a:lnTo>
                <a:close/>
                <a:moveTo>
                  <a:pt x="0" y="329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9BB52-5FF2-4CF0-B7B4-25A8177B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68" y="4761504"/>
            <a:ext cx="63996" cy="70492"/>
          </a:xfrm>
          <a:custGeom xmlns:a="http://schemas.openxmlformats.org/drawingml/2006/main">
            <a:pathLst>
              <a:path w="63996" h="70492">
                <a:moveTo>
                  <a:pt x="0" y="18657"/>
                </a:moveTo>
                <a:lnTo>
                  <a:pt x="6991" y="15365"/>
                </a:lnTo>
                <a:lnTo>
                  <a:pt x="17055" y="36586"/>
                </a:lnTo>
                <a:lnTo>
                  <a:pt x="42543" y="24512"/>
                </a:lnTo>
                <a:lnTo>
                  <a:pt x="32479" y="3292"/>
                </a:lnTo>
                <a:lnTo>
                  <a:pt x="39528" y="0"/>
                </a:lnTo>
                <a:lnTo>
                  <a:pt x="63996" y="51820"/>
                </a:lnTo>
                <a:lnTo>
                  <a:pt x="57005" y="55126"/>
                </a:lnTo>
                <a:lnTo>
                  <a:pt x="45339" y="30440"/>
                </a:lnTo>
                <a:lnTo>
                  <a:pt x="19851" y="42499"/>
                </a:lnTo>
                <a:lnTo>
                  <a:pt x="31517" y="67186"/>
                </a:lnTo>
                <a:lnTo>
                  <a:pt x="24512" y="70492"/>
                </a:lnTo>
                <a:lnTo>
                  <a:pt x="0" y="18657"/>
                </a:lnTo>
                <a:close/>
                <a:moveTo>
                  <a:pt x="0" y="186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B4A40-A95F-43C7-8BC7-6F777730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3" y="4743750"/>
            <a:ext cx="64913" cy="62976"/>
          </a:xfrm>
          <a:custGeom xmlns:a="http://schemas.openxmlformats.org/drawingml/2006/main">
            <a:pathLst>
              <a:path w="64913" h="62976">
                <a:moveTo>
                  <a:pt x="37605" y="27032"/>
                </a:moveTo>
                <a:cubicBezTo>
                  <a:pt x="39382" y="26857"/>
                  <a:pt x="41305" y="27250"/>
                  <a:pt x="43533" y="28226"/>
                </a:cubicBezTo>
                <a:cubicBezTo>
                  <a:pt x="45747" y="29245"/>
                  <a:pt x="48252" y="30833"/>
                  <a:pt x="51092" y="33119"/>
                </a:cubicBezTo>
                <a:lnTo>
                  <a:pt x="64913" y="43868"/>
                </a:lnTo>
                <a:lnTo>
                  <a:pt x="57355" y="47451"/>
                </a:lnTo>
                <a:lnTo>
                  <a:pt x="44436" y="37270"/>
                </a:lnTo>
                <a:cubicBezTo>
                  <a:pt x="41086" y="34590"/>
                  <a:pt x="38348" y="33119"/>
                  <a:pt x="36193" y="32712"/>
                </a:cubicBezTo>
                <a:cubicBezTo>
                  <a:pt x="34022" y="32377"/>
                  <a:pt x="31576" y="32828"/>
                  <a:pt x="28794" y="34139"/>
                </a:cubicBezTo>
                <a:lnTo>
                  <a:pt x="21177" y="37722"/>
                </a:lnTo>
                <a:lnTo>
                  <a:pt x="31517" y="59685"/>
                </a:lnTo>
                <a:lnTo>
                  <a:pt x="24526" y="62976"/>
                </a:lnTo>
                <a:lnTo>
                  <a:pt x="0" y="11156"/>
                </a:lnTo>
                <a:lnTo>
                  <a:pt x="15817" y="3641"/>
                </a:lnTo>
                <a:cubicBezTo>
                  <a:pt x="21803" y="859"/>
                  <a:pt x="26798" y="0"/>
                  <a:pt x="30847" y="1078"/>
                </a:cubicBezTo>
                <a:cubicBezTo>
                  <a:pt x="34940" y="2214"/>
                  <a:pt x="38173" y="5229"/>
                  <a:pt x="40576" y="10239"/>
                </a:cubicBezTo>
                <a:cubicBezTo>
                  <a:pt x="42106" y="13487"/>
                  <a:pt x="42615" y="16560"/>
                  <a:pt x="42106" y="19458"/>
                </a:cubicBezTo>
                <a:cubicBezTo>
                  <a:pt x="41596" y="22298"/>
                  <a:pt x="40110" y="24861"/>
                  <a:pt x="37605" y="27032"/>
                </a:cubicBezTo>
                <a:close/>
                <a:moveTo>
                  <a:pt x="9729" y="13603"/>
                </a:moveTo>
                <a:lnTo>
                  <a:pt x="18439" y="31969"/>
                </a:lnTo>
                <a:lnTo>
                  <a:pt x="27250" y="27818"/>
                </a:lnTo>
                <a:cubicBezTo>
                  <a:pt x="30614" y="26230"/>
                  <a:pt x="32828" y="24235"/>
                  <a:pt x="33804" y="21847"/>
                </a:cubicBezTo>
                <a:cubicBezTo>
                  <a:pt x="34823" y="19458"/>
                  <a:pt x="34590" y="16778"/>
                  <a:pt x="33119" y="13720"/>
                </a:cubicBezTo>
                <a:cubicBezTo>
                  <a:pt x="31692" y="10690"/>
                  <a:pt x="29755" y="8826"/>
                  <a:pt x="27308" y="8083"/>
                </a:cubicBezTo>
                <a:cubicBezTo>
                  <a:pt x="24861" y="7399"/>
                  <a:pt x="21963" y="7792"/>
                  <a:pt x="18555" y="9394"/>
                </a:cubicBezTo>
                <a:lnTo>
                  <a:pt x="9729" y="13603"/>
                </a:lnTo>
                <a:close/>
                <a:moveTo>
                  <a:pt x="9729" y="136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FF61C-D4DC-478A-B884-32E495EC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021" y="4720535"/>
            <a:ext cx="43577" cy="62816"/>
          </a:xfrm>
          <a:custGeom xmlns:a="http://schemas.openxmlformats.org/drawingml/2006/main">
            <a:pathLst>
              <a:path w="43577" h="62816">
                <a:moveTo>
                  <a:pt x="9787" y="13428"/>
                </a:moveTo>
                <a:lnTo>
                  <a:pt x="18948" y="32945"/>
                </a:lnTo>
                <a:lnTo>
                  <a:pt x="27760" y="28736"/>
                </a:lnTo>
                <a:cubicBezTo>
                  <a:pt x="31066" y="27206"/>
                  <a:pt x="33163" y="25153"/>
                  <a:pt x="34139" y="22648"/>
                </a:cubicBezTo>
                <a:cubicBezTo>
                  <a:pt x="35158" y="20084"/>
                  <a:pt x="34882" y="17302"/>
                  <a:pt x="33396" y="14171"/>
                </a:cubicBezTo>
                <a:cubicBezTo>
                  <a:pt x="31969" y="11040"/>
                  <a:pt x="29930" y="9103"/>
                  <a:pt x="27366" y="8258"/>
                </a:cubicBezTo>
                <a:cubicBezTo>
                  <a:pt x="24745" y="7399"/>
                  <a:pt x="21847" y="7748"/>
                  <a:pt x="18599" y="9278"/>
                </a:cubicBezTo>
                <a:lnTo>
                  <a:pt x="9787" y="13428"/>
                </a:lnTo>
                <a:close/>
                <a:moveTo>
                  <a:pt x="0" y="10982"/>
                </a:moveTo>
                <a:lnTo>
                  <a:pt x="15875" y="3539"/>
                </a:lnTo>
                <a:cubicBezTo>
                  <a:pt x="21672" y="743"/>
                  <a:pt x="26682" y="0"/>
                  <a:pt x="30891" y="1253"/>
                </a:cubicBezTo>
                <a:cubicBezTo>
                  <a:pt x="35100" y="2447"/>
                  <a:pt x="38406" y="5578"/>
                  <a:pt x="40853" y="10647"/>
                </a:cubicBezTo>
                <a:cubicBezTo>
                  <a:pt x="43242" y="15759"/>
                  <a:pt x="43577" y="20376"/>
                  <a:pt x="41814" y="24352"/>
                </a:cubicBezTo>
                <a:cubicBezTo>
                  <a:pt x="40110" y="28401"/>
                  <a:pt x="36353" y="31750"/>
                  <a:pt x="30498" y="34532"/>
                </a:cubicBezTo>
                <a:lnTo>
                  <a:pt x="21672" y="38698"/>
                </a:lnTo>
                <a:lnTo>
                  <a:pt x="31517" y="59510"/>
                </a:lnTo>
                <a:lnTo>
                  <a:pt x="24526" y="62816"/>
                </a:lnTo>
                <a:lnTo>
                  <a:pt x="0" y="10982"/>
                </a:lnTo>
                <a:close/>
                <a:moveTo>
                  <a:pt x="0" y="109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551DE-492C-458B-A4DE-C8C9F4C2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18" y="4714170"/>
            <a:ext cx="46315" cy="46533"/>
          </a:xfrm>
          <a:custGeom xmlns:a="http://schemas.openxmlformats.org/drawingml/2006/main">
            <a:pathLst>
              <a:path w="46315" h="46533">
                <a:moveTo>
                  <a:pt x="38800" y="13545"/>
                </a:moveTo>
                <a:lnTo>
                  <a:pt x="40227" y="16662"/>
                </a:lnTo>
                <a:lnTo>
                  <a:pt x="10865" y="30542"/>
                </a:lnTo>
                <a:cubicBezTo>
                  <a:pt x="13254" y="34809"/>
                  <a:pt x="16152" y="37489"/>
                  <a:pt x="19633" y="38683"/>
                </a:cubicBezTo>
                <a:cubicBezTo>
                  <a:pt x="23041" y="39877"/>
                  <a:pt x="26915" y="39484"/>
                  <a:pt x="31124" y="37489"/>
                </a:cubicBezTo>
                <a:cubicBezTo>
                  <a:pt x="33629" y="36294"/>
                  <a:pt x="35843" y="34867"/>
                  <a:pt x="37838" y="33221"/>
                </a:cubicBezTo>
                <a:cubicBezTo>
                  <a:pt x="39877" y="31517"/>
                  <a:pt x="41756" y="29522"/>
                  <a:pt x="43475" y="27250"/>
                </a:cubicBezTo>
                <a:lnTo>
                  <a:pt x="46315" y="33280"/>
                </a:lnTo>
                <a:cubicBezTo>
                  <a:pt x="44436" y="35333"/>
                  <a:pt x="42441" y="37212"/>
                  <a:pt x="40285" y="38858"/>
                </a:cubicBezTo>
                <a:cubicBezTo>
                  <a:pt x="38115" y="40504"/>
                  <a:pt x="35785" y="41931"/>
                  <a:pt x="33338" y="43067"/>
                </a:cubicBezTo>
                <a:cubicBezTo>
                  <a:pt x="27133" y="46023"/>
                  <a:pt x="21337" y="46533"/>
                  <a:pt x="16050" y="44654"/>
                </a:cubicBezTo>
                <a:cubicBezTo>
                  <a:pt x="10705" y="42717"/>
                  <a:pt x="6598" y="38683"/>
                  <a:pt x="3641" y="32537"/>
                </a:cubicBezTo>
                <a:cubicBezTo>
                  <a:pt x="685" y="26172"/>
                  <a:pt x="0" y="20303"/>
                  <a:pt x="1646" y="14958"/>
                </a:cubicBezTo>
                <a:cubicBezTo>
                  <a:pt x="3364" y="9612"/>
                  <a:pt x="7107" y="5520"/>
                  <a:pt x="12919" y="2782"/>
                </a:cubicBezTo>
                <a:cubicBezTo>
                  <a:pt x="18147" y="277"/>
                  <a:pt x="23099" y="0"/>
                  <a:pt x="27701" y="1937"/>
                </a:cubicBezTo>
                <a:cubicBezTo>
                  <a:pt x="32377" y="3860"/>
                  <a:pt x="36018" y="7734"/>
                  <a:pt x="38800" y="13545"/>
                </a:cubicBezTo>
                <a:close/>
                <a:moveTo>
                  <a:pt x="31517" y="14681"/>
                </a:moveTo>
                <a:cubicBezTo>
                  <a:pt x="29813" y="11200"/>
                  <a:pt x="27541" y="8870"/>
                  <a:pt x="24643" y="7675"/>
                </a:cubicBezTo>
                <a:cubicBezTo>
                  <a:pt x="21730" y="6481"/>
                  <a:pt x="18715" y="6656"/>
                  <a:pt x="15540" y="8127"/>
                </a:cubicBezTo>
                <a:cubicBezTo>
                  <a:pt x="12001" y="9846"/>
                  <a:pt x="9612" y="12176"/>
                  <a:pt x="8418" y="15191"/>
                </a:cubicBezTo>
                <a:cubicBezTo>
                  <a:pt x="7224" y="18264"/>
                  <a:pt x="7340" y="21672"/>
                  <a:pt x="8768" y="25488"/>
                </a:cubicBezTo>
                <a:lnTo>
                  <a:pt x="31517" y="14681"/>
                </a:lnTo>
                <a:close/>
                <a:moveTo>
                  <a:pt x="31517" y="146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39381-6AE2-4EC8-A81F-4254E996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80" y="4693692"/>
            <a:ext cx="25604" cy="50174"/>
          </a:xfrm>
          <a:custGeom xmlns:a="http://schemas.openxmlformats.org/drawingml/2006/main">
            <a:pathLst>
              <a:path w="25604" h="50174">
                <a:moveTo>
                  <a:pt x="25604" y="6539"/>
                </a:moveTo>
                <a:cubicBezTo>
                  <a:pt x="24701" y="6423"/>
                  <a:pt x="23784" y="6481"/>
                  <a:pt x="22822" y="6714"/>
                </a:cubicBezTo>
                <a:cubicBezTo>
                  <a:pt x="21905" y="6933"/>
                  <a:pt x="20944" y="7282"/>
                  <a:pt x="19910" y="7734"/>
                </a:cubicBezTo>
                <a:cubicBezTo>
                  <a:pt x="16268" y="9438"/>
                  <a:pt x="14055" y="11943"/>
                  <a:pt x="13254" y="15191"/>
                </a:cubicBezTo>
                <a:cubicBezTo>
                  <a:pt x="12409" y="18424"/>
                  <a:pt x="13035" y="22298"/>
                  <a:pt x="15132" y="26682"/>
                </a:cubicBezTo>
                <a:lnTo>
                  <a:pt x="24803" y="47160"/>
                </a:lnTo>
                <a:lnTo>
                  <a:pt x="18380" y="50174"/>
                </a:lnTo>
                <a:lnTo>
                  <a:pt x="0" y="11317"/>
                </a:lnTo>
                <a:lnTo>
                  <a:pt x="6437" y="8302"/>
                </a:lnTo>
                <a:lnTo>
                  <a:pt x="9278" y="14331"/>
                </a:lnTo>
                <a:cubicBezTo>
                  <a:pt x="9511" y="11317"/>
                  <a:pt x="10472" y="8753"/>
                  <a:pt x="12059" y="6598"/>
                </a:cubicBezTo>
                <a:cubicBezTo>
                  <a:pt x="13661" y="4428"/>
                  <a:pt x="15992" y="2607"/>
                  <a:pt x="19123" y="1136"/>
                </a:cubicBezTo>
                <a:cubicBezTo>
                  <a:pt x="19516" y="961"/>
                  <a:pt x="20026" y="728"/>
                  <a:pt x="20594" y="568"/>
                </a:cubicBezTo>
                <a:cubicBezTo>
                  <a:pt x="21162" y="335"/>
                  <a:pt x="21788" y="160"/>
                  <a:pt x="22473" y="0"/>
                </a:cubicBezTo>
                <a:lnTo>
                  <a:pt x="25604" y="6539"/>
                </a:lnTo>
                <a:close/>
                <a:moveTo>
                  <a:pt x="25604" y="65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EAB94-CB75-434E-A834-77263C5F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36" y="4672924"/>
            <a:ext cx="31925" cy="57063"/>
          </a:xfrm>
          <a:custGeom xmlns:a="http://schemas.openxmlformats.org/drawingml/2006/main">
            <a:pathLst>
              <a:path w="31925" h="57063">
                <a:moveTo>
                  <a:pt x="7122" y="18147"/>
                </a:moveTo>
                <a:lnTo>
                  <a:pt x="13545" y="15132"/>
                </a:lnTo>
                <a:lnTo>
                  <a:pt x="31925" y="54048"/>
                </a:lnTo>
                <a:lnTo>
                  <a:pt x="25488" y="57063"/>
                </a:lnTo>
                <a:lnTo>
                  <a:pt x="7122" y="18147"/>
                </a:lnTo>
                <a:close/>
                <a:moveTo>
                  <a:pt x="0" y="3015"/>
                </a:moveTo>
                <a:lnTo>
                  <a:pt x="6379" y="0"/>
                </a:lnTo>
                <a:lnTo>
                  <a:pt x="10195" y="8083"/>
                </a:lnTo>
                <a:lnTo>
                  <a:pt x="3816" y="11098"/>
                </a:lnTo>
                <a:lnTo>
                  <a:pt x="0" y="3015"/>
                </a:lnTo>
                <a:close/>
                <a:moveTo>
                  <a:pt x="0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FA602-FD04-4618-A34A-93FEB9E5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73" y="4670812"/>
            <a:ext cx="43242" cy="46606"/>
          </a:xfrm>
          <a:custGeom xmlns:a="http://schemas.openxmlformats.org/drawingml/2006/main">
            <a:pathLst>
              <a:path w="43242" h="46606">
                <a:moveTo>
                  <a:pt x="14564" y="8316"/>
                </a:moveTo>
                <a:cubicBezTo>
                  <a:pt x="11084" y="9904"/>
                  <a:pt x="9044" y="12525"/>
                  <a:pt x="8302" y="16108"/>
                </a:cubicBezTo>
                <a:cubicBezTo>
                  <a:pt x="7559" y="19749"/>
                  <a:pt x="8302" y="23900"/>
                  <a:pt x="10515" y="28503"/>
                </a:cubicBezTo>
                <a:cubicBezTo>
                  <a:pt x="12744" y="33178"/>
                  <a:pt x="15409" y="36353"/>
                  <a:pt x="18657" y="38115"/>
                </a:cubicBezTo>
                <a:cubicBezTo>
                  <a:pt x="21905" y="39834"/>
                  <a:pt x="25255" y="39892"/>
                  <a:pt x="28721" y="38290"/>
                </a:cubicBezTo>
                <a:cubicBezTo>
                  <a:pt x="32144" y="36644"/>
                  <a:pt x="34183" y="34081"/>
                  <a:pt x="34925" y="30440"/>
                </a:cubicBezTo>
                <a:cubicBezTo>
                  <a:pt x="35610" y="26798"/>
                  <a:pt x="34867" y="22706"/>
                  <a:pt x="32712" y="18045"/>
                </a:cubicBezTo>
                <a:cubicBezTo>
                  <a:pt x="30542" y="13428"/>
                  <a:pt x="27818" y="10239"/>
                  <a:pt x="24512" y="8476"/>
                </a:cubicBezTo>
                <a:cubicBezTo>
                  <a:pt x="21279" y="6772"/>
                  <a:pt x="17972" y="6656"/>
                  <a:pt x="14564" y="8316"/>
                </a:cubicBezTo>
                <a:close/>
                <a:moveTo>
                  <a:pt x="12001" y="2855"/>
                </a:moveTo>
                <a:cubicBezTo>
                  <a:pt x="17521" y="233"/>
                  <a:pt x="22750" y="0"/>
                  <a:pt x="27643" y="2112"/>
                </a:cubicBezTo>
                <a:cubicBezTo>
                  <a:pt x="32537" y="4209"/>
                  <a:pt x="36469" y="8476"/>
                  <a:pt x="39484" y="14856"/>
                </a:cubicBezTo>
                <a:cubicBezTo>
                  <a:pt x="42499" y="21220"/>
                  <a:pt x="43242" y="26973"/>
                  <a:pt x="41814" y="32085"/>
                </a:cubicBezTo>
                <a:cubicBezTo>
                  <a:pt x="40329" y="37212"/>
                  <a:pt x="36862" y="41086"/>
                  <a:pt x="31284" y="43693"/>
                </a:cubicBezTo>
                <a:cubicBezTo>
                  <a:pt x="25706" y="46315"/>
                  <a:pt x="20478" y="46606"/>
                  <a:pt x="15584" y="44494"/>
                </a:cubicBezTo>
                <a:cubicBezTo>
                  <a:pt x="10749" y="42339"/>
                  <a:pt x="6772" y="38071"/>
                  <a:pt x="3801" y="31692"/>
                </a:cubicBezTo>
                <a:cubicBezTo>
                  <a:pt x="786" y="25327"/>
                  <a:pt x="0" y="19575"/>
                  <a:pt x="1413" y="14506"/>
                </a:cubicBezTo>
                <a:cubicBezTo>
                  <a:pt x="2898" y="9394"/>
                  <a:pt x="6423" y="5520"/>
                  <a:pt x="12001" y="2855"/>
                </a:cubicBezTo>
                <a:close/>
                <a:moveTo>
                  <a:pt x="12001" y="28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7D9A2-F5EF-448C-8BEE-4F5795E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091" y="4630934"/>
            <a:ext cx="47669" cy="66166"/>
          </a:xfrm>
          <a:custGeom xmlns:a="http://schemas.openxmlformats.org/drawingml/2006/main">
            <a:pathLst>
              <a:path w="47669" h="66166">
                <a:moveTo>
                  <a:pt x="25721" y="24060"/>
                </a:moveTo>
                <a:lnTo>
                  <a:pt x="15759" y="3015"/>
                </a:lnTo>
                <a:lnTo>
                  <a:pt x="22182" y="0"/>
                </a:lnTo>
                <a:lnTo>
                  <a:pt x="47669" y="53990"/>
                </a:lnTo>
                <a:lnTo>
                  <a:pt x="41305" y="57005"/>
                </a:lnTo>
                <a:lnTo>
                  <a:pt x="38581" y="51208"/>
                </a:lnTo>
                <a:cubicBezTo>
                  <a:pt x="38290" y="54165"/>
                  <a:pt x="37430" y="56670"/>
                  <a:pt x="35901" y="58767"/>
                </a:cubicBezTo>
                <a:cubicBezTo>
                  <a:pt x="34357" y="60879"/>
                  <a:pt x="32202" y="62583"/>
                  <a:pt x="29304" y="63952"/>
                </a:cubicBezTo>
                <a:cubicBezTo>
                  <a:pt x="24628" y="66166"/>
                  <a:pt x="19910" y="66108"/>
                  <a:pt x="15191" y="63719"/>
                </a:cubicBezTo>
                <a:cubicBezTo>
                  <a:pt x="10472" y="61389"/>
                  <a:pt x="6656" y="57122"/>
                  <a:pt x="3758" y="51034"/>
                </a:cubicBezTo>
                <a:cubicBezTo>
                  <a:pt x="918" y="44946"/>
                  <a:pt x="0" y="39309"/>
                  <a:pt x="1194" y="34139"/>
                </a:cubicBezTo>
                <a:cubicBezTo>
                  <a:pt x="2389" y="29012"/>
                  <a:pt x="5345" y="25313"/>
                  <a:pt x="10020" y="23099"/>
                </a:cubicBezTo>
                <a:cubicBezTo>
                  <a:pt x="12919" y="21730"/>
                  <a:pt x="15642" y="21162"/>
                  <a:pt x="18205" y="21337"/>
                </a:cubicBezTo>
                <a:cubicBezTo>
                  <a:pt x="20769" y="21453"/>
                  <a:pt x="23274" y="22356"/>
                  <a:pt x="25721" y="24060"/>
                </a:cubicBezTo>
                <a:close/>
                <a:moveTo>
                  <a:pt x="10355" y="47902"/>
                </a:moveTo>
                <a:cubicBezTo>
                  <a:pt x="12569" y="52621"/>
                  <a:pt x="15307" y="55811"/>
                  <a:pt x="18497" y="57573"/>
                </a:cubicBezTo>
                <a:cubicBezTo>
                  <a:pt x="21672" y="59335"/>
                  <a:pt x="24978" y="59452"/>
                  <a:pt x="28328" y="57864"/>
                </a:cubicBezTo>
                <a:cubicBezTo>
                  <a:pt x="31750" y="56262"/>
                  <a:pt x="33731" y="53655"/>
                  <a:pt x="34416" y="50072"/>
                </a:cubicBezTo>
                <a:cubicBezTo>
                  <a:pt x="35100" y="46475"/>
                  <a:pt x="34357" y="42324"/>
                  <a:pt x="32144" y="37605"/>
                </a:cubicBezTo>
                <a:cubicBezTo>
                  <a:pt x="29930" y="32945"/>
                  <a:pt x="27192" y="29697"/>
                  <a:pt x="24017" y="27935"/>
                </a:cubicBezTo>
                <a:cubicBezTo>
                  <a:pt x="20769" y="26172"/>
                  <a:pt x="17463" y="26114"/>
                  <a:pt x="14113" y="27701"/>
                </a:cubicBezTo>
                <a:cubicBezTo>
                  <a:pt x="10749" y="29304"/>
                  <a:pt x="8710" y="31911"/>
                  <a:pt x="8025" y="35508"/>
                </a:cubicBezTo>
                <a:cubicBezTo>
                  <a:pt x="7399" y="39091"/>
                  <a:pt x="8141" y="43242"/>
                  <a:pt x="10355" y="47902"/>
                </a:cubicBezTo>
                <a:close/>
                <a:moveTo>
                  <a:pt x="10355" y="479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84E7A-4BC8-4E7B-8103-1C57D28E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735" y="4615744"/>
            <a:ext cx="43518" cy="62860"/>
          </a:xfrm>
          <a:custGeom xmlns:a="http://schemas.openxmlformats.org/drawingml/2006/main">
            <a:pathLst>
              <a:path w="43518" h="62860">
                <a:moveTo>
                  <a:pt x="9729" y="13487"/>
                </a:moveTo>
                <a:lnTo>
                  <a:pt x="18934" y="32945"/>
                </a:lnTo>
                <a:lnTo>
                  <a:pt x="27760" y="28794"/>
                </a:lnTo>
                <a:cubicBezTo>
                  <a:pt x="31008" y="27250"/>
                  <a:pt x="33163" y="25211"/>
                  <a:pt x="34124" y="22648"/>
                </a:cubicBezTo>
                <a:cubicBezTo>
                  <a:pt x="35100" y="20143"/>
                  <a:pt x="34867" y="17302"/>
                  <a:pt x="33396" y="14171"/>
                </a:cubicBezTo>
                <a:cubicBezTo>
                  <a:pt x="31911" y="11098"/>
                  <a:pt x="29915" y="9103"/>
                  <a:pt x="27308" y="8243"/>
                </a:cubicBezTo>
                <a:cubicBezTo>
                  <a:pt x="24745" y="7399"/>
                  <a:pt x="21847" y="7734"/>
                  <a:pt x="18540" y="9278"/>
                </a:cubicBezTo>
                <a:lnTo>
                  <a:pt x="9729" y="13487"/>
                </a:lnTo>
                <a:close/>
                <a:moveTo>
                  <a:pt x="0" y="11040"/>
                </a:moveTo>
                <a:lnTo>
                  <a:pt x="15817" y="3525"/>
                </a:lnTo>
                <a:cubicBezTo>
                  <a:pt x="21614" y="801"/>
                  <a:pt x="26682" y="0"/>
                  <a:pt x="30891" y="1253"/>
                </a:cubicBezTo>
                <a:cubicBezTo>
                  <a:pt x="35100" y="2447"/>
                  <a:pt x="38392" y="5636"/>
                  <a:pt x="40780" y="10690"/>
                </a:cubicBezTo>
                <a:cubicBezTo>
                  <a:pt x="43183" y="15817"/>
                  <a:pt x="43518" y="20361"/>
                  <a:pt x="41814" y="24410"/>
                </a:cubicBezTo>
                <a:cubicBezTo>
                  <a:pt x="40052" y="28386"/>
                  <a:pt x="36294" y="31809"/>
                  <a:pt x="30483" y="34532"/>
                </a:cubicBezTo>
                <a:lnTo>
                  <a:pt x="21672" y="38683"/>
                </a:lnTo>
                <a:lnTo>
                  <a:pt x="31517" y="59568"/>
                </a:lnTo>
                <a:lnTo>
                  <a:pt x="24512" y="62860"/>
                </a:lnTo>
                <a:lnTo>
                  <a:pt x="0" y="11040"/>
                </a:lnTo>
                <a:close/>
                <a:moveTo>
                  <a:pt x="0" y="110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0C344C-A20A-488F-BD24-A6DE2420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953" y="4608913"/>
            <a:ext cx="25604" cy="50247"/>
          </a:xfrm>
          <a:custGeom xmlns:a="http://schemas.openxmlformats.org/drawingml/2006/main">
            <a:pathLst>
              <a:path w="25604" h="50247">
                <a:moveTo>
                  <a:pt x="25604" y="6554"/>
                </a:moveTo>
                <a:cubicBezTo>
                  <a:pt x="24687" y="6496"/>
                  <a:pt x="23784" y="6554"/>
                  <a:pt x="22808" y="6772"/>
                </a:cubicBezTo>
                <a:cubicBezTo>
                  <a:pt x="21905" y="6947"/>
                  <a:pt x="20929" y="7282"/>
                  <a:pt x="19910" y="7792"/>
                </a:cubicBezTo>
                <a:cubicBezTo>
                  <a:pt x="16268" y="9511"/>
                  <a:pt x="14055" y="11957"/>
                  <a:pt x="13254" y="15249"/>
                </a:cubicBezTo>
                <a:cubicBezTo>
                  <a:pt x="12394" y="18497"/>
                  <a:pt x="13021" y="22313"/>
                  <a:pt x="15132" y="26740"/>
                </a:cubicBezTo>
                <a:lnTo>
                  <a:pt x="24803" y="47218"/>
                </a:lnTo>
                <a:lnTo>
                  <a:pt x="18380" y="50247"/>
                </a:lnTo>
                <a:lnTo>
                  <a:pt x="0" y="11389"/>
                </a:lnTo>
                <a:lnTo>
                  <a:pt x="6423" y="8316"/>
                </a:lnTo>
                <a:lnTo>
                  <a:pt x="9278" y="14404"/>
                </a:lnTo>
                <a:cubicBezTo>
                  <a:pt x="9496" y="11389"/>
                  <a:pt x="10414" y="8826"/>
                  <a:pt x="12059" y="6656"/>
                </a:cubicBezTo>
                <a:cubicBezTo>
                  <a:pt x="13647" y="4500"/>
                  <a:pt x="15992" y="2680"/>
                  <a:pt x="19108" y="1194"/>
                </a:cubicBezTo>
                <a:cubicBezTo>
                  <a:pt x="19516" y="1034"/>
                  <a:pt x="20026" y="801"/>
                  <a:pt x="20594" y="626"/>
                </a:cubicBezTo>
                <a:cubicBezTo>
                  <a:pt x="21162" y="408"/>
                  <a:pt x="21788" y="233"/>
                  <a:pt x="22473" y="0"/>
                </a:cubicBezTo>
                <a:lnTo>
                  <a:pt x="25604" y="6554"/>
                </a:lnTo>
                <a:close/>
                <a:moveTo>
                  <a:pt x="25604" y="65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87767-2EC8-42E9-AD69-33F7E2C6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27" y="4595718"/>
            <a:ext cx="46315" cy="46533"/>
          </a:xfrm>
          <a:custGeom xmlns:a="http://schemas.openxmlformats.org/drawingml/2006/main">
            <a:pathLst>
              <a:path w="46315" h="46533">
                <a:moveTo>
                  <a:pt x="38800" y="13487"/>
                </a:moveTo>
                <a:lnTo>
                  <a:pt x="40285" y="16618"/>
                </a:lnTo>
                <a:lnTo>
                  <a:pt x="10923" y="30498"/>
                </a:lnTo>
                <a:cubicBezTo>
                  <a:pt x="13254" y="34765"/>
                  <a:pt x="16166" y="37489"/>
                  <a:pt x="19633" y="38683"/>
                </a:cubicBezTo>
                <a:cubicBezTo>
                  <a:pt x="23099" y="39877"/>
                  <a:pt x="26973" y="39484"/>
                  <a:pt x="31182" y="37430"/>
                </a:cubicBezTo>
                <a:cubicBezTo>
                  <a:pt x="33629" y="36294"/>
                  <a:pt x="35843" y="34882"/>
                  <a:pt x="37897" y="33163"/>
                </a:cubicBezTo>
                <a:cubicBezTo>
                  <a:pt x="39877" y="31517"/>
                  <a:pt x="41756" y="29522"/>
                  <a:pt x="43475" y="27250"/>
                </a:cubicBezTo>
                <a:lnTo>
                  <a:pt x="46315" y="33280"/>
                </a:lnTo>
                <a:cubicBezTo>
                  <a:pt x="44494" y="35333"/>
                  <a:pt x="42499" y="37212"/>
                  <a:pt x="40343" y="38858"/>
                </a:cubicBezTo>
                <a:cubicBezTo>
                  <a:pt x="38173" y="40504"/>
                  <a:pt x="35843" y="41873"/>
                  <a:pt x="33338" y="43067"/>
                </a:cubicBezTo>
                <a:cubicBezTo>
                  <a:pt x="27133" y="45965"/>
                  <a:pt x="21395" y="46533"/>
                  <a:pt x="16050" y="44611"/>
                </a:cubicBezTo>
                <a:cubicBezTo>
                  <a:pt x="10749" y="42732"/>
                  <a:pt x="6598" y="38683"/>
                  <a:pt x="3699" y="32537"/>
                </a:cubicBezTo>
                <a:cubicBezTo>
                  <a:pt x="685" y="26172"/>
                  <a:pt x="0" y="20317"/>
                  <a:pt x="1704" y="14958"/>
                </a:cubicBezTo>
                <a:cubicBezTo>
                  <a:pt x="3364" y="9554"/>
                  <a:pt x="7107" y="5520"/>
                  <a:pt x="12977" y="2738"/>
                </a:cubicBezTo>
                <a:cubicBezTo>
                  <a:pt x="18205" y="291"/>
                  <a:pt x="23099" y="0"/>
                  <a:pt x="27760" y="1937"/>
                </a:cubicBezTo>
                <a:cubicBezTo>
                  <a:pt x="32377" y="3874"/>
                  <a:pt x="36076" y="7734"/>
                  <a:pt x="38800" y="13487"/>
                </a:cubicBezTo>
                <a:close/>
                <a:moveTo>
                  <a:pt x="31517" y="14623"/>
                </a:moveTo>
                <a:cubicBezTo>
                  <a:pt x="29813" y="11215"/>
                  <a:pt x="27541" y="8870"/>
                  <a:pt x="24643" y="7675"/>
                </a:cubicBezTo>
                <a:cubicBezTo>
                  <a:pt x="21730" y="6481"/>
                  <a:pt x="18715" y="6656"/>
                  <a:pt x="15584" y="8141"/>
                </a:cubicBezTo>
                <a:cubicBezTo>
                  <a:pt x="12001" y="9846"/>
                  <a:pt x="9612" y="12176"/>
                  <a:pt x="8476" y="15191"/>
                </a:cubicBezTo>
                <a:cubicBezTo>
                  <a:pt x="7282" y="18205"/>
                  <a:pt x="7399" y="21614"/>
                  <a:pt x="8768" y="25429"/>
                </a:cubicBezTo>
                <a:lnTo>
                  <a:pt x="31517" y="14623"/>
                </a:lnTo>
                <a:close/>
                <a:moveTo>
                  <a:pt x="31517" y="1462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16ACA-7553-4BCC-9BFD-9DA2213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246" y="4556175"/>
            <a:ext cx="47684" cy="66166"/>
          </a:xfrm>
          <a:custGeom xmlns:a="http://schemas.openxmlformats.org/drawingml/2006/main">
            <a:pathLst>
              <a:path w="47684" h="66166">
                <a:moveTo>
                  <a:pt x="25721" y="24075"/>
                </a:moveTo>
                <a:lnTo>
                  <a:pt x="15759" y="3015"/>
                </a:lnTo>
                <a:lnTo>
                  <a:pt x="22138" y="0"/>
                </a:lnTo>
                <a:lnTo>
                  <a:pt x="47684" y="54048"/>
                </a:lnTo>
                <a:lnTo>
                  <a:pt x="41305" y="57063"/>
                </a:lnTo>
                <a:lnTo>
                  <a:pt x="38523" y="51208"/>
                </a:lnTo>
                <a:cubicBezTo>
                  <a:pt x="38290" y="54165"/>
                  <a:pt x="37445" y="56670"/>
                  <a:pt x="35901" y="58767"/>
                </a:cubicBezTo>
                <a:cubicBezTo>
                  <a:pt x="34372" y="60879"/>
                  <a:pt x="32202" y="62583"/>
                  <a:pt x="29304" y="63952"/>
                </a:cubicBezTo>
                <a:cubicBezTo>
                  <a:pt x="24643" y="66166"/>
                  <a:pt x="19924" y="66108"/>
                  <a:pt x="15191" y="63777"/>
                </a:cubicBezTo>
                <a:cubicBezTo>
                  <a:pt x="10472" y="61389"/>
                  <a:pt x="6656" y="57180"/>
                  <a:pt x="3758" y="51034"/>
                </a:cubicBezTo>
                <a:cubicBezTo>
                  <a:pt x="859" y="44946"/>
                  <a:pt x="0" y="39309"/>
                  <a:pt x="1194" y="34139"/>
                </a:cubicBezTo>
                <a:cubicBezTo>
                  <a:pt x="2389" y="29012"/>
                  <a:pt x="5301" y="25313"/>
                  <a:pt x="10020" y="23099"/>
                </a:cubicBezTo>
                <a:cubicBezTo>
                  <a:pt x="12919" y="21730"/>
                  <a:pt x="15598" y="21162"/>
                  <a:pt x="18205" y="21337"/>
                </a:cubicBezTo>
                <a:cubicBezTo>
                  <a:pt x="20769" y="21453"/>
                  <a:pt x="23274" y="22356"/>
                  <a:pt x="25721" y="24075"/>
                </a:cubicBezTo>
                <a:close/>
                <a:moveTo>
                  <a:pt x="10355" y="47902"/>
                </a:moveTo>
                <a:cubicBezTo>
                  <a:pt x="12584" y="52621"/>
                  <a:pt x="15307" y="55869"/>
                  <a:pt x="18497" y="57631"/>
                </a:cubicBezTo>
                <a:cubicBezTo>
                  <a:pt x="21686" y="59335"/>
                  <a:pt x="24978" y="59452"/>
                  <a:pt x="28342" y="57864"/>
                </a:cubicBezTo>
                <a:cubicBezTo>
                  <a:pt x="31750" y="56262"/>
                  <a:pt x="33746" y="53655"/>
                  <a:pt x="34430" y="50072"/>
                </a:cubicBezTo>
                <a:cubicBezTo>
                  <a:pt x="35115" y="46490"/>
                  <a:pt x="34372" y="42324"/>
                  <a:pt x="32144" y="37605"/>
                </a:cubicBezTo>
                <a:cubicBezTo>
                  <a:pt x="29930" y="32945"/>
                  <a:pt x="27206" y="29697"/>
                  <a:pt x="23958" y="27935"/>
                </a:cubicBezTo>
                <a:cubicBezTo>
                  <a:pt x="20769" y="26230"/>
                  <a:pt x="17477" y="26114"/>
                  <a:pt x="14113" y="27716"/>
                </a:cubicBezTo>
                <a:cubicBezTo>
                  <a:pt x="10763" y="29304"/>
                  <a:pt x="8710" y="31925"/>
                  <a:pt x="8025" y="35508"/>
                </a:cubicBezTo>
                <a:cubicBezTo>
                  <a:pt x="7340" y="39091"/>
                  <a:pt x="8141" y="43242"/>
                  <a:pt x="10355" y="47902"/>
                </a:cubicBezTo>
                <a:close/>
                <a:moveTo>
                  <a:pt x="10355" y="479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F83E9-EB75-4D78-A8C3-0DE97D89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90" y="4529610"/>
            <a:ext cx="71919" cy="74249"/>
          </a:xfrm>
          <a:custGeom xmlns:a="http://schemas.openxmlformats.org/drawingml/2006/main">
            <a:pathLst>
              <a:path w="71919" h="74249">
                <a:moveTo>
                  <a:pt x="0" y="22415"/>
                </a:moveTo>
                <a:lnTo>
                  <a:pt x="10414" y="17463"/>
                </a:lnTo>
                <a:lnTo>
                  <a:pt x="40343" y="46475"/>
                </a:lnTo>
                <a:lnTo>
                  <a:pt x="36979" y="4952"/>
                </a:lnTo>
                <a:lnTo>
                  <a:pt x="47393" y="0"/>
                </a:lnTo>
                <a:lnTo>
                  <a:pt x="71919" y="51835"/>
                </a:lnTo>
                <a:lnTo>
                  <a:pt x="65088" y="55068"/>
                </a:lnTo>
                <a:lnTo>
                  <a:pt x="43577" y="9554"/>
                </a:lnTo>
                <a:lnTo>
                  <a:pt x="46999" y="51427"/>
                </a:lnTo>
                <a:lnTo>
                  <a:pt x="39936" y="54733"/>
                </a:lnTo>
                <a:lnTo>
                  <a:pt x="9787" y="25488"/>
                </a:lnTo>
                <a:lnTo>
                  <a:pt x="31284" y="71001"/>
                </a:lnTo>
                <a:lnTo>
                  <a:pt x="24468" y="74249"/>
                </a:lnTo>
                <a:lnTo>
                  <a:pt x="0" y="22415"/>
                </a:lnTo>
                <a:close/>
                <a:moveTo>
                  <a:pt x="0" y="224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1445E-EF73-4EC6-99A5-1376B2F4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220" y="4519706"/>
            <a:ext cx="56772" cy="55126"/>
          </a:xfrm>
          <a:custGeom xmlns:a="http://schemas.openxmlformats.org/drawingml/2006/main">
            <a:pathLst>
              <a:path w="56772" h="55126">
                <a:moveTo>
                  <a:pt x="0" y="3306"/>
                </a:moveTo>
                <a:lnTo>
                  <a:pt x="6991" y="0"/>
                </a:lnTo>
                <a:lnTo>
                  <a:pt x="28736" y="45922"/>
                </a:lnTo>
                <a:lnTo>
                  <a:pt x="53990" y="34022"/>
                </a:lnTo>
                <a:lnTo>
                  <a:pt x="56772" y="39892"/>
                </a:lnTo>
                <a:lnTo>
                  <a:pt x="24526" y="55126"/>
                </a:lnTo>
                <a:lnTo>
                  <a:pt x="0" y="3306"/>
                </a:lnTo>
                <a:close/>
                <a:moveTo>
                  <a:pt x="0" y="33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CC839-44B7-4175-98AE-694AA60B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821" y="4485625"/>
            <a:ext cx="64054" cy="70492"/>
          </a:xfrm>
          <a:custGeom xmlns:a="http://schemas.openxmlformats.org/drawingml/2006/main">
            <a:pathLst>
              <a:path w="64054" h="70492">
                <a:moveTo>
                  <a:pt x="0" y="18672"/>
                </a:moveTo>
                <a:lnTo>
                  <a:pt x="7049" y="15365"/>
                </a:lnTo>
                <a:lnTo>
                  <a:pt x="17069" y="36586"/>
                </a:lnTo>
                <a:lnTo>
                  <a:pt x="42557" y="24585"/>
                </a:lnTo>
                <a:lnTo>
                  <a:pt x="32537" y="3306"/>
                </a:lnTo>
                <a:lnTo>
                  <a:pt x="39542" y="0"/>
                </a:lnTo>
                <a:lnTo>
                  <a:pt x="64054" y="51835"/>
                </a:lnTo>
                <a:lnTo>
                  <a:pt x="57005" y="55141"/>
                </a:lnTo>
                <a:lnTo>
                  <a:pt x="45339" y="30440"/>
                </a:lnTo>
                <a:lnTo>
                  <a:pt x="19851" y="42499"/>
                </a:lnTo>
                <a:lnTo>
                  <a:pt x="31517" y="67200"/>
                </a:lnTo>
                <a:lnTo>
                  <a:pt x="24512" y="70492"/>
                </a:lnTo>
                <a:lnTo>
                  <a:pt x="0" y="18672"/>
                </a:lnTo>
                <a:close/>
                <a:moveTo>
                  <a:pt x="0" y="1867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8C09E-DCCE-4E19-A480-3A63F174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23" y="4796663"/>
            <a:ext cx="51660" cy="63093"/>
          </a:xfrm>
          <a:custGeom xmlns:a="http://schemas.openxmlformats.org/drawingml/2006/main">
            <a:pathLst>
              <a:path w="51660" h="63093">
                <a:moveTo>
                  <a:pt x="30556" y="0"/>
                </a:moveTo>
                <a:lnTo>
                  <a:pt x="33571" y="6933"/>
                </a:lnTo>
                <a:cubicBezTo>
                  <a:pt x="30323" y="6772"/>
                  <a:pt x="27366" y="6933"/>
                  <a:pt x="24687" y="7340"/>
                </a:cubicBezTo>
                <a:cubicBezTo>
                  <a:pt x="22021" y="7734"/>
                  <a:pt x="19575" y="8418"/>
                  <a:pt x="17288" y="9379"/>
                </a:cubicBezTo>
                <a:cubicBezTo>
                  <a:pt x="13428" y="11040"/>
                  <a:pt x="10749" y="13079"/>
                  <a:pt x="9336" y="15526"/>
                </a:cubicBezTo>
                <a:cubicBezTo>
                  <a:pt x="7850" y="17914"/>
                  <a:pt x="7734" y="20536"/>
                  <a:pt x="8928" y="23274"/>
                </a:cubicBezTo>
                <a:cubicBezTo>
                  <a:pt x="9962" y="25604"/>
                  <a:pt x="11375" y="27075"/>
                  <a:pt x="13312" y="27643"/>
                </a:cubicBezTo>
                <a:cubicBezTo>
                  <a:pt x="15191" y="28211"/>
                  <a:pt x="18264" y="28051"/>
                  <a:pt x="22473" y="27075"/>
                </a:cubicBezTo>
                <a:lnTo>
                  <a:pt x="27192" y="26114"/>
                </a:lnTo>
                <a:cubicBezTo>
                  <a:pt x="32945" y="24861"/>
                  <a:pt x="37605" y="24920"/>
                  <a:pt x="41246" y="26391"/>
                </a:cubicBezTo>
                <a:cubicBezTo>
                  <a:pt x="44887" y="27876"/>
                  <a:pt x="47611" y="30716"/>
                  <a:pt x="49432" y="34984"/>
                </a:cubicBezTo>
                <a:cubicBezTo>
                  <a:pt x="51660" y="40110"/>
                  <a:pt x="51602" y="44713"/>
                  <a:pt x="49330" y="48805"/>
                </a:cubicBezTo>
                <a:cubicBezTo>
                  <a:pt x="47043" y="52912"/>
                  <a:pt x="42615" y="56379"/>
                  <a:pt x="36018" y="59219"/>
                </a:cubicBezTo>
                <a:cubicBezTo>
                  <a:pt x="33513" y="60311"/>
                  <a:pt x="30716" y="61214"/>
                  <a:pt x="27701" y="61840"/>
                </a:cubicBezTo>
                <a:cubicBezTo>
                  <a:pt x="24628" y="62467"/>
                  <a:pt x="21395" y="62918"/>
                  <a:pt x="17856" y="63093"/>
                </a:cubicBezTo>
                <a:lnTo>
                  <a:pt x="14739" y="55752"/>
                </a:lnTo>
                <a:cubicBezTo>
                  <a:pt x="18322" y="56146"/>
                  <a:pt x="21672" y="56146"/>
                  <a:pt x="24803" y="55752"/>
                </a:cubicBezTo>
                <a:cubicBezTo>
                  <a:pt x="27935" y="55418"/>
                  <a:pt x="30833" y="54616"/>
                  <a:pt x="33513" y="53480"/>
                </a:cubicBezTo>
                <a:cubicBezTo>
                  <a:pt x="37547" y="51718"/>
                  <a:pt x="40329" y="49548"/>
                  <a:pt x="41873" y="46985"/>
                </a:cubicBezTo>
                <a:cubicBezTo>
                  <a:pt x="43402" y="44436"/>
                  <a:pt x="43518" y="41698"/>
                  <a:pt x="42208" y="38741"/>
                </a:cubicBezTo>
                <a:cubicBezTo>
                  <a:pt x="41130" y="36120"/>
                  <a:pt x="39484" y="34474"/>
                  <a:pt x="37256" y="33673"/>
                </a:cubicBezTo>
                <a:cubicBezTo>
                  <a:pt x="35042" y="32945"/>
                  <a:pt x="31969" y="32945"/>
                  <a:pt x="28051" y="33789"/>
                </a:cubicBezTo>
                <a:lnTo>
                  <a:pt x="23318" y="34823"/>
                </a:lnTo>
                <a:cubicBezTo>
                  <a:pt x="17521" y="36061"/>
                  <a:pt x="12977" y="36061"/>
                  <a:pt x="9612" y="34823"/>
                </a:cubicBezTo>
                <a:cubicBezTo>
                  <a:pt x="6321" y="33629"/>
                  <a:pt x="3758" y="30949"/>
                  <a:pt x="1995" y="26959"/>
                </a:cubicBezTo>
                <a:cubicBezTo>
                  <a:pt x="0" y="22298"/>
                  <a:pt x="58" y="17914"/>
                  <a:pt x="2156" y="13822"/>
                </a:cubicBezTo>
                <a:cubicBezTo>
                  <a:pt x="4326" y="9729"/>
                  <a:pt x="8243" y="6423"/>
                  <a:pt x="13996" y="3918"/>
                </a:cubicBezTo>
                <a:cubicBezTo>
                  <a:pt x="16501" y="2898"/>
                  <a:pt x="19108" y="2054"/>
                  <a:pt x="21847" y="1369"/>
                </a:cubicBezTo>
                <a:cubicBezTo>
                  <a:pt x="24570" y="685"/>
                  <a:pt x="27541" y="233"/>
                  <a:pt x="30556" y="0"/>
                </a:cubicBezTo>
                <a:close/>
                <a:moveTo>
                  <a:pt x="3055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6E4C8-E5C5-4FCE-8EEC-638F6E48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57" y="4783861"/>
            <a:ext cx="30221" cy="57631"/>
          </a:xfrm>
          <a:custGeom xmlns:a="http://schemas.openxmlformats.org/drawingml/2006/main">
            <a:pathLst>
              <a:path w="30221" h="57631">
                <a:moveTo>
                  <a:pt x="6656" y="18147"/>
                </a:moveTo>
                <a:lnTo>
                  <a:pt x="13152" y="15365"/>
                </a:lnTo>
                <a:lnTo>
                  <a:pt x="30221" y="54849"/>
                </a:lnTo>
                <a:lnTo>
                  <a:pt x="23725" y="57631"/>
                </a:lnTo>
                <a:lnTo>
                  <a:pt x="6656" y="18147"/>
                </a:lnTo>
                <a:close/>
                <a:moveTo>
                  <a:pt x="0" y="2782"/>
                </a:moveTo>
                <a:lnTo>
                  <a:pt x="6496" y="0"/>
                </a:lnTo>
                <a:lnTo>
                  <a:pt x="10079" y="8185"/>
                </a:lnTo>
                <a:lnTo>
                  <a:pt x="3583" y="10982"/>
                </a:lnTo>
                <a:lnTo>
                  <a:pt x="0" y="2782"/>
                </a:lnTo>
                <a:close/>
                <a:moveTo>
                  <a:pt x="0" y="27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DB3EC-816F-4F75-8C9C-68727639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21" y="4782899"/>
            <a:ext cx="25764" cy="50058"/>
          </a:xfrm>
          <a:custGeom xmlns:a="http://schemas.openxmlformats.org/drawingml/2006/main">
            <a:pathLst>
              <a:path w="25764" h="50058">
                <a:moveTo>
                  <a:pt x="25764" y="6656"/>
                </a:moveTo>
                <a:cubicBezTo>
                  <a:pt x="24861" y="6539"/>
                  <a:pt x="23886" y="6598"/>
                  <a:pt x="22983" y="6758"/>
                </a:cubicBezTo>
                <a:cubicBezTo>
                  <a:pt x="22007" y="6933"/>
                  <a:pt x="21046" y="7224"/>
                  <a:pt x="20026" y="7675"/>
                </a:cubicBezTo>
                <a:cubicBezTo>
                  <a:pt x="16327" y="9263"/>
                  <a:pt x="14055" y="11652"/>
                  <a:pt x="13079" y="14899"/>
                </a:cubicBezTo>
                <a:cubicBezTo>
                  <a:pt x="12176" y="18147"/>
                  <a:pt x="12686" y="21949"/>
                  <a:pt x="14623" y="26449"/>
                </a:cubicBezTo>
                <a:lnTo>
                  <a:pt x="23609" y="47218"/>
                </a:lnTo>
                <a:lnTo>
                  <a:pt x="17069" y="50058"/>
                </a:lnTo>
                <a:lnTo>
                  <a:pt x="0" y="10574"/>
                </a:lnTo>
                <a:lnTo>
                  <a:pt x="6539" y="7734"/>
                </a:lnTo>
                <a:lnTo>
                  <a:pt x="9161" y="13880"/>
                </a:lnTo>
                <a:cubicBezTo>
                  <a:pt x="9496" y="10923"/>
                  <a:pt x="10515" y="8360"/>
                  <a:pt x="12234" y="6248"/>
                </a:cubicBezTo>
                <a:cubicBezTo>
                  <a:pt x="13880" y="4151"/>
                  <a:pt x="16327" y="2447"/>
                  <a:pt x="19458" y="1078"/>
                </a:cubicBezTo>
                <a:cubicBezTo>
                  <a:pt x="19851" y="845"/>
                  <a:pt x="20361" y="670"/>
                  <a:pt x="20929" y="510"/>
                </a:cubicBezTo>
                <a:cubicBezTo>
                  <a:pt x="21497" y="335"/>
                  <a:pt x="22123" y="160"/>
                  <a:pt x="22866" y="0"/>
                </a:cubicBezTo>
                <a:lnTo>
                  <a:pt x="25764" y="6656"/>
                </a:lnTo>
                <a:close/>
                <a:moveTo>
                  <a:pt x="25764" y="66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C5D41-064E-4250-8514-19E2D27C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8" y="4762349"/>
            <a:ext cx="30163" cy="57690"/>
          </a:xfrm>
          <a:custGeom xmlns:a="http://schemas.openxmlformats.org/drawingml/2006/main">
            <a:pathLst>
              <a:path w="30163" h="57690">
                <a:moveTo>
                  <a:pt x="6598" y="18205"/>
                </a:moveTo>
                <a:lnTo>
                  <a:pt x="13093" y="15365"/>
                </a:lnTo>
                <a:lnTo>
                  <a:pt x="30163" y="54908"/>
                </a:lnTo>
                <a:lnTo>
                  <a:pt x="23667" y="57690"/>
                </a:lnTo>
                <a:lnTo>
                  <a:pt x="6598" y="18205"/>
                </a:lnTo>
                <a:close/>
                <a:moveTo>
                  <a:pt x="0" y="2796"/>
                </a:moveTo>
                <a:lnTo>
                  <a:pt x="6496" y="0"/>
                </a:lnTo>
                <a:lnTo>
                  <a:pt x="10020" y="8258"/>
                </a:lnTo>
                <a:lnTo>
                  <a:pt x="3525" y="11040"/>
                </a:lnTo>
                <a:lnTo>
                  <a:pt x="0" y="2796"/>
                </a:lnTo>
                <a:close/>
                <a:moveTo>
                  <a:pt x="0" y="27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0D185-22BA-4CF3-80F2-DADCC835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33" y="4798818"/>
            <a:ext cx="11317" cy="12176"/>
          </a:xfrm>
          <a:custGeom xmlns:a="http://schemas.openxmlformats.org/drawingml/2006/main">
            <a:pathLst>
              <a:path w="11317" h="12176">
                <a:moveTo>
                  <a:pt x="0" y="3190"/>
                </a:moveTo>
                <a:lnTo>
                  <a:pt x="7457" y="0"/>
                </a:lnTo>
                <a:lnTo>
                  <a:pt x="11317" y="8943"/>
                </a:lnTo>
                <a:lnTo>
                  <a:pt x="3874" y="12176"/>
                </a:lnTo>
                <a:lnTo>
                  <a:pt x="0" y="3190"/>
                </a:lnTo>
                <a:close/>
                <a:moveTo>
                  <a:pt x="0" y="31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C2A9B-02D4-4ED0-925F-A404EE6F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18" y="4736818"/>
            <a:ext cx="51645" cy="63093"/>
          </a:xfrm>
          <a:custGeom xmlns:a="http://schemas.openxmlformats.org/drawingml/2006/main">
            <a:pathLst>
              <a:path w="51645" h="63093">
                <a:moveTo>
                  <a:pt x="30542" y="0"/>
                </a:moveTo>
                <a:lnTo>
                  <a:pt x="33556" y="6933"/>
                </a:lnTo>
                <a:cubicBezTo>
                  <a:pt x="30323" y="6816"/>
                  <a:pt x="27352" y="6933"/>
                  <a:pt x="24687" y="7326"/>
                </a:cubicBezTo>
                <a:cubicBezTo>
                  <a:pt x="22007" y="7734"/>
                  <a:pt x="19560" y="8418"/>
                  <a:pt x="17288" y="9379"/>
                </a:cubicBezTo>
                <a:cubicBezTo>
                  <a:pt x="13414" y="11084"/>
                  <a:pt x="10749" y="13079"/>
                  <a:pt x="9321" y="15526"/>
                </a:cubicBezTo>
                <a:cubicBezTo>
                  <a:pt x="7850" y="17914"/>
                  <a:pt x="7734" y="20536"/>
                  <a:pt x="8928" y="23318"/>
                </a:cubicBezTo>
                <a:cubicBezTo>
                  <a:pt x="9947" y="25648"/>
                  <a:pt x="11375" y="27075"/>
                  <a:pt x="13312" y="27701"/>
                </a:cubicBezTo>
                <a:cubicBezTo>
                  <a:pt x="15176" y="28269"/>
                  <a:pt x="18249" y="28036"/>
                  <a:pt x="22458" y="27133"/>
                </a:cubicBezTo>
                <a:lnTo>
                  <a:pt x="27192" y="26099"/>
                </a:lnTo>
                <a:cubicBezTo>
                  <a:pt x="32930" y="24861"/>
                  <a:pt x="37605" y="24963"/>
                  <a:pt x="41246" y="26391"/>
                </a:cubicBezTo>
                <a:cubicBezTo>
                  <a:pt x="44887" y="27876"/>
                  <a:pt x="47611" y="30716"/>
                  <a:pt x="49432" y="34984"/>
                </a:cubicBezTo>
                <a:cubicBezTo>
                  <a:pt x="51645" y="40096"/>
                  <a:pt x="51587" y="44713"/>
                  <a:pt x="49315" y="48805"/>
                </a:cubicBezTo>
                <a:cubicBezTo>
                  <a:pt x="47043" y="52898"/>
                  <a:pt x="42601" y="56437"/>
                  <a:pt x="36003" y="59277"/>
                </a:cubicBezTo>
                <a:cubicBezTo>
                  <a:pt x="33498" y="60355"/>
                  <a:pt x="30716" y="61214"/>
                  <a:pt x="27701" y="61840"/>
                </a:cubicBezTo>
                <a:cubicBezTo>
                  <a:pt x="24628" y="62510"/>
                  <a:pt x="21381" y="62918"/>
                  <a:pt x="17856" y="63093"/>
                </a:cubicBezTo>
                <a:lnTo>
                  <a:pt x="14725" y="55752"/>
                </a:lnTo>
                <a:cubicBezTo>
                  <a:pt x="18307" y="56146"/>
                  <a:pt x="21672" y="56146"/>
                  <a:pt x="24803" y="55752"/>
                </a:cubicBezTo>
                <a:cubicBezTo>
                  <a:pt x="27935" y="55403"/>
                  <a:pt x="30833" y="54616"/>
                  <a:pt x="33498" y="53466"/>
                </a:cubicBezTo>
                <a:cubicBezTo>
                  <a:pt x="37547" y="51704"/>
                  <a:pt x="40329" y="49548"/>
                  <a:pt x="41873" y="47043"/>
                </a:cubicBezTo>
                <a:cubicBezTo>
                  <a:pt x="43402" y="44480"/>
                  <a:pt x="43518" y="41698"/>
                  <a:pt x="42266" y="38741"/>
                </a:cubicBezTo>
                <a:cubicBezTo>
                  <a:pt x="41130" y="36178"/>
                  <a:pt x="39470" y="34474"/>
                  <a:pt x="37256" y="33731"/>
                </a:cubicBezTo>
                <a:cubicBezTo>
                  <a:pt x="35042" y="32930"/>
                  <a:pt x="31969" y="32988"/>
                  <a:pt x="28036" y="33789"/>
                </a:cubicBezTo>
                <a:lnTo>
                  <a:pt x="23318" y="34809"/>
                </a:lnTo>
                <a:cubicBezTo>
                  <a:pt x="17579" y="36061"/>
                  <a:pt x="12962" y="36061"/>
                  <a:pt x="9671" y="34809"/>
                </a:cubicBezTo>
                <a:cubicBezTo>
                  <a:pt x="6306" y="33615"/>
                  <a:pt x="3743" y="30993"/>
                  <a:pt x="2039" y="26959"/>
                </a:cubicBezTo>
                <a:cubicBezTo>
                  <a:pt x="0" y="22298"/>
                  <a:pt x="44" y="17914"/>
                  <a:pt x="2214" y="13822"/>
                </a:cubicBezTo>
                <a:cubicBezTo>
                  <a:pt x="4311" y="9729"/>
                  <a:pt x="8243" y="6423"/>
                  <a:pt x="13982" y="3976"/>
                </a:cubicBezTo>
                <a:cubicBezTo>
                  <a:pt x="16487" y="2898"/>
                  <a:pt x="19108" y="2039"/>
                  <a:pt x="21847" y="1354"/>
                </a:cubicBezTo>
                <a:cubicBezTo>
                  <a:pt x="24570" y="728"/>
                  <a:pt x="27527" y="277"/>
                  <a:pt x="30542" y="0"/>
                </a:cubicBezTo>
                <a:close/>
                <a:moveTo>
                  <a:pt x="305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B80E4-CEBB-4BA5-A679-465B701E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75" y="4731006"/>
            <a:ext cx="47232" cy="65773"/>
          </a:xfrm>
          <a:custGeom xmlns:a="http://schemas.openxmlformats.org/drawingml/2006/main">
            <a:pathLst>
              <a:path w="47232" h="65773">
                <a:moveTo>
                  <a:pt x="21002" y="42047"/>
                </a:moveTo>
                <a:lnTo>
                  <a:pt x="30046" y="62976"/>
                </a:lnTo>
                <a:lnTo>
                  <a:pt x="23507" y="65773"/>
                </a:lnTo>
                <a:lnTo>
                  <a:pt x="0" y="11273"/>
                </a:lnTo>
                <a:lnTo>
                  <a:pt x="6496" y="8476"/>
                </a:lnTo>
                <a:lnTo>
                  <a:pt x="9103" y="14448"/>
                </a:lnTo>
                <a:cubicBezTo>
                  <a:pt x="9452" y="11550"/>
                  <a:pt x="10414" y="9044"/>
                  <a:pt x="12016" y="7005"/>
                </a:cubicBezTo>
                <a:cubicBezTo>
                  <a:pt x="13603" y="4952"/>
                  <a:pt x="15817" y="3306"/>
                  <a:pt x="18730" y="2054"/>
                </a:cubicBezTo>
                <a:cubicBezTo>
                  <a:pt x="23507" y="0"/>
                  <a:pt x="28226" y="233"/>
                  <a:pt x="32886" y="2738"/>
                </a:cubicBezTo>
                <a:cubicBezTo>
                  <a:pt x="37547" y="5229"/>
                  <a:pt x="41188" y="9612"/>
                  <a:pt x="43868" y="15817"/>
                </a:cubicBezTo>
                <a:cubicBezTo>
                  <a:pt x="46548" y="22021"/>
                  <a:pt x="47232" y="27658"/>
                  <a:pt x="45863" y="32770"/>
                </a:cubicBezTo>
                <a:cubicBezTo>
                  <a:pt x="44494" y="37897"/>
                  <a:pt x="41421" y="41479"/>
                  <a:pt x="36644" y="43518"/>
                </a:cubicBezTo>
                <a:cubicBezTo>
                  <a:pt x="33746" y="44771"/>
                  <a:pt x="31008" y="45281"/>
                  <a:pt x="28444" y="45062"/>
                </a:cubicBezTo>
                <a:cubicBezTo>
                  <a:pt x="25837" y="44771"/>
                  <a:pt x="23390" y="43810"/>
                  <a:pt x="21002" y="42047"/>
                </a:cubicBezTo>
                <a:close/>
                <a:moveTo>
                  <a:pt x="37154" y="18715"/>
                </a:moveTo>
                <a:cubicBezTo>
                  <a:pt x="35056" y="13938"/>
                  <a:pt x="32493" y="10647"/>
                  <a:pt x="29362" y="8768"/>
                </a:cubicBezTo>
                <a:cubicBezTo>
                  <a:pt x="26230" y="6889"/>
                  <a:pt x="22939" y="6714"/>
                  <a:pt x="19516" y="8200"/>
                </a:cubicBezTo>
                <a:cubicBezTo>
                  <a:pt x="16050" y="9671"/>
                  <a:pt x="13938" y="12176"/>
                  <a:pt x="13152" y="15759"/>
                </a:cubicBezTo>
                <a:cubicBezTo>
                  <a:pt x="12351" y="19283"/>
                  <a:pt x="12977" y="23492"/>
                  <a:pt x="15030" y="28269"/>
                </a:cubicBezTo>
                <a:cubicBezTo>
                  <a:pt x="17128" y="33003"/>
                  <a:pt x="19691" y="36353"/>
                  <a:pt x="22822" y="38173"/>
                </a:cubicBezTo>
                <a:cubicBezTo>
                  <a:pt x="26012" y="40052"/>
                  <a:pt x="29245" y="40285"/>
                  <a:pt x="32712" y="38800"/>
                </a:cubicBezTo>
                <a:cubicBezTo>
                  <a:pt x="36134" y="37329"/>
                  <a:pt x="38232" y="34765"/>
                  <a:pt x="39033" y="31241"/>
                </a:cubicBezTo>
                <a:cubicBezTo>
                  <a:pt x="39834" y="27658"/>
                  <a:pt x="39207" y="23492"/>
                  <a:pt x="37154" y="18715"/>
                </a:cubicBezTo>
                <a:close/>
                <a:moveTo>
                  <a:pt x="37154" y="187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4F5AC-4ECB-4778-ACB8-B70008EE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78" y="4711898"/>
            <a:ext cx="45805" cy="46417"/>
          </a:xfrm>
          <a:custGeom xmlns:a="http://schemas.openxmlformats.org/drawingml/2006/main">
            <a:pathLst>
              <a:path w="45805" h="46417">
                <a:moveTo>
                  <a:pt x="38974" y="14040"/>
                </a:moveTo>
                <a:lnTo>
                  <a:pt x="40343" y="17230"/>
                </a:lnTo>
                <a:lnTo>
                  <a:pt x="10530" y="30090"/>
                </a:lnTo>
                <a:cubicBezTo>
                  <a:pt x="12744" y="34416"/>
                  <a:pt x="15526" y="37256"/>
                  <a:pt x="18948" y="38567"/>
                </a:cubicBezTo>
                <a:cubicBezTo>
                  <a:pt x="22356" y="39877"/>
                  <a:pt x="26230" y="39586"/>
                  <a:pt x="30556" y="37707"/>
                </a:cubicBezTo>
                <a:cubicBezTo>
                  <a:pt x="33003" y="36629"/>
                  <a:pt x="35333" y="35260"/>
                  <a:pt x="37372" y="33673"/>
                </a:cubicBezTo>
                <a:cubicBezTo>
                  <a:pt x="39484" y="32085"/>
                  <a:pt x="41363" y="30148"/>
                  <a:pt x="43183" y="27935"/>
                </a:cubicBezTo>
                <a:lnTo>
                  <a:pt x="45805" y="34066"/>
                </a:lnTo>
                <a:cubicBezTo>
                  <a:pt x="43926" y="36061"/>
                  <a:pt x="41873" y="37824"/>
                  <a:pt x="39659" y="39426"/>
                </a:cubicBezTo>
                <a:cubicBezTo>
                  <a:pt x="37372" y="40955"/>
                  <a:pt x="35042" y="42324"/>
                  <a:pt x="32537" y="43402"/>
                </a:cubicBezTo>
                <a:cubicBezTo>
                  <a:pt x="26230" y="46140"/>
                  <a:pt x="20419" y="46417"/>
                  <a:pt x="15191" y="44363"/>
                </a:cubicBezTo>
                <a:cubicBezTo>
                  <a:pt x="9904" y="42266"/>
                  <a:pt x="5913" y="38115"/>
                  <a:pt x="3248" y="31852"/>
                </a:cubicBezTo>
                <a:cubicBezTo>
                  <a:pt x="451" y="25371"/>
                  <a:pt x="0" y="19502"/>
                  <a:pt x="1821" y="14215"/>
                </a:cubicBezTo>
                <a:cubicBezTo>
                  <a:pt x="3699" y="8928"/>
                  <a:pt x="7573" y="4937"/>
                  <a:pt x="13487" y="2389"/>
                </a:cubicBezTo>
                <a:cubicBezTo>
                  <a:pt x="18832" y="102"/>
                  <a:pt x="23725" y="0"/>
                  <a:pt x="28328" y="2097"/>
                </a:cubicBezTo>
                <a:cubicBezTo>
                  <a:pt x="32886" y="4209"/>
                  <a:pt x="36411" y="8185"/>
                  <a:pt x="38974" y="14040"/>
                </a:cubicBezTo>
                <a:close/>
                <a:moveTo>
                  <a:pt x="31634" y="14958"/>
                </a:moveTo>
                <a:cubicBezTo>
                  <a:pt x="30090" y="11433"/>
                  <a:pt x="27876" y="8986"/>
                  <a:pt x="25036" y="7734"/>
                </a:cubicBezTo>
                <a:cubicBezTo>
                  <a:pt x="22196" y="6423"/>
                  <a:pt x="19123" y="6481"/>
                  <a:pt x="15933" y="7908"/>
                </a:cubicBezTo>
                <a:cubicBezTo>
                  <a:pt x="12351" y="9438"/>
                  <a:pt x="9846" y="11710"/>
                  <a:pt x="8593" y="14666"/>
                </a:cubicBezTo>
                <a:cubicBezTo>
                  <a:pt x="7282" y="17681"/>
                  <a:pt x="7282" y="21104"/>
                  <a:pt x="8535" y="24963"/>
                </a:cubicBezTo>
                <a:lnTo>
                  <a:pt x="31634" y="14958"/>
                </a:lnTo>
                <a:close/>
                <a:moveTo>
                  <a:pt x="31634" y="149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11AC5-5AA7-4A90-9C5A-A2B762C3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56" y="4692717"/>
            <a:ext cx="45849" cy="46431"/>
          </a:xfrm>
          <a:custGeom xmlns:a="http://schemas.openxmlformats.org/drawingml/2006/main">
            <a:pathLst>
              <a:path w="45849" h="46431">
                <a:moveTo>
                  <a:pt x="39033" y="14055"/>
                </a:moveTo>
                <a:lnTo>
                  <a:pt x="40387" y="17186"/>
                </a:lnTo>
                <a:lnTo>
                  <a:pt x="10588" y="30105"/>
                </a:lnTo>
                <a:cubicBezTo>
                  <a:pt x="12744" y="34416"/>
                  <a:pt x="15584" y="37270"/>
                  <a:pt x="19007" y="38581"/>
                </a:cubicBezTo>
                <a:cubicBezTo>
                  <a:pt x="22415" y="39834"/>
                  <a:pt x="26289" y="39601"/>
                  <a:pt x="30614" y="37722"/>
                </a:cubicBezTo>
                <a:cubicBezTo>
                  <a:pt x="33047" y="36644"/>
                  <a:pt x="35333" y="35275"/>
                  <a:pt x="37430" y="33687"/>
                </a:cubicBezTo>
                <a:cubicBezTo>
                  <a:pt x="39484" y="32027"/>
                  <a:pt x="41421" y="30148"/>
                  <a:pt x="43242" y="27935"/>
                </a:cubicBezTo>
                <a:lnTo>
                  <a:pt x="45849" y="34022"/>
                </a:lnTo>
                <a:cubicBezTo>
                  <a:pt x="43970" y="36018"/>
                  <a:pt x="41873" y="37838"/>
                  <a:pt x="39659" y="39368"/>
                </a:cubicBezTo>
                <a:cubicBezTo>
                  <a:pt x="37430" y="40970"/>
                  <a:pt x="35100" y="42324"/>
                  <a:pt x="32595" y="43416"/>
                </a:cubicBezTo>
                <a:cubicBezTo>
                  <a:pt x="26289" y="46082"/>
                  <a:pt x="20478" y="46431"/>
                  <a:pt x="15249" y="44378"/>
                </a:cubicBezTo>
                <a:cubicBezTo>
                  <a:pt x="9962" y="42280"/>
                  <a:pt x="5971" y="38115"/>
                  <a:pt x="3306" y="31867"/>
                </a:cubicBezTo>
                <a:cubicBezTo>
                  <a:pt x="510" y="25371"/>
                  <a:pt x="0" y="19516"/>
                  <a:pt x="1879" y="14229"/>
                </a:cubicBezTo>
                <a:cubicBezTo>
                  <a:pt x="3758" y="8884"/>
                  <a:pt x="7617" y="4952"/>
                  <a:pt x="13545" y="2389"/>
                </a:cubicBezTo>
                <a:cubicBezTo>
                  <a:pt x="18832" y="117"/>
                  <a:pt x="23784" y="0"/>
                  <a:pt x="28386" y="2112"/>
                </a:cubicBezTo>
                <a:cubicBezTo>
                  <a:pt x="32945" y="4209"/>
                  <a:pt x="36469" y="8141"/>
                  <a:pt x="39033" y="14055"/>
                </a:cubicBezTo>
                <a:close/>
                <a:moveTo>
                  <a:pt x="31692" y="14914"/>
                </a:moveTo>
                <a:cubicBezTo>
                  <a:pt x="30148" y="11375"/>
                  <a:pt x="27935" y="8986"/>
                  <a:pt x="25094" y="7734"/>
                </a:cubicBezTo>
                <a:cubicBezTo>
                  <a:pt x="22182" y="6437"/>
                  <a:pt x="19167" y="6496"/>
                  <a:pt x="15992" y="7850"/>
                </a:cubicBezTo>
                <a:cubicBezTo>
                  <a:pt x="12351" y="9452"/>
                  <a:pt x="9904" y="11724"/>
                  <a:pt x="8651" y="14681"/>
                </a:cubicBezTo>
                <a:cubicBezTo>
                  <a:pt x="7340" y="17696"/>
                  <a:pt x="7340" y="21104"/>
                  <a:pt x="8593" y="24978"/>
                </a:cubicBezTo>
                <a:lnTo>
                  <a:pt x="31692" y="14914"/>
                </a:lnTo>
                <a:close/>
                <a:moveTo>
                  <a:pt x="31692" y="14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CEEEA-EC21-4512-A3D3-A88DE1CD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34" y="4673259"/>
            <a:ext cx="42266" cy="46883"/>
          </a:xfrm>
          <a:custGeom xmlns:a="http://schemas.openxmlformats.org/drawingml/2006/main">
            <a:pathLst>
              <a:path w="42266" h="46883">
                <a:moveTo>
                  <a:pt x="26507" y="0"/>
                </a:moveTo>
                <a:lnTo>
                  <a:pt x="29129" y="6088"/>
                </a:lnTo>
                <a:cubicBezTo>
                  <a:pt x="26915" y="5869"/>
                  <a:pt x="24687" y="5913"/>
                  <a:pt x="22648" y="6204"/>
                </a:cubicBezTo>
                <a:cubicBezTo>
                  <a:pt x="20594" y="6496"/>
                  <a:pt x="18599" y="7064"/>
                  <a:pt x="16720" y="7850"/>
                </a:cubicBezTo>
                <a:cubicBezTo>
                  <a:pt x="12511" y="9671"/>
                  <a:pt x="9846" y="12409"/>
                  <a:pt x="8651" y="16108"/>
                </a:cubicBezTo>
                <a:cubicBezTo>
                  <a:pt x="7501" y="19749"/>
                  <a:pt x="7967" y="24017"/>
                  <a:pt x="10006" y="28852"/>
                </a:cubicBezTo>
                <a:cubicBezTo>
                  <a:pt x="12118" y="33629"/>
                  <a:pt x="14899" y="36877"/>
                  <a:pt x="18380" y="38581"/>
                </a:cubicBezTo>
                <a:cubicBezTo>
                  <a:pt x="21847" y="40227"/>
                  <a:pt x="25662" y="40110"/>
                  <a:pt x="29872" y="38290"/>
                </a:cubicBezTo>
                <a:cubicBezTo>
                  <a:pt x="31794" y="37489"/>
                  <a:pt x="33513" y="36469"/>
                  <a:pt x="35158" y="35158"/>
                </a:cubicBezTo>
                <a:cubicBezTo>
                  <a:pt x="36746" y="33848"/>
                  <a:pt x="38290" y="32318"/>
                  <a:pt x="39703" y="30498"/>
                </a:cubicBezTo>
                <a:lnTo>
                  <a:pt x="42266" y="36469"/>
                </a:lnTo>
                <a:cubicBezTo>
                  <a:pt x="40853" y="38115"/>
                  <a:pt x="39193" y="39542"/>
                  <a:pt x="37489" y="40795"/>
                </a:cubicBezTo>
                <a:cubicBezTo>
                  <a:pt x="35726" y="42106"/>
                  <a:pt x="33731" y="43183"/>
                  <a:pt x="31576" y="44159"/>
                </a:cubicBezTo>
                <a:cubicBezTo>
                  <a:pt x="25604" y="46708"/>
                  <a:pt x="20084" y="46883"/>
                  <a:pt x="14958" y="44669"/>
                </a:cubicBezTo>
                <a:cubicBezTo>
                  <a:pt x="9846" y="42382"/>
                  <a:pt x="5913" y="38115"/>
                  <a:pt x="3190" y="31750"/>
                </a:cubicBezTo>
                <a:cubicBezTo>
                  <a:pt x="393" y="25327"/>
                  <a:pt x="0" y="19516"/>
                  <a:pt x="1937" y="14288"/>
                </a:cubicBezTo>
                <a:cubicBezTo>
                  <a:pt x="3860" y="9103"/>
                  <a:pt x="7908" y="5127"/>
                  <a:pt x="14113" y="2505"/>
                </a:cubicBezTo>
                <a:cubicBezTo>
                  <a:pt x="16094" y="1602"/>
                  <a:pt x="18147" y="976"/>
                  <a:pt x="20201" y="568"/>
                </a:cubicBezTo>
                <a:cubicBezTo>
                  <a:pt x="22298" y="175"/>
                  <a:pt x="24410" y="0"/>
                  <a:pt x="26507" y="0"/>
                </a:cubicBezTo>
                <a:close/>
                <a:moveTo>
                  <a:pt x="2650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0FE93-B5CF-407F-AE9E-A65AB0C9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98" y="4648805"/>
            <a:ext cx="56772" cy="57690"/>
          </a:xfrm>
          <a:custGeom xmlns:a="http://schemas.openxmlformats.org/drawingml/2006/main">
            <a:pathLst>
              <a:path w="56772" h="57690">
                <a:moveTo>
                  <a:pt x="46475" y="19560"/>
                </a:moveTo>
                <a:lnTo>
                  <a:pt x="56772" y="43402"/>
                </a:lnTo>
                <a:lnTo>
                  <a:pt x="50291" y="46184"/>
                </a:lnTo>
                <a:lnTo>
                  <a:pt x="40110" y="22575"/>
                </a:lnTo>
                <a:cubicBezTo>
                  <a:pt x="38465" y="18832"/>
                  <a:pt x="36527" y="16385"/>
                  <a:pt x="34299" y="15132"/>
                </a:cubicBezTo>
                <a:cubicBezTo>
                  <a:pt x="32027" y="13938"/>
                  <a:pt x="29420" y="13938"/>
                  <a:pt x="26507" y="15191"/>
                </a:cubicBezTo>
                <a:cubicBezTo>
                  <a:pt x="23041" y="16720"/>
                  <a:pt x="20711" y="18992"/>
                  <a:pt x="19691" y="22123"/>
                </a:cubicBezTo>
                <a:cubicBezTo>
                  <a:pt x="18599" y="25196"/>
                  <a:pt x="18948" y="28721"/>
                  <a:pt x="20594" y="32537"/>
                </a:cubicBezTo>
                <a:lnTo>
                  <a:pt x="30207" y="54893"/>
                </a:lnTo>
                <a:lnTo>
                  <a:pt x="23725" y="57690"/>
                </a:lnTo>
                <a:lnTo>
                  <a:pt x="0" y="2840"/>
                </a:lnTo>
                <a:lnTo>
                  <a:pt x="6539" y="0"/>
                </a:lnTo>
                <a:lnTo>
                  <a:pt x="15817" y="21497"/>
                </a:lnTo>
                <a:cubicBezTo>
                  <a:pt x="16327" y="18482"/>
                  <a:pt x="17404" y="15919"/>
                  <a:pt x="19007" y="13822"/>
                </a:cubicBezTo>
                <a:cubicBezTo>
                  <a:pt x="20594" y="11768"/>
                  <a:pt x="22750" y="10122"/>
                  <a:pt x="25546" y="8928"/>
                </a:cubicBezTo>
                <a:cubicBezTo>
                  <a:pt x="30032" y="6991"/>
                  <a:pt x="34081" y="6874"/>
                  <a:pt x="37664" y="8695"/>
                </a:cubicBezTo>
                <a:cubicBezTo>
                  <a:pt x="41188" y="10515"/>
                  <a:pt x="44145" y="14098"/>
                  <a:pt x="46475" y="19560"/>
                </a:cubicBezTo>
                <a:close/>
                <a:moveTo>
                  <a:pt x="46475" y="195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AD6F0-D8FD-4379-A131-4E648B69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09" y="4619443"/>
            <a:ext cx="59510" cy="62015"/>
          </a:xfrm>
          <a:custGeom xmlns:a="http://schemas.openxmlformats.org/drawingml/2006/main">
            <a:pathLst>
              <a:path w="59510" h="62015">
                <a:moveTo>
                  <a:pt x="51325" y="44028"/>
                </a:moveTo>
                <a:lnTo>
                  <a:pt x="45237" y="29930"/>
                </a:lnTo>
                <a:lnTo>
                  <a:pt x="33571" y="34925"/>
                </a:lnTo>
                <a:lnTo>
                  <a:pt x="31066" y="29071"/>
                </a:lnTo>
                <a:lnTo>
                  <a:pt x="49723" y="21046"/>
                </a:lnTo>
                <a:lnTo>
                  <a:pt x="59510" y="43635"/>
                </a:lnTo>
                <a:cubicBezTo>
                  <a:pt x="57588" y="46766"/>
                  <a:pt x="55184" y="49548"/>
                  <a:pt x="52344" y="51995"/>
                </a:cubicBezTo>
                <a:cubicBezTo>
                  <a:pt x="49446" y="54383"/>
                  <a:pt x="46140" y="56437"/>
                  <a:pt x="42397" y="58083"/>
                </a:cubicBezTo>
                <a:cubicBezTo>
                  <a:pt x="34139" y="61607"/>
                  <a:pt x="26638" y="62015"/>
                  <a:pt x="19924" y="59161"/>
                </a:cubicBezTo>
                <a:cubicBezTo>
                  <a:pt x="13210" y="56379"/>
                  <a:pt x="8025" y="50684"/>
                  <a:pt x="4326" y="42106"/>
                </a:cubicBezTo>
                <a:cubicBezTo>
                  <a:pt x="568" y="33513"/>
                  <a:pt x="0" y="25764"/>
                  <a:pt x="2563" y="19007"/>
                </a:cubicBezTo>
                <a:cubicBezTo>
                  <a:pt x="5127" y="12176"/>
                  <a:pt x="10530" y="6991"/>
                  <a:pt x="18774" y="3466"/>
                </a:cubicBezTo>
                <a:cubicBezTo>
                  <a:pt x="22196" y="1937"/>
                  <a:pt x="25662" y="961"/>
                  <a:pt x="29129" y="510"/>
                </a:cubicBezTo>
                <a:cubicBezTo>
                  <a:pt x="32551" y="0"/>
                  <a:pt x="35959" y="0"/>
                  <a:pt x="39266" y="510"/>
                </a:cubicBezTo>
                <a:lnTo>
                  <a:pt x="42557" y="8141"/>
                </a:lnTo>
                <a:cubicBezTo>
                  <a:pt x="38974" y="6991"/>
                  <a:pt x="35450" y="6539"/>
                  <a:pt x="31983" y="6714"/>
                </a:cubicBezTo>
                <a:cubicBezTo>
                  <a:pt x="28503" y="6831"/>
                  <a:pt x="25153" y="7617"/>
                  <a:pt x="21905" y="9044"/>
                </a:cubicBezTo>
                <a:cubicBezTo>
                  <a:pt x="15482" y="11826"/>
                  <a:pt x="11389" y="15700"/>
                  <a:pt x="9729" y="20711"/>
                </a:cubicBezTo>
                <a:cubicBezTo>
                  <a:pt x="8025" y="25721"/>
                  <a:pt x="8768" y="31750"/>
                  <a:pt x="11841" y="38858"/>
                </a:cubicBezTo>
                <a:cubicBezTo>
                  <a:pt x="14914" y="45965"/>
                  <a:pt x="18774" y="50640"/>
                  <a:pt x="23565" y="52796"/>
                </a:cubicBezTo>
                <a:cubicBezTo>
                  <a:pt x="28401" y="55010"/>
                  <a:pt x="33964" y="54733"/>
                  <a:pt x="40460" y="51937"/>
                </a:cubicBezTo>
                <a:cubicBezTo>
                  <a:pt x="42965" y="50859"/>
                  <a:pt x="45120" y="49665"/>
                  <a:pt x="46883" y="48412"/>
                </a:cubicBezTo>
                <a:cubicBezTo>
                  <a:pt x="48645" y="47101"/>
                  <a:pt x="50131" y="45630"/>
                  <a:pt x="51325" y="44028"/>
                </a:cubicBezTo>
                <a:close/>
                <a:moveTo>
                  <a:pt x="51325" y="440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3B294-7C55-460D-ACDA-BE050F5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249" y="4604820"/>
            <a:ext cx="30207" cy="57631"/>
          </a:xfrm>
          <a:custGeom xmlns:a="http://schemas.openxmlformats.org/drawingml/2006/main">
            <a:pathLst>
              <a:path w="30207" h="57631">
                <a:moveTo>
                  <a:pt x="0" y="2782"/>
                </a:moveTo>
                <a:lnTo>
                  <a:pt x="6481" y="0"/>
                </a:lnTo>
                <a:lnTo>
                  <a:pt x="30207" y="54849"/>
                </a:lnTo>
                <a:lnTo>
                  <a:pt x="23725" y="57631"/>
                </a:lnTo>
                <a:lnTo>
                  <a:pt x="0" y="2782"/>
                </a:lnTo>
                <a:close/>
                <a:moveTo>
                  <a:pt x="0" y="27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2EE0D-A34B-462E-A923-D454F2FD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20" y="4604252"/>
            <a:ext cx="43009" cy="46475"/>
          </a:xfrm>
          <a:custGeom xmlns:a="http://schemas.openxmlformats.org/drawingml/2006/main">
            <a:pathLst>
              <a:path w="43009" h="46475">
                <a:moveTo>
                  <a:pt x="14914" y="8025"/>
                </a:moveTo>
                <a:cubicBezTo>
                  <a:pt x="11433" y="9496"/>
                  <a:pt x="9278" y="12059"/>
                  <a:pt x="8418" y="15642"/>
                </a:cubicBezTo>
                <a:cubicBezTo>
                  <a:pt x="7573" y="19225"/>
                  <a:pt x="8200" y="23376"/>
                  <a:pt x="10181" y="28109"/>
                </a:cubicBezTo>
                <a:cubicBezTo>
                  <a:pt x="12234" y="32828"/>
                  <a:pt x="14856" y="36120"/>
                  <a:pt x="18031" y="37940"/>
                </a:cubicBezTo>
                <a:cubicBezTo>
                  <a:pt x="21220" y="39819"/>
                  <a:pt x="24585" y="39994"/>
                  <a:pt x="28051" y="38465"/>
                </a:cubicBezTo>
                <a:cubicBezTo>
                  <a:pt x="31517" y="36979"/>
                  <a:pt x="33687" y="34416"/>
                  <a:pt x="34532" y="30833"/>
                </a:cubicBezTo>
                <a:cubicBezTo>
                  <a:pt x="35333" y="27250"/>
                  <a:pt x="34765" y="23099"/>
                  <a:pt x="32712" y="18380"/>
                </a:cubicBezTo>
                <a:cubicBezTo>
                  <a:pt x="30716" y="13705"/>
                  <a:pt x="28109" y="10472"/>
                  <a:pt x="24920" y="8593"/>
                </a:cubicBezTo>
                <a:cubicBezTo>
                  <a:pt x="21672" y="6714"/>
                  <a:pt x="18380" y="6539"/>
                  <a:pt x="14914" y="8025"/>
                </a:cubicBezTo>
                <a:close/>
                <a:moveTo>
                  <a:pt x="12511" y="2505"/>
                </a:moveTo>
                <a:cubicBezTo>
                  <a:pt x="18205" y="117"/>
                  <a:pt x="23390" y="0"/>
                  <a:pt x="28226" y="2272"/>
                </a:cubicBezTo>
                <a:cubicBezTo>
                  <a:pt x="33003" y="4544"/>
                  <a:pt x="36804" y="8928"/>
                  <a:pt x="39601" y="15424"/>
                </a:cubicBezTo>
                <a:cubicBezTo>
                  <a:pt x="42382" y="21905"/>
                  <a:pt x="43009" y="27643"/>
                  <a:pt x="41363" y="32712"/>
                </a:cubicBezTo>
                <a:cubicBezTo>
                  <a:pt x="39717" y="37780"/>
                  <a:pt x="36076" y="41538"/>
                  <a:pt x="30440" y="43984"/>
                </a:cubicBezTo>
                <a:cubicBezTo>
                  <a:pt x="24803" y="46417"/>
                  <a:pt x="19575" y="46475"/>
                  <a:pt x="14739" y="44203"/>
                </a:cubicBezTo>
                <a:cubicBezTo>
                  <a:pt x="9962" y="41931"/>
                  <a:pt x="6146" y="37547"/>
                  <a:pt x="3364" y="31066"/>
                </a:cubicBezTo>
                <a:cubicBezTo>
                  <a:pt x="568" y="24570"/>
                  <a:pt x="0" y="18832"/>
                  <a:pt x="1588" y="13763"/>
                </a:cubicBezTo>
                <a:cubicBezTo>
                  <a:pt x="3248" y="8710"/>
                  <a:pt x="6889" y="4952"/>
                  <a:pt x="12511" y="2505"/>
                </a:cubicBezTo>
                <a:close/>
                <a:moveTo>
                  <a:pt x="12511" y="25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AE8DB-F9AC-43FD-AA7D-9A65FA3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245" y="4577177"/>
            <a:ext cx="53888" cy="57690"/>
          </a:xfrm>
          <a:custGeom xmlns:a="http://schemas.openxmlformats.org/drawingml/2006/main">
            <a:pathLst>
              <a:path w="53888" h="57690">
                <a:moveTo>
                  <a:pt x="43810" y="25590"/>
                </a:moveTo>
                <a:cubicBezTo>
                  <a:pt x="41712" y="20813"/>
                  <a:pt x="39149" y="17521"/>
                  <a:pt x="36018" y="15642"/>
                </a:cubicBezTo>
                <a:cubicBezTo>
                  <a:pt x="32886" y="13822"/>
                  <a:pt x="29595" y="13589"/>
                  <a:pt x="26172" y="15074"/>
                </a:cubicBezTo>
                <a:cubicBezTo>
                  <a:pt x="22706" y="16545"/>
                  <a:pt x="20609" y="19108"/>
                  <a:pt x="19808" y="22633"/>
                </a:cubicBezTo>
                <a:cubicBezTo>
                  <a:pt x="19007" y="26216"/>
                  <a:pt x="19633" y="30381"/>
                  <a:pt x="21745" y="35158"/>
                </a:cubicBezTo>
                <a:cubicBezTo>
                  <a:pt x="23784" y="39936"/>
                  <a:pt x="26347" y="43227"/>
                  <a:pt x="29478" y="45106"/>
                </a:cubicBezTo>
                <a:cubicBezTo>
                  <a:pt x="32668" y="46985"/>
                  <a:pt x="35901" y="47160"/>
                  <a:pt x="39382" y="45674"/>
                </a:cubicBezTo>
                <a:cubicBezTo>
                  <a:pt x="42790" y="44203"/>
                  <a:pt x="44902" y="41698"/>
                  <a:pt x="45688" y="38115"/>
                </a:cubicBezTo>
                <a:cubicBezTo>
                  <a:pt x="46490" y="34532"/>
                  <a:pt x="45863" y="30381"/>
                  <a:pt x="43810" y="25590"/>
                </a:cubicBezTo>
                <a:close/>
                <a:moveTo>
                  <a:pt x="15773" y="21381"/>
                </a:moveTo>
                <a:cubicBezTo>
                  <a:pt x="16108" y="18424"/>
                  <a:pt x="17069" y="15919"/>
                  <a:pt x="18672" y="13880"/>
                </a:cubicBezTo>
                <a:cubicBezTo>
                  <a:pt x="20259" y="11885"/>
                  <a:pt x="22473" y="10239"/>
                  <a:pt x="25386" y="8986"/>
                </a:cubicBezTo>
                <a:cubicBezTo>
                  <a:pt x="30221" y="6874"/>
                  <a:pt x="34882" y="7107"/>
                  <a:pt x="39542" y="9612"/>
                </a:cubicBezTo>
                <a:cubicBezTo>
                  <a:pt x="44217" y="12176"/>
                  <a:pt x="47859" y="16487"/>
                  <a:pt x="50524" y="22691"/>
                </a:cubicBezTo>
                <a:cubicBezTo>
                  <a:pt x="53204" y="28896"/>
                  <a:pt x="53888" y="34590"/>
                  <a:pt x="52519" y="39703"/>
                </a:cubicBezTo>
                <a:cubicBezTo>
                  <a:pt x="51150" y="44771"/>
                  <a:pt x="48077" y="48354"/>
                  <a:pt x="43300" y="50451"/>
                </a:cubicBezTo>
                <a:cubicBezTo>
                  <a:pt x="40402" y="51645"/>
                  <a:pt x="37664" y="52170"/>
                  <a:pt x="35115" y="51937"/>
                </a:cubicBezTo>
                <a:cubicBezTo>
                  <a:pt x="32551" y="51704"/>
                  <a:pt x="30046" y="50684"/>
                  <a:pt x="27658" y="48922"/>
                </a:cubicBezTo>
                <a:lnTo>
                  <a:pt x="30221" y="54835"/>
                </a:lnTo>
                <a:lnTo>
                  <a:pt x="23682" y="57690"/>
                </a:lnTo>
                <a:lnTo>
                  <a:pt x="0" y="2782"/>
                </a:lnTo>
                <a:lnTo>
                  <a:pt x="6554" y="0"/>
                </a:lnTo>
                <a:lnTo>
                  <a:pt x="15773" y="21381"/>
                </a:lnTo>
                <a:close/>
                <a:moveTo>
                  <a:pt x="15773" y="213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259C3-2B4D-42FB-8037-04BB9A8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192" y="4565686"/>
            <a:ext cx="46708" cy="47669"/>
          </a:xfrm>
          <a:custGeom xmlns:a="http://schemas.openxmlformats.org/drawingml/2006/main">
            <a:pathLst>
              <a:path w="46708" h="47669">
                <a:moveTo>
                  <a:pt x="25196" y="21672"/>
                </a:moveTo>
                <a:cubicBezTo>
                  <a:pt x="19968" y="23944"/>
                  <a:pt x="16603" y="26099"/>
                  <a:pt x="15074" y="28153"/>
                </a:cubicBezTo>
                <a:cubicBezTo>
                  <a:pt x="13589" y="30265"/>
                  <a:pt x="13472" y="32712"/>
                  <a:pt x="14725" y="35610"/>
                </a:cubicBezTo>
                <a:cubicBezTo>
                  <a:pt x="15700" y="37940"/>
                  <a:pt x="17230" y="39426"/>
                  <a:pt x="19342" y="40096"/>
                </a:cubicBezTo>
                <a:cubicBezTo>
                  <a:pt x="21439" y="40780"/>
                  <a:pt x="23827" y="40620"/>
                  <a:pt x="26391" y="39470"/>
                </a:cubicBezTo>
                <a:cubicBezTo>
                  <a:pt x="30032" y="37940"/>
                  <a:pt x="32362" y="35377"/>
                  <a:pt x="33440" y="31911"/>
                </a:cubicBezTo>
                <a:cubicBezTo>
                  <a:pt x="34474" y="28444"/>
                  <a:pt x="34124" y="24570"/>
                  <a:pt x="32304" y="20303"/>
                </a:cubicBezTo>
                <a:lnTo>
                  <a:pt x="31678" y="18875"/>
                </a:lnTo>
                <a:lnTo>
                  <a:pt x="25196" y="21672"/>
                </a:lnTo>
                <a:close/>
                <a:moveTo>
                  <a:pt x="36979" y="13414"/>
                </a:moveTo>
                <a:lnTo>
                  <a:pt x="46708" y="35945"/>
                </a:lnTo>
                <a:lnTo>
                  <a:pt x="40212" y="38741"/>
                </a:lnTo>
                <a:lnTo>
                  <a:pt x="37664" y="32770"/>
                </a:lnTo>
                <a:cubicBezTo>
                  <a:pt x="37197" y="35785"/>
                  <a:pt x="36120" y="38333"/>
                  <a:pt x="34416" y="40445"/>
                </a:cubicBezTo>
                <a:cubicBezTo>
                  <a:pt x="32712" y="42543"/>
                  <a:pt x="30207" y="44261"/>
                  <a:pt x="27017" y="45674"/>
                </a:cubicBezTo>
                <a:cubicBezTo>
                  <a:pt x="22983" y="47378"/>
                  <a:pt x="19283" y="47669"/>
                  <a:pt x="15919" y="46417"/>
                </a:cubicBezTo>
                <a:cubicBezTo>
                  <a:pt x="12569" y="45164"/>
                  <a:pt x="10064" y="42659"/>
                  <a:pt x="8418" y="38858"/>
                </a:cubicBezTo>
                <a:cubicBezTo>
                  <a:pt x="6481" y="34416"/>
                  <a:pt x="6539" y="30425"/>
                  <a:pt x="8535" y="26842"/>
                </a:cubicBezTo>
                <a:cubicBezTo>
                  <a:pt x="10515" y="23318"/>
                  <a:pt x="14506" y="20303"/>
                  <a:pt x="20361" y="17739"/>
                </a:cubicBezTo>
                <a:lnTo>
                  <a:pt x="29464" y="13822"/>
                </a:lnTo>
                <a:lnTo>
                  <a:pt x="29187" y="13195"/>
                </a:lnTo>
                <a:cubicBezTo>
                  <a:pt x="27935" y="10181"/>
                  <a:pt x="25939" y="8302"/>
                  <a:pt x="23259" y="7501"/>
                </a:cubicBezTo>
                <a:cubicBezTo>
                  <a:pt x="20594" y="6700"/>
                  <a:pt x="17521" y="7107"/>
                  <a:pt x="13938" y="8637"/>
                </a:cubicBezTo>
                <a:cubicBezTo>
                  <a:pt x="11652" y="9612"/>
                  <a:pt x="9612" y="10807"/>
                  <a:pt x="7675" y="12278"/>
                </a:cubicBezTo>
                <a:cubicBezTo>
                  <a:pt x="5797" y="13763"/>
                  <a:pt x="4093" y="15467"/>
                  <a:pt x="2607" y="17404"/>
                </a:cubicBezTo>
                <a:lnTo>
                  <a:pt x="0" y="11375"/>
                </a:lnTo>
                <a:cubicBezTo>
                  <a:pt x="1981" y="9438"/>
                  <a:pt x="3976" y="7792"/>
                  <a:pt x="6030" y="6365"/>
                </a:cubicBezTo>
                <a:cubicBezTo>
                  <a:pt x="8069" y="4937"/>
                  <a:pt x="10122" y="3743"/>
                  <a:pt x="12220" y="2840"/>
                </a:cubicBezTo>
                <a:cubicBezTo>
                  <a:pt x="17972" y="393"/>
                  <a:pt x="22866" y="0"/>
                  <a:pt x="26959" y="1762"/>
                </a:cubicBezTo>
                <a:cubicBezTo>
                  <a:pt x="31051" y="3525"/>
                  <a:pt x="34416" y="7384"/>
                  <a:pt x="36979" y="13414"/>
                </a:cubicBezTo>
                <a:close/>
                <a:moveTo>
                  <a:pt x="36979" y="134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E3B5C-644F-46DE-A06E-1FAD8D60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603" y="4538203"/>
            <a:ext cx="30148" cy="57631"/>
          </a:xfrm>
          <a:custGeom xmlns:a="http://schemas.openxmlformats.org/drawingml/2006/main">
            <a:pathLst>
              <a:path w="30148" h="57631">
                <a:moveTo>
                  <a:pt x="0" y="2782"/>
                </a:moveTo>
                <a:lnTo>
                  <a:pt x="6481" y="0"/>
                </a:lnTo>
                <a:lnTo>
                  <a:pt x="30148" y="54835"/>
                </a:lnTo>
                <a:lnTo>
                  <a:pt x="23667" y="57631"/>
                </a:lnTo>
                <a:lnTo>
                  <a:pt x="0" y="2782"/>
                </a:lnTo>
                <a:close/>
                <a:moveTo>
                  <a:pt x="0" y="27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DE233-F56A-4781-816E-EFD900BB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81" y="4517201"/>
            <a:ext cx="62569" cy="69865"/>
          </a:xfrm>
          <a:custGeom xmlns:a="http://schemas.openxmlformats.org/drawingml/2006/main">
            <a:pathLst>
              <a:path w="62569" h="69865">
                <a:moveTo>
                  <a:pt x="0" y="17244"/>
                </a:moveTo>
                <a:lnTo>
                  <a:pt x="9612" y="13093"/>
                </a:lnTo>
                <a:lnTo>
                  <a:pt x="51937" y="47058"/>
                </a:lnTo>
                <a:lnTo>
                  <a:pt x="32930" y="3015"/>
                </a:lnTo>
                <a:lnTo>
                  <a:pt x="39877" y="0"/>
                </a:lnTo>
                <a:lnTo>
                  <a:pt x="62569" y="52694"/>
                </a:lnTo>
                <a:lnTo>
                  <a:pt x="52956" y="56787"/>
                </a:lnTo>
                <a:lnTo>
                  <a:pt x="10632" y="22822"/>
                </a:lnTo>
                <a:lnTo>
                  <a:pt x="29639" y="66851"/>
                </a:lnTo>
                <a:lnTo>
                  <a:pt x="22750" y="69865"/>
                </a:lnTo>
                <a:lnTo>
                  <a:pt x="0" y="17244"/>
                </a:lnTo>
                <a:close/>
                <a:moveTo>
                  <a:pt x="0" y="172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0C57C-DF3A-422C-BF07-06D0AFA8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30" y="4493883"/>
            <a:ext cx="62510" cy="69865"/>
          </a:xfrm>
          <a:custGeom xmlns:a="http://schemas.openxmlformats.org/drawingml/2006/main">
            <a:pathLst>
              <a:path w="62510" h="69865">
                <a:moveTo>
                  <a:pt x="0" y="17230"/>
                </a:moveTo>
                <a:lnTo>
                  <a:pt x="9554" y="13079"/>
                </a:lnTo>
                <a:lnTo>
                  <a:pt x="51937" y="47043"/>
                </a:lnTo>
                <a:lnTo>
                  <a:pt x="32930" y="3015"/>
                </a:lnTo>
                <a:lnTo>
                  <a:pt x="39819" y="0"/>
                </a:lnTo>
                <a:lnTo>
                  <a:pt x="62510" y="52679"/>
                </a:lnTo>
                <a:lnTo>
                  <a:pt x="52956" y="56830"/>
                </a:lnTo>
                <a:lnTo>
                  <a:pt x="10632" y="22866"/>
                </a:lnTo>
                <a:lnTo>
                  <a:pt x="29639" y="66909"/>
                </a:lnTo>
                <a:lnTo>
                  <a:pt x="22691" y="69865"/>
                </a:lnTo>
                <a:lnTo>
                  <a:pt x="0" y="17230"/>
                </a:lnTo>
                <a:close/>
                <a:moveTo>
                  <a:pt x="0" y="172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73C7E-C8B5-4843-AE59-6ED40CBC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20" y="4484722"/>
            <a:ext cx="55461" cy="55694"/>
          </a:xfrm>
          <a:custGeom xmlns:a="http://schemas.openxmlformats.org/drawingml/2006/main">
            <a:pathLst>
              <a:path w="55461" h="55694">
                <a:moveTo>
                  <a:pt x="0" y="3073"/>
                </a:moveTo>
                <a:lnTo>
                  <a:pt x="7107" y="0"/>
                </a:lnTo>
                <a:lnTo>
                  <a:pt x="27250" y="46650"/>
                </a:lnTo>
                <a:lnTo>
                  <a:pt x="52898" y="35552"/>
                </a:lnTo>
                <a:lnTo>
                  <a:pt x="55461" y="41581"/>
                </a:lnTo>
                <a:lnTo>
                  <a:pt x="22750" y="55694"/>
                </a:lnTo>
                <a:lnTo>
                  <a:pt x="0" y="3073"/>
                </a:lnTo>
                <a:close/>
                <a:moveTo>
                  <a:pt x="0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B0C66-4B8E-4D55-880A-060D5566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132" y="4449622"/>
            <a:ext cx="70885" cy="73448"/>
          </a:xfrm>
          <a:custGeom xmlns:a="http://schemas.openxmlformats.org/drawingml/2006/main">
            <a:pathLst>
              <a:path w="70885" h="73448">
                <a:moveTo>
                  <a:pt x="0" y="20813"/>
                </a:moveTo>
                <a:lnTo>
                  <a:pt x="10647" y="16210"/>
                </a:lnTo>
                <a:lnTo>
                  <a:pt x="39542" y="46257"/>
                </a:lnTo>
                <a:lnTo>
                  <a:pt x="37547" y="4602"/>
                </a:lnTo>
                <a:lnTo>
                  <a:pt x="48194" y="0"/>
                </a:lnTo>
                <a:lnTo>
                  <a:pt x="70885" y="52621"/>
                </a:lnTo>
                <a:lnTo>
                  <a:pt x="63952" y="55636"/>
                </a:lnTo>
                <a:lnTo>
                  <a:pt x="43984" y="9438"/>
                </a:lnTo>
                <a:lnTo>
                  <a:pt x="46023" y="51369"/>
                </a:lnTo>
                <a:lnTo>
                  <a:pt x="38858" y="54500"/>
                </a:lnTo>
                <a:lnTo>
                  <a:pt x="9671" y="24235"/>
                </a:lnTo>
                <a:lnTo>
                  <a:pt x="29639" y="70433"/>
                </a:lnTo>
                <a:lnTo>
                  <a:pt x="22764" y="73448"/>
                </a:lnTo>
                <a:lnTo>
                  <a:pt x="0" y="20813"/>
                </a:lnTo>
                <a:close/>
                <a:moveTo>
                  <a:pt x="0" y="208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73869-B5C6-450B-96CE-639B0E69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9" y="4828981"/>
            <a:ext cx="49446" cy="64564"/>
          </a:xfrm>
          <a:custGeom xmlns:a="http://schemas.openxmlformats.org/drawingml/2006/main">
            <a:pathLst>
              <a:path w="49446" h="64564">
                <a:moveTo>
                  <a:pt x="6889" y="8753"/>
                </a:moveTo>
                <a:lnTo>
                  <a:pt x="7457" y="39135"/>
                </a:lnTo>
                <a:lnTo>
                  <a:pt x="27090" y="31459"/>
                </a:lnTo>
                <a:lnTo>
                  <a:pt x="6889" y="8753"/>
                </a:lnTo>
                <a:close/>
                <a:moveTo>
                  <a:pt x="0" y="3233"/>
                </a:moveTo>
                <a:lnTo>
                  <a:pt x="8200" y="0"/>
                </a:lnTo>
                <a:lnTo>
                  <a:pt x="49446" y="45397"/>
                </a:lnTo>
                <a:lnTo>
                  <a:pt x="41931" y="48354"/>
                </a:lnTo>
                <a:lnTo>
                  <a:pt x="31692" y="36571"/>
                </a:lnTo>
                <a:lnTo>
                  <a:pt x="7632" y="46023"/>
                </a:lnTo>
                <a:lnTo>
                  <a:pt x="8141" y="61607"/>
                </a:lnTo>
                <a:lnTo>
                  <a:pt x="524" y="64564"/>
                </a:lnTo>
                <a:lnTo>
                  <a:pt x="0" y="3233"/>
                </a:lnTo>
                <a:close/>
                <a:moveTo>
                  <a:pt x="0" y="32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7EE86-5696-4261-BB86-F40518C9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77" y="4821014"/>
            <a:ext cx="46591" cy="65758"/>
          </a:xfrm>
          <a:custGeom xmlns:a="http://schemas.openxmlformats.org/drawingml/2006/main">
            <a:pathLst>
              <a:path w="46591" h="65758">
                <a:moveTo>
                  <a:pt x="19910" y="41931"/>
                </a:moveTo>
                <a:lnTo>
                  <a:pt x="28269" y="63209"/>
                </a:lnTo>
                <a:lnTo>
                  <a:pt x="21672" y="65758"/>
                </a:lnTo>
                <a:lnTo>
                  <a:pt x="0" y="10515"/>
                </a:lnTo>
                <a:lnTo>
                  <a:pt x="6598" y="7908"/>
                </a:lnTo>
                <a:lnTo>
                  <a:pt x="8986" y="13996"/>
                </a:lnTo>
                <a:cubicBezTo>
                  <a:pt x="9438" y="11040"/>
                  <a:pt x="10472" y="8593"/>
                  <a:pt x="12118" y="6656"/>
                </a:cubicBezTo>
                <a:cubicBezTo>
                  <a:pt x="13822" y="4661"/>
                  <a:pt x="16094" y="3073"/>
                  <a:pt x="19007" y="1937"/>
                </a:cubicBezTo>
                <a:cubicBezTo>
                  <a:pt x="23886" y="0"/>
                  <a:pt x="28619" y="393"/>
                  <a:pt x="33163" y="3073"/>
                </a:cubicBezTo>
                <a:cubicBezTo>
                  <a:pt x="37722" y="5738"/>
                  <a:pt x="41188" y="10239"/>
                  <a:pt x="43693" y="16501"/>
                </a:cubicBezTo>
                <a:cubicBezTo>
                  <a:pt x="46140" y="22808"/>
                  <a:pt x="46591" y="28503"/>
                  <a:pt x="45120" y="33556"/>
                </a:cubicBezTo>
                <a:cubicBezTo>
                  <a:pt x="43577" y="38567"/>
                  <a:pt x="40387" y="42047"/>
                  <a:pt x="35493" y="43970"/>
                </a:cubicBezTo>
                <a:cubicBezTo>
                  <a:pt x="32595" y="45106"/>
                  <a:pt x="29813" y="45514"/>
                  <a:pt x="27250" y="45222"/>
                </a:cubicBezTo>
                <a:cubicBezTo>
                  <a:pt x="24687" y="44887"/>
                  <a:pt x="22240" y="43810"/>
                  <a:pt x="19910" y="41931"/>
                </a:cubicBezTo>
                <a:close/>
                <a:moveTo>
                  <a:pt x="36862" y="19167"/>
                </a:moveTo>
                <a:cubicBezTo>
                  <a:pt x="34925" y="14331"/>
                  <a:pt x="32479" y="10923"/>
                  <a:pt x="29406" y="8986"/>
                </a:cubicBezTo>
                <a:cubicBezTo>
                  <a:pt x="26332" y="6991"/>
                  <a:pt x="23041" y="6714"/>
                  <a:pt x="19575" y="8069"/>
                </a:cubicBezTo>
                <a:cubicBezTo>
                  <a:pt x="16094" y="9438"/>
                  <a:pt x="13880" y="11885"/>
                  <a:pt x="12962" y="15409"/>
                </a:cubicBezTo>
                <a:cubicBezTo>
                  <a:pt x="12059" y="18948"/>
                  <a:pt x="12569" y="23157"/>
                  <a:pt x="14448" y="27993"/>
                </a:cubicBezTo>
                <a:cubicBezTo>
                  <a:pt x="16327" y="32828"/>
                  <a:pt x="18832" y="36178"/>
                  <a:pt x="21905" y="38173"/>
                </a:cubicBezTo>
                <a:cubicBezTo>
                  <a:pt x="24978" y="40169"/>
                  <a:pt x="28269" y="40445"/>
                  <a:pt x="31750" y="39076"/>
                </a:cubicBezTo>
                <a:cubicBezTo>
                  <a:pt x="35217" y="37722"/>
                  <a:pt x="37430" y="35275"/>
                  <a:pt x="38348" y="31736"/>
                </a:cubicBezTo>
                <a:cubicBezTo>
                  <a:pt x="39251" y="28211"/>
                  <a:pt x="38741" y="24002"/>
                  <a:pt x="36862" y="19167"/>
                </a:cubicBezTo>
                <a:close/>
                <a:moveTo>
                  <a:pt x="36862" y="191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D8098-8C70-4F59-8FCA-364D36A5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2" y="4802809"/>
            <a:ext cx="46591" cy="65758"/>
          </a:xfrm>
          <a:custGeom xmlns:a="http://schemas.openxmlformats.org/drawingml/2006/main">
            <a:pathLst>
              <a:path w="46591" h="65758">
                <a:moveTo>
                  <a:pt x="19910" y="41931"/>
                </a:moveTo>
                <a:lnTo>
                  <a:pt x="28284" y="63151"/>
                </a:lnTo>
                <a:lnTo>
                  <a:pt x="21686" y="65758"/>
                </a:lnTo>
                <a:lnTo>
                  <a:pt x="0" y="10472"/>
                </a:lnTo>
                <a:lnTo>
                  <a:pt x="6598" y="7908"/>
                </a:lnTo>
                <a:lnTo>
                  <a:pt x="8986" y="13996"/>
                </a:lnTo>
                <a:cubicBezTo>
                  <a:pt x="9452" y="11040"/>
                  <a:pt x="10472" y="8593"/>
                  <a:pt x="12118" y="6598"/>
                </a:cubicBezTo>
                <a:cubicBezTo>
                  <a:pt x="13822" y="4602"/>
                  <a:pt x="16108" y="3073"/>
                  <a:pt x="19007" y="1937"/>
                </a:cubicBezTo>
                <a:cubicBezTo>
                  <a:pt x="23900" y="0"/>
                  <a:pt x="28619" y="393"/>
                  <a:pt x="33178" y="3073"/>
                </a:cubicBezTo>
                <a:cubicBezTo>
                  <a:pt x="37722" y="5738"/>
                  <a:pt x="41188" y="10181"/>
                  <a:pt x="43693" y="16501"/>
                </a:cubicBezTo>
                <a:cubicBezTo>
                  <a:pt x="46140" y="22808"/>
                  <a:pt x="46591" y="28444"/>
                  <a:pt x="45062" y="33513"/>
                </a:cubicBezTo>
                <a:cubicBezTo>
                  <a:pt x="43577" y="38567"/>
                  <a:pt x="40402" y="42047"/>
                  <a:pt x="35508" y="43970"/>
                </a:cubicBezTo>
                <a:cubicBezTo>
                  <a:pt x="32610" y="45106"/>
                  <a:pt x="29813" y="45514"/>
                  <a:pt x="27250" y="45164"/>
                </a:cubicBezTo>
                <a:cubicBezTo>
                  <a:pt x="24701" y="44829"/>
                  <a:pt x="22254" y="43751"/>
                  <a:pt x="19910" y="41931"/>
                </a:cubicBezTo>
                <a:close/>
                <a:moveTo>
                  <a:pt x="36877" y="19167"/>
                </a:moveTo>
                <a:cubicBezTo>
                  <a:pt x="34940" y="14331"/>
                  <a:pt x="32493" y="10923"/>
                  <a:pt x="29420" y="8986"/>
                </a:cubicBezTo>
                <a:cubicBezTo>
                  <a:pt x="26347" y="6991"/>
                  <a:pt x="23041" y="6656"/>
                  <a:pt x="19575" y="8025"/>
                </a:cubicBezTo>
                <a:cubicBezTo>
                  <a:pt x="16108" y="9379"/>
                  <a:pt x="13880" y="11885"/>
                  <a:pt x="12977" y="15409"/>
                </a:cubicBezTo>
                <a:cubicBezTo>
                  <a:pt x="12059" y="18948"/>
                  <a:pt x="12584" y="23099"/>
                  <a:pt x="14448" y="27935"/>
                </a:cubicBezTo>
                <a:cubicBezTo>
                  <a:pt x="16327" y="32770"/>
                  <a:pt x="18832" y="36178"/>
                  <a:pt x="21905" y="38173"/>
                </a:cubicBezTo>
                <a:cubicBezTo>
                  <a:pt x="24978" y="40169"/>
                  <a:pt x="28284" y="40445"/>
                  <a:pt x="31750" y="39076"/>
                </a:cubicBezTo>
                <a:cubicBezTo>
                  <a:pt x="35217" y="37722"/>
                  <a:pt x="37445" y="35275"/>
                  <a:pt x="38348" y="31736"/>
                </a:cubicBezTo>
                <a:cubicBezTo>
                  <a:pt x="39266" y="28211"/>
                  <a:pt x="38741" y="24002"/>
                  <a:pt x="36877" y="19167"/>
                </a:cubicBezTo>
                <a:close/>
                <a:moveTo>
                  <a:pt x="36877" y="191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1AD6F-9A0B-44B2-96A2-A4F283C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72" y="4776811"/>
            <a:ext cx="28401" cy="58199"/>
          </a:xfrm>
          <a:custGeom xmlns:a="http://schemas.openxmlformats.org/drawingml/2006/main">
            <a:pathLst>
              <a:path w="28401" h="58199">
                <a:moveTo>
                  <a:pt x="0" y="2549"/>
                </a:moveTo>
                <a:lnTo>
                  <a:pt x="6554" y="0"/>
                </a:lnTo>
                <a:lnTo>
                  <a:pt x="28401" y="55636"/>
                </a:lnTo>
                <a:lnTo>
                  <a:pt x="21788" y="58199"/>
                </a:lnTo>
                <a:lnTo>
                  <a:pt x="0" y="2549"/>
                </a:lnTo>
                <a:close/>
                <a:moveTo>
                  <a:pt x="0" y="25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7E58E-9C48-42C3-BE74-BB6C759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07" y="4777379"/>
            <a:ext cx="45339" cy="46300"/>
          </a:xfrm>
          <a:custGeom xmlns:a="http://schemas.openxmlformats.org/drawingml/2006/main">
            <a:pathLst>
              <a:path w="45339" h="46300">
                <a:moveTo>
                  <a:pt x="39135" y="14564"/>
                </a:moveTo>
                <a:lnTo>
                  <a:pt x="40445" y="17798"/>
                </a:lnTo>
                <a:lnTo>
                  <a:pt x="10181" y="29639"/>
                </a:lnTo>
                <a:cubicBezTo>
                  <a:pt x="12234" y="34081"/>
                  <a:pt x="14958" y="36979"/>
                  <a:pt x="18322" y="38392"/>
                </a:cubicBezTo>
                <a:cubicBezTo>
                  <a:pt x="21672" y="39819"/>
                  <a:pt x="25546" y="39644"/>
                  <a:pt x="29930" y="37940"/>
                </a:cubicBezTo>
                <a:cubicBezTo>
                  <a:pt x="32435" y="36979"/>
                  <a:pt x="34765" y="35668"/>
                  <a:pt x="36921" y="34124"/>
                </a:cubicBezTo>
                <a:cubicBezTo>
                  <a:pt x="39033" y="32595"/>
                  <a:pt x="41013" y="30716"/>
                  <a:pt x="42892" y="28561"/>
                </a:cubicBezTo>
                <a:lnTo>
                  <a:pt x="45339" y="34809"/>
                </a:lnTo>
                <a:cubicBezTo>
                  <a:pt x="43358" y="36746"/>
                  <a:pt x="41246" y="38450"/>
                  <a:pt x="38974" y="39936"/>
                </a:cubicBezTo>
                <a:cubicBezTo>
                  <a:pt x="36702" y="41407"/>
                  <a:pt x="34255" y="42659"/>
                  <a:pt x="31750" y="43693"/>
                </a:cubicBezTo>
                <a:cubicBezTo>
                  <a:pt x="25313" y="46198"/>
                  <a:pt x="19575" y="46300"/>
                  <a:pt x="14331" y="44086"/>
                </a:cubicBezTo>
                <a:cubicBezTo>
                  <a:pt x="9161" y="41814"/>
                  <a:pt x="5345" y="37489"/>
                  <a:pt x="2840" y="31168"/>
                </a:cubicBezTo>
                <a:cubicBezTo>
                  <a:pt x="291" y="24628"/>
                  <a:pt x="0" y="18715"/>
                  <a:pt x="2054" y="13472"/>
                </a:cubicBezTo>
                <a:cubicBezTo>
                  <a:pt x="4093" y="8243"/>
                  <a:pt x="8083" y="4428"/>
                  <a:pt x="14113" y="2097"/>
                </a:cubicBezTo>
                <a:cubicBezTo>
                  <a:pt x="19516" y="0"/>
                  <a:pt x="24410" y="58"/>
                  <a:pt x="28896" y="2272"/>
                </a:cubicBezTo>
                <a:cubicBezTo>
                  <a:pt x="33396" y="4486"/>
                  <a:pt x="36804" y="8593"/>
                  <a:pt x="39135" y="14564"/>
                </a:cubicBezTo>
                <a:close/>
                <a:moveTo>
                  <a:pt x="31809" y="15191"/>
                </a:moveTo>
                <a:cubicBezTo>
                  <a:pt x="30381" y="11652"/>
                  <a:pt x="28211" y="9161"/>
                  <a:pt x="25429" y="7792"/>
                </a:cubicBezTo>
                <a:cubicBezTo>
                  <a:pt x="22648" y="6423"/>
                  <a:pt x="19575" y="6365"/>
                  <a:pt x="16327" y="7617"/>
                </a:cubicBezTo>
                <a:cubicBezTo>
                  <a:pt x="12686" y="9044"/>
                  <a:pt x="10181" y="11258"/>
                  <a:pt x="8768" y="14215"/>
                </a:cubicBezTo>
                <a:cubicBezTo>
                  <a:pt x="7399" y="17113"/>
                  <a:pt x="7224" y="20536"/>
                  <a:pt x="8360" y="24454"/>
                </a:cubicBezTo>
                <a:lnTo>
                  <a:pt x="31809" y="15191"/>
                </a:lnTo>
                <a:close/>
                <a:moveTo>
                  <a:pt x="31809" y="151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6D7E0-8826-4A27-96F0-40B6206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46" y="4736759"/>
            <a:ext cx="69749" cy="72531"/>
          </a:xfrm>
          <a:custGeom xmlns:a="http://schemas.openxmlformats.org/drawingml/2006/main">
            <a:pathLst>
              <a:path w="69749" h="72531">
                <a:moveTo>
                  <a:pt x="0" y="19108"/>
                </a:moveTo>
                <a:lnTo>
                  <a:pt x="10749" y="14899"/>
                </a:lnTo>
                <a:lnTo>
                  <a:pt x="38567" y="45907"/>
                </a:lnTo>
                <a:lnTo>
                  <a:pt x="38057" y="4209"/>
                </a:lnTo>
                <a:lnTo>
                  <a:pt x="48805" y="0"/>
                </a:lnTo>
                <a:lnTo>
                  <a:pt x="69749" y="53364"/>
                </a:lnTo>
                <a:lnTo>
                  <a:pt x="62685" y="56146"/>
                </a:lnTo>
                <a:lnTo>
                  <a:pt x="44319" y="9263"/>
                </a:lnTo>
                <a:lnTo>
                  <a:pt x="44887" y="51252"/>
                </a:lnTo>
                <a:lnTo>
                  <a:pt x="37664" y="54092"/>
                </a:lnTo>
                <a:lnTo>
                  <a:pt x="9554" y="22866"/>
                </a:lnTo>
                <a:lnTo>
                  <a:pt x="27935" y="69749"/>
                </a:lnTo>
                <a:lnTo>
                  <a:pt x="20871" y="72531"/>
                </a:lnTo>
                <a:lnTo>
                  <a:pt x="0" y="19108"/>
                </a:lnTo>
                <a:close/>
                <a:moveTo>
                  <a:pt x="0" y="191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01F97-9DA9-40E2-BC64-8FF3A31E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21" y="4734939"/>
            <a:ext cx="45339" cy="46300"/>
          </a:xfrm>
          <a:custGeom xmlns:a="http://schemas.openxmlformats.org/drawingml/2006/main">
            <a:pathLst>
              <a:path w="45339" h="46300">
                <a:moveTo>
                  <a:pt x="39193" y="14564"/>
                </a:moveTo>
                <a:lnTo>
                  <a:pt x="40445" y="17798"/>
                </a:lnTo>
                <a:lnTo>
                  <a:pt x="10181" y="29639"/>
                </a:lnTo>
                <a:cubicBezTo>
                  <a:pt x="12234" y="34066"/>
                  <a:pt x="14958" y="36979"/>
                  <a:pt x="18307" y="38392"/>
                </a:cubicBezTo>
                <a:cubicBezTo>
                  <a:pt x="21730" y="39819"/>
                  <a:pt x="25590" y="39644"/>
                  <a:pt x="29915" y="37940"/>
                </a:cubicBezTo>
                <a:cubicBezTo>
                  <a:pt x="32479" y="36979"/>
                  <a:pt x="34809" y="35726"/>
                  <a:pt x="36921" y="34124"/>
                </a:cubicBezTo>
                <a:cubicBezTo>
                  <a:pt x="39018" y="32595"/>
                  <a:pt x="41072" y="30775"/>
                  <a:pt x="42892" y="28604"/>
                </a:cubicBezTo>
                <a:lnTo>
                  <a:pt x="45339" y="34809"/>
                </a:lnTo>
                <a:cubicBezTo>
                  <a:pt x="43344" y="36746"/>
                  <a:pt x="41246" y="38450"/>
                  <a:pt x="38960" y="39936"/>
                </a:cubicBezTo>
                <a:cubicBezTo>
                  <a:pt x="36688" y="41465"/>
                  <a:pt x="34299" y="42717"/>
                  <a:pt x="31736" y="43693"/>
                </a:cubicBezTo>
                <a:cubicBezTo>
                  <a:pt x="25371" y="46184"/>
                  <a:pt x="19560" y="46300"/>
                  <a:pt x="14390" y="44086"/>
                </a:cubicBezTo>
                <a:cubicBezTo>
                  <a:pt x="9219" y="41814"/>
                  <a:pt x="5345" y="37547"/>
                  <a:pt x="2840" y="31168"/>
                </a:cubicBezTo>
                <a:cubicBezTo>
                  <a:pt x="277" y="24628"/>
                  <a:pt x="0" y="18715"/>
                  <a:pt x="2039" y="13472"/>
                </a:cubicBezTo>
                <a:cubicBezTo>
                  <a:pt x="4093" y="8243"/>
                  <a:pt x="8127" y="4428"/>
                  <a:pt x="14098" y="2097"/>
                </a:cubicBezTo>
                <a:cubicBezTo>
                  <a:pt x="19516" y="0"/>
                  <a:pt x="24454" y="58"/>
                  <a:pt x="28954" y="2272"/>
                </a:cubicBezTo>
                <a:cubicBezTo>
                  <a:pt x="33454" y="4544"/>
                  <a:pt x="36862" y="8637"/>
                  <a:pt x="39193" y="14564"/>
                </a:cubicBezTo>
                <a:close/>
                <a:moveTo>
                  <a:pt x="31852" y="15249"/>
                </a:moveTo>
                <a:cubicBezTo>
                  <a:pt x="30381" y="11652"/>
                  <a:pt x="28269" y="9161"/>
                  <a:pt x="25429" y="7792"/>
                </a:cubicBezTo>
                <a:cubicBezTo>
                  <a:pt x="22633" y="6423"/>
                  <a:pt x="19618" y="6365"/>
                  <a:pt x="16385" y="7617"/>
                </a:cubicBezTo>
                <a:cubicBezTo>
                  <a:pt x="12686" y="9103"/>
                  <a:pt x="10181" y="11258"/>
                  <a:pt x="8753" y="14215"/>
                </a:cubicBezTo>
                <a:cubicBezTo>
                  <a:pt x="7384" y="17171"/>
                  <a:pt x="7282" y="20594"/>
                  <a:pt x="8418" y="24454"/>
                </a:cubicBezTo>
                <a:lnTo>
                  <a:pt x="31852" y="15249"/>
                </a:lnTo>
                <a:close/>
                <a:moveTo>
                  <a:pt x="31852" y="152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090C8-B0A8-46E0-BDF4-78C87688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50" y="4698411"/>
            <a:ext cx="46533" cy="66166"/>
          </a:xfrm>
          <a:custGeom xmlns:a="http://schemas.openxmlformats.org/drawingml/2006/main">
            <a:pathLst>
              <a:path w="46533" h="66166">
                <a:moveTo>
                  <a:pt x="26682" y="24235"/>
                </a:moveTo>
                <a:lnTo>
                  <a:pt x="18147" y="2563"/>
                </a:lnTo>
                <a:lnTo>
                  <a:pt x="24745" y="0"/>
                </a:lnTo>
                <a:lnTo>
                  <a:pt x="46533" y="55636"/>
                </a:lnTo>
                <a:lnTo>
                  <a:pt x="39994" y="58199"/>
                </a:lnTo>
                <a:lnTo>
                  <a:pt x="37605" y="52228"/>
                </a:lnTo>
                <a:cubicBezTo>
                  <a:pt x="37212" y="55126"/>
                  <a:pt x="36120" y="57573"/>
                  <a:pt x="34474" y="59568"/>
                </a:cubicBezTo>
                <a:cubicBezTo>
                  <a:pt x="32828" y="61549"/>
                  <a:pt x="30498" y="63151"/>
                  <a:pt x="27527" y="64287"/>
                </a:cubicBezTo>
                <a:cubicBezTo>
                  <a:pt x="22691" y="66166"/>
                  <a:pt x="18031" y="65816"/>
                  <a:pt x="13487" y="63151"/>
                </a:cubicBezTo>
                <a:cubicBezTo>
                  <a:pt x="8928" y="60471"/>
                  <a:pt x="5403" y="55986"/>
                  <a:pt x="2957" y="49665"/>
                </a:cubicBezTo>
                <a:cubicBezTo>
                  <a:pt x="451" y="43402"/>
                  <a:pt x="0" y="37722"/>
                  <a:pt x="1529" y="32653"/>
                </a:cubicBezTo>
                <a:cubicBezTo>
                  <a:pt x="3073" y="27585"/>
                  <a:pt x="6248" y="24119"/>
                  <a:pt x="11098" y="22240"/>
                </a:cubicBezTo>
                <a:cubicBezTo>
                  <a:pt x="14055" y="21104"/>
                  <a:pt x="16778" y="20652"/>
                  <a:pt x="19342" y="20987"/>
                </a:cubicBezTo>
                <a:cubicBezTo>
                  <a:pt x="21905" y="21337"/>
                  <a:pt x="24352" y="22415"/>
                  <a:pt x="26682" y="24235"/>
                </a:cubicBezTo>
                <a:close/>
                <a:moveTo>
                  <a:pt x="9729" y="47043"/>
                </a:moveTo>
                <a:cubicBezTo>
                  <a:pt x="11608" y="51820"/>
                  <a:pt x="14113" y="55243"/>
                  <a:pt x="17171" y="57223"/>
                </a:cubicBezTo>
                <a:cubicBezTo>
                  <a:pt x="20245" y="59219"/>
                  <a:pt x="23551" y="59510"/>
                  <a:pt x="27017" y="58141"/>
                </a:cubicBezTo>
                <a:cubicBezTo>
                  <a:pt x="30498" y="56772"/>
                  <a:pt x="32712" y="54325"/>
                  <a:pt x="33615" y="50801"/>
                </a:cubicBezTo>
                <a:cubicBezTo>
                  <a:pt x="34532" y="47276"/>
                  <a:pt x="34022" y="43067"/>
                  <a:pt x="32144" y="38232"/>
                </a:cubicBezTo>
                <a:cubicBezTo>
                  <a:pt x="30265" y="33396"/>
                  <a:pt x="27760" y="29974"/>
                  <a:pt x="24687" y="28051"/>
                </a:cubicBezTo>
                <a:cubicBezTo>
                  <a:pt x="21614" y="26056"/>
                  <a:pt x="18322" y="25764"/>
                  <a:pt x="14841" y="27133"/>
                </a:cubicBezTo>
                <a:cubicBezTo>
                  <a:pt x="11375" y="28503"/>
                  <a:pt x="9161" y="30949"/>
                  <a:pt x="8243" y="34474"/>
                </a:cubicBezTo>
                <a:cubicBezTo>
                  <a:pt x="7340" y="37998"/>
                  <a:pt x="7850" y="42208"/>
                  <a:pt x="9729" y="47043"/>
                </a:cubicBezTo>
                <a:close/>
                <a:moveTo>
                  <a:pt x="9729" y="470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9FEF7-B366-4304-ACCE-F166978F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40" y="4690503"/>
            <a:ext cx="28386" cy="58258"/>
          </a:xfrm>
          <a:custGeom xmlns:a="http://schemas.openxmlformats.org/drawingml/2006/main">
            <a:pathLst>
              <a:path w="28386" h="58258">
                <a:moveTo>
                  <a:pt x="6146" y="18205"/>
                </a:moveTo>
                <a:lnTo>
                  <a:pt x="12686" y="15642"/>
                </a:lnTo>
                <a:lnTo>
                  <a:pt x="28386" y="55636"/>
                </a:lnTo>
                <a:lnTo>
                  <a:pt x="21847" y="58258"/>
                </a:lnTo>
                <a:lnTo>
                  <a:pt x="6146" y="18205"/>
                </a:lnTo>
                <a:close/>
                <a:moveTo>
                  <a:pt x="0" y="2622"/>
                </a:moveTo>
                <a:lnTo>
                  <a:pt x="6598" y="0"/>
                </a:lnTo>
                <a:lnTo>
                  <a:pt x="9846" y="8360"/>
                </a:lnTo>
                <a:lnTo>
                  <a:pt x="3292" y="10923"/>
                </a:lnTo>
                <a:lnTo>
                  <a:pt x="0" y="2622"/>
                </a:lnTo>
                <a:close/>
                <a:moveTo>
                  <a:pt x="0" y="26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EFAF1-2C92-4DC4-BD2A-1DC072DD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83" y="4691814"/>
            <a:ext cx="45863" cy="47451"/>
          </a:xfrm>
          <a:custGeom xmlns:a="http://schemas.openxmlformats.org/drawingml/2006/main">
            <a:pathLst>
              <a:path w="45863" h="47451">
                <a:moveTo>
                  <a:pt x="24861" y="21672"/>
                </a:moveTo>
                <a:cubicBezTo>
                  <a:pt x="19516" y="23769"/>
                  <a:pt x="16108" y="25823"/>
                  <a:pt x="14506" y="27818"/>
                </a:cubicBezTo>
                <a:cubicBezTo>
                  <a:pt x="12919" y="29857"/>
                  <a:pt x="12686" y="32304"/>
                  <a:pt x="13880" y="35275"/>
                </a:cubicBezTo>
                <a:cubicBezTo>
                  <a:pt x="14797" y="37605"/>
                  <a:pt x="16268" y="39135"/>
                  <a:pt x="18380" y="39936"/>
                </a:cubicBezTo>
                <a:cubicBezTo>
                  <a:pt x="20419" y="40678"/>
                  <a:pt x="22764" y="40562"/>
                  <a:pt x="25429" y="39542"/>
                </a:cubicBezTo>
                <a:cubicBezTo>
                  <a:pt x="29071" y="38115"/>
                  <a:pt x="31517" y="35668"/>
                  <a:pt x="32712" y="32202"/>
                </a:cubicBezTo>
                <a:cubicBezTo>
                  <a:pt x="33848" y="28721"/>
                  <a:pt x="33629" y="24861"/>
                  <a:pt x="31969" y="20594"/>
                </a:cubicBezTo>
                <a:lnTo>
                  <a:pt x="31401" y="19108"/>
                </a:lnTo>
                <a:lnTo>
                  <a:pt x="24861" y="21672"/>
                </a:lnTo>
                <a:close/>
                <a:moveTo>
                  <a:pt x="36862" y="13822"/>
                </a:moveTo>
                <a:lnTo>
                  <a:pt x="45863" y="36688"/>
                </a:lnTo>
                <a:lnTo>
                  <a:pt x="39251" y="39251"/>
                </a:lnTo>
                <a:lnTo>
                  <a:pt x="36862" y="33163"/>
                </a:lnTo>
                <a:cubicBezTo>
                  <a:pt x="36353" y="36178"/>
                  <a:pt x="35158" y="38741"/>
                  <a:pt x="33396" y="40737"/>
                </a:cubicBezTo>
                <a:cubicBezTo>
                  <a:pt x="31576" y="42776"/>
                  <a:pt x="29071" y="44421"/>
                  <a:pt x="25837" y="45732"/>
                </a:cubicBezTo>
                <a:cubicBezTo>
                  <a:pt x="21730" y="47334"/>
                  <a:pt x="18031" y="47451"/>
                  <a:pt x="14681" y="46082"/>
                </a:cubicBezTo>
                <a:cubicBezTo>
                  <a:pt x="11375" y="44771"/>
                  <a:pt x="8928" y="42149"/>
                  <a:pt x="7457" y="38290"/>
                </a:cubicBezTo>
                <a:cubicBezTo>
                  <a:pt x="5695" y="33789"/>
                  <a:pt x="5855" y="29813"/>
                  <a:pt x="7967" y="26332"/>
                </a:cubicBezTo>
                <a:cubicBezTo>
                  <a:pt x="10079" y="22866"/>
                  <a:pt x="14171" y="19968"/>
                  <a:pt x="20143" y="17579"/>
                </a:cubicBezTo>
                <a:lnTo>
                  <a:pt x="29362" y="13996"/>
                </a:lnTo>
                <a:lnTo>
                  <a:pt x="29129" y="13312"/>
                </a:lnTo>
                <a:cubicBezTo>
                  <a:pt x="27935" y="10297"/>
                  <a:pt x="25997" y="8360"/>
                  <a:pt x="23390" y="7442"/>
                </a:cubicBezTo>
                <a:cubicBezTo>
                  <a:pt x="20711" y="6598"/>
                  <a:pt x="17579" y="6874"/>
                  <a:pt x="13996" y="8302"/>
                </a:cubicBezTo>
                <a:cubicBezTo>
                  <a:pt x="11724" y="9161"/>
                  <a:pt x="9612" y="10355"/>
                  <a:pt x="7632" y="11710"/>
                </a:cubicBezTo>
                <a:cubicBezTo>
                  <a:pt x="5695" y="13137"/>
                  <a:pt x="3932" y="14783"/>
                  <a:pt x="2330" y="16662"/>
                </a:cubicBezTo>
                <a:lnTo>
                  <a:pt x="0" y="10574"/>
                </a:lnTo>
                <a:cubicBezTo>
                  <a:pt x="1995" y="8695"/>
                  <a:pt x="4093" y="7049"/>
                  <a:pt x="6146" y="5738"/>
                </a:cubicBezTo>
                <a:cubicBezTo>
                  <a:pt x="8258" y="4369"/>
                  <a:pt x="10355" y="3292"/>
                  <a:pt x="12525" y="2447"/>
                </a:cubicBezTo>
                <a:cubicBezTo>
                  <a:pt x="18322" y="160"/>
                  <a:pt x="23216" y="0"/>
                  <a:pt x="27250" y="1879"/>
                </a:cubicBezTo>
                <a:cubicBezTo>
                  <a:pt x="31299" y="3758"/>
                  <a:pt x="34474" y="7734"/>
                  <a:pt x="36862" y="13822"/>
                </a:cubicBezTo>
                <a:close/>
                <a:moveTo>
                  <a:pt x="36862" y="138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B1A16-B45E-41F2-A891-D64C77F8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24" y="4658985"/>
            <a:ext cx="59175" cy="64054"/>
          </a:xfrm>
          <a:custGeom xmlns:a="http://schemas.openxmlformats.org/drawingml/2006/main">
            <a:pathLst>
              <a:path w="59175" h="64054">
                <a:moveTo>
                  <a:pt x="9569" y="13822"/>
                </a:moveTo>
                <a:lnTo>
                  <a:pt x="25837" y="55301"/>
                </a:lnTo>
                <a:lnTo>
                  <a:pt x="34532" y="51878"/>
                </a:lnTo>
                <a:cubicBezTo>
                  <a:pt x="41931" y="48980"/>
                  <a:pt x="46650" y="45222"/>
                  <a:pt x="48762" y="40562"/>
                </a:cubicBezTo>
                <a:cubicBezTo>
                  <a:pt x="50859" y="35843"/>
                  <a:pt x="50524" y="29915"/>
                  <a:pt x="47684" y="22750"/>
                </a:cubicBezTo>
                <a:cubicBezTo>
                  <a:pt x="44887" y="15584"/>
                  <a:pt x="41144" y="11040"/>
                  <a:pt x="36411" y="9044"/>
                </a:cubicBezTo>
                <a:cubicBezTo>
                  <a:pt x="31692" y="7049"/>
                  <a:pt x="25662" y="7501"/>
                  <a:pt x="18264" y="10414"/>
                </a:cubicBezTo>
                <a:lnTo>
                  <a:pt x="9569" y="13822"/>
                </a:lnTo>
                <a:close/>
                <a:moveTo>
                  <a:pt x="0" y="10690"/>
                </a:moveTo>
                <a:lnTo>
                  <a:pt x="14856" y="4894"/>
                </a:lnTo>
                <a:cubicBezTo>
                  <a:pt x="25211" y="845"/>
                  <a:pt x="33629" y="0"/>
                  <a:pt x="40169" y="2389"/>
                </a:cubicBezTo>
                <a:cubicBezTo>
                  <a:pt x="46650" y="4835"/>
                  <a:pt x="51718" y="10574"/>
                  <a:pt x="55301" y="19735"/>
                </a:cubicBezTo>
                <a:cubicBezTo>
                  <a:pt x="58942" y="28954"/>
                  <a:pt x="59175" y="36629"/>
                  <a:pt x="55986" y="42892"/>
                </a:cubicBezTo>
                <a:cubicBezTo>
                  <a:pt x="52796" y="49097"/>
                  <a:pt x="46082" y="54209"/>
                  <a:pt x="35785" y="58258"/>
                </a:cubicBezTo>
                <a:lnTo>
                  <a:pt x="20944" y="64054"/>
                </a:lnTo>
                <a:lnTo>
                  <a:pt x="0" y="10690"/>
                </a:lnTo>
                <a:close/>
                <a:moveTo>
                  <a:pt x="0" y="106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BFD0F-E438-435F-AE9A-AF52022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67" y="4642877"/>
            <a:ext cx="28386" cy="58199"/>
          </a:xfrm>
          <a:custGeom xmlns:a="http://schemas.openxmlformats.org/drawingml/2006/main">
            <a:pathLst>
              <a:path w="28386" h="58199">
                <a:moveTo>
                  <a:pt x="6088" y="18147"/>
                </a:moveTo>
                <a:lnTo>
                  <a:pt x="12686" y="15598"/>
                </a:lnTo>
                <a:lnTo>
                  <a:pt x="28386" y="55651"/>
                </a:lnTo>
                <a:lnTo>
                  <a:pt x="21788" y="58199"/>
                </a:lnTo>
                <a:lnTo>
                  <a:pt x="6088" y="18147"/>
                </a:lnTo>
                <a:close/>
                <a:moveTo>
                  <a:pt x="0" y="2563"/>
                </a:moveTo>
                <a:lnTo>
                  <a:pt x="6539" y="0"/>
                </a:lnTo>
                <a:lnTo>
                  <a:pt x="9846" y="8316"/>
                </a:lnTo>
                <a:lnTo>
                  <a:pt x="3248" y="10865"/>
                </a:lnTo>
                <a:lnTo>
                  <a:pt x="0" y="2563"/>
                </a:lnTo>
                <a:close/>
                <a:moveTo>
                  <a:pt x="0" y="2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67043-4AF4-4FF6-BD59-4F58C56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47" y="4644246"/>
            <a:ext cx="40387" cy="48529"/>
          </a:xfrm>
          <a:custGeom xmlns:a="http://schemas.openxmlformats.org/drawingml/2006/main">
            <a:pathLst>
              <a:path w="40387" h="48529">
                <a:moveTo>
                  <a:pt x="25823" y="0"/>
                </a:moveTo>
                <a:lnTo>
                  <a:pt x="28269" y="6204"/>
                </a:lnTo>
                <a:cubicBezTo>
                  <a:pt x="26056" y="5971"/>
                  <a:pt x="23827" y="6030"/>
                  <a:pt x="21672" y="6321"/>
                </a:cubicBezTo>
                <a:cubicBezTo>
                  <a:pt x="19443" y="6656"/>
                  <a:pt x="17288" y="7224"/>
                  <a:pt x="15132" y="8083"/>
                </a:cubicBezTo>
                <a:cubicBezTo>
                  <a:pt x="11885" y="9336"/>
                  <a:pt x="9612" y="10807"/>
                  <a:pt x="8418" y="12467"/>
                </a:cubicBezTo>
                <a:cubicBezTo>
                  <a:pt x="7166" y="14055"/>
                  <a:pt x="6933" y="15875"/>
                  <a:pt x="7734" y="17929"/>
                </a:cubicBezTo>
                <a:cubicBezTo>
                  <a:pt x="8302" y="19400"/>
                  <a:pt x="9379" y="20361"/>
                  <a:pt x="10865" y="20827"/>
                </a:cubicBezTo>
                <a:cubicBezTo>
                  <a:pt x="12394" y="21220"/>
                  <a:pt x="15074" y="21104"/>
                  <a:pt x="18875" y="20536"/>
                </a:cubicBezTo>
                <a:lnTo>
                  <a:pt x="21322" y="20143"/>
                </a:lnTo>
                <a:cubicBezTo>
                  <a:pt x="26391" y="19283"/>
                  <a:pt x="30265" y="19400"/>
                  <a:pt x="32930" y="20478"/>
                </a:cubicBezTo>
                <a:cubicBezTo>
                  <a:pt x="35668" y="21512"/>
                  <a:pt x="37605" y="23667"/>
                  <a:pt x="38901" y="26973"/>
                </a:cubicBezTo>
                <a:cubicBezTo>
                  <a:pt x="40387" y="30673"/>
                  <a:pt x="40052" y="34197"/>
                  <a:pt x="37940" y="37547"/>
                </a:cubicBezTo>
                <a:cubicBezTo>
                  <a:pt x="35828" y="40853"/>
                  <a:pt x="32246" y="43518"/>
                  <a:pt x="27075" y="45514"/>
                </a:cubicBezTo>
                <a:cubicBezTo>
                  <a:pt x="24963" y="46373"/>
                  <a:pt x="22633" y="47058"/>
                  <a:pt x="20128" y="47509"/>
                </a:cubicBezTo>
                <a:cubicBezTo>
                  <a:pt x="17623" y="48019"/>
                  <a:pt x="14958" y="48354"/>
                  <a:pt x="12059" y="48529"/>
                </a:cubicBezTo>
                <a:lnTo>
                  <a:pt x="9379" y="41756"/>
                </a:lnTo>
                <a:cubicBezTo>
                  <a:pt x="12336" y="42047"/>
                  <a:pt x="15074" y="42047"/>
                  <a:pt x="17681" y="41756"/>
                </a:cubicBezTo>
                <a:cubicBezTo>
                  <a:pt x="20303" y="41479"/>
                  <a:pt x="22750" y="40853"/>
                  <a:pt x="25080" y="39936"/>
                </a:cubicBezTo>
                <a:cubicBezTo>
                  <a:pt x="28153" y="38741"/>
                  <a:pt x="30323" y="37270"/>
                  <a:pt x="31561" y="35552"/>
                </a:cubicBezTo>
                <a:cubicBezTo>
                  <a:pt x="32814" y="33848"/>
                  <a:pt x="33105" y="32027"/>
                  <a:pt x="32362" y="30090"/>
                </a:cubicBezTo>
                <a:cubicBezTo>
                  <a:pt x="31619" y="28328"/>
                  <a:pt x="30483" y="27192"/>
                  <a:pt x="28896" y="26682"/>
                </a:cubicBezTo>
                <a:cubicBezTo>
                  <a:pt x="27352" y="26230"/>
                  <a:pt x="24337" y="26347"/>
                  <a:pt x="19910" y="27032"/>
                </a:cubicBezTo>
                <a:lnTo>
                  <a:pt x="17404" y="27425"/>
                </a:lnTo>
                <a:cubicBezTo>
                  <a:pt x="13021" y="28168"/>
                  <a:pt x="9554" y="27993"/>
                  <a:pt x="7049" y="26915"/>
                </a:cubicBezTo>
                <a:cubicBezTo>
                  <a:pt x="4544" y="25881"/>
                  <a:pt x="2665" y="23784"/>
                  <a:pt x="1471" y="20652"/>
                </a:cubicBezTo>
                <a:cubicBezTo>
                  <a:pt x="0" y="16895"/>
                  <a:pt x="160" y="13487"/>
                  <a:pt x="2039" y="10414"/>
                </a:cubicBezTo>
                <a:cubicBezTo>
                  <a:pt x="3918" y="7282"/>
                  <a:pt x="7326" y="4777"/>
                  <a:pt x="12220" y="2840"/>
                </a:cubicBezTo>
                <a:cubicBezTo>
                  <a:pt x="14666" y="1879"/>
                  <a:pt x="16997" y="1194"/>
                  <a:pt x="19283" y="685"/>
                </a:cubicBezTo>
                <a:cubicBezTo>
                  <a:pt x="21555" y="233"/>
                  <a:pt x="23769" y="0"/>
                  <a:pt x="25823" y="0"/>
                </a:cubicBezTo>
                <a:close/>
                <a:moveTo>
                  <a:pt x="258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D13CD-9A88-4F0B-A624-509B89AF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59" y="4628196"/>
            <a:ext cx="41698" cy="46766"/>
          </a:xfrm>
          <a:custGeom xmlns:a="http://schemas.openxmlformats.org/drawingml/2006/main">
            <a:pathLst>
              <a:path w="41698" h="46766">
                <a:moveTo>
                  <a:pt x="27192" y="117"/>
                </a:moveTo>
                <a:lnTo>
                  <a:pt x="29639" y="6321"/>
                </a:lnTo>
                <a:cubicBezTo>
                  <a:pt x="27366" y="5986"/>
                  <a:pt x="25211" y="5986"/>
                  <a:pt x="23099" y="6146"/>
                </a:cubicBezTo>
                <a:cubicBezTo>
                  <a:pt x="21060" y="6379"/>
                  <a:pt x="19065" y="6889"/>
                  <a:pt x="17186" y="7632"/>
                </a:cubicBezTo>
                <a:cubicBezTo>
                  <a:pt x="12919" y="9278"/>
                  <a:pt x="10137" y="11957"/>
                  <a:pt x="8826" y="15598"/>
                </a:cubicBezTo>
                <a:cubicBezTo>
                  <a:pt x="7515" y="19240"/>
                  <a:pt x="7792" y="23449"/>
                  <a:pt x="9729" y="28342"/>
                </a:cubicBezTo>
                <a:cubicBezTo>
                  <a:pt x="11666" y="33236"/>
                  <a:pt x="14346" y="36586"/>
                  <a:pt x="17754" y="38348"/>
                </a:cubicBezTo>
                <a:cubicBezTo>
                  <a:pt x="21162" y="40169"/>
                  <a:pt x="24978" y="40169"/>
                  <a:pt x="29304" y="38523"/>
                </a:cubicBezTo>
                <a:cubicBezTo>
                  <a:pt x="31182" y="37780"/>
                  <a:pt x="32945" y="36761"/>
                  <a:pt x="34649" y="35508"/>
                </a:cubicBezTo>
                <a:cubicBezTo>
                  <a:pt x="36294" y="34314"/>
                  <a:pt x="37897" y="32770"/>
                  <a:pt x="39309" y="31008"/>
                </a:cubicBezTo>
                <a:lnTo>
                  <a:pt x="41698" y="37096"/>
                </a:lnTo>
                <a:cubicBezTo>
                  <a:pt x="40227" y="38698"/>
                  <a:pt x="38581" y="40052"/>
                  <a:pt x="36761" y="41261"/>
                </a:cubicBezTo>
                <a:cubicBezTo>
                  <a:pt x="34998" y="42499"/>
                  <a:pt x="32945" y="43533"/>
                  <a:pt x="30731" y="44378"/>
                </a:cubicBezTo>
                <a:cubicBezTo>
                  <a:pt x="24701" y="46766"/>
                  <a:pt x="19181" y="46723"/>
                  <a:pt x="14113" y="44319"/>
                </a:cubicBezTo>
                <a:cubicBezTo>
                  <a:pt x="9103" y="41931"/>
                  <a:pt x="5287" y="37503"/>
                  <a:pt x="2796" y="31066"/>
                </a:cubicBezTo>
                <a:cubicBezTo>
                  <a:pt x="233" y="24526"/>
                  <a:pt x="0" y="18730"/>
                  <a:pt x="2170" y="13545"/>
                </a:cubicBezTo>
                <a:cubicBezTo>
                  <a:pt x="4267" y="8433"/>
                  <a:pt x="8418" y="4617"/>
                  <a:pt x="14681" y="2170"/>
                </a:cubicBezTo>
                <a:cubicBezTo>
                  <a:pt x="16734" y="1369"/>
                  <a:pt x="18774" y="801"/>
                  <a:pt x="20885" y="466"/>
                </a:cubicBezTo>
                <a:cubicBezTo>
                  <a:pt x="22983" y="117"/>
                  <a:pt x="25094" y="0"/>
                  <a:pt x="27192" y="117"/>
                </a:cubicBezTo>
                <a:close/>
                <a:moveTo>
                  <a:pt x="27192" y="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728A7-E537-47AB-9837-DC2AA117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70" y="4613020"/>
            <a:ext cx="42674" cy="46533"/>
          </a:xfrm>
          <a:custGeom xmlns:a="http://schemas.openxmlformats.org/drawingml/2006/main">
            <a:pathLst>
              <a:path w="42674" h="46533">
                <a:moveTo>
                  <a:pt x="15249" y="7850"/>
                </a:moveTo>
                <a:cubicBezTo>
                  <a:pt x="11724" y="9205"/>
                  <a:pt x="9496" y="11652"/>
                  <a:pt x="8535" y="15234"/>
                </a:cubicBezTo>
                <a:cubicBezTo>
                  <a:pt x="7573" y="18774"/>
                  <a:pt x="8025" y="22983"/>
                  <a:pt x="9904" y="27760"/>
                </a:cubicBezTo>
                <a:cubicBezTo>
                  <a:pt x="11783" y="32537"/>
                  <a:pt x="14288" y="35945"/>
                  <a:pt x="17361" y="37882"/>
                </a:cubicBezTo>
                <a:cubicBezTo>
                  <a:pt x="20478" y="39819"/>
                  <a:pt x="23842" y="40096"/>
                  <a:pt x="27366" y="38741"/>
                </a:cubicBezTo>
                <a:cubicBezTo>
                  <a:pt x="30891" y="37372"/>
                  <a:pt x="33119" y="34867"/>
                  <a:pt x="34081" y="31343"/>
                </a:cubicBezTo>
                <a:cubicBezTo>
                  <a:pt x="35042" y="27760"/>
                  <a:pt x="34590" y="23551"/>
                  <a:pt x="32712" y="18817"/>
                </a:cubicBezTo>
                <a:cubicBezTo>
                  <a:pt x="30891" y="14040"/>
                  <a:pt x="28386" y="10690"/>
                  <a:pt x="25211" y="8753"/>
                </a:cubicBezTo>
                <a:cubicBezTo>
                  <a:pt x="22080" y="6758"/>
                  <a:pt x="18774" y="6481"/>
                  <a:pt x="15249" y="7850"/>
                </a:cubicBezTo>
                <a:close/>
                <a:moveTo>
                  <a:pt x="13093" y="2272"/>
                </a:moveTo>
                <a:cubicBezTo>
                  <a:pt x="18774" y="0"/>
                  <a:pt x="24017" y="102"/>
                  <a:pt x="28736" y="2549"/>
                </a:cubicBezTo>
                <a:cubicBezTo>
                  <a:pt x="33454" y="4996"/>
                  <a:pt x="37154" y="9496"/>
                  <a:pt x="39717" y="16094"/>
                </a:cubicBezTo>
                <a:cubicBezTo>
                  <a:pt x="42266" y="22633"/>
                  <a:pt x="42674" y="28386"/>
                  <a:pt x="40853" y="33440"/>
                </a:cubicBezTo>
                <a:cubicBezTo>
                  <a:pt x="39033" y="38450"/>
                  <a:pt x="35275" y="42033"/>
                  <a:pt x="29580" y="44305"/>
                </a:cubicBezTo>
                <a:cubicBezTo>
                  <a:pt x="23842" y="46533"/>
                  <a:pt x="18599" y="46475"/>
                  <a:pt x="13880" y="44028"/>
                </a:cubicBezTo>
                <a:cubicBezTo>
                  <a:pt x="9161" y="41523"/>
                  <a:pt x="5520" y="37023"/>
                  <a:pt x="2957" y="30483"/>
                </a:cubicBezTo>
                <a:cubicBezTo>
                  <a:pt x="350" y="23886"/>
                  <a:pt x="0" y="18147"/>
                  <a:pt x="1762" y="13137"/>
                </a:cubicBezTo>
                <a:cubicBezTo>
                  <a:pt x="3583" y="8127"/>
                  <a:pt x="7340" y="4486"/>
                  <a:pt x="13093" y="2272"/>
                </a:cubicBezTo>
                <a:close/>
                <a:moveTo>
                  <a:pt x="13093" y="22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14C52-2704-4D69-88F1-90F166A9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368" y="4591334"/>
            <a:ext cx="39659" cy="49446"/>
          </a:xfrm>
          <a:custGeom xmlns:a="http://schemas.openxmlformats.org/drawingml/2006/main">
            <a:pathLst>
              <a:path w="39659" h="49446">
                <a:moveTo>
                  <a:pt x="0" y="15249"/>
                </a:moveTo>
                <a:lnTo>
                  <a:pt x="7005" y="12525"/>
                </a:lnTo>
                <a:lnTo>
                  <a:pt x="32668" y="41246"/>
                </a:lnTo>
                <a:lnTo>
                  <a:pt x="32042" y="2738"/>
                </a:lnTo>
                <a:lnTo>
                  <a:pt x="38974" y="0"/>
                </a:lnTo>
                <a:lnTo>
                  <a:pt x="39659" y="45922"/>
                </a:lnTo>
                <a:lnTo>
                  <a:pt x="30731" y="49446"/>
                </a:lnTo>
                <a:lnTo>
                  <a:pt x="0" y="15249"/>
                </a:lnTo>
                <a:close/>
                <a:moveTo>
                  <a:pt x="0" y="152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31ABB-1C72-4FAC-AD11-6E7184EA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32" y="4578138"/>
            <a:ext cx="45339" cy="46315"/>
          </a:xfrm>
          <a:custGeom xmlns:a="http://schemas.openxmlformats.org/drawingml/2006/main">
            <a:pathLst>
              <a:path w="45339" h="46315">
                <a:moveTo>
                  <a:pt x="39193" y="14564"/>
                </a:moveTo>
                <a:lnTo>
                  <a:pt x="40445" y="17812"/>
                </a:lnTo>
                <a:lnTo>
                  <a:pt x="10181" y="29639"/>
                </a:lnTo>
                <a:cubicBezTo>
                  <a:pt x="12220" y="34081"/>
                  <a:pt x="14958" y="36979"/>
                  <a:pt x="18307" y="38406"/>
                </a:cubicBezTo>
                <a:cubicBezTo>
                  <a:pt x="21730" y="39819"/>
                  <a:pt x="25590" y="39659"/>
                  <a:pt x="29915" y="37940"/>
                </a:cubicBezTo>
                <a:cubicBezTo>
                  <a:pt x="32479" y="36979"/>
                  <a:pt x="34809" y="35726"/>
                  <a:pt x="36921" y="34139"/>
                </a:cubicBezTo>
                <a:cubicBezTo>
                  <a:pt x="39018" y="32595"/>
                  <a:pt x="41013" y="30775"/>
                  <a:pt x="42892" y="28619"/>
                </a:cubicBezTo>
                <a:lnTo>
                  <a:pt x="45339" y="34823"/>
                </a:lnTo>
                <a:cubicBezTo>
                  <a:pt x="43344" y="36746"/>
                  <a:pt x="41246" y="38465"/>
                  <a:pt x="38960" y="39936"/>
                </a:cubicBezTo>
                <a:cubicBezTo>
                  <a:pt x="36688" y="41479"/>
                  <a:pt x="34299" y="42674"/>
                  <a:pt x="31736" y="43693"/>
                </a:cubicBezTo>
                <a:cubicBezTo>
                  <a:pt x="25371" y="46198"/>
                  <a:pt x="19560" y="46315"/>
                  <a:pt x="14390" y="44086"/>
                </a:cubicBezTo>
                <a:cubicBezTo>
                  <a:pt x="9146" y="41814"/>
                  <a:pt x="5345" y="37489"/>
                  <a:pt x="2840" y="31182"/>
                </a:cubicBezTo>
                <a:cubicBezTo>
                  <a:pt x="277" y="24628"/>
                  <a:pt x="0" y="18715"/>
                  <a:pt x="2039" y="13487"/>
                </a:cubicBezTo>
                <a:cubicBezTo>
                  <a:pt x="4093" y="8243"/>
                  <a:pt x="8069" y="4442"/>
                  <a:pt x="14098" y="2112"/>
                </a:cubicBezTo>
                <a:cubicBezTo>
                  <a:pt x="19502" y="0"/>
                  <a:pt x="24454" y="58"/>
                  <a:pt x="28954" y="2272"/>
                </a:cubicBezTo>
                <a:cubicBezTo>
                  <a:pt x="33440" y="4559"/>
                  <a:pt x="36862" y="8651"/>
                  <a:pt x="39193" y="14564"/>
                </a:cubicBezTo>
                <a:close/>
                <a:moveTo>
                  <a:pt x="31852" y="15249"/>
                </a:moveTo>
                <a:cubicBezTo>
                  <a:pt x="30367" y="11666"/>
                  <a:pt x="28269" y="9161"/>
                  <a:pt x="25429" y="7792"/>
                </a:cubicBezTo>
                <a:cubicBezTo>
                  <a:pt x="22633" y="6423"/>
                  <a:pt x="19618" y="6365"/>
                  <a:pt x="16385" y="7617"/>
                </a:cubicBezTo>
                <a:cubicBezTo>
                  <a:pt x="12686" y="9103"/>
                  <a:pt x="10181" y="11258"/>
                  <a:pt x="8753" y="14229"/>
                </a:cubicBezTo>
                <a:cubicBezTo>
                  <a:pt x="7384" y="17128"/>
                  <a:pt x="7282" y="20536"/>
                  <a:pt x="8418" y="24468"/>
                </a:cubicBezTo>
                <a:lnTo>
                  <a:pt x="31852" y="15249"/>
                </a:lnTo>
                <a:close/>
                <a:moveTo>
                  <a:pt x="31852" y="152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DC99C-25A2-48AC-8429-0BE8910B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31" y="4560443"/>
            <a:ext cx="25881" cy="49839"/>
          </a:xfrm>
          <a:custGeom xmlns:a="http://schemas.openxmlformats.org/drawingml/2006/main">
            <a:pathLst>
              <a:path w="25881" h="49839">
                <a:moveTo>
                  <a:pt x="25881" y="6714"/>
                </a:moveTo>
                <a:cubicBezTo>
                  <a:pt x="24963" y="6598"/>
                  <a:pt x="24060" y="6598"/>
                  <a:pt x="23085" y="6714"/>
                </a:cubicBezTo>
                <a:cubicBezTo>
                  <a:pt x="22123" y="6889"/>
                  <a:pt x="21162" y="7107"/>
                  <a:pt x="20070" y="7573"/>
                </a:cubicBezTo>
                <a:cubicBezTo>
                  <a:pt x="16370" y="8986"/>
                  <a:pt x="13982" y="11331"/>
                  <a:pt x="12962" y="14506"/>
                </a:cubicBezTo>
                <a:cubicBezTo>
                  <a:pt x="11885" y="17754"/>
                  <a:pt x="12278" y="21570"/>
                  <a:pt x="14040" y="26114"/>
                </a:cubicBezTo>
                <a:lnTo>
                  <a:pt x="22298" y="47218"/>
                </a:lnTo>
                <a:lnTo>
                  <a:pt x="15700" y="49839"/>
                </a:lnTo>
                <a:lnTo>
                  <a:pt x="0" y="9787"/>
                </a:lnTo>
                <a:lnTo>
                  <a:pt x="6656" y="7166"/>
                </a:lnTo>
                <a:lnTo>
                  <a:pt x="9044" y="13370"/>
                </a:lnTo>
                <a:cubicBezTo>
                  <a:pt x="9496" y="10414"/>
                  <a:pt x="10574" y="7908"/>
                  <a:pt x="12336" y="5855"/>
                </a:cubicBezTo>
                <a:cubicBezTo>
                  <a:pt x="14098" y="3816"/>
                  <a:pt x="16545" y="2170"/>
                  <a:pt x="19735" y="918"/>
                </a:cubicBezTo>
                <a:cubicBezTo>
                  <a:pt x="20186" y="743"/>
                  <a:pt x="20696" y="568"/>
                  <a:pt x="21264" y="451"/>
                </a:cubicBezTo>
                <a:cubicBezTo>
                  <a:pt x="21847" y="291"/>
                  <a:pt x="22458" y="117"/>
                  <a:pt x="23201" y="0"/>
                </a:cubicBezTo>
                <a:lnTo>
                  <a:pt x="25881" y="6714"/>
                </a:lnTo>
                <a:close/>
                <a:moveTo>
                  <a:pt x="25881" y="67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83344-9AE8-40B6-A145-F743061D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79" y="4544859"/>
            <a:ext cx="38974" cy="69181"/>
          </a:xfrm>
          <a:custGeom xmlns:a="http://schemas.openxmlformats.org/drawingml/2006/main">
            <a:pathLst>
              <a:path w="38974" h="69181">
                <a:moveTo>
                  <a:pt x="38523" y="50684"/>
                </a:moveTo>
                <a:cubicBezTo>
                  <a:pt x="38581" y="56146"/>
                  <a:pt x="37955" y="60020"/>
                  <a:pt x="36761" y="62117"/>
                </a:cubicBezTo>
                <a:cubicBezTo>
                  <a:pt x="35566" y="64287"/>
                  <a:pt x="33513" y="65933"/>
                  <a:pt x="30556" y="67069"/>
                </a:cubicBezTo>
                <a:lnTo>
                  <a:pt x="25269" y="69181"/>
                </a:lnTo>
                <a:lnTo>
                  <a:pt x="23099" y="63661"/>
                </a:lnTo>
                <a:lnTo>
                  <a:pt x="26973" y="62117"/>
                </a:lnTo>
                <a:cubicBezTo>
                  <a:pt x="28794" y="61447"/>
                  <a:pt x="30046" y="60471"/>
                  <a:pt x="30673" y="59219"/>
                </a:cubicBezTo>
                <a:cubicBezTo>
                  <a:pt x="31357" y="57966"/>
                  <a:pt x="31692" y="55461"/>
                  <a:pt x="31634" y="51820"/>
                </a:cubicBezTo>
                <a:lnTo>
                  <a:pt x="31634" y="48354"/>
                </a:lnTo>
                <a:lnTo>
                  <a:pt x="0" y="15307"/>
                </a:lnTo>
                <a:lnTo>
                  <a:pt x="7005" y="12569"/>
                </a:lnTo>
                <a:lnTo>
                  <a:pt x="31750" y="38974"/>
                </a:lnTo>
                <a:lnTo>
                  <a:pt x="32027" y="2724"/>
                </a:lnTo>
                <a:lnTo>
                  <a:pt x="38974" y="0"/>
                </a:lnTo>
                <a:lnTo>
                  <a:pt x="38523" y="50684"/>
                </a:lnTo>
                <a:close/>
                <a:moveTo>
                  <a:pt x="38523" y="506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005F2-1F11-4DCE-ADC6-D180EC20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77" y="4573070"/>
            <a:ext cx="11084" cy="12016"/>
          </a:xfrm>
          <a:custGeom xmlns:a="http://schemas.openxmlformats.org/drawingml/2006/main">
            <a:pathLst>
              <a:path w="11084" h="12016">
                <a:moveTo>
                  <a:pt x="0" y="2957"/>
                </a:moveTo>
                <a:lnTo>
                  <a:pt x="7559" y="0"/>
                </a:lnTo>
                <a:lnTo>
                  <a:pt x="11084" y="9044"/>
                </a:lnTo>
                <a:lnTo>
                  <a:pt x="3525" y="12016"/>
                </a:lnTo>
                <a:lnTo>
                  <a:pt x="0" y="2957"/>
                </a:lnTo>
                <a:close/>
                <a:moveTo>
                  <a:pt x="0" y="29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A8DE9-4133-4870-BC7F-3712253D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69" y="4514245"/>
            <a:ext cx="49504" cy="64579"/>
          </a:xfrm>
          <a:custGeom xmlns:a="http://schemas.openxmlformats.org/drawingml/2006/main">
            <a:pathLst>
              <a:path w="49504" h="64579">
                <a:moveTo>
                  <a:pt x="6889" y="8710"/>
                </a:moveTo>
                <a:lnTo>
                  <a:pt x="7515" y="39149"/>
                </a:lnTo>
                <a:lnTo>
                  <a:pt x="27148" y="31415"/>
                </a:lnTo>
                <a:lnTo>
                  <a:pt x="6889" y="8710"/>
                </a:lnTo>
                <a:close/>
                <a:moveTo>
                  <a:pt x="0" y="3190"/>
                </a:moveTo>
                <a:lnTo>
                  <a:pt x="8200" y="0"/>
                </a:lnTo>
                <a:lnTo>
                  <a:pt x="49504" y="45397"/>
                </a:lnTo>
                <a:lnTo>
                  <a:pt x="41989" y="48368"/>
                </a:lnTo>
                <a:lnTo>
                  <a:pt x="31750" y="36527"/>
                </a:lnTo>
                <a:lnTo>
                  <a:pt x="7690" y="45980"/>
                </a:lnTo>
                <a:lnTo>
                  <a:pt x="8200" y="61564"/>
                </a:lnTo>
                <a:lnTo>
                  <a:pt x="568" y="64579"/>
                </a:lnTo>
                <a:lnTo>
                  <a:pt x="0" y="3190"/>
                </a:lnTo>
                <a:close/>
                <a:moveTo>
                  <a:pt x="0" y="31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B7773-EE72-4DE9-8649-E9CBA7FA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91" y="4492398"/>
            <a:ext cx="51034" cy="62641"/>
          </a:xfrm>
          <a:custGeom xmlns:a="http://schemas.openxmlformats.org/drawingml/2006/main">
            <a:pathLst>
              <a:path w="51034" h="62641">
                <a:moveTo>
                  <a:pt x="31299" y="0"/>
                </a:moveTo>
                <a:lnTo>
                  <a:pt x="34081" y="7064"/>
                </a:lnTo>
                <a:cubicBezTo>
                  <a:pt x="30833" y="6831"/>
                  <a:pt x="27876" y="6831"/>
                  <a:pt x="25153" y="7166"/>
                </a:cubicBezTo>
                <a:cubicBezTo>
                  <a:pt x="22473" y="7457"/>
                  <a:pt x="20026" y="8083"/>
                  <a:pt x="17754" y="8943"/>
                </a:cubicBezTo>
                <a:cubicBezTo>
                  <a:pt x="13822" y="10472"/>
                  <a:pt x="11098" y="12467"/>
                  <a:pt x="9554" y="14797"/>
                </a:cubicBezTo>
                <a:cubicBezTo>
                  <a:pt x="8025" y="17186"/>
                  <a:pt x="7792" y="19749"/>
                  <a:pt x="8884" y="22589"/>
                </a:cubicBezTo>
                <a:cubicBezTo>
                  <a:pt x="9846" y="24920"/>
                  <a:pt x="11215" y="26463"/>
                  <a:pt x="13152" y="27090"/>
                </a:cubicBezTo>
                <a:cubicBezTo>
                  <a:pt x="15016" y="27774"/>
                  <a:pt x="18089" y="27658"/>
                  <a:pt x="22298" y="26857"/>
                </a:cubicBezTo>
                <a:lnTo>
                  <a:pt x="27032" y="25997"/>
                </a:lnTo>
                <a:cubicBezTo>
                  <a:pt x="32828" y="24920"/>
                  <a:pt x="37489" y="25211"/>
                  <a:pt x="41086" y="26798"/>
                </a:cubicBezTo>
                <a:cubicBezTo>
                  <a:pt x="44669" y="28342"/>
                  <a:pt x="47276" y="31299"/>
                  <a:pt x="48995" y="35683"/>
                </a:cubicBezTo>
                <a:cubicBezTo>
                  <a:pt x="51034" y="40853"/>
                  <a:pt x="50801" y="45397"/>
                  <a:pt x="48412" y="49446"/>
                </a:cubicBezTo>
                <a:cubicBezTo>
                  <a:pt x="45965" y="53480"/>
                  <a:pt x="41421" y="56845"/>
                  <a:pt x="34707" y="59452"/>
                </a:cubicBezTo>
                <a:cubicBezTo>
                  <a:pt x="32202" y="60428"/>
                  <a:pt x="29420" y="61214"/>
                  <a:pt x="26347" y="61738"/>
                </a:cubicBezTo>
                <a:cubicBezTo>
                  <a:pt x="23274" y="62306"/>
                  <a:pt x="19968" y="62583"/>
                  <a:pt x="16501" y="62641"/>
                </a:cubicBezTo>
                <a:lnTo>
                  <a:pt x="13603" y="55243"/>
                </a:lnTo>
                <a:cubicBezTo>
                  <a:pt x="17128" y="55694"/>
                  <a:pt x="20478" y="55811"/>
                  <a:pt x="23667" y="55592"/>
                </a:cubicBezTo>
                <a:cubicBezTo>
                  <a:pt x="26798" y="55301"/>
                  <a:pt x="29697" y="54616"/>
                  <a:pt x="32435" y="53597"/>
                </a:cubicBezTo>
                <a:cubicBezTo>
                  <a:pt x="36527" y="51951"/>
                  <a:pt x="39426" y="49898"/>
                  <a:pt x="41028" y="47393"/>
                </a:cubicBezTo>
                <a:cubicBezTo>
                  <a:pt x="42615" y="44887"/>
                  <a:pt x="42848" y="42164"/>
                  <a:pt x="41654" y="39149"/>
                </a:cubicBezTo>
                <a:cubicBezTo>
                  <a:pt x="40620" y="36527"/>
                  <a:pt x="39033" y="34765"/>
                  <a:pt x="36862" y="33964"/>
                </a:cubicBezTo>
                <a:cubicBezTo>
                  <a:pt x="34649" y="33119"/>
                  <a:pt x="31576" y="33003"/>
                  <a:pt x="27600" y="33746"/>
                </a:cubicBezTo>
                <a:lnTo>
                  <a:pt x="22881" y="34590"/>
                </a:lnTo>
                <a:cubicBezTo>
                  <a:pt x="17069" y="35625"/>
                  <a:pt x="12525" y="35508"/>
                  <a:pt x="9219" y="34139"/>
                </a:cubicBezTo>
                <a:cubicBezTo>
                  <a:pt x="5913" y="32770"/>
                  <a:pt x="3466" y="30105"/>
                  <a:pt x="1879" y="25997"/>
                </a:cubicBezTo>
                <a:cubicBezTo>
                  <a:pt x="0" y="21279"/>
                  <a:pt x="233" y="16895"/>
                  <a:pt x="2505" y="12860"/>
                </a:cubicBezTo>
                <a:cubicBezTo>
                  <a:pt x="4719" y="8884"/>
                  <a:pt x="8768" y="5695"/>
                  <a:pt x="14623" y="3423"/>
                </a:cubicBezTo>
                <a:cubicBezTo>
                  <a:pt x="17128" y="2447"/>
                  <a:pt x="19808" y="1660"/>
                  <a:pt x="22531" y="1078"/>
                </a:cubicBezTo>
                <a:cubicBezTo>
                  <a:pt x="25313" y="510"/>
                  <a:pt x="28226" y="175"/>
                  <a:pt x="31299" y="0"/>
                </a:cubicBezTo>
                <a:close/>
                <a:moveTo>
                  <a:pt x="312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59D10-FB4B-4718-84CC-18744BE7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12" y="4482159"/>
            <a:ext cx="54107" cy="56219"/>
          </a:xfrm>
          <a:custGeom xmlns:a="http://schemas.openxmlformats.org/drawingml/2006/main">
            <a:pathLst>
              <a:path w="54107" h="56219">
                <a:moveTo>
                  <a:pt x="0" y="2840"/>
                </a:moveTo>
                <a:lnTo>
                  <a:pt x="7224" y="0"/>
                </a:lnTo>
                <a:lnTo>
                  <a:pt x="25764" y="47276"/>
                </a:lnTo>
                <a:lnTo>
                  <a:pt x="51776" y="37096"/>
                </a:lnTo>
                <a:lnTo>
                  <a:pt x="54107" y="43183"/>
                </a:lnTo>
                <a:lnTo>
                  <a:pt x="20929" y="56219"/>
                </a:lnTo>
                <a:lnTo>
                  <a:pt x="0" y="2840"/>
                </a:lnTo>
                <a:close/>
                <a:moveTo>
                  <a:pt x="0" y="28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CD869-4FF2-44D5-A6DA-DBEE52D0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16" y="4459745"/>
            <a:ext cx="49446" cy="64579"/>
          </a:xfrm>
          <a:custGeom xmlns:a="http://schemas.openxmlformats.org/drawingml/2006/main">
            <a:pathLst>
              <a:path w="49446" h="64579">
                <a:moveTo>
                  <a:pt x="6889" y="8710"/>
                </a:moveTo>
                <a:lnTo>
                  <a:pt x="7457" y="39149"/>
                </a:lnTo>
                <a:lnTo>
                  <a:pt x="27090" y="31401"/>
                </a:lnTo>
                <a:lnTo>
                  <a:pt x="6889" y="8710"/>
                </a:lnTo>
                <a:close/>
                <a:moveTo>
                  <a:pt x="0" y="3190"/>
                </a:moveTo>
                <a:lnTo>
                  <a:pt x="8200" y="0"/>
                </a:lnTo>
                <a:lnTo>
                  <a:pt x="49446" y="45397"/>
                </a:lnTo>
                <a:lnTo>
                  <a:pt x="41931" y="48354"/>
                </a:lnTo>
                <a:lnTo>
                  <a:pt x="31692" y="36586"/>
                </a:lnTo>
                <a:lnTo>
                  <a:pt x="7632" y="45965"/>
                </a:lnTo>
                <a:lnTo>
                  <a:pt x="8141" y="61622"/>
                </a:lnTo>
                <a:lnTo>
                  <a:pt x="510" y="64579"/>
                </a:lnTo>
                <a:lnTo>
                  <a:pt x="0" y="3190"/>
                </a:lnTo>
                <a:close/>
                <a:moveTo>
                  <a:pt x="0" y="31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8800F-0715-4E96-A6DF-B196BF3B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43" y="4451778"/>
            <a:ext cx="46591" cy="65773"/>
          </a:xfrm>
          <a:custGeom xmlns:a="http://schemas.openxmlformats.org/drawingml/2006/main">
            <a:pathLst>
              <a:path w="46591" h="65773">
                <a:moveTo>
                  <a:pt x="19910" y="41931"/>
                </a:moveTo>
                <a:lnTo>
                  <a:pt x="28269" y="63151"/>
                </a:lnTo>
                <a:lnTo>
                  <a:pt x="21672" y="65773"/>
                </a:lnTo>
                <a:lnTo>
                  <a:pt x="0" y="10472"/>
                </a:lnTo>
                <a:lnTo>
                  <a:pt x="6598" y="7908"/>
                </a:lnTo>
                <a:lnTo>
                  <a:pt x="8986" y="13938"/>
                </a:lnTo>
                <a:cubicBezTo>
                  <a:pt x="9438" y="11040"/>
                  <a:pt x="10457" y="8593"/>
                  <a:pt x="12118" y="6598"/>
                </a:cubicBezTo>
                <a:cubicBezTo>
                  <a:pt x="13822" y="4617"/>
                  <a:pt x="16094" y="3073"/>
                  <a:pt x="18992" y="1937"/>
                </a:cubicBezTo>
                <a:cubicBezTo>
                  <a:pt x="23886" y="0"/>
                  <a:pt x="28604" y="408"/>
                  <a:pt x="33163" y="3073"/>
                </a:cubicBezTo>
                <a:cubicBezTo>
                  <a:pt x="37722" y="5695"/>
                  <a:pt x="41188" y="10181"/>
                  <a:pt x="43693" y="16501"/>
                </a:cubicBezTo>
                <a:cubicBezTo>
                  <a:pt x="46140" y="22764"/>
                  <a:pt x="46591" y="28444"/>
                  <a:pt x="45106" y="33513"/>
                </a:cubicBezTo>
                <a:cubicBezTo>
                  <a:pt x="43577" y="38581"/>
                  <a:pt x="40387" y="42047"/>
                  <a:pt x="35493" y="43984"/>
                </a:cubicBezTo>
                <a:cubicBezTo>
                  <a:pt x="32595" y="45120"/>
                  <a:pt x="29813" y="45514"/>
                  <a:pt x="27250" y="45179"/>
                </a:cubicBezTo>
                <a:cubicBezTo>
                  <a:pt x="24687" y="44829"/>
                  <a:pt x="22240" y="43751"/>
                  <a:pt x="19910" y="41931"/>
                </a:cubicBezTo>
                <a:close/>
                <a:moveTo>
                  <a:pt x="36862" y="19181"/>
                </a:moveTo>
                <a:cubicBezTo>
                  <a:pt x="34925" y="14346"/>
                  <a:pt x="32479" y="10923"/>
                  <a:pt x="29406" y="8928"/>
                </a:cubicBezTo>
                <a:cubicBezTo>
                  <a:pt x="26332" y="7005"/>
                  <a:pt x="23041" y="6656"/>
                  <a:pt x="19560" y="8025"/>
                </a:cubicBezTo>
                <a:cubicBezTo>
                  <a:pt x="16094" y="9394"/>
                  <a:pt x="13880" y="11841"/>
                  <a:pt x="12962" y="15365"/>
                </a:cubicBezTo>
                <a:cubicBezTo>
                  <a:pt x="12059" y="18948"/>
                  <a:pt x="12569" y="23099"/>
                  <a:pt x="14448" y="27935"/>
                </a:cubicBezTo>
                <a:cubicBezTo>
                  <a:pt x="16327" y="32770"/>
                  <a:pt x="18832" y="36193"/>
                  <a:pt x="21905" y="38173"/>
                </a:cubicBezTo>
                <a:cubicBezTo>
                  <a:pt x="24963" y="40110"/>
                  <a:pt x="28269" y="40460"/>
                  <a:pt x="31736" y="39091"/>
                </a:cubicBezTo>
                <a:cubicBezTo>
                  <a:pt x="35217" y="37722"/>
                  <a:pt x="37430" y="35275"/>
                  <a:pt x="38333" y="31750"/>
                </a:cubicBezTo>
                <a:cubicBezTo>
                  <a:pt x="39251" y="28168"/>
                  <a:pt x="38741" y="24017"/>
                  <a:pt x="36862" y="19181"/>
                </a:cubicBezTo>
                <a:close/>
                <a:moveTo>
                  <a:pt x="36862" y="191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42917-CB79-4A61-8D14-B1B78A23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8" y="4433572"/>
            <a:ext cx="46591" cy="65715"/>
          </a:xfrm>
          <a:custGeom xmlns:a="http://schemas.openxmlformats.org/drawingml/2006/main">
            <a:pathLst>
              <a:path w="46591" h="65715">
                <a:moveTo>
                  <a:pt x="19910" y="41931"/>
                </a:moveTo>
                <a:lnTo>
                  <a:pt x="28269" y="63151"/>
                </a:lnTo>
                <a:lnTo>
                  <a:pt x="21672" y="65715"/>
                </a:lnTo>
                <a:lnTo>
                  <a:pt x="0" y="10472"/>
                </a:lnTo>
                <a:lnTo>
                  <a:pt x="6598" y="7850"/>
                </a:lnTo>
                <a:lnTo>
                  <a:pt x="8986" y="13938"/>
                </a:lnTo>
                <a:cubicBezTo>
                  <a:pt x="9452" y="11040"/>
                  <a:pt x="10472" y="8593"/>
                  <a:pt x="12118" y="6598"/>
                </a:cubicBezTo>
                <a:cubicBezTo>
                  <a:pt x="13822" y="4617"/>
                  <a:pt x="16108" y="3015"/>
                  <a:pt x="19007" y="1879"/>
                </a:cubicBezTo>
                <a:cubicBezTo>
                  <a:pt x="23900" y="0"/>
                  <a:pt x="28619" y="350"/>
                  <a:pt x="33163" y="3015"/>
                </a:cubicBezTo>
                <a:cubicBezTo>
                  <a:pt x="37722" y="5695"/>
                  <a:pt x="41188" y="10181"/>
                  <a:pt x="43693" y="16501"/>
                </a:cubicBezTo>
                <a:cubicBezTo>
                  <a:pt x="46140" y="22764"/>
                  <a:pt x="46591" y="28444"/>
                  <a:pt x="45120" y="33513"/>
                </a:cubicBezTo>
                <a:cubicBezTo>
                  <a:pt x="43577" y="38581"/>
                  <a:pt x="40387" y="42047"/>
                  <a:pt x="35508" y="43926"/>
                </a:cubicBezTo>
                <a:cubicBezTo>
                  <a:pt x="32595" y="45062"/>
                  <a:pt x="29813" y="45514"/>
                  <a:pt x="27250" y="45179"/>
                </a:cubicBezTo>
                <a:cubicBezTo>
                  <a:pt x="24687" y="44829"/>
                  <a:pt x="22240" y="43751"/>
                  <a:pt x="19910" y="41931"/>
                </a:cubicBezTo>
                <a:close/>
                <a:moveTo>
                  <a:pt x="36862" y="19181"/>
                </a:moveTo>
                <a:cubicBezTo>
                  <a:pt x="34940" y="14346"/>
                  <a:pt x="32493" y="10923"/>
                  <a:pt x="29420" y="8928"/>
                </a:cubicBezTo>
                <a:cubicBezTo>
                  <a:pt x="26347" y="6947"/>
                  <a:pt x="23041" y="6656"/>
                  <a:pt x="19575" y="8025"/>
                </a:cubicBezTo>
                <a:cubicBezTo>
                  <a:pt x="16108" y="9394"/>
                  <a:pt x="13880" y="11841"/>
                  <a:pt x="12977" y="15365"/>
                </a:cubicBezTo>
                <a:cubicBezTo>
                  <a:pt x="12059" y="18890"/>
                  <a:pt x="12569" y="23099"/>
                  <a:pt x="14448" y="27935"/>
                </a:cubicBezTo>
                <a:cubicBezTo>
                  <a:pt x="16327" y="32770"/>
                  <a:pt x="18832" y="36193"/>
                  <a:pt x="21905" y="38115"/>
                </a:cubicBezTo>
                <a:cubicBezTo>
                  <a:pt x="24978" y="40110"/>
                  <a:pt x="28269" y="40402"/>
                  <a:pt x="31750" y="39033"/>
                </a:cubicBezTo>
                <a:cubicBezTo>
                  <a:pt x="35217" y="37664"/>
                  <a:pt x="37430" y="35217"/>
                  <a:pt x="38348" y="31692"/>
                </a:cubicBezTo>
                <a:cubicBezTo>
                  <a:pt x="39251" y="28168"/>
                  <a:pt x="38741" y="24017"/>
                  <a:pt x="36862" y="19181"/>
                </a:cubicBezTo>
                <a:close/>
                <a:moveTo>
                  <a:pt x="36862" y="191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69059-8C6F-4D86-AFFA-17BB08D0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875" y="4399040"/>
            <a:ext cx="55359" cy="66618"/>
          </a:xfrm>
          <a:custGeom xmlns:a="http://schemas.openxmlformats.org/drawingml/2006/main">
            <a:pathLst>
              <a:path w="55359" h="66618">
                <a:moveTo>
                  <a:pt x="0" y="13195"/>
                </a:moveTo>
                <a:lnTo>
                  <a:pt x="33746" y="0"/>
                </a:lnTo>
                <a:lnTo>
                  <a:pt x="36134" y="6088"/>
                </a:lnTo>
                <a:lnTo>
                  <a:pt x="9612" y="16501"/>
                </a:lnTo>
                <a:lnTo>
                  <a:pt x="15817" y="32260"/>
                </a:lnTo>
                <a:lnTo>
                  <a:pt x="41246" y="22298"/>
                </a:lnTo>
                <a:lnTo>
                  <a:pt x="43635" y="28386"/>
                </a:lnTo>
                <a:lnTo>
                  <a:pt x="18205" y="38348"/>
                </a:lnTo>
                <a:lnTo>
                  <a:pt x="25779" y="57690"/>
                </a:lnTo>
                <a:lnTo>
                  <a:pt x="52971" y="47058"/>
                </a:lnTo>
                <a:lnTo>
                  <a:pt x="55359" y="53145"/>
                </a:lnTo>
                <a:lnTo>
                  <a:pt x="20944" y="66618"/>
                </a:lnTo>
                <a:lnTo>
                  <a:pt x="0" y="13195"/>
                </a:lnTo>
                <a:close/>
                <a:moveTo>
                  <a:pt x="0" y="131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2941D-5099-4019-98C4-BD8C1ED6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850" y="4387272"/>
            <a:ext cx="74133" cy="60471"/>
          </a:xfrm>
          <a:custGeom xmlns:a="http://schemas.openxmlformats.org/drawingml/2006/main">
            <a:pathLst>
              <a:path w="74133" h="60471">
                <a:moveTo>
                  <a:pt x="34430" y="15759"/>
                </a:moveTo>
                <a:cubicBezTo>
                  <a:pt x="34940" y="12161"/>
                  <a:pt x="36018" y="9205"/>
                  <a:pt x="37780" y="6933"/>
                </a:cubicBezTo>
                <a:cubicBezTo>
                  <a:pt x="39542" y="4602"/>
                  <a:pt x="41931" y="2840"/>
                  <a:pt x="45004" y="1646"/>
                </a:cubicBezTo>
                <a:cubicBezTo>
                  <a:pt x="49213" y="0"/>
                  <a:pt x="52971" y="218"/>
                  <a:pt x="56379" y="2272"/>
                </a:cubicBezTo>
                <a:cubicBezTo>
                  <a:pt x="59801" y="4253"/>
                  <a:pt x="62583" y="7952"/>
                  <a:pt x="64695" y="13370"/>
                </a:cubicBezTo>
                <a:lnTo>
                  <a:pt x="74133" y="37547"/>
                </a:lnTo>
                <a:lnTo>
                  <a:pt x="67535" y="40096"/>
                </a:lnTo>
                <a:lnTo>
                  <a:pt x="58141" y="16152"/>
                </a:lnTo>
                <a:cubicBezTo>
                  <a:pt x="56670" y="12336"/>
                  <a:pt x="54849" y="9773"/>
                  <a:pt x="52738" y="8418"/>
                </a:cubicBezTo>
                <a:cubicBezTo>
                  <a:pt x="50699" y="7107"/>
                  <a:pt x="48252" y="6991"/>
                  <a:pt x="45455" y="8069"/>
                </a:cubicBezTo>
                <a:cubicBezTo>
                  <a:pt x="42047" y="9438"/>
                  <a:pt x="39775" y="11593"/>
                  <a:pt x="38683" y="14666"/>
                </a:cubicBezTo>
                <a:cubicBezTo>
                  <a:pt x="37605" y="17681"/>
                  <a:pt x="37838" y="21162"/>
                  <a:pt x="39368" y="25080"/>
                </a:cubicBezTo>
                <a:lnTo>
                  <a:pt x="48252" y="47728"/>
                </a:lnTo>
                <a:lnTo>
                  <a:pt x="41596" y="50291"/>
                </a:lnTo>
                <a:lnTo>
                  <a:pt x="32202" y="26332"/>
                </a:lnTo>
                <a:cubicBezTo>
                  <a:pt x="30731" y="22458"/>
                  <a:pt x="28910" y="19910"/>
                  <a:pt x="26857" y="18599"/>
                </a:cubicBezTo>
                <a:cubicBezTo>
                  <a:pt x="24745" y="17288"/>
                  <a:pt x="22313" y="17171"/>
                  <a:pt x="19458" y="18249"/>
                </a:cubicBezTo>
                <a:cubicBezTo>
                  <a:pt x="16108" y="19560"/>
                  <a:pt x="13880" y="21788"/>
                  <a:pt x="12744" y="24861"/>
                </a:cubicBezTo>
                <a:cubicBezTo>
                  <a:pt x="11666" y="27876"/>
                  <a:pt x="11899" y="31343"/>
                  <a:pt x="13428" y="35217"/>
                </a:cubicBezTo>
                <a:lnTo>
                  <a:pt x="22313" y="57850"/>
                </a:lnTo>
                <a:lnTo>
                  <a:pt x="15700" y="60471"/>
                </a:lnTo>
                <a:lnTo>
                  <a:pt x="0" y="20419"/>
                </a:lnTo>
                <a:lnTo>
                  <a:pt x="6598" y="17798"/>
                </a:lnTo>
                <a:lnTo>
                  <a:pt x="9044" y="24060"/>
                </a:lnTo>
                <a:cubicBezTo>
                  <a:pt x="9554" y="20987"/>
                  <a:pt x="10705" y="18482"/>
                  <a:pt x="12292" y="16487"/>
                </a:cubicBezTo>
                <a:cubicBezTo>
                  <a:pt x="13938" y="14506"/>
                  <a:pt x="16225" y="12962"/>
                  <a:pt x="19123" y="11826"/>
                </a:cubicBezTo>
                <a:cubicBezTo>
                  <a:pt x="22021" y="10690"/>
                  <a:pt x="24803" y="10457"/>
                  <a:pt x="27425" y="11142"/>
                </a:cubicBezTo>
                <a:cubicBezTo>
                  <a:pt x="29988" y="11768"/>
                  <a:pt x="32377" y="13370"/>
                  <a:pt x="34430" y="15759"/>
                </a:cubicBezTo>
                <a:close/>
                <a:moveTo>
                  <a:pt x="34430" y="157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643D8-F527-4949-9D51-7E121FD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055" y="4361551"/>
            <a:ext cx="52738" cy="58199"/>
          </a:xfrm>
          <a:custGeom xmlns:a="http://schemas.openxmlformats.org/drawingml/2006/main">
            <a:pathLst>
              <a:path w="52738" h="58199">
                <a:moveTo>
                  <a:pt x="43009" y="26857"/>
                </a:moveTo>
                <a:cubicBezTo>
                  <a:pt x="41072" y="22021"/>
                  <a:pt x="38625" y="18599"/>
                  <a:pt x="35552" y="16662"/>
                </a:cubicBezTo>
                <a:cubicBezTo>
                  <a:pt x="32479" y="14681"/>
                  <a:pt x="29187" y="14390"/>
                  <a:pt x="25706" y="15759"/>
                </a:cubicBezTo>
                <a:cubicBezTo>
                  <a:pt x="22240" y="17128"/>
                  <a:pt x="20026" y="19575"/>
                  <a:pt x="19108" y="23099"/>
                </a:cubicBezTo>
                <a:cubicBezTo>
                  <a:pt x="18205" y="26624"/>
                  <a:pt x="18715" y="30775"/>
                  <a:pt x="20594" y="35610"/>
                </a:cubicBezTo>
                <a:cubicBezTo>
                  <a:pt x="22473" y="40445"/>
                  <a:pt x="24978" y="43868"/>
                  <a:pt x="28051" y="45849"/>
                </a:cubicBezTo>
                <a:cubicBezTo>
                  <a:pt x="31124" y="47844"/>
                  <a:pt x="34416" y="48135"/>
                  <a:pt x="37882" y="46766"/>
                </a:cubicBezTo>
                <a:cubicBezTo>
                  <a:pt x="41363" y="45397"/>
                  <a:pt x="43577" y="42950"/>
                  <a:pt x="44494" y="39426"/>
                </a:cubicBezTo>
                <a:cubicBezTo>
                  <a:pt x="45397" y="35901"/>
                  <a:pt x="44887" y="31692"/>
                  <a:pt x="43009" y="26857"/>
                </a:cubicBezTo>
                <a:close/>
                <a:moveTo>
                  <a:pt x="15132" y="21672"/>
                </a:moveTo>
                <a:cubicBezTo>
                  <a:pt x="15584" y="18715"/>
                  <a:pt x="16603" y="16268"/>
                  <a:pt x="18264" y="14273"/>
                </a:cubicBezTo>
                <a:cubicBezTo>
                  <a:pt x="19910" y="12351"/>
                  <a:pt x="22240" y="10749"/>
                  <a:pt x="25138" y="9612"/>
                </a:cubicBezTo>
                <a:cubicBezTo>
                  <a:pt x="30032" y="7675"/>
                  <a:pt x="34765" y="8083"/>
                  <a:pt x="39251" y="10749"/>
                </a:cubicBezTo>
                <a:cubicBezTo>
                  <a:pt x="43868" y="13428"/>
                  <a:pt x="47334" y="17856"/>
                  <a:pt x="49839" y="24177"/>
                </a:cubicBezTo>
                <a:cubicBezTo>
                  <a:pt x="52286" y="30498"/>
                  <a:pt x="52738" y="36120"/>
                  <a:pt x="51194" y="41188"/>
                </a:cubicBezTo>
                <a:cubicBezTo>
                  <a:pt x="49723" y="46257"/>
                  <a:pt x="46533" y="49723"/>
                  <a:pt x="41640" y="51660"/>
                </a:cubicBezTo>
                <a:cubicBezTo>
                  <a:pt x="38683" y="52796"/>
                  <a:pt x="35959" y="53189"/>
                  <a:pt x="33396" y="52854"/>
                </a:cubicBezTo>
                <a:cubicBezTo>
                  <a:pt x="30833" y="52505"/>
                  <a:pt x="28386" y="51427"/>
                  <a:pt x="26056" y="49606"/>
                </a:cubicBezTo>
                <a:lnTo>
                  <a:pt x="28444" y="55636"/>
                </a:lnTo>
                <a:lnTo>
                  <a:pt x="21847" y="58199"/>
                </a:lnTo>
                <a:lnTo>
                  <a:pt x="0" y="2563"/>
                </a:lnTo>
                <a:lnTo>
                  <a:pt x="6598" y="0"/>
                </a:lnTo>
                <a:lnTo>
                  <a:pt x="15132" y="21672"/>
                </a:lnTo>
                <a:close/>
                <a:moveTo>
                  <a:pt x="15132" y="216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889E0-3452-49BE-82D0-E220EB3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239" y="4351764"/>
            <a:ext cx="45281" cy="46315"/>
          </a:xfrm>
          <a:custGeom xmlns:a="http://schemas.openxmlformats.org/drawingml/2006/main">
            <a:pathLst>
              <a:path w="45281" h="46315">
                <a:moveTo>
                  <a:pt x="39135" y="14564"/>
                </a:moveTo>
                <a:lnTo>
                  <a:pt x="40387" y="17812"/>
                </a:lnTo>
                <a:lnTo>
                  <a:pt x="10122" y="29639"/>
                </a:lnTo>
                <a:cubicBezTo>
                  <a:pt x="12176" y="34081"/>
                  <a:pt x="14899" y="36979"/>
                  <a:pt x="18264" y="38406"/>
                </a:cubicBezTo>
                <a:cubicBezTo>
                  <a:pt x="21672" y="39819"/>
                  <a:pt x="25546" y="39659"/>
                  <a:pt x="29872" y="37955"/>
                </a:cubicBezTo>
                <a:cubicBezTo>
                  <a:pt x="32420" y="36979"/>
                  <a:pt x="34765" y="35726"/>
                  <a:pt x="36862" y="34139"/>
                </a:cubicBezTo>
                <a:cubicBezTo>
                  <a:pt x="39033" y="32595"/>
                  <a:pt x="41013" y="30775"/>
                  <a:pt x="42834" y="28619"/>
                </a:cubicBezTo>
                <a:lnTo>
                  <a:pt x="45281" y="34823"/>
                </a:lnTo>
                <a:cubicBezTo>
                  <a:pt x="43300" y="36746"/>
                  <a:pt x="41188" y="38465"/>
                  <a:pt x="38916" y="39936"/>
                </a:cubicBezTo>
                <a:cubicBezTo>
                  <a:pt x="36644" y="41479"/>
                  <a:pt x="34241" y="42732"/>
                  <a:pt x="31692" y="43693"/>
                </a:cubicBezTo>
                <a:cubicBezTo>
                  <a:pt x="25313" y="46198"/>
                  <a:pt x="19516" y="46315"/>
                  <a:pt x="14331" y="44086"/>
                </a:cubicBezTo>
                <a:cubicBezTo>
                  <a:pt x="9161" y="41814"/>
                  <a:pt x="5287" y="37489"/>
                  <a:pt x="2782" y="31182"/>
                </a:cubicBezTo>
                <a:cubicBezTo>
                  <a:pt x="233" y="24628"/>
                  <a:pt x="0" y="18715"/>
                  <a:pt x="1995" y="13487"/>
                </a:cubicBezTo>
                <a:cubicBezTo>
                  <a:pt x="4034" y="8243"/>
                  <a:pt x="8083" y="4442"/>
                  <a:pt x="14055" y="2112"/>
                </a:cubicBezTo>
                <a:cubicBezTo>
                  <a:pt x="19458" y="0"/>
                  <a:pt x="24410" y="58"/>
                  <a:pt x="28896" y="2272"/>
                </a:cubicBezTo>
                <a:cubicBezTo>
                  <a:pt x="33396" y="4559"/>
                  <a:pt x="36804" y="8651"/>
                  <a:pt x="39135" y="14564"/>
                </a:cubicBezTo>
                <a:close/>
                <a:moveTo>
                  <a:pt x="31794" y="15249"/>
                </a:moveTo>
                <a:cubicBezTo>
                  <a:pt x="30323" y="11666"/>
                  <a:pt x="28211" y="9161"/>
                  <a:pt x="25371" y="7792"/>
                </a:cubicBezTo>
                <a:cubicBezTo>
                  <a:pt x="22589" y="6423"/>
                  <a:pt x="19575" y="6379"/>
                  <a:pt x="16327" y="7617"/>
                </a:cubicBezTo>
                <a:cubicBezTo>
                  <a:pt x="12627" y="9103"/>
                  <a:pt x="10122" y="11258"/>
                  <a:pt x="8710" y="14229"/>
                </a:cubicBezTo>
                <a:cubicBezTo>
                  <a:pt x="7340" y="17128"/>
                  <a:pt x="7224" y="20594"/>
                  <a:pt x="8360" y="24468"/>
                </a:cubicBezTo>
                <a:lnTo>
                  <a:pt x="31794" y="15249"/>
                </a:lnTo>
                <a:close/>
                <a:moveTo>
                  <a:pt x="31794" y="152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CE80B-E8C3-4763-B3CC-B0A19332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010" y="4315237"/>
            <a:ext cx="46591" cy="66166"/>
          </a:xfrm>
          <a:custGeom xmlns:a="http://schemas.openxmlformats.org/drawingml/2006/main">
            <a:pathLst>
              <a:path w="46591" h="66166">
                <a:moveTo>
                  <a:pt x="26682" y="24235"/>
                </a:moveTo>
                <a:lnTo>
                  <a:pt x="18205" y="2563"/>
                </a:lnTo>
                <a:lnTo>
                  <a:pt x="24745" y="0"/>
                </a:lnTo>
                <a:lnTo>
                  <a:pt x="46591" y="55651"/>
                </a:lnTo>
                <a:lnTo>
                  <a:pt x="39994" y="58199"/>
                </a:lnTo>
                <a:lnTo>
                  <a:pt x="37664" y="52228"/>
                </a:lnTo>
                <a:cubicBezTo>
                  <a:pt x="37212" y="55126"/>
                  <a:pt x="36134" y="57573"/>
                  <a:pt x="34474" y="59568"/>
                </a:cubicBezTo>
                <a:cubicBezTo>
                  <a:pt x="32828" y="61564"/>
                  <a:pt x="30498" y="63151"/>
                  <a:pt x="27541" y="64287"/>
                </a:cubicBezTo>
                <a:cubicBezTo>
                  <a:pt x="22706" y="66166"/>
                  <a:pt x="18031" y="65831"/>
                  <a:pt x="13487" y="63151"/>
                </a:cubicBezTo>
                <a:cubicBezTo>
                  <a:pt x="8928" y="60486"/>
                  <a:pt x="5403" y="55986"/>
                  <a:pt x="2957" y="49665"/>
                </a:cubicBezTo>
                <a:cubicBezTo>
                  <a:pt x="451" y="43416"/>
                  <a:pt x="0" y="37722"/>
                  <a:pt x="1544" y="32653"/>
                </a:cubicBezTo>
                <a:cubicBezTo>
                  <a:pt x="3073" y="27600"/>
                  <a:pt x="6263" y="24119"/>
                  <a:pt x="11098" y="22254"/>
                </a:cubicBezTo>
                <a:cubicBezTo>
                  <a:pt x="14055" y="21104"/>
                  <a:pt x="16778" y="20652"/>
                  <a:pt x="19342" y="21002"/>
                </a:cubicBezTo>
                <a:cubicBezTo>
                  <a:pt x="21905" y="21337"/>
                  <a:pt x="24352" y="22415"/>
                  <a:pt x="26682" y="24235"/>
                </a:cubicBezTo>
                <a:close/>
                <a:moveTo>
                  <a:pt x="9729" y="46999"/>
                </a:moveTo>
                <a:cubicBezTo>
                  <a:pt x="11666" y="51835"/>
                  <a:pt x="14113" y="55243"/>
                  <a:pt x="17186" y="57238"/>
                </a:cubicBezTo>
                <a:cubicBezTo>
                  <a:pt x="20259" y="59233"/>
                  <a:pt x="23551" y="59510"/>
                  <a:pt x="27032" y="58141"/>
                </a:cubicBezTo>
                <a:cubicBezTo>
                  <a:pt x="30498" y="56787"/>
                  <a:pt x="32712" y="54340"/>
                  <a:pt x="33629" y="50801"/>
                </a:cubicBezTo>
                <a:cubicBezTo>
                  <a:pt x="34532" y="47276"/>
                  <a:pt x="34022" y="43067"/>
                  <a:pt x="32144" y="38232"/>
                </a:cubicBezTo>
                <a:cubicBezTo>
                  <a:pt x="30265" y="33396"/>
                  <a:pt x="27760" y="29988"/>
                  <a:pt x="24687" y="28051"/>
                </a:cubicBezTo>
                <a:cubicBezTo>
                  <a:pt x="21614" y="26056"/>
                  <a:pt x="18322" y="25779"/>
                  <a:pt x="14856" y="27148"/>
                </a:cubicBezTo>
                <a:cubicBezTo>
                  <a:pt x="11375" y="28503"/>
                  <a:pt x="9161" y="30949"/>
                  <a:pt x="8243" y="34474"/>
                </a:cubicBezTo>
                <a:cubicBezTo>
                  <a:pt x="7340" y="38013"/>
                  <a:pt x="7850" y="42164"/>
                  <a:pt x="9729" y="46999"/>
                </a:cubicBezTo>
                <a:close/>
                <a:moveTo>
                  <a:pt x="9729" y="469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1E4B6-D949-4125-AB18-9FA03ED0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500" y="4297031"/>
            <a:ext cx="46533" cy="66166"/>
          </a:xfrm>
          <a:custGeom xmlns:a="http://schemas.openxmlformats.org/drawingml/2006/main">
            <a:pathLst>
              <a:path w="46533" h="66166">
                <a:moveTo>
                  <a:pt x="26682" y="24235"/>
                </a:moveTo>
                <a:lnTo>
                  <a:pt x="18205" y="2563"/>
                </a:lnTo>
                <a:lnTo>
                  <a:pt x="24745" y="0"/>
                </a:lnTo>
                <a:lnTo>
                  <a:pt x="46533" y="55651"/>
                </a:lnTo>
                <a:lnTo>
                  <a:pt x="39994" y="58199"/>
                </a:lnTo>
                <a:lnTo>
                  <a:pt x="37605" y="52228"/>
                </a:lnTo>
                <a:cubicBezTo>
                  <a:pt x="37197" y="55126"/>
                  <a:pt x="36120" y="57573"/>
                  <a:pt x="34474" y="59568"/>
                </a:cubicBezTo>
                <a:cubicBezTo>
                  <a:pt x="32814" y="61564"/>
                  <a:pt x="30483" y="63093"/>
                  <a:pt x="27527" y="64287"/>
                </a:cubicBezTo>
                <a:cubicBezTo>
                  <a:pt x="22691" y="66166"/>
                  <a:pt x="18031" y="65773"/>
                  <a:pt x="13472" y="63151"/>
                </a:cubicBezTo>
                <a:cubicBezTo>
                  <a:pt x="8928" y="60428"/>
                  <a:pt x="5403" y="55986"/>
                  <a:pt x="2957" y="49665"/>
                </a:cubicBezTo>
                <a:cubicBezTo>
                  <a:pt x="451" y="43358"/>
                  <a:pt x="0" y="37722"/>
                  <a:pt x="1529" y="32653"/>
                </a:cubicBezTo>
                <a:cubicBezTo>
                  <a:pt x="3059" y="27600"/>
                  <a:pt x="6248" y="24119"/>
                  <a:pt x="11084" y="22254"/>
                </a:cubicBezTo>
                <a:cubicBezTo>
                  <a:pt x="14040" y="21060"/>
                  <a:pt x="16778" y="20652"/>
                  <a:pt x="19342" y="21002"/>
                </a:cubicBezTo>
                <a:cubicBezTo>
                  <a:pt x="21890" y="21337"/>
                  <a:pt x="24337" y="22415"/>
                  <a:pt x="26682" y="24235"/>
                </a:cubicBezTo>
                <a:close/>
                <a:moveTo>
                  <a:pt x="9714" y="46999"/>
                </a:moveTo>
                <a:cubicBezTo>
                  <a:pt x="11652" y="51835"/>
                  <a:pt x="14098" y="55243"/>
                  <a:pt x="17171" y="57238"/>
                </a:cubicBezTo>
                <a:cubicBezTo>
                  <a:pt x="20245" y="59175"/>
                  <a:pt x="23551" y="59510"/>
                  <a:pt x="27017" y="58141"/>
                </a:cubicBezTo>
                <a:cubicBezTo>
                  <a:pt x="30483" y="56787"/>
                  <a:pt x="32712" y="54340"/>
                  <a:pt x="33615" y="50801"/>
                </a:cubicBezTo>
                <a:cubicBezTo>
                  <a:pt x="34532" y="47218"/>
                  <a:pt x="34008" y="43067"/>
                  <a:pt x="32144" y="38232"/>
                </a:cubicBezTo>
                <a:cubicBezTo>
                  <a:pt x="30265" y="33396"/>
                  <a:pt x="27760" y="29988"/>
                  <a:pt x="24687" y="27993"/>
                </a:cubicBezTo>
                <a:cubicBezTo>
                  <a:pt x="21614" y="26056"/>
                  <a:pt x="18307" y="25721"/>
                  <a:pt x="14841" y="27090"/>
                </a:cubicBezTo>
                <a:cubicBezTo>
                  <a:pt x="11375" y="28444"/>
                  <a:pt x="9146" y="30891"/>
                  <a:pt x="8243" y="34474"/>
                </a:cubicBezTo>
                <a:cubicBezTo>
                  <a:pt x="7326" y="38013"/>
                  <a:pt x="7850" y="42164"/>
                  <a:pt x="9714" y="46999"/>
                </a:cubicBezTo>
                <a:close/>
                <a:moveTo>
                  <a:pt x="9714" y="469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D9C72-BF59-4DD2-AE18-5AEB52D1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775" y="4289123"/>
            <a:ext cx="28401" cy="58199"/>
          </a:xfrm>
          <a:custGeom xmlns:a="http://schemas.openxmlformats.org/drawingml/2006/main">
            <a:pathLst>
              <a:path w="28401" h="58199">
                <a:moveTo>
                  <a:pt x="6146" y="18205"/>
                </a:moveTo>
                <a:lnTo>
                  <a:pt x="12700" y="15598"/>
                </a:lnTo>
                <a:lnTo>
                  <a:pt x="28401" y="55651"/>
                </a:lnTo>
                <a:lnTo>
                  <a:pt x="21847" y="58199"/>
                </a:lnTo>
                <a:lnTo>
                  <a:pt x="6146" y="18205"/>
                </a:lnTo>
                <a:close/>
                <a:moveTo>
                  <a:pt x="0" y="2563"/>
                </a:moveTo>
                <a:lnTo>
                  <a:pt x="6612" y="0"/>
                </a:lnTo>
                <a:lnTo>
                  <a:pt x="9846" y="8360"/>
                </a:lnTo>
                <a:lnTo>
                  <a:pt x="3306" y="10923"/>
                </a:lnTo>
                <a:lnTo>
                  <a:pt x="0" y="2563"/>
                </a:lnTo>
                <a:close/>
                <a:moveTo>
                  <a:pt x="0" y="2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A5129-1ADF-4C11-86A6-BFD7F46E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005" y="4289006"/>
            <a:ext cx="49213" cy="50466"/>
          </a:xfrm>
          <a:custGeom xmlns:a="http://schemas.openxmlformats.org/drawingml/2006/main">
            <a:pathLst>
              <a:path w="49213" h="50466">
                <a:moveTo>
                  <a:pt x="39775" y="13152"/>
                </a:moveTo>
                <a:lnTo>
                  <a:pt x="49213" y="37329"/>
                </a:lnTo>
                <a:lnTo>
                  <a:pt x="42674" y="39892"/>
                </a:lnTo>
                <a:lnTo>
                  <a:pt x="33280" y="15933"/>
                </a:lnTo>
                <a:cubicBezTo>
                  <a:pt x="31809" y="12118"/>
                  <a:pt x="29930" y="9627"/>
                  <a:pt x="27716" y="8316"/>
                </a:cubicBezTo>
                <a:cubicBezTo>
                  <a:pt x="25488" y="7005"/>
                  <a:pt x="22924" y="6947"/>
                  <a:pt x="19968" y="8083"/>
                </a:cubicBezTo>
                <a:cubicBezTo>
                  <a:pt x="16385" y="9511"/>
                  <a:pt x="14055" y="11724"/>
                  <a:pt x="12860" y="14797"/>
                </a:cubicBezTo>
                <a:cubicBezTo>
                  <a:pt x="11724" y="17871"/>
                  <a:pt x="11899" y="21337"/>
                  <a:pt x="13428" y="25269"/>
                </a:cubicBezTo>
                <a:lnTo>
                  <a:pt x="22298" y="47859"/>
                </a:lnTo>
                <a:lnTo>
                  <a:pt x="15700" y="50466"/>
                </a:lnTo>
                <a:lnTo>
                  <a:pt x="0" y="10414"/>
                </a:lnTo>
                <a:lnTo>
                  <a:pt x="6598" y="7850"/>
                </a:lnTo>
                <a:lnTo>
                  <a:pt x="9044" y="14055"/>
                </a:lnTo>
                <a:cubicBezTo>
                  <a:pt x="9671" y="11040"/>
                  <a:pt x="10807" y="8476"/>
                  <a:pt x="12525" y="6496"/>
                </a:cubicBezTo>
                <a:cubicBezTo>
                  <a:pt x="14171" y="4442"/>
                  <a:pt x="16385" y="2913"/>
                  <a:pt x="19181" y="1777"/>
                </a:cubicBezTo>
                <a:cubicBezTo>
                  <a:pt x="23784" y="0"/>
                  <a:pt x="27818" y="58"/>
                  <a:pt x="31299" y="1995"/>
                </a:cubicBezTo>
                <a:cubicBezTo>
                  <a:pt x="34765" y="3874"/>
                  <a:pt x="37605" y="7632"/>
                  <a:pt x="39775" y="13152"/>
                </a:cubicBezTo>
                <a:close/>
                <a:moveTo>
                  <a:pt x="39775" y="131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FF245-FAA5-40E8-AB39-CD85BD7B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592" y="4268252"/>
            <a:ext cx="47902" cy="65307"/>
          </a:xfrm>
          <a:custGeom xmlns:a="http://schemas.openxmlformats.org/drawingml/2006/main">
            <a:pathLst>
              <a:path w="47902" h="65307">
                <a:moveTo>
                  <a:pt x="32085" y="22123"/>
                </a:moveTo>
                <a:cubicBezTo>
                  <a:pt x="30207" y="17346"/>
                  <a:pt x="27760" y="14040"/>
                  <a:pt x="24803" y="12176"/>
                </a:cubicBezTo>
                <a:cubicBezTo>
                  <a:pt x="21788" y="10355"/>
                  <a:pt x="18555" y="10122"/>
                  <a:pt x="14958" y="11491"/>
                </a:cubicBezTo>
                <a:cubicBezTo>
                  <a:pt x="11433" y="12846"/>
                  <a:pt x="9219" y="15249"/>
                  <a:pt x="8302" y="18657"/>
                </a:cubicBezTo>
                <a:cubicBezTo>
                  <a:pt x="7340" y="22065"/>
                  <a:pt x="7792" y="26114"/>
                  <a:pt x="9671" y="30891"/>
                </a:cubicBezTo>
                <a:cubicBezTo>
                  <a:pt x="11550" y="35668"/>
                  <a:pt x="13938" y="38960"/>
                  <a:pt x="16953" y="40780"/>
                </a:cubicBezTo>
                <a:cubicBezTo>
                  <a:pt x="19968" y="42659"/>
                  <a:pt x="23216" y="42892"/>
                  <a:pt x="26740" y="41465"/>
                </a:cubicBezTo>
                <a:cubicBezTo>
                  <a:pt x="30265" y="40110"/>
                  <a:pt x="32551" y="37722"/>
                  <a:pt x="33454" y="34299"/>
                </a:cubicBezTo>
                <a:cubicBezTo>
                  <a:pt x="34416" y="30949"/>
                  <a:pt x="33964" y="26842"/>
                  <a:pt x="32085" y="22123"/>
                </a:cubicBezTo>
                <a:close/>
                <a:moveTo>
                  <a:pt x="44771" y="35042"/>
                </a:moveTo>
                <a:cubicBezTo>
                  <a:pt x="47393" y="41873"/>
                  <a:pt x="47902" y="47553"/>
                  <a:pt x="46140" y="52053"/>
                </a:cubicBezTo>
                <a:cubicBezTo>
                  <a:pt x="44436" y="56539"/>
                  <a:pt x="40445" y="60020"/>
                  <a:pt x="34255" y="62467"/>
                </a:cubicBezTo>
                <a:cubicBezTo>
                  <a:pt x="31925" y="63370"/>
                  <a:pt x="29639" y="64054"/>
                  <a:pt x="27483" y="64506"/>
                </a:cubicBezTo>
                <a:cubicBezTo>
                  <a:pt x="25313" y="64972"/>
                  <a:pt x="23099" y="65248"/>
                  <a:pt x="20885" y="65307"/>
                </a:cubicBezTo>
                <a:lnTo>
                  <a:pt x="18380" y="58884"/>
                </a:lnTo>
                <a:cubicBezTo>
                  <a:pt x="20711" y="59161"/>
                  <a:pt x="22924" y="59219"/>
                  <a:pt x="24978" y="58942"/>
                </a:cubicBezTo>
                <a:cubicBezTo>
                  <a:pt x="27075" y="58709"/>
                  <a:pt x="29071" y="58199"/>
                  <a:pt x="31066" y="57457"/>
                </a:cubicBezTo>
                <a:cubicBezTo>
                  <a:pt x="35391" y="55752"/>
                  <a:pt x="38173" y="53364"/>
                  <a:pt x="39426" y="50291"/>
                </a:cubicBezTo>
                <a:cubicBezTo>
                  <a:pt x="40678" y="47218"/>
                  <a:pt x="40402" y="43344"/>
                  <a:pt x="38625" y="38800"/>
                </a:cubicBezTo>
                <a:lnTo>
                  <a:pt x="37387" y="35552"/>
                </a:lnTo>
                <a:cubicBezTo>
                  <a:pt x="36921" y="38450"/>
                  <a:pt x="35901" y="40897"/>
                  <a:pt x="34197" y="42892"/>
                </a:cubicBezTo>
                <a:cubicBezTo>
                  <a:pt x="32551" y="44887"/>
                  <a:pt x="30265" y="46475"/>
                  <a:pt x="27250" y="47611"/>
                </a:cubicBezTo>
                <a:cubicBezTo>
                  <a:pt x="22356" y="49548"/>
                  <a:pt x="17696" y="49257"/>
                  <a:pt x="13195" y="46708"/>
                </a:cubicBezTo>
                <a:cubicBezTo>
                  <a:pt x="8768" y="44086"/>
                  <a:pt x="5287" y="39761"/>
                  <a:pt x="2898" y="33556"/>
                </a:cubicBezTo>
                <a:cubicBezTo>
                  <a:pt x="451" y="27366"/>
                  <a:pt x="0" y="21788"/>
                  <a:pt x="1544" y="16895"/>
                </a:cubicBezTo>
                <a:cubicBezTo>
                  <a:pt x="3073" y="12001"/>
                  <a:pt x="6321" y="8535"/>
                  <a:pt x="11215" y="6656"/>
                </a:cubicBezTo>
                <a:cubicBezTo>
                  <a:pt x="14171" y="5462"/>
                  <a:pt x="16953" y="5054"/>
                  <a:pt x="19516" y="5403"/>
                </a:cubicBezTo>
                <a:cubicBezTo>
                  <a:pt x="22080" y="5738"/>
                  <a:pt x="24526" y="6816"/>
                  <a:pt x="26798" y="8637"/>
                </a:cubicBezTo>
                <a:lnTo>
                  <a:pt x="24410" y="2549"/>
                </a:lnTo>
                <a:lnTo>
                  <a:pt x="31008" y="0"/>
                </a:lnTo>
                <a:lnTo>
                  <a:pt x="44771" y="35042"/>
                </a:lnTo>
                <a:close/>
                <a:moveTo>
                  <a:pt x="44771" y="350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E584C-383C-45EC-8992-AEB391B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41" y="4566196"/>
            <a:ext cx="47902" cy="63428"/>
          </a:xfrm>
          <a:custGeom xmlns:a="http://schemas.openxmlformats.org/drawingml/2006/main">
            <a:pathLst>
              <a:path w="47902" h="63428">
                <a:moveTo>
                  <a:pt x="0" y="16152"/>
                </a:moveTo>
                <a:lnTo>
                  <a:pt x="45747" y="0"/>
                </a:lnTo>
                <a:lnTo>
                  <a:pt x="47902" y="6146"/>
                </a:lnTo>
                <a:lnTo>
                  <a:pt x="28736" y="12904"/>
                </a:lnTo>
                <a:lnTo>
                  <a:pt x="45630" y="60806"/>
                </a:lnTo>
                <a:lnTo>
                  <a:pt x="38290" y="63428"/>
                </a:lnTo>
                <a:lnTo>
                  <a:pt x="21395" y="15526"/>
                </a:lnTo>
                <a:lnTo>
                  <a:pt x="2156" y="22298"/>
                </a:lnTo>
                <a:lnTo>
                  <a:pt x="0" y="16152"/>
                </a:lnTo>
                <a:close/>
                <a:moveTo>
                  <a:pt x="0" y="1615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F8936-174E-4A2B-A8A7-C4C48753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29" y="4559991"/>
            <a:ext cx="26565" cy="58709"/>
          </a:xfrm>
          <a:custGeom xmlns:a="http://schemas.openxmlformats.org/drawingml/2006/main">
            <a:pathLst>
              <a:path w="26565" h="58709">
                <a:moveTo>
                  <a:pt x="5564" y="18147"/>
                </a:moveTo>
                <a:lnTo>
                  <a:pt x="12220" y="15759"/>
                </a:lnTo>
                <a:lnTo>
                  <a:pt x="26565" y="56321"/>
                </a:lnTo>
                <a:lnTo>
                  <a:pt x="19910" y="58709"/>
                </a:lnTo>
                <a:lnTo>
                  <a:pt x="5564" y="18147"/>
                </a:lnTo>
                <a:close/>
                <a:moveTo>
                  <a:pt x="0" y="2330"/>
                </a:moveTo>
                <a:lnTo>
                  <a:pt x="6656" y="0"/>
                </a:lnTo>
                <a:lnTo>
                  <a:pt x="9671" y="8418"/>
                </a:lnTo>
                <a:lnTo>
                  <a:pt x="2957" y="10807"/>
                </a:lnTo>
                <a:lnTo>
                  <a:pt x="0" y="2330"/>
                </a:lnTo>
                <a:close/>
                <a:moveTo>
                  <a:pt x="0" y="23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C8920-22F1-4793-BEF0-A675791C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68" y="4561302"/>
            <a:ext cx="45965" cy="65598"/>
          </a:xfrm>
          <a:custGeom xmlns:a="http://schemas.openxmlformats.org/drawingml/2006/main">
            <a:pathLst>
              <a:path w="45965" h="65598">
                <a:moveTo>
                  <a:pt x="18890" y="41756"/>
                </a:moveTo>
                <a:lnTo>
                  <a:pt x="26449" y="63253"/>
                </a:lnTo>
                <a:lnTo>
                  <a:pt x="19735" y="65598"/>
                </a:lnTo>
                <a:lnTo>
                  <a:pt x="0" y="9612"/>
                </a:lnTo>
                <a:lnTo>
                  <a:pt x="6656" y="7282"/>
                </a:lnTo>
                <a:lnTo>
                  <a:pt x="8870" y="13428"/>
                </a:lnTo>
                <a:cubicBezTo>
                  <a:pt x="9379" y="10515"/>
                  <a:pt x="10515" y="8069"/>
                  <a:pt x="12292" y="6204"/>
                </a:cubicBezTo>
                <a:cubicBezTo>
                  <a:pt x="13996" y="4267"/>
                  <a:pt x="16327" y="2782"/>
                  <a:pt x="19283" y="1704"/>
                </a:cubicBezTo>
                <a:cubicBezTo>
                  <a:pt x="24235" y="0"/>
                  <a:pt x="28896" y="510"/>
                  <a:pt x="33396" y="3350"/>
                </a:cubicBezTo>
                <a:cubicBezTo>
                  <a:pt x="37824" y="6146"/>
                  <a:pt x="41188" y="10749"/>
                  <a:pt x="43460" y="17128"/>
                </a:cubicBezTo>
                <a:cubicBezTo>
                  <a:pt x="45688" y="23492"/>
                  <a:pt x="45965" y="29187"/>
                  <a:pt x="44261" y="34183"/>
                </a:cubicBezTo>
                <a:cubicBezTo>
                  <a:pt x="42615" y="39193"/>
                  <a:pt x="39251" y="42557"/>
                  <a:pt x="34357" y="44319"/>
                </a:cubicBezTo>
                <a:cubicBezTo>
                  <a:pt x="31401" y="45339"/>
                  <a:pt x="28619" y="45674"/>
                  <a:pt x="26056" y="45222"/>
                </a:cubicBezTo>
                <a:cubicBezTo>
                  <a:pt x="23492" y="44829"/>
                  <a:pt x="21104" y="43635"/>
                  <a:pt x="18890" y="41756"/>
                </a:cubicBezTo>
                <a:close/>
                <a:moveTo>
                  <a:pt x="36527" y="19560"/>
                </a:moveTo>
                <a:cubicBezTo>
                  <a:pt x="34809" y="14681"/>
                  <a:pt x="32420" y="11200"/>
                  <a:pt x="29406" y="9103"/>
                </a:cubicBezTo>
                <a:cubicBezTo>
                  <a:pt x="26449" y="7049"/>
                  <a:pt x="23157" y="6598"/>
                  <a:pt x="19618" y="7850"/>
                </a:cubicBezTo>
                <a:cubicBezTo>
                  <a:pt x="16094" y="9103"/>
                  <a:pt x="13822" y="11491"/>
                  <a:pt x="12802" y="14958"/>
                </a:cubicBezTo>
                <a:cubicBezTo>
                  <a:pt x="11768" y="18482"/>
                  <a:pt x="12118" y="22691"/>
                  <a:pt x="13880" y="27585"/>
                </a:cubicBezTo>
                <a:cubicBezTo>
                  <a:pt x="15584" y="32479"/>
                  <a:pt x="17972" y="35959"/>
                  <a:pt x="20929" y="38057"/>
                </a:cubicBezTo>
                <a:cubicBezTo>
                  <a:pt x="23944" y="40110"/>
                  <a:pt x="27192" y="40504"/>
                  <a:pt x="30775" y="39251"/>
                </a:cubicBezTo>
                <a:cubicBezTo>
                  <a:pt x="34241" y="38057"/>
                  <a:pt x="36527" y="35668"/>
                  <a:pt x="37605" y="32144"/>
                </a:cubicBezTo>
                <a:cubicBezTo>
                  <a:pt x="38625" y="28677"/>
                  <a:pt x="38290" y="24454"/>
                  <a:pt x="36527" y="19560"/>
                </a:cubicBezTo>
                <a:close/>
                <a:moveTo>
                  <a:pt x="36527" y="195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3A303-59DD-4F8A-99D0-71D0E231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27" y="4546170"/>
            <a:ext cx="39877" cy="48179"/>
          </a:xfrm>
          <a:custGeom xmlns:a="http://schemas.openxmlformats.org/drawingml/2006/main">
            <a:pathLst>
              <a:path w="39877" h="48179">
                <a:moveTo>
                  <a:pt x="26405" y="117"/>
                </a:moveTo>
                <a:lnTo>
                  <a:pt x="28619" y="6423"/>
                </a:lnTo>
                <a:cubicBezTo>
                  <a:pt x="26449" y="6088"/>
                  <a:pt x="24235" y="6088"/>
                  <a:pt x="22021" y="6306"/>
                </a:cubicBezTo>
                <a:cubicBezTo>
                  <a:pt x="19793" y="6539"/>
                  <a:pt x="17637" y="7049"/>
                  <a:pt x="15482" y="7792"/>
                </a:cubicBezTo>
                <a:cubicBezTo>
                  <a:pt x="12176" y="8986"/>
                  <a:pt x="9846" y="10355"/>
                  <a:pt x="8535" y="11943"/>
                </a:cubicBezTo>
                <a:cubicBezTo>
                  <a:pt x="7282" y="13530"/>
                  <a:pt x="6947" y="15351"/>
                  <a:pt x="7675" y="17404"/>
                </a:cubicBezTo>
                <a:cubicBezTo>
                  <a:pt x="8243" y="18934"/>
                  <a:pt x="9278" y="19968"/>
                  <a:pt x="10749" y="20419"/>
                </a:cubicBezTo>
                <a:cubicBezTo>
                  <a:pt x="12234" y="20871"/>
                  <a:pt x="14914" y="20871"/>
                  <a:pt x="18774" y="20419"/>
                </a:cubicBezTo>
                <a:lnTo>
                  <a:pt x="21220" y="20084"/>
                </a:lnTo>
                <a:cubicBezTo>
                  <a:pt x="26347" y="19458"/>
                  <a:pt x="30207" y="19676"/>
                  <a:pt x="32828" y="20813"/>
                </a:cubicBezTo>
                <a:cubicBezTo>
                  <a:pt x="35508" y="21963"/>
                  <a:pt x="37372" y="24177"/>
                  <a:pt x="38581" y="27468"/>
                </a:cubicBezTo>
                <a:cubicBezTo>
                  <a:pt x="39877" y="31284"/>
                  <a:pt x="39426" y="34751"/>
                  <a:pt x="37270" y="38057"/>
                </a:cubicBezTo>
                <a:cubicBezTo>
                  <a:pt x="35042" y="41305"/>
                  <a:pt x="31343" y="43810"/>
                  <a:pt x="26114" y="45674"/>
                </a:cubicBezTo>
                <a:cubicBezTo>
                  <a:pt x="23958" y="46417"/>
                  <a:pt x="21614" y="47043"/>
                  <a:pt x="19123" y="47451"/>
                </a:cubicBezTo>
                <a:cubicBezTo>
                  <a:pt x="16618" y="47844"/>
                  <a:pt x="13880" y="48062"/>
                  <a:pt x="10982" y="48179"/>
                </a:cubicBezTo>
                <a:lnTo>
                  <a:pt x="8535" y="41305"/>
                </a:lnTo>
                <a:cubicBezTo>
                  <a:pt x="11491" y="41698"/>
                  <a:pt x="14229" y="41814"/>
                  <a:pt x="16836" y="41581"/>
                </a:cubicBezTo>
                <a:cubicBezTo>
                  <a:pt x="19458" y="41363"/>
                  <a:pt x="21963" y="40839"/>
                  <a:pt x="24293" y="40052"/>
                </a:cubicBezTo>
                <a:cubicBezTo>
                  <a:pt x="27425" y="38916"/>
                  <a:pt x="29639" y="37547"/>
                  <a:pt x="30949" y="35901"/>
                </a:cubicBezTo>
                <a:cubicBezTo>
                  <a:pt x="32260" y="34183"/>
                  <a:pt x="32595" y="32362"/>
                  <a:pt x="31867" y="30440"/>
                </a:cubicBezTo>
                <a:cubicBezTo>
                  <a:pt x="31241" y="28619"/>
                  <a:pt x="30148" y="27468"/>
                  <a:pt x="28561" y="26900"/>
                </a:cubicBezTo>
                <a:cubicBezTo>
                  <a:pt x="27032" y="26391"/>
                  <a:pt x="24017" y="26391"/>
                  <a:pt x="19575" y="26959"/>
                </a:cubicBezTo>
                <a:lnTo>
                  <a:pt x="17069" y="27250"/>
                </a:lnTo>
                <a:cubicBezTo>
                  <a:pt x="12627" y="27818"/>
                  <a:pt x="9161" y="27527"/>
                  <a:pt x="6714" y="26391"/>
                </a:cubicBezTo>
                <a:cubicBezTo>
                  <a:pt x="4267" y="25255"/>
                  <a:pt x="2447" y="23099"/>
                  <a:pt x="1369" y="19968"/>
                </a:cubicBezTo>
                <a:cubicBezTo>
                  <a:pt x="0" y="16152"/>
                  <a:pt x="291" y="12744"/>
                  <a:pt x="2272" y="9729"/>
                </a:cubicBezTo>
                <a:cubicBezTo>
                  <a:pt x="4267" y="6656"/>
                  <a:pt x="7734" y="4267"/>
                  <a:pt x="12686" y="2505"/>
                </a:cubicBezTo>
                <a:cubicBezTo>
                  <a:pt x="15132" y="1646"/>
                  <a:pt x="17521" y="1020"/>
                  <a:pt x="19851" y="626"/>
                </a:cubicBezTo>
                <a:cubicBezTo>
                  <a:pt x="22138" y="160"/>
                  <a:pt x="24352" y="0"/>
                  <a:pt x="26405" y="117"/>
                </a:cubicBezTo>
                <a:close/>
                <a:moveTo>
                  <a:pt x="26405" y="11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709F2-6210-4D94-940A-3FEEFF7D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28" y="4568861"/>
            <a:ext cx="10865" cy="11899"/>
          </a:xfrm>
          <a:custGeom xmlns:a="http://schemas.openxmlformats.org/drawingml/2006/main">
            <a:pathLst>
              <a:path w="10865" h="11899">
                <a:moveTo>
                  <a:pt x="0" y="2738"/>
                </a:moveTo>
                <a:lnTo>
                  <a:pt x="7632" y="0"/>
                </a:lnTo>
                <a:lnTo>
                  <a:pt x="10865" y="9219"/>
                </a:lnTo>
                <a:lnTo>
                  <a:pt x="3248" y="11899"/>
                </a:lnTo>
                <a:lnTo>
                  <a:pt x="0" y="2738"/>
                </a:lnTo>
                <a:close/>
                <a:moveTo>
                  <a:pt x="0" y="273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17724-17AB-4531-9BD4-1247C7C9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77" y="4505084"/>
            <a:ext cx="47961" cy="63442"/>
          </a:xfrm>
          <a:custGeom xmlns:a="http://schemas.openxmlformats.org/drawingml/2006/main">
            <a:pathLst>
              <a:path w="47961" h="63442">
                <a:moveTo>
                  <a:pt x="0" y="16166"/>
                </a:moveTo>
                <a:lnTo>
                  <a:pt x="45747" y="0"/>
                </a:lnTo>
                <a:lnTo>
                  <a:pt x="47961" y="6204"/>
                </a:lnTo>
                <a:lnTo>
                  <a:pt x="28736" y="12977"/>
                </a:lnTo>
                <a:lnTo>
                  <a:pt x="45688" y="60879"/>
                </a:lnTo>
                <a:lnTo>
                  <a:pt x="38348" y="63442"/>
                </a:lnTo>
                <a:lnTo>
                  <a:pt x="21395" y="15540"/>
                </a:lnTo>
                <a:lnTo>
                  <a:pt x="2214" y="22371"/>
                </a:lnTo>
                <a:lnTo>
                  <a:pt x="0" y="16166"/>
                </a:lnTo>
                <a:close/>
                <a:moveTo>
                  <a:pt x="0" y="1616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2ECCA-54EC-4021-9BDA-9D37853A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4" y="4498894"/>
            <a:ext cx="26565" cy="58709"/>
          </a:xfrm>
          <a:custGeom xmlns:a="http://schemas.openxmlformats.org/drawingml/2006/main">
            <a:pathLst>
              <a:path w="26565" h="58709">
                <a:moveTo>
                  <a:pt x="5578" y="18147"/>
                </a:moveTo>
                <a:lnTo>
                  <a:pt x="12292" y="15817"/>
                </a:lnTo>
                <a:lnTo>
                  <a:pt x="26565" y="56379"/>
                </a:lnTo>
                <a:lnTo>
                  <a:pt x="19910" y="58709"/>
                </a:lnTo>
                <a:lnTo>
                  <a:pt x="5578" y="18147"/>
                </a:lnTo>
                <a:close/>
                <a:moveTo>
                  <a:pt x="0" y="2389"/>
                </a:moveTo>
                <a:lnTo>
                  <a:pt x="6656" y="0"/>
                </a:lnTo>
                <a:lnTo>
                  <a:pt x="9671" y="8476"/>
                </a:lnTo>
                <a:lnTo>
                  <a:pt x="3015" y="10807"/>
                </a:lnTo>
                <a:lnTo>
                  <a:pt x="0" y="2389"/>
                </a:lnTo>
                <a:close/>
                <a:moveTo>
                  <a:pt x="0" y="23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0A024-ABF9-473E-B54B-081AE62A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04" y="4500190"/>
            <a:ext cx="46023" cy="65656"/>
          </a:xfrm>
          <a:custGeom xmlns:a="http://schemas.openxmlformats.org/drawingml/2006/main">
            <a:pathLst>
              <a:path w="46023" h="65656">
                <a:moveTo>
                  <a:pt x="18890" y="41771"/>
                </a:moveTo>
                <a:lnTo>
                  <a:pt x="26449" y="63268"/>
                </a:lnTo>
                <a:lnTo>
                  <a:pt x="19793" y="65656"/>
                </a:lnTo>
                <a:lnTo>
                  <a:pt x="0" y="9685"/>
                </a:lnTo>
                <a:lnTo>
                  <a:pt x="6714" y="7282"/>
                </a:lnTo>
                <a:lnTo>
                  <a:pt x="8870" y="13428"/>
                </a:lnTo>
                <a:cubicBezTo>
                  <a:pt x="9438" y="10530"/>
                  <a:pt x="10588" y="8141"/>
                  <a:pt x="12292" y="6204"/>
                </a:cubicBezTo>
                <a:cubicBezTo>
                  <a:pt x="13996" y="4267"/>
                  <a:pt x="16385" y="2796"/>
                  <a:pt x="19342" y="1777"/>
                </a:cubicBezTo>
                <a:cubicBezTo>
                  <a:pt x="24235" y="0"/>
                  <a:pt x="28954" y="524"/>
                  <a:pt x="33396" y="3364"/>
                </a:cubicBezTo>
                <a:cubicBezTo>
                  <a:pt x="37897" y="6204"/>
                  <a:pt x="41246" y="10763"/>
                  <a:pt x="43460" y="17128"/>
                </a:cubicBezTo>
                <a:cubicBezTo>
                  <a:pt x="45747" y="23507"/>
                  <a:pt x="46023" y="29187"/>
                  <a:pt x="44319" y="34197"/>
                </a:cubicBezTo>
                <a:cubicBezTo>
                  <a:pt x="42615" y="39207"/>
                  <a:pt x="39309" y="42557"/>
                  <a:pt x="34357" y="44319"/>
                </a:cubicBezTo>
                <a:cubicBezTo>
                  <a:pt x="31401" y="45354"/>
                  <a:pt x="28619" y="45688"/>
                  <a:pt x="26114" y="45295"/>
                </a:cubicBezTo>
                <a:cubicBezTo>
                  <a:pt x="23551" y="44844"/>
                  <a:pt x="21162" y="43693"/>
                  <a:pt x="18890" y="41771"/>
                </a:cubicBezTo>
                <a:close/>
                <a:moveTo>
                  <a:pt x="36586" y="19575"/>
                </a:moveTo>
                <a:cubicBezTo>
                  <a:pt x="34823" y="14681"/>
                  <a:pt x="32479" y="11215"/>
                  <a:pt x="29464" y="9161"/>
                </a:cubicBezTo>
                <a:cubicBezTo>
                  <a:pt x="26449" y="7064"/>
                  <a:pt x="23216" y="6656"/>
                  <a:pt x="19691" y="7908"/>
                </a:cubicBezTo>
                <a:cubicBezTo>
                  <a:pt x="16152" y="9161"/>
                  <a:pt x="13880" y="11491"/>
                  <a:pt x="12860" y="15030"/>
                </a:cubicBezTo>
                <a:cubicBezTo>
                  <a:pt x="11783" y="18497"/>
                  <a:pt x="12176" y="22706"/>
                  <a:pt x="13880" y="27600"/>
                </a:cubicBezTo>
                <a:cubicBezTo>
                  <a:pt x="15584" y="32493"/>
                  <a:pt x="17972" y="36018"/>
                  <a:pt x="20987" y="38071"/>
                </a:cubicBezTo>
                <a:cubicBezTo>
                  <a:pt x="23958" y="40169"/>
                  <a:pt x="27250" y="40576"/>
                  <a:pt x="30775" y="39324"/>
                </a:cubicBezTo>
                <a:cubicBezTo>
                  <a:pt x="34299" y="38071"/>
                  <a:pt x="36586" y="35683"/>
                  <a:pt x="37605" y="32202"/>
                </a:cubicBezTo>
                <a:cubicBezTo>
                  <a:pt x="38625" y="28677"/>
                  <a:pt x="38290" y="24468"/>
                  <a:pt x="36586" y="19575"/>
                </a:cubicBezTo>
                <a:close/>
                <a:moveTo>
                  <a:pt x="36586" y="195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D3C5D-F088-49AD-9CBD-2D42BBD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63" y="4485116"/>
            <a:ext cx="39892" cy="48135"/>
          </a:xfrm>
          <a:custGeom xmlns:a="http://schemas.openxmlformats.org/drawingml/2006/main">
            <a:pathLst>
              <a:path w="39892" h="48135">
                <a:moveTo>
                  <a:pt x="26463" y="58"/>
                </a:moveTo>
                <a:lnTo>
                  <a:pt x="28677" y="6379"/>
                </a:lnTo>
                <a:cubicBezTo>
                  <a:pt x="26463" y="6088"/>
                  <a:pt x="24235" y="6030"/>
                  <a:pt x="22021" y="6263"/>
                </a:cubicBezTo>
                <a:cubicBezTo>
                  <a:pt x="19866" y="6496"/>
                  <a:pt x="17637" y="7005"/>
                  <a:pt x="15482" y="7792"/>
                </a:cubicBezTo>
                <a:cubicBezTo>
                  <a:pt x="12176" y="8943"/>
                  <a:pt x="9846" y="10355"/>
                  <a:pt x="8593" y="11957"/>
                </a:cubicBezTo>
                <a:cubicBezTo>
                  <a:pt x="7282" y="13545"/>
                  <a:pt x="7005" y="15365"/>
                  <a:pt x="7690" y="17361"/>
                </a:cubicBezTo>
                <a:cubicBezTo>
                  <a:pt x="8258" y="18890"/>
                  <a:pt x="9278" y="19910"/>
                  <a:pt x="10763" y="20376"/>
                </a:cubicBezTo>
                <a:cubicBezTo>
                  <a:pt x="12234" y="20827"/>
                  <a:pt x="14972" y="20827"/>
                  <a:pt x="18774" y="20376"/>
                </a:cubicBezTo>
                <a:lnTo>
                  <a:pt x="21279" y="20084"/>
                </a:lnTo>
                <a:cubicBezTo>
                  <a:pt x="26347" y="19400"/>
                  <a:pt x="30221" y="19691"/>
                  <a:pt x="32828" y="20827"/>
                </a:cubicBezTo>
                <a:cubicBezTo>
                  <a:pt x="35508" y="21963"/>
                  <a:pt x="37387" y="24177"/>
                  <a:pt x="38581" y="27483"/>
                </a:cubicBezTo>
                <a:cubicBezTo>
                  <a:pt x="39892" y="31241"/>
                  <a:pt x="39484" y="34765"/>
                  <a:pt x="37270" y="38013"/>
                </a:cubicBezTo>
                <a:cubicBezTo>
                  <a:pt x="35056" y="41246"/>
                  <a:pt x="31357" y="43810"/>
                  <a:pt x="26114" y="45630"/>
                </a:cubicBezTo>
                <a:cubicBezTo>
                  <a:pt x="23958" y="46431"/>
                  <a:pt x="21628" y="46999"/>
                  <a:pt x="19123" y="47393"/>
                </a:cubicBezTo>
                <a:cubicBezTo>
                  <a:pt x="16618" y="47800"/>
                  <a:pt x="13880" y="48077"/>
                  <a:pt x="10982" y="48135"/>
                </a:cubicBezTo>
                <a:lnTo>
                  <a:pt x="8593" y="41246"/>
                </a:lnTo>
                <a:cubicBezTo>
                  <a:pt x="11491" y="41654"/>
                  <a:pt x="14288" y="41756"/>
                  <a:pt x="16895" y="41596"/>
                </a:cubicBezTo>
                <a:cubicBezTo>
                  <a:pt x="19458" y="41363"/>
                  <a:pt x="21963" y="40853"/>
                  <a:pt x="24293" y="39994"/>
                </a:cubicBezTo>
                <a:cubicBezTo>
                  <a:pt x="27425" y="38916"/>
                  <a:pt x="29639" y="37489"/>
                  <a:pt x="30949" y="35843"/>
                </a:cubicBezTo>
                <a:cubicBezTo>
                  <a:pt x="32260" y="34197"/>
                  <a:pt x="32610" y="32377"/>
                  <a:pt x="31925" y="30381"/>
                </a:cubicBezTo>
                <a:cubicBezTo>
                  <a:pt x="31299" y="28619"/>
                  <a:pt x="30163" y="27425"/>
                  <a:pt x="28619" y="26915"/>
                </a:cubicBezTo>
                <a:cubicBezTo>
                  <a:pt x="27032" y="26347"/>
                  <a:pt x="24075" y="26347"/>
                  <a:pt x="19575" y="26915"/>
                </a:cubicBezTo>
                <a:lnTo>
                  <a:pt x="17069" y="27192"/>
                </a:lnTo>
                <a:cubicBezTo>
                  <a:pt x="12627" y="27818"/>
                  <a:pt x="9219" y="27541"/>
                  <a:pt x="6714" y="26347"/>
                </a:cubicBezTo>
                <a:cubicBezTo>
                  <a:pt x="4267" y="25211"/>
                  <a:pt x="2505" y="23099"/>
                  <a:pt x="1369" y="19910"/>
                </a:cubicBezTo>
                <a:cubicBezTo>
                  <a:pt x="0" y="16108"/>
                  <a:pt x="350" y="12686"/>
                  <a:pt x="2287" y="9671"/>
                </a:cubicBezTo>
                <a:cubicBezTo>
                  <a:pt x="4267" y="6656"/>
                  <a:pt x="7748" y="4267"/>
                  <a:pt x="12744" y="2505"/>
                </a:cubicBezTo>
                <a:cubicBezTo>
                  <a:pt x="15191" y="1602"/>
                  <a:pt x="17579" y="976"/>
                  <a:pt x="19866" y="568"/>
                </a:cubicBezTo>
                <a:cubicBezTo>
                  <a:pt x="22138" y="175"/>
                  <a:pt x="24352" y="0"/>
                  <a:pt x="26463" y="58"/>
                </a:cubicBezTo>
                <a:close/>
                <a:moveTo>
                  <a:pt x="26463" y="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A5447-7BA3-42B3-A917-BAC734B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77" y="4457647"/>
            <a:ext cx="42499" cy="62292"/>
          </a:xfrm>
          <a:custGeom xmlns:a="http://schemas.openxmlformats.org/drawingml/2006/main">
            <a:pathLst>
              <a:path w="42499" h="62292">
                <a:moveTo>
                  <a:pt x="9438" y="11652"/>
                </a:moveTo>
                <a:lnTo>
                  <a:pt x="16603" y="31969"/>
                </a:lnTo>
                <a:lnTo>
                  <a:pt x="25823" y="28721"/>
                </a:lnTo>
                <a:cubicBezTo>
                  <a:pt x="29245" y="27527"/>
                  <a:pt x="31576" y="25706"/>
                  <a:pt x="32770" y="23259"/>
                </a:cubicBezTo>
                <a:cubicBezTo>
                  <a:pt x="34022" y="20871"/>
                  <a:pt x="34081" y="18031"/>
                  <a:pt x="32930" y="14783"/>
                </a:cubicBezTo>
                <a:cubicBezTo>
                  <a:pt x="31736" y="11550"/>
                  <a:pt x="29974" y="9379"/>
                  <a:pt x="27468" y="8243"/>
                </a:cubicBezTo>
                <a:cubicBezTo>
                  <a:pt x="24978" y="7166"/>
                  <a:pt x="22065" y="7224"/>
                  <a:pt x="18657" y="8418"/>
                </a:cubicBezTo>
                <a:lnTo>
                  <a:pt x="9438" y="11652"/>
                </a:lnTo>
                <a:close/>
                <a:moveTo>
                  <a:pt x="0" y="8243"/>
                </a:moveTo>
                <a:lnTo>
                  <a:pt x="16501" y="2389"/>
                </a:lnTo>
                <a:cubicBezTo>
                  <a:pt x="22589" y="218"/>
                  <a:pt x="27643" y="0"/>
                  <a:pt x="31736" y="1646"/>
                </a:cubicBezTo>
                <a:cubicBezTo>
                  <a:pt x="35785" y="3292"/>
                  <a:pt x="38741" y="6758"/>
                  <a:pt x="40620" y="12059"/>
                </a:cubicBezTo>
                <a:cubicBezTo>
                  <a:pt x="42499" y="17404"/>
                  <a:pt x="42382" y="21949"/>
                  <a:pt x="40212" y="25764"/>
                </a:cubicBezTo>
                <a:cubicBezTo>
                  <a:pt x="38115" y="29639"/>
                  <a:pt x="34022" y="32595"/>
                  <a:pt x="27935" y="34751"/>
                </a:cubicBezTo>
                <a:lnTo>
                  <a:pt x="18774" y="37998"/>
                </a:lnTo>
                <a:lnTo>
                  <a:pt x="26391" y="59729"/>
                </a:lnTo>
                <a:lnTo>
                  <a:pt x="19108" y="62292"/>
                </a:lnTo>
                <a:lnTo>
                  <a:pt x="0" y="8243"/>
                </a:lnTo>
                <a:close/>
                <a:moveTo>
                  <a:pt x="0" y="82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8FADB-A623-4433-9244-408FCC9F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90" y="4439092"/>
            <a:ext cx="38741" cy="65030"/>
          </a:xfrm>
          <a:custGeom xmlns:a="http://schemas.openxmlformats.org/drawingml/2006/main">
            <a:pathLst>
              <a:path w="38741" h="65030">
                <a:moveTo>
                  <a:pt x="0" y="10982"/>
                </a:moveTo>
                <a:lnTo>
                  <a:pt x="31066" y="0"/>
                </a:lnTo>
                <a:lnTo>
                  <a:pt x="33280" y="6146"/>
                </a:lnTo>
                <a:lnTo>
                  <a:pt x="9496" y="14564"/>
                </a:lnTo>
                <a:lnTo>
                  <a:pt x="15132" y="30498"/>
                </a:lnTo>
                <a:lnTo>
                  <a:pt x="36586" y="22924"/>
                </a:lnTo>
                <a:lnTo>
                  <a:pt x="38741" y="29071"/>
                </a:lnTo>
                <a:lnTo>
                  <a:pt x="17302" y="36644"/>
                </a:lnTo>
                <a:lnTo>
                  <a:pt x="26405" y="62467"/>
                </a:lnTo>
                <a:lnTo>
                  <a:pt x="19123" y="65030"/>
                </a:lnTo>
                <a:lnTo>
                  <a:pt x="0" y="10982"/>
                </a:lnTo>
                <a:close/>
                <a:moveTo>
                  <a:pt x="0" y="109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68150-A4D4-426E-8ABF-158B6266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63" y="4432436"/>
            <a:ext cx="52738" cy="56612"/>
          </a:xfrm>
          <a:custGeom xmlns:a="http://schemas.openxmlformats.org/drawingml/2006/main">
            <a:pathLst>
              <a:path w="52738" h="56612">
                <a:moveTo>
                  <a:pt x="0" y="2563"/>
                </a:moveTo>
                <a:lnTo>
                  <a:pt x="7282" y="0"/>
                </a:lnTo>
                <a:lnTo>
                  <a:pt x="24235" y="47902"/>
                </a:lnTo>
                <a:lnTo>
                  <a:pt x="50568" y="38581"/>
                </a:lnTo>
                <a:lnTo>
                  <a:pt x="52738" y="44713"/>
                </a:lnTo>
                <a:lnTo>
                  <a:pt x="19108" y="56612"/>
                </a:lnTo>
                <a:lnTo>
                  <a:pt x="0" y="2563"/>
                </a:lnTo>
                <a:close/>
                <a:moveTo>
                  <a:pt x="0" y="25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B6612-A674-47C8-8500-DD14D628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68" y="4412177"/>
            <a:ext cx="42499" cy="62306"/>
          </a:xfrm>
          <a:custGeom xmlns:a="http://schemas.openxmlformats.org/drawingml/2006/main">
            <a:pathLst>
              <a:path w="42499" h="62306">
                <a:moveTo>
                  <a:pt x="9438" y="11666"/>
                </a:moveTo>
                <a:lnTo>
                  <a:pt x="16603" y="31983"/>
                </a:lnTo>
                <a:lnTo>
                  <a:pt x="25823" y="28736"/>
                </a:lnTo>
                <a:cubicBezTo>
                  <a:pt x="29231" y="27541"/>
                  <a:pt x="31517" y="25721"/>
                  <a:pt x="32770" y="23274"/>
                </a:cubicBezTo>
                <a:cubicBezTo>
                  <a:pt x="34022" y="20885"/>
                  <a:pt x="34081" y="18045"/>
                  <a:pt x="32872" y="14797"/>
                </a:cubicBezTo>
                <a:cubicBezTo>
                  <a:pt x="31736" y="11550"/>
                  <a:pt x="29915" y="9336"/>
                  <a:pt x="27468" y="8258"/>
                </a:cubicBezTo>
                <a:cubicBezTo>
                  <a:pt x="24978" y="7180"/>
                  <a:pt x="22065" y="7239"/>
                  <a:pt x="18657" y="8433"/>
                </a:cubicBezTo>
                <a:lnTo>
                  <a:pt x="9438" y="11666"/>
                </a:lnTo>
                <a:close/>
                <a:moveTo>
                  <a:pt x="0" y="8258"/>
                </a:moveTo>
                <a:lnTo>
                  <a:pt x="16501" y="2403"/>
                </a:lnTo>
                <a:cubicBezTo>
                  <a:pt x="22575" y="233"/>
                  <a:pt x="27643" y="0"/>
                  <a:pt x="31678" y="1660"/>
                </a:cubicBezTo>
                <a:cubicBezTo>
                  <a:pt x="35785" y="3306"/>
                  <a:pt x="38741" y="6772"/>
                  <a:pt x="40620" y="12074"/>
                </a:cubicBezTo>
                <a:cubicBezTo>
                  <a:pt x="42499" y="17361"/>
                  <a:pt x="42382" y="21963"/>
                  <a:pt x="40212" y="25779"/>
                </a:cubicBezTo>
                <a:cubicBezTo>
                  <a:pt x="38115" y="29595"/>
                  <a:pt x="34022" y="32610"/>
                  <a:pt x="27935" y="34707"/>
                </a:cubicBezTo>
                <a:lnTo>
                  <a:pt x="18715" y="38013"/>
                </a:lnTo>
                <a:lnTo>
                  <a:pt x="26391" y="59685"/>
                </a:lnTo>
                <a:lnTo>
                  <a:pt x="19108" y="62306"/>
                </a:lnTo>
                <a:lnTo>
                  <a:pt x="0" y="8258"/>
                </a:lnTo>
                <a:close/>
                <a:moveTo>
                  <a:pt x="0" y="82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BF437-19A0-4FF8-BC3F-5611016A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803" y="4400060"/>
            <a:ext cx="26565" cy="58724"/>
          </a:xfrm>
          <a:custGeom xmlns:a="http://schemas.openxmlformats.org/drawingml/2006/main">
            <a:pathLst>
              <a:path w="26565" h="58724">
                <a:moveTo>
                  <a:pt x="0" y="2345"/>
                </a:moveTo>
                <a:lnTo>
                  <a:pt x="6656" y="0"/>
                </a:lnTo>
                <a:lnTo>
                  <a:pt x="26565" y="56335"/>
                </a:lnTo>
                <a:lnTo>
                  <a:pt x="19910" y="58724"/>
                </a:lnTo>
                <a:lnTo>
                  <a:pt x="0" y="2345"/>
                </a:lnTo>
                <a:close/>
                <a:moveTo>
                  <a:pt x="0" y="23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3C7B7-2939-4F90-B6CB-6B9DC2BF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90" y="4399157"/>
            <a:ext cx="48296" cy="50233"/>
          </a:xfrm>
          <a:custGeom xmlns:a="http://schemas.openxmlformats.org/drawingml/2006/main">
            <a:pathLst>
              <a:path w="48296" h="50233">
                <a:moveTo>
                  <a:pt x="8695" y="36586"/>
                </a:moveTo>
                <a:lnTo>
                  <a:pt x="0" y="12001"/>
                </a:lnTo>
                <a:lnTo>
                  <a:pt x="6656" y="9671"/>
                </a:lnTo>
                <a:lnTo>
                  <a:pt x="15249" y="33964"/>
                </a:lnTo>
                <a:cubicBezTo>
                  <a:pt x="16603" y="37838"/>
                  <a:pt x="18366" y="40445"/>
                  <a:pt x="20536" y="41814"/>
                </a:cubicBezTo>
                <a:cubicBezTo>
                  <a:pt x="22691" y="43183"/>
                  <a:pt x="25313" y="43344"/>
                  <a:pt x="28269" y="42324"/>
                </a:cubicBezTo>
                <a:cubicBezTo>
                  <a:pt x="31911" y="41013"/>
                  <a:pt x="34299" y="38916"/>
                  <a:pt x="35610" y="35843"/>
                </a:cubicBezTo>
                <a:cubicBezTo>
                  <a:pt x="36862" y="32828"/>
                  <a:pt x="36804" y="29362"/>
                  <a:pt x="35435" y="25371"/>
                </a:cubicBezTo>
                <a:lnTo>
                  <a:pt x="27308" y="2389"/>
                </a:lnTo>
                <a:lnTo>
                  <a:pt x="33964" y="0"/>
                </a:lnTo>
                <a:lnTo>
                  <a:pt x="48296" y="40562"/>
                </a:lnTo>
                <a:lnTo>
                  <a:pt x="41640" y="42950"/>
                </a:lnTo>
                <a:lnTo>
                  <a:pt x="39426" y="36688"/>
                </a:lnTo>
                <a:cubicBezTo>
                  <a:pt x="38683" y="39703"/>
                  <a:pt x="37430" y="42208"/>
                  <a:pt x="35726" y="44203"/>
                </a:cubicBezTo>
                <a:cubicBezTo>
                  <a:pt x="34022" y="46140"/>
                  <a:pt x="31736" y="47611"/>
                  <a:pt x="28954" y="48587"/>
                </a:cubicBezTo>
                <a:cubicBezTo>
                  <a:pt x="24293" y="50233"/>
                  <a:pt x="20245" y="50058"/>
                  <a:pt x="16778" y="48019"/>
                </a:cubicBezTo>
                <a:cubicBezTo>
                  <a:pt x="13370" y="45965"/>
                  <a:pt x="10632" y="42149"/>
                  <a:pt x="8695" y="36586"/>
                </a:cubicBezTo>
                <a:close/>
                <a:moveTo>
                  <a:pt x="8695" y="365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AD801-FAAB-43B6-8A17-AF2C00F6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620" y="4382539"/>
            <a:ext cx="46985" cy="64972"/>
          </a:xfrm>
          <a:custGeom xmlns:a="http://schemas.openxmlformats.org/drawingml/2006/main">
            <a:pathLst>
              <a:path w="46985" h="64972">
                <a:moveTo>
                  <a:pt x="32027" y="22196"/>
                </a:moveTo>
                <a:cubicBezTo>
                  <a:pt x="30323" y="17361"/>
                  <a:pt x="27978" y="13938"/>
                  <a:pt x="25080" y="12016"/>
                </a:cubicBezTo>
                <a:cubicBezTo>
                  <a:pt x="22182" y="10079"/>
                  <a:pt x="18875" y="9729"/>
                  <a:pt x="15293" y="10982"/>
                </a:cubicBezTo>
                <a:cubicBezTo>
                  <a:pt x="11710" y="12234"/>
                  <a:pt x="9438" y="14564"/>
                  <a:pt x="8360" y="17929"/>
                </a:cubicBezTo>
                <a:cubicBezTo>
                  <a:pt x="7326" y="21279"/>
                  <a:pt x="7617" y="25386"/>
                  <a:pt x="9321" y="30221"/>
                </a:cubicBezTo>
                <a:cubicBezTo>
                  <a:pt x="11025" y="34998"/>
                  <a:pt x="13356" y="38348"/>
                  <a:pt x="16268" y="40343"/>
                </a:cubicBezTo>
                <a:cubicBezTo>
                  <a:pt x="19225" y="42280"/>
                  <a:pt x="22458" y="42615"/>
                  <a:pt x="26056" y="41363"/>
                </a:cubicBezTo>
                <a:cubicBezTo>
                  <a:pt x="29639" y="40110"/>
                  <a:pt x="31969" y="37780"/>
                  <a:pt x="32988" y="34430"/>
                </a:cubicBezTo>
                <a:cubicBezTo>
                  <a:pt x="34066" y="31066"/>
                  <a:pt x="33731" y="26973"/>
                  <a:pt x="32027" y="22196"/>
                </a:cubicBezTo>
                <a:close/>
                <a:moveTo>
                  <a:pt x="44261" y="35566"/>
                </a:moveTo>
                <a:cubicBezTo>
                  <a:pt x="46708" y="42441"/>
                  <a:pt x="46985" y="48135"/>
                  <a:pt x="45106" y="52577"/>
                </a:cubicBezTo>
                <a:cubicBezTo>
                  <a:pt x="43227" y="57005"/>
                  <a:pt x="39135" y="60369"/>
                  <a:pt x="32814" y="62583"/>
                </a:cubicBezTo>
                <a:cubicBezTo>
                  <a:pt x="30483" y="63442"/>
                  <a:pt x="28211" y="64011"/>
                  <a:pt x="25997" y="64404"/>
                </a:cubicBezTo>
                <a:cubicBezTo>
                  <a:pt x="23769" y="64812"/>
                  <a:pt x="21555" y="64972"/>
                  <a:pt x="19400" y="64913"/>
                </a:cubicBezTo>
                <a:lnTo>
                  <a:pt x="17055" y="58432"/>
                </a:lnTo>
                <a:cubicBezTo>
                  <a:pt x="19400" y="58826"/>
                  <a:pt x="21614" y="58942"/>
                  <a:pt x="23711" y="58767"/>
                </a:cubicBezTo>
                <a:cubicBezTo>
                  <a:pt x="25764" y="58607"/>
                  <a:pt x="27818" y="58156"/>
                  <a:pt x="29799" y="57471"/>
                </a:cubicBezTo>
                <a:cubicBezTo>
                  <a:pt x="34183" y="55927"/>
                  <a:pt x="37023" y="53597"/>
                  <a:pt x="38392" y="50582"/>
                </a:cubicBezTo>
                <a:cubicBezTo>
                  <a:pt x="39761" y="47509"/>
                  <a:pt x="39644" y="43693"/>
                  <a:pt x="37998" y="39091"/>
                </a:cubicBezTo>
                <a:lnTo>
                  <a:pt x="36862" y="35785"/>
                </a:lnTo>
                <a:cubicBezTo>
                  <a:pt x="36294" y="38639"/>
                  <a:pt x="35202" y="41086"/>
                  <a:pt x="33440" y="43009"/>
                </a:cubicBezTo>
                <a:cubicBezTo>
                  <a:pt x="31736" y="44946"/>
                  <a:pt x="29347" y="46431"/>
                  <a:pt x="26391" y="47509"/>
                </a:cubicBezTo>
                <a:cubicBezTo>
                  <a:pt x="21381" y="49271"/>
                  <a:pt x="16720" y="48820"/>
                  <a:pt x="12336" y="46082"/>
                </a:cubicBezTo>
                <a:cubicBezTo>
                  <a:pt x="7952" y="43358"/>
                  <a:pt x="4661" y="38858"/>
                  <a:pt x="2432" y="32610"/>
                </a:cubicBezTo>
                <a:cubicBezTo>
                  <a:pt x="218" y="26347"/>
                  <a:pt x="0" y="20769"/>
                  <a:pt x="1704" y="15933"/>
                </a:cubicBezTo>
                <a:cubicBezTo>
                  <a:pt x="3408" y="11040"/>
                  <a:pt x="6700" y="7748"/>
                  <a:pt x="11710" y="5971"/>
                </a:cubicBezTo>
                <a:cubicBezTo>
                  <a:pt x="14666" y="4952"/>
                  <a:pt x="17463" y="4617"/>
                  <a:pt x="20011" y="5010"/>
                </a:cubicBezTo>
                <a:cubicBezTo>
                  <a:pt x="22575" y="5462"/>
                  <a:pt x="24963" y="6598"/>
                  <a:pt x="27192" y="8535"/>
                </a:cubicBezTo>
                <a:lnTo>
                  <a:pt x="25022" y="2389"/>
                </a:lnTo>
                <a:lnTo>
                  <a:pt x="31678" y="0"/>
                </a:lnTo>
                <a:lnTo>
                  <a:pt x="44261" y="35566"/>
                </a:lnTo>
                <a:close/>
                <a:moveTo>
                  <a:pt x="44261" y="3556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3079E-9FEB-4B6D-B0A7-6ED1A817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39" y="4359556"/>
            <a:ext cx="26624" cy="58709"/>
          </a:xfrm>
          <a:custGeom xmlns:a="http://schemas.openxmlformats.org/drawingml/2006/main">
            <a:pathLst>
              <a:path w="26624" h="58709">
                <a:moveTo>
                  <a:pt x="5636" y="18147"/>
                </a:moveTo>
                <a:lnTo>
                  <a:pt x="12292" y="15817"/>
                </a:lnTo>
                <a:lnTo>
                  <a:pt x="26624" y="56321"/>
                </a:lnTo>
                <a:lnTo>
                  <a:pt x="19910" y="58709"/>
                </a:lnTo>
                <a:lnTo>
                  <a:pt x="5636" y="18147"/>
                </a:lnTo>
                <a:close/>
                <a:moveTo>
                  <a:pt x="0" y="2330"/>
                </a:moveTo>
                <a:lnTo>
                  <a:pt x="6714" y="0"/>
                </a:lnTo>
                <a:lnTo>
                  <a:pt x="9671" y="8418"/>
                </a:lnTo>
                <a:lnTo>
                  <a:pt x="3015" y="10807"/>
                </a:lnTo>
                <a:lnTo>
                  <a:pt x="0" y="2330"/>
                </a:lnTo>
                <a:close/>
                <a:moveTo>
                  <a:pt x="0" y="23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499F9-D0C7-4E55-99CE-D8CC12F0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78" y="4360867"/>
            <a:ext cx="48310" cy="50174"/>
          </a:xfrm>
          <a:custGeom xmlns:a="http://schemas.openxmlformats.org/drawingml/2006/main">
            <a:pathLst>
              <a:path w="48310" h="50174">
                <a:moveTo>
                  <a:pt x="39659" y="13705"/>
                </a:moveTo>
                <a:lnTo>
                  <a:pt x="48310" y="38173"/>
                </a:lnTo>
                <a:lnTo>
                  <a:pt x="41640" y="40562"/>
                </a:lnTo>
                <a:lnTo>
                  <a:pt x="33061" y="16268"/>
                </a:lnTo>
                <a:cubicBezTo>
                  <a:pt x="31750" y="12453"/>
                  <a:pt x="29988" y="9846"/>
                  <a:pt x="27760" y="8476"/>
                </a:cubicBezTo>
                <a:cubicBezTo>
                  <a:pt x="25604" y="7107"/>
                  <a:pt x="23041" y="6947"/>
                  <a:pt x="20026" y="7967"/>
                </a:cubicBezTo>
                <a:cubicBezTo>
                  <a:pt x="16443" y="9278"/>
                  <a:pt x="13996" y="11433"/>
                  <a:pt x="12744" y="14448"/>
                </a:cubicBezTo>
                <a:cubicBezTo>
                  <a:pt x="11491" y="17463"/>
                  <a:pt x="11550" y="20944"/>
                  <a:pt x="12919" y="24920"/>
                </a:cubicBezTo>
                <a:lnTo>
                  <a:pt x="21046" y="47844"/>
                </a:lnTo>
                <a:lnTo>
                  <a:pt x="14346" y="50174"/>
                </a:lnTo>
                <a:lnTo>
                  <a:pt x="0" y="9671"/>
                </a:lnTo>
                <a:lnTo>
                  <a:pt x="6714" y="7282"/>
                </a:lnTo>
                <a:lnTo>
                  <a:pt x="8928" y="13603"/>
                </a:lnTo>
                <a:cubicBezTo>
                  <a:pt x="9671" y="10588"/>
                  <a:pt x="10923" y="8083"/>
                  <a:pt x="12627" y="6146"/>
                </a:cubicBezTo>
                <a:cubicBezTo>
                  <a:pt x="14390" y="4151"/>
                  <a:pt x="16676" y="2680"/>
                  <a:pt x="19458" y="1646"/>
                </a:cubicBezTo>
                <a:cubicBezTo>
                  <a:pt x="24119" y="0"/>
                  <a:pt x="28168" y="233"/>
                  <a:pt x="31576" y="2272"/>
                </a:cubicBezTo>
                <a:cubicBezTo>
                  <a:pt x="34984" y="4267"/>
                  <a:pt x="37664" y="8141"/>
                  <a:pt x="39659" y="13705"/>
                </a:cubicBezTo>
                <a:close/>
                <a:moveTo>
                  <a:pt x="39659" y="137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6C99D-8902-4AB4-A816-F32C579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28" y="4591683"/>
            <a:ext cx="42149" cy="61957"/>
          </a:xfrm>
          <a:custGeom xmlns:a="http://schemas.openxmlformats.org/drawingml/2006/main">
            <a:pathLst>
              <a:path w="42149" h="61957">
                <a:moveTo>
                  <a:pt x="9321" y="11025"/>
                </a:moveTo>
                <a:lnTo>
                  <a:pt x="15817" y="31576"/>
                </a:lnTo>
                <a:lnTo>
                  <a:pt x="25080" y="28619"/>
                </a:lnTo>
                <a:cubicBezTo>
                  <a:pt x="28561" y="27527"/>
                  <a:pt x="30891" y="25823"/>
                  <a:pt x="32260" y="23434"/>
                </a:cubicBezTo>
                <a:cubicBezTo>
                  <a:pt x="33571" y="21046"/>
                  <a:pt x="33673" y="18205"/>
                  <a:pt x="32653" y="14899"/>
                </a:cubicBezTo>
                <a:cubicBezTo>
                  <a:pt x="31634" y="11652"/>
                  <a:pt x="29872" y="9438"/>
                  <a:pt x="27425" y="8243"/>
                </a:cubicBezTo>
                <a:cubicBezTo>
                  <a:pt x="24978" y="7049"/>
                  <a:pt x="22065" y="6991"/>
                  <a:pt x="18599" y="8069"/>
                </a:cubicBezTo>
                <a:lnTo>
                  <a:pt x="9321" y="11025"/>
                </a:lnTo>
                <a:close/>
                <a:moveTo>
                  <a:pt x="0" y="7282"/>
                </a:moveTo>
                <a:lnTo>
                  <a:pt x="16662" y="1981"/>
                </a:lnTo>
                <a:cubicBezTo>
                  <a:pt x="22808" y="58"/>
                  <a:pt x="27876" y="0"/>
                  <a:pt x="31911" y="1762"/>
                </a:cubicBezTo>
                <a:cubicBezTo>
                  <a:pt x="35901" y="3525"/>
                  <a:pt x="38741" y="7107"/>
                  <a:pt x="40445" y="12453"/>
                </a:cubicBezTo>
                <a:cubicBezTo>
                  <a:pt x="42149" y="17856"/>
                  <a:pt x="41873" y="22415"/>
                  <a:pt x="39601" y="26172"/>
                </a:cubicBezTo>
                <a:cubicBezTo>
                  <a:pt x="37314" y="29915"/>
                  <a:pt x="33163" y="32770"/>
                  <a:pt x="27017" y="34707"/>
                </a:cubicBezTo>
                <a:lnTo>
                  <a:pt x="17696" y="37664"/>
                </a:lnTo>
                <a:lnTo>
                  <a:pt x="24628" y="59612"/>
                </a:lnTo>
                <a:lnTo>
                  <a:pt x="17230" y="61957"/>
                </a:lnTo>
                <a:lnTo>
                  <a:pt x="0" y="7282"/>
                </a:lnTo>
                <a:close/>
                <a:moveTo>
                  <a:pt x="0" y="72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66AD6-5F44-4948-BCF1-2993A88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97" y="4590708"/>
            <a:ext cx="25997" cy="49213"/>
          </a:xfrm>
          <a:custGeom xmlns:a="http://schemas.openxmlformats.org/drawingml/2006/main">
            <a:pathLst>
              <a:path w="25997" h="49213">
                <a:moveTo>
                  <a:pt x="25997" y="6947"/>
                </a:moveTo>
                <a:cubicBezTo>
                  <a:pt x="25094" y="6714"/>
                  <a:pt x="24177" y="6656"/>
                  <a:pt x="23216" y="6772"/>
                </a:cubicBezTo>
                <a:cubicBezTo>
                  <a:pt x="22254" y="6831"/>
                  <a:pt x="21279" y="7005"/>
                  <a:pt x="20201" y="7340"/>
                </a:cubicBezTo>
                <a:cubicBezTo>
                  <a:pt x="16385" y="8535"/>
                  <a:pt x="13822" y="10705"/>
                  <a:pt x="12584" y="13836"/>
                </a:cubicBezTo>
                <a:cubicBezTo>
                  <a:pt x="11331" y="16953"/>
                  <a:pt x="11433" y="20827"/>
                  <a:pt x="12919" y="25488"/>
                </a:cubicBezTo>
                <a:lnTo>
                  <a:pt x="19691" y="47116"/>
                </a:lnTo>
                <a:lnTo>
                  <a:pt x="12919" y="49213"/>
                </a:lnTo>
                <a:lnTo>
                  <a:pt x="0" y="8200"/>
                </a:lnTo>
                <a:lnTo>
                  <a:pt x="6772" y="6088"/>
                </a:lnTo>
                <a:lnTo>
                  <a:pt x="8768" y="12467"/>
                </a:lnTo>
                <a:cubicBezTo>
                  <a:pt x="9394" y="9511"/>
                  <a:pt x="10705" y="7064"/>
                  <a:pt x="12584" y="5185"/>
                </a:cubicBezTo>
                <a:cubicBezTo>
                  <a:pt x="14448" y="3248"/>
                  <a:pt x="17011" y="1762"/>
                  <a:pt x="20259" y="743"/>
                </a:cubicBezTo>
                <a:cubicBezTo>
                  <a:pt x="20711" y="568"/>
                  <a:pt x="21279" y="466"/>
                  <a:pt x="21847" y="350"/>
                </a:cubicBezTo>
                <a:cubicBezTo>
                  <a:pt x="22415" y="233"/>
                  <a:pt x="23041" y="117"/>
                  <a:pt x="23784" y="0"/>
                </a:cubicBezTo>
                <a:lnTo>
                  <a:pt x="25997" y="6947"/>
                </a:lnTo>
                <a:close/>
                <a:moveTo>
                  <a:pt x="25997" y="69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77AB3-AEA7-48A9-939C-E57F90DE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30" y="4581780"/>
            <a:ext cx="41873" cy="46766"/>
          </a:xfrm>
          <a:custGeom xmlns:a="http://schemas.openxmlformats.org/drawingml/2006/main">
            <a:pathLst>
              <a:path w="41873" h="46766">
                <a:moveTo>
                  <a:pt x="15933" y="7573"/>
                </a:moveTo>
                <a:cubicBezTo>
                  <a:pt x="12351" y="8710"/>
                  <a:pt x="9904" y="11040"/>
                  <a:pt x="8710" y="14506"/>
                </a:cubicBezTo>
                <a:cubicBezTo>
                  <a:pt x="7515" y="17972"/>
                  <a:pt x="7690" y="22182"/>
                  <a:pt x="9219" y="27075"/>
                </a:cubicBezTo>
                <a:cubicBezTo>
                  <a:pt x="10763" y="31969"/>
                  <a:pt x="13035" y="35552"/>
                  <a:pt x="15992" y="37722"/>
                </a:cubicBezTo>
                <a:cubicBezTo>
                  <a:pt x="19007" y="39877"/>
                  <a:pt x="22313" y="40343"/>
                  <a:pt x="25954" y="39193"/>
                </a:cubicBezTo>
                <a:cubicBezTo>
                  <a:pt x="29537" y="38057"/>
                  <a:pt x="31925" y="35785"/>
                  <a:pt x="33119" y="32260"/>
                </a:cubicBezTo>
                <a:cubicBezTo>
                  <a:pt x="34314" y="28794"/>
                  <a:pt x="34139" y="24570"/>
                  <a:pt x="32610" y="19691"/>
                </a:cubicBezTo>
                <a:cubicBezTo>
                  <a:pt x="31066" y="14856"/>
                  <a:pt x="28852" y="11317"/>
                  <a:pt x="25837" y="9161"/>
                </a:cubicBezTo>
                <a:cubicBezTo>
                  <a:pt x="22822" y="6947"/>
                  <a:pt x="19516" y="6423"/>
                  <a:pt x="15933" y="7573"/>
                </a:cubicBezTo>
                <a:close/>
                <a:moveTo>
                  <a:pt x="14171" y="1879"/>
                </a:moveTo>
                <a:cubicBezTo>
                  <a:pt x="20026" y="0"/>
                  <a:pt x="25211" y="451"/>
                  <a:pt x="29755" y="3248"/>
                </a:cubicBezTo>
                <a:cubicBezTo>
                  <a:pt x="34314" y="5971"/>
                  <a:pt x="37664" y="10690"/>
                  <a:pt x="39775" y="17463"/>
                </a:cubicBezTo>
                <a:cubicBezTo>
                  <a:pt x="41873" y="24177"/>
                  <a:pt x="41873" y="29988"/>
                  <a:pt x="39717" y="34882"/>
                </a:cubicBezTo>
                <a:cubicBezTo>
                  <a:pt x="37605" y="39717"/>
                  <a:pt x="33629" y="43067"/>
                  <a:pt x="27774" y="44946"/>
                </a:cubicBezTo>
                <a:cubicBezTo>
                  <a:pt x="21847" y="46766"/>
                  <a:pt x="16618" y="46315"/>
                  <a:pt x="12118" y="43577"/>
                </a:cubicBezTo>
                <a:cubicBezTo>
                  <a:pt x="7573" y="40795"/>
                  <a:pt x="4209" y="36076"/>
                  <a:pt x="2112" y="29362"/>
                </a:cubicBezTo>
                <a:cubicBezTo>
                  <a:pt x="0" y="22589"/>
                  <a:pt x="0" y="16778"/>
                  <a:pt x="2112" y="11943"/>
                </a:cubicBezTo>
                <a:cubicBezTo>
                  <a:pt x="4267" y="7107"/>
                  <a:pt x="8258" y="3699"/>
                  <a:pt x="14171" y="1879"/>
                </a:cubicBezTo>
                <a:close/>
                <a:moveTo>
                  <a:pt x="14171" y="18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76720-030B-4574-B914-F54F7828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44" y="4567783"/>
            <a:ext cx="43984" cy="47276"/>
          </a:xfrm>
          <a:custGeom xmlns:a="http://schemas.openxmlformats.org/drawingml/2006/main">
            <a:pathLst>
              <a:path w="43984" h="47276">
                <a:moveTo>
                  <a:pt x="24017" y="21905"/>
                </a:moveTo>
                <a:cubicBezTo>
                  <a:pt x="18613" y="23609"/>
                  <a:pt x="15030" y="25429"/>
                  <a:pt x="13312" y="27366"/>
                </a:cubicBezTo>
                <a:cubicBezTo>
                  <a:pt x="11608" y="29245"/>
                  <a:pt x="11215" y="31692"/>
                  <a:pt x="12176" y="34707"/>
                </a:cubicBezTo>
                <a:cubicBezTo>
                  <a:pt x="12919" y="37096"/>
                  <a:pt x="14288" y="38741"/>
                  <a:pt x="16341" y="39659"/>
                </a:cubicBezTo>
                <a:cubicBezTo>
                  <a:pt x="18322" y="40562"/>
                  <a:pt x="20711" y="40562"/>
                  <a:pt x="23390" y="39717"/>
                </a:cubicBezTo>
                <a:cubicBezTo>
                  <a:pt x="27148" y="38567"/>
                  <a:pt x="29711" y="36294"/>
                  <a:pt x="31124" y="32945"/>
                </a:cubicBezTo>
                <a:cubicBezTo>
                  <a:pt x="32551" y="29522"/>
                  <a:pt x="32610" y="25662"/>
                  <a:pt x="31182" y="21279"/>
                </a:cubicBezTo>
                <a:lnTo>
                  <a:pt x="30731" y="19793"/>
                </a:lnTo>
                <a:lnTo>
                  <a:pt x="24017" y="21905"/>
                </a:lnTo>
                <a:close/>
                <a:moveTo>
                  <a:pt x="36586" y="14856"/>
                </a:moveTo>
                <a:lnTo>
                  <a:pt x="43984" y="38290"/>
                </a:lnTo>
                <a:lnTo>
                  <a:pt x="37212" y="40402"/>
                </a:lnTo>
                <a:lnTo>
                  <a:pt x="35275" y="34197"/>
                </a:lnTo>
                <a:cubicBezTo>
                  <a:pt x="34547" y="37154"/>
                  <a:pt x="33178" y="39601"/>
                  <a:pt x="31241" y="41479"/>
                </a:cubicBezTo>
                <a:cubicBezTo>
                  <a:pt x="29362" y="43416"/>
                  <a:pt x="26682" y="44887"/>
                  <a:pt x="23390" y="45965"/>
                </a:cubicBezTo>
                <a:cubicBezTo>
                  <a:pt x="19181" y="47276"/>
                  <a:pt x="15482" y="47160"/>
                  <a:pt x="12234" y="45572"/>
                </a:cubicBezTo>
                <a:cubicBezTo>
                  <a:pt x="9059" y="43984"/>
                  <a:pt x="6772" y="41246"/>
                  <a:pt x="5520" y="37270"/>
                </a:cubicBezTo>
                <a:cubicBezTo>
                  <a:pt x="4107" y="32653"/>
                  <a:pt x="4559" y="28677"/>
                  <a:pt x="6889" y="25371"/>
                </a:cubicBezTo>
                <a:cubicBezTo>
                  <a:pt x="9219" y="22080"/>
                  <a:pt x="13487" y="19458"/>
                  <a:pt x="19633" y="17521"/>
                </a:cubicBezTo>
                <a:lnTo>
                  <a:pt x="29085" y="14506"/>
                </a:lnTo>
                <a:lnTo>
                  <a:pt x="28852" y="13822"/>
                </a:lnTo>
                <a:cubicBezTo>
                  <a:pt x="27876" y="10749"/>
                  <a:pt x="26114" y="8651"/>
                  <a:pt x="23507" y="7632"/>
                </a:cubicBezTo>
                <a:cubicBezTo>
                  <a:pt x="20944" y="6539"/>
                  <a:pt x="17812" y="6598"/>
                  <a:pt x="14113" y="7792"/>
                </a:cubicBezTo>
                <a:cubicBezTo>
                  <a:pt x="11783" y="8535"/>
                  <a:pt x="9627" y="9496"/>
                  <a:pt x="7573" y="10807"/>
                </a:cubicBezTo>
                <a:cubicBezTo>
                  <a:pt x="5520" y="12059"/>
                  <a:pt x="3641" y="13603"/>
                  <a:pt x="1937" y="15365"/>
                </a:cubicBezTo>
                <a:lnTo>
                  <a:pt x="0" y="9103"/>
                </a:lnTo>
                <a:cubicBezTo>
                  <a:pt x="2112" y="7399"/>
                  <a:pt x="4326" y="5913"/>
                  <a:pt x="6496" y="4719"/>
                </a:cubicBezTo>
                <a:cubicBezTo>
                  <a:pt x="8651" y="3525"/>
                  <a:pt x="10821" y="2563"/>
                  <a:pt x="13035" y="1879"/>
                </a:cubicBezTo>
                <a:cubicBezTo>
                  <a:pt x="18948" y="0"/>
                  <a:pt x="23900" y="117"/>
                  <a:pt x="27774" y="2272"/>
                </a:cubicBezTo>
                <a:cubicBezTo>
                  <a:pt x="31692" y="4442"/>
                  <a:pt x="34590" y="8651"/>
                  <a:pt x="36586" y="14856"/>
                </a:cubicBezTo>
                <a:close/>
                <a:moveTo>
                  <a:pt x="36586" y="148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834AB-E243-45D3-8D0E-7DD75F7B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17" y="4552651"/>
            <a:ext cx="40504" cy="46591"/>
          </a:xfrm>
          <a:custGeom xmlns:a="http://schemas.openxmlformats.org/drawingml/2006/main">
            <a:pathLst>
              <a:path w="40504" h="46591">
                <a:moveTo>
                  <a:pt x="28561" y="291"/>
                </a:moveTo>
                <a:lnTo>
                  <a:pt x="30556" y="6598"/>
                </a:lnTo>
                <a:cubicBezTo>
                  <a:pt x="28269" y="6146"/>
                  <a:pt x="26114" y="5913"/>
                  <a:pt x="24060" y="6030"/>
                </a:cubicBezTo>
                <a:cubicBezTo>
                  <a:pt x="21963" y="6088"/>
                  <a:pt x="19968" y="6423"/>
                  <a:pt x="18031" y="7049"/>
                </a:cubicBezTo>
                <a:cubicBezTo>
                  <a:pt x="13661" y="8418"/>
                  <a:pt x="10690" y="10923"/>
                  <a:pt x="9103" y="14448"/>
                </a:cubicBezTo>
                <a:cubicBezTo>
                  <a:pt x="7573" y="17972"/>
                  <a:pt x="7617" y="22240"/>
                  <a:pt x="9161" y="27250"/>
                </a:cubicBezTo>
                <a:cubicBezTo>
                  <a:pt x="10749" y="32260"/>
                  <a:pt x="13195" y="35785"/>
                  <a:pt x="16501" y="37780"/>
                </a:cubicBezTo>
                <a:cubicBezTo>
                  <a:pt x="19793" y="39761"/>
                  <a:pt x="23609" y="40110"/>
                  <a:pt x="27993" y="38683"/>
                </a:cubicBezTo>
                <a:cubicBezTo>
                  <a:pt x="29930" y="38057"/>
                  <a:pt x="31809" y="37212"/>
                  <a:pt x="33571" y="36076"/>
                </a:cubicBezTo>
                <a:cubicBezTo>
                  <a:pt x="35275" y="34925"/>
                  <a:pt x="36979" y="33571"/>
                  <a:pt x="38523" y="31911"/>
                </a:cubicBezTo>
                <a:lnTo>
                  <a:pt x="40504" y="38115"/>
                </a:lnTo>
                <a:cubicBezTo>
                  <a:pt x="38916" y="39601"/>
                  <a:pt x="37154" y="40911"/>
                  <a:pt x="35275" y="41989"/>
                </a:cubicBezTo>
                <a:cubicBezTo>
                  <a:pt x="33396" y="43009"/>
                  <a:pt x="31343" y="43926"/>
                  <a:pt x="29071" y="44654"/>
                </a:cubicBezTo>
                <a:cubicBezTo>
                  <a:pt x="22866" y="46591"/>
                  <a:pt x="17346" y="46198"/>
                  <a:pt x="12511" y="43460"/>
                </a:cubicBezTo>
                <a:cubicBezTo>
                  <a:pt x="7617" y="40737"/>
                  <a:pt x="4151" y="36076"/>
                  <a:pt x="2112" y="29464"/>
                </a:cubicBezTo>
                <a:cubicBezTo>
                  <a:pt x="0" y="22808"/>
                  <a:pt x="175" y="16953"/>
                  <a:pt x="2622" y="11943"/>
                </a:cubicBezTo>
                <a:cubicBezTo>
                  <a:pt x="5068" y="6991"/>
                  <a:pt x="9496" y="3466"/>
                  <a:pt x="15933" y="1427"/>
                </a:cubicBezTo>
                <a:cubicBezTo>
                  <a:pt x="17972" y="801"/>
                  <a:pt x="20084" y="335"/>
                  <a:pt x="22182" y="175"/>
                </a:cubicBezTo>
                <a:cubicBezTo>
                  <a:pt x="24293" y="0"/>
                  <a:pt x="26405" y="0"/>
                  <a:pt x="28561" y="291"/>
                </a:cubicBezTo>
                <a:close/>
                <a:moveTo>
                  <a:pt x="28561" y="2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498ED-DA65-4E40-A295-5FF15022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24" y="4533877"/>
            <a:ext cx="38567" cy="52286"/>
          </a:xfrm>
          <a:custGeom xmlns:a="http://schemas.openxmlformats.org/drawingml/2006/main">
            <a:pathLst>
              <a:path w="38567" h="52286">
                <a:moveTo>
                  <a:pt x="8083" y="0"/>
                </a:moveTo>
                <a:lnTo>
                  <a:pt x="11724" y="11666"/>
                </a:lnTo>
                <a:lnTo>
                  <a:pt x="25604" y="7282"/>
                </a:lnTo>
                <a:lnTo>
                  <a:pt x="27250" y="12511"/>
                </a:lnTo>
                <a:lnTo>
                  <a:pt x="13370" y="16895"/>
                </a:lnTo>
                <a:lnTo>
                  <a:pt x="20419" y="39193"/>
                </a:lnTo>
                <a:cubicBezTo>
                  <a:pt x="21453" y="42499"/>
                  <a:pt x="22589" y="44552"/>
                  <a:pt x="23842" y="45179"/>
                </a:cubicBezTo>
                <a:cubicBezTo>
                  <a:pt x="25036" y="45849"/>
                  <a:pt x="27017" y="45747"/>
                  <a:pt x="29872" y="44829"/>
                </a:cubicBezTo>
                <a:lnTo>
                  <a:pt x="36746" y="42674"/>
                </a:lnTo>
                <a:lnTo>
                  <a:pt x="38567" y="48296"/>
                </a:lnTo>
                <a:lnTo>
                  <a:pt x="31634" y="50466"/>
                </a:lnTo>
                <a:cubicBezTo>
                  <a:pt x="26449" y="52111"/>
                  <a:pt x="22531" y="52286"/>
                  <a:pt x="19968" y="50975"/>
                </a:cubicBezTo>
                <a:cubicBezTo>
                  <a:pt x="17346" y="49665"/>
                  <a:pt x="15249" y="46417"/>
                  <a:pt x="13647" y="41305"/>
                </a:cubicBezTo>
                <a:lnTo>
                  <a:pt x="6598" y="19065"/>
                </a:lnTo>
                <a:lnTo>
                  <a:pt x="1646" y="20594"/>
                </a:lnTo>
                <a:lnTo>
                  <a:pt x="0" y="15365"/>
                </a:lnTo>
                <a:lnTo>
                  <a:pt x="4952" y="13822"/>
                </a:lnTo>
                <a:lnTo>
                  <a:pt x="1311" y="2156"/>
                </a:lnTo>
                <a:lnTo>
                  <a:pt x="8083" y="0"/>
                </a:lnTo>
                <a:close/>
                <a:moveTo>
                  <a:pt x="80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A7E24-493F-43A4-8E05-A2102D2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29" y="4520274"/>
            <a:ext cx="24759" cy="59117"/>
          </a:xfrm>
          <a:custGeom xmlns:a="http://schemas.openxmlformats.org/drawingml/2006/main">
            <a:pathLst>
              <a:path w="24759" h="59117">
                <a:moveTo>
                  <a:pt x="5068" y="18104"/>
                </a:moveTo>
                <a:lnTo>
                  <a:pt x="11783" y="15992"/>
                </a:lnTo>
                <a:lnTo>
                  <a:pt x="24759" y="57005"/>
                </a:lnTo>
                <a:lnTo>
                  <a:pt x="17987" y="59117"/>
                </a:lnTo>
                <a:lnTo>
                  <a:pt x="5068" y="18104"/>
                </a:lnTo>
                <a:close/>
                <a:moveTo>
                  <a:pt x="0" y="2112"/>
                </a:moveTo>
                <a:lnTo>
                  <a:pt x="6772" y="0"/>
                </a:lnTo>
                <a:lnTo>
                  <a:pt x="9452" y="8535"/>
                </a:lnTo>
                <a:lnTo>
                  <a:pt x="2738" y="10647"/>
                </a:lnTo>
                <a:lnTo>
                  <a:pt x="0" y="2112"/>
                </a:lnTo>
                <a:close/>
                <a:moveTo>
                  <a:pt x="0" y="2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A54E4-43F1-4565-A183-783D3871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89" y="4520740"/>
            <a:ext cx="39936" cy="48747"/>
          </a:xfrm>
          <a:custGeom xmlns:a="http://schemas.openxmlformats.org/drawingml/2006/main">
            <a:pathLst>
              <a:path w="39936" h="48747">
                <a:moveTo>
                  <a:pt x="0" y="12569"/>
                </a:moveTo>
                <a:lnTo>
                  <a:pt x="7166" y="10355"/>
                </a:lnTo>
                <a:lnTo>
                  <a:pt x="30833" y="40678"/>
                </a:lnTo>
                <a:lnTo>
                  <a:pt x="32770" y="2214"/>
                </a:lnTo>
                <a:lnTo>
                  <a:pt x="39936" y="0"/>
                </a:lnTo>
                <a:lnTo>
                  <a:pt x="37489" y="45849"/>
                </a:lnTo>
                <a:lnTo>
                  <a:pt x="28328" y="48747"/>
                </a:lnTo>
                <a:lnTo>
                  <a:pt x="0" y="12569"/>
                </a:lnTo>
                <a:close/>
                <a:moveTo>
                  <a:pt x="0" y="125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5BD4E-A143-4EF0-91C6-45C8B2F9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90" y="4509642"/>
            <a:ext cx="44203" cy="46475"/>
          </a:xfrm>
          <a:custGeom xmlns:a="http://schemas.openxmlformats.org/drawingml/2006/main">
            <a:pathLst>
              <a:path w="44203" h="46475">
                <a:moveTo>
                  <a:pt x="39426" y="15875"/>
                </a:moveTo>
                <a:lnTo>
                  <a:pt x="40504" y="19167"/>
                </a:lnTo>
                <a:lnTo>
                  <a:pt x="9496" y="28954"/>
                </a:lnTo>
                <a:cubicBezTo>
                  <a:pt x="11258" y="33513"/>
                  <a:pt x="13763" y="36586"/>
                  <a:pt x="17069" y="38232"/>
                </a:cubicBezTo>
                <a:cubicBezTo>
                  <a:pt x="20303" y="39877"/>
                  <a:pt x="24177" y="39994"/>
                  <a:pt x="28677" y="38567"/>
                </a:cubicBezTo>
                <a:cubicBezTo>
                  <a:pt x="31226" y="37780"/>
                  <a:pt x="33629" y="36688"/>
                  <a:pt x="35901" y="35275"/>
                </a:cubicBezTo>
                <a:cubicBezTo>
                  <a:pt x="38115" y="33848"/>
                  <a:pt x="40227" y="32144"/>
                  <a:pt x="42208" y="30148"/>
                </a:cubicBezTo>
                <a:lnTo>
                  <a:pt x="44203" y="36527"/>
                </a:lnTo>
                <a:cubicBezTo>
                  <a:pt x="42149" y="38290"/>
                  <a:pt x="39877" y="39877"/>
                  <a:pt x="37547" y="41188"/>
                </a:cubicBezTo>
                <a:cubicBezTo>
                  <a:pt x="35158" y="42557"/>
                  <a:pt x="32653" y="43635"/>
                  <a:pt x="30032" y="44436"/>
                </a:cubicBezTo>
                <a:cubicBezTo>
                  <a:pt x="23492" y="46475"/>
                  <a:pt x="17754" y="46257"/>
                  <a:pt x="12686" y="43635"/>
                </a:cubicBezTo>
                <a:cubicBezTo>
                  <a:pt x="7675" y="41013"/>
                  <a:pt x="4151" y="36469"/>
                  <a:pt x="2097" y="29974"/>
                </a:cubicBezTo>
                <a:cubicBezTo>
                  <a:pt x="0" y="23274"/>
                  <a:pt x="117" y="17346"/>
                  <a:pt x="2505" y="12292"/>
                </a:cubicBezTo>
                <a:cubicBezTo>
                  <a:pt x="4894" y="7224"/>
                  <a:pt x="9161" y="3699"/>
                  <a:pt x="15307" y="1762"/>
                </a:cubicBezTo>
                <a:cubicBezTo>
                  <a:pt x="20827" y="0"/>
                  <a:pt x="25721" y="393"/>
                  <a:pt x="30090" y="2957"/>
                </a:cubicBezTo>
                <a:cubicBezTo>
                  <a:pt x="34416" y="5462"/>
                  <a:pt x="37547" y="9787"/>
                  <a:pt x="39426" y="15875"/>
                </a:cubicBezTo>
                <a:close/>
                <a:moveTo>
                  <a:pt x="32085" y="16035"/>
                </a:moveTo>
                <a:cubicBezTo>
                  <a:pt x="30891" y="12394"/>
                  <a:pt x="28896" y="9787"/>
                  <a:pt x="26230" y="8185"/>
                </a:cubicBezTo>
                <a:cubicBezTo>
                  <a:pt x="23492" y="6656"/>
                  <a:pt x="20478" y="6365"/>
                  <a:pt x="17186" y="7457"/>
                </a:cubicBezTo>
                <a:cubicBezTo>
                  <a:pt x="13428" y="8593"/>
                  <a:pt x="10749" y="10632"/>
                  <a:pt x="9161" y="13487"/>
                </a:cubicBezTo>
                <a:cubicBezTo>
                  <a:pt x="7573" y="16327"/>
                  <a:pt x="7224" y="19676"/>
                  <a:pt x="8083" y="23667"/>
                </a:cubicBezTo>
                <a:lnTo>
                  <a:pt x="32085" y="16035"/>
                </a:lnTo>
                <a:close/>
                <a:moveTo>
                  <a:pt x="32085" y="160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575B3-440E-4AF3-9662-550FE2F8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9" y="4532232"/>
            <a:ext cx="10705" cy="11710"/>
          </a:xfrm>
          <a:custGeom xmlns:a="http://schemas.openxmlformats.org/drawingml/2006/main">
            <a:pathLst>
              <a:path w="10705" h="11710">
                <a:moveTo>
                  <a:pt x="0" y="2389"/>
                </a:moveTo>
                <a:lnTo>
                  <a:pt x="7748" y="0"/>
                </a:lnTo>
                <a:lnTo>
                  <a:pt x="10705" y="9263"/>
                </a:lnTo>
                <a:lnTo>
                  <a:pt x="2971" y="11710"/>
                </a:lnTo>
                <a:lnTo>
                  <a:pt x="0" y="2389"/>
                </a:lnTo>
                <a:close/>
                <a:moveTo>
                  <a:pt x="0" y="23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CCAE0-C8AA-491D-BE82-F40321AD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94" y="4474658"/>
            <a:ext cx="42149" cy="61942"/>
          </a:xfrm>
          <a:custGeom xmlns:a="http://schemas.openxmlformats.org/drawingml/2006/main">
            <a:pathLst>
              <a:path w="42149" h="61942">
                <a:moveTo>
                  <a:pt x="9321" y="11025"/>
                </a:moveTo>
                <a:lnTo>
                  <a:pt x="15817" y="31576"/>
                </a:lnTo>
                <a:lnTo>
                  <a:pt x="25080" y="28663"/>
                </a:lnTo>
                <a:cubicBezTo>
                  <a:pt x="28561" y="27585"/>
                  <a:pt x="30891" y="25823"/>
                  <a:pt x="32260" y="23434"/>
                </a:cubicBezTo>
                <a:cubicBezTo>
                  <a:pt x="33571" y="21104"/>
                  <a:pt x="33673" y="18249"/>
                  <a:pt x="32653" y="14958"/>
                </a:cubicBezTo>
                <a:cubicBezTo>
                  <a:pt x="31634" y="11652"/>
                  <a:pt x="29872" y="9438"/>
                  <a:pt x="27425" y="8243"/>
                </a:cubicBezTo>
                <a:cubicBezTo>
                  <a:pt x="24978" y="7049"/>
                  <a:pt x="22065" y="6991"/>
                  <a:pt x="18599" y="8127"/>
                </a:cubicBezTo>
                <a:lnTo>
                  <a:pt x="9321" y="11025"/>
                </a:lnTo>
                <a:close/>
                <a:moveTo>
                  <a:pt x="0" y="7282"/>
                </a:moveTo>
                <a:lnTo>
                  <a:pt x="16662" y="2039"/>
                </a:lnTo>
                <a:cubicBezTo>
                  <a:pt x="22808" y="102"/>
                  <a:pt x="27876" y="0"/>
                  <a:pt x="31911" y="1821"/>
                </a:cubicBezTo>
                <a:cubicBezTo>
                  <a:pt x="35901" y="3583"/>
                  <a:pt x="38741" y="7166"/>
                  <a:pt x="40445" y="12511"/>
                </a:cubicBezTo>
                <a:cubicBezTo>
                  <a:pt x="42149" y="17856"/>
                  <a:pt x="41873" y="22458"/>
                  <a:pt x="39601" y="26216"/>
                </a:cubicBezTo>
                <a:cubicBezTo>
                  <a:pt x="37314" y="29974"/>
                  <a:pt x="33163" y="32814"/>
                  <a:pt x="27017" y="34751"/>
                </a:cubicBezTo>
                <a:lnTo>
                  <a:pt x="17696" y="37649"/>
                </a:lnTo>
                <a:lnTo>
                  <a:pt x="24628" y="59612"/>
                </a:lnTo>
                <a:lnTo>
                  <a:pt x="17230" y="61942"/>
                </a:lnTo>
                <a:lnTo>
                  <a:pt x="0" y="7282"/>
                </a:lnTo>
                <a:close/>
                <a:moveTo>
                  <a:pt x="0" y="72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311F3-58F5-4673-AEF2-6652456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16" y="4451894"/>
            <a:ext cx="67244" cy="70492"/>
          </a:xfrm>
          <a:custGeom xmlns:a="http://schemas.openxmlformats.org/drawingml/2006/main">
            <a:pathLst>
              <a:path w="67244" h="70492">
                <a:moveTo>
                  <a:pt x="0" y="15759"/>
                </a:moveTo>
                <a:lnTo>
                  <a:pt x="11040" y="12292"/>
                </a:lnTo>
                <a:lnTo>
                  <a:pt x="36702" y="45120"/>
                </a:lnTo>
                <a:lnTo>
                  <a:pt x="38974" y="3466"/>
                </a:lnTo>
                <a:lnTo>
                  <a:pt x="50014" y="0"/>
                </a:lnTo>
                <a:lnTo>
                  <a:pt x="67244" y="54675"/>
                </a:lnTo>
                <a:lnTo>
                  <a:pt x="60078" y="56947"/>
                </a:lnTo>
                <a:lnTo>
                  <a:pt x="44887" y="8928"/>
                </a:lnTo>
                <a:lnTo>
                  <a:pt x="42615" y="50917"/>
                </a:lnTo>
                <a:lnTo>
                  <a:pt x="35217" y="53247"/>
                </a:lnTo>
                <a:lnTo>
                  <a:pt x="9278" y="20201"/>
                </a:lnTo>
                <a:lnTo>
                  <a:pt x="24410" y="68220"/>
                </a:lnTo>
                <a:lnTo>
                  <a:pt x="17244" y="70492"/>
                </a:lnTo>
                <a:lnTo>
                  <a:pt x="0" y="15759"/>
                </a:lnTo>
                <a:close/>
                <a:moveTo>
                  <a:pt x="0" y="157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4252C-796D-4145-AE00-98A613D4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11" y="4444903"/>
            <a:ext cx="51310" cy="57063"/>
          </a:xfrm>
          <a:custGeom xmlns:a="http://schemas.openxmlformats.org/drawingml/2006/main">
            <a:pathLst>
              <a:path w="51310" h="57063">
                <a:moveTo>
                  <a:pt x="0" y="2330"/>
                </a:moveTo>
                <a:lnTo>
                  <a:pt x="7399" y="0"/>
                </a:lnTo>
                <a:lnTo>
                  <a:pt x="22691" y="48470"/>
                </a:lnTo>
                <a:lnTo>
                  <a:pt x="49315" y="40096"/>
                </a:lnTo>
                <a:lnTo>
                  <a:pt x="51310" y="46300"/>
                </a:lnTo>
                <a:lnTo>
                  <a:pt x="17288" y="57063"/>
                </a:lnTo>
                <a:lnTo>
                  <a:pt x="0" y="2330"/>
                </a:lnTo>
                <a:close/>
                <a:moveTo>
                  <a:pt x="0" y="23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B1525-2A85-4D8E-BA57-D58AC1A5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26" y="4425664"/>
            <a:ext cx="57515" cy="63093"/>
          </a:xfrm>
          <a:custGeom xmlns:a="http://schemas.openxmlformats.org/drawingml/2006/main">
            <a:pathLst>
              <a:path w="57515" h="63093">
                <a:moveTo>
                  <a:pt x="9278" y="12176"/>
                </a:moveTo>
                <a:lnTo>
                  <a:pt x="22691" y="54675"/>
                </a:lnTo>
                <a:lnTo>
                  <a:pt x="31634" y="51835"/>
                </a:lnTo>
                <a:cubicBezTo>
                  <a:pt x="39193" y="49446"/>
                  <a:pt x="44203" y="46023"/>
                  <a:pt x="46591" y="41479"/>
                </a:cubicBezTo>
                <a:cubicBezTo>
                  <a:pt x="49038" y="36979"/>
                  <a:pt x="49097" y="31008"/>
                  <a:pt x="46766" y="23667"/>
                </a:cubicBezTo>
                <a:cubicBezTo>
                  <a:pt x="44436" y="16327"/>
                  <a:pt x="41013" y="11491"/>
                  <a:pt x="36411" y="9219"/>
                </a:cubicBezTo>
                <a:cubicBezTo>
                  <a:pt x="31852" y="6889"/>
                  <a:pt x="25764" y="6947"/>
                  <a:pt x="18264" y="9336"/>
                </a:cubicBezTo>
                <a:lnTo>
                  <a:pt x="9278" y="12176"/>
                </a:lnTo>
                <a:close/>
                <a:moveTo>
                  <a:pt x="0" y="8418"/>
                </a:moveTo>
                <a:lnTo>
                  <a:pt x="15191" y="3583"/>
                </a:lnTo>
                <a:cubicBezTo>
                  <a:pt x="25764" y="291"/>
                  <a:pt x="34241" y="0"/>
                  <a:pt x="40562" y="2855"/>
                </a:cubicBezTo>
                <a:cubicBezTo>
                  <a:pt x="46926" y="5695"/>
                  <a:pt x="51602" y="11841"/>
                  <a:pt x="54558" y="21162"/>
                </a:cubicBezTo>
                <a:cubicBezTo>
                  <a:pt x="57515" y="30614"/>
                  <a:pt x="57238" y="38348"/>
                  <a:pt x="53641" y="44319"/>
                </a:cubicBezTo>
                <a:cubicBezTo>
                  <a:pt x="50058" y="50291"/>
                  <a:pt x="43009" y="54966"/>
                  <a:pt x="32420" y="58316"/>
                </a:cubicBezTo>
                <a:lnTo>
                  <a:pt x="17230" y="63093"/>
                </a:lnTo>
                <a:lnTo>
                  <a:pt x="0" y="8418"/>
                </a:lnTo>
                <a:close/>
                <a:moveTo>
                  <a:pt x="0" y="84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D555B-C533-4808-9EF8-84E4BD80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3" y="4404953"/>
            <a:ext cx="52446" cy="65540"/>
          </a:xfrm>
          <a:custGeom xmlns:a="http://schemas.openxmlformats.org/drawingml/2006/main">
            <a:pathLst>
              <a:path w="52446" h="65540">
                <a:moveTo>
                  <a:pt x="0" y="10865"/>
                </a:moveTo>
                <a:lnTo>
                  <a:pt x="34590" y="0"/>
                </a:lnTo>
                <a:lnTo>
                  <a:pt x="36513" y="6204"/>
                </a:lnTo>
                <a:lnTo>
                  <a:pt x="9321" y="14797"/>
                </a:lnTo>
                <a:lnTo>
                  <a:pt x="14448" y="30949"/>
                </a:lnTo>
                <a:lnTo>
                  <a:pt x="40504" y="22764"/>
                </a:lnTo>
                <a:lnTo>
                  <a:pt x="42441" y="28969"/>
                </a:lnTo>
                <a:lnTo>
                  <a:pt x="16443" y="37212"/>
                </a:lnTo>
                <a:lnTo>
                  <a:pt x="22691" y="57005"/>
                </a:lnTo>
                <a:lnTo>
                  <a:pt x="50509" y="48252"/>
                </a:lnTo>
                <a:lnTo>
                  <a:pt x="52446" y="54456"/>
                </a:lnTo>
                <a:lnTo>
                  <a:pt x="17230" y="65540"/>
                </a:lnTo>
                <a:lnTo>
                  <a:pt x="0" y="10865"/>
                </a:lnTo>
                <a:close/>
                <a:moveTo>
                  <a:pt x="0" y="108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589EB-C86E-40C0-8E06-682F20D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36" y="4392268"/>
            <a:ext cx="49563" cy="61738"/>
          </a:xfrm>
          <a:custGeom xmlns:a="http://schemas.openxmlformats.org/drawingml/2006/main">
            <a:pathLst>
              <a:path w="49563" h="61738">
                <a:moveTo>
                  <a:pt x="32668" y="58"/>
                </a:moveTo>
                <a:lnTo>
                  <a:pt x="34940" y="7282"/>
                </a:lnTo>
                <a:cubicBezTo>
                  <a:pt x="31692" y="6831"/>
                  <a:pt x="28736" y="6656"/>
                  <a:pt x="26056" y="6772"/>
                </a:cubicBezTo>
                <a:cubicBezTo>
                  <a:pt x="23332" y="6947"/>
                  <a:pt x="20827" y="7340"/>
                  <a:pt x="18497" y="8083"/>
                </a:cubicBezTo>
                <a:cubicBezTo>
                  <a:pt x="14521" y="9336"/>
                  <a:pt x="11608" y="11098"/>
                  <a:pt x="9962" y="13370"/>
                </a:cubicBezTo>
                <a:cubicBezTo>
                  <a:pt x="8258" y="15598"/>
                  <a:pt x="7850" y="18205"/>
                  <a:pt x="8768" y="21060"/>
                </a:cubicBezTo>
                <a:cubicBezTo>
                  <a:pt x="9511" y="23507"/>
                  <a:pt x="10821" y="25094"/>
                  <a:pt x="12700" y="25895"/>
                </a:cubicBezTo>
                <a:cubicBezTo>
                  <a:pt x="14521" y="26624"/>
                  <a:pt x="17579" y="26740"/>
                  <a:pt x="21847" y="26230"/>
                </a:cubicBezTo>
                <a:lnTo>
                  <a:pt x="26638" y="25721"/>
                </a:lnTo>
                <a:cubicBezTo>
                  <a:pt x="32493" y="25036"/>
                  <a:pt x="37096" y="25604"/>
                  <a:pt x="40576" y="27425"/>
                </a:cubicBezTo>
                <a:cubicBezTo>
                  <a:pt x="44043" y="29245"/>
                  <a:pt x="46490" y="32377"/>
                  <a:pt x="47859" y="36819"/>
                </a:cubicBezTo>
                <a:cubicBezTo>
                  <a:pt x="49563" y="42164"/>
                  <a:pt x="49053" y="46708"/>
                  <a:pt x="46373" y="50582"/>
                </a:cubicBezTo>
                <a:cubicBezTo>
                  <a:pt x="43649" y="54456"/>
                  <a:pt x="38916" y="57413"/>
                  <a:pt x="32042" y="59568"/>
                </a:cubicBezTo>
                <a:cubicBezTo>
                  <a:pt x="29478" y="60428"/>
                  <a:pt x="26638" y="60996"/>
                  <a:pt x="23507" y="61331"/>
                </a:cubicBezTo>
                <a:cubicBezTo>
                  <a:pt x="20376" y="61680"/>
                  <a:pt x="17128" y="61738"/>
                  <a:pt x="13603" y="61564"/>
                </a:cubicBezTo>
                <a:lnTo>
                  <a:pt x="11215" y="53932"/>
                </a:lnTo>
                <a:cubicBezTo>
                  <a:pt x="14739" y="54675"/>
                  <a:pt x="18104" y="55024"/>
                  <a:pt x="21220" y="54966"/>
                </a:cubicBezTo>
                <a:cubicBezTo>
                  <a:pt x="24410" y="54908"/>
                  <a:pt x="27366" y="54456"/>
                  <a:pt x="30163" y="53597"/>
                </a:cubicBezTo>
                <a:cubicBezTo>
                  <a:pt x="34372" y="52228"/>
                  <a:pt x="37329" y="50407"/>
                  <a:pt x="39149" y="48019"/>
                </a:cubicBezTo>
                <a:cubicBezTo>
                  <a:pt x="40911" y="45630"/>
                  <a:pt x="41305" y="42907"/>
                  <a:pt x="40343" y="39834"/>
                </a:cubicBezTo>
                <a:cubicBezTo>
                  <a:pt x="39484" y="37154"/>
                  <a:pt x="38013" y="35275"/>
                  <a:pt x="35843" y="34314"/>
                </a:cubicBezTo>
                <a:cubicBezTo>
                  <a:pt x="33746" y="33280"/>
                  <a:pt x="30673" y="33003"/>
                  <a:pt x="26682" y="33454"/>
                </a:cubicBezTo>
                <a:lnTo>
                  <a:pt x="21905" y="33964"/>
                </a:lnTo>
                <a:cubicBezTo>
                  <a:pt x="16050" y="34649"/>
                  <a:pt x="11491" y="34197"/>
                  <a:pt x="8316" y="32610"/>
                </a:cubicBezTo>
                <a:cubicBezTo>
                  <a:pt x="5068" y="31066"/>
                  <a:pt x="2855" y="28168"/>
                  <a:pt x="1486" y="24017"/>
                </a:cubicBezTo>
                <a:cubicBezTo>
                  <a:pt x="0" y="19181"/>
                  <a:pt x="466" y="14797"/>
                  <a:pt x="3015" y="10982"/>
                </a:cubicBezTo>
                <a:cubicBezTo>
                  <a:pt x="5520" y="7122"/>
                  <a:pt x="9787" y="4209"/>
                  <a:pt x="15759" y="2330"/>
                </a:cubicBezTo>
                <a:cubicBezTo>
                  <a:pt x="18322" y="1544"/>
                  <a:pt x="21060" y="976"/>
                  <a:pt x="23842" y="568"/>
                </a:cubicBezTo>
                <a:cubicBezTo>
                  <a:pt x="26638" y="175"/>
                  <a:pt x="29595" y="0"/>
                  <a:pt x="32668" y="58"/>
                </a:cubicBezTo>
                <a:close/>
                <a:moveTo>
                  <a:pt x="32668" y="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E7B5E-3732-4D9B-BDE5-42225B4D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177" y="4378563"/>
            <a:ext cx="42164" cy="62015"/>
          </a:xfrm>
          <a:custGeom xmlns:a="http://schemas.openxmlformats.org/drawingml/2006/main">
            <a:pathLst>
              <a:path w="42164" h="62015">
                <a:moveTo>
                  <a:pt x="9278" y="11040"/>
                </a:moveTo>
                <a:lnTo>
                  <a:pt x="15759" y="31576"/>
                </a:lnTo>
                <a:lnTo>
                  <a:pt x="25094" y="28677"/>
                </a:lnTo>
                <a:cubicBezTo>
                  <a:pt x="28503" y="27585"/>
                  <a:pt x="30891" y="25823"/>
                  <a:pt x="32202" y="23492"/>
                </a:cubicBezTo>
                <a:cubicBezTo>
                  <a:pt x="33571" y="21104"/>
                  <a:pt x="33687" y="18264"/>
                  <a:pt x="32653" y="14958"/>
                </a:cubicBezTo>
                <a:cubicBezTo>
                  <a:pt x="31634" y="11666"/>
                  <a:pt x="29872" y="9438"/>
                  <a:pt x="27425" y="8243"/>
                </a:cubicBezTo>
                <a:cubicBezTo>
                  <a:pt x="24978" y="7107"/>
                  <a:pt x="22080" y="7049"/>
                  <a:pt x="18599" y="8127"/>
                </a:cubicBezTo>
                <a:lnTo>
                  <a:pt x="9278" y="11040"/>
                </a:lnTo>
                <a:close/>
                <a:moveTo>
                  <a:pt x="0" y="7282"/>
                </a:moveTo>
                <a:lnTo>
                  <a:pt x="16676" y="2039"/>
                </a:lnTo>
                <a:cubicBezTo>
                  <a:pt x="22808" y="117"/>
                  <a:pt x="27876" y="0"/>
                  <a:pt x="31925" y="1821"/>
                </a:cubicBezTo>
                <a:cubicBezTo>
                  <a:pt x="35901" y="3583"/>
                  <a:pt x="38741" y="7166"/>
                  <a:pt x="40445" y="12511"/>
                </a:cubicBezTo>
                <a:cubicBezTo>
                  <a:pt x="42164" y="17914"/>
                  <a:pt x="41873" y="22473"/>
                  <a:pt x="39601" y="26230"/>
                </a:cubicBezTo>
                <a:cubicBezTo>
                  <a:pt x="37329" y="29974"/>
                  <a:pt x="33119" y="32828"/>
                  <a:pt x="27032" y="34765"/>
                </a:cubicBezTo>
                <a:lnTo>
                  <a:pt x="17696" y="37664"/>
                </a:lnTo>
                <a:lnTo>
                  <a:pt x="24643" y="59685"/>
                </a:lnTo>
                <a:lnTo>
                  <a:pt x="17244" y="62015"/>
                </a:lnTo>
                <a:lnTo>
                  <a:pt x="0" y="7282"/>
                </a:lnTo>
                <a:close/>
                <a:moveTo>
                  <a:pt x="0" y="72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B5F2D-B1B8-4C46-8352-794160DE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80" y="4367246"/>
            <a:ext cx="24701" cy="59102"/>
          </a:xfrm>
          <a:custGeom xmlns:a="http://schemas.openxmlformats.org/drawingml/2006/main">
            <a:pathLst>
              <a:path w="24701" h="59102">
                <a:moveTo>
                  <a:pt x="0" y="2156"/>
                </a:moveTo>
                <a:lnTo>
                  <a:pt x="6714" y="0"/>
                </a:lnTo>
                <a:lnTo>
                  <a:pt x="24701" y="57005"/>
                </a:lnTo>
                <a:lnTo>
                  <a:pt x="17987" y="59102"/>
                </a:lnTo>
                <a:lnTo>
                  <a:pt x="0" y="2156"/>
                </a:lnTo>
                <a:close/>
                <a:moveTo>
                  <a:pt x="0" y="21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9A34A-90C9-4C8A-8199-9A1464EB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33" y="4368149"/>
            <a:ext cx="47334" cy="49898"/>
          </a:xfrm>
          <a:custGeom xmlns:a="http://schemas.openxmlformats.org/drawingml/2006/main">
            <a:pathLst>
              <a:path w="47334" h="49898">
                <a:moveTo>
                  <a:pt x="7850" y="35668"/>
                </a:moveTo>
                <a:lnTo>
                  <a:pt x="0" y="10865"/>
                </a:lnTo>
                <a:lnTo>
                  <a:pt x="6772" y="8710"/>
                </a:lnTo>
                <a:lnTo>
                  <a:pt x="14506" y="33280"/>
                </a:lnTo>
                <a:cubicBezTo>
                  <a:pt x="15759" y="37154"/>
                  <a:pt x="17404" y="39877"/>
                  <a:pt x="19516" y="41305"/>
                </a:cubicBezTo>
                <a:cubicBezTo>
                  <a:pt x="21672" y="42790"/>
                  <a:pt x="24235" y="43009"/>
                  <a:pt x="27250" y="42106"/>
                </a:cubicBezTo>
                <a:cubicBezTo>
                  <a:pt x="30891" y="40911"/>
                  <a:pt x="33396" y="38858"/>
                  <a:pt x="34809" y="35901"/>
                </a:cubicBezTo>
                <a:cubicBezTo>
                  <a:pt x="36178" y="32886"/>
                  <a:pt x="36236" y="29420"/>
                  <a:pt x="34984" y="25371"/>
                </a:cubicBezTo>
                <a:lnTo>
                  <a:pt x="27643" y="2156"/>
                </a:lnTo>
                <a:lnTo>
                  <a:pt x="34357" y="0"/>
                </a:lnTo>
                <a:lnTo>
                  <a:pt x="47334" y="41013"/>
                </a:lnTo>
                <a:lnTo>
                  <a:pt x="40562" y="43125"/>
                </a:lnTo>
                <a:lnTo>
                  <a:pt x="38567" y="36862"/>
                </a:lnTo>
                <a:cubicBezTo>
                  <a:pt x="37722" y="39877"/>
                  <a:pt x="36411" y="42324"/>
                  <a:pt x="34649" y="44203"/>
                </a:cubicBezTo>
                <a:cubicBezTo>
                  <a:pt x="32886" y="46082"/>
                  <a:pt x="30542" y="47509"/>
                  <a:pt x="27701" y="48412"/>
                </a:cubicBezTo>
                <a:cubicBezTo>
                  <a:pt x="22983" y="49898"/>
                  <a:pt x="18948" y="49548"/>
                  <a:pt x="15584" y="47393"/>
                </a:cubicBezTo>
                <a:cubicBezTo>
                  <a:pt x="12234" y="45222"/>
                  <a:pt x="9612" y="41305"/>
                  <a:pt x="7850" y="35668"/>
                </a:cubicBezTo>
                <a:close/>
                <a:moveTo>
                  <a:pt x="7850" y="356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E457E-D5F7-42C2-B018-4F4ED5B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81" y="4353133"/>
            <a:ext cx="46023" cy="64564"/>
          </a:xfrm>
          <a:custGeom xmlns:a="http://schemas.openxmlformats.org/drawingml/2006/main">
            <a:pathLst>
              <a:path w="46023" h="64564">
                <a:moveTo>
                  <a:pt x="32027" y="22123"/>
                </a:moveTo>
                <a:cubicBezTo>
                  <a:pt x="30440" y="17288"/>
                  <a:pt x="28284" y="13822"/>
                  <a:pt x="25429" y="11768"/>
                </a:cubicBezTo>
                <a:cubicBezTo>
                  <a:pt x="22531" y="9729"/>
                  <a:pt x="19283" y="9263"/>
                  <a:pt x="15642" y="10414"/>
                </a:cubicBezTo>
                <a:cubicBezTo>
                  <a:pt x="12059" y="11550"/>
                  <a:pt x="9671" y="13763"/>
                  <a:pt x="8476" y="17128"/>
                </a:cubicBezTo>
                <a:cubicBezTo>
                  <a:pt x="7340" y="20419"/>
                  <a:pt x="7515" y="24512"/>
                  <a:pt x="9044" y="29406"/>
                </a:cubicBezTo>
                <a:cubicBezTo>
                  <a:pt x="10588" y="34241"/>
                  <a:pt x="12802" y="37722"/>
                  <a:pt x="15642" y="39761"/>
                </a:cubicBezTo>
                <a:cubicBezTo>
                  <a:pt x="18497" y="41814"/>
                  <a:pt x="21730" y="42266"/>
                  <a:pt x="25371" y="41130"/>
                </a:cubicBezTo>
                <a:cubicBezTo>
                  <a:pt x="29012" y="39994"/>
                  <a:pt x="31401" y="37780"/>
                  <a:pt x="32551" y="34416"/>
                </a:cubicBezTo>
                <a:cubicBezTo>
                  <a:pt x="33746" y="31110"/>
                  <a:pt x="33571" y="27017"/>
                  <a:pt x="32027" y="22123"/>
                </a:cubicBezTo>
                <a:close/>
                <a:moveTo>
                  <a:pt x="43751" y="35959"/>
                </a:moveTo>
                <a:cubicBezTo>
                  <a:pt x="45965" y="42892"/>
                  <a:pt x="46023" y="48587"/>
                  <a:pt x="44043" y="52956"/>
                </a:cubicBezTo>
                <a:cubicBezTo>
                  <a:pt x="41989" y="57340"/>
                  <a:pt x="37780" y="60530"/>
                  <a:pt x="31401" y="62583"/>
                </a:cubicBezTo>
                <a:cubicBezTo>
                  <a:pt x="29012" y="63311"/>
                  <a:pt x="26740" y="63836"/>
                  <a:pt x="24526" y="64171"/>
                </a:cubicBezTo>
                <a:cubicBezTo>
                  <a:pt x="22298" y="64462"/>
                  <a:pt x="20084" y="64564"/>
                  <a:pt x="17929" y="64462"/>
                </a:cubicBezTo>
                <a:lnTo>
                  <a:pt x="15817" y="57908"/>
                </a:lnTo>
                <a:cubicBezTo>
                  <a:pt x="18147" y="58374"/>
                  <a:pt x="20376" y="58534"/>
                  <a:pt x="22415" y="58432"/>
                </a:cubicBezTo>
                <a:cubicBezTo>
                  <a:pt x="24526" y="58374"/>
                  <a:pt x="26565" y="57966"/>
                  <a:pt x="28561" y="57340"/>
                </a:cubicBezTo>
                <a:cubicBezTo>
                  <a:pt x="33003" y="55986"/>
                  <a:pt x="35959" y="53757"/>
                  <a:pt x="37430" y="50742"/>
                </a:cubicBezTo>
                <a:cubicBezTo>
                  <a:pt x="38858" y="47786"/>
                  <a:pt x="38858" y="43912"/>
                  <a:pt x="37387" y="39251"/>
                </a:cubicBezTo>
                <a:lnTo>
                  <a:pt x="36353" y="35959"/>
                </a:lnTo>
                <a:cubicBezTo>
                  <a:pt x="35726" y="38800"/>
                  <a:pt x="34532" y="41130"/>
                  <a:pt x="32712" y="43067"/>
                </a:cubicBezTo>
                <a:cubicBezTo>
                  <a:pt x="30949" y="44946"/>
                  <a:pt x="28503" y="46358"/>
                  <a:pt x="25488" y="47276"/>
                </a:cubicBezTo>
                <a:cubicBezTo>
                  <a:pt x="20478" y="48864"/>
                  <a:pt x="15817" y="48237"/>
                  <a:pt x="11491" y="45397"/>
                </a:cubicBezTo>
                <a:cubicBezTo>
                  <a:pt x="7224" y="42499"/>
                  <a:pt x="4093" y="37940"/>
                  <a:pt x="2112" y="31576"/>
                </a:cubicBezTo>
                <a:cubicBezTo>
                  <a:pt x="117" y="25255"/>
                  <a:pt x="0" y="19676"/>
                  <a:pt x="1879" y="14899"/>
                </a:cubicBezTo>
                <a:cubicBezTo>
                  <a:pt x="3758" y="10064"/>
                  <a:pt x="7224" y="6874"/>
                  <a:pt x="12234" y="5287"/>
                </a:cubicBezTo>
                <a:cubicBezTo>
                  <a:pt x="15249" y="4326"/>
                  <a:pt x="18031" y="4093"/>
                  <a:pt x="20594" y="4602"/>
                </a:cubicBezTo>
                <a:cubicBezTo>
                  <a:pt x="23157" y="5112"/>
                  <a:pt x="25488" y="6365"/>
                  <a:pt x="27658" y="8360"/>
                </a:cubicBezTo>
                <a:lnTo>
                  <a:pt x="25662" y="2097"/>
                </a:lnTo>
                <a:lnTo>
                  <a:pt x="32435" y="0"/>
                </a:lnTo>
                <a:lnTo>
                  <a:pt x="43751" y="35959"/>
                </a:lnTo>
                <a:close/>
                <a:moveTo>
                  <a:pt x="43751" y="359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D4D28-DC1B-4DFD-A3AA-3CA02D1B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327" y="4330660"/>
            <a:ext cx="24745" cy="59102"/>
          </a:xfrm>
          <a:custGeom xmlns:a="http://schemas.openxmlformats.org/drawingml/2006/main">
            <a:pathLst>
              <a:path w="24745" h="59102">
                <a:moveTo>
                  <a:pt x="5068" y="18089"/>
                </a:moveTo>
                <a:lnTo>
                  <a:pt x="11783" y="15977"/>
                </a:lnTo>
                <a:lnTo>
                  <a:pt x="24745" y="57005"/>
                </a:lnTo>
                <a:lnTo>
                  <a:pt x="17987" y="59102"/>
                </a:lnTo>
                <a:lnTo>
                  <a:pt x="5068" y="18089"/>
                </a:lnTo>
                <a:close/>
                <a:moveTo>
                  <a:pt x="0" y="2097"/>
                </a:moveTo>
                <a:lnTo>
                  <a:pt x="6772" y="0"/>
                </a:lnTo>
                <a:lnTo>
                  <a:pt x="9452" y="8535"/>
                </a:lnTo>
                <a:lnTo>
                  <a:pt x="2738" y="10632"/>
                </a:lnTo>
                <a:lnTo>
                  <a:pt x="0" y="2097"/>
                </a:lnTo>
                <a:close/>
                <a:moveTo>
                  <a:pt x="0" y="20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A00EF-D08C-4F74-91CA-02FDE773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89" y="4333442"/>
            <a:ext cx="47276" cy="49839"/>
          </a:xfrm>
          <a:custGeom xmlns:a="http://schemas.openxmlformats.org/drawingml/2006/main">
            <a:pathLst>
              <a:path w="47276" h="49839">
                <a:moveTo>
                  <a:pt x="39484" y="14229"/>
                </a:moveTo>
                <a:lnTo>
                  <a:pt x="47276" y="38974"/>
                </a:lnTo>
                <a:lnTo>
                  <a:pt x="40562" y="41130"/>
                </a:lnTo>
                <a:lnTo>
                  <a:pt x="32828" y="16560"/>
                </a:lnTo>
                <a:cubicBezTo>
                  <a:pt x="31576" y="12686"/>
                  <a:pt x="29930" y="10020"/>
                  <a:pt x="27760" y="8593"/>
                </a:cubicBezTo>
                <a:cubicBezTo>
                  <a:pt x="25662" y="7107"/>
                  <a:pt x="23099" y="6889"/>
                  <a:pt x="20084" y="7850"/>
                </a:cubicBezTo>
                <a:cubicBezTo>
                  <a:pt x="16443" y="8986"/>
                  <a:pt x="13938" y="11040"/>
                  <a:pt x="12511" y="14055"/>
                </a:cubicBezTo>
                <a:cubicBezTo>
                  <a:pt x="11156" y="17011"/>
                  <a:pt x="11098" y="20478"/>
                  <a:pt x="12394" y="24526"/>
                </a:cubicBezTo>
                <a:lnTo>
                  <a:pt x="19676" y="47684"/>
                </a:lnTo>
                <a:lnTo>
                  <a:pt x="12919" y="49839"/>
                </a:lnTo>
                <a:lnTo>
                  <a:pt x="0" y="8826"/>
                </a:lnTo>
                <a:lnTo>
                  <a:pt x="6772" y="6656"/>
                </a:lnTo>
                <a:lnTo>
                  <a:pt x="8753" y="13035"/>
                </a:lnTo>
                <a:cubicBezTo>
                  <a:pt x="9612" y="10079"/>
                  <a:pt x="10923" y="7632"/>
                  <a:pt x="12744" y="5753"/>
                </a:cubicBezTo>
                <a:cubicBezTo>
                  <a:pt x="14506" y="3816"/>
                  <a:pt x="16836" y="2389"/>
                  <a:pt x="19676" y="1486"/>
                </a:cubicBezTo>
                <a:cubicBezTo>
                  <a:pt x="24410" y="0"/>
                  <a:pt x="28444" y="350"/>
                  <a:pt x="31809" y="2505"/>
                </a:cubicBezTo>
                <a:cubicBezTo>
                  <a:pt x="35100" y="4675"/>
                  <a:pt x="37664" y="8535"/>
                  <a:pt x="39484" y="14229"/>
                </a:cubicBezTo>
                <a:close/>
                <a:moveTo>
                  <a:pt x="39484" y="142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FB802-3D43-4D6E-9AEF-5B30BAE1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698" y="4356148"/>
            <a:ext cx="10705" cy="11768"/>
          </a:xfrm>
          <a:custGeom xmlns:a="http://schemas.openxmlformats.org/drawingml/2006/main">
            <a:pathLst>
              <a:path w="10705" h="11768">
                <a:moveTo>
                  <a:pt x="0" y="2447"/>
                </a:moveTo>
                <a:lnTo>
                  <a:pt x="7734" y="0"/>
                </a:lnTo>
                <a:lnTo>
                  <a:pt x="10705" y="9321"/>
                </a:lnTo>
                <a:lnTo>
                  <a:pt x="2957" y="11768"/>
                </a:lnTo>
                <a:lnTo>
                  <a:pt x="0" y="2447"/>
                </a:lnTo>
                <a:close/>
                <a:moveTo>
                  <a:pt x="0" y="2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8EB60-91FE-40E3-8EF5-B1D3247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583" y="4296012"/>
            <a:ext cx="38115" cy="64579"/>
          </a:xfrm>
          <a:custGeom xmlns:a="http://schemas.openxmlformats.org/drawingml/2006/main">
            <a:pathLst>
              <a:path w="38115" h="64579">
                <a:moveTo>
                  <a:pt x="0" y="9904"/>
                </a:moveTo>
                <a:lnTo>
                  <a:pt x="31401" y="0"/>
                </a:lnTo>
                <a:lnTo>
                  <a:pt x="33396" y="6204"/>
                </a:lnTo>
                <a:lnTo>
                  <a:pt x="9379" y="13763"/>
                </a:lnTo>
                <a:lnTo>
                  <a:pt x="14448" y="29930"/>
                </a:lnTo>
                <a:lnTo>
                  <a:pt x="36120" y="23041"/>
                </a:lnTo>
                <a:lnTo>
                  <a:pt x="38115" y="29304"/>
                </a:lnTo>
                <a:lnTo>
                  <a:pt x="16429" y="36120"/>
                </a:lnTo>
                <a:lnTo>
                  <a:pt x="24628" y="62234"/>
                </a:lnTo>
                <a:lnTo>
                  <a:pt x="17230" y="64579"/>
                </a:lnTo>
                <a:lnTo>
                  <a:pt x="0" y="9904"/>
                </a:lnTo>
                <a:close/>
                <a:moveTo>
                  <a:pt x="0" y="99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935A5-AAB9-4E13-BE8F-EA51B632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270" y="4289632"/>
            <a:ext cx="24687" cy="59117"/>
          </a:xfrm>
          <a:custGeom xmlns:a="http://schemas.openxmlformats.org/drawingml/2006/main">
            <a:pathLst>
              <a:path w="24687" h="59117">
                <a:moveTo>
                  <a:pt x="5068" y="18104"/>
                </a:moveTo>
                <a:lnTo>
                  <a:pt x="11783" y="15992"/>
                </a:lnTo>
                <a:lnTo>
                  <a:pt x="24687" y="57005"/>
                </a:lnTo>
                <a:lnTo>
                  <a:pt x="17972" y="59117"/>
                </a:lnTo>
                <a:lnTo>
                  <a:pt x="5068" y="18104"/>
                </a:lnTo>
                <a:close/>
                <a:moveTo>
                  <a:pt x="0" y="2170"/>
                </a:moveTo>
                <a:lnTo>
                  <a:pt x="6714" y="0"/>
                </a:lnTo>
                <a:lnTo>
                  <a:pt x="9438" y="8593"/>
                </a:lnTo>
                <a:lnTo>
                  <a:pt x="2680" y="10705"/>
                </a:lnTo>
                <a:lnTo>
                  <a:pt x="0" y="2170"/>
                </a:lnTo>
                <a:close/>
                <a:moveTo>
                  <a:pt x="0" y="2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F419C-97D0-4911-A554-1D8C54C4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85" y="4293798"/>
            <a:ext cx="43970" cy="47276"/>
          </a:xfrm>
          <a:custGeom xmlns:a="http://schemas.openxmlformats.org/drawingml/2006/main">
            <a:pathLst>
              <a:path w="43970" h="47276">
                <a:moveTo>
                  <a:pt x="24060" y="21890"/>
                </a:moveTo>
                <a:cubicBezTo>
                  <a:pt x="18599" y="23609"/>
                  <a:pt x="15016" y="25429"/>
                  <a:pt x="13312" y="27352"/>
                </a:cubicBezTo>
                <a:cubicBezTo>
                  <a:pt x="11608" y="29231"/>
                  <a:pt x="11200" y="31678"/>
                  <a:pt x="12176" y="34692"/>
                </a:cubicBezTo>
                <a:cubicBezTo>
                  <a:pt x="12904" y="37081"/>
                  <a:pt x="14331" y="38741"/>
                  <a:pt x="16327" y="39644"/>
                </a:cubicBezTo>
                <a:cubicBezTo>
                  <a:pt x="18366" y="40562"/>
                  <a:pt x="20711" y="40562"/>
                  <a:pt x="23434" y="39703"/>
                </a:cubicBezTo>
                <a:cubicBezTo>
                  <a:pt x="27133" y="38567"/>
                  <a:pt x="29755" y="36294"/>
                  <a:pt x="31168" y="32930"/>
                </a:cubicBezTo>
                <a:cubicBezTo>
                  <a:pt x="32595" y="29580"/>
                  <a:pt x="32595" y="25648"/>
                  <a:pt x="31226" y="21264"/>
                </a:cubicBezTo>
                <a:lnTo>
                  <a:pt x="30716" y="19793"/>
                </a:lnTo>
                <a:lnTo>
                  <a:pt x="24060" y="21890"/>
                </a:lnTo>
                <a:close/>
                <a:moveTo>
                  <a:pt x="36571" y="14899"/>
                </a:moveTo>
                <a:lnTo>
                  <a:pt x="43970" y="38275"/>
                </a:lnTo>
                <a:lnTo>
                  <a:pt x="37256" y="40387"/>
                </a:lnTo>
                <a:lnTo>
                  <a:pt x="35275" y="34183"/>
                </a:lnTo>
                <a:cubicBezTo>
                  <a:pt x="34532" y="37139"/>
                  <a:pt x="33221" y="39586"/>
                  <a:pt x="31284" y="41523"/>
                </a:cubicBezTo>
                <a:cubicBezTo>
                  <a:pt x="29347" y="43402"/>
                  <a:pt x="26740" y="44887"/>
                  <a:pt x="23434" y="45965"/>
                </a:cubicBezTo>
                <a:cubicBezTo>
                  <a:pt x="19225" y="47276"/>
                  <a:pt x="15526" y="47160"/>
                  <a:pt x="12278" y="45557"/>
                </a:cubicBezTo>
                <a:cubicBezTo>
                  <a:pt x="9044" y="43970"/>
                  <a:pt x="6816" y="41246"/>
                  <a:pt x="5578" y="37256"/>
                </a:cubicBezTo>
                <a:cubicBezTo>
                  <a:pt x="4093" y="32653"/>
                  <a:pt x="4544" y="28721"/>
                  <a:pt x="6874" y="25371"/>
                </a:cubicBezTo>
                <a:cubicBezTo>
                  <a:pt x="9263" y="22065"/>
                  <a:pt x="13487" y="19458"/>
                  <a:pt x="19618" y="17521"/>
                </a:cubicBezTo>
                <a:lnTo>
                  <a:pt x="29071" y="14506"/>
                </a:lnTo>
                <a:lnTo>
                  <a:pt x="28896" y="13822"/>
                </a:lnTo>
                <a:cubicBezTo>
                  <a:pt x="27876" y="10749"/>
                  <a:pt x="26114" y="8637"/>
                  <a:pt x="23551" y="7617"/>
                </a:cubicBezTo>
                <a:cubicBezTo>
                  <a:pt x="20987" y="6539"/>
                  <a:pt x="17856" y="6598"/>
                  <a:pt x="14157" y="7792"/>
                </a:cubicBezTo>
                <a:cubicBezTo>
                  <a:pt x="11826" y="8535"/>
                  <a:pt x="9612" y="9554"/>
                  <a:pt x="7559" y="10807"/>
                </a:cubicBezTo>
                <a:cubicBezTo>
                  <a:pt x="5520" y="12059"/>
                  <a:pt x="3641" y="13589"/>
                  <a:pt x="1981" y="15351"/>
                </a:cubicBezTo>
                <a:lnTo>
                  <a:pt x="0" y="9103"/>
                </a:lnTo>
                <a:cubicBezTo>
                  <a:pt x="2156" y="7384"/>
                  <a:pt x="4326" y="5913"/>
                  <a:pt x="6481" y="4719"/>
                </a:cubicBezTo>
                <a:cubicBezTo>
                  <a:pt x="8637" y="3525"/>
                  <a:pt x="10865" y="2549"/>
                  <a:pt x="13021" y="1864"/>
                </a:cubicBezTo>
                <a:cubicBezTo>
                  <a:pt x="18992" y="0"/>
                  <a:pt x="23886" y="102"/>
                  <a:pt x="27818" y="2272"/>
                </a:cubicBezTo>
                <a:cubicBezTo>
                  <a:pt x="31692" y="4428"/>
                  <a:pt x="34649" y="8637"/>
                  <a:pt x="36571" y="14899"/>
                </a:cubicBezTo>
                <a:close/>
                <a:moveTo>
                  <a:pt x="36571" y="14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87581-A04B-4D92-AC2D-899751B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54" y="4315644"/>
            <a:ext cx="10690" cy="11768"/>
          </a:xfrm>
          <a:custGeom xmlns:a="http://schemas.openxmlformats.org/drawingml/2006/main">
            <a:pathLst>
              <a:path w="10690" h="11768">
                <a:moveTo>
                  <a:pt x="0" y="2447"/>
                </a:moveTo>
                <a:lnTo>
                  <a:pt x="7734" y="0"/>
                </a:lnTo>
                <a:lnTo>
                  <a:pt x="10690" y="9321"/>
                </a:lnTo>
                <a:lnTo>
                  <a:pt x="2957" y="11768"/>
                </a:lnTo>
                <a:lnTo>
                  <a:pt x="0" y="2447"/>
                </a:lnTo>
                <a:close/>
                <a:moveTo>
                  <a:pt x="0" y="2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908E2-96D8-417E-B96C-789F0DD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924" y="4258115"/>
            <a:ext cx="42164" cy="61957"/>
          </a:xfrm>
          <a:custGeom xmlns:a="http://schemas.openxmlformats.org/drawingml/2006/main">
            <a:pathLst>
              <a:path w="42164" h="61957">
                <a:moveTo>
                  <a:pt x="9336" y="11040"/>
                </a:moveTo>
                <a:lnTo>
                  <a:pt x="15817" y="31576"/>
                </a:lnTo>
                <a:lnTo>
                  <a:pt x="25094" y="28619"/>
                </a:lnTo>
                <a:cubicBezTo>
                  <a:pt x="28561" y="27541"/>
                  <a:pt x="30949" y="25837"/>
                  <a:pt x="32260" y="23449"/>
                </a:cubicBezTo>
                <a:cubicBezTo>
                  <a:pt x="33571" y="21060"/>
                  <a:pt x="33687" y="18205"/>
                  <a:pt x="32653" y="14972"/>
                </a:cubicBezTo>
                <a:cubicBezTo>
                  <a:pt x="31634" y="11666"/>
                  <a:pt x="29872" y="9452"/>
                  <a:pt x="27425" y="8258"/>
                </a:cubicBezTo>
                <a:cubicBezTo>
                  <a:pt x="25036" y="7064"/>
                  <a:pt x="22080" y="7005"/>
                  <a:pt x="18599" y="8083"/>
                </a:cubicBezTo>
                <a:lnTo>
                  <a:pt x="9336" y="11040"/>
                </a:lnTo>
                <a:close/>
                <a:moveTo>
                  <a:pt x="0" y="7282"/>
                </a:moveTo>
                <a:lnTo>
                  <a:pt x="16720" y="1995"/>
                </a:lnTo>
                <a:cubicBezTo>
                  <a:pt x="22808" y="58"/>
                  <a:pt x="27935" y="0"/>
                  <a:pt x="31911" y="1762"/>
                </a:cubicBezTo>
                <a:cubicBezTo>
                  <a:pt x="35959" y="3583"/>
                  <a:pt x="38800" y="7122"/>
                  <a:pt x="40445" y="12467"/>
                </a:cubicBezTo>
                <a:cubicBezTo>
                  <a:pt x="42164" y="17871"/>
                  <a:pt x="41873" y="22473"/>
                  <a:pt x="39601" y="26172"/>
                </a:cubicBezTo>
                <a:cubicBezTo>
                  <a:pt x="37372" y="29930"/>
                  <a:pt x="33163" y="32770"/>
                  <a:pt x="27017" y="34707"/>
                </a:cubicBezTo>
                <a:lnTo>
                  <a:pt x="17696" y="37664"/>
                </a:lnTo>
                <a:lnTo>
                  <a:pt x="24628" y="59627"/>
                </a:lnTo>
                <a:lnTo>
                  <a:pt x="17244" y="61957"/>
                </a:lnTo>
                <a:lnTo>
                  <a:pt x="0" y="7282"/>
                </a:lnTo>
                <a:close/>
                <a:moveTo>
                  <a:pt x="0" y="72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B23FD-69DC-4D22-8C40-280EDBD9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909" y="4246857"/>
            <a:ext cx="52330" cy="59117"/>
          </a:xfrm>
          <a:custGeom xmlns:a="http://schemas.openxmlformats.org/drawingml/2006/main">
            <a:pathLst>
              <a:path w="52330" h="59117">
                <a:moveTo>
                  <a:pt x="44480" y="23492"/>
                </a:moveTo>
                <a:lnTo>
                  <a:pt x="52330" y="48296"/>
                </a:lnTo>
                <a:lnTo>
                  <a:pt x="45557" y="50407"/>
                </a:lnTo>
                <a:lnTo>
                  <a:pt x="37824" y="25881"/>
                </a:lnTo>
                <a:cubicBezTo>
                  <a:pt x="36629" y="21963"/>
                  <a:pt x="34925" y="19342"/>
                  <a:pt x="32814" y="17856"/>
                </a:cubicBezTo>
                <a:cubicBezTo>
                  <a:pt x="30658" y="16443"/>
                  <a:pt x="28095" y="16152"/>
                  <a:pt x="25080" y="17128"/>
                </a:cubicBezTo>
                <a:cubicBezTo>
                  <a:pt x="21439" y="18264"/>
                  <a:pt x="18934" y="20361"/>
                  <a:pt x="17579" y="23318"/>
                </a:cubicBezTo>
                <a:cubicBezTo>
                  <a:pt x="16210" y="26289"/>
                  <a:pt x="16152" y="29813"/>
                  <a:pt x="17404" y="33789"/>
                </a:cubicBezTo>
                <a:lnTo>
                  <a:pt x="24745" y="57005"/>
                </a:lnTo>
                <a:lnTo>
                  <a:pt x="17972" y="59117"/>
                </a:lnTo>
                <a:lnTo>
                  <a:pt x="0" y="2156"/>
                </a:lnTo>
                <a:lnTo>
                  <a:pt x="6758" y="0"/>
                </a:lnTo>
                <a:lnTo>
                  <a:pt x="13822" y="22356"/>
                </a:lnTo>
                <a:cubicBezTo>
                  <a:pt x="14608" y="19342"/>
                  <a:pt x="15919" y="16895"/>
                  <a:pt x="17739" y="15016"/>
                </a:cubicBezTo>
                <a:cubicBezTo>
                  <a:pt x="19560" y="13079"/>
                  <a:pt x="21890" y="11724"/>
                  <a:pt x="24745" y="10807"/>
                </a:cubicBezTo>
                <a:cubicBezTo>
                  <a:pt x="29464" y="9336"/>
                  <a:pt x="33440" y="9671"/>
                  <a:pt x="36804" y="11783"/>
                </a:cubicBezTo>
                <a:cubicBezTo>
                  <a:pt x="40154" y="13938"/>
                  <a:pt x="42717" y="17856"/>
                  <a:pt x="44480" y="23492"/>
                </a:cubicBezTo>
                <a:close/>
                <a:moveTo>
                  <a:pt x="44480" y="234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8B265-5589-4D62-A144-9032217D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17" y="4242021"/>
            <a:ext cx="41931" cy="46766"/>
          </a:xfrm>
          <a:custGeom xmlns:a="http://schemas.openxmlformats.org/drawingml/2006/main">
            <a:pathLst>
              <a:path w="41931" h="46766">
                <a:moveTo>
                  <a:pt x="15992" y="7559"/>
                </a:moveTo>
                <a:cubicBezTo>
                  <a:pt x="12351" y="8710"/>
                  <a:pt x="9962" y="11040"/>
                  <a:pt x="8768" y="14506"/>
                </a:cubicBezTo>
                <a:cubicBezTo>
                  <a:pt x="7515" y="17972"/>
                  <a:pt x="7690" y="22182"/>
                  <a:pt x="9219" y="27075"/>
                </a:cubicBezTo>
                <a:cubicBezTo>
                  <a:pt x="10807" y="31969"/>
                  <a:pt x="13035" y="35552"/>
                  <a:pt x="16050" y="37722"/>
                </a:cubicBezTo>
                <a:cubicBezTo>
                  <a:pt x="19007" y="39819"/>
                  <a:pt x="22298" y="40329"/>
                  <a:pt x="25939" y="39193"/>
                </a:cubicBezTo>
                <a:cubicBezTo>
                  <a:pt x="29537" y="38057"/>
                  <a:pt x="31983" y="35785"/>
                  <a:pt x="33178" y="32260"/>
                </a:cubicBezTo>
                <a:cubicBezTo>
                  <a:pt x="34372" y="28779"/>
                  <a:pt x="34197" y="24570"/>
                  <a:pt x="32653" y="19676"/>
                </a:cubicBezTo>
                <a:cubicBezTo>
                  <a:pt x="31124" y="14841"/>
                  <a:pt x="28852" y="11317"/>
                  <a:pt x="25837" y="9161"/>
                </a:cubicBezTo>
                <a:cubicBezTo>
                  <a:pt x="22881" y="6933"/>
                  <a:pt x="19575" y="6423"/>
                  <a:pt x="15992" y="7559"/>
                </a:cubicBezTo>
                <a:close/>
                <a:moveTo>
                  <a:pt x="14171" y="1879"/>
                </a:moveTo>
                <a:cubicBezTo>
                  <a:pt x="20026" y="0"/>
                  <a:pt x="25269" y="451"/>
                  <a:pt x="29755" y="3248"/>
                </a:cubicBezTo>
                <a:cubicBezTo>
                  <a:pt x="34314" y="5971"/>
                  <a:pt x="37664" y="10690"/>
                  <a:pt x="39834" y="17463"/>
                </a:cubicBezTo>
                <a:cubicBezTo>
                  <a:pt x="41931" y="24177"/>
                  <a:pt x="41873" y="29974"/>
                  <a:pt x="39775" y="34823"/>
                </a:cubicBezTo>
                <a:cubicBezTo>
                  <a:pt x="37605" y="39703"/>
                  <a:pt x="33629" y="43067"/>
                  <a:pt x="27760" y="44946"/>
                </a:cubicBezTo>
                <a:cubicBezTo>
                  <a:pt x="21905" y="46766"/>
                  <a:pt x="16676" y="46315"/>
                  <a:pt x="12118" y="43577"/>
                </a:cubicBezTo>
                <a:cubicBezTo>
                  <a:pt x="7573" y="40795"/>
                  <a:pt x="4267" y="36061"/>
                  <a:pt x="2170" y="29347"/>
                </a:cubicBezTo>
                <a:cubicBezTo>
                  <a:pt x="0" y="22589"/>
                  <a:pt x="0" y="16778"/>
                  <a:pt x="2170" y="11943"/>
                </a:cubicBezTo>
                <a:cubicBezTo>
                  <a:pt x="4267" y="7049"/>
                  <a:pt x="8316" y="3699"/>
                  <a:pt x="14171" y="1879"/>
                </a:cubicBezTo>
                <a:close/>
                <a:moveTo>
                  <a:pt x="14171" y="18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14E6C-922F-4966-8000-73FE1C2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320" y="4226714"/>
            <a:ext cx="47334" cy="49781"/>
          </a:xfrm>
          <a:custGeom xmlns:a="http://schemas.openxmlformats.org/drawingml/2006/main">
            <a:pathLst>
              <a:path w="47334" h="49781">
                <a:moveTo>
                  <a:pt x="39484" y="14171"/>
                </a:moveTo>
                <a:lnTo>
                  <a:pt x="47334" y="38916"/>
                </a:lnTo>
                <a:lnTo>
                  <a:pt x="40576" y="41072"/>
                </a:lnTo>
                <a:lnTo>
                  <a:pt x="32828" y="16560"/>
                </a:lnTo>
                <a:cubicBezTo>
                  <a:pt x="31634" y="12627"/>
                  <a:pt x="29930" y="9962"/>
                  <a:pt x="27833" y="8535"/>
                </a:cubicBezTo>
                <a:cubicBezTo>
                  <a:pt x="25721" y="7107"/>
                  <a:pt x="23099" y="6831"/>
                  <a:pt x="20084" y="7792"/>
                </a:cubicBezTo>
                <a:cubicBezTo>
                  <a:pt x="16443" y="8928"/>
                  <a:pt x="13938" y="10982"/>
                  <a:pt x="12584" y="13996"/>
                </a:cubicBezTo>
                <a:cubicBezTo>
                  <a:pt x="11215" y="16953"/>
                  <a:pt x="11156" y="20478"/>
                  <a:pt x="12409" y="24468"/>
                </a:cubicBezTo>
                <a:lnTo>
                  <a:pt x="19749" y="47684"/>
                </a:lnTo>
                <a:lnTo>
                  <a:pt x="12977" y="49781"/>
                </a:lnTo>
                <a:lnTo>
                  <a:pt x="0" y="8768"/>
                </a:lnTo>
                <a:lnTo>
                  <a:pt x="6772" y="6656"/>
                </a:lnTo>
                <a:lnTo>
                  <a:pt x="8826" y="13035"/>
                </a:lnTo>
                <a:cubicBezTo>
                  <a:pt x="9627" y="10020"/>
                  <a:pt x="10982" y="7573"/>
                  <a:pt x="12744" y="5695"/>
                </a:cubicBezTo>
                <a:cubicBezTo>
                  <a:pt x="14564" y="3758"/>
                  <a:pt x="16909" y="2389"/>
                  <a:pt x="19749" y="1486"/>
                </a:cubicBezTo>
                <a:cubicBezTo>
                  <a:pt x="24468" y="0"/>
                  <a:pt x="28503" y="291"/>
                  <a:pt x="31809" y="2447"/>
                </a:cubicBezTo>
                <a:cubicBezTo>
                  <a:pt x="35158" y="4602"/>
                  <a:pt x="37722" y="8535"/>
                  <a:pt x="39484" y="14171"/>
                </a:cubicBezTo>
                <a:close/>
                <a:moveTo>
                  <a:pt x="39484" y="141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FA435-8E37-41ED-8436-F862E623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708" y="4212266"/>
            <a:ext cx="44203" cy="46475"/>
          </a:xfrm>
          <a:custGeom xmlns:a="http://schemas.openxmlformats.org/drawingml/2006/main">
            <a:pathLst>
              <a:path w="44203" h="46475">
                <a:moveTo>
                  <a:pt x="39426" y="15875"/>
                </a:moveTo>
                <a:lnTo>
                  <a:pt x="40504" y="19167"/>
                </a:lnTo>
                <a:lnTo>
                  <a:pt x="9496" y="28954"/>
                </a:lnTo>
                <a:cubicBezTo>
                  <a:pt x="11258" y="33513"/>
                  <a:pt x="13763" y="36586"/>
                  <a:pt x="17069" y="38232"/>
                </a:cubicBezTo>
                <a:cubicBezTo>
                  <a:pt x="20317" y="39877"/>
                  <a:pt x="24177" y="39994"/>
                  <a:pt x="28677" y="38567"/>
                </a:cubicBezTo>
                <a:cubicBezTo>
                  <a:pt x="31241" y="37780"/>
                  <a:pt x="33629" y="36644"/>
                  <a:pt x="35901" y="35275"/>
                </a:cubicBezTo>
                <a:cubicBezTo>
                  <a:pt x="38115" y="33848"/>
                  <a:pt x="40227" y="32144"/>
                  <a:pt x="42208" y="30090"/>
                </a:cubicBezTo>
                <a:lnTo>
                  <a:pt x="44203" y="36469"/>
                </a:lnTo>
                <a:cubicBezTo>
                  <a:pt x="42106" y="38290"/>
                  <a:pt x="39877" y="39819"/>
                  <a:pt x="37547" y="41188"/>
                </a:cubicBezTo>
                <a:cubicBezTo>
                  <a:pt x="35158" y="42499"/>
                  <a:pt x="32653" y="43577"/>
                  <a:pt x="30046" y="44436"/>
                </a:cubicBezTo>
                <a:cubicBezTo>
                  <a:pt x="23492" y="46475"/>
                  <a:pt x="17754" y="46257"/>
                  <a:pt x="12686" y="43635"/>
                </a:cubicBezTo>
                <a:cubicBezTo>
                  <a:pt x="7675" y="41013"/>
                  <a:pt x="4151" y="36469"/>
                  <a:pt x="2112" y="29974"/>
                </a:cubicBezTo>
                <a:cubicBezTo>
                  <a:pt x="0" y="23274"/>
                  <a:pt x="117" y="17346"/>
                  <a:pt x="2505" y="12292"/>
                </a:cubicBezTo>
                <a:cubicBezTo>
                  <a:pt x="4894" y="7166"/>
                  <a:pt x="9161" y="3699"/>
                  <a:pt x="15307" y="1704"/>
                </a:cubicBezTo>
                <a:cubicBezTo>
                  <a:pt x="20827" y="0"/>
                  <a:pt x="25721" y="393"/>
                  <a:pt x="30090" y="2957"/>
                </a:cubicBezTo>
                <a:cubicBezTo>
                  <a:pt x="34416" y="5462"/>
                  <a:pt x="37547" y="9787"/>
                  <a:pt x="39426" y="15875"/>
                </a:cubicBezTo>
                <a:close/>
                <a:moveTo>
                  <a:pt x="32085" y="16035"/>
                </a:moveTo>
                <a:cubicBezTo>
                  <a:pt x="30891" y="12351"/>
                  <a:pt x="28896" y="9729"/>
                  <a:pt x="26230" y="8185"/>
                </a:cubicBezTo>
                <a:cubicBezTo>
                  <a:pt x="23492" y="6656"/>
                  <a:pt x="20478" y="6365"/>
                  <a:pt x="17186" y="7399"/>
                </a:cubicBezTo>
                <a:cubicBezTo>
                  <a:pt x="13428" y="8593"/>
                  <a:pt x="10749" y="10632"/>
                  <a:pt x="9161" y="13428"/>
                </a:cubicBezTo>
                <a:cubicBezTo>
                  <a:pt x="7573" y="16268"/>
                  <a:pt x="7224" y="19676"/>
                  <a:pt x="8083" y="23667"/>
                </a:cubicBezTo>
                <a:lnTo>
                  <a:pt x="32085" y="16035"/>
                </a:lnTo>
                <a:close/>
                <a:moveTo>
                  <a:pt x="32085" y="160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814DBA-0EE0-4E79-BF45-17EB6F35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242" y="4234798"/>
            <a:ext cx="10690" cy="11768"/>
          </a:xfrm>
          <a:custGeom xmlns:a="http://schemas.openxmlformats.org/drawingml/2006/main">
            <a:pathLst>
              <a:path w="10690" h="11768">
                <a:moveTo>
                  <a:pt x="0" y="2447"/>
                </a:moveTo>
                <a:lnTo>
                  <a:pt x="7734" y="0"/>
                </a:lnTo>
                <a:lnTo>
                  <a:pt x="10690" y="9321"/>
                </a:lnTo>
                <a:lnTo>
                  <a:pt x="2957" y="11768"/>
                </a:lnTo>
                <a:lnTo>
                  <a:pt x="0" y="2447"/>
                </a:lnTo>
                <a:close/>
                <a:moveTo>
                  <a:pt x="0" y="2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C618F-EC39-4BFF-9DBE-AE6683E8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112" y="4173642"/>
            <a:ext cx="52446" cy="65583"/>
          </a:xfrm>
          <a:custGeom xmlns:a="http://schemas.openxmlformats.org/drawingml/2006/main">
            <a:pathLst>
              <a:path w="52446" h="65583">
                <a:moveTo>
                  <a:pt x="0" y="10923"/>
                </a:moveTo>
                <a:lnTo>
                  <a:pt x="34532" y="0"/>
                </a:lnTo>
                <a:lnTo>
                  <a:pt x="36527" y="6248"/>
                </a:lnTo>
                <a:lnTo>
                  <a:pt x="9336" y="14841"/>
                </a:lnTo>
                <a:lnTo>
                  <a:pt x="14448" y="30993"/>
                </a:lnTo>
                <a:lnTo>
                  <a:pt x="40504" y="22808"/>
                </a:lnTo>
                <a:lnTo>
                  <a:pt x="42441" y="29012"/>
                </a:lnTo>
                <a:lnTo>
                  <a:pt x="16443" y="37197"/>
                </a:lnTo>
                <a:lnTo>
                  <a:pt x="22691" y="57063"/>
                </a:lnTo>
                <a:lnTo>
                  <a:pt x="50524" y="48237"/>
                </a:lnTo>
                <a:lnTo>
                  <a:pt x="52446" y="54500"/>
                </a:lnTo>
                <a:lnTo>
                  <a:pt x="17230" y="65583"/>
                </a:lnTo>
                <a:lnTo>
                  <a:pt x="0" y="10923"/>
                </a:lnTo>
                <a:close/>
                <a:moveTo>
                  <a:pt x="0" y="109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83E6B-DB08-49F1-B2B6-7FA7738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504" y="4156572"/>
            <a:ext cx="58593" cy="67695"/>
          </a:xfrm>
          <a:custGeom xmlns:a="http://schemas.openxmlformats.org/drawingml/2006/main">
            <a:pathLst>
              <a:path w="58593" h="67695">
                <a:moveTo>
                  <a:pt x="0" y="13021"/>
                </a:moveTo>
                <a:lnTo>
                  <a:pt x="9947" y="9889"/>
                </a:lnTo>
                <a:lnTo>
                  <a:pt x="48645" y="47961"/>
                </a:lnTo>
                <a:lnTo>
                  <a:pt x="34183" y="2214"/>
                </a:lnTo>
                <a:lnTo>
                  <a:pt x="41363" y="0"/>
                </a:lnTo>
                <a:lnTo>
                  <a:pt x="58593" y="54675"/>
                </a:lnTo>
                <a:lnTo>
                  <a:pt x="48645" y="57792"/>
                </a:lnTo>
                <a:lnTo>
                  <a:pt x="10006" y="19735"/>
                </a:lnTo>
                <a:lnTo>
                  <a:pt x="24410" y="65423"/>
                </a:lnTo>
                <a:lnTo>
                  <a:pt x="17230" y="67695"/>
                </a:lnTo>
                <a:lnTo>
                  <a:pt x="0" y="13021"/>
                </a:lnTo>
                <a:close/>
                <a:moveTo>
                  <a:pt x="0" y="130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B3D8B-EE9E-459B-B5E4-ADCDF81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82" y="4419357"/>
            <a:ext cx="41756" cy="61666"/>
          </a:xfrm>
          <a:custGeom xmlns:a="http://schemas.openxmlformats.org/drawingml/2006/main">
            <a:pathLst>
              <a:path w="41756" h="61666">
                <a:moveTo>
                  <a:pt x="9161" y="10457"/>
                </a:moveTo>
                <a:lnTo>
                  <a:pt x="14972" y="31226"/>
                </a:lnTo>
                <a:lnTo>
                  <a:pt x="24352" y="28619"/>
                </a:lnTo>
                <a:cubicBezTo>
                  <a:pt x="27818" y="27643"/>
                  <a:pt x="30265" y="25997"/>
                  <a:pt x="31634" y="23667"/>
                </a:cubicBezTo>
                <a:cubicBezTo>
                  <a:pt x="33061" y="21337"/>
                  <a:pt x="33280" y="18540"/>
                  <a:pt x="32377" y="15191"/>
                </a:cubicBezTo>
                <a:cubicBezTo>
                  <a:pt x="31459" y="11885"/>
                  <a:pt x="29755" y="9612"/>
                  <a:pt x="27366" y="8302"/>
                </a:cubicBezTo>
                <a:cubicBezTo>
                  <a:pt x="24978" y="7049"/>
                  <a:pt x="22021" y="6874"/>
                  <a:pt x="18555" y="7850"/>
                </a:cubicBezTo>
                <a:lnTo>
                  <a:pt x="9161" y="10457"/>
                </a:lnTo>
                <a:close/>
                <a:moveTo>
                  <a:pt x="0" y="6423"/>
                </a:moveTo>
                <a:lnTo>
                  <a:pt x="16836" y="1704"/>
                </a:lnTo>
                <a:cubicBezTo>
                  <a:pt x="23041" y="0"/>
                  <a:pt x="28109" y="102"/>
                  <a:pt x="32085" y="2039"/>
                </a:cubicBezTo>
                <a:cubicBezTo>
                  <a:pt x="36018" y="3918"/>
                  <a:pt x="38741" y="7617"/>
                  <a:pt x="40227" y="12962"/>
                </a:cubicBezTo>
                <a:cubicBezTo>
                  <a:pt x="41756" y="18424"/>
                  <a:pt x="41305" y="23041"/>
                  <a:pt x="38916" y="26682"/>
                </a:cubicBezTo>
                <a:cubicBezTo>
                  <a:pt x="36527" y="30323"/>
                  <a:pt x="32260" y="33047"/>
                  <a:pt x="26056" y="34751"/>
                </a:cubicBezTo>
                <a:lnTo>
                  <a:pt x="16676" y="37372"/>
                </a:lnTo>
                <a:lnTo>
                  <a:pt x="22822" y="59554"/>
                </a:lnTo>
                <a:lnTo>
                  <a:pt x="15365" y="61666"/>
                </a:lnTo>
                <a:lnTo>
                  <a:pt x="0" y="6423"/>
                </a:lnTo>
                <a:close/>
                <a:moveTo>
                  <a:pt x="0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34E97-D4FF-411E-9257-313E6DE6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71" y="4404225"/>
            <a:ext cx="37372" cy="64054"/>
          </a:xfrm>
          <a:custGeom xmlns:a="http://schemas.openxmlformats.org/drawingml/2006/main">
            <a:pathLst>
              <a:path w="37372" h="64054">
                <a:moveTo>
                  <a:pt x="0" y="8811"/>
                </a:moveTo>
                <a:lnTo>
                  <a:pt x="31750" y="0"/>
                </a:lnTo>
                <a:lnTo>
                  <a:pt x="33454" y="6306"/>
                </a:lnTo>
                <a:lnTo>
                  <a:pt x="9219" y="13021"/>
                </a:lnTo>
                <a:lnTo>
                  <a:pt x="13763" y="29347"/>
                </a:lnTo>
                <a:lnTo>
                  <a:pt x="35610" y="23201"/>
                </a:lnTo>
                <a:lnTo>
                  <a:pt x="37372" y="29522"/>
                </a:lnTo>
                <a:lnTo>
                  <a:pt x="15467" y="35610"/>
                </a:lnTo>
                <a:lnTo>
                  <a:pt x="22808" y="62001"/>
                </a:lnTo>
                <a:lnTo>
                  <a:pt x="15365" y="64054"/>
                </a:lnTo>
                <a:lnTo>
                  <a:pt x="0" y="8811"/>
                </a:lnTo>
                <a:close/>
                <a:moveTo>
                  <a:pt x="0" y="8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28E8E-3CE9-4617-B1CD-E835A447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7" y="4398807"/>
            <a:ext cx="49723" cy="57355"/>
          </a:xfrm>
          <a:custGeom xmlns:a="http://schemas.openxmlformats.org/drawingml/2006/main">
            <a:pathLst>
              <a:path w="49723" h="57355">
                <a:moveTo>
                  <a:pt x="0" y="2112"/>
                </a:moveTo>
                <a:lnTo>
                  <a:pt x="7457" y="0"/>
                </a:lnTo>
                <a:lnTo>
                  <a:pt x="21104" y="48995"/>
                </a:lnTo>
                <a:lnTo>
                  <a:pt x="47961" y="41479"/>
                </a:lnTo>
                <a:lnTo>
                  <a:pt x="49723" y="47800"/>
                </a:lnTo>
                <a:lnTo>
                  <a:pt x="15365" y="57355"/>
                </a:lnTo>
                <a:lnTo>
                  <a:pt x="0" y="2112"/>
                </a:lnTo>
                <a:close/>
                <a:moveTo>
                  <a:pt x="0" y="2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92D4E-1281-4ACC-AE04-B7450B5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83" y="4432611"/>
            <a:ext cx="10414" cy="11608"/>
          </a:xfrm>
          <a:custGeom xmlns:a="http://schemas.openxmlformats.org/drawingml/2006/main">
            <a:pathLst>
              <a:path w="10414" h="11608">
                <a:moveTo>
                  <a:pt x="0" y="2214"/>
                </a:moveTo>
                <a:lnTo>
                  <a:pt x="7807" y="0"/>
                </a:lnTo>
                <a:lnTo>
                  <a:pt x="10414" y="9438"/>
                </a:lnTo>
                <a:lnTo>
                  <a:pt x="2622" y="11608"/>
                </a:lnTo>
                <a:lnTo>
                  <a:pt x="0" y="2214"/>
                </a:lnTo>
                <a:close/>
                <a:moveTo>
                  <a:pt x="0" y="22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7E31E-D5B4-4F35-A7DD-A3712983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65" y="4376116"/>
            <a:ext cx="50626" cy="63486"/>
          </a:xfrm>
          <a:custGeom xmlns:a="http://schemas.openxmlformats.org/drawingml/2006/main">
            <a:pathLst>
              <a:path w="50626" h="63486">
                <a:moveTo>
                  <a:pt x="12001" y="8535"/>
                </a:moveTo>
                <a:lnTo>
                  <a:pt x="9496" y="38858"/>
                </a:lnTo>
                <a:lnTo>
                  <a:pt x="29813" y="33221"/>
                </a:lnTo>
                <a:lnTo>
                  <a:pt x="12001" y="8535"/>
                </a:lnTo>
                <a:close/>
                <a:moveTo>
                  <a:pt x="5680" y="2389"/>
                </a:moveTo>
                <a:lnTo>
                  <a:pt x="14171" y="0"/>
                </a:lnTo>
                <a:lnTo>
                  <a:pt x="50626" y="49388"/>
                </a:lnTo>
                <a:lnTo>
                  <a:pt x="42834" y="51543"/>
                </a:lnTo>
                <a:lnTo>
                  <a:pt x="33848" y="38741"/>
                </a:lnTo>
                <a:lnTo>
                  <a:pt x="8986" y="45688"/>
                </a:lnTo>
                <a:lnTo>
                  <a:pt x="7908" y="61272"/>
                </a:lnTo>
                <a:lnTo>
                  <a:pt x="0" y="63486"/>
                </a:lnTo>
                <a:lnTo>
                  <a:pt x="5680" y="2389"/>
                </a:lnTo>
                <a:close/>
                <a:moveTo>
                  <a:pt x="5680" y="23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99D77-7A81-4212-9E8B-9144A81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65" y="4361610"/>
            <a:ext cx="41756" cy="61607"/>
          </a:xfrm>
          <a:custGeom xmlns:a="http://schemas.openxmlformats.org/drawingml/2006/main">
            <a:pathLst>
              <a:path w="41756" h="61607">
                <a:moveTo>
                  <a:pt x="9146" y="10472"/>
                </a:moveTo>
                <a:lnTo>
                  <a:pt x="14958" y="31226"/>
                </a:lnTo>
                <a:lnTo>
                  <a:pt x="24337" y="28619"/>
                </a:lnTo>
                <a:cubicBezTo>
                  <a:pt x="27818" y="27643"/>
                  <a:pt x="30265" y="25997"/>
                  <a:pt x="31678" y="23667"/>
                </a:cubicBezTo>
                <a:cubicBezTo>
                  <a:pt x="33047" y="21337"/>
                  <a:pt x="33280" y="18482"/>
                  <a:pt x="32362" y="15191"/>
                </a:cubicBezTo>
                <a:cubicBezTo>
                  <a:pt x="31459" y="11826"/>
                  <a:pt x="29799" y="9554"/>
                  <a:pt x="27352" y="8302"/>
                </a:cubicBezTo>
                <a:cubicBezTo>
                  <a:pt x="24963" y="7049"/>
                  <a:pt x="22065" y="6874"/>
                  <a:pt x="18540" y="7850"/>
                </a:cubicBezTo>
                <a:lnTo>
                  <a:pt x="9146" y="10472"/>
                </a:lnTo>
                <a:close/>
                <a:moveTo>
                  <a:pt x="0" y="6423"/>
                </a:moveTo>
                <a:lnTo>
                  <a:pt x="16836" y="1704"/>
                </a:lnTo>
                <a:cubicBezTo>
                  <a:pt x="23041" y="0"/>
                  <a:pt x="28095" y="58"/>
                  <a:pt x="32085" y="1995"/>
                </a:cubicBezTo>
                <a:cubicBezTo>
                  <a:pt x="36003" y="3918"/>
                  <a:pt x="38741" y="7559"/>
                  <a:pt x="40271" y="12962"/>
                </a:cubicBezTo>
                <a:cubicBezTo>
                  <a:pt x="41756" y="18424"/>
                  <a:pt x="41348" y="22983"/>
                  <a:pt x="38960" y="26624"/>
                </a:cubicBezTo>
                <a:cubicBezTo>
                  <a:pt x="36571" y="30323"/>
                  <a:pt x="32246" y="32988"/>
                  <a:pt x="26056" y="34765"/>
                </a:cubicBezTo>
                <a:lnTo>
                  <a:pt x="16662" y="37372"/>
                </a:lnTo>
                <a:lnTo>
                  <a:pt x="22866" y="59568"/>
                </a:lnTo>
                <a:lnTo>
                  <a:pt x="15351" y="61607"/>
                </a:lnTo>
                <a:lnTo>
                  <a:pt x="0" y="6423"/>
                </a:lnTo>
                <a:close/>
                <a:moveTo>
                  <a:pt x="0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9FF18-5AE9-407B-B61B-C723407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541" y="4402055"/>
            <a:ext cx="10399" cy="11550"/>
          </a:xfrm>
          <a:custGeom xmlns:a="http://schemas.openxmlformats.org/drawingml/2006/main">
            <a:pathLst>
              <a:path w="10399" h="11550">
                <a:moveTo>
                  <a:pt x="0" y="2170"/>
                </a:moveTo>
                <a:lnTo>
                  <a:pt x="7792" y="0"/>
                </a:lnTo>
                <a:lnTo>
                  <a:pt x="10399" y="9394"/>
                </a:lnTo>
                <a:lnTo>
                  <a:pt x="2607" y="11550"/>
                </a:lnTo>
                <a:lnTo>
                  <a:pt x="0" y="2170"/>
                </a:lnTo>
                <a:close/>
                <a:moveTo>
                  <a:pt x="0" y="2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B4ED3-8B17-440E-9399-85A98D17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07" y="4345560"/>
            <a:ext cx="50640" cy="63442"/>
          </a:xfrm>
          <a:custGeom xmlns:a="http://schemas.openxmlformats.org/drawingml/2006/main">
            <a:pathLst>
              <a:path w="50640" h="63442">
                <a:moveTo>
                  <a:pt x="12001" y="8535"/>
                </a:moveTo>
                <a:lnTo>
                  <a:pt x="9496" y="38858"/>
                </a:lnTo>
                <a:lnTo>
                  <a:pt x="29813" y="33178"/>
                </a:lnTo>
                <a:lnTo>
                  <a:pt x="12001" y="8535"/>
                </a:lnTo>
                <a:close/>
                <a:moveTo>
                  <a:pt x="5695" y="2330"/>
                </a:moveTo>
                <a:lnTo>
                  <a:pt x="14171" y="0"/>
                </a:lnTo>
                <a:lnTo>
                  <a:pt x="50640" y="49330"/>
                </a:lnTo>
                <a:lnTo>
                  <a:pt x="42834" y="51485"/>
                </a:lnTo>
                <a:lnTo>
                  <a:pt x="33906" y="38741"/>
                </a:lnTo>
                <a:lnTo>
                  <a:pt x="8986" y="45688"/>
                </a:lnTo>
                <a:lnTo>
                  <a:pt x="7908" y="61272"/>
                </a:lnTo>
                <a:lnTo>
                  <a:pt x="0" y="63442"/>
                </a:lnTo>
                <a:lnTo>
                  <a:pt x="5695" y="2330"/>
                </a:lnTo>
                <a:close/>
                <a:moveTo>
                  <a:pt x="5695" y="23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7D54E-6C7E-4861-BB8E-029D47EC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7" y="4330995"/>
            <a:ext cx="41814" cy="61680"/>
          </a:xfrm>
          <a:custGeom xmlns:a="http://schemas.openxmlformats.org/drawingml/2006/main">
            <a:pathLst>
              <a:path w="41814" h="61680">
                <a:moveTo>
                  <a:pt x="9205" y="10472"/>
                </a:moveTo>
                <a:lnTo>
                  <a:pt x="14958" y="31241"/>
                </a:lnTo>
                <a:lnTo>
                  <a:pt x="24352" y="28619"/>
                </a:lnTo>
                <a:cubicBezTo>
                  <a:pt x="27876" y="27658"/>
                  <a:pt x="30265" y="25997"/>
                  <a:pt x="31678" y="23667"/>
                </a:cubicBezTo>
                <a:cubicBezTo>
                  <a:pt x="33047" y="21337"/>
                  <a:pt x="33338" y="18555"/>
                  <a:pt x="32362" y="15191"/>
                </a:cubicBezTo>
                <a:cubicBezTo>
                  <a:pt x="31459" y="11899"/>
                  <a:pt x="29813" y="9612"/>
                  <a:pt x="27410" y="8316"/>
                </a:cubicBezTo>
                <a:cubicBezTo>
                  <a:pt x="25022" y="7064"/>
                  <a:pt x="22065" y="6889"/>
                  <a:pt x="18599" y="7850"/>
                </a:cubicBezTo>
                <a:lnTo>
                  <a:pt x="9205" y="10472"/>
                </a:lnTo>
                <a:close/>
                <a:moveTo>
                  <a:pt x="0" y="6437"/>
                </a:moveTo>
                <a:lnTo>
                  <a:pt x="16895" y="1704"/>
                </a:lnTo>
                <a:cubicBezTo>
                  <a:pt x="23099" y="0"/>
                  <a:pt x="28153" y="117"/>
                  <a:pt x="32085" y="2054"/>
                </a:cubicBezTo>
                <a:cubicBezTo>
                  <a:pt x="36003" y="3932"/>
                  <a:pt x="38741" y="7632"/>
                  <a:pt x="40271" y="12977"/>
                </a:cubicBezTo>
                <a:cubicBezTo>
                  <a:pt x="41814" y="18439"/>
                  <a:pt x="41363" y="22983"/>
                  <a:pt x="38960" y="26682"/>
                </a:cubicBezTo>
                <a:cubicBezTo>
                  <a:pt x="36571" y="30323"/>
                  <a:pt x="32260" y="33061"/>
                  <a:pt x="26056" y="34765"/>
                </a:cubicBezTo>
                <a:lnTo>
                  <a:pt x="16662" y="37387"/>
                </a:lnTo>
                <a:lnTo>
                  <a:pt x="22866" y="59568"/>
                </a:lnTo>
                <a:lnTo>
                  <a:pt x="15409" y="61680"/>
                </a:lnTo>
                <a:lnTo>
                  <a:pt x="0" y="6437"/>
                </a:lnTo>
                <a:close/>
                <a:moveTo>
                  <a:pt x="0" y="64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426659-8920-4CC7-A419-41D4C75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93" y="4315295"/>
            <a:ext cx="55986" cy="61622"/>
          </a:xfrm>
          <a:custGeom xmlns:a="http://schemas.openxmlformats.org/drawingml/2006/main">
            <a:pathLst>
              <a:path w="55986" h="61622">
                <a:moveTo>
                  <a:pt x="21730" y="8258"/>
                </a:moveTo>
                <a:cubicBezTo>
                  <a:pt x="16327" y="9729"/>
                  <a:pt x="12569" y="12977"/>
                  <a:pt x="10472" y="17929"/>
                </a:cubicBezTo>
                <a:cubicBezTo>
                  <a:pt x="8418" y="22822"/>
                  <a:pt x="8360" y="28794"/>
                  <a:pt x="10297" y="35785"/>
                </a:cubicBezTo>
                <a:cubicBezTo>
                  <a:pt x="12234" y="42732"/>
                  <a:pt x="15365" y="47786"/>
                  <a:pt x="19676" y="50917"/>
                </a:cubicBezTo>
                <a:cubicBezTo>
                  <a:pt x="24002" y="54107"/>
                  <a:pt x="28896" y="54908"/>
                  <a:pt x="34299" y="53422"/>
                </a:cubicBezTo>
                <a:cubicBezTo>
                  <a:pt x="39761" y="51893"/>
                  <a:pt x="43460" y="48703"/>
                  <a:pt x="45514" y="43751"/>
                </a:cubicBezTo>
                <a:cubicBezTo>
                  <a:pt x="47567" y="38800"/>
                  <a:pt x="47611" y="32886"/>
                  <a:pt x="45688" y="25939"/>
                </a:cubicBezTo>
                <a:cubicBezTo>
                  <a:pt x="43751" y="18948"/>
                  <a:pt x="40620" y="13880"/>
                  <a:pt x="36294" y="10690"/>
                </a:cubicBezTo>
                <a:cubicBezTo>
                  <a:pt x="32027" y="7573"/>
                  <a:pt x="27133" y="6714"/>
                  <a:pt x="21730" y="8258"/>
                </a:cubicBezTo>
                <a:close/>
                <a:moveTo>
                  <a:pt x="20026" y="2170"/>
                </a:moveTo>
                <a:cubicBezTo>
                  <a:pt x="27760" y="0"/>
                  <a:pt x="34707" y="859"/>
                  <a:pt x="40795" y="4777"/>
                </a:cubicBezTo>
                <a:cubicBezTo>
                  <a:pt x="46883" y="8710"/>
                  <a:pt x="51150" y="15016"/>
                  <a:pt x="53539" y="23725"/>
                </a:cubicBezTo>
                <a:cubicBezTo>
                  <a:pt x="55986" y="32435"/>
                  <a:pt x="55578" y="40052"/>
                  <a:pt x="52403" y="46533"/>
                </a:cubicBezTo>
                <a:cubicBezTo>
                  <a:pt x="49213" y="53029"/>
                  <a:pt x="43751" y="57296"/>
                  <a:pt x="36018" y="59452"/>
                </a:cubicBezTo>
                <a:cubicBezTo>
                  <a:pt x="28269" y="61622"/>
                  <a:pt x="21337" y="60763"/>
                  <a:pt x="15249" y="56889"/>
                </a:cubicBezTo>
                <a:cubicBezTo>
                  <a:pt x="9103" y="53029"/>
                  <a:pt x="4835" y="46708"/>
                  <a:pt x="2447" y="37955"/>
                </a:cubicBezTo>
                <a:cubicBezTo>
                  <a:pt x="0" y="29245"/>
                  <a:pt x="393" y="21614"/>
                  <a:pt x="3583" y="15132"/>
                </a:cubicBezTo>
                <a:cubicBezTo>
                  <a:pt x="6772" y="8651"/>
                  <a:pt x="12292" y="4326"/>
                  <a:pt x="20026" y="2170"/>
                </a:cubicBezTo>
                <a:close/>
                <a:moveTo>
                  <a:pt x="20026" y="2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DDED2-F86C-40E8-9CAA-F77DF097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08" y="4300847"/>
            <a:ext cx="56787" cy="62467"/>
          </a:xfrm>
          <a:custGeom xmlns:a="http://schemas.openxmlformats.org/drawingml/2006/main">
            <a:pathLst>
              <a:path w="56787" h="62467">
                <a:moveTo>
                  <a:pt x="9219" y="11317"/>
                </a:moveTo>
                <a:lnTo>
                  <a:pt x="21162" y="54267"/>
                </a:lnTo>
                <a:lnTo>
                  <a:pt x="30207" y="51718"/>
                </a:lnTo>
                <a:cubicBezTo>
                  <a:pt x="37838" y="49606"/>
                  <a:pt x="42892" y="46315"/>
                  <a:pt x="45514" y="41873"/>
                </a:cubicBezTo>
                <a:cubicBezTo>
                  <a:pt x="48077" y="37430"/>
                  <a:pt x="48310" y="31517"/>
                  <a:pt x="46257" y="24060"/>
                </a:cubicBezTo>
                <a:cubicBezTo>
                  <a:pt x="44203" y="16662"/>
                  <a:pt x="40911" y="11724"/>
                  <a:pt x="36411" y="9278"/>
                </a:cubicBezTo>
                <a:cubicBezTo>
                  <a:pt x="31925" y="6831"/>
                  <a:pt x="25895" y="6656"/>
                  <a:pt x="18264" y="8768"/>
                </a:cubicBezTo>
                <a:lnTo>
                  <a:pt x="9219" y="11317"/>
                </a:lnTo>
                <a:close/>
                <a:moveTo>
                  <a:pt x="0" y="7224"/>
                </a:moveTo>
                <a:lnTo>
                  <a:pt x="15365" y="2957"/>
                </a:lnTo>
                <a:cubicBezTo>
                  <a:pt x="26056" y="0"/>
                  <a:pt x="34532" y="0"/>
                  <a:pt x="40795" y="3073"/>
                </a:cubicBezTo>
                <a:cubicBezTo>
                  <a:pt x="47058" y="6146"/>
                  <a:pt x="51485" y="12409"/>
                  <a:pt x="54107" y="21847"/>
                </a:cubicBezTo>
                <a:cubicBezTo>
                  <a:pt x="56787" y="31401"/>
                  <a:pt x="56219" y="39091"/>
                  <a:pt x="52403" y="44946"/>
                </a:cubicBezTo>
                <a:cubicBezTo>
                  <a:pt x="48645" y="50801"/>
                  <a:pt x="41421" y="55243"/>
                  <a:pt x="30775" y="58199"/>
                </a:cubicBezTo>
                <a:lnTo>
                  <a:pt x="15424" y="62467"/>
                </a:lnTo>
                <a:lnTo>
                  <a:pt x="0" y="7224"/>
                </a:lnTo>
                <a:close/>
                <a:moveTo>
                  <a:pt x="0" y="72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1B8E0-4DB1-4716-96CA-BE92785B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82" y="4277748"/>
            <a:ext cx="65933" cy="69356"/>
          </a:xfrm>
          <a:custGeom xmlns:a="http://schemas.openxmlformats.org/drawingml/2006/main">
            <a:pathLst>
              <a:path w="65933" h="69356">
                <a:moveTo>
                  <a:pt x="0" y="14113"/>
                </a:moveTo>
                <a:lnTo>
                  <a:pt x="11156" y="10982"/>
                </a:lnTo>
                <a:lnTo>
                  <a:pt x="35668" y="44654"/>
                </a:lnTo>
                <a:lnTo>
                  <a:pt x="39368" y="3131"/>
                </a:lnTo>
                <a:lnTo>
                  <a:pt x="50524" y="0"/>
                </a:lnTo>
                <a:lnTo>
                  <a:pt x="65933" y="55243"/>
                </a:lnTo>
                <a:lnTo>
                  <a:pt x="58593" y="57296"/>
                </a:lnTo>
                <a:lnTo>
                  <a:pt x="45120" y="8768"/>
                </a:lnTo>
                <a:lnTo>
                  <a:pt x="41421" y="50640"/>
                </a:lnTo>
                <a:lnTo>
                  <a:pt x="33906" y="52738"/>
                </a:lnTo>
                <a:lnTo>
                  <a:pt x="9103" y="18774"/>
                </a:lnTo>
                <a:lnTo>
                  <a:pt x="22648" y="67302"/>
                </a:lnTo>
                <a:lnTo>
                  <a:pt x="15365" y="69356"/>
                </a:lnTo>
                <a:lnTo>
                  <a:pt x="0" y="14113"/>
                </a:lnTo>
                <a:close/>
                <a:moveTo>
                  <a:pt x="0" y="141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7E9D3-4308-48C3-9BE4-06BB39D8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047" y="4271543"/>
            <a:ext cx="49723" cy="57296"/>
          </a:xfrm>
          <a:custGeom xmlns:a="http://schemas.openxmlformats.org/drawingml/2006/main">
            <a:pathLst>
              <a:path w="49723" h="57296">
                <a:moveTo>
                  <a:pt x="0" y="2112"/>
                </a:moveTo>
                <a:lnTo>
                  <a:pt x="7457" y="0"/>
                </a:lnTo>
                <a:lnTo>
                  <a:pt x="21104" y="48936"/>
                </a:lnTo>
                <a:lnTo>
                  <a:pt x="48019" y="41479"/>
                </a:lnTo>
                <a:lnTo>
                  <a:pt x="49723" y="47742"/>
                </a:lnTo>
                <a:lnTo>
                  <a:pt x="15365" y="57296"/>
                </a:lnTo>
                <a:lnTo>
                  <a:pt x="0" y="2112"/>
                </a:lnTo>
                <a:close/>
                <a:moveTo>
                  <a:pt x="0" y="2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CE926-0C20-4B85-85C8-5D0656C6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269" y="4254591"/>
            <a:ext cx="56714" cy="62525"/>
          </a:xfrm>
          <a:custGeom xmlns:a="http://schemas.openxmlformats.org/drawingml/2006/main">
            <a:pathLst>
              <a:path w="56714" h="62525">
                <a:moveTo>
                  <a:pt x="9161" y="11331"/>
                </a:moveTo>
                <a:lnTo>
                  <a:pt x="21104" y="54281"/>
                </a:lnTo>
                <a:lnTo>
                  <a:pt x="30148" y="51776"/>
                </a:lnTo>
                <a:cubicBezTo>
                  <a:pt x="37765" y="49665"/>
                  <a:pt x="42892" y="46373"/>
                  <a:pt x="45455" y="41931"/>
                </a:cubicBezTo>
                <a:cubicBezTo>
                  <a:pt x="48019" y="37489"/>
                  <a:pt x="48296" y="31517"/>
                  <a:pt x="46198" y="24060"/>
                </a:cubicBezTo>
                <a:cubicBezTo>
                  <a:pt x="44145" y="16734"/>
                  <a:pt x="40839" y="11783"/>
                  <a:pt x="36353" y="9336"/>
                </a:cubicBezTo>
                <a:cubicBezTo>
                  <a:pt x="31852" y="6889"/>
                  <a:pt x="25823" y="6714"/>
                  <a:pt x="18205" y="8826"/>
                </a:cubicBezTo>
                <a:lnTo>
                  <a:pt x="9161" y="11331"/>
                </a:lnTo>
                <a:close/>
                <a:moveTo>
                  <a:pt x="0" y="7282"/>
                </a:moveTo>
                <a:lnTo>
                  <a:pt x="15351" y="3015"/>
                </a:lnTo>
                <a:cubicBezTo>
                  <a:pt x="26056" y="0"/>
                  <a:pt x="34532" y="58"/>
                  <a:pt x="40737" y="3131"/>
                </a:cubicBezTo>
                <a:cubicBezTo>
                  <a:pt x="46985" y="6146"/>
                  <a:pt x="51427" y="12409"/>
                  <a:pt x="54107" y="21905"/>
                </a:cubicBezTo>
                <a:cubicBezTo>
                  <a:pt x="56714" y="31401"/>
                  <a:pt x="56146" y="39149"/>
                  <a:pt x="52388" y="45004"/>
                </a:cubicBezTo>
                <a:cubicBezTo>
                  <a:pt x="48587" y="50859"/>
                  <a:pt x="41363" y="55243"/>
                  <a:pt x="30716" y="58258"/>
                </a:cubicBezTo>
                <a:lnTo>
                  <a:pt x="15351" y="62525"/>
                </a:lnTo>
                <a:lnTo>
                  <a:pt x="0" y="7282"/>
                </a:lnTo>
                <a:close/>
                <a:moveTo>
                  <a:pt x="0" y="72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AA472-EF1C-4276-9942-A5DE7B48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585" y="4235875"/>
            <a:ext cx="50975" cy="64972"/>
          </a:xfrm>
          <a:custGeom xmlns:a="http://schemas.openxmlformats.org/drawingml/2006/main">
            <a:pathLst>
              <a:path w="50975" h="64972">
                <a:moveTo>
                  <a:pt x="0" y="9729"/>
                </a:moveTo>
                <a:lnTo>
                  <a:pt x="34925" y="0"/>
                </a:lnTo>
                <a:lnTo>
                  <a:pt x="36688" y="6321"/>
                </a:lnTo>
                <a:lnTo>
                  <a:pt x="9205" y="13938"/>
                </a:lnTo>
                <a:lnTo>
                  <a:pt x="13763" y="30323"/>
                </a:lnTo>
                <a:lnTo>
                  <a:pt x="40096" y="22983"/>
                </a:lnTo>
                <a:lnTo>
                  <a:pt x="41814" y="29245"/>
                </a:lnTo>
                <a:lnTo>
                  <a:pt x="15526" y="36586"/>
                </a:lnTo>
                <a:lnTo>
                  <a:pt x="21104" y="56612"/>
                </a:lnTo>
                <a:lnTo>
                  <a:pt x="49213" y="48762"/>
                </a:lnTo>
                <a:lnTo>
                  <a:pt x="50975" y="55068"/>
                </a:lnTo>
                <a:lnTo>
                  <a:pt x="15409" y="64972"/>
                </a:lnTo>
                <a:lnTo>
                  <a:pt x="0" y="9729"/>
                </a:lnTo>
                <a:close/>
                <a:moveTo>
                  <a:pt x="0" y="97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D6411-A4D8-4154-BDE0-50B4F3E2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764" y="4224719"/>
            <a:ext cx="48762" cy="61272"/>
          </a:xfrm>
          <a:custGeom xmlns:a="http://schemas.openxmlformats.org/drawingml/2006/main">
            <a:pathLst>
              <a:path w="48762" h="61272">
                <a:moveTo>
                  <a:pt x="33280" y="117"/>
                </a:moveTo>
                <a:lnTo>
                  <a:pt x="35333" y="7457"/>
                </a:lnTo>
                <a:cubicBezTo>
                  <a:pt x="32144" y="6889"/>
                  <a:pt x="29187" y="6598"/>
                  <a:pt x="26463" y="6656"/>
                </a:cubicBezTo>
                <a:cubicBezTo>
                  <a:pt x="23784" y="6656"/>
                  <a:pt x="21220" y="7005"/>
                  <a:pt x="18890" y="7690"/>
                </a:cubicBezTo>
                <a:cubicBezTo>
                  <a:pt x="14856" y="8826"/>
                  <a:pt x="11899" y="10472"/>
                  <a:pt x="10122" y="12642"/>
                </a:cubicBezTo>
                <a:cubicBezTo>
                  <a:pt x="8360" y="14856"/>
                  <a:pt x="7908" y="17419"/>
                  <a:pt x="8710" y="20317"/>
                </a:cubicBezTo>
                <a:cubicBezTo>
                  <a:pt x="9394" y="22764"/>
                  <a:pt x="10647" y="24410"/>
                  <a:pt x="12467" y="25269"/>
                </a:cubicBezTo>
                <a:cubicBezTo>
                  <a:pt x="14288" y="26056"/>
                  <a:pt x="17302" y="26289"/>
                  <a:pt x="21628" y="25954"/>
                </a:cubicBezTo>
                <a:lnTo>
                  <a:pt x="26405" y="25604"/>
                </a:lnTo>
                <a:cubicBezTo>
                  <a:pt x="32260" y="25094"/>
                  <a:pt x="36921" y="25837"/>
                  <a:pt x="40285" y="27774"/>
                </a:cubicBezTo>
                <a:cubicBezTo>
                  <a:pt x="43693" y="29697"/>
                  <a:pt x="46023" y="32886"/>
                  <a:pt x="47276" y="37387"/>
                </a:cubicBezTo>
                <a:cubicBezTo>
                  <a:pt x="48762" y="42732"/>
                  <a:pt x="48077" y="47334"/>
                  <a:pt x="45295" y="51092"/>
                </a:cubicBezTo>
                <a:cubicBezTo>
                  <a:pt x="42441" y="54849"/>
                  <a:pt x="37605" y="57690"/>
                  <a:pt x="30673" y="59627"/>
                </a:cubicBezTo>
                <a:cubicBezTo>
                  <a:pt x="28051" y="60369"/>
                  <a:pt x="25211" y="60821"/>
                  <a:pt x="22080" y="61054"/>
                </a:cubicBezTo>
                <a:cubicBezTo>
                  <a:pt x="18948" y="61272"/>
                  <a:pt x="15642" y="61272"/>
                  <a:pt x="12176" y="60996"/>
                </a:cubicBezTo>
                <a:lnTo>
                  <a:pt x="10020" y="53262"/>
                </a:lnTo>
                <a:cubicBezTo>
                  <a:pt x="13545" y="54107"/>
                  <a:pt x="16895" y="54558"/>
                  <a:pt x="20026" y="54616"/>
                </a:cubicBezTo>
                <a:cubicBezTo>
                  <a:pt x="23157" y="54675"/>
                  <a:pt x="26172" y="54340"/>
                  <a:pt x="28954" y="53539"/>
                </a:cubicBezTo>
                <a:cubicBezTo>
                  <a:pt x="33221" y="52344"/>
                  <a:pt x="36294" y="50582"/>
                  <a:pt x="38115" y="48310"/>
                </a:cubicBezTo>
                <a:cubicBezTo>
                  <a:pt x="39994" y="45980"/>
                  <a:pt x="40504" y="43242"/>
                  <a:pt x="39601" y="40110"/>
                </a:cubicBezTo>
                <a:cubicBezTo>
                  <a:pt x="38858" y="37445"/>
                  <a:pt x="37445" y="35508"/>
                  <a:pt x="35333" y="34488"/>
                </a:cubicBezTo>
                <a:cubicBezTo>
                  <a:pt x="33280" y="33396"/>
                  <a:pt x="30207" y="33003"/>
                  <a:pt x="26230" y="33294"/>
                </a:cubicBezTo>
                <a:lnTo>
                  <a:pt x="21395" y="33687"/>
                </a:lnTo>
                <a:cubicBezTo>
                  <a:pt x="15540" y="34139"/>
                  <a:pt x="10982" y="33513"/>
                  <a:pt x="7850" y="31867"/>
                </a:cubicBezTo>
                <a:cubicBezTo>
                  <a:pt x="4719" y="30163"/>
                  <a:pt x="2563" y="27206"/>
                  <a:pt x="1369" y="22997"/>
                </a:cubicBezTo>
                <a:cubicBezTo>
                  <a:pt x="0" y="18104"/>
                  <a:pt x="626" y="13778"/>
                  <a:pt x="3306" y="10020"/>
                </a:cubicBezTo>
                <a:cubicBezTo>
                  <a:pt x="5971" y="6263"/>
                  <a:pt x="10297" y="3539"/>
                  <a:pt x="16327" y="1821"/>
                </a:cubicBezTo>
                <a:cubicBezTo>
                  <a:pt x="18948" y="1151"/>
                  <a:pt x="21672" y="626"/>
                  <a:pt x="24468" y="350"/>
                </a:cubicBezTo>
                <a:cubicBezTo>
                  <a:pt x="27308" y="58"/>
                  <a:pt x="30207" y="0"/>
                  <a:pt x="33280" y="117"/>
                </a:cubicBezTo>
                <a:close/>
                <a:moveTo>
                  <a:pt x="33280" y="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F6995-8915-4325-B1AB-0FBADE8D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550" y="4212441"/>
            <a:ext cx="41771" cy="61666"/>
          </a:xfrm>
          <a:custGeom xmlns:a="http://schemas.openxmlformats.org/drawingml/2006/main">
            <a:pathLst>
              <a:path w="41771" h="61666">
                <a:moveTo>
                  <a:pt x="9161" y="10515"/>
                </a:moveTo>
                <a:lnTo>
                  <a:pt x="14972" y="31226"/>
                </a:lnTo>
                <a:lnTo>
                  <a:pt x="24352" y="28604"/>
                </a:lnTo>
                <a:cubicBezTo>
                  <a:pt x="27833" y="27643"/>
                  <a:pt x="30279" y="25997"/>
                  <a:pt x="31692" y="23667"/>
                </a:cubicBezTo>
                <a:cubicBezTo>
                  <a:pt x="33061" y="21381"/>
                  <a:pt x="33294" y="18540"/>
                  <a:pt x="32377" y="15191"/>
                </a:cubicBezTo>
                <a:cubicBezTo>
                  <a:pt x="31474" y="11885"/>
                  <a:pt x="29813" y="9612"/>
                  <a:pt x="27366" y="8360"/>
                </a:cubicBezTo>
                <a:cubicBezTo>
                  <a:pt x="24978" y="7049"/>
                  <a:pt x="22080" y="6933"/>
                  <a:pt x="18555" y="7908"/>
                </a:cubicBezTo>
                <a:lnTo>
                  <a:pt x="9161" y="10515"/>
                </a:lnTo>
                <a:close/>
                <a:moveTo>
                  <a:pt x="0" y="6423"/>
                </a:moveTo>
                <a:lnTo>
                  <a:pt x="16851" y="1762"/>
                </a:lnTo>
                <a:cubicBezTo>
                  <a:pt x="23041" y="0"/>
                  <a:pt x="28109" y="102"/>
                  <a:pt x="32100" y="2039"/>
                </a:cubicBezTo>
                <a:cubicBezTo>
                  <a:pt x="36018" y="3918"/>
                  <a:pt x="38756" y="7617"/>
                  <a:pt x="40285" y="13021"/>
                </a:cubicBezTo>
                <a:cubicBezTo>
                  <a:pt x="41771" y="18424"/>
                  <a:pt x="41363" y="23041"/>
                  <a:pt x="38916" y="26682"/>
                </a:cubicBezTo>
                <a:cubicBezTo>
                  <a:pt x="36527" y="30381"/>
                  <a:pt x="32260" y="33047"/>
                  <a:pt x="26070" y="34751"/>
                </a:cubicBezTo>
                <a:lnTo>
                  <a:pt x="16676" y="37372"/>
                </a:lnTo>
                <a:lnTo>
                  <a:pt x="22881" y="59612"/>
                </a:lnTo>
                <a:lnTo>
                  <a:pt x="15365" y="61666"/>
                </a:lnTo>
                <a:lnTo>
                  <a:pt x="0" y="6423"/>
                </a:lnTo>
                <a:close/>
                <a:moveTo>
                  <a:pt x="0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217D2-FA92-4C2B-A26F-9F160608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77" y="4202028"/>
            <a:ext cx="22866" cy="59452"/>
          </a:xfrm>
          <a:custGeom xmlns:a="http://schemas.openxmlformats.org/drawingml/2006/main">
            <a:pathLst>
              <a:path w="22866" h="59452">
                <a:moveTo>
                  <a:pt x="0" y="1879"/>
                </a:moveTo>
                <a:lnTo>
                  <a:pt x="6831" y="0"/>
                </a:lnTo>
                <a:lnTo>
                  <a:pt x="22866" y="57573"/>
                </a:lnTo>
                <a:lnTo>
                  <a:pt x="16035" y="59452"/>
                </a:lnTo>
                <a:lnTo>
                  <a:pt x="0" y="1879"/>
                </a:lnTo>
                <a:close/>
                <a:moveTo>
                  <a:pt x="0" y="18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1E6FD-C1B4-4893-BEAE-902125C9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138" y="4204693"/>
            <a:ext cx="46257" cy="49446"/>
          </a:xfrm>
          <a:custGeom xmlns:a="http://schemas.openxmlformats.org/drawingml/2006/main">
            <a:pathLst>
              <a:path w="46257" h="49446">
                <a:moveTo>
                  <a:pt x="6991" y="34765"/>
                </a:moveTo>
                <a:lnTo>
                  <a:pt x="0" y="9671"/>
                </a:lnTo>
                <a:lnTo>
                  <a:pt x="6831" y="7807"/>
                </a:lnTo>
                <a:lnTo>
                  <a:pt x="13705" y="32610"/>
                </a:lnTo>
                <a:cubicBezTo>
                  <a:pt x="14783" y="36527"/>
                  <a:pt x="16385" y="39266"/>
                  <a:pt x="18482" y="40795"/>
                </a:cubicBezTo>
                <a:cubicBezTo>
                  <a:pt x="20536" y="42339"/>
                  <a:pt x="23099" y="42674"/>
                  <a:pt x="26172" y="41814"/>
                </a:cubicBezTo>
                <a:cubicBezTo>
                  <a:pt x="29872" y="40795"/>
                  <a:pt x="32420" y="38800"/>
                  <a:pt x="33906" y="35843"/>
                </a:cubicBezTo>
                <a:cubicBezTo>
                  <a:pt x="35377" y="32945"/>
                  <a:pt x="35552" y="29420"/>
                  <a:pt x="34416" y="25386"/>
                </a:cubicBezTo>
                <a:lnTo>
                  <a:pt x="27876" y="1879"/>
                </a:lnTo>
                <a:lnTo>
                  <a:pt x="34707" y="0"/>
                </a:lnTo>
                <a:lnTo>
                  <a:pt x="46257" y="41421"/>
                </a:lnTo>
                <a:lnTo>
                  <a:pt x="39426" y="43358"/>
                </a:lnTo>
                <a:lnTo>
                  <a:pt x="37664" y="36979"/>
                </a:lnTo>
                <a:cubicBezTo>
                  <a:pt x="36688" y="39950"/>
                  <a:pt x="35333" y="42339"/>
                  <a:pt x="33454" y="44159"/>
                </a:cubicBezTo>
                <a:cubicBezTo>
                  <a:pt x="31634" y="46038"/>
                  <a:pt x="29245" y="47334"/>
                  <a:pt x="26391" y="48135"/>
                </a:cubicBezTo>
                <a:cubicBezTo>
                  <a:pt x="21614" y="49446"/>
                  <a:pt x="17579" y="48995"/>
                  <a:pt x="14273" y="46708"/>
                </a:cubicBezTo>
                <a:cubicBezTo>
                  <a:pt x="11040" y="44436"/>
                  <a:pt x="8593" y="40460"/>
                  <a:pt x="6991" y="34765"/>
                </a:cubicBezTo>
                <a:close/>
                <a:moveTo>
                  <a:pt x="6991" y="347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22122-281C-4E48-80D8-2B1A46E7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45" y="4191323"/>
            <a:ext cx="45237" cy="64127"/>
          </a:xfrm>
          <a:custGeom xmlns:a="http://schemas.openxmlformats.org/drawingml/2006/main">
            <a:pathLst>
              <a:path w="45237" h="64127">
                <a:moveTo>
                  <a:pt x="32027" y="22080"/>
                </a:moveTo>
                <a:cubicBezTo>
                  <a:pt x="30614" y="17186"/>
                  <a:pt x="28561" y="13661"/>
                  <a:pt x="25779" y="11491"/>
                </a:cubicBezTo>
                <a:cubicBezTo>
                  <a:pt x="22983" y="9336"/>
                  <a:pt x="19749" y="8768"/>
                  <a:pt x="16050" y="9787"/>
                </a:cubicBezTo>
                <a:cubicBezTo>
                  <a:pt x="12409" y="10821"/>
                  <a:pt x="9962" y="12977"/>
                  <a:pt x="8651" y="16283"/>
                </a:cubicBezTo>
                <a:cubicBezTo>
                  <a:pt x="7399" y="19516"/>
                  <a:pt x="7457" y="23623"/>
                  <a:pt x="8826" y="28561"/>
                </a:cubicBezTo>
                <a:cubicBezTo>
                  <a:pt x="10181" y="33454"/>
                  <a:pt x="12234" y="36979"/>
                  <a:pt x="15074" y="39149"/>
                </a:cubicBezTo>
                <a:cubicBezTo>
                  <a:pt x="17871" y="41305"/>
                  <a:pt x="21046" y="41873"/>
                  <a:pt x="24687" y="40853"/>
                </a:cubicBezTo>
                <a:cubicBezTo>
                  <a:pt x="28386" y="39834"/>
                  <a:pt x="30833" y="37664"/>
                  <a:pt x="32144" y="34372"/>
                </a:cubicBezTo>
                <a:cubicBezTo>
                  <a:pt x="33396" y="31124"/>
                  <a:pt x="33396" y="27032"/>
                  <a:pt x="32027" y="22080"/>
                </a:cubicBezTo>
                <a:close/>
                <a:moveTo>
                  <a:pt x="43300" y="36309"/>
                </a:moveTo>
                <a:cubicBezTo>
                  <a:pt x="45237" y="43300"/>
                  <a:pt x="45120" y="48995"/>
                  <a:pt x="42950" y="53320"/>
                </a:cubicBezTo>
                <a:cubicBezTo>
                  <a:pt x="40795" y="57631"/>
                  <a:pt x="36469" y="60704"/>
                  <a:pt x="30046" y="62467"/>
                </a:cubicBezTo>
                <a:cubicBezTo>
                  <a:pt x="27643" y="63151"/>
                  <a:pt x="25313" y="63617"/>
                  <a:pt x="23099" y="63836"/>
                </a:cubicBezTo>
                <a:cubicBezTo>
                  <a:pt x="20885" y="64069"/>
                  <a:pt x="18657" y="64127"/>
                  <a:pt x="16443" y="63894"/>
                </a:cubicBezTo>
                <a:lnTo>
                  <a:pt x="14623" y="57296"/>
                </a:lnTo>
                <a:cubicBezTo>
                  <a:pt x="16895" y="57806"/>
                  <a:pt x="19123" y="58097"/>
                  <a:pt x="21220" y="58039"/>
                </a:cubicBezTo>
                <a:cubicBezTo>
                  <a:pt x="23332" y="58039"/>
                  <a:pt x="25371" y="57748"/>
                  <a:pt x="27366" y="57180"/>
                </a:cubicBezTo>
                <a:cubicBezTo>
                  <a:pt x="31867" y="55927"/>
                  <a:pt x="34882" y="53830"/>
                  <a:pt x="36411" y="50873"/>
                </a:cubicBezTo>
                <a:cubicBezTo>
                  <a:pt x="37998" y="47902"/>
                  <a:pt x="38115" y="44101"/>
                  <a:pt x="36804" y="39382"/>
                </a:cubicBezTo>
                <a:lnTo>
                  <a:pt x="35901" y="36018"/>
                </a:lnTo>
                <a:cubicBezTo>
                  <a:pt x="35158" y="38858"/>
                  <a:pt x="33848" y="41203"/>
                  <a:pt x="32027" y="43023"/>
                </a:cubicBezTo>
                <a:cubicBezTo>
                  <a:pt x="30148" y="44844"/>
                  <a:pt x="27701" y="46140"/>
                  <a:pt x="24628" y="46999"/>
                </a:cubicBezTo>
                <a:cubicBezTo>
                  <a:pt x="19575" y="48427"/>
                  <a:pt x="14899" y="47626"/>
                  <a:pt x="10749" y="44611"/>
                </a:cubicBezTo>
                <a:cubicBezTo>
                  <a:pt x="6539" y="41596"/>
                  <a:pt x="3583" y="36935"/>
                  <a:pt x="1762" y="30498"/>
                </a:cubicBezTo>
                <a:cubicBezTo>
                  <a:pt x="0" y="24133"/>
                  <a:pt x="117" y="18555"/>
                  <a:pt x="2156" y="13836"/>
                </a:cubicBezTo>
                <a:cubicBezTo>
                  <a:pt x="4151" y="9059"/>
                  <a:pt x="7734" y="5986"/>
                  <a:pt x="12802" y="4559"/>
                </a:cubicBezTo>
                <a:cubicBezTo>
                  <a:pt x="15875" y="3699"/>
                  <a:pt x="18657" y="3583"/>
                  <a:pt x="21220" y="4209"/>
                </a:cubicBezTo>
                <a:cubicBezTo>
                  <a:pt x="23725" y="4792"/>
                  <a:pt x="26056" y="6088"/>
                  <a:pt x="28109" y="8141"/>
                </a:cubicBezTo>
                <a:lnTo>
                  <a:pt x="26347" y="1879"/>
                </a:lnTo>
                <a:lnTo>
                  <a:pt x="33163" y="0"/>
                </a:lnTo>
                <a:lnTo>
                  <a:pt x="43300" y="36309"/>
                </a:lnTo>
                <a:close/>
                <a:moveTo>
                  <a:pt x="43300" y="363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1B0D8-841B-450A-A644-47F9D9A6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477" y="4169374"/>
            <a:ext cx="22808" cy="59452"/>
          </a:xfrm>
          <a:custGeom xmlns:a="http://schemas.openxmlformats.org/drawingml/2006/main">
            <a:pathLst>
              <a:path w="22808" h="59452">
                <a:moveTo>
                  <a:pt x="4486" y="18031"/>
                </a:moveTo>
                <a:lnTo>
                  <a:pt x="11258" y="16152"/>
                </a:lnTo>
                <a:lnTo>
                  <a:pt x="22808" y="57573"/>
                </a:lnTo>
                <a:lnTo>
                  <a:pt x="15977" y="59452"/>
                </a:lnTo>
                <a:lnTo>
                  <a:pt x="4486" y="18031"/>
                </a:lnTo>
                <a:close/>
                <a:moveTo>
                  <a:pt x="0" y="1879"/>
                </a:moveTo>
                <a:lnTo>
                  <a:pt x="6758" y="0"/>
                </a:lnTo>
                <a:lnTo>
                  <a:pt x="9161" y="8637"/>
                </a:lnTo>
                <a:lnTo>
                  <a:pt x="2389" y="10515"/>
                </a:lnTo>
                <a:lnTo>
                  <a:pt x="0" y="1879"/>
                </a:lnTo>
                <a:close/>
                <a:moveTo>
                  <a:pt x="0" y="18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66E2C-3630-4B2F-86CD-D206B299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731" y="4173642"/>
            <a:ext cx="46257" cy="49373"/>
          </a:xfrm>
          <a:custGeom xmlns:a="http://schemas.openxmlformats.org/drawingml/2006/main">
            <a:pathLst>
              <a:path w="46257" h="49373">
                <a:moveTo>
                  <a:pt x="39251" y="14725"/>
                </a:moveTo>
                <a:lnTo>
                  <a:pt x="46257" y="39703"/>
                </a:lnTo>
                <a:lnTo>
                  <a:pt x="39426" y="41640"/>
                </a:lnTo>
                <a:lnTo>
                  <a:pt x="32537" y="16836"/>
                </a:lnTo>
                <a:cubicBezTo>
                  <a:pt x="31459" y="12904"/>
                  <a:pt x="29872" y="10181"/>
                  <a:pt x="27760" y="8695"/>
                </a:cubicBezTo>
                <a:cubicBezTo>
                  <a:pt x="25721" y="7166"/>
                  <a:pt x="23157" y="6816"/>
                  <a:pt x="20084" y="7675"/>
                </a:cubicBezTo>
                <a:cubicBezTo>
                  <a:pt x="16443" y="8695"/>
                  <a:pt x="13822" y="10690"/>
                  <a:pt x="12409" y="13589"/>
                </a:cubicBezTo>
                <a:cubicBezTo>
                  <a:pt x="10923" y="16545"/>
                  <a:pt x="10749" y="20026"/>
                  <a:pt x="11826" y="24060"/>
                </a:cubicBezTo>
                <a:lnTo>
                  <a:pt x="18380" y="47494"/>
                </a:lnTo>
                <a:lnTo>
                  <a:pt x="11550" y="49373"/>
                </a:lnTo>
                <a:lnTo>
                  <a:pt x="0" y="7952"/>
                </a:lnTo>
                <a:lnTo>
                  <a:pt x="6831" y="6088"/>
                </a:lnTo>
                <a:lnTo>
                  <a:pt x="8651" y="12511"/>
                </a:lnTo>
                <a:cubicBezTo>
                  <a:pt x="9554" y="9554"/>
                  <a:pt x="10982" y="7166"/>
                  <a:pt x="12860" y="5287"/>
                </a:cubicBezTo>
                <a:cubicBezTo>
                  <a:pt x="14681" y="3466"/>
                  <a:pt x="17069" y="2156"/>
                  <a:pt x="19968" y="1296"/>
                </a:cubicBezTo>
                <a:cubicBezTo>
                  <a:pt x="24745" y="0"/>
                  <a:pt x="28736" y="451"/>
                  <a:pt x="31969" y="2724"/>
                </a:cubicBezTo>
                <a:cubicBezTo>
                  <a:pt x="35275" y="4996"/>
                  <a:pt x="37664" y="8986"/>
                  <a:pt x="39251" y="14725"/>
                </a:cubicBezTo>
                <a:close/>
                <a:moveTo>
                  <a:pt x="39251" y="14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23B8B-144F-46F3-B43E-DCD71F7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85" y="4390389"/>
            <a:ext cx="21046" cy="57588"/>
          </a:xfrm>
          <a:custGeom xmlns:a="http://schemas.openxmlformats.org/drawingml/2006/main">
            <a:pathLst>
              <a:path w="21046" h="57588">
                <a:moveTo>
                  <a:pt x="0" y="1821"/>
                </a:moveTo>
                <a:lnTo>
                  <a:pt x="7573" y="0"/>
                </a:lnTo>
                <a:lnTo>
                  <a:pt x="21046" y="55709"/>
                </a:lnTo>
                <a:lnTo>
                  <a:pt x="13545" y="57588"/>
                </a:lnTo>
                <a:lnTo>
                  <a:pt x="0" y="1821"/>
                </a:lnTo>
                <a:close/>
                <a:moveTo>
                  <a:pt x="0" y="18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8D7F8-684B-40A8-BB60-A5BA4169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56" y="4393695"/>
            <a:ext cx="45179" cy="48922"/>
          </a:xfrm>
          <a:custGeom xmlns:a="http://schemas.openxmlformats.org/drawingml/2006/main">
            <a:pathLst>
              <a:path w="45179" h="48922">
                <a:moveTo>
                  <a:pt x="39033" y="15191"/>
                </a:moveTo>
                <a:lnTo>
                  <a:pt x="45179" y="40445"/>
                </a:lnTo>
                <a:lnTo>
                  <a:pt x="38290" y="42106"/>
                </a:lnTo>
                <a:lnTo>
                  <a:pt x="32202" y="17069"/>
                </a:lnTo>
                <a:cubicBezTo>
                  <a:pt x="31241" y="13137"/>
                  <a:pt x="29755" y="10355"/>
                  <a:pt x="27774" y="8753"/>
                </a:cubicBezTo>
                <a:cubicBezTo>
                  <a:pt x="25721" y="7166"/>
                  <a:pt x="23157" y="6772"/>
                  <a:pt x="20084" y="7515"/>
                </a:cubicBezTo>
                <a:cubicBezTo>
                  <a:pt x="16385" y="8418"/>
                  <a:pt x="13778" y="10297"/>
                  <a:pt x="12176" y="13195"/>
                </a:cubicBezTo>
                <a:cubicBezTo>
                  <a:pt x="10588" y="16035"/>
                  <a:pt x="10297" y="19516"/>
                  <a:pt x="11331" y="23609"/>
                </a:cubicBezTo>
                <a:lnTo>
                  <a:pt x="17011" y="47218"/>
                </a:lnTo>
                <a:lnTo>
                  <a:pt x="10137" y="48922"/>
                </a:lnTo>
                <a:lnTo>
                  <a:pt x="0" y="7107"/>
                </a:lnTo>
                <a:lnTo>
                  <a:pt x="6889" y="5462"/>
                </a:lnTo>
                <a:lnTo>
                  <a:pt x="8476" y="11943"/>
                </a:lnTo>
                <a:cubicBezTo>
                  <a:pt x="9511" y="9044"/>
                  <a:pt x="10982" y="6656"/>
                  <a:pt x="12919" y="4894"/>
                </a:cubicBezTo>
                <a:cubicBezTo>
                  <a:pt x="14856" y="3131"/>
                  <a:pt x="17244" y="1879"/>
                  <a:pt x="20201" y="1194"/>
                </a:cubicBezTo>
                <a:cubicBezTo>
                  <a:pt x="24978" y="0"/>
                  <a:pt x="28969" y="626"/>
                  <a:pt x="32144" y="2957"/>
                </a:cubicBezTo>
                <a:cubicBezTo>
                  <a:pt x="35333" y="5345"/>
                  <a:pt x="37605" y="9438"/>
                  <a:pt x="39033" y="15191"/>
                </a:cubicBezTo>
                <a:close/>
                <a:moveTo>
                  <a:pt x="39033" y="151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008D7-B9B8-4FBE-9B04-E9E17A66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33" y="4375490"/>
            <a:ext cx="36193" cy="53247"/>
          </a:xfrm>
          <a:custGeom xmlns:a="http://schemas.openxmlformats.org/drawingml/2006/main">
            <a:pathLst>
              <a:path w="36193" h="53247">
                <a:moveTo>
                  <a:pt x="9059" y="0"/>
                </a:moveTo>
                <a:lnTo>
                  <a:pt x="11957" y="11885"/>
                </a:lnTo>
                <a:lnTo>
                  <a:pt x="26056" y="8476"/>
                </a:lnTo>
                <a:lnTo>
                  <a:pt x="27366" y="13763"/>
                </a:lnTo>
                <a:lnTo>
                  <a:pt x="13210" y="17244"/>
                </a:lnTo>
                <a:lnTo>
                  <a:pt x="18730" y="39877"/>
                </a:lnTo>
                <a:cubicBezTo>
                  <a:pt x="19516" y="43300"/>
                  <a:pt x="20550" y="45397"/>
                  <a:pt x="21745" y="46140"/>
                </a:cubicBezTo>
                <a:cubicBezTo>
                  <a:pt x="22881" y="46883"/>
                  <a:pt x="24861" y="46883"/>
                  <a:pt x="27774" y="46198"/>
                </a:cubicBezTo>
                <a:lnTo>
                  <a:pt x="34823" y="44494"/>
                </a:lnTo>
                <a:lnTo>
                  <a:pt x="36193" y="50233"/>
                </a:lnTo>
                <a:lnTo>
                  <a:pt x="29129" y="51937"/>
                </a:lnTo>
                <a:cubicBezTo>
                  <a:pt x="23842" y="53247"/>
                  <a:pt x="19982" y="53131"/>
                  <a:pt x="17477" y="51660"/>
                </a:cubicBezTo>
                <a:cubicBezTo>
                  <a:pt x="14972" y="50174"/>
                  <a:pt x="13093" y="46825"/>
                  <a:pt x="11841" y="41581"/>
                </a:cubicBezTo>
                <a:lnTo>
                  <a:pt x="6321" y="18890"/>
                </a:lnTo>
                <a:lnTo>
                  <a:pt x="1253" y="20084"/>
                </a:lnTo>
                <a:lnTo>
                  <a:pt x="0" y="14797"/>
                </a:lnTo>
                <a:lnTo>
                  <a:pt x="5010" y="13545"/>
                </a:lnTo>
                <a:lnTo>
                  <a:pt x="2170" y="1646"/>
                </a:lnTo>
                <a:lnTo>
                  <a:pt x="9059" y="0"/>
                </a:lnTo>
                <a:close/>
                <a:moveTo>
                  <a:pt x="905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E89F1-86AC-4D00-B691-C07B2DD4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57" y="4375155"/>
            <a:ext cx="43242" cy="46591"/>
          </a:xfrm>
          <a:custGeom xmlns:a="http://schemas.openxmlformats.org/drawingml/2006/main">
            <a:pathLst>
              <a:path w="43242" h="46591">
                <a:moveTo>
                  <a:pt x="39877" y="17113"/>
                </a:moveTo>
                <a:lnTo>
                  <a:pt x="40678" y="20478"/>
                </a:lnTo>
                <a:lnTo>
                  <a:pt x="9103" y="28095"/>
                </a:lnTo>
                <a:cubicBezTo>
                  <a:pt x="10574" y="32770"/>
                  <a:pt x="12860" y="36003"/>
                  <a:pt x="16035" y="37882"/>
                </a:cubicBezTo>
                <a:cubicBezTo>
                  <a:pt x="19167" y="39761"/>
                  <a:pt x="23041" y="40096"/>
                  <a:pt x="27585" y="39018"/>
                </a:cubicBezTo>
                <a:cubicBezTo>
                  <a:pt x="30207" y="38392"/>
                  <a:pt x="32712" y="37430"/>
                  <a:pt x="34984" y="36178"/>
                </a:cubicBezTo>
                <a:cubicBezTo>
                  <a:pt x="37314" y="34925"/>
                  <a:pt x="39542" y="33382"/>
                  <a:pt x="41698" y="31517"/>
                </a:cubicBezTo>
                <a:lnTo>
                  <a:pt x="43242" y="37998"/>
                </a:lnTo>
                <a:cubicBezTo>
                  <a:pt x="41013" y="39644"/>
                  <a:pt x="38683" y="41072"/>
                  <a:pt x="36236" y="42208"/>
                </a:cubicBezTo>
                <a:cubicBezTo>
                  <a:pt x="33789" y="43402"/>
                  <a:pt x="31226" y="44305"/>
                  <a:pt x="28561" y="44931"/>
                </a:cubicBezTo>
                <a:cubicBezTo>
                  <a:pt x="21905" y="46591"/>
                  <a:pt x="16152" y="45907"/>
                  <a:pt x="11317" y="42950"/>
                </a:cubicBezTo>
                <a:cubicBezTo>
                  <a:pt x="6481" y="40052"/>
                  <a:pt x="3233" y="35260"/>
                  <a:pt x="1646" y="28604"/>
                </a:cubicBezTo>
                <a:cubicBezTo>
                  <a:pt x="0" y="21788"/>
                  <a:pt x="510" y="15919"/>
                  <a:pt x="3233" y="11025"/>
                </a:cubicBezTo>
                <a:cubicBezTo>
                  <a:pt x="5971" y="6073"/>
                  <a:pt x="10472" y="2898"/>
                  <a:pt x="16720" y="1354"/>
                </a:cubicBezTo>
                <a:cubicBezTo>
                  <a:pt x="22356" y="0"/>
                  <a:pt x="27250" y="728"/>
                  <a:pt x="31401" y="3583"/>
                </a:cubicBezTo>
                <a:cubicBezTo>
                  <a:pt x="35552" y="6365"/>
                  <a:pt x="38392" y="10923"/>
                  <a:pt x="39877" y="17113"/>
                </a:cubicBezTo>
                <a:close/>
                <a:moveTo>
                  <a:pt x="32537" y="16778"/>
                </a:moveTo>
                <a:cubicBezTo>
                  <a:pt x="31576" y="13021"/>
                  <a:pt x="29813" y="10297"/>
                  <a:pt x="27192" y="8520"/>
                </a:cubicBezTo>
                <a:cubicBezTo>
                  <a:pt x="24570" y="6758"/>
                  <a:pt x="21614" y="6306"/>
                  <a:pt x="18205" y="7166"/>
                </a:cubicBezTo>
                <a:cubicBezTo>
                  <a:pt x="14390" y="8069"/>
                  <a:pt x="11608" y="9889"/>
                  <a:pt x="9846" y="12627"/>
                </a:cubicBezTo>
                <a:cubicBezTo>
                  <a:pt x="8025" y="15351"/>
                  <a:pt x="7442" y="18715"/>
                  <a:pt x="8069" y="22750"/>
                </a:cubicBezTo>
                <a:lnTo>
                  <a:pt x="32537" y="16778"/>
                </a:lnTo>
                <a:close/>
                <a:moveTo>
                  <a:pt x="32537" y="167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7B39A-6AEC-4A73-A1B6-1FC02148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14" y="4352390"/>
            <a:ext cx="20929" cy="59743"/>
          </a:xfrm>
          <a:custGeom xmlns:a="http://schemas.openxmlformats.org/drawingml/2006/main">
            <a:pathLst>
              <a:path w="20929" h="59743">
                <a:moveTo>
                  <a:pt x="0" y="1704"/>
                </a:moveTo>
                <a:lnTo>
                  <a:pt x="6874" y="0"/>
                </a:lnTo>
                <a:lnTo>
                  <a:pt x="20929" y="58083"/>
                </a:lnTo>
                <a:lnTo>
                  <a:pt x="14098" y="59743"/>
                </a:lnTo>
                <a:lnTo>
                  <a:pt x="0" y="1704"/>
                </a:lnTo>
                <a:close/>
                <a:moveTo>
                  <a:pt x="0" y="17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964E3-CDBB-4665-BC69-556ACB85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35" y="4347264"/>
            <a:ext cx="20987" cy="59743"/>
          </a:xfrm>
          <a:custGeom xmlns:a="http://schemas.openxmlformats.org/drawingml/2006/main">
            <a:pathLst>
              <a:path w="20987" h="59743">
                <a:moveTo>
                  <a:pt x="0" y="1660"/>
                </a:moveTo>
                <a:lnTo>
                  <a:pt x="6874" y="0"/>
                </a:lnTo>
                <a:lnTo>
                  <a:pt x="20987" y="58097"/>
                </a:lnTo>
                <a:lnTo>
                  <a:pt x="14098" y="59743"/>
                </a:lnTo>
                <a:lnTo>
                  <a:pt x="0" y="1660"/>
                </a:lnTo>
                <a:close/>
                <a:moveTo>
                  <a:pt x="0" y="16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D4048-C86F-4BB1-8F57-945C8F97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13" y="4342093"/>
            <a:ext cx="20929" cy="59787"/>
          </a:xfrm>
          <a:custGeom xmlns:a="http://schemas.openxmlformats.org/drawingml/2006/main">
            <a:pathLst>
              <a:path w="20929" h="59787">
                <a:moveTo>
                  <a:pt x="3918" y="17972"/>
                </a:moveTo>
                <a:lnTo>
                  <a:pt x="10807" y="16327"/>
                </a:lnTo>
                <a:lnTo>
                  <a:pt x="20929" y="58083"/>
                </a:lnTo>
                <a:lnTo>
                  <a:pt x="14040" y="59787"/>
                </a:lnTo>
                <a:lnTo>
                  <a:pt x="3918" y="17972"/>
                </a:lnTo>
                <a:close/>
                <a:moveTo>
                  <a:pt x="0" y="1704"/>
                </a:moveTo>
                <a:lnTo>
                  <a:pt x="6816" y="0"/>
                </a:lnTo>
                <a:lnTo>
                  <a:pt x="8928" y="8710"/>
                </a:lnTo>
                <a:lnTo>
                  <a:pt x="2097" y="10414"/>
                </a:lnTo>
                <a:lnTo>
                  <a:pt x="0" y="1704"/>
                </a:lnTo>
                <a:close/>
                <a:moveTo>
                  <a:pt x="0" y="17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B68AA-2388-483E-BB2C-1571A3C2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5" y="4346594"/>
            <a:ext cx="44611" cy="63661"/>
          </a:xfrm>
          <a:custGeom xmlns:a="http://schemas.openxmlformats.org/drawingml/2006/main">
            <a:pathLst>
              <a:path w="44611" h="63661">
                <a:moveTo>
                  <a:pt x="32100" y="22065"/>
                </a:moveTo>
                <a:cubicBezTo>
                  <a:pt x="30906" y="17113"/>
                  <a:pt x="28910" y="13472"/>
                  <a:pt x="26172" y="11258"/>
                </a:cubicBezTo>
                <a:cubicBezTo>
                  <a:pt x="23507" y="8986"/>
                  <a:pt x="20259" y="8360"/>
                  <a:pt x="16560" y="9205"/>
                </a:cubicBezTo>
                <a:cubicBezTo>
                  <a:pt x="12860" y="10122"/>
                  <a:pt x="10355" y="12161"/>
                  <a:pt x="8943" y="15409"/>
                </a:cubicBezTo>
                <a:cubicBezTo>
                  <a:pt x="7573" y="18657"/>
                  <a:pt x="7457" y="22750"/>
                  <a:pt x="8651" y="27760"/>
                </a:cubicBezTo>
                <a:cubicBezTo>
                  <a:pt x="9904" y="32712"/>
                  <a:pt x="11841" y="36294"/>
                  <a:pt x="14564" y="38508"/>
                </a:cubicBezTo>
                <a:cubicBezTo>
                  <a:pt x="17302" y="40780"/>
                  <a:pt x="20492" y="41465"/>
                  <a:pt x="24133" y="40562"/>
                </a:cubicBezTo>
                <a:cubicBezTo>
                  <a:pt x="27891" y="39644"/>
                  <a:pt x="30381" y="37605"/>
                  <a:pt x="31809" y="34357"/>
                </a:cubicBezTo>
                <a:cubicBezTo>
                  <a:pt x="33178" y="31110"/>
                  <a:pt x="33294" y="27017"/>
                  <a:pt x="32100" y="22065"/>
                </a:cubicBezTo>
                <a:close/>
                <a:moveTo>
                  <a:pt x="42848" y="36629"/>
                </a:moveTo>
                <a:cubicBezTo>
                  <a:pt x="44611" y="43737"/>
                  <a:pt x="44276" y="49373"/>
                  <a:pt x="41989" y="53641"/>
                </a:cubicBezTo>
                <a:cubicBezTo>
                  <a:pt x="39659" y="57850"/>
                  <a:pt x="35217" y="60748"/>
                  <a:pt x="28736" y="62350"/>
                </a:cubicBezTo>
                <a:cubicBezTo>
                  <a:pt x="26289" y="62918"/>
                  <a:pt x="24017" y="63311"/>
                  <a:pt x="21745" y="63486"/>
                </a:cubicBezTo>
                <a:cubicBezTo>
                  <a:pt x="19516" y="63661"/>
                  <a:pt x="17302" y="63603"/>
                  <a:pt x="15147" y="63311"/>
                </a:cubicBezTo>
                <a:lnTo>
                  <a:pt x="13487" y="56655"/>
                </a:lnTo>
                <a:cubicBezTo>
                  <a:pt x="15773" y="57223"/>
                  <a:pt x="17987" y="57573"/>
                  <a:pt x="20084" y="57631"/>
                </a:cubicBezTo>
                <a:cubicBezTo>
                  <a:pt x="22138" y="57690"/>
                  <a:pt x="24250" y="57457"/>
                  <a:pt x="26289" y="56947"/>
                </a:cubicBezTo>
                <a:cubicBezTo>
                  <a:pt x="30789" y="55854"/>
                  <a:pt x="33862" y="53874"/>
                  <a:pt x="35508" y="50975"/>
                </a:cubicBezTo>
                <a:cubicBezTo>
                  <a:pt x="37212" y="48062"/>
                  <a:pt x="37445" y="44261"/>
                  <a:pt x="36309" y="39484"/>
                </a:cubicBezTo>
                <a:lnTo>
                  <a:pt x="35450" y="36120"/>
                </a:lnTo>
                <a:cubicBezTo>
                  <a:pt x="34649" y="38901"/>
                  <a:pt x="33294" y="41188"/>
                  <a:pt x="31357" y="42950"/>
                </a:cubicBezTo>
                <a:cubicBezTo>
                  <a:pt x="29478" y="44713"/>
                  <a:pt x="26973" y="45965"/>
                  <a:pt x="23842" y="46708"/>
                </a:cubicBezTo>
                <a:cubicBezTo>
                  <a:pt x="18730" y="47961"/>
                  <a:pt x="14113" y="46985"/>
                  <a:pt x="10079" y="43853"/>
                </a:cubicBezTo>
                <a:cubicBezTo>
                  <a:pt x="5986" y="40722"/>
                  <a:pt x="3131" y="35887"/>
                  <a:pt x="1602" y="29464"/>
                </a:cubicBezTo>
                <a:cubicBezTo>
                  <a:pt x="0" y="22983"/>
                  <a:pt x="350" y="17404"/>
                  <a:pt x="2505" y="12744"/>
                </a:cubicBezTo>
                <a:cubicBezTo>
                  <a:pt x="4733" y="8069"/>
                  <a:pt x="8375" y="5112"/>
                  <a:pt x="13487" y="3918"/>
                </a:cubicBezTo>
                <a:cubicBezTo>
                  <a:pt x="16560" y="3175"/>
                  <a:pt x="19356" y="3117"/>
                  <a:pt x="21905" y="3801"/>
                </a:cubicBezTo>
                <a:cubicBezTo>
                  <a:pt x="24410" y="4486"/>
                  <a:pt x="26638" y="5855"/>
                  <a:pt x="28677" y="8010"/>
                </a:cubicBezTo>
                <a:lnTo>
                  <a:pt x="27148" y="1646"/>
                </a:lnTo>
                <a:lnTo>
                  <a:pt x="33979" y="0"/>
                </a:lnTo>
                <a:lnTo>
                  <a:pt x="42848" y="36629"/>
                </a:lnTo>
                <a:close/>
                <a:moveTo>
                  <a:pt x="42848" y="366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E0724-FDF0-48D5-8156-E563577E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90" y="4336573"/>
            <a:ext cx="43300" cy="46533"/>
          </a:xfrm>
          <a:custGeom xmlns:a="http://schemas.openxmlformats.org/drawingml/2006/main">
            <a:pathLst>
              <a:path w="43300" h="46533">
                <a:moveTo>
                  <a:pt x="39892" y="17128"/>
                </a:moveTo>
                <a:lnTo>
                  <a:pt x="40737" y="20478"/>
                </a:lnTo>
                <a:lnTo>
                  <a:pt x="9161" y="28109"/>
                </a:lnTo>
                <a:cubicBezTo>
                  <a:pt x="10588" y="32770"/>
                  <a:pt x="12860" y="36018"/>
                  <a:pt x="16050" y="37897"/>
                </a:cubicBezTo>
                <a:cubicBezTo>
                  <a:pt x="19181" y="39717"/>
                  <a:pt x="23041" y="40110"/>
                  <a:pt x="27600" y="39033"/>
                </a:cubicBezTo>
                <a:cubicBezTo>
                  <a:pt x="30221" y="38348"/>
                  <a:pt x="32712" y="37430"/>
                  <a:pt x="35056" y="36178"/>
                </a:cubicBezTo>
                <a:cubicBezTo>
                  <a:pt x="37329" y="34940"/>
                  <a:pt x="39542" y="33396"/>
                  <a:pt x="41712" y="31459"/>
                </a:cubicBezTo>
                <a:lnTo>
                  <a:pt x="43300" y="37998"/>
                </a:lnTo>
                <a:cubicBezTo>
                  <a:pt x="41086" y="39601"/>
                  <a:pt x="38741" y="41013"/>
                  <a:pt x="36251" y="42222"/>
                </a:cubicBezTo>
                <a:cubicBezTo>
                  <a:pt x="33804" y="43416"/>
                  <a:pt x="31241" y="44319"/>
                  <a:pt x="28619" y="44946"/>
                </a:cubicBezTo>
                <a:cubicBezTo>
                  <a:pt x="21905" y="46533"/>
                  <a:pt x="16166" y="45907"/>
                  <a:pt x="11331" y="42950"/>
                </a:cubicBezTo>
                <a:cubicBezTo>
                  <a:pt x="6496" y="39994"/>
                  <a:pt x="3306" y="35217"/>
                  <a:pt x="1660" y="28619"/>
                </a:cubicBezTo>
                <a:cubicBezTo>
                  <a:pt x="0" y="21788"/>
                  <a:pt x="568" y="15875"/>
                  <a:pt x="3248" y="10982"/>
                </a:cubicBezTo>
                <a:cubicBezTo>
                  <a:pt x="5971" y="6088"/>
                  <a:pt x="10472" y="2840"/>
                  <a:pt x="16793" y="1369"/>
                </a:cubicBezTo>
                <a:cubicBezTo>
                  <a:pt x="22371" y="0"/>
                  <a:pt x="27250" y="685"/>
                  <a:pt x="31415" y="3525"/>
                </a:cubicBezTo>
                <a:cubicBezTo>
                  <a:pt x="35566" y="6379"/>
                  <a:pt x="38406" y="10865"/>
                  <a:pt x="39892" y="17128"/>
                </a:cubicBezTo>
                <a:close/>
                <a:moveTo>
                  <a:pt x="32551" y="16734"/>
                </a:moveTo>
                <a:cubicBezTo>
                  <a:pt x="31576" y="13035"/>
                  <a:pt x="29813" y="10239"/>
                  <a:pt x="27206" y="8535"/>
                </a:cubicBezTo>
                <a:cubicBezTo>
                  <a:pt x="24643" y="6772"/>
                  <a:pt x="21628" y="6321"/>
                  <a:pt x="18264" y="7107"/>
                </a:cubicBezTo>
                <a:cubicBezTo>
                  <a:pt x="14404" y="8083"/>
                  <a:pt x="11608" y="9904"/>
                  <a:pt x="9846" y="12627"/>
                </a:cubicBezTo>
                <a:cubicBezTo>
                  <a:pt x="8083" y="15365"/>
                  <a:pt x="7457" y="18715"/>
                  <a:pt x="8083" y="22706"/>
                </a:cubicBezTo>
                <a:lnTo>
                  <a:pt x="32551" y="16734"/>
                </a:lnTo>
                <a:close/>
                <a:moveTo>
                  <a:pt x="32551" y="167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AB1B5-1746-4048-B572-AB5EC3E0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46" y="4324689"/>
            <a:ext cx="45179" cy="48922"/>
          </a:xfrm>
          <a:custGeom xmlns:a="http://schemas.openxmlformats.org/drawingml/2006/main">
            <a:pathLst>
              <a:path w="45179" h="48922">
                <a:moveTo>
                  <a:pt x="39033" y="15249"/>
                </a:moveTo>
                <a:lnTo>
                  <a:pt x="45179" y="40445"/>
                </a:lnTo>
                <a:lnTo>
                  <a:pt x="38290" y="42091"/>
                </a:lnTo>
                <a:lnTo>
                  <a:pt x="32202" y="17113"/>
                </a:lnTo>
                <a:cubicBezTo>
                  <a:pt x="31299" y="13137"/>
                  <a:pt x="29755" y="10414"/>
                  <a:pt x="27760" y="8811"/>
                </a:cubicBezTo>
                <a:cubicBezTo>
                  <a:pt x="25721" y="7224"/>
                  <a:pt x="23216" y="6772"/>
                  <a:pt x="20084" y="7501"/>
                </a:cubicBezTo>
                <a:cubicBezTo>
                  <a:pt x="16385" y="8418"/>
                  <a:pt x="13763" y="10297"/>
                  <a:pt x="12176" y="13195"/>
                </a:cubicBezTo>
                <a:cubicBezTo>
                  <a:pt x="10647" y="16094"/>
                  <a:pt x="10297" y="19560"/>
                  <a:pt x="11317" y="23667"/>
                </a:cubicBezTo>
                <a:lnTo>
                  <a:pt x="17011" y="47276"/>
                </a:lnTo>
                <a:lnTo>
                  <a:pt x="10122" y="48922"/>
                </a:lnTo>
                <a:lnTo>
                  <a:pt x="0" y="7166"/>
                </a:lnTo>
                <a:lnTo>
                  <a:pt x="6889" y="5462"/>
                </a:lnTo>
                <a:lnTo>
                  <a:pt x="8476" y="11943"/>
                </a:lnTo>
                <a:cubicBezTo>
                  <a:pt x="9496" y="9044"/>
                  <a:pt x="10982" y="6714"/>
                  <a:pt x="12919" y="4937"/>
                </a:cubicBezTo>
                <a:cubicBezTo>
                  <a:pt x="14856" y="3131"/>
                  <a:pt x="17302" y="1879"/>
                  <a:pt x="20201" y="1194"/>
                </a:cubicBezTo>
                <a:cubicBezTo>
                  <a:pt x="24978" y="0"/>
                  <a:pt x="28954" y="626"/>
                  <a:pt x="32144" y="3015"/>
                </a:cubicBezTo>
                <a:cubicBezTo>
                  <a:pt x="35333" y="5403"/>
                  <a:pt x="37664" y="9438"/>
                  <a:pt x="39033" y="15249"/>
                </a:cubicBezTo>
                <a:close/>
                <a:moveTo>
                  <a:pt x="39033" y="152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B5BAB-5CA7-454E-B23D-697C819A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01" y="4313766"/>
            <a:ext cx="39368" cy="46417"/>
          </a:xfrm>
          <a:custGeom xmlns:a="http://schemas.openxmlformats.org/drawingml/2006/main">
            <a:pathLst>
              <a:path w="39368" h="46417">
                <a:moveTo>
                  <a:pt x="30046" y="568"/>
                </a:moveTo>
                <a:lnTo>
                  <a:pt x="31576" y="6991"/>
                </a:lnTo>
                <a:cubicBezTo>
                  <a:pt x="29362" y="6365"/>
                  <a:pt x="27250" y="6088"/>
                  <a:pt x="25153" y="5971"/>
                </a:cubicBezTo>
                <a:cubicBezTo>
                  <a:pt x="23099" y="5913"/>
                  <a:pt x="21046" y="6146"/>
                  <a:pt x="19065" y="6656"/>
                </a:cubicBezTo>
                <a:cubicBezTo>
                  <a:pt x="14623" y="7734"/>
                  <a:pt x="11491" y="9947"/>
                  <a:pt x="9671" y="13370"/>
                </a:cubicBezTo>
                <a:cubicBezTo>
                  <a:pt x="7908" y="16778"/>
                  <a:pt x="7632" y="21046"/>
                  <a:pt x="8870" y="26172"/>
                </a:cubicBezTo>
                <a:cubicBezTo>
                  <a:pt x="10122" y="31284"/>
                  <a:pt x="12292" y="34925"/>
                  <a:pt x="15482" y="37139"/>
                </a:cubicBezTo>
                <a:cubicBezTo>
                  <a:pt x="18599" y="39368"/>
                  <a:pt x="22415" y="39936"/>
                  <a:pt x="26857" y="38858"/>
                </a:cubicBezTo>
                <a:cubicBezTo>
                  <a:pt x="28852" y="38392"/>
                  <a:pt x="30775" y="37664"/>
                  <a:pt x="32595" y="36629"/>
                </a:cubicBezTo>
                <a:cubicBezTo>
                  <a:pt x="34416" y="35610"/>
                  <a:pt x="36193" y="34357"/>
                  <a:pt x="37838" y="32828"/>
                </a:cubicBezTo>
                <a:lnTo>
                  <a:pt x="39368" y="39193"/>
                </a:lnTo>
                <a:cubicBezTo>
                  <a:pt x="37664" y="40504"/>
                  <a:pt x="35843" y="41698"/>
                  <a:pt x="33906" y="42601"/>
                </a:cubicBezTo>
                <a:cubicBezTo>
                  <a:pt x="31969" y="43577"/>
                  <a:pt x="29872" y="44319"/>
                  <a:pt x="27541" y="44887"/>
                </a:cubicBezTo>
                <a:cubicBezTo>
                  <a:pt x="21220" y="46417"/>
                  <a:pt x="15759" y="45616"/>
                  <a:pt x="11098" y="42601"/>
                </a:cubicBezTo>
                <a:cubicBezTo>
                  <a:pt x="6437" y="39542"/>
                  <a:pt x="3306" y="34649"/>
                  <a:pt x="1646" y="27935"/>
                </a:cubicBezTo>
                <a:cubicBezTo>
                  <a:pt x="0" y="21104"/>
                  <a:pt x="568" y="15293"/>
                  <a:pt x="3364" y="10457"/>
                </a:cubicBezTo>
                <a:cubicBezTo>
                  <a:pt x="6146" y="5680"/>
                  <a:pt x="10807" y="2447"/>
                  <a:pt x="17361" y="903"/>
                </a:cubicBezTo>
                <a:cubicBezTo>
                  <a:pt x="19458" y="393"/>
                  <a:pt x="21570" y="102"/>
                  <a:pt x="23667" y="58"/>
                </a:cubicBezTo>
                <a:cubicBezTo>
                  <a:pt x="25837" y="0"/>
                  <a:pt x="27935" y="160"/>
                  <a:pt x="30046" y="568"/>
                </a:cubicBezTo>
                <a:close/>
                <a:moveTo>
                  <a:pt x="30046" y="5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A16B0-664A-4B9C-BC1E-626005B2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7" y="4303236"/>
            <a:ext cx="43227" cy="46591"/>
          </a:xfrm>
          <a:custGeom xmlns:a="http://schemas.openxmlformats.org/drawingml/2006/main">
            <a:pathLst>
              <a:path w="43227" h="46591">
                <a:moveTo>
                  <a:pt x="39877" y="17128"/>
                </a:moveTo>
                <a:lnTo>
                  <a:pt x="40678" y="20478"/>
                </a:lnTo>
                <a:lnTo>
                  <a:pt x="9103" y="28109"/>
                </a:lnTo>
                <a:cubicBezTo>
                  <a:pt x="10574" y="32770"/>
                  <a:pt x="12860" y="36018"/>
                  <a:pt x="16035" y="37897"/>
                </a:cubicBezTo>
                <a:cubicBezTo>
                  <a:pt x="19167" y="39761"/>
                  <a:pt x="23041" y="40110"/>
                  <a:pt x="27585" y="39033"/>
                </a:cubicBezTo>
                <a:cubicBezTo>
                  <a:pt x="30207" y="38406"/>
                  <a:pt x="32653" y="37430"/>
                  <a:pt x="34984" y="36178"/>
                </a:cubicBezTo>
                <a:cubicBezTo>
                  <a:pt x="37314" y="34984"/>
                  <a:pt x="39542" y="33396"/>
                  <a:pt x="41698" y="31517"/>
                </a:cubicBezTo>
                <a:lnTo>
                  <a:pt x="43227" y="37998"/>
                </a:lnTo>
                <a:cubicBezTo>
                  <a:pt x="41013" y="39659"/>
                  <a:pt x="38683" y="41072"/>
                  <a:pt x="36236" y="42208"/>
                </a:cubicBezTo>
                <a:cubicBezTo>
                  <a:pt x="33789" y="43402"/>
                  <a:pt x="31226" y="44319"/>
                  <a:pt x="28561" y="44946"/>
                </a:cubicBezTo>
                <a:cubicBezTo>
                  <a:pt x="21905" y="46591"/>
                  <a:pt x="16152" y="45907"/>
                  <a:pt x="11317" y="43009"/>
                </a:cubicBezTo>
                <a:cubicBezTo>
                  <a:pt x="6481" y="40052"/>
                  <a:pt x="3233" y="35275"/>
                  <a:pt x="1646" y="28619"/>
                </a:cubicBezTo>
                <a:cubicBezTo>
                  <a:pt x="0" y="21788"/>
                  <a:pt x="510" y="15933"/>
                  <a:pt x="3233" y="11040"/>
                </a:cubicBezTo>
                <a:cubicBezTo>
                  <a:pt x="5971" y="6088"/>
                  <a:pt x="10457" y="2898"/>
                  <a:pt x="16720" y="1369"/>
                </a:cubicBezTo>
                <a:cubicBezTo>
                  <a:pt x="22356" y="0"/>
                  <a:pt x="27250" y="743"/>
                  <a:pt x="31401" y="3583"/>
                </a:cubicBezTo>
                <a:cubicBezTo>
                  <a:pt x="35552" y="6379"/>
                  <a:pt x="38392" y="10923"/>
                  <a:pt x="39877" y="17128"/>
                </a:cubicBezTo>
                <a:close/>
                <a:moveTo>
                  <a:pt x="32537" y="16778"/>
                </a:moveTo>
                <a:cubicBezTo>
                  <a:pt x="31576" y="13035"/>
                  <a:pt x="29813" y="10297"/>
                  <a:pt x="27192" y="8535"/>
                </a:cubicBezTo>
                <a:cubicBezTo>
                  <a:pt x="24570" y="6831"/>
                  <a:pt x="21614" y="6321"/>
                  <a:pt x="18205" y="7166"/>
                </a:cubicBezTo>
                <a:cubicBezTo>
                  <a:pt x="14390" y="8083"/>
                  <a:pt x="11608" y="9904"/>
                  <a:pt x="9846" y="12627"/>
                </a:cubicBezTo>
                <a:cubicBezTo>
                  <a:pt x="8025" y="15365"/>
                  <a:pt x="7442" y="18715"/>
                  <a:pt x="8069" y="22750"/>
                </a:cubicBezTo>
                <a:lnTo>
                  <a:pt x="32537" y="16778"/>
                </a:lnTo>
                <a:close/>
                <a:moveTo>
                  <a:pt x="32537" y="167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05BAC-6855-42BA-BBF7-05E7576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09" y="4278826"/>
            <a:ext cx="41363" cy="61331"/>
          </a:xfrm>
          <a:custGeom xmlns:a="http://schemas.openxmlformats.org/drawingml/2006/main">
            <a:pathLst>
              <a:path w="41363" h="61331">
                <a:moveTo>
                  <a:pt x="9044" y="10020"/>
                </a:moveTo>
                <a:lnTo>
                  <a:pt x="14113" y="30949"/>
                </a:lnTo>
                <a:lnTo>
                  <a:pt x="23609" y="28619"/>
                </a:lnTo>
                <a:cubicBezTo>
                  <a:pt x="27148" y="27760"/>
                  <a:pt x="29639" y="26230"/>
                  <a:pt x="31066" y="23958"/>
                </a:cubicBezTo>
                <a:cubicBezTo>
                  <a:pt x="32551" y="21672"/>
                  <a:pt x="32886" y="18832"/>
                  <a:pt x="32085" y="15482"/>
                </a:cubicBezTo>
                <a:cubicBezTo>
                  <a:pt x="31299" y="12118"/>
                  <a:pt x="29697" y="9787"/>
                  <a:pt x="27308" y="8418"/>
                </a:cubicBezTo>
                <a:cubicBezTo>
                  <a:pt x="24978" y="7107"/>
                  <a:pt x="22080" y="6831"/>
                  <a:pt x="18555" y="7690"/>
                </a:cubicBezTo>
                <a:lnTo>
                  <a:pt x="9044" y="10020"/>
                </a:lnTo>
                <a:close/>
                <a:moveTo>
                  <a:pt x="0" y="5636"/>
                </a:moveTo>
                <a:lnTo>
                  <a:pt x="17069" y="1486"/>
                </a:lnTo>
                <a:cubicBezTo>
                  <a:pt x="23274" y="0"/>
                  <a:pt x="28342" y="233"/>
                  <a:pt x="32260" y="2272"/>
                </a:cubicBezTo>
                <a:cubicBezTo>
                  <a:pt x="36134" y="4326"/>
                  <a:pt x="38741" y="8083"/>
                  <a:pt x="40052" y="13545"/>
                </a:cubicBezTo>
                <a:cubicBezTo>
                  <a:pt x="41363" y="19065"/>
                  <a:pt x="40795" y="23609"/>
                  <a:pt x="38290" y="27192"/>
                </a:cubicBezTo>
                <a:cubicBezTo>
                  <a:pt x="35726" y="30789"/>
                  <a:pt x="31357" y="33338"/>
                  <a:pt x="25153" y="34823"/>
                </a:cubicBezTo>
                <a:lnTo>
                  <a:pt x="15642" y="37154"/>
                </a:lnTo>
                <a:lnTo>
                  <a:pt x="21060" y="59510"/>
                </a:lnTo>
                <a:lnTo>
                  <a:pt x="13545" y="61331"/>
                </a:lnTo>
                <a:lnTo>
                  <a:pt x="0" y="5636"/>
                </a:lnTo>
                <a:close/>
                <a:moveTo>
                  <a:pt x="0" y="56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02726-3BCD-477B-B10D-3BC0BF3E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646" y="4269330"/>
            <a:ext cx="20929" cy="59729"/>
          </a:xfrm>
          <a:custGeom xmlns:a="http://schemas.openxmlformats.org/drawingml/2006/main">
            <a:pathLst>
              <a:path w="20929" h="59729">
                <a:moveTo>
                  <a:pt x="0" y="1646"/>
                </a:moveTo>
                <a:lnTo>
                  <a:pt x="6874" y="0"/>
                </a:lnTo>
                <a:lnTo>
                  <a:pt x="20929" y="58083"/>
                </a:lnTo>
                <a:lnTo>
                  <a:pt x="14098" y="59729"/>
                </a:lnTo>
                <a:lnTo>
                  <a:pt x="0" y="1646"/>
                </a:lnTo>
                <a:close/>
                <a:moveTo>
                  <a:pt x="0" y="16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88A7C-2E73-4848-AAAE-824D3DF7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60" y="4276102"/>
            <a:ext cx="41931" cy="47218"/>
          </a:xfrm>
          <a:custGeom xmlns:a="http://schemas.openxmlformats.org/drawingml/2006/main">
            <a:pathLst>
              <a:path w="41931" h="47218">
                <a:moveTo>
                  <a:pt x="23099" y="22240"/>
                </a:moveTo>
                <a:cubicBezTo>
                  <a:pt x="17579" y="23551"/>
                  <a:pt x="13880" y="25138"/>
                  <a:pt x="12059" y="26900"/>
                </a:cubicBezTo>
                <a:cubicBezTo>
                  <a:pt x="10239" y="28663"/>
                  <a:pt x="9671" y="31110"/>
                  <a:pt x="10414" y="34183"/>
                </a:cubicBezTo>
                <a:cubicBezTo>
                  <a:pt x="10982" y="36629"/>
                  <a:pt x="12278" y="38348"/>
                  <a:pt x="14215" y="39426"/>
                </a:cubicBezTo>
                <a:cubicBezTo>
                  <a:pt x="16152" y="40445"/>
                  <a:pt x="18540" y="40620"/>
                  <a:pt x="21279" y="39936"/>
                </a:cubicBezTo>
                <a:cubicBezTo>
                  <a:pt x="25080" y="39018"/>
                  <a:pt x="27818" y="36921"/>
                  <a:pt x="29464" y="33673"/>
                </a:cubicBezTo>
                <a:cubicBezTo>
                  <a:pt x="31110" y="30440"/>
                  <a:pt x="31401" y="26565"/>
                  <a:pt x="30323" y="22065"/>
                </a:cubicBezTo>
                <a:lnTo>
                  <a:pt x="29974" y="20536"/>
                </a:lnTo>
                <a:lnTo>
                  <a:pt x="23099" y="22240"/>
                </a:lnTo>
                <a:close/>
                <a:moveTo>
                  <a:pt x="36120" y="16035"/>
                </a:moveTo>
                <a:lnTo>
                  <a:pt x="41931" y="39877"/>
                </a:lnTo>
                <a:lnTo>
                  <a:pt x="35042" y="41581"/>
                </a:lnTo>
                <a:lnTo>
                  <a:pt x="33498" y="35217"/>
                </a:lnTo>
                <a:cubicBezTo>
                  <a:pt x="32537" y="38115"/>
                  <a:pt x="31051" y="40504"/>
                  <a:pt x="29012" y="42266"/>
                </a:cubicBezTo>
                <a:cubicBezTo>
                  <a:pt x="26959" y="44028"/>
                  <a:pt x="24235" y="45339"/>
                  <a:pt x="20871" y="46140"/>
                </a:cubicBezTo>
                <a:cubicBezTo>
                  <a:pt x="16545" y="47218"/>
                  <a:pt x="12904" y="46825"/>
                  <a:pt x="9787" y="45004"/>
                </a:cubicBezTo>
                <a:cubicBezTo>
                  <a:pt x="6656" y="43227"/>
                  <a:pt x="4602" y="40329"/>
                  <a:pt x="3641" y="36294"/>
                </a:cubicBezTo>
                <a:cubicBezTo>
                  <a:pt x="2505" y="31576"/>
                  <a:pt x="3233" y="27643"/>
                  <a:pt x="5797" y="24512"/>
                </a:cubicBezTo>
                <a:cubicBezTo>
                  <a:pt x="8360" y="21381"/>
                  <a:pt x="12802" y="19050"/>
                  <a:pt x="18992" y="17521"/>
                </a:cubicBezTo>
                <a:lnTo>
                  <a:pt x="28663" y="15191"/>
                </a:lnTo>
                <a:lnTo>
                  <a:pt x="28503" y="14506"/>
                </a:lnTo>
                <a:cubicBezTo>
                  <a:pt x="27701" y="11317"/>
                  <a:pt x="26114" y="9161"/>
                  <a:pt x="23609" y="7908"/>
                </a:cubicBezTo>
                <a:cubicBezTo>
                  <a:pt x="21104" y="6714"/>
                  <a:pt x="17972" y="6539"/>
                  <a:pt x="14215" y="7442"/>
                </a:cubicBezTo>
                <a:cubicBezTo>
                  <a:pt x="11826" y="8025"/>
                  <a:pt x="9554" y="8870"/>
                  <a:pt x="7442" y="10006"/>
                </a:cubicBezTo>
                <a:cubicBezTo>
                  <a:pt x="5287" y="11142"/>
                  <a:pt x="3350" y="12511"/>
                  <a:pt x="1529" y="14157"/>
                </a:cubicBezTo>
                <a:lnTo>
                  <a:pt x="0" y="7792"/>
                </a:lnTo>
                <a:cubicBezTo>
                  <a:pt x="2272" y="6248"/>
                  <a:pt x="4544" y="4952"/>
                  <a:pt x="6772" y="3860"/>
                </a:cubicBezTo>
                <a:cubicBezTo>
                  <a:pt x="9044" y="2782"/>
                  <a:pt x="11258" y="1981"/>
                  <a:pt x="13472" y="1471"/>
                </a:cubicBezTo>
                <a:cubicBezTo>
                  <a:pt x="19560" y="0"/>
                  <a:pt x="24454" y="451"/>
                  <a:pt x="28211" y="2898"/>
                </a:cubicBezTo>
                <a:cubicBezTo>
                  <a:pt x="31969" y="5287"/>
                  <a:pt x="34590" y="9671"/>
                  <a:pt x="36120" y="16035"/>
                </a:cubicBezTo>
                <a:close/>
                <a:moveTo>
                  <a:pt x="36120" y="160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EBB00-7D57-4E3B-8118-2269D6E2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40" y="4257270"/>
            <a:ext cx="36193" cy="53247"/>
          </a:xfrm>
          <a:custGeom xmlns:a="http://schemas.openxmlformats.org/drawingml/2006/main">
            <a:pathLst>
              <a:path w="36193" h="53247">
                <a:moveTo>
                  <a:pt x="9059" y="0"/>
                </a:moveTo>
                <a:lnTo>
                  <a:pt x="11957" y="11885"/>
                </a:lnTo>
                <a:lnTo>
                  <a:pt x="26056" y="8418"/>
                </a:lnTo>
                <a:lnTo>
                  <a:pt x="27366" y="13763"/>
                </a:lnTo>
                <a:lnTo>
                  <a:pt x="13210" y="17171"/>
                </a:lnTo>
                <a:lnTo>
                  <a:pt x="18730" y="39877"/>
                </a:lnTo>
                <a:cubicBezTo>
                  <a:pt x="19575" y="43285"/>
                  <a:pt x="20550" y="45397"/>
                  <a:pt x="21745" y="46140"/>
                </a:cubicBezTo>
                <a:cubicBezTo>
                  <a:pt x="22881" y="46868"/>
                  <a:pt x="24920" y="46868"/>
                  <a:pt x="27774" y="46198"/>
                </a:cubicBezTo>
                <a:lnTo>
                  <a:pt x="34823" y="44480"/>
                </a:lnTo>
                <a:lnTo>
                  <a:pt x="36193" y="50233"/>
                </a:lnTo>
                <a:lnTo>
                  <a:pt x="29129" y="51937"/>
                </a:lnTo>
                <a:cubicBezTo>
                  <a:pt x="23842" y="53247"/>
                  <a:pt x="19982" y="53131"/>
                  <a:pt x="17477" y="51660"/>
                </a:cubicBezTo>
                <a:cubicBezTo>
                  <a:pt x="14972" y="50116"/>
                  <a:pt x="13093" y="46766"/>
                  <a:pt x="11841" y="41581"/>
                </a:cubicBezTo>
                <a:lnTo>
                  <a:pt x="6321" y="18890"/>
                </a:lnTo>
                <a:lnTo>
                  <a:pt x="1253" y="20084"/>
                </a:lnTo>
                <a:lnTo>
                  <a:pt x="0" y="14725"/>
                </a:lnTo>
                <a:lnTo>
                  <a:pt x="5010" y="13530"/>
                </a:lnTo>
                <a:lnTo>
                  <a:pt x="2170" y="1646"/>
                </a:lnTo>
                <a:lnTo>
                  <a:pt x="9059" y="0"/>
                </a:lnTo>
                <a:close/>
                <a:moveTo>
                  <a:pt x="905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E4FDC-2C6B-4F80-9E73-ADAF0C50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3" y="4242138"/>
            <a:ext cx="26114" cy="62918"/>
          </a:xfrm>
          <a:custGeom xmlns:a="http://schemas.openxmlformats.org/drawingml/2006/main">
            <a:pathLst>
              <a:path w="26114" h="62918">
                <a:moveTo>
                  <a:pt x="22691" y="0"/>
                </a:moveTo>
                <a:lnTo>
                  <a:pt x="24060" y="5680"/>
                </a:lnTo>
                <a:lnTo>
                  <a:pt x="17521" y="7282"/>
                </a:lnTo>
                <a:cubicBezTo>
                  <a:pt x="15016" y="7908"/>
                  <a:pt x="13414" y="8811"/>
                  <a:pt x="12744" y="10006"/>
                </a:cubicBezTo>
                <a:cubicBezTo>
                  <a:pt x="12001" y="11258"/>
                  <a:pt x="11943" y="13137"/>
                  <a:pt x="12569" y="15759"/>
                </a:cubicBezTo>
                <a:lnTo>
                  <a:pt x="13472" y="19458"/>
                </a:lnTo>
                <a:lnTo>
                  <a:pt x="24803" y="16662"/>
                </a:lnTo>
                <a:lnTo>
                  <a:pt x="26114" y="22007"/>
                </a:lnTo>
                <a:lnTo>
                  <a:pt x="14783" y="24745"/>
                </a:lnTo>
                <a:lnTo>
                  <a:pt x="23609" y="61214"/>
                </a:lnTo>
                <a:lnTo>
                  <a:pt x="16720" y="62918"/>
                </a:lnTo>
                <a:lnTo>
                  <a:pt x="7850" y="26449"/>
                </a:lnTo>
                <a:lnTo>
                  <a:pt x="1296" y="28036"/>
                </a:lnTo>
                <a:lnTo>
                  <a:pt x="0" y="22691"/>
                </a:lnTo>
                <a:lnTo>
                  <a:pt x="6598" y="21104"/>
                </a:lnTo>
                <a:lnTo>
                  <a:pt x="5855" y="18205"/>
                </a:lnTo>
                <a:cubicBezTo>
                  <a:pt x="4777" y="13530"/>
                  <a:pt x="4996" y="9889"/>
                  <a:pt x="6656" y="7224"/>
                </a:cubicBezTo>
                <a:cubicBezTo>
                  <a:pt x="8302" y="4602"/>
                  <a:pt x="11491" y="2665"/>
                  <a:pt x="16152" y="1529"/>
                </a:cubicBezTo>
                <a:lnTo>
                  <a:pt x="22691" y="0"/>
                </a:lnTo>
                <a:close/>
                <a:moveTo>
                  <a:pt x="2269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50C1B-29AB-4F40-AAA4-8D8A5C0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3" y="4250614"/>
            <a:ext cx="41698" cy="46825"/>
          </a:xfrm>
          <a:custGeom xmlns:a="http://schemas.openxmlformats.org/drawingml/2006/main">
            <a:pathLst>
              <a:path w="41698" h="46825">
                <a:moveTo>
                  <a:pt x="16953" y="7282"/>
                </a:moveTo>
                <a:cubicBezTo>
                  <a:pt x="13254" y="8185"/>
                  <a:pt x="10690" y="10297"/>
                  <a:pt x="9263" y="13705"/>
                </a:cubicBezTo>
                <a:cubicBezTo>
                  <a:pt x="7850" y="17069"/>
                  <a:pt x="7734" y="21279"/>
                  <a:pt x="8928" y="26274"/>
                </a:cubicBezTo>
                <a:cubicBezTo>
                  <a:pt x="10122" y="31284"/>
                  <a:pt x="12176" y="34984"/>
                  <a:pt x="14958" y="37314"/>
                </a:cubicBezTo>
                <a:cubicBezTo>
                  <a:pt x="17798" y="39703"/>
                  <a:pt x="21046" y="40387"/>
                  <a:pt x="24745" y="39542"/>
                </a:cubicBezTo>
                <a:cubicBezTo>
                  <a:pt x="28444" y="38625"/>
                  <a:pt x="31008" y="36469"/>
                  <a:pt x="32420" y="33105"/>
                </a:cubicBezTo>
                <a:cubicBezTo>
                  <a:pt x="33848" y="29697"/>
                  <a:pt x="33964" y="25488"/>
                  <a:pt x="32770" y="20536"/>
                </a:cubicBezTo>
                <a:cubicBezTo>
                  <a:pt x="31576" y="15526"/>
                  <a:pt x="29522" y="11885"/>
                  <a:pt x="26682" y="9496"/>
                </a:cubicBezTo>
                <a:cubicBezTo>
                  <a:pt x="23886" y="7107"/>
                  <a:pt x="20652" y="6365"/>
                  <a:pt x="16953" y="7282"/>
                </a:cubicBezTo>
                <a:close/>
                <a:moveTo>
                  <a:pt x="15526" y="1471"/>
                </a:moveTo>
                <a:cubicBezTo>
                  <a:pt x="21497" y="0"/>
                  <a:pt x="26682" y="786"/>
                  <a:pt x="31008" y="3860"/>
                </a:cubicBezTo>
                <a:cubicBezTo>
                  <a:pt x="35377" y="6933"/>
                  <a:pt x="38392" y="11885"/>
                  <a:pt x="40052" y="18715"/>
                </a:cubicBezTo>
                <a:cubicBezTo>
                  <a:pt x="41698" y="25604"/>
                  <a:pt x="41305" y="31343"/>
                  <a:pt x="38858" y="36120"/>
                </a:cubicBezTo>
                <a:cubicBezTo>
                  <a:pt x="36353" y="40795"/>
                  <a:pt x="32144" y="43912"/>
                  <a:pt x="26158" y="45339"/>
                </a:cubicBezTo>
                <a:cubicBezTo>
                  <a:pt x="20186" y="46825"/>
                  <a:pt x="15016" y="45965"/>
                  <a:pt x="10690" y="42892"/>
                </a:cubicBezTo>
                <a:cubicBezTo>
                  <a:pt x="6306" y="39819"/>
                  <a:pt x="3350" y="34867"/>
                  <a:pt x="1704" y="28036"/>
                </a:cubicBezTo>
                <a:cubicBezTo>
                  <a:pt x="0" y="21162"/>
                  <a:pt x="393" y="15409"/>
                  <a:pt x="2840" y="10690"/>
                </a:cubicBezTo>
                <a:cubicBezTo>
                  <a:pt x="5345" y="5971"/>
                  <a:pt x="9554" y="2898"/>
                  <a:pt x="15526" y="1471"/>
                </a:cubicBezTo>
                <a:close/>
                <a:moveTo>
                  <a:pt x="15526" y="14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AB5C3-A18E-44AE-9655-421BF9FB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45" y="4239181"/>
            <a:ext cx="26056" cy="48354"/>
          </a:xfrm>
          <a:custGeom xmlns:a="http://schemas.openxmlformats.org/drawingml/2006/main">
            <a:pathLst>
              <a:path w="26056" h="48354">
                <a:moveTo>
                  <a:pt x="26056" y="7049"/>
                </a:moveTo>
                <a:cubicBezTo>
                  <a:pt x="25196" y="6758"/>
                  <a:pt x="24235" y="6656"/>
                  <a:pt x="23318" y="6656"/>
                </a:cubicBezTo>
                <a:cubicBezTo>
                  <a:pt x="22356" y="6656"/>
                  <a:pt x="21337" y="6816"/>
                  <a:pt x="20186" y="7049"/>
                </a:cubicBezTo>
                <a:cubicBezTo>
                  <a:pt x="16327" y="8010"/>
                  <a:pt x="13647" y="10006"/>
                  <a:pt x="12176" y="13021"/>
                </a:cubicBezTo>
                <a:cubicBezTo>
                  <a:pt x="10749" y="16035"/>
                  <a:pt x="10574" y="19910"/>
                  <a:pt x="11710" y="24628"/>
                </a:cubicBezTo>
                <a:lnTo>
                  <a:pt x="17069" y="46650"/>
                </a:lnTo>
                <a:lnTo>
                  <a:pt x="10122" y="48354"/>
                </a:lnTo>
                <a:lnTo>
                  <a:pt x="0" y="6539"/>
                </a:lnTo>
                <a:lnTo>
                  <a:pt x="6933" y="4894"/>
                </a:lnTo>
                <a:lnTo>
                  <a:pt x="8476" y="11375"/>
                </a:lnTo>
                <a:cubicBezTo>
                  <a:pt x="9321" y="8476"/>
                  <a:pt x="10749" y="6132"/>
                  <a:pt x="12744" y="4369"/>
                </a:cubicBezTo>
                <a:cubicBezTo>
                  <a:pt x="14783" y="2549"/>
                  <a:pt x="17463" y="1253"/>
                  <a:pt x="20754" y="451"/>
                </a:cubicBezTo>
                <a:cubicBezTo>
                  <a:pt x="21220" y="335"/>
                  <a:pt x="21730" y="218"/>
                  <a:pt x="22356" y="160"/>
                </a:cubicBezTo>
                <a:cubicBezTo>
                  <a:pt x="22924" y="102"/>
                  <a:pt x="23609" y="44"/>
                  <a:pt x="24293" y="0"/>
                </a:cubicBezTo>
                <a:lnTo>
                  <a:pt x="26056" y="7049"/>
                </a:lnTo>
                <a:close/>
                <a:moveTo>
                  <a:pt x="26056" y="70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C9FD9-BE6D-4EC5-A3E3-269F3A00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35" y="4224894"/>
            <a:ext cx="71176" cy="55359"/>
          </a:xfrm>
          <a:custGeom xmlns:a="http://schemas.openxmlformats.org/drawingml/2006/main">
            <a:pathLst>
              <a:path w="71176" h="55359">
                <a:moveTo>
                  <a:pt x="34765" y="13603"/>
                </a:moveTo>
                <a:cubicBezTo>
                  <a:pt x="35726" y="10122"/>
                  <a:pt x="37270" y="7340"/>
                  <a:pt x="39251" y="5287"/>
                </a:cubicBezTo>
                <a:cubicBezTo>
                  <a:pt x="41305" y="3248"/>
                  <a:pt x="43926" y="1821"/>
                  <a:pt x="47160" y="1020"/>
                </a:cubicBezTo>
                <a:cubicBezTo>
                  <a:pt x="51543" y="0"/>
                  <a:pt x="55243" y="685"/>
                  <a:pt x="58374" y="3190"/>
                </a:cubicBezTo>
                <a:cubicBezTo>
                  <a:pt x="61447" y="5636"/>
                  <a:pt x="63719" y="9671"/>
                  <a:pt x="65030" y="15307"/>
                </a:cubicBezTo>
                <a:lnTo>
                  <a:pt x="71176" y="40562"/>
                </a:lnTo>
                <a:lnTo>
                  <a:pt x="64287" y="42222"/>
                </a:lnTo>
                <a:lnTo>
                  <a:pt x="58199" y="17244"/>
                </a:lnTo>
                <a:cubicBezTo>
                  <a:pt x="57238" y="13195"/>
                  <a:pt x="55811" y="10414"/>
                  <a:pt x="53932" y="8826"/>
                </a:cubicBezTo>
                <a:cubicBezTo>
                  <a:pt x="51995" y="7224"/>
                  <a:pt x="49606" y="6772"/>
                  <a:pt x="46708" y="7515"/>
                </a:cubicBezTo>
                <a:cubicBezTo>
                  <a:pt x="43183" y="8360"/>
                  <a:pt x="40620" y="10181"/>
                  <a:pt x="39149" y="13093"/>
                </a:cubicBezTo>
                <a:cubicBezTo>
                  <a:pt x="37664" y="15933"/>
                  <a:pt x="37372" y="19400"/>
                  <a:pt x="38406" y="23492"/>
                </a:cubicBezTo>
                <a:lnTo>
                  <a:pt x="44086" y="47101"/>
                </a:lnTo>
                <a:lnTo>
                  <a:pt x="37212" y="48762"/>
                </a:lnTo>
                <a:lnTo>
                  <a:pt x="31124" y="23784"/>
                </a:lnTo>
                <a:cubicBezTo>
                  <a:pt x="30148" y="19749"/>
                  <a:pt x="28736" y="16953"/>
                  <a:pt x="26857" y="15365"/>
                </a:cubicBezTo>
                <a:cubicBezTo>
                  <a:pt x="24978" y="13763"/>
                  <a:pt x="22531" y="13312"/>
                  <a:pt x="19575" y="14055"/>
                </a:cubicBezTo>
                <a:cubicBezTo>
                  <a:pt x="16108" y="14914"/>
                  <a:pt x="13603" y="16778"/>
                  <a:pt x="12059" y="19633"/>
                </a:cubicBezTo>
                <a:cubicBezTo>
                  <a:pt x="10588" y="22531"/>
                  <a:pt x="10355" y="25997"/>
                  <a:pt x="11317" y="30046"/>
                </a:cubicBezTo>
                <a:lnTo>
                  <a:pt x="17069" y="53655"/>
                </a:lnTo>
                <a:lnTo>
                  <a:pt x="10122" y="55359"/>
                </a:lnTo>
                <a:lnTo>
                  <a:pt x="0" y="13545"/>
                </a:lnTo>
                <a:lnTo>
                  <a:pt x="6947" y="11899"/>
                </a:lnTo>
                <a:lnTo>
                  <a:pt x="8476" y="18380"/>
                </a:lnTo>
                <a:cubicBezTo>
                  <a:pt x="9452" y="15424"/>
                  <a:pt x="10865" y="13093"/>
                  <a:pt x="12744" y="11317"/>
                </a:cubicBezTo>
                <a:cubicBezTo>
                  <a:pt x="14623" y="9554"/>
                  <a:pt x="17128" y="8360"/>
                  <a:pt x="20084" y="7632"/>
                </a:cubicBezTo>
                <a:cubicBezTo>
                  <a:pt x="23157" y="6889"/>
                  <a:pt x="25939" y="7005"/>
                  <a:pt x="28444" y="8025"/>
                </a:cubicBezTo>
                <a:cubicBezTo>
                  <a:pt x="30891" y="9044"/>
                  <a:pt x="33061" y="10923"/>
                  <a:pt x="34765" y="13603"/>
                </a:cubicBezTo>
                <a:close/>
                <a:moveTo>
                  <a:pt x="34765" y="136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F64EC-69A2-43AC-B4FC-A120CD42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47" y="4250498"/>
            <a:ext cx="10195" cy="11375"/>
          </a:xfrm>
          <a:custGeom xmlns:a="http://schemas.openxmlformats.org/drawingml/2006/main">
            <a:pathLst>
              <a:path w="10195" h="11375">
                <a:moveTo>
                  <a:pt x="0" y="1937"/>
                </a:moveTo>
                <a:lnTo>
                  <a:pt x="7908" y="0"/>
                </a:lnTo>
                <a:lnTo>
                  <a:pt x="10195" y="9496"/>
                </a:lnTo>
                <a:lnTo>
                  <a:pt x="2345" y="11375"/>
                </a:lnTo>
                <a:lnTo>
                  <a:pt x="0" y="1937"/>
                </a:lnTo>
                <a:close/>
                <a:moveTo>
                  <a:pt x="0" y="19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48390-12E0-4EE5-96AD-04E6A8E0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14" y="4191891"/>
            <a:ext cx="49388" cy="64302"/>
          </a:xfrm>
          <a:custGeom xmlns:a="http://schemas.openxmlformats.org/drawingml/2006/main">
            <a:pathLst>
              <a:path w="49388" h="64302">
                <a:moveTo>
                  <a:pt x="0" y="8535"/>
                </a:moveTo>
                <a:lnTo>
                  <a:pt x="35217" y="0"/>
                </a:lnTo>
                <a:lnTo>
                  <a:pt x="36746" y="6379"/>
                </a:lnTo>
                <a:lnTo>
                  <a:pt x="9044" y="13093"/>
                </a:lnTo>
                <a:lnTo>
                  <a:pt x="13021" y="29595"/>
                </a:lnTo>
                <a:lnTo>
                  <a:pt x="39601" y="23157"/>
                </a:lnTo>
                <a:lnTo>
                  <a:pt x="41130" y="29478"/>
                </a:lnTo>
                <a:lnTo>
                  <a:pt x="14564" y="35901"/>
                </a:lnTo>
                <a:lnTo>
                  <a:pt x="19458" y="56102"/>
                </a:lnTo>
                <a:lnTo>
                  <a:pt x="47844" y="49213"/>
                </a:lnTo>
                <a:lnTo>
                  <a:pt x="49388" y="55592"/>
                </a:lnTo>
                <a:lnTo>
                  <a:pt x="13487" y="64302"/>
                </a:lnTo>
                <a:lnTo>
                  <a:pt x="0" y="8535"/>
                </a:lnTo>
                <a:close/>
                <a:moveTo>
                  <a:pt x="0" y="85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9CB4D-DE3C-4D78-8D00-0957CBC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51" y="4183079"/>
            <a:ext cx="56961" cy="61389"/>
          </a:xfrm>
          <a:custGeom xmlns:a="http://schemas.openxmlformats.org/drawingml/2006/main">
            <a:pathLst>
              <a:path w="56961" h="61389">
                <a:moveTo>
                  <a:pt x="33629" y="28837"/>
                </a:moveTo>
                <a:cubicBezTo>
                  <a:pt x="35391" y="29012"/>
                  <a:pt x="37212" y="29813"/>
                  <a:pt x="39207" y="31241"/>
                </a:cubicBezTo>
                <a:cubicBezTo>
                  <a:pt x="41144" y="32653"/>
                  <a:pt x="43300" y="34707"/>
                  <a:pt x="45572" y="37489"/>
                </a:cubicBezTo>
                <a:lnTo>
                  <a:pt x="56961" y="50859"/>
                </a:lnTo>
                <a:lnTo>
                  <a:pt x="48820" y="52854"/>
                </a:lnTo>
                <a:lnTo>
                  <a:pt x="38232" y="40285"/>
                </a:lnTo>
                <a:cubicBezTo>
                  <a:pt x="35508" y="36979"/>
                  <a:pt x="33119" y="34925"/>
                  <a:pt x="31066" y="34139"/>
                </a:cubicBezTo>
                <a:cubicBezTo>
                  <a:pt x="29085" y="33338"/>
                  <a:pt x="26580" y="33280"/>
                  <a:pt x="23565" y="34022"/>
                </a:cubicBezTo>
                <a:lnTo>
                  <a:pt x="15365" y="36018"/>
                </a:lnTo>
                <a:lnTo>
                  <a:pt x="21060" y="59568"/>
                </a:lnTo>
                <a:lnTo>
                  <a:pt x="13545" y="61389"/>
                </a:lnTo>
                <a:lnTo>
                  <a:pt x="0" y="5695"/>
                </a:lnTo>
                <a:lnTo>
                  <a:pt x="17069" y="1529"/>
                </a:lnTo>
                <a:cubicBezTo>
                  <a:pt x="23449" y="0"/>
                  <a:pt x="28503" y="175"/>
                  <a:pt x="32260" y="2112"/>
                </a:cubicBezTo>
                <a:cubicBezTo>
                  <a:pt x="36076" y="3976"/>
                  <a:pt x="38581" y="7617"/>
                  <a:pt x="39892" y="12977"/>
                </a:cubicBezTo>
                <a:cubicBezTo>
                  <a:pt x="40737" y="16501"/>
                  <a:pt x="40620" y="19633"/>
                  <a:pt x="39601" y="22298"/>
                </a:cubicBezTo>
                <a:cubicBezTo>
                  <a:pt x="38523" y="25036"/>
                  <a:pt x="36527" y="27192"/>
                  <a:pt x="33629" y="28837"/>
                </a:cubicBezTo>
                <a:close/>
                <a:moveTo>
                  <a:pt x="9044" y="10020"/>
                </a:moveTo>
                <a:lnTo>
                  <a:pt x="13894" y="29813"/>
                </a:lnTo>
                <a:lnTo>
                  <a:pt x="23332" y="27541"/>
                </a:lnTo>
                <a:cubicBezTo>
                  <a:pt x="26973" y="26624"/>
                  <a:pt x="29537" y="25153"/>
                  <a:pt x="30949" y="22983"/>
                </a:cubicBezTo>
                <a:cubicBezTo>
                  <a:pt x="32435" y="20885"/>
                  <a:pt x="32726" y="18147"/>
                  <a:pt x="31983" y="14899"/>
                </a:cubicBezTo>
                <a:cubicBezTo>
                  <a:pt x="31182" y="11666"/>
                  <a:pt x="29653" y="9438"/>
                  <a:pt x="27366" y="8243"/>
                </a:cubicBezTo>
                <a:cubicBezTo>
                  <a:pt x="25153" y="6991"/>
                  <a:pt x="22196" y="6889"/>
                  <a:pt x="18555" y="7734"/>
                </a:cubicBezTo>
                <a:lnTo>
                  <a:pt x="9044" y="10020"/>
                </a:lnTo>
                <a:close/>
                <a:moveTo>
                  <a:pt x="9044" y="100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D831F-FC29-4283-9233-BDA3009B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97" y="4163505"/>
            <a:ext cx="64462" cy="68103"/>
          </a:xfrm>
          <a:custGeom xmlns:a="http://schemas.openxmlformats.org/drawingml/2006/main">
            <a:pathLst>
              <a:path w="64462" h="68103">
                <a:moveTo>
                  <a:pt x="0" y="12351"/>
                </a:moveTo>
                <a:lnTo>
                  <a:pt x="11200" y="9612"/>
                </a:lnTo>
                <a:lnTo>
                  <a:pt x="34649" y="44101"/>
                </a:lnTo>
                <a:lnTo>
                  <a:pt x="39761" y="2738"/>
                </a:lnTo>
                <a:lnTo>
                  <a:pt x="50975" y="0"/>
                </a:lnTo>
                <a:lnTo>
                  <a:pt x="64462" y="55752"/>
                </a:lnTo>
                <a:lnTo>
                  <a:pt x="57122" y="57515"/>
                </a:lnTo>
                <a:lnTo>
                  <a:pt x="45281" y="8593"/>
                </a:lnTo>
                <a:lnTo>
                  <a:pt x="40169" y="50291"/>
                </a:lnTo>
                <a:lnTo>
                  <a:pt x="32595" y="52111"/>
                </a:lnTo>
                <a:lnTo>
                  <a:pt x="8986" y="17419"/>
                </a:lnTo>
                <a:lnTo>
                  <a:pt x="20827" y="66341"/>
                </a:lnTo>
                <a:lnTo>
                  <a:pt x="13487" y="68103"/>
                </a:lnTo>
                <a:lnTo>
                  <a:pt x="0" y="12351"/>
                </a:lnTo>
                <a:close/>
                <a:moveTo>
                  <a:pt x="0" y="1235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9E04A-10FE-415D-963F-D4A4BF8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0" y="4158043"/>
            <a:ext cx="48194" cy="57573"/>
          </a:xfrm>
          <a:custGeom xmlns:a="http://schemas.openxmlformats.org/drawingml/2006/main">
            <a:pathLst>
              <a:path w="48194" h="57573">
                <a:moveTo>
                  <a:pt x="0" y="1821"/>
                </a:moveTo>
                <a:lnTo>
                  <a:pt x="7573" y="0"/>
                </a:lnTo>
                <a:lnTo>
                  <a:pt x="19516" y="49388"/>
                </a:lnTo>
                <a:lnTo>
                  <a:pt x="46650" y="42848"/>
                </a:lnTo>
                <a:lnTo>
                  <a:pt x="48194" y="49155"/>
                </a:lnTo>
                <a:lnTo>
                  <a:pt x="13487" y="57573"/>
                </a:lnTo>
                <a:lnTo>
                  <a:pt x="0" y="1821"/>
                </a:lnTo>
                <a:close/>
                <a:moveTo>
                  <a:pt x="0" y="18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EF096-E6CF-46C2-B57A-5516E03B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045" y="4143887"/>
            <a:ext cx="56889" cy="61433"/>
          </a:xfrm>
          <a:custGeom xmlns:a="http://schemas.openxmlformats.org/drawingml/2006/main">
            <a:pathLst>
              <a:path w="56889" h="61433">
                <a:moveTo>
                  <a:pt x="33571" y="28896"/>
                </a:moveTo>
                <a:cubicBezTo>
                  <a:pt x="35333" y="29012"/>
                  <a:pt x="37212" y="29799"/>
                  <a:pt x="39135" y="31226"/>
                </a:cubicBezTo>
                <a:cubicBezTo>
                  <a:pt x="41130" y="32653"/>
                  <a:pt x="43242" y="34751"/>
                  <a:pt x="45572" y="37547"/>
                </a:cubicBezTo>
                <a:lnTo>
                  <a:pt x="56889" y="50917"/>
                </a:lnTo>
                <a:lnTo>
                  <a:pt x="48820" y="52854"/>
                </a:lnTo>
                <a:lnTo>
                  <a:pt x="38232" y="40271"/>
                </a:lnTo>
                <a:cubicBezTo>
                  <a:pt x="35450" y="36979"/>
                  <a:pt x="33047" y="34984"/>
                  <a:pt x="31066" y="34124"/>
                </a:cubicBezTo>
                <a:cubicBezTo>
                  <a:pt x="29012" y="33338"/>
                  <a:pt x="26507" y="33338"/>
                  <a:pt x="23551" y="34022"/>
                </a:cubicBezTo>
                <a:lnTo>
                  <a:pt x="15307" y="36003"/>
                </a:lnTo>
                <a:lnTo>
                  <a:pt x="20987" y="59554"/>
                </a:lnTo>
                <a:lnTo>
                  <a:pt x="13487" y="61433"/>
                </a:lnTo>
                <a:lnTo>
                  <a:pt x="0" y="5680"/>
                </a:lnTo>
                <a:lnTo>
                  <a:pt x="17011" y="1588"/>
                </a:lnTo>
                <a:cubicBezTo>
                  <a:pt x="23376" y="0"/>
                  <a:pt x="28444" y="218"/>
                  <a:pt x="32202" y="2097"/>
                </a:cubicBezTo>
                <a:cubicBezTo>
                  <a:pt x="36018" y="3976"/>
                  <a:pt x="38567" y="7617"/>
                  <a:pt x="39877" y="13021"/>
                </a:cubicBezTo>
                <a:cubicBezTo>
                  <a:pt x="40678" y="16545"/>
                  <a:pt x="40620" y="19618"/>
                  <a:pt x="39542" y="22356"/>
                </a:cubicBezTo>
                <a:cubicBezTo>
                  <a:pt x="38465" y="25080"/>
                  <a:pt x="36469" y="27250"/>
                  <a:pt x="33571" y="28896"/>
                </a:cubicBezTo>
                <a:close/>
                <a:moveTo>
                  <a:pt x="8986" y="10064"/>
                </a:moveTo>
                <a:lnTo>
                  <a:pt x="13822" y="29799"/>
                </a:lnTo>
                <a:lnTo>
                  <a:pt x="23274" y="27527"/>
                </a:lnTo>
                <a:cubicBezTo>
                  <a:pt x="26915" y="26682"/>
                  <a:pt x="29464" y="25138"/>
                  <a:pt x="30891" y="23041"/>
                </a:cubicBezTo>
                <a:cubicBezTo>
                  <a:pt x="32377" y="20871"/>
                  <a:pt x="32712" y="18205"/>
                  <a:pt x="31911" y="14958"/>
                </a:cubicBezTo>
                <a:cubicBezTo>
                  <a:pt x="31124" y="11710"/>
                  <a:pt x="29580" y="9438"/>
                  <a:pt x="27308" y="8243"/>
                </a:cubicBezTo>
                <a:cubicBezTo>
                  <a:pt x="25094" y="7049"/>
                  <a:pt x="22123" y="6874"/>
                  <a:pt x="18482" y="7734"/>
                </a:cubicBezTo>
                <a:lnTo>
                  <a:pt x="8986" y="10064"/>
                </a:lnTo>
                <a:close/>
                <a:moveTo>
                  <a:pt x="8986" y="10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9624E-FC82-4829-BC58-6DD9F1DA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40" y="4143202"/>
            <a:ext cx="45179" cy="48980"/>
          </a:xfrm>
          <a:custGeom xmlns:a="http://schemas.openxmlformats.org/drawingml/2006/main">
            <a:pathLst>
              <a:path w="45179" h="48980">
                <a:moveTo>
                  <a:pt x="6146" y="33789"/>
                </a:moveTo>
                <a:lnTo>
                  <a:pt x="0" y="8476"/>
                </a:lnTo>
                <a:lnTo>
                  <a:pt x="6889" y="6816"/>
                </a:lnTo>
                <a:lnTo>
                  <a:pt x="12977" y="31852"/>
                </a:lnTo>
                <a:cubicBezTo>
                  <a:pt x="13938" y="35843"/>
                  <a:pt x="15424" y="38625"/>
                  <a:pt x="17419" y="40212"/>
                </a:cubicBezTo>
                <a:cubicBezTo>
                  <a:pt x="19458" y="41814"/>
                  <a:pt x="22021" y="42266"/>
                  <a:pt x="25094" y="41523"/>
                </a:cubicBezTo>
                <a:cubicBezTo>
                  <a:pt x="28794" y="40620"/>
                  <a:pt x="31415" y="38741"/>
                  <a:pt x="33003" y="35843"/>
                </a:cubicBezTo>
                <a:cubicBezTo>
                  <a:pt x="34590" y="32930"/>
                  <a:pt x="34882" y="29464"/>
                  <a:pt x="33906" y="25371"/>
                </a:cubicBezTo>
                <a:lnTo>
                  <a:pt x="28168" y="1704"/>
                </a:lnTo>
                <a:lnTo>
                  <a:pt x="35056" y="0"/>
                </a:lnTo>
                <a:lnTo>
                  <a:pt x="45179" y="41814"/>
                </a:lnTo>
                <a:lnTo>
                  <a:pt x="38290" y="43460"/>
                </a:lnTo>
                <a:lnTo>
                  <a:pt x="36761" y="37037"/>
                </a:lnTo>
                <a:cubicBezTo>
                  <a:pt x="35668" y="39994"/>
                  <a:pt x="34197" y="42382"/>
                  <a:pt x="32318" y="44145"/>
                </a:cubicBezTo>
                <a:cubicBezTo>
                  <a:pt x="30381" y="45907"/>
                  <a:pt x="27993" y="47101"/>
                  <a:pt x="25094" y="47844"/>
                </a:cubicBezTo>
                <a:cubicBezTo>
                  <a:pt x="20259" y="48980"/>
                  <a:pt x="16268" y="48412"/>
                  <a:pt x="13035" y="46023"/>
                </a:cubicBezTo>
                <a:cubicBezTo>
                  <a:pt x="9846" y="43635"/>
                  <a:pt x="7573" y="39542"/>
                  <a:pt x="6146" y="33789"/>
                </a:cubicBezTo>
                <a:close/>
                <a:moveTo>
                  <a:pt x="6146" y="337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C33EC-BB86-4E0A-A4D0-193F0560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76" y="4132730"/>
            <a:ext cx="45106" cy="48922"/>
          </a:xfrm>
          <a:custGeom xmlns:a="http://schemas.openxmlformats.org/drawingml/2006/main">
            <a:pathLst>
              <a:path w="45106" h="48922">
                <a:moveTo>
                  <a:pt x="39018" y="15191"/>
                </a:moveTo>
                <a:lnTo>
                  <a:pt x="45106" y="40445"/>
                </a:lnTo>
                <a:lnTo>
                  <a:pt x="38232" y="42106"/>
                </a:lnTo>
                <a:lnTo>
                  <a:pt x="32202" y="17128"/>
                </a:lnTo>
                <a:cubicBezTo>
                  <a:pt x="31226" y="13137"/>
                  <a:pt x="29755" y="10355"/>
                  <a:pt x="27701" y="8768"/>
                </a:cubicBezTo>
                <a:cubicBezTo>
                  <a:pt x="25706" y="7166"/>
                  <a:pt x="23143" y="6772"/>
                  <a:pt x="20084" y="7515"/>
                </a:cubicBezTo>
                <a:cubicBezTo>
                  <a:pt x="16385" y="8418"/>
                  <a:pt x="13705" y="10297"/>
                  <a:pt x="12176" y="13195"/>
                </a:cubicBezTo>
                <a:cubicBezTo>
                  <a:pt x="10574" y="16050"/>
                  <a:pt x="10297" y="19575"/>
                  <a:pt x="11258" y="23609"/>
                </a:cubicBezTo>
                <a:lnTo>
                  <a:pt x="17011" y="47276"/>
                </a:lnTo>
                <a:lnTo>
                  <a:pt x="10122" y="48922"/>
                </a:lnTo>
                <a:lnTo>
                  <a:pt x="0" y="7107"/>
                </a:lnTo>
                <a:lnTo>
                  <a:pt x="6874" y="5462"/>
                </a:lnTo>
                <a:lnTo>
                  <a:pt x="8476" y="11943"/>
                </a:lnTo>
                <a:cubicBezTo>
                  <a:pt x="9496" y="9044"/>
                  <a:pt x="10982" y="6714"/>
                  <a:pt x="12904" y="4894"/>
                </a:cubicBezTo>
                <a:cubicBezTo>
                  <a:pt x="14841" y="3131"/>
                  <a:pt x="17230" y="1879"/>
                  <a:pt x="20128" y="1194"/>
                </a:cubicBezTo>
                <a:cubicBezTo>
                  <a:pt x="24978" y="0"/>
                  <a:pt x="28954" y="626"/>
                  <a:pt x="32144" y="3015"/>
                </a:cubicBezTo>
                <a:cubicBezTo>
                  <a:pt x="35319" y="5345"/>
                  <a:pt x="37605" y="9438"/>
                  <a:pt x="39018" y="15191"/>
                </a:cubicBezTo>
                <a:close/>
                <a:moveTo>
                  <a:pt x="39018" y="151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AE9B7-A745-465E-9C72-DB4ED7F0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495" y="4114525"/>
            <a:ext cx="36236" cy="53247"/>
          </a:xfrm>
          <a:custGeom xmlns:a="http://schemas.openxmlformats.org/drawingml/2006/main">
            <a:pathLst>
              <a:path w="36236" h="53247">
                <a:moveTo>
                  <a:pt x="9103" y="0"/>
                </a:moveTo>
                <a:lnTo>
                  <a:pt x="11943" y="11885"/>
                </a:lnTo>
                <a:lnTo>
                  <a:pt x="26114" y="8476"/>
                </a:lnTo>
                <a:lnTo>
                  <a:pt x="27366" y="13763"/>
                </a:lnTo>
                <a:lnTo>
                  <a:pt x="13254" y="17244"/>
                </a:lnTo>
                <a:lnTo>
                  <a:pt x="18774" y="39936"/>
                </a:lnTo>
                <a:cubicBezTo>
                  <a:pt x="19575" y="43300"/>
                  <a:pt x="20594" y="45397"/>
                  <a:pt x="21730" y="46140"/>
                </a:cubicBezTo>
                <a:cubicBezTo>
                  <a:pt x="22924" y="46883"/>
                  <a:pt x="24920" y="46941"/>
                  <a:pt x="27760" y="46198"/>
                </a:cubicBezTo>
                <a:lnTo>
                  <a:pt x="34823" y="44494"/>
                </a:lnTo>
                <a:lnTo>
                  <a:pt x="36236" y="50233"/>
                </a:lnTo>
                <a:lnTo>
                  <a:pt x="29187" y="51937"/>
                </a:lnTo>
                <a:cubicBezTo>
                  <a:pt x="23900" y="53247"/>
                  <a:pt x="19968" y="53131"/>
                  <a:pt x="17463" y="51660"/>
                </a:cubicBezTo>
                <a:cubicBezTo>
                  <a:pt x="15016" y="50174"/>
                  <a:pt x="13137" y="46825"/>
                  <a:pt x="11826" y="41581"/>
                </a:cubicBezTo>
                <a:lnTo>
                  <a:pt x="6365" y="18890"/>
                </a:lnTo>
                <a:lnTo>
                  <a:pt x="1311" y="20143"/>
                </a:lnTo>
                <a:lnTo>
                  <a:pt x="0" y="14797"/>
                </a:lnTo>
                <a:lnTo>
                  <a:pt x="5068" y="13545"/>
                </a:lnTo>
                <a:lnTo>
                  <a:pt x="2156" y="1704"/>
                </a:lnTo>
                <a:lnTo>
                  <a:pt x="9103" y="0"/>
                </a:lnTo>
                <a:close/>
                <a:moveTo>
                  <a:pt x="910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2CA86-90A4-480A-8AD8-6188345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677" y="4102859"/>
            <a:ext cx="20929" cy="59743"/>
          </a:xfrm>
          <a:custGeom xmlns:a="http://schemas.openxmlformats.org/drawingml/2006/main">
            <a:pathLst>
              <a:path w="20929" h="59743">
                <a:moveTo>
                  <a:pt x="3976" y="17929"/>
                </a:moveTo>
                <a:lnTo>
                  <a:pt x="10807" y="16268"/>
                </a:lnTo>
                <a:lnTo>
                  <a:pt x="20929" y="58083"/>
                </a:lnTo>
                <a:lnTo>
                  <a:pt x="14098" y="59743"/>
                </a:lnTo>
                <a:lnTo>
                  <a:pt x="3976" y="17929"/>
                </a:lnTo>
                <a:close/>
                <a:moveTo>
                  <a:pt x="0" y="1646"/>
                </a:moveTo>
                <a:lnTo>
                  <a:pt x="6874" y="0"/>
                </a:lnTo>
                <a:lnTo>
                  <a:pt x="8986" y="8710"/>
                </a:lnTo>
                <a:lnTo>
                  <a:pt x="2097" y="10355"/>
                </a:lnTo>
                <a:lnTo>
                  <a:pt x="0" y="1646"/>
                </a:lnTo>
                <a:close/>
                <a:moveTo>
                  <a:pt x="0" y="16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CA090-5737-418D-A1A8-D2F0D3C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82" y="4102174"/>
            <a:ext cx="71176" cy="55359"/>
          </a:xfrm>
          <a:custGeom xmlns:a="http://schemas.openxmlformats.org/drawingml/2006/main">
            <a:pathLst>
              <a:path w="71176" h="55359">
                <a:moveTo>
                  <a:pt x="34765" y="13603"/>
                </a:moveTo>
                <a:cubicBezTo>
                  <a:pt x="35741" y="10137"/>
                  <a:pt x="37270" y="7340"/>
                  <a:pt x="39266" y="5301"/>
                </a:cubicBezTo>
                <a:cubicBezTo>
                  <a:pt x="41305" y="3248"/>
                  <a:pt x="43926" y="1821"/>
                  <a:pt x="47174" y="1034"/>
                </a:cubicBezTo>
                <a:cubicBezTo>
                  <a:pt x="51558" y="0"/>
                  <a:pt x="55243" y="685"/>
                  <a:pt x="58374" y="3190"/>
                </a:cubicBezTo>
                <a:cubicBezTo>
                  <a:pt x="61447" y="5636"/>
                  <a:pt x="63734" y="9671"/>
                  <a:pt x="65030" y="15307"/>
                </a:cubicBezTo>
                <a:lnTo>
                  <a:pt x="71176" y="40562"/>
                </a:lnTo>
                <a:lnTo>
                  <a:pt x="64302" y="42222"/>
                </a:lnTo>
                <a:lnTo>
                  <a:pt x="58214" y="17186"/>
                </a:lnTo>
                <a:cubicBezTo>
                  <a:pt x="57238" y="13210"/>
                  <a:pt x="55825" y="10414"/>
                  <a:pt x="53947" y="8826"/>
                </a:cubicBezTo>
                <a:cubicBezTo>
                  <a:pt x="52009" y="7224"/>
                  <a:pt x="49621" y="6772"/>
                  <a:pt x="46723" y="7457"/>
                </a:cubicBezTo>
                <a:cubicBezTo>
                  <a:pt x="43183" y="8316"/>
                  <a:pt x="40635" y="10195"/>
                  <a:pt x="39149" y="13093"/>
                </a:cubicBezTo>
                <a:cubicBezTo>
                  <a:pt x="37664" y="15933"/>
                  <a:pt x="37387" y="19400"/>
                  <a:pt x="38406" y="23507"/>
                </a:cubicBezTo>
                <a:lnTo>
                  <a:pt x="44101" y="47116"/>
                </a:lnTo>
                <a:lnTo>
                  <a:pt x="37212" y="48762"/>
                </a:lnTo>
                <a:lnTo>
                  <a:pt x="31124" y="23784"/>
                </a:lnTo>
                <a:cubicBezTo>
                  <a:pt x="30163" y="19749"/>
                  <a:pt x="28736" y="16953"/>
                  <a:pt x="26857" y="15365"/>
                </a:cubicBezTo>
                <a:cubicBezTo>
                  <a:pt x="24978" y="13778"/>
                  <a:pt x="22531" y="13312"/>
                  <a:pt x="19575" y="14055"/>
                </a:cubicBezTo>
                <a:cubicBezTo>
                  <a:pt x="16108" y="14914"/>
                  <a:pt x="13603" y="16793"/>
                  <a:pt x="12074" y="19633"/>
                </a:cubicBezTo>
                <a:cubicBezTo>
                  <a:pt x="10588" y="22531"/>
                  <a:pt x="10355" y="25997"/>
                  <a:pt x="11331" y="30046"/>
                </a:cubicBezTo>
                <a:lnTo>
                  <a:pt x="17069" y="53655"/>
                </a:lnTo>
                <a:lnTo>
                  <a:pt x="10137" y="55359"/>
                </a:lnTo>
                <a:lnTo>
                  <a:pt x="0" y="13545"/>
                </a:lnTo>
                <a:lnTo>
                  <a:pt x="6947" y="11841"/>
                </a:lnTo>
                <a:lnTo>
                  <a:pt x="8491" y="18380"/>
                </a:lnTo>
                <a:cubicBezTo>
                  <a:pt x="9452" y="15424"/>
                  <a:pt x="10880" y="13093"/>
                  <a:pt x="12758" y="11331"/>
                </a:cubicBezTo>
                <a:cubicBezTo>
                  <a:pt x="14623" y="9569"/>
                  <a:pt x="17128" y="8316"/>
                  <a:pt x="20084" y="7632"/>
                </a:cubicBezTo>
                <a:cubicBezTo>
                  <a:pt x="23157" y="6889"/>
                  <a:pt x="25954" y="7005"/>
                  <a:pt x="28459" y="8025"/>
                </a:cubicBezTo>
                <a:cubicBezTo>
                  <a:pt x="30906" y="9044"/>
                  <a:pt x="33061" y="10923"/>
                  <a:pt x="34765" y="13603"/>
                </a:cubicBezTo>
                <a:close/>
                <a:moveTo>
                  <a:pt x="34765" y="136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301A1-7DA5-4BE6-AF4F-06BE5931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851" y="4090974"/>
            <a:ext cx="43242" cy="46591"/>
          </a:xfrm>
          <a:custGeom xmlns:a="http://schemas.openxmlformats.org/drawingml/2006/main">
            <a:pathLst>
              <a:path w="43242" h="46591">
                <a:moveTo>
                  <a:pt x="39892" y="17128"/>
                </a:moveTo>
                <a:lnTo>
                  <a:pt x="40678" y="20478"/>
                </a:lnTo>
                <a:lnTo>
                  <a:pt x="9103" y="28153"/>
                </a:lnTo>
                <a:cubicBezTo>
                  <a:pt x="10530" y="32828"/>
                  <a:pt x="12860" y="36061"/>
                  <a:pt x="15992" y="37940"/>
                </a:cubicBezTo>
                <a:cubicBezTo>
                  <a:pt x="19181" y="39761"/>
                  <a:pt x="22997" y="40169"/>
                  <a:pt x="27541" y="39076"/>
                </a:cubicBezTo>
                <a:cubicBezTo>
                  <a:pt x="30221" y="38392"/>
                  <a:pt x="32668" y="37489"/>
                  <a:pt x="34998" y="36236"/>
                </a:cubicBezTo>
                <a:cubicBezTo>
                  <a:pt x="37329" y="34984"/>
                  <a:pt x="39542" y="33396"/>
                  <a:pt x="41654" y="31517"/>
                </a:cubicBezTo>
                <a:lnTo>
                  <a:pt x="43242" y="37998"/>
                </a:lnTo>
                <a:cubicBezTo>
                  <a:pt x="41028" y="39644"/>
                  <a:pt x="38698" y="41072"/>
                  <a:pt x="36251" y="42266"/>
                </a:cubicBezTo>
                <a:cubicBezTo>
                  <a:pt x="33804" y="43402"/>
                  <a:pt x="31241" y="44319"/>
                  <a:pt x="28561" y="45004"/>
                </a:cubicBezTo>
                <a:cubicBezTo>
                  <a:pt x="21905" y="46591"/>
                  <a:pt x="16166" y="45965"/>
                  <a:pt x="11331" y="43009"/>
                </a:cubicBezTo>
                <a:cubicBezTo>
                  <a:pt x="6496" y="40052"/>
                  <a:pt x="3248" y="35275"/>
                  <a:pt x="1660" y="28677"/>
                </a:cubicBezTo>
                <a:cubicBezTo>
                  <a:pt x="0" y="21847"/>
                  <a:pt x="524" y="15933"/>
                  <a:pt x="3248" y="11040"/>
                </a:cubicBezTo>
                <a:cubicBezTo>
                  <a:pt x="5986" y="6146"/>
                  <a:pt x="10472" y="2898"/>
                  <a:pt x="16734" y="1369"/>
                </a:cubicBezTo>
                <a:cubicBezTo>
                  <a:pt x="22371" y="0"/>
                  <a:pt x="27265" y="743"/>
                  <a:pt x="31415" y="3583"/>
                </a:cubicBezTo>
                <a:cubicBezTo>
                  <a:pt x="35566" y="6423"/>
                  <a:pt x="38348" y="10923"/>
                  <a:pt x="39892" y="17128"/>
                </a:cubicBezTo>
                <a:close/>
                <a:moveTo>
                  <a:pt x="32493" y="16778"/>
                </a:moveTo>
                <a:cubicBezTo>
                  <a:pt x="31576" y="13021"/>
                  <a:pt x="29755" y="10297"/>
                  <a:pt x="27206" y="8593"/>
                </a:cubicBezTo>
                <a:cubicBezTo>
                  <a:pt x="24585" y="6831"/>
                  <a:pt x="21628" y="6365"/>
                  <a:pt x="18205" y="7166"/>
                </a:cubicBezTo>
                <a:cubicBezTo>
                  <a:pt x="14404" y="8127"/>
                  <a:pt x="11550" y="9947"/>
                  <a:pt x="9787" y="12686"/>
                </a:cubicBezTo>
                <a:cubicBezTo>
                  <a:pt x="8025" y="15351"/>
                  <a:pt x="7457" y="18774"/>
                  <a:pt x="8025" y="22750"/>
                </a:cubicBezTo>
                <a:lnTo>
                  <a:pt x="32493" y="16778"/>
                </a:lnTo>
                <a:close/>
                <a:moveTo>
                  <a:pt x="32493" y="167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0F482-C984-4761-AF22-92CB439E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267" y="4066564"/>
            <a:ext cx="41363" cy="61389"/>
          </a:xfrm>
          <a:custGeom xmlns:a="http://schemas.openxmlformats.org/drawingml/2006/main">
            <a:pathLst>
              <a:path w="41363" h="61389">
                <a:moveTo>
                  <a:pt x="9044" y="10020"/>
                </a:moveTo>
                <a:lnTo>
                  <a:pt x="14113" y="30949"/>
                </a:lnTo>
                <a:lnTo>
                  <a:pt x="23609" y="28677"/>
                </a:lnTo>
                <a:cubicBezTo>
                  <a:pt x="27133" y="27818"/>
                  <a:pt x="29580" y="26230"/>
                  <a:pt x="31066" y="23958"/>
                </a:cubicBezTo>
                <a:cubicBezTo>
                  <a:pt x="32537" y="21672"/>
                  <a:pt x="32886" y="18890"/>
                  <a:pt x="32085" y="15467"/>
                </a:cubicBezTo>
                <a:cubicBezTo>
                  <a:pt x="31226" y="12176"/>
                  <a:pt x="29697" y="9846"/>
                  <a:pt x="27308" y="8476"/>
                </a:cubicBezTo>
                <a:cubicBezTo>
                  <a:pt x="24978" y="7107"/>
                  <a:pt x="22021" y="6889"/>
                  <a:pt x="18540" y="7734"/>
                </a:cubicBezTo>
                <a:lnTo>
                  <a:pt x="9044" y="10020"/>
                </a:lnTo>
                <a:close/>
                <a:moveTo>
                  <a:pt x="0" y="5636"/>
                </a:moveTo>
                <a:lnTo>
                  <a:pt x="17011" y="1529"/>
                </a:lnTo>
                <a:cubicBezTo>
                  <a:pt x="23274" y="0"/>
                  <a:pt x="28328" y="291"/>
                  <a:pt x="32202" y="2330"/>
                </a:cubicBezTo>
                <a:cubicBezTo>
                  <a:pt x="36120" y="4384"/>
                  <a:pt x="38683" y="8141"/>
                  <a:pt x="39994" y="13603"/>
                </a:cubicBezTo>
                <a:cubicBezTo>
                  <a:pt x="41363" y="19065"/>
                  <a:pt x="40737" y="23609"/>
                  <a:pt x="38232" y="27192"/>
                </a:cubicBezTo>
                <a:cubicBezTo>
                  <a:pt x="35726" y="30775"/>
                  <a:pt x="31343" y="33338"/>
                  <a:pt x="25094" y="34882"/>
                </a:cubicBezTo>
                <a:lnTo>
                  <a:pt x="15642" y="37154"/>
                </a:lnTo>
                <a:lnTo>
                  <a:pt x="21046" y="59568"/>
                </a:lnTo>
                <a:lnTo>
                  <a:pt x="13487" y="61389"/>
                </a:lnTo>
                <a:lnTo>
                  <a:pt x="0" y="5636"/>
                </a:lnTo>
                <a:close/>
                <a:moveTo>
                  <a:pt x="0" y="56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97F98-6285-4198-90EA-8E37D98F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490" y="4057127"/>
            <a:ext cx="20944" cy="59729"/>
          </a:xfrm>
          <a:custGeom xmlns:a="http://schemas.openxmlformats.org/drawingml/2006/main">
            <a:pathLst>
              <a:path w="20944" h="59729">
                <a:moveTo>
                  <a:pt x="0" y="1646"/>
                </a:moveTo>
                <a:lnTo>
                  <a:pt x="6889" y="0"/>
                </a:lnTo>
                <a:lnTo>
                  <a:pt x="20944" y="58025"/>
                </a:lnTo>
                <a:lnTo>
                  <a:pt x="14055" y="59729"/>
                </a:lnTo>
                <a:lnTo>
                  <a:pt x="0" y="1646"/>
                </a:lnTo>
                <a:close/>
                <a:moveTo>
                  <a:pt x="0" y="16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234DB-AD66-49DF-BA54-4E60B46A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58" y="4061554"/>
            <a:ext cx="45179" cy="48995"/>
          </a:xfrm>
          <a:custGeom xmlns:a="http://schemas.openxmlformats.org/drawingml/2006/main">
            <a:pathLst>
              <a:path w="45179" h="48995">
                <a:moveTo>
                  <a:pt x="6146" y="33804"/>
                </a:moveTo>
                <a:lnTo>
                  <a:pt x="0" y="8476"/>
                </a:lnTo>
                <a:lnTo>
                  <a:pt x="6889" y="6831"/>
                </a:lnTo>
                <a:lnTo>
                  <a:pt x="12977" y="31867"/>
                </a:lnTo>
                <a:cubicBezTo>
                  <a:pt x="13880" y="35843"/>
                  <a:pt x="15424" y="38639"/>
                  <a:pt x="17404" y="40227"/>
                </a:cubicBezTo>
                <a:cubicBezTo>
                  <a:pt x="19458" y="41814"/>
                  <a:pt x="22021" y="42280"/>
                  <a:pt x="25094" y="41538"/>
                </a:cubicBezTo>
                <a:cubicBezTo>
                  <a:pt x="28794" y="40620"/>
                  <a:pt x="31401" y="38741"/>
                  <a:pt x="33003" y="35843"/>
                </a:cubicBezTo>
                <a:cubicBezTo>
                  <a:pt x="34590" y="32945"/>
                  <a:pt x="34882" y="29478"/>
                  <a:pt x="33906" y="25371"/>
                </a:cubicBezTo>
                <a:lnTo>
                  <a:pt x="28168" y="1704"/>
                </a:lnTo>
                <a:lnTo>
                  <a:pt x="34984" y="0"/>
                </a:lnTo>
                <a:lnTo>
                  <a:pt x="45179" y="41814"/>
                </a:lnTo>
                <a:lnTo>
                  <a:pt x="38290" y="43475"/>
                </a:lnTo>
                <a:lnTo>
                  <a:pt x="36702" y="37037"/>
                </a:lnTo>
                <a:cubicBezTo>
                  <a:pt x="35668" y="39994"/>
                  <a:pt x="34197" y="42382"/>
                  <a:pt x="32318" y="44159"/>
                </a:cubicBezTo>
                <a:cubicBezTo>
                  <a:pt x="30381" y="45922"/>
                  <a:pt x="27993" y="47116"/>
                  <a:pt x="25094" y="47844"/>
                </a:cubicBezTo>
                <a:cubicBezTo>
                  <a:pt x="20259" y="48995"/>
                  <a:pt x="16268" y="48412"/>
                  <a:pt x="13035" y="46023"/>
                </a:cubicBezTo>
                <a:cubicBezTo>
                  <a:pt x="9846" y="43635"/>
                  <a:pt x="7515" y="39542"/>
                  <a:pt x="6146" y="33804"/>
                </a:cubicBezTo>
                <a:close/>
                <a:moveTo>
                  <a:pt x="6146" y="338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57665-1354-469B-8F94-92DFA93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06" y="4049844"/>
            <a:ext cx="44611" cy="63603"/>
          </a:xfrm>
          <a:custGeom xmlns:a="http://schemas.openxmlformats.org/drawingml/2006/main">
            <a:pathLst>
              <a:path w="44611" h="63603">
                <a:moveTo>
                  <a:pt x="32042" y="22065"/>
                </a:moveTo>
                <a:cubicBezTo>
                  <a:pt x="30847" y="17055"/>
                  <a:pt x="28910" y="13472"/>
                  <a:pt x="26172" y="11258"/>
                </a:cubicBezTo>
                <a:cubicBezTo>
                  <a:pt x="23449" y="8986"/>
                  <a:pt x="20259" y="8302"/>
                  <a:pt x="16560" y="9205"/>
                </a:cubicBezTo>
                <a:cubicBezTo>
                  <a:pt x="12860" y="10122"/>
                  <a:pt x="10355" y="12176"/>
                  <a:pt x="8943" y="15409"/>
                </a:cubicBezTo>
                <a:cubicBezTo>
                  <a:pt x="7573" y="18657"/>
                  <a:pt x="7457" y="22750"/>
                  <a:pt x="8651" y="27701"/>
                </a:cubicBezTo>
                <a:cubicBezTo>
                  <a:pt x="9846" y="32653"/>
                  <a:pt x="11841" y="36294"/>
                  <a:pt x="14564" y="38508"/>
                </a:cubicBezTo>
                <a:cubicBezTo>
                  <a:pt x="17244" y="40722"/>
                  <a:pt x="20492" y="41407"/>
                  <a:pt x="24133" y="40562"/>
                </a:cubicBezTo>
                <a:cubicBezTo>
                  <a:pt x="27833" y="39644"/>
                  <a:pt x="30381" y="37605"/>
                  <a:pt x="31750" y="34357"/>
                </a:cubicBezTo>
                <a:cubicBezTo>
                  <a:pt x="33178" y="31110"/>
                  <a:pt x="33294" y="27017"/>
                  <a:pt x="32042" y="22065"/>
                </a:cubicBezTo>
                <a:close/>
                <a:moveTo>
                  <a:pt x="42848" y="36571"/>
                </a:moveTo>
                <a:cubicBezTo>
                  <a:pt x="44611" y="43693"/>
                  <a:pt x="44276" y="49373"/>
                  <a:pt x="41931" y="53641"/>
                </a:cubicBezTo>
                <a:cubicBezTo>
                  <a:pt x="39659" y="57850"/>
                  <a:pt x="35217" y="60748"/>
                  <a:pt x="28736" y="62350"/>
                </a:cubicBezTo>
                <a:cubicBezTo>
                  <a:pt x="26289" y="62918"/>
                  <a:pt x="23958" y="63311"/>
                  <a:pt x="21745" y="63486"/>
                </a:cubicBezTo>
                <a:cubicBezTo>
                  <a:pt x="19516" y="63603"/>
                  <a:pt x="17302" y="63544"/>
                  <a:pt x="15147" y="63311"/>
                </a:cubicBezTo>
                <a:lnTo>
                  <a:pt x="13487" y="56655"/>
                </a:lnTo>
                <a:cubicBezTo>
                  <a:pt x="15759" y="57223"/>
                  <a:pt x="17987" y="57573"/>
                  <a:pt x="20026" y="57631"/>
                </a:cubicBezTo>
                <a:cubicBezTo>
                  <a:pt x="22138" y="57631"/>
                  <a:pt x="24235" y="57398"/>
                  <a:pt x="26230" y="56947"/>
                </a:cubicBezTo>
                <a:cubicBezTo>
                  <a:pt x="30789" y="55869"/>
                  <a:pt x="33862" y="53874"/>
                  <a:pt x="35508" y="50975"/>
                </a:cubicBezTo>
                <a:cubicBezTo>
                  <a:pt x="37154" y="48062"/>
                  <a:pt x="37445" y="44261"/>
                  <a:pt x="36309" y="39470"/>
                </a:cubicBezTo>
                <a:lnTo>
                  <a:pt x="35450" y="36061"/>
                </a:lnTo>
                <a:cubicBezTo>
                  <a:pt x="34649" y="38901"/>
                  <a:pt x="33294" y="41188"/>
                  <a:pt x="31357" y="42950"/>
                </a:cubicBezTo>
                <a:cubicBezTo>
                  <a:pt x="29420" y="44713"/>
                  <a:pt x="26915" y="45965"/>
                  <a:pt x="23842" y="46708"/>
                </a:cubicBezTo>
                <a:cubicBezTo>
                  <a:pt x="18730" y="47961"/>
                  <a:pt x="14113" y="46985"/>
                  <a:pt x="10020" y="43853"/>
                </a:cubicBezTo>
                <a:cubicBezTo>
                  <a:pt x="5986" y="40678"/>
                  <a:pt x="3131" y="35887"/>
                  <a:pt x="1602" y="29464"/>
                </a:cubicBezTo>
                <a:cubicBezTo>
                  <a:pt x="0" y="22983"/>
                  <a:pt x="350" y="17404"/>
                  <a:pt x="2505" y="12744"/>
                </a:cubicBezTo>
                <a:cubicBezTo>
                  <a:pt x="4733" y="8069"/>
                  <a:pt x="8375" y="5112"/>
                  <a:pt x="13487" y="3860"/>
                </a:cubicBezTo>
                <a:cubicBezTo>
                  <a:pt x="16560" y="3117"/>
                  <a:pt x="19356" y="3117"/>
                  <a:pt x="21847" y="3801"/>
                </a:cubicBezTo>
                <a:cubicBezTo>
                  <a:pt x="24352" y="4486"/>
                  <a:pt x="26638" y="5855"/>
                  <a:pt x="28677" y="7952"/>
                </a:cubicBezTo>
                <a:lnTo>
                  <a:pt x="27148" y="1646"/>
                </a:lnTo>
                <a:lnTo>
                  <a:pt x="33964" y="0"/>
                </a:lnTo>
                <a:lnTo>
                  <a:pt x="42848" y="36571"/>
                </a:lnTo>
                <a:close/>
                <a:moveTo>
                  <a:pt x="42848" y="365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B79DF-2EB2-4A3A-A2A1-034B03F5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724" y="4028449"/>
            <a:ext cx="20929" cy="59729"/>
          </a:xfrm>
          <a:custGeom xmlns:a="http://schemas.openxmlformats.org/drawingml/2006/main">
            <a:pathLst>
              <a:path w="20929" h="59729">
                <a:moveTo>
                  <a:pt x="3918" y="17914"/>
                </a:moveTo>
                <a:lnTo>
                  <a:pt x="10807" y="16268"/>
                </a:lnTo>
                <a:lnTo>
                  <a:pt x="20929" y="58083"/>
                </a:lnTo>
                <a:lnTo>
                  <a:pt x="14040" y="59729"/>
                </a:lnTo>
                <a:lnTo>
                  <a:pt x="3918" y="17914"/>
                </a:lnTo>
                <a:close/>
                <a:moveTo>
                  <a:pt x="0" y="1646"/>
                </a:moveTo>
                <a:lnTo>
                  <a:pt x="6816" y="0"/>
                </a:lnTo>
                <a:lnTo>
                  <a:pt x="8928" y="8695"/>
                </a:lnTo>
                <a:lnTo>
                  <a:pt x="2097" y="10355"/>
                </a:lnTo>
                <a:lnTo>
                  <a:pt x="0" y="1646"/>
                </a:lnTo>
                <a:close/>
                <a:moveTo>
                  <a:pt x="0" y="16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F92ED-D61B-47D1-B257-0651B523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643" y="4034188"/>
            <a:ext cx="45106" cy="48936"/>
          </a:xfrm>
          <a:custGeom xmlns:a="http://schemas.openxmlformats.org/drawingml/2006/main">
            <a:pathLst>
              <a:path w="45106" h="48936">
                <a:moveTo>
                  <a:pt x="39018" y="15191"/>
                </a:moveTo>
                <a:lnTo>
                  <a:pt x="45106" y="40460"/>
                </a:lnTo>
                <a:lnTo>
                  <a:pt x="38232" y="42106"/>
                </a:lnTo>
                <a:lnTo>
                  <a:pt x="32187" y="17069"/>
                </a:lnTo>
                <a:cubicBezTo>
                  <a:pt x="31226" y="13152"/>
                  <a:pt x="29755" y="10355"/>
                  <a:pt x="27701" y="8768"/>
                </a:cubicBezTo>
                <a:cubicBezTo>
                  <a:pt x="25706" y="7180"/>
                  <a:pt x="23143" y="6772"/>
                  <a:pt x="20070" y="7515"/>
                </a:cubicBezTo>
                <a:cubicBezTo>
                  <a:pt x="16385" y="8418"/>
                  <a:pt x="13705" y="10297"/>
                  <a:pt x="12161" y="13210"/>
                </a:cubicBezTo>
                <a:cubicBezTo>
                  <a:pt x="10574" y="16050"/>
                  <a:pt x="10297" y="19516"/>
                  <a:pt x="11258" y="23609"/>
                </a:cubicBezTo>
                <a:lnTo>
                  <a:pt x="16997" y="47232"/>
                </a:lnTo>
                <a:lnTo>
                  <a:pt x="10122" y="48936"/>
                </a:lnTo>
                <a:lnTo>
                  <a:pt x="0" y="7122"/>
                </a:lnTo>
                <a:lnTo>
                  <a:pt x="6874" y="5462"/>
                </a:lnTo>
                <a:lnTo>
                  <a:pt x="8476" y="11957"/>
                </a:lnTo>
                <a:cubicBezTo>
                  <a:pt x="9496" y="9044"/>
                  <a:pt x="10967" y="6656"/>
                  <a:pt x="12904" y="4894"/>
                </a:cubicBezTo>
                <a:cubicBezTo>
                  <a:pt x="14783" y="3131"/>
                  <a:pt x="17230" y="1879"/>
                  <a:pt x="20128" y="1194"/>
                </a:cubicBezTo>
                <a:cubicBezTo>
                  <a:pt x="24963" y="0"/>
                  <a:pt x="28954" y="626"/>
                  <a:pt x="32144" y="2957"/>
                </a:cubicBezTo>
                <a:cubicBezTo>
                  <a:pt x="35319" y="5360"/>
                  <a:pt x="37605" y="9452"/>
                  <a:pt x="39018" y="15191"/>
                </a:cubicBezTo>
                <a:close/>
                <a:moveTo>
                  <a:pt x="39018" y="151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04F44-3AD9-416D-8C88-A81B8524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43" y="4226540"/>
            <a:ext cx="43402" cy="64404"/>
          </a:xfrm>
          <a:custGeom xmlns:a="http://schemas.openxmlformats.org/drawingml/2006/main">
            <a:pathLst>
              <a:path w="43402" h="64404">
                <a:moveTo>
                  <a:pt x="14331" y="40620"/>
                </a:moveTo>
                <a:lnTo>
                  <a:pt x="18948" y="62991"/>
                </a:lnTo>
                <a:lnTo>
                  <a:pt x="12001" y="64404"/>
                </a:lnTo>
                <a:lnTo>
                  <a:pt x="0" y="6263"/>
                </a:lnTo>
                <a:lnTo>
                  <a:pt x="6933" y="4835"/>
                </a:lnTo>
                <a:lnTo>
                  <a:pt x="8243" y="11215"/>
                </a:lnTo>
                <a:cubicBezTo>
                  <a:pt x="9219" y="8418"/>
                  <a:pt x="10632" y="6204"/>
                  <a:pt x="12627" y="4500"/>
                </a:cubicBezTo>
                <a:cubicBezTo>
                  <a:pt x="14564" y="2855"/>
                  <a:pt x="17128" y="1660"/>
                  <a:pt x="20201" y="1034"/>
                </a:cubicBezTo>
                <a:cubicBezTo>
                  <a:pt x="25313" y="0"/>
                  <a:pt x="29872" y="1136"/>
                  <a:pt x="33906" y="4559"/>
                </a:cubicBezTo>
                <a:cubicBezTo>
                  <a:pt x="37940" y="7967"/>
                  <a:pt x="40678" y="12977"/>
                  <a:pt x="42047" y="19575"/>
                </a:cubicBezTo>
                <a:cubicBezTo>
                  <a:pt x="43402" y="26172"/>
                  <a:pt x="42892" y="31867"/>
                  <a:pt x="40562" y="36586"/>
                </a:cubicBezTo>
                <a:cubicBezTo>
                  <a:pt x="38173" y="41305"/>
                  <a:pt x="34474" y="44217"/>
                  <a:pt x="29347" y="45295"/>
                </a:cubicBezTo>
                <a:cubicBezTo>
                  <a:pt x="26230" y="45922"/>
                  <a:pt x="23492" y="45863"/>
                  <a:pt x="20987" y="45062"/>
                </a:cubicBezTo>
                <a:cubicBezTo>
                  <a:pt x="18540" y="44319"/>
                  <a:pt x="16327" y="42848"/>
                  <a:pt x="14331" y="40620"/>
                </a:cubicBezTo>
                <a:close/>
                <a:moveTo>
                  <a:pt x="34867" y="21060"/>
                </a:moveTo>
                <a:cubicBezTo>
                  <a:pt x="33789" y="15992"/>
                  <a:pt x="31911" y="12176"/>
                  <a:pt x="29245" y="9729"/>
                </a:cubicBezTo>
                <a:cubicBezTo>
                  <a:pt x="26565" y="7282"/>
                  <a:pt x="23376" y="6437"/>
                  <a:pt x="19676" y="7180"/>
                </a:cubicBezTo>
                <a:cubicBezTo>
                  <a:pt x="16035" y="7908"/>
                  <a:pt x="13487" y="9962"/>
                  <a:pt x="11943" y="13312"/>
                </a:cubicBezTo>
                <a:cubicBezTo>
                  <a:pt x="10472" y="16618"/>
                  <a:pt x="10239" y="20827"/>
                  <a:pt x="11317" y="25954"/>
                </a:cubicBezTo>
                <a:cubicBezTo>
                  <a:pt x="12351" y="31008"/>
                  <a:pt x="14215" y="34823"/>
                  <a:pt x="16895" y="37270"/>
                </a:cubicBezTo>
                <a:cubicBezTo>
                  <a:pt x="19633" y="39717"/>
                  <a:pt x="22750" y="40576"/>
                  <a:pt x="26449" y="39834"/>
                </a:cubicBezTo>
                <a:cubicBezTo>
                  <a:pt x="30090" y="39091"/>
                  <a:pt x="32712" y="37037"/>
                  <a:pt x="34197" y="33687"/>
                </a:cubicBezTo>
                <a:cubicBezTo>
                  <a:pt x="35668" y="30381"/>
                  <a:pt x="35901" y="26172"/>
                  <a:pt x="34867" y="21060"/>
                </a:cubicBezTo>
                <a:close/>
                <a:moveTo>
                  <a:pt x="34867" y="210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E84D1-5E99-4C42-A92F-0937EFE7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6" y="4216985"/>
            <a:ext cx="26012" cy="47844"/>
          </a:xfrm>
          <a:custGeom xmlns:a="http://schemas.openxmlformats.org/drawingml/2006/main">
            <a:pathLst>
              <a:path w="26012" h="47844">
                <a:moveTo>
                  <a:pt x="26012" y="7107"/>
                </a:moveTo>
                <a:cubicBezTo>
                  <a:pt x="25153" y="6831"/>
                  <a:pt x="24235" y="6656"/>
                  <a:pt x="23274" y="6598"/>
                </a:cubicBezTo>
                <a:cubicBezTo>
                  <a:pt x="22313" y="6598"/>
                  <a:pt x="21279" y="6714"/>
                  <a:pt x="20201" y="6947"/>
                </a:cubicBezTo>
                <a:cubicBezTo>
                  <a:pt x="16283" y="7734"/>
                  <a:pt x="13545" y="9612"/>
                  <a:pt x="11957" y="12627"/>
                </a:cubicBezTo>
                <a:cubicBezTo>
                  <a:pt x="10355" y="15584"/>
                  <a:pt x="10079" y="19458"/>
                  <a:pt x="11098" y="24235"/>
                </a:cubicBezTo>
                <a:lnTo>
                  <a:pt x="15657" y="46431"/>
                </a:lnTo>
                <a:lnTo>
                  <a:pt x="8710" y="47844"/>
                </a:lnTo>
                <a:lnTo>
                  <a:pt x="0" y="5753"/>
                </a:lnTo>
                <a:lnTo>
                  <a:pt x="6947" y="4267"/>
                </a:lnTo>
                <a:lnTo>
                  <a:pt x="8316" y="10807"/>
                </a:lnTo>
                <a:cubicBezTo>
                  <a:pt x="9219" y="7967"/>
                  <a:pt x="10763" y="5695"/>
                  <a:pt x="12802" y="3991"/>
                </a:cubicBezTo>
                <a:cubicBezTo>
                  <a:pt x="14914" y="2214"/>
                  <a:pt x="17579" y="1020"/>
                  <a:pt x="20944" y="350"/>
                </a:cubicBezTo>
                <a:cubicBezTo>
                  <a:pt x="21395" y="233"/>
                  <a:pt x="21963" y="175"/>
                  <a:pt x="22531" y="117"/>
                </a:cubicBezTo>
                <a:cubicBezTo>
                  <a:pt x="23099" y="58"/>
                  <a:pt x="23784" y="0"/>
                  <a:pt x="24526" y="0"/>
                </a:cubicBezTo>
                <a:lnTo>
                  <a:pt x="26012" y="7107"/>
                </a:lnTo>
                <a:close/>
                <a:moveTo>
                  <a:pt x="26012" y="71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31645-28AD-498B-85E4-E4CA924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67" y="4198270"/>
            <a:ext cx="19007" cy="59962"/>
          </a:xfrm>
          <a:custGeom xmlns:a="http://schemas.openxmlformats.org/drawingml/2006/main">
            <a:pathLst>
              <a:path w="19007" h="59962">
                <a:moveTo>
                  <a:pt x="3364" y="17871"/>
                </a:moveTo>
                <a:lnTo>
                  <a:pt x="10297" y="16443"/>
                </a:lnTo>
                <a:lnTo>
                  <a:pt x="19007" y="58534"/>
                </a:lnTo>
                <a:lnTo>
                  <a:pt x="12059" y="59962"/>
                </a:lnTo>
                <a:lnTo>
                  <a:pt x="3364" y="17871"/>
                </a:lnTo>
                <a:close/>
                <a:moveTo>
                  <a:pt x="0" y="1427"/>
                </a:moveTo>
                <a:lnTo>
                  <a:pt x="6889" y="0"/>
                </a:lnTo>
                <a:lnTo>
                  <a:pt x="8710" y="8768"/>
                </a:lnTo>
                <a:lnTo>
                  <a:pt x="1821" y="10239"/>
                </a:lnTo>
                <a:lnTo>
                  <a:pt x="0" y="1427"/>
                </a:lnTo>
                <a:close/>
                <a:moveTo>
                  <a:pt x="0" y="14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4CCE2-2B41-4AC5-A422-1C989AA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93" y="4199974"/>
            <a:ext cx="70200" cy="53874"/>
          </a:xfrm>
          <a:custGeom xmlns:a="http://schemas.openxmlformats.org/drawingml/2006/main">
            <a:pathLst>
              <a:path w="70200" h="53874">
                <a:moveTo>
                  <a:pt x="34707" y="13035"/>
                </a:moveTo>
                <a:cubicBezTo>
                  <a:pt x="35785" y="9554"/>
                  <a:pt x="37372" y="6831"/>
                  <a:pt x="39484" y="4835"/>
                </a:cubicBezTo>
                <a:cubicBezTo>
                  <a:pt x="41581" y="2898"/>
                  <a:pt x="44261" y="1544"/>
                  <a:pt x="47553" y="918"/>
                </a:cubicBezTo>
                <a:cubicBezTo>
                  <a:pt x="51937" y="0"/>
                  <a:pt x="55636" y="801"/>
                  <a:pt x="58651" y="3423"/>
                </a:cubicBezTo>
                <a:cubicBezTo>
                  <a:pt x="61666" y="5971"/>
                  <a:pt x="63777" y="10079"/>
                  <a:pt x="64913" y="15759"/>
                </a:cubicBezTo>
                <a:lnTo>
                  <a:pt x="70200" y="41188"/>
                </a:lnTo>
                <a:lnTo>
                  <a:pt x="63209" y="42615"/>
                </a:lnTo>
                <a:lnTo>
                  <a:pt x="58025" y="17404"/>
                </a:lnTo>
                <a:cubicBezTo>
                  <a:pt x="57180" y="13370"/>
                  <a:pt x="55869" y="10530"/>
                  <a:pt x="53990" y="8884"/>
                </a:cubicBezTo>
                <a:cubicBezTo>
                  <a:pt x="52170" y="7224"/>
                  <a:pt x="49781" y="6714"/>
                  <a:pt x="46883" y="7282"/>
                </a:cubicBezTo>
                <a:cubicBezTo>
                  <a:pt x="43300" y="8025"/>
                  <a:pt x="40678" y="9846"/>
                  <a:pt x="39076" y="12627"/>
                </a:cubicBezTo>
                <a:cubicBezTo>
                  <a:pt x="37489" y="15424"/>
                  <a:pt x="37154" y="18890"/>
                  <a:pt x="37998" y="23041"/>
                </a:cubicBezTo>
                <a:lnTo>
                  <a:pt x="42892" y="46825"/>
                </a:lnTo>
                <a:lnTo>
                  <a:pt x="35959" y="48252"/>
                </a:lnTo>
                <a:lnTo>
                  <a:pt x="30775" y="23041"/>
                </a:lnTo>
                <a:cubicBezTo>
                  <a:pt x="29930" y="19007"/>
                  <a:pt x="28561" y="16166"/>
                  <a:pt x="26740" y="14506"/>
                </a:cubicBezTo>
                <a:cubicBezTo>
                  <a:pt x="24920" y="12860"/>
                  <a:pt x="22531" y="12351"/>
                  <a:pt x="19516" y="12977"/>
                </a:cubicBezTo>
                <a:cubicBezTo>
                  <a:pt x="15992" y="13720"/>
                  <a:pt x="13428" y="15482"/>
                  <a:pt x="11826" y="18264"/>
                </a:cubicBezTo>
                <a:cubicBezTo>
                  <a:pt x="10239" y="21104"/>
                  <a:pt x="9904" y="24585"/>
                  <a:pt x="10749" y="28677"/>
                </a:cubicBezTo>
                <a:lnTo>
                  <a:pt x="15642" y="52461"/>
                </a:lnTo>
                <a:lnTo>
                  <a:pt x="8710" y="53874"/>
                </a:lnTo>
                <a:lnTo>
                  <a:pt x="0" y="11783"/>
                </a:lnTo>
                <a:lnTo>
                  <a:pt x="6933" y="10355"/>
                </a:lnTo>
                <a:lnTo>
                  <a:pt x="8302" y="16895"/>
                </a:lnTo>
                <a:cubicBezTo>
                  <a:pt x="9336" y="13996"/>
                  <a:pt x="10865" y="11666"/>
                  <a:pt x="12802" y="10020"/>
                </a:cubicBezTo>
                <a:cubicBezTo>
                  <a:pt x="14739" y="8302"/>
                  <a:pt x="17230" y="7166"/>
                  <a:pt x="20259" y="6539"/>
                </a:cubicBezTo>
                <a:cubicBezTo>
                  <a:pt x="23318" y="5913"/>
                  <a:pt x="26114" y="6146"/>
                  <a:pt x="28561" y="7224"/>
                </a:cubicBezTo>
                <a:cubicBezTo>
                  <a:pt x="31008" y="8360"/>
                  <a:pt x="33047" y="10297"/>
                  <a:pt x="34707" y="13035"/>
                </a:cubicBezTo>
                <a:close/>
                <a:moveTo>
                  <a:pt x="34707" y="130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FE022-A6DF-4D72-86AE-732D9926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98" y="4178361"/>
            <a:ext cx="19007" cy="59962"/>
          </a:xfrm>
          <a:custGeom xmlns:a="http://schemas.openxmlformats.org/drawingml/2006/main">
            <a:pathLst>
              <a:path w="19007" h="59962">
                <a:moveTo>
                  <a:pt x="0" y="1413"/>
                </a:moveTo>
                <a:lnTo>
                  <a:pt x="6889" y="0"/>
                </a:lnTo>
                <a:lnTo>
                  <a:pt x="19007" y="58534"/>
                </a:lnTo>
                <a:lnTo>
                  <a:pt x="12059" y="59962"/>
                </a:lnTo>
                <a:lnTo>
                  <a:pt x="0" y="1413"/>
                </a:lnTo>
                <a:close/>
                <a:moveTo>
                  <a:pt x="0" y="14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A95CB-33D3-4402-8E73-A90299A7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91" y="4222505"/>
            <a:ext cx="9904" cy="11156"/>
          </a:xfrm>
          <a:custGeom xmlns:a="http://schemas.openxmlformats.org/drawingml/2006/main">
            <a:pathLst>
              <a:path w="9904" h="11156">
                <a:moveTo>
                  <a:pt x="0" y="1646"/>
                </a:moveTo>
                <a:lnTo>
                  <a:pt x="7908" y="0"/>
                </a:lnTo>
                <a:lnTo>
                  <a:pt x="9904" y="9554"/>
                </a:lnTo>
                <a:lnTo>
                  <a:pt x="1937" y="11156"/>
                </a:lnTo>
                <a:lnTo>
                  <a:pt x="0" y="1646"/>
                </a:lnTo>
                <a:close/>
                <a:moveTo>
                  <a:pt x="0" y="16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B1F00-B272-4265-A75A-28F407F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62" y="4167772"/>
            <a:ext cx="40839" cy="60996"/>
          </a:xfrm>
          <a:custGeom xmlns:a="http://schemas.openxmlformats.org/drawingml/2006/main">
            <a:pathLst>
              <a:path w="40839" h="60996">
                <a:moveTo>
                  <a:pt x="8870" y="9511"/>
                </a:moveTo>
                <a:lnTo>
                  <a:pt x="13254" y="30614"/>
                </a:lnTo>
                <a:lnTo>
                  <a:pt x="22808" y="28619"/>
                </a:lnTo>
                <a:cubicBezTo>
                  <a:pt x="26332" y="27876"/>
                  <a:pt x="28896" y="26405"/>
                  <a:pt x="30425" y="24177"/>
                </a:cubicBezTo>
                <a:cubicBezTo>
                  <a:pt x="31969" y="21963"/>
                  <a:pt x="32420" y="19181"/>
                  <a:pt x="31678" y="15759"/>
                </a:cubicBezTo>
                <a:cubicBezTo>
                  <a:pt x="30993" y="12409"/>
                  <a:pt x="29522" y="10020"/>
                  <a:pt x="27192" y="8593"/>
                </a:cubicBezTo>
                <a:cubicBezTo>
                  <a:pt x="24905" y="7166"/>
                  <a:pt x="21949" y="6831"/>
                  <a:pt x="18424" y="7573"/>
                </a:cubicBezTo>
                <a:lnTo>
                  <a:pt x="8870" y="9511"/>
                </a:lnTo>
                <a:close/>
                <a:moveTo>
                  <a:pt x="0" y="4835"/>
                </a:moveTo>
                <a:lnTo>
                  <a:pt x="17113" y="1311"/>
                </a:lnTo>
                <a:cubicBezTo>
                  <a:pt x="23434" y="0"/>
                  <a:pt x="28503" y="451"/>
                  <a:pt x="32304" y="2622"/>
                </a:cubicBezTo>
                <a:cubicBezTo>
                  <a:pt x="36120" y="4777"/>
                  <a:pt x="38567" y="8651"/>
                  <a:pt x="39703" y="14113"/>
                </a:cubicBezTo>
                <a:cubicBezTo>
                  <a:pt x="40839" y="19691"/>
                  <a:pt x="40096" y="24177"/>
                  <a:pt x="37489" y="27716"/>
                </a:cubicBezTo>
                <a:cubicBezTo>
                  <a:pt x="34867" y="31182"/>
                  <a:pt x="30367" y="33571"/>
                  <a:pt x="24060" y="34882"/>
                </a:cubicBezTo>
                <a:lnTo>
                  <a:pt x="14506" y="36862"/>
                </a:lnTo>
                <a:lnTo>
                  <a:pt x="19167" y="59394"/>
                </a:lnTo>
                <a:lnTo>
                  <a:pt x="11593" y="60996"/>
                </a:lnTo>
                <a:lnTo>
                  <a:pt x="0" y="4835"/>
                </a:lnTo>
                <a:close/>
                <a:moveTo>
                  <a:pt x="0" y="48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8805F-086F-4E9F-8F33-163CA788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79" y="4156339"/>
            <a:ext cx="35959" cy="62816"/>
          </a:xfrm>
          <a:custGeom xmlns:a="http://schemas.openxmlformats.org/drawingml/2006/main">
            <a:pathLst>
              <a:path w="35959" h="62816">
                <a:moveTo>
                  <a:pt x="0" y="6656"/>
                </a:moveTo>
                <a:lnTo>
                  <a:pt x="32260" y="0"/>
                </a:lnTo>
                <a:lnTo>
                  <a:pt x="33629" y="6423"/>
                </a:lnTo>
                <a:lnTo>
                  <a:pt x="8928" y="11491"/>
                </a:lnTo>
                <a:lnTo>
                  <a:pt x="12351" y="28051"/>
                </a:lnTo>
                <a:lnTo>
                  <a:pt x="34590" y="23434"/>
                </a:lnTo>
                <a:lnTo>
                  <a:pt x="35959" y="29872"/>
                </a:lnTo>
                <a:lnTo>
                  <a:pt x="13647" y="34416"/>
                </a:lnTo>
                <a:lnTo>
                  <a:pt x="19225" y="61272"/>
                </a:lnTo>
                <a:lnTo>
                  <a:pt x="11608" y="62816"/>
                </a:lnTo>
                <a:lnTo>
                  <a:pt x="0" y="6656"/>
                </a:lnTo>
                <a:close/>
                <a:moveTo>
                  <a:pt x="0" y="665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75C24-72BB-44E4-8695-0A40DC37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98" y="4152305"/>
            <a:ext cx="46533" cy="57690"/>
          </a:xfrm>
          <a:custGeom xmlns:a="http://schemas.openxmlformats.org/drawingml/2006/main">
            <a:pathLst>
              <a:path w="46533" h="57690">
                <a:moveTo>
                  <a:pt x="0" y="1529"/>
                </a:moveTo>
                <a:lnTo>
                  <a:pt x="7573" y="0"/>
                </a:lnTo>
                <a:lnTo>
                  <a:pt x="17871" y="49723"/>
                </a:lnTo>
                <a:lnTo>
                  <a:pt x="45222" y="44086"/>
                </a:lnTo>
                <a:lnTo>
                  <a:pt x="46533" y="50509"/>
                </a:lnTo>
                <a:lnTo>
                  <a:pt x="11608" y="57690"/>
                </a:lnTo>
                <a:lnTo>
                  <a:pt x="0" y="1529"/>
                </a:lnTo>
                <a:close/>
                <a:moveTo>
                  <a:pt x="0" y="15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F0B64-7DBD-46A8-A90B-E1B2F55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90" y="4136138"/>
            <a:ext cx="54398" cy="65030"/>
          </a:xfrm>
          <a:custGeom xmlns:a="http://schemas.openxmlformats.org/drawingml/2006/main">
            <a:pathLst>
              <a:path w="54398" h="65030">
                <a:moveTo>
                  <a:pt x="0" y="8884"/>
                </a:moveTo>
                <a:lnTo>
                  <a:pt x="7632" y="7282"/>
                </a:lnTo>
                <a:lnTo>
                  <a:pt x="12351" y="30323"/>
                </a:lnTo>
                <a:lnTo>
                  <a:pt x="39994" y="24585"/>
                </a:lnTo>
                <a:lnTo>
                  <a:pt x="35217" y="1602"/>
                </a:lnTo>
                <a:lnTo>
                  <a:pt x="42790" y="0"/>
                </a:lnTo>
                <a:lnTo>
                  <a:pt x="54398" y="56160"/>
                </a:lnTo>
                <a:lnTo>
                  <a:pt x="46825" y="57748"/>
                </a:lnTo>
                <a:lnTo>
                  <a:pt x="41305" y="31008"/>
                </a:lnTo>
                <a:lnTo>
                  <a:pt x="13720" y="36702"/>
                </a:lnTo>
                <a:lnTo>
                  <a:pt x="19240" y="63442"/>
                </a:lnTo>
                <a:lnTo>
                  <a:pt x="11608" y="65030"/>
                </a:lnTo>
                <a:lnTo>
                  <a:pt x="0" y="8884"/>
                </a:lnTo>
                <a:close/>
                <a:moveTo>
                  <a:pt x="0" y="888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35C24-128F-40F2-A237-5F6CDA1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13" y="4128172"/>
            <a:ext cx="55359" cy="60996"/>
          </a:xfrm>
          <a:custGeom xmlns:a="http://schemas.openxmlformats.org/drawingml/2006/main">
            <a:pathLst>
              <a:path w="55359" h="60996">
                <a:moveTo>
                  <a:pt x="32828" y="29187"/>
                </a:moveTo>
                <a:cubicBezTo>
                  <a:pt x="34532" y="29362"/>
                  <a:pt x="36353" y="30221"/>
                  <a:pt x="38290" y="31750"/>
                </a:cubicBezTo>
                <a:cubicBezTo>
                  <a:pt x="40227" y="33236"/>
                  <a:pt x="42266" y="35391"/>
                  <a:pt x="44494" y="38232"/>
                </a:cubicBezTo>
                <a:lnTo>
                  <a:pt x="55359" y="51951"/>
                </a:lnTo>
                <a:lnTo>
                  <a:pt x="47160" y="53655"/>
                </a:lnTo>
                <a:lnTo>
                  <a:pt x="37037" y="40737"/>
                </a:lnTo>
                <a:cubicBezTo>
                  <a:pt x="34416" y="37329"/>
                  <a:pt x="32085" y="35217"/>
                  <a:pt x="30090" y="34372"/>
                </a:cubicBezTo>
                <a:cubicBezTo>
                  <a:pt x="28109" y="33513"/>
                  <a:pt x="25604" y="33352"/>
                  <a:pt x="22589" y="33964"/>
                </a:cubicBezTo>
                <a:lnTo>
                  <a:pt x="14273" y="35683"/>
                </a:lnTo>
                <a:lnTo>
                  <a:pt x="19225" y="59452"/>
                </a:lnTo>
                <a:lnTo>
                  <a:pt x="11608" y="60996"/>
                </a:lnTo>
                <a:lnTo>
                  <a:pt x="0" y="4835"/>
                </a:lnTo>
                <a:lnTo>
                  <a:pt x="17186" y="1311"/>
                </a:lnTo>
                <a:cubicBezTo>
                  <a:pt x="23551" y="0"/>
                  <a:pt x="28677" y="350"/>
                  <a:pt x="32362" y="2403"/>
                </a:cubicBezTo>
                <a:cubicBezTo>
                  <a:pt x="36061" y="4384"/>
                  <a:pt x="38508" y="8141"/>
                  <a:pt x="39601" y="13545"/>
                </a:cubicBezTo>
                <a:cubicBezTo>
                  <a:pt x="40329" y="17069"/>
                  <a:pt x="40110" y="20201"/>
                  <a:pt x="38974" y="22881"/>
                </a:cubicBezTo>
                <a:cubicBezTo>
                  <a:pt x="37838" y="25488"/>
                  <a:pt x="35726" y="27600"/>
                  <a:pt x="32828" y="29187"/>
                </a:cubicBezTo>
                <a:close/>
                <a:moveTo>
                  <a:pt x="8870" y="9511"/>
                </a:moveTo>
                <a:lnTo>
                  <a:pt x="13021" y="29478"/>
                </a:lnTo>
                <a:lnTo>
                  <a:pt x="22589" y="27483"/>
                </a:lnTo>
                <a:cubicBezTo>
                  <a:pt x="26230" y="26740"/>
                  <a:pt x="28837" y="25327"/>
                  <a:pt x="30323" y="23216"/>
                </a:cubicBezTo>
                <a:cubicBezTo>
                  <a:pt x="31852" y="21177"/>
                  <a:pt x="32260" y="18497"/>
                  <a:pt x="31576" y="15191"/>
                </a:cubicBezTo>
                <a:cubicBezTo>
                  <a:pt x="30949" y="11899"/>
                  <a:pt x="29464" y="9627"/>
                  <a:pt x="27250" y="8375"/>
                </a:cubicBezTo>
                <a:cubicBezTo>
                  <a:pt x="25036" y="7064"/>
                  <a:pt x="22123" y="6772"/>
                  <a:pt x="18424" y="7573"/>
                </a:cubicBezTo>
                <a:lnTo>
                  <a:pt x="8870" y="9511"/>
                </a:lnTo>
                <a:close/>
                <a:moveTo>
                  <a:pt x="8870" y="95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DECAD-7995-4540-935F-D47754E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852" y="4117146"/>
            <a:ext cx="40839" cy="60981"/>
          </a:xfrm>
          <a:custGeom xmlns:a="http://schemas.openxmlformats.org/drawingml/2006/main">
            <a:pathLst>
              <a:path w="40839" h="60981">
                <a:moveTo>
                  <a:pt x="8870" y="9496"/>
                </a:moveTo>
                <a:lnTo>
                  <a:pt x="13254" y="30600"/>
                </a:lnTo>
                <a:lnTo>
                  <a:pt x="22808" y="28619"/>
                </a:lnTo>
                <a:cubicBezTo>
                  <a:pt x="26332" y="27876"/>
                  <a:pt x="28896" y="26391"/>
                  <a:pt x="30425" y="24177"/>
                </a:cubicBezTo>
                <a:cubicBezTo>
                  <a:pt x="31969" y="21949"/>
                  <a:pt x="32420" y="19167"/>
                  <a:pt x="31678" y="15759"/>
                </a:cubicBezTo>
                <a:cubicBezTo>
                  <a:pt x="31008" y="12394"/>
                  <a:pt x="29522" y="10006"/>
                  <a:pt x="27192" y="8578"/>
                </a:cubicBezTo>
                <a:cubicBezTo>
                  <a:pt x="24920" y="7166"/>
                  <a:pt x="21949" y="6772"/>
                  <a:pt x="18424" y="7501"/>
                </a:cubicBezTo>
                <a:lnTo>
                  <a:pt x="8870" y="9496"/>
                </a:lnTo>
                <a:close/>
                <a:moveTo>
                  <a:pt x="0" y="4835"/>
                </a:moveTo>
                <a:lnTo>
                  <a:pt x="17113" y="1253"/>
                </a:lnTo>
                <a:cubicBezTo>
                  <a:pt x="23434" y="0"/>
                  <a:pt x="28503" y="393"/>
                  <a:pt x="32304" y="2607"/>
                </a:cubicBezTo>
                <a:cubicBezTo>
                  <a:pt x="36120" y="4777"/>
                  <a:pt x="38567" y="8578"/>
                  <a:pt x="39703" y="14098"/>
                </a:cubicBezTo>
                <a:cubicBezTo>
                  <a:pt x="40839" y="19618"/>
                  <a:pt x="40110" y="24177"/>
                  <a:pt x="37489" y="27643"/>
                </a:cubicBezTo>
                <a:cubicBezTo>
                  <a:pt x="34867" y="31168"/>
                  <a:pt x="30381" y="33556"/>
                  <a:pt x="24060" y="34867"/>
                </a:cubicBezTo>
                <a:lnTo>
                  <a:pt x="14506" y="36862"/>
                </a:lnTo>
                <a:lnTo>
                  <a:pt x="19167" y="59394"/>
                </a:lnTo>
                <a:lnTo>
                  <a:pt x="11593" y="60981"/>
                </a:lnTo>
                <a:lnTo>
                  <a:pt x="0" y="4835"/>
                </a:lnTo>
                <a:close/>
                <a:moveTo>
                  <a:pt x="0" y="48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FBC3D-346F-4652-8208-A9764AB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94" y="4121239"/>
            <a:ext cx="42674" cy="46533"/>
          </a:xfrm>
          <a:custGeom xmlns:a="http://schemas.openxmlformats.org/drawingml/2006/main">
            <a:pathLst>
              <a:path w="42674" h="46533">
                <a:moveTo>
                  <a:pt x="40008" y="17696"/>
                </a:moveTo>
                <a:lnTo>
                  <a:pt x="40737" y="21046"/>
                </a:lnTo>
                <a:lnTo>
                  <a:pt x="8884" y="27643"/>
                </a:lnTo>
                <a:cubicBezTo>
                  <a:pt x="10195" y="32318"/>
                  <a:pt x="12351" y="35668"/>
                  <a:pt x="15482" y="37664"/>
                </a:cubicBezTo>
                <a:cubicBezTo>
                  <a:pt x="18555" y="39601"/>
                  <a:pt x="22371" y="40110"/>
                  <a:pt x="26973" y="39135"/>
                </a:cubicBezTo>
                <a:cubicBezTo>
                  <a:pt x="29653" y="38625"/>
                  <a:pt x="32144" y="37780"/>
                  <a:pt x="34488" y="36586"/>
                </a:cubicBezTo>
                <a:cubicBezTo>
                  <a:pt x="36877" y="35450"/>
                  <a:pt x="39149" y="33964"/>
                  <a:pt x="41305" y="32144"/>
                </a:cubicBezTo>
                <a:lnTo>
                  <a:pt x="42674" y="38683"/>
                </a:lnTo>
                <a:cubicBezTo>
                  <a:pt x="40402" y="40227"/>
                  <a:pt x="38013" y="41581"/>
                  <a:pt x="35508" y="42674"/>
                </a:cubicBezTo>
                <a:cubicBezTo>
                  <a:pt x="33061" y="43751"/>
                  <a:pt x="30440" y="44538"/>
                  <a:pt x="27774" y="45120"/>
                </a:cubicBezTo>
                <a:cubicBezTo>
                  <a:pt x="21060" y="46533"/>
                  <a:pt x="15307" y="45688"/>
                  <a:pt x="10588" y="42557"/>
                </a:cubicBezTo>
                <a:cubicBezTo>
                  <a:pt x="5869" y="39484"/>
                  <a:pt x="2796" y="34590"/>
                  <a:pt x="1427" y="27876"/>
                </a:cubicBezTo>
                <a:cubicBezTo>
                  <a:pt x="0" y="20987"/>
                  <a:pt x="743" y="15132"/>
                  <a:pt x="3641" y="10355"/>
                </a:cubicBezTo>
                <a:cubicBezTo>
                  <a:pt x="6496" y="5520"/>
                  <a:pt x="11098" y="2447"/>
                  <a:pt x="17419" y="1136"/>
                </a:cubicBezTo>
                <a:cubicBezTo>
                  <a:pt x="23099" y="0"/>
                  <a:pt x="27935" y="845"/>
                  <a:pt x="31983" y="3874"/>
                </a:cubicBezTo>
                <a:cubicBezTo>
                  <a:pt x="36076" y="6831"/>
                  <a:pt x="38756" y="11433"/>
                  <a:pt x="40008" y="17696"/>
                </a:cubicBezTo>
                <a:close/>
                <a:moveTo>
                  <a:pt x="32668" y="17069"/>
                </a:moveTo>
                <a:cubicBezTo>
                  <a:pt x="31867" y="13312"/>
                  <a:pt x="30163" y="10530"/>
                  <a:pt x="27658" y="8710"/>
                </a:cubicBezTo>
                <a:cubicBezTo>
                  <a:pt x="25094" y="6831"/>
                  <a:pt x="22138" y="6263"/>
                  <a:pt x="18730" y="6991"/>
                </a:cubicBezTo>
                <a:cubicBezTo>
                  <a:pt x="14856" y="7792"/>
                  <a:pt x="12016" y="9496"/>
                  <a:pt x="10137" y="12176"/>
                </a:cubicBezTo>
                <a:cubicBezTo>
                  <a:pt x="8258" y="14841"/>
                  <a:pt x="7573" y="18205"/>
                  <a:pt x="8025" y="22240"/>
                </a:cubicBezTo>
                <a:lnTo>
                  <a:pt x="32668" y="17069"/>
                </a:lnTo>
                <a:close/>
                <a:moveTo>
                  <a:pt x="32668" y="170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A47D2-866F-417C-9215-F38817A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09" y="4111568"/>
            <a:ext cx="25997" cy="47844"/>
          </a:xfrm>
          <a:custGeom xmlns:a="http://schemas.openxmlformats.org/drawingml/2006/main">
            <a:pathLst>
              <a:path w="25997" h="47844">
                <a:moveTo>
                  <a:pt x="25997" y="7107"/>
                </a:moveTo>
                <a:cubicBezTo>
                  <a:pt x="25138" y="6831"/>
                  <a:pt x="24235" y="6656"/>
                  <a:pt x="23259" y="6656"/>
                </a:cubicBezTo>
                <a:cubicBezTo>
                  <a:pt x="22298" y="6598"/>
                  <a:pt x="21279" y="6714"/>
                  <a:pt x="20186" y="6933"/>
                </a:cubicBezTo>
                <a:cubicBezTo>
                  <a:pt x="16268" y="7734"/>
                  <a:pt x="13530" y="9612"/>
                  <a:pt x="11943" y="12627"/>
                </a:cubicBezTo>
                <a:cubicBezTo>
                  <a:pt x="10414" y="15584"/>
                  <a:pt x="10064" y="19458"/>
                  <a:pt x="11098" y="24235"/>
                </a:cubicBezTo>
                <a:lnTo>
                  <a:pt x="15642" y="46417"/>
                </a:lnTo>
                <a:lnTo>
                  <a:pt x="8695" y="47844"/>
                </a:lnTo>
                <a:lnTo>
                  <a:pt x="0" y="5738"/>
                </a:lnTo>
                <a:lnTo>
                  <a:pt x="6933" y="4326"/>
                </a:lnTo>
                <a:lnTo>
                  <a:pt x="8302" y="10865"/>
                </a:lnTo>
                <a:cubicBezTo>
                  <a:pt x="9263" y="7967"/>
                  <a:pt x="10749" y="5680"/>
                  <a:pt x="12802" y="3976"/>
                </a:cubicBezTo>
                <a:cubicBezTo>
                  <a:pt x="14899" y="2272"/>
                  <a:pt x="17579" y="1020"/>
                  <a:pt x="20929" y="335"/>
                </a:cubicBezTo>
                <a:cubicBezTo>
                  <a:pt x="21395" y="277"/>
                  <a:pt x="21963" y="175"/>
                  <a:pt x="22531" y="117"/>
                </a:cubicBezTo>
                <a:cubicBezTo>
                  <a:pt x="23157" y="58"/>
                  <a:pt x="23784" y="0"/>
                  <a:pt x="24512" y="0"/>
                </a:cubicBezTo>
                <a:lnTo>
                  <a:pt x="25997" y="7107"/>
                </a:lnTo>
                <a:close/>
                <a:moveTo>
                  <a:pt x="25997" y="71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047FB-9B2D-4023-BAC7-F204496A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70" y="4092853"/>
            <a:ext cx="18992" cy="59962"/>
          </a:xfrm>
          <a:custGeom xmlns:a="http://schemas.openxmlformats.org/drawingml/2006/main">
            <a:pathLst>
              <a:path w="18992" h="59962">
                <a:moveTo>
                  <a:pt x="3350" y="17856"/>
                </a:moveTo>
                <a:lnTo>
                  <a:pt x="10297" y="16443"/>
                </a:lnTo>
                <a:lnTo>
                  <a:pt x="18992" y="58534"/>
                </a:lnTo>
                <a:lnTo>
                  <a:pt x="12059" y="59962"/>
                </a:lnTo>
                <a:lnTo>
                  <a:pt x="3350" y="17856"/>
                </a:lnTo>
                <a:close/>
                <a:moveTo>
                  <a:pt x="0" y="1471"/>
                </a:moveTo>
                <a:lnTo>
                  <a:pt x="6874" y="0"/>
                </a:lnTo>
                <a:lnTo>
                  <a:pt x="8695" y="8811"/>
                </a:lnTo>
                <a:lnTo>
                  <a:pt x="1821" y="10239"/>
                </a:lnTo>
                <a:lnTo>
                  <a:pt x="0" y="1471"/>
                </a:lnTo>
                <a:close/>
                <a:moveTo>
                  <a:pt x="0" y="14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BCAFB-A74E-4B69-8AB7-61430E5E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57" y="4100645"/>
            <a:ext cx="41538" cy="46708"/>
          </a:xfrm>
          <a:custGeom xmlns:a="http://schemas.openxmlformats.org/drawingml/2006/main">
            <a:pathLst>
              <a:path w="41538" h="46708">
                <a:moveTo>
                  <a:pt x="17404" y="7107"/>
                </a:moveTo>
                <a:cubicBezTo>
                  <a:pt x="13705" y="7908"/>
                  <a:pt x="11098" y="9947"/>
                  <a:pt x="9496" y="13254"/>
                </a:cubicBezTo>
                <a:cubicBezTo>
                  <a:pt x="7967" y="16603"/>
                  <a:pt x="7675" y="20827"/>
                  <a:pt x="8710" y="25823"/>
                </a:cubicBezTo>
                <a:cubicBezTo>
                  <a:pt x="9787" y="30891"/>
                  <a:pt x="11666" y="34649"/>
                  <a:pt x="14390" y="37096"/>
                </a:cubicBezTo>
                <a:cubicBezTo>
                  <a:pt x="17128" y="39542"/>
                  <a:pt x="20361" y="40387"/>
                  <a:pt x="24119" y="39601"/>
                </a:cubicBezTo>
                <a:cubicBezTo>
                  <a:pt x="27818" y="38858"/>
                  <a:pt x="30440" y="36804"/>
                  <a:pt x="31969" y="33454"/>
                </a:cubicBezTo>
                <a:cubicBezTo>
                  <a:pt x="33513" y="30090"/>
                  <a:pt x="33789" y="25881"/>
                  <a:pt x="32770" y="20871"/>
                </a:cubicBezTo>
                <a:cubicBezTo>
                  <a:pt x="31750" y="15875"/>
                  <a:pt x="29813" y="12176"/>
                  <a:pt x="27075" y="9671"/>
                </a:cubicBezTo>
                <a:cubicBezTo>
                  <a:pt x="24293" y="7224"/>
                  <a:pt x="21104" y="6365"/>
                  <a:pt x="17404" y="7107"/>
                </a:cubicBezTo>
                <a:close/>
                <a:moveTo>
                  <a:pt x="16210" y="1253"/>
                </a:moveTo>
                <a:cubicBezTo>
                  <a:pt x="22182" y="0"/>
                  <a:pt x="27366" y="961"/>
                  <a:pt x="31576" y="4209"/>
                </a:cubicBezTo>
                <a:cubicBezTo>
                  <a:pt x="35843" y="7399"/>
                  <a:pt x="38683" y="12453"/>
                  <a:pt x="40110" y="19342"/>
                </a:cubicBezTo>
                <a:cubicBezTo>
                  <a:pt x="41538" y="26289"/>
                  <a:pt x="40911" y="32027"/>
                  <a:pt x="38290" y="36688"/>
                </a:cubicBezTo>
                <a:cubicBezTo>
                  <a:pt x="35668" y="41305"/>
                  <a:pt x="31343" y="44261"/>
                  <a:pt x="25313" y="45455"/>
                </a:cubicBezTo>
                <a:cubicBezTo>
                  <a:pt x="19283" y="46708"/>
                  <a:pt x="14171" y="45732"/>
                  <a:pt x="9904" y="42557"/>
                </a:cubicBezTo>
                <a:cubicBezTo>
                  <a:pt x="5695" y="39309"/>
                  <a:pt x="2840" y="34241"/>
                  <a:pt x="1427" y="27366"/>
                </a:cubicBezTo>
                <a:cubicBezTo>
                  <a:pt x="0" y="20419"/>
                  <a:pt x="568" y="14681"/>
                  <a:pt x="3190" y="10064"/>
                </a:cubicBezTo>
                <a:cubicBezTo>
                  <a:pt x="5797" y="5462"/>
                  <a:pt x="10122" y="2505"/>
                  <a:pt x="16210" y="1253"/>
                </a:cubicBezTo>
                <a:close/>
                <a:moveTo>
                  <a:pt x="16210" y="125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DD7A8-6364-49F9-B3CB-14AEEE8B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16" y="4072987"/>
            <a:ext cx="43416" cy="64870"/>
          </a:xfrm>
          <a:custGeom xmlns:a="http://schemas.openxmlformats.org/drawingml/2006/main">
            <a:pathLst>
              <a:path w="43416" h="64870">
                <a:moveTo>
                  <a:pt x="29071" y="24235"/>
                </a:moveTo>
                <a:lnTo>
                  <a:pt x="24352" y="1427"/>
                </a:lnTo>
                <a:lnTo>
                  <a:pt x="31299" y="0"/>
                </a:lnTo>
                <a:lnTo>
                  <a:pt x="43416" y="58491"/>
                </a:lnTo>
                <a:lnTo>
                  <a:pt x="36469" y="59976"/>
                </a:lnTo>
                <a:lnTo>
                  <a:pt x="35158" y="53655"/>
                </a:lnTo>
                <a:cubicBezTo>
                  <a:pt x="34255" y="56437"/>
                  <a:pt x="32770" y="58665"/>
                  <a:pt x="30789" y="60369"/>
                </a:cubicBezTo>
                <a:cubicBezTo>
                  <a:pt x="28852" y="62015"/>
                  <a:pt x="26289" y="63209"/>
                  <a:pt x="23216" y="63836"/>
                </a:cubicBezTo>
                <a:cubicBezTo>
                  <a:pt x="18089" y="64870"/>
                  <a:pt x="13545" y="63719"/>
                  <a:pt x="9511" y="60311"/>
                </a:cubicBezTo>
                <a:cubicBezTo>
                  <a:pt x="5462" y="56903"/>
                  <a:pt x="2796" y="51893"/>
                  <a:pt x="1427" y="45295"/>
                </a:cubicBezTo>
                <a:cubicBezTo>
                  <a:pt x="0" y="38639"/>
                  <a:pt x="510" y="33003"/>
                  <a:pt x="2913" y="28284"/>
                </a:cubicBezTo>
                <a:cubicBezTo>
                  <a:pt x="5243" y="23565"/>
                  <a:pt x="9001" y="20652"/>
                  <a:pt x="14055" y="19633"/>
                </a:cubicBezTo>
                <a:cubicBezTo>
                  <a:pt x="17186" y="18948"/>
                  <a:pt x="19968" y="19007"/>
                  <a:pt x="22415" y="19808"/>
                </a:cubicBezTo>
                <a:cubicBezTo>
                  <a:pt x="24861" y="20550"/>
                  <a:pt x="27148" y="22021"/>
                  <a:pt x="29071" y="24235"/>
                </a:cubicBezTo>
                <a:close/>
                <a:moveTo>
                  <a:pt x="8535" y="43810"/>
                </a:moveTo>
                <a:cubicBezTo>
                  <a:pt x="9612" y="48878"/>
                  <a:pt x="11491" y="52636"/>
                  <a:pt x="14171" y="55141"/>
                </a:cubicBezTo>
                <a:cubicBezTo>
                  <a:pt x="16851" y="57588"/>
                  <a:pt x="20026" y="58432"/>
                  <a:pt x="23667" y="57690"/>
                </a:cubicBezTo>
                <a:cubicBezTo>
                  <a:pt x="27366" y="56961"/>
                  <a:pt x="29930" y="54908"/>
                  <a:pt x="31415" y="51543"/>
                </a:cubicBezTo>
                <a:cubicBezTo>
                  <a:pt x="32945" y="48194"/>
                  <a:pt x="33178" y="43984"/>
                  <a:pt x="32144" y="38916"/>
                </a:cubicBezTo>
                <a:cubicBezTo>
                  <a:pt x="31066" y="33862"/>
                  <a:pt x="29187" y="30046"/>
                  <a:pt x="26463" y="27600"/>
                </a:cubicBezTo>
                <a:cubicBezTo>
                  <a:pt x="23784" y="25153"/>
                  <a:pt x="20594" y="24293"/>
                  <a:pt x="16953" y="25036"/>
                </a:cubicBezTo>
                <a:cubicBezTo>
                  <a:pt x="13254" y="25779"/>
                  <a:pt x="10705" y="27833"/>
                  <a:pt x="9219" y="31182"/>
                </a:cubicBezTo>
                <a:cubicBezTo>
                  <a:pt x="7748" y="34488"/>
                  <a:pt x="7515" y="38698"/>
                  <a:pt x="8535" y="43810"/>
                </a:cubicBezTo>
                <a:close/>
                <a:moveTo>
                  <a:pt x="8535" y="4381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DA310-FC65-4D75-A7AA-79449576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931" y="4067467"/>
            <a:ext cx="40911" cy="61054"/>
          </a:xfrm>
          <a:custGeom xmlns:a="http://schemas.openxmlformats.org/drawingml/2006/main">
            <a:pathLst>
              <a:path w="40911" h="61054">
                <a:moveTo>
                  <a:pt x="8928" y="9569"/>
                </a:moveTo>
                <a:lnTo>
                  <a:pt x="13254" y="30673"/>
                </a:lnTo>
                <a:lnTo>
                  <a:pt x="22808" y="28677"/>
                </a:lnTo>
                <a:cubicBezTo>
                  <a:pt x="26347" y="27935"/>
                  <a:pt x="28896" y="26463"/>
                  <a:pt x="30440" y="24250"/>
                </a:cubicBezTo>
                <a:cubicBezTo>
                  <a:pt x="32027" y="22021"/>
                  <a:pt x="32435" y="19181"/>
                  <a:pt x="31750" y="15817"/>
                </a:cubicBezTo>
                <a:cubicBezTo>
                  <a:pt x="31066" y="12467"/>
                  <a:pt x="29522" y="10079"/>
                  <a:pt x="27250" y="8651"/>
                </a:cubicBezTo>
                <a:cubicBezTo>
                  <a:pt x="24920" y="7180"/>
                  <a:pt x="22021" y="6831"/>
                  <a:pt x="18497" y="7573"/>
                </a:cubicBezTo>
                <a:lnTo>
                  <a:pt x="8928" y="9569"/>
                </a:lnTo>
                <a:close/>
                <a:moveTo>
                  <a:pt x="0" y="4894"/>
                </a:moveTo>
                <a:lnTo>
                  <a:pt x="17186" y="1311"/>
                </a:lnTo>
                <a:cubicBezTo>
                  <a:pt x="23492" y="0"/>
                  <a:pt x="28503" y="466"/>
                  <a:pt x="32318" y="2680"/>
                </a:cubicBezTo>
                <a:cubicBezTo>
                  <a:pt x="36120" y="4850"/>
                  <a:pt x="38625" y="8651"/>
                  <a:pt x="39761" y="14171"/>
                </a:cubicBezTo>
                <a:cubicBezTo>
                  <a:pt x="40911" y="19691"/>
                  <a:pt x="40169" y="24250"/>
                  <a:pt x="37489" y="27716"/>
                </a:cubicBezTo>
                <a:cubicBezTo>
                  <a:pt x="34882" y="31241"/>
                  <a:pt x="30440" y="33629"/>
                  <a:pt x="24119" y="34940"/>
                </a:cubicBezTo>
                <a:lnTo>
                  <a:pt x="14564" y="36877"/>
                </a:lnTo>
                <a:lnTo>
                  <a:pt x="19225" y="59466"/>
                </a:lnTo>
                <a:lnTo>
                  <a:pt x="11608" y="61054"/>
                </a:lnTo>
                <a:lnTo>
                  <a:pt x="0" y="4894"/>
                </a:lnTo>
                <a:close/>
                <a:moveTo>
                  <a:pt x="0" y="48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2FD5A-D86F-4A7B-A281-68364DC6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82" y="4071458"/>
            <a:ext cx="25997" cy="47844"/>
          </a:xfrm>
          <a:custGeom xmlns:a="http://schemas.openxmlformats.org/drawingml/2006/main">
            <a:pathLst>
              <a:path w="25997" h="47844">
                <a:moveTo>
                  <a:pt x="25997" y="7049"/>
                </a:moveTo>
                <a:cubicBezTo>
                  <a:pt x="25138" y="6772"/>
                  <a:pt x="24235" y="6656"/>
                  <a:pt x="23259" y="6598"/>
                </a:cubicBezTo>
                <a:cubicBezTo>
                  <a:pt x="22298" y="6598"/>
                  <a:pt x="21279" y="6714"/>
                  <a:pt x="20201" y="6933"/>
                </a:cubicBezTo>
                <a:cubicBezTo>
                  <a:pt x="16268" y="7734"/>
                  <a:pt x="13545" y="9612"/>
                  <a:pt x="11943" y="12569"/>
                </a:cubicBezTo>
                <a:cubicBezTo>
                  <a:pt x="10414" y="15584"/>
                  <a:pt x="10064" y="19458"/>
                  <a:pt x="11098" y="24235"/>
                </a:cubicBezTo>
                <a:lnTo>
                  <a:pt x="15642" y="46417"/>
                </a:lnTo>
                <a:lnTo>
                  <a:pt x="8695" y="47844"/>
                </a:lnTo>
                <a:lnTo>
                  <a:pt x="0" y="5738"/>
                </a:lnTo>
                <a:lnTo>
                  <a:pt x="6933" y="4267"/>
                </a:lnTo>
                <a:lnTo>
                  <a:pt x="8302" y="10807"/>
                </a:lnTo>
                <a:cubicBezTo>
                  <a:pt x="9278" y="7967"/>
                  <a:pt x="10749" y="5695"/>
                  <a:pt x="12802" y="3976"/>
                </a:cubicBezTo>
                <a:cubicBezTo>
                  <a:pt x="14899" y="2214"/>
                  <a:pt x="17579" y="1020"/>
                  <a:pt x="20929" y="335"/>
                </a:cubicBezTo>
                <a:cubicBezTo>
                  <a:pt x="21395" y="233"/>
                  <a:pt x="21963" y="175"/>
                  <a:pt x="22531" y="117"/>
                </a:cubicBezTo>
                <a:cubicBezTo>
                  <a:pt x="23157" y="58"/>
                  <a:pt x="23784" y="0"/>
                  <a:pt x="24512" y="0"/>
                </a:cubicBezTo>
                <a:lnTo>
                  <a:pt x="25997" y="7049"/>
                </a:lnTo>
                <a:close/>
                <a:moveTo>
                  <a:pt x="25997" y="70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97AFF-1726-437B-9A51-0EFE279F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88" y="4065079"/>
            <a:ext cx="42674" cy="46548"/>
          </a:xfrm>
          <a:custGeom xmlns:a="http://schemas.openxmlformats.org/drawingml/2006/main">
            <a:pathLst>
              <a:path w="42674" h="46548">
                <a:moveTo>
                  <a:pt x="39994" y="17754"/>
                </a:moveTo>
                <a:lnTo>
                  <a:pt x="40737" y="21118"/>
                </a:lnTo>
                <a:lnTo>
                  <a:pt x="8870" y="27716"/>
                </a:lnTo>
                <a:cubicBezTo>
                  <a:pt x="10181" y="32377"/>
                  <a:pt x="12409" y="35741"/>
                  <a:pt x="15482" y="37664"/>
                </a:cubicBezTo>
                <a:cubicBezTo>
                  <a:pt x="18540" y="39659"/>
                  <a:pt x="22356" y="40169"/>
                  <a:pt x="26973" y="39207"/>
                </a:cubicBezTo>
                <a:cubicBezTo>
                  <a:pt x="29639" y="38698"/>
                  <a:pt x="32144" y="37838"/>
                  <a:pt x="34474" y="36644"/>
                </a:cubicBezTo>
                <a:cubicBezTo>
                  <a:pt x="36862" y="35508"/>
                  <a:pt x="39149" y="33964"/>
                  <a:pt x="41305" y="32144"/>
                </a:cubicBezTo>
                <a:lnTo>
                  <a:pt x="42674" y="38756"/>
                </a:lnTo>
                <a:cubicBezTo>
                  <a:pt x="40387" y="40285"/>
                  <a:pt x="37998" y="41596"/>
                  <a:pt x="35552" y="42732"/>
                </a:cubicBezTo>
                <a:cubicBezTo>
                  <a:pt x="33061" y="43810"/>
                  <a:pt x="30440" y="44611"/>
                  <a:pt x="27760" y="45179"/>
                </a:cubicBezTo>
                <a:cubicBezTo>
                  <a:pt x="21046" y="46548"/>
                  <a:pt x="15307" y="45688"/>
                  <a:pt x="10588" y="42615"/>
                </a:cubicBezTo>
                <a:cubicBezTo>
                  <a:pt x="5855" y="39484"/>
                  <a:pt x="2782" y="34590"/>
                  <a:pt x="1427" y="27935"/>
                </a:cubicBezTo>
                <a:cubicBezTo>
                  <a:pt x="0" y="21060"/>
                  <a:pt x="743" y="15191"/>
                  <a:pt x="3641" y="10414"/>
                </a:cubicBezTo>
                <a:cubicBezTo>
                  <a:pt x="6481" y="5578"/>
                  <a:pt x="11098" y="2505"/>
                  <a:pt x="17404" y="1194"/>
                </a:cubicBezTo>
                <a:cubicBezTo>
                  <a:pt x="23099" y="0"/>
                  <a:pt x="27935" y="918"/>
                  <a:pt x="32027" y="3874"/>
                </a:cubicBezTo>
                <a:cubicBezTo>
                  <a:pt x="36076" y="6831"/>
                  <a:pt x="38741" y="11506"/>
                  <a:pt x="39994" y="17754"/>
                </a:cubicBezTo>
                <a:close/>
                <a:moveTo>
                  <a:pt x="32653" y="17128"/>
                </a:moveTo>
                <a:cubicBezTo>
                  <a:pt x="31867" y="13370"/>
                  <a:pt x="30148" y="10588"/>
                  <a:pt x="27643" y="8768"/>
                </a:cubicBezTo>
                <a:cubicBezTo>
                  <a:pt x="25094" y="6889"/>
                  <a:pt x="22138" y="6321"/>
                  <a:pt x="18715" y="7064"/>
                </a:cubicBezTo>
                <a:cubicBezTo>
                  <a:pt x="14856" y="7865"/>
                  <a:pt x="12001" y="9569"/>
                  <a:pt x="10122" y="12234"/>
                </a:cubicBezTo>
                <a:cubicBezTo>
                  <a:pt x="8243" y="14914"/>
                  <a:pt x="7573" y="18264"/>
                  <a:pt x="8025" y="22313"/>
                </a:cubicBezTo>
                <a:lnTo>
                  <a:pt x="32653" y="17128"/>
                </a:lnTo>
                <a:close/>
                <a:moveTo>
                  <a:pt x="32653" y="171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06243-A919-437E-90F3-2053EC31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981" y="4037610"/>
            <a:ext cx="43344" cy="64855"/>
          </a:xfrm>
          <a:custGeom xmlns:a="http://schemas.openxmlformats.org/drawingml/2006/main">
            <a:pathLst>
              <a:path w="43344" h="64855">
                <a:moveTo>
                  <a:pt x="29012" y="24177"/>
                </a:moveTo>
                <a:lnTo>
                  <a:pt x="24293" y="1413"/>
                </a:lnTo>
                <a:lnTo>
                  <a:pt x="31226" y="0"/>
                </a:lnTo>
                <a:lnTo>
                  <a:pt x="43344" y="58476"/>
                </a:lnTo>
                <a:lnTo>
                  <a:pt x="36411" y="59903"/>
                </a:lnTo>
                <a:lnTo>
                  <a:pt x="35100" y="53582"/>
                </a:lnTo>
                <a:cubicBezTo>
                  <a:pt x="34197" y="56437"/>
                  <a:pt x="32712" y="58651"/>
                  <a:pt x="30716" y="60355"/>
                </a:cubicBezTo>
                <a:cubicBezTo>
                  <a:pt x="28779" y="62015"/>
                  <a:pt x="26230" y="63151"/>
                  <a:pt x="23157" y="63836"/>
                </a:cubicBezTo>
                <a:cubicBezTo>
                  <a:pt x="18031" y="64855"/>
                  <a:pt x="13487" y="63719"/>
                  <a:pt x="9438" y="60297"/>
                </a:cubicBezTo>
                <a:cubicBezTo>
                  <a:pt x="5403" y="56889"/>
                  <a:pt x="2724" y="51878"/>
                  <a:pt x="1369" y="45222"/>
                </a:cubicBezTo>
                <a:cubicBezTo>
                  <a:pt x="0" y="38625"/>
                  <a:pt x="451" y="32930"/>
                  <a:pt x="2840" y="28269"/>
                </a:cubicBezTo>
                <a:cubicBezTo>
                  <a:pt x="5170" y="23551"/>
                  <a:pt x="8928" y="20652"/>
                  <a:pt x="13996" y="19560"/>
                </a:cubicBezTo>
                <a:cubicBezTo>
                  <a:pt x="17128" y="18934"/>
                  <a:pt x="19910" y="18992"/>
                  <a:pt x="22356" y="19735"/>
                </a:cubicBezTo>
                <a:cubicBezTo>
                  <a:pt x="24861" y="20536"/>
                  <a:pt x="27075" y="22007"/>
                  <a:pt x="29012" y="24177"/>
                </a:cubicBezTo>
                <a:close/>
                <a:moveTo>
                  <a:pt x="8476" y="43751"/>
                </a:moveTo>
                <a:cubicBezTo>
                  <a:pt x="9554" y="48864"/>
                  <a:pt x="11433" y="52621"/>
                  <a:pt x="14113" y="55126"/>
                </a:cubicBezTo>
                <a:cubicBezTo>
                  <a:pt x="16778" y="57573"/>
                  <a:pt x="19968" y="58418"/>
                  <a:pt x="23609" y="57690"/>
                </a:cubicBezTo>
                <a:cubicBezTo>
                  <a:pt x="27308" y="56889"/>
                  <a:pt x="29872" y="54835"/>
                  <a:pt x="31343" y="51543"/>
                </a:cubicBezTo>
                <a:cubicBezTo>
                  <a:pt x="32886" y="48179"/>
                  <a:pt x="33105" y="43970"/>
                  <a:pt x="32085" y="38916"/>
                </a:cubicBezTo>
                <a:cubicBezTo>
                  <a:pt x="31008" y="33789"/>
                  <a:pt x="29129" y="30032"/>
                  <a:pt x="26391" y="27585"/>
                </a:cubicBezTo>
                <a:cubicBezTo>
                  <a:pt x="23725" y="25138"/>
                  <a:pt x="20536" y="24293"/>
                  <a:pt x="16895" y="25022"/>
                </a:cubicBezTo>
                <a:cubicBezTo>
                  <a:pt x="13254" y="25764"/>
                  <a:pt x="10632" y="27818"/>
                  <a:pt x="9161" y="31168"/>
                </a:cubicBezTo>
                <a:cubicBezTo>
                  <a:pt x="7675" y="34474"/>
                  <a:pt x="7457" y="38683"/>
                  <a:pt x="8476" y="43751"/>
                </a:cubicBezTo>
                <a:close/>
                <a:moveTo>
                  <a:pt x="8476" y="4375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C644C-25E6-4AC5-892A-EB3D2644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66" y="4030037"/>
            <a:ext cx="52068" cy="60937"/>
          </a:xfrm>
          <a:custGeom xmlns:a="http://schemas.openxmlformats.org/drawingml/2006/main">
            <a:pathLst>
              <a:path w="52068" h="60937">
                <a:moveTo>
                  <a:pt x="42222" y="2563"/>
                </a:moveTo>
                <a:lnTo>
                  <a:pt x="43868" y="10530"/>
                </a:lnTo>
                <a:cubicBezTo>
                  <a:pt x="40853" y="8710"/>
                  <a:pt x="37722" y="7515"/>
                  <a:pt x="34605" y="6947"/>
                </a:cubicBezTo>
                <a:cubicBezTo>
                  <a:pt x="31474" y="6321"/>
                  <a:pt x="28284" y="6379"/>
                  <a:pt x="25036" y="7064"/>
                </a:cubicBezTo>
                <a:cubicBezTo>
                  <a:pt x="18613" y="8360"/>
                  <a:pt x="14055" y="11375"/>
                  <a:pt x="11506" y="15992"/>
                </a:cubicBezTo>
                <a:cubicBezTo>
                  <a:pt x="8884" y="20594"/>
                  <a:pt x="8375" y="26624"/>
                  <a:pt x="9904" y="34081"/>
                </a:cubicBezTo>
                <a:cubicBezTo>
                  <a:pt x="11448" y="41479"/>
                  <a:pt x="14288" y="46766"/>
                  <a:pt x="18497" y="49956"/>
                </a:cubicBezTo>
                <a:cubicBezTo>
                  <a:pt x="22706" y="53204"/>
                  <a:pt x="28051" y="54165"/>
                  <a:pt x="34488" y="52796"/>
                </a:cubicBezTo>
                <a:cubicBezTo>
                  <a:pt x="37722" y="52170"/>
                  <a:pt x="40678" y="50917"/>
                  <a:pt x="43358" y="49155"/>
                </a:cubicBezTo>
                <a:cubicBezTo>
                  <a:pt x="45980" y="47393"/>
                  <a:pt x="48368" y="45004"/>
                  <a:pt x="50407" y="42106"/>
                </a:cubicBezTo>
                <a:lnTo>
                  <a:pt x="52068" y="50072"/>
                </a:lnTo>
                <a:cubicBezTo>
                  <a:pt x="49781" y="52403"/>
                  <a:pt x="47232" y="54340"/>
                  <a:pt x="44436" y="55869"/>
                </a:cubicBezTo>
                <a:cubicBezTo>
                  <a:pt x="41654" y="57355"/>
                  <a:pt x="38639" y="58491"/>
                  <a:pt x="35333" y="59175"/>
                </a:cubicBezTo>
                <a:cubicBezTo>
                  <a:pt x="26798" y="60937"/>
                  <a:pt x="19575" y="59685"/>
                  <a:pt x="13603" y="55534"/>
                </a:cubicBezTo>
                <a:cubicBezTo>
                  <a:pt x="7632" y="51325"/>
                  <a:pt x="3699" y="44713"/>
                  <a:pt x="1879" y="35726"/>
                </a:cubicBezTo>
                <a:cubicBezTo>
                  <a:pt x="0" y="26682"/>
                  <a:pt x="976" y="19065"/>
                  <a:pt x="4792" y="12860"/>
                </a:cubicBezTo>
                <a:cubicBezTo>
                  <a:pt x="8593" y="6656"/>
                  <a:pt x="14797" y="2680"/>
                  <a:pt x="23274" y="918"/>
                </a:cubicBezTo>
                <a:cubicBezTo>
                  <a:pt x="26638" y="233"/>
                  <a:pt x="29872" y="0"/>
                  <a:pt x="33061" y="291"/>
                </a:cubicBezTo>
                <a:cubicBezTo>
                  <a:pt x="36193" y="568"/>
                  <a:pt x="39266" y="1311"/>
                  <a:pt x="42222" y="2563"/>
                </a:cubicBezTo>
                <a:close/>
                <a:moveTo>
                  <a:pt x="42222" y="25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CA5D3-09D6-49AE-AC75-476C5A8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53" y="4017016"/>
            <a:ext cx="56146" cy="64972"/>
          </a:xfrm>
          <a:custGeom xmlns:a="http://schemas.openxmlformats.org/drawingml/2006/main">
            <a:pathLst>
              <a:path w="56146" h="64972">
                <a:moveTo>
                  <a:pt x="0" y="8811"/>
                </a:moveTo>
                <a:lnTo>
                  <a:pt x="7573" y="7224"/>
                </a:lnTo>
                <a:lnTo>
                  <a:pt x="12453" y="31008"/>
                </a:lnTo>
                <a:lnTo>
                  <a:pt x="32770" y="2039"/>
                </a:lnTo>
                <a:lnTo>
                  <a:pt x="42557" y="0"/>
                </a:lnTo>
                <a:lnTo>
                  <a:pt x="20084" y="31969"/>
                </a:lnTo>
                <a:lnTo>
                  <a:pt x="56146" y="55752"/>
                </a:lnTo>
                <a:lnTo>
                  <a:pt x="46140" y="57850"/>
                </a:lnTo>
                <a:lnTo>
                  <a:pt x="13603" y="36353"/>
                </a:lnTo>
                <a:lnTo>
                  <a:pt x="19167" y="63370"/>
                </a:lnTo>
                <a:lnTo>
                  <a:pt x="11608" y="64972"/>
                </a:lnTo>
                <a:lnTo>
                  <a:pt x="0" y="8811"/>
                </a:lnTo>
                <a:close/>
                <a:moveTo>
                  <a:pt x="0" y="88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2040B-B2B7-4B28-92D5-D7140202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5" y="4093188"/>
            <a:ext cx="74409" cy="91202"/>
          </a:xfrm>
          <a:custGeom xmlns:a="http://schemas.openxmlformats.org/drawingml/2006/main">
            <a:pathLst>
              <a:path w="74409" h="91202">
                <a:moveTo>
                  <a:pt x="0" y="9554"/>
                </a:moveTo>
                <a:lnTo>
                  <a:pt x="14899" y="7224"/>
                </a:lnTo>
                <a:lnTo>
                  <a:pt x="61666" y="69982"/>
                </a:lnTo>
                <a:lnTo>
                  <a:pt x="51150" y="1646"/>
                </a:lnTo>
                <a:lnTo>
                  <a:pt x="61840" y="0"/>
                </a:lnTo>
                <a:lnTo>
                  <a:pt x="74409" y="81706"/>
                </a:lnTo>
                <a:lnTo>
                  <a:pt x="59568" y="83978"/>
                </a:lnTo>
                <a:lnTo>
                  <a:pt x="12802" y="21220"/>
                </a:lnTo>
                <a:lnTo>
                  <a:pt x="23332" y="89556"/>
                </a:lnTo>
                <a:lnTo>
                  <a:pt x="12627" y="91202"/>
                </a:lnTo>
                <a:lnTo>
                  <a:pt x="0" y="9554"/>
                </a:lnTo>
                <a:close/>
                <a:moveTo>
                  <a:pt x="0" y="95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FF61A-489B-40C0-AA9D-F9F81913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11" y="4084886"/>
            <a:ext cx="23157" cy="86702"/>
          </a:xfrm>
          <a:custGeom xmlns:a="http://schemas.openxmlformats.org/drawingml/2006/main">
            <a:pathLst>
              <a:path w="23157" h="86702">
                <a:moveTo>
                  <a:pt x="3641" y="25429"/>
                </a:moveTo>
                <a:lnTo>
                  <a:pt x="13720" y="23842"/>
                </a:lnTo>
                <a:lnTo>
                  <a:pt x="23157" y="85114"/>
                </a:lnTo>
                <a:lnTo>
                  <a:pt x="13093" y="86702"/>
                </a:lnTo>
                <a:lnTo>
                  <a:pt x="3641" y="25429"/>
                </a:lnTo>
                <a:close/>
                <a:moveTo>
                  <a:pt x="0" y="1529"/>
                </a:moveTo>
                <a:lnTo>
                  <a:pt x="10079" y="0"/>
                </a:lnTo>
                <a:lnTo>
                  <a:pt x="12016" y="12744"/>
                </a:lnTo>
                <a:lnTo>
                  <a:pt x="1937" y="14273"/>
                </a:lnTo>
                <a:lnTo>
                  <a:pt x="0" y="1529"/>
                </a:lnTo>
                <a:close/>
                <a:moveTo>
                  <a:pt x="0" y="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32270-8A07-491E-9B41-970CB185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82" y="4097747"/>
            <a:ext cx="61505" cy="89717"/>
          </a:xfrm>
          <a:custGeom xmlns:a="http://schemas.openxmlformats.org/drawingml/2006/main">
            <a:pathLst>
              <a:path w="61505" h="89717">
                <a:moveTo>
                  <a:pt x="46140" y="31459"/>
                </a:moveTo>
                <a:cubicBezTo>
                  <a:pt x="45004" y="24177"/>
                  <a:pt x="42674" y="18774"/>
                  <a:pt x="39033" y="15191"/>
                </a:cubicBezTo>
                <a:cubicBezTo>
                  <a:pt x="35391" y="11652"/>
                  <a:pt x="30891" y="10297"/>
                  <a:pt x="25429" y="11142"/>
                </a:cubicBezTo>
                <a:cubicBezTo>
                  <a:pt x="20026" y="11943"/>
                  <a:pt x="16152" y="14623"/>
                  <a:pt x="13763" y="19108"/>
                </a:cubicBezTo>
                <a:cubicBezTo>
                  <a:pt x="11375" y="23551"/>
                  <a:pt x="10690" y="29464"/>
                  <a:pt x="11841" y="36746"/>
                </a:cubicBezTo>
                <a:cubicBezTo>
                  <a:pt x="12977" y="43970"/>
                  <a:pt x="15365" y="49373"/>
                  <a:pt x="18948" y="52956"/>
                </a:cubicBezTo>
                <a:cubicBezTo>
                  <a:pt x="22589" y="56495"/>
                  <a:pt x="27075" y="57850"/>
                  <a:pt x="32493" y="57063"/>
                </a:cubicBezTo>
                <a:cubicBezTo>
                  <a:pt x="37955" y="56204"/>
                  <a:pt x="41873" y="53524"/>
                  <a:pt x="44203" y="49097"/>
                </a:cubicBezTo>
                <a:cubicBezTo>
                  <a:pt x="46591" y="44596"/>
                  <a:pt x="47276" y="38741"/>
                  <a:pt x="46140" y="31459"/>
                </a:cubicBezTo>
                <a:close/>
                <a:moveTo>
                  <a:pt x="59845" y="53641"/>
                </a:moveTo>
                <a:cubicBezTo>
                  <a:pt x="61505" y="64112"/>
                  <a:pt x="60369" y="72196"/>
                  <a:pt x="56495" y="77992"/>
                </a:cubicBezTo>
                <a:cubicBezTo>
                  <a:pt x="52679" y="83804"/>
                  <a:pt x="45965" y="87445"/>
                  <a:pt x="36411" y="88916"/>
                </a:cubicBezTo>
                <a:cubicBezTo>
                  <a:pt x="32886" y="89425"/>
                  <a:pt x="29478" y="89717"/>
                  <a:pt x="26289" y="89658"/>
                </a:cubicBezTo>
                <a:cubicBezTo>
                  <a:pt x="23041" y="89600"/>
                  <a:pt x="19851" y="89265"/>
                  <a:pt x="16778" y="88639"/>
                </a:cubicBezTo>
                <a:lnTo>
                  <a:pt x="15249" y="78852"/>
                </a:lnTo>
                <a:cubicBezTo>
                  <a:pt x="18439" y="79988"/>
                  <a:pt x="21570" y="80730"/>
                  <a:pt x="24526" y="81065"/>
                </a:cubicBezTo>
                <a:cubicBezTo>
                  <a:pt x="27541" y="81357"/>
                  <a:pt x="30556" y="81298"/>
                  <a:pt x="33513" y="80832"/>
                </a:cubicBezTo>
                <a:cubicBezTo>
                  <a:pt x="40169" y="79813"/>
                  <a:pt x="44829" y="77308"/>
                  <a:pt x="47567" y="73390"/>
                </a:cubicBezTo>
                <a:cubicBezTo>
                  <a:pt x="50291" y="69458"/>
                  <a:pt x="51150" y="63996"/>
                  <a:pt x="50072" y="57005"/>
                </a:cubicBezTo>
                <a:lnTo>
                  <a:pt x="49330" y="52053"/>
                </a:lnTo>
                <a:cubicBezTo>
                  <a:pt x="47786" y="55971"/>
                  <a:pt x="45572" y="59102"/>
                  <a:pt x="42557" y="61374"/>
                </a:cubicBezTo>
                <a:cubicBezTo>
                  <a:pt x="39601" y="63661"/>
                  <a:pt x="35843" y="65132"/>
                  <a:pt x="31343" y="65816"/>
                </a:cubicBezTo>
                <a:cubicBezTo>
                  <a:pt x="23842" y="67011"/>
                  <a:pt x="17346" y="65074"/>
                  <a:pt x="11841" y="60078"/>
                </a:cubicBezTo>
                <a:cubicBezTo>
                  <a:pt x="6379" y="55010"/>
                  <a:pt x="2898" y="47786"/>
                  <a:pt x="1427" y="38333"/>
                </a:cubicBezTo>
                <a:cubicBezTo>
                  <a:pt x="0" y="28837"/>
                  <a:pt x="1136" y="20929"/>
                  <a:pt x="4835" y="14506"/>
                </a:cubicBezTo>
                <a:cubicBezTo>
                  <a:pt x="8535" y="8069"/>
                  <a:pt x="14171" y="4267"/>
                  <a:pt x="21672" y="3073"/>
                </a:cubicBezTo>
                <a:cubicBezTo>
                  <a:pt x="26172" y="2389"/>
                  <a:pt x="30207" y="2665"/>
                  <a:pt x="33731" y="3976"/>
                </a:cubicBezTo>
                <a:cubicBezTo>
                  <a:pt x="37270" y="5287"/>
                  <a:pt x="40343" y="7559"/>
                  <a:pt x="42950" y="10865"/>
                </a:cubicBezTo>
                <a:lnTo>
                  <a:pt x="41538" y="1529"/>
                </a:lnTo>
                <a:lnTo>
                  <a:pt x="51602" y="0"/>
                </a:lnTo>
                <a:lnTo>
                  <a:pt x="59845" y="53641"/>
                </a:lnTo>
                <a:close/>
                <a:moveTo>
                  <a:pt x="59845" y="536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3CB33-C0DC-430E-83AE-89DE031D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0" y="4069186"/>
            <a:ext cx="64447" cy="86702"/>
          </a:xfrm>
          <a:custGeom xmlns:a="http://schemas.openxmlformats.org/drawingml/2006/main">
            <a:pathLst>
              <a:path w="64447" h="86702">
                <a:moveTo>
                  <a:pt x="58767" y="41814"/>
                </a:moveTo>
                <a:lnTo>
                  <a:pt x="64447" y="78793"/>
                </a:lnTo>
                <a:lnTo>
                  <a:pt x="54383" y="80323"/>
                </a:lnTo>
                <a:lnTo>
                  <a:pt x="48747" y="43693"/>
                </a:lnTo>
                <a:cubicBezTo>
                  <a:pt x="47844" y="37882"/>
                  <a:pt x="46023" y="33731"/>
                  <a:pt x="43344" y="31168"/>
                </a:cubicBezTo>
                <a:cubicBezTo>
                  <a:pt x="40620" y="28663"/>
                  <a:pt x="37037" y="27760"/>
                  <a:pt x="32479" y="28444"/>
                </a:cubicBezTo>
                <a:cubicBezTo>
                  <a:pt x="27075" y="29289"/>
                  <a:pt x="23041" y="31678"/>
                  <a:pt x="20419" y="35610"/>
                </a:cubicBezTo>
                <a:cubicBezTo>
                  <a:pt x="17798" y="39542"/>
                  <a:pt x="17011" y="44480"/>
                  <a:pt x="17914" y="50509"/>
                </a:cubicBezTo>
                <a:lnTo>
                  <a:pt x="23201" y="85100"/>
                </a:lnTo>
                <a:lnTo>
                  <a:pt x="13137" y="86702"/>
                </a:lnTo>
                <a:lnTo>
                  <a:pt x="0" y="1529"/>
                </a:lnTo>
                <a:lnTo>
                  <a:pt x="10122" y="0"/>
                </a:lnTo>
                <a:lnTo>
                  <a:pt x="15234" y="33396"/>
                </a:lnTo>
                <a:cubicBezTo>
                  <a:pt x="17113" y="29289"/>
                  <a:pt x="19502" y="26114"/>
                  <a:pt x="22517" y="23769"/>
                </a:cubicBezTo>
                <a:cubicBezTo>
                  <a:pt x="25488" y="21497"/>
                  <a:pt x="29129" y="19968"/>
                  <a:pt x="33396" y="19342"/>
                </a:cubicBezTo>
                <a:cubicBezTo>
                  <a:pt x="40445" y="18264"/>
                  <a:pt x="46082" y="19618"/>
                  <a:pt x="50349" y="23376"/>
                </a:cubicBezTo>
                <a:cubicBezTo>
                  <a:pt x="54660" y="27192"/>
                  <a:pt x="57457" y="33338"/>
                  <a:pt x="58767" y="41814"/>
                </a:cubicBezTo>
                <a:close/>
                <a:moveTo>
                  <a:pt x="58767" y="418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19883-4B3D-4812-BF33-EC4FEF22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81" y="4064685"/>
            <a:ext cx="47684" cy="78225"/>
          </a:xfrm>
          <a:custGeom xmlns:a="http://schemas.openxmlformats.org/drawingml/2006/main">
            <a:pathLst>
              <a:path w="47684" h="78225">
                <a:moveTo>
                  <a:pt x="14856" y="0"/>
                </a:moveTo>
                <a:lnTo>
                  <a:pt x="17521" y="17346"/>
                </a:lnTo>
                <a:lnTo>
                  <a:pt x="38232" y="14171"/>
                </a:lnTo>
                <a:lnTo>
                  <a:pt x="39426" y="22021"/>
                </a:lnTo>
                <a:lnTo>
                  <a:pt x="18715" y="25211"/>
                </a:lnTo>
                <a:lnTo>
                  <a:pt x="23842" y="58491"/>
                </a:lnTo>
                <a:cubicBezTo>
                  <a:pt x="24643" y="63486"/>
                  <a:pt x="25779" y="66559"/>
                  <a:pt x="27366" y="67754"/>
                </a:cubicBezTo>
                <a:cubicBezTo>
                  <a:pt x="28969" y="69006"/>
                  <a:pt x="31867" y="69297"/>
                  <a:pt x="36076" y="68613"/>
                </a:cubicBezTo>
                <a:lnTo>
                  <a:pt x="46373" y="67025"/>
                </a:lnTo>
                <a:lnTo>
                  <a:pt x="47684" y="75444"/>
                </a:lnTo>
                <a:lnTo>
                  <a:pt x="37329" y="77031"/>
                </a:lnTo>
                <a:cubicBezTo>
                  <a:pt x="29595" y="78225"/>
                  <a:pt x="24017" y="77599"/>
                  <a:pt x="20594" y="75211"/>
                </a:cubicBezTo>
                <a:cubicBezTo>
                  <a:pt x="17186" y="72764"/>
                  <a:pt x="14914" y="67710"/>
                  <a:pt x="13720" y="60020"/>
                </a:cubicBezTo>
                <a:lnTo>
                  <a:pt x="8593" y="26740"/>
                </a:lnTo>
                <a:lnTo>
                  <a:pt x="1194" y="27876"/>
                </a:lnTo>
                <a:lnTo>
                  <a:pt x="0" y="20084"/>
                </a:lnTo>
                <a:lnTo>
                  <a:pt x="7399" y="18948"/>
                </a:lnTo>
                <a:lnTo>
                  <a:pt x="4719" y="1544"/>
                </a:lnTo>
                <a:lnTo>
                  <a:pt x="14856" y="0"/>
                </a:lnTo>
                <a:close/>
                <a:moveTo>
                  <a:pt x="1485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19C76-8265-445F-A89D-3D83F48F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81" y="4051432"/>
            <a:ext cx="23201" cy="86702"/>
          </a:xfrm>
          <a:custGeom xmlns:a="http://schemas.openxmlformats.org/drawingml/2006/main">
            <a:pathLst>
              <a:path w="23201" h="86702">
                <a:moveTo>
                  <a:pt x="3685" y="25429"/>
                </a:moveTo>
                <a:lnTo>
                  <a:pt x="13763" y="23842"/>
                </a:lnTo>
                <a:lnTo>
                  <a:pt x="23201" y="85114"/>
                </a:lnTo>
                <a:lnTo>
                  <a:pt x="13137" y="86702"/>
                </a:lnTo>
                <a:lnTo>
                  <a:pt x="3685" y="25429"/>
                </a:lnTo>
                <a:close/>
                <a:moveTo>
                  <a:pt x="0" y="1529"/>
                </a:moveTo>
                <a:lnTo>
                  <a:pt x="10064" y="0"/>
                </a:lnTo>
                <a:lnTo>
                  <a:pt x="12059" y="12744"/>
                </a:lnTo>
                <a:lnTo>
                  <a:pt x="1981" y="14273"/>
                </a:lnTo>
                <a:lnTo>
                  <a:pt x="0" y="1529"/>
                </a:lnTo>
                <a:close/>
                <a:moveTo>
                  <a:pt x="0" y="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FFCCC-CE2F-4EA6-ABFC-A54B246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97" y="4064918"/>
            <a:ext cx="60763" cy="68438"/>
          </a:xfrm>
          <a:custGeom xmlns:a="http://schemas.openxmlformats.org/drawingml/2006/main">
            <a:pathLst>
              <a:path w="60763" h="68438">
                <a:moveTo>
                  <a:pt x="55068" y="23551"/>
                </a:moveTo>
                <a:lnTo>
                  <a:pt x="60763" y="60530"/>
                </a:lnTo>
                <a:lnTo>
                  <a:pt x="50684" y="62117"/>
                </a:lnTo>
                <a:lnTo>
                  <a:pt x="45062" y="25429"/>
                </a:lnTo>
                <a:cubicBezTo>
                  <a:pt x="44203" y="19618"/>
                  <a:pt x="42382" y="15467"/>
                  <a:pt x="39644" y="12962"/>
                </a:cubicBezTo>
                <a:cubicBezTo>
                  <a:pt x="36979" y="10414"/>
                  <a:pt x="33338" y="9496"/>
                  <a:pt x="28837" y="10181"/>
                </a:cubicBezTo>
                <a:cubicBezTo>
                  <a:pt x="23376" y="11040"/>
                  <a:pt x="19400" y="13428"/>
                  <a:pt x="16778" y="17404"/>
                </a:cubicBezTo>
                <a:cubicBezTo>
                  <a:pt x="14157" y="21337"/>
                  <a:pt x="13312" y="26274"/>
                  <a:pt x="14215" y="32260"/>
                </a:cubicBezTo>
                <a:lnTo>
                  <a:pt x="19575" y="66894"/>
                </a:lnTo>
                <a:lnTo>
                  <a:pt x="9438" y="68438"/>
                </a:lnTo>
                <a:lnTo>
                  <a:pt x="0" y="7166"/>
                </a:lnTo>
                <a:lnTo>
                  <a:pt x="10122" y="5622"/>
                </a:lnTo>
                <a:lnTo>
                  <a:pt x="11608" y="15132"/>
                </a:lnTo>
                <a:cubicBezTo>
                  <a:pt x="13428" y="11084"/>
                  <a:pt x="15875" y="7908"/>
                  <a:pt x="18832" y="5578"/>
                </a:cubicBezTo>
                <a:cubicBezTo>
                  <a:pt x="21847" y="3233"/>
                  <a:pt x="25429" y="1762"/>
                  <a:pt x="29697" y="1078"/>
                </a:cubicBezTo>
                <a:cubicBezTo>
                  <a:pt x="36746" y="0"/>
                  <a:pt x="42441" y="1354"/>
                  <a:pt x="46708" y="5170"/>
                </a:cubicBezTo>
                <a:cubicBezTo>
                  <a:pt x="50975" y="8986"/>
                  <a:pt x="53757" y="15074"/>
                  <a:pt x="55068" y="23551"/>
                </a:cubicBezTo>
                <a:close/>
                <a:moveTo>
                  <a:pt x="55068" y="235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2A8DB-8687-431D-A749-27974668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97" y="4053369"/>
            <a:ext cx="61447" cy="89717"/>
          </a:xfrm>
          <a:custGeom xmlns:a="http://schemas.openxmlformats.org/drawingml/2006/main">
            <a:pathLst>
              <a:path w="61447" h="89717">
                <a:moveTo>
                  <a:pt x="46140" y="31459"/>
                </a:moveTo>
                <a:cubicBezTo>
                  <a:pt x="45004" y="24119"/>
                  <a:pt x="42615" y="18715"/>
                  <a:pt x="39033" y="15191"/>
                </a:cubicBezTo>
                <a:cubicBezTo>
                  <a:pt x="35391" y="11666"/>
                  <a:pt x="30833" y="10297"/>
                  <a:pt x="25429" y="11084"/>
                </a:cubicBezTo>
                <a:cubicBezTo>
                  <a:pt x="20026" y="11943"/>
                  <a:pt x="16152" y="14623"/>
                  <a:pt x="13763" y="19050"/>
                </a:cubicBezTo>
                <a:cubicBezTo>
                  <a:pt x="11375" y="23551"/>
                  <a:pt x="10705" y="29406"/>
                  <a:pt x="11841" y="36746"/>
                </a:cubicBezTo>
                <a:cubicBezTo>
                  <a:pt x="12977" y="43970"/>
                  <a:pt x="15307" y="49373"/>
                  <a:pt x="18948" y="52956"/>
                </a:cubicBezTo>
                <a:cubicBezTo>
                  <a:pt x="22589" y="56495"/>
                  <a:pt x="27075" y="57850"/>
                  <a:pt x="32493" y="57005"/>
                </a:cubicBezTo>
                <a:cubicBezTo>
                  <a:pt x="37955" y="56204"/>
                  <a:pt x="41814" y="53539"/>
                  <a:pt x="44203" y="49038"/>
                </a:cubicBezTo>
                <a:cubicBezTo>
                  <a:pt x="46591" y="44538"/>
                  <a:pt x="47276" y="38683"/>
                  <a:pt x="46140" y="31459"/>
                </a:cubicBezTo>
                <a:close/>
                <a:moveTo>
                  <a:pt x="59845" y="53641"/>
                </a:moveTo>
                <a:cubicBezTo>
                  <a:pt x="61447" y="64054"/>
                  <a:pt x="60369" y="72196"/>
                  <a:pt x="56495" y="77992"/>
                </a:cubicBezTo>
                <a:cubicBezTo>
                  <a:pt x="52679" y="83804"/>
                  <a:pt x="45965" y="87445"/>
                  <a:pt x="36411" y="88916"/>
                </a:cubicBezTo>
                <a:cubicBezTo>
                  <a:pt x="32886" y="89425"/>
                  <a:pt x="29478" y="89717"/>
                  <a:pt x="26289" y="89658"/>
                </a:cubicBezTo>
                <a:cubicBezTo>
                  <a:pt x="23041" y="89600"/>
                  <a:pt x="19851" y="89265"/>
                  <a:pt x="16734" y="88639"/>
                </a:cubicBezTo>
                <a:lnTo>
                  <a:pt x="15249" y="78852"/>
                </a:lnTo>
                <a:cubicBezTo>
                  <a:pt x="18439" y="79988"/>
                  <a:pt x="21570" y="80730"/>
                  <a:pt x="24526" y="81007"/>
                </a:cubicBezTo>
                <a:cubicBezTo>
                  <a:pt x="27541" y="81357"/>
                  <a:pt x="30556" y="81298"/>
                  <a:pt x="33513" y="80847"/>
                </a:cubicBezTo>
                <a:cubicBezTo>
                  <a:pt x="40110" y="79813"/>
                  <a:pt x="44829" y="77308"/>
                  <a:pt x="47567" y="73390"/>
                </a:cubicBezTo>
                <a:cubicBezTo>
                  <a:pt x="50291" y="69399"/>
                  <a:pt x="51150" y="63938"/>
                  <a:pt x="50072" y="57005"/>
                </a:cubicBezTo>
                <a:lnTo>
                  <a:pt x="49330" y="51995"/>
                </a:lnTo>
                <a:cubicBezTo>
                  <a:pt x="47786" y="55927"/>
                  <a:pt x="45514" y="59044"/>
                  <a:pt x="42557" y="61331"/>
                </a:cubicBezTo>
                <a:cubicBezTo>
                  <a:pt x="39601" y="63661"/>
                  <a:pt x="35843" y="65132"/>
                  <a:pt x="31343" y="65816"/>
                </a:cubicBezTo>
                <a:cubicBezTo>
                  <a:pt x="23842" y="66953"/>
                  <a:pt x="17361" y="65030"/>
                  <a:pt x="11841" y="60020"/>
                </a:cubicBezTo>
                <a:cubicBezTo>
                  <a:pt x="6379" y="55010"/>
                  <a:pt x="2898" y="47786"/>
                  <a:pt x="1427" y="38348"/>
                </a:cubicBezTo>
                <a:cubicBezTo>
                  <a:pt x="0" y="28837"/>
                  <a:pt x="1078" y="20871"/>
                  <a:pt x="4835" y="14448"/>
                </a:cubicBezTo>
                <a:cubicBezTo>
                  <a:pt x="8535" y="8025"/>
                  <a:pt x="14171" y="4209"/>
                  <a:pt x="21672" y="3073"/>
                </a:cubicBezTo>
                <a:cubicBezTo>
                  <a:pt x="26172" y="2389"/>
                  <a:pt x="30207" y="2665"/>
                  <a:pt x="33746" y="3976"/>
                </a:cubicBezTo>
                <a:cubicBezTo>
                  <a:pt x="37270" y="5229"/>
                  <a:pt x="40343" y="7501"/>
                  <a:pt x="42950" y="10807"/>
                </a:cubicBezTo>
                <a:lnTo>
                  <a:pt x="41538" y="1529"/>
                </a:lnTo>
                <a:lnTo>
                  <a:pt x="51602" y="0"/>
                </a:lnTo>
                <a:lnTo>
                  <a:pt x="59845" y="53641"/>
                </a:lnTo>
                <a:close/>
                <a:moveTo>
                  <a:pt x="59845" y="536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FEE73B-14F8-4BCB-AEA4-818D9173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45" y="4043975"/>
            <a:ext cx="56262" cy="67419"/>
          </a:xfrm>
          <a:custGeom xmlns:a="http://schemas.openxmlformats.org/drawingml/2006/main">
            <a:pathLst>
              <a:path w="56262" h="67419">
                <a:moveTo>
                  <a:pt x="31401" y="32377"/>
                </a:moveTo>
                <a:cubicBezTo>
                  <a:pt x="23274" y="33629"/>
                  <a:pt x="17812" y="35391"/>
                  <a:pt x="14958" y="37722"/>
                </a:cubicBezTo>
                <a:cubicBezTo>
                  <a:pt x="12118" y="40110"/>
                  <a:pt x="11040" y="43533"/>
                  <a:pt x="11724" y="48019"/>
                </a:cubicBezTo>
                <a:cubicBezTo>
                  <a:pt x="12234" y="51543"/>
                  <a:pt x="13880" y="54223"/>
                  <a:pt x="16560" y="55986"/>
                </a:cubicBezTo>
                <a:cubicBezTo>
                  <a:pt x="19225" y="57690"/>
                  <a:pt x="22589" y="58258"/>
                  <a:pt x="26624" y="57631"/>
                </a:cubicBezTo>
                <a:cubicBezTo>
                  <a:pt x="32202" y="56787"/>
                  <a:pt x="36411" y="54107"/>
                  <a:pt x="39149" y="49606"/>
                </a:cubicBezTo>
                <a:cubicBezTo>
                  <a:pt x="41931" y="45120"/>
                  <a:pt x="42790" y="39601"/>
                  <a:pt x="41814" y="33061"/>
                </a:cubicBezTo>
                <a:lnTo>
                  <a:pt x="41421" y="30833"/>
                </a:lnTo>
                <a:lnTo>
                  <a:pt x="31401" y="32377"/>
                </a:lnTo>
                <a:close/>
                <a:moveTo>
                  <a:pt x="50859" y="25094"/>
                </a:moveTo>
                <a:lnTo>
                  <a:pt x="56262" y="60078"/>
                </a:lnTo>
                <a:lnTo>
                  <a:pt x="46198" y="61622"/>
                </a:lnTo>
                <a:lnTo>
                  <a:pt x="44771" y="52286"/>
                </a:lnTo>
                <a:cubicBezTo>
                  <a:pt x="43009" y="56379"/>
                  <a:pt x="40562" y="59568"/>
                  <a:pt x="37430" y="61840"/>
                </a:cubicBezTo>
                <a:cubicBezTo>
                  <a:pt x="34255" y="64171"/>
                  <a:pt x="30207" y="65715"/>
                  <a:pt x="25255" y="66457"/>
                </a:cubicBezTo>
                <a:cubicBezTo>
                  <a:pt x="19007" y="67419"/>
                  <a:pt x="13720" y="66457"/>
                  <a:pt x="9452" y="63501"/>
                </a:cubicBezTo>
                <a:cubicBezTo>
                  <a:pt x="5229" y="60530"/>
                  <a:pt x="2680" y="56102"/>
                  <a:pt x="1762" y="50189"/>
                </a:cubicBezTo>
                <a:cubicBezTo>
                  <a:pt x="685" y="43300"/>
                  <a:pt x="2170" y="37780"/>
                  <a:pt x="6263" y="33571"/>
                </a:cubicBezTo>
                <a:cubicBezTo>
                  <a:pt x="10355" y="29362"/>
                  <a:pt x="16953" y="26522"/>
                  <a:pt x="26114" y="25094"/>
                </a:cubicBezTo>
                <a:lnTo>
                  <a:pt x="40227" y="22924"/>
                </a:lnTo>
                <a:lnTo>
                  <a:pt x="40052" y="21963"/>
                </a:lnTo>
                <a:cubicBezTo>
                  <a:pt x="39368" y="17302"/>
                  <a:pt x="37270" y="13938"/>
                  <a:pt x="33848" y="11899"/>
                </a:cubicBezTo>
                <a:cubicBezTo>
                  <a:pt x="30440" y="9846"/>
                  <a:pt x="25939" y="9219"/>
                  <a:pt x="20419" y="10079"/>
                </a:cubicBezTo>
                <a:cubicBezTo>
                  <a:pt x="16953" y="10588"/>
                  <a:pt x="13603" y="11550"/>
                  <a:pt x="10414" y="12919"/>
                </a:cubicBezTo>
                <a:cubicBezTo>
                  <a:pt x="7224" y="14288"/>
                  <a:pt x="4209" y="15992"/>
                  <a:pt x="1427" y="18147"/>
                </a:cubicBezTo>
                <a:lnTo>
                  <a:pt x="0" y="8884"/>
                </a:lnTo>
                <a:cubicBezTo>
                  <a:pt x="3408" y="6889"/>
                  <a:pt x="6831" y="5243"/>
                  <a:pt x="10181" y="4049"/>
                </a:cubicBezTo>
                <a:cubicBezTo>
                  <a:pt x="13545" y="2796"/>
                  <a:pt x="16895" y="1879"/>
                  <a:pt x="20143" y="1369"/>
                </a:cubicBezTo>
                <a:cubicBezTo>
                  <a:pt x="29012" y="0"/>
                  <a:pt x="36018" y="1311"/>
                  <a:pt x="41072" y="5243"/>
                </a:cubicBezTo>
                <a:cubicBezTo>
                  <a:pt x="46198" y="9161"/>
                  <a:pt x="49446" y="15759"/>
                  <a:pt x="50859" y="25094"/>
                </a:cubicBezTo>
                <a:close/>
                <a:moveTo>
                  <a:pt x="50859" y="250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BD0C8-58F3-4BC9-91E3-47FA835E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39" y="4014162"/>
            <a:ext cx="23157" cy="86702"/>
          </a:xfrm>
          <a:custGeom xmlns:a="http://schemas.openxmlformats.org/drawingml/2006/main">
            <a:pathLst>
              <a:path w="23157" h="86702">
                <a:moveTo>
                  <a:pt x="0" y="1544"/>
                </a:moveTo>
                <a:lnTo>
                  <a:pt x="10064" y="0"/>
                </a:lnTo>
                <a:lnTo>
                  <a:pt x="23157" y="85114"/>
                </a:lnTo>
                <a:lnTo>
                  <a:pt x="13079" y="86702"/>
                </a:lnTo>
                <a:lnTo>
                  <a:pt x="0" y="1544"/>
                </a:lnTo>
                <a:close/>
                <a:moveTo>
                  <a:pt x="0" y="1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459D2-97BA-493C-BBCB-58A1A3CA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12" y="4028100"/>
            <a:ext cx="60136" cy="66792"/>
          </a:xfrm>
          <a:custGeom xmlns:a="http://schemas.openxmlformats.org/drawingml/2006/main">
            <a:pathLst>
              <a:path w="60136" h="66792">
                <a:moveTo>
                  <a:pt x="57864" y="26682"/>
                </a:moveTo>
                <a:lnTo>
                  <a:pt x="58607" y="31634"/>
                </a:lnTo>
                <a:lnTo>
                  <a:pt x="12351" y="38756"/>
                </a:lnTo>
                <a:cubicBezTo>
                  <a:pt x="13836" y="45630"/>
                  <a:pt x="16734" y="50582"/>
                  <a:pt x="21060" y="53655"/>
                </a:cubicBezTo>
                <a:cubicBezTo>
                  <a:pt x="25327" y="56728"/>
                  <a:pt x="30789" y="57690"/>
                  <a:pt x="37503" y="56670"/>
                </a:cubicBezTo>
                <a:cubicBezTo>
                  <a:pt x="41363" y="56102"/>
                  <a:pt x="45004" y="55024"/>
                  <a:pt x="48529" y="53539"/>
                </a:cubicBezTo>
                <a:cubicBezTo>
                  <a:pt x="52009" y="52009"/>
                  <a:pt x="55359" y="50072"/>
                  <a:pt x="58665" y="47567"/>
                </a:cubicBezTo>
                <a:lnTo>
                  <a:pt x="60136" y="57122"/>
                </a:lnTo>
                <a:cubicBezTo>
                  <a:pt x="56728" y="59233"/>
                  <a:pt x="53262" y="60937"/>
                  <a:pt x="49563" y="62365"/>
                </a:cubicBezTo>
                <a:cubicBezTo>
                  <a:pt x="45922" y="63719"/>
                  <a:pt x="42106" y="64695"/>
                  <a:pt x="38173" y="65321"/>
                </a:cubicBezTo>
                <a:cubicBezTo>
                  <a:pt x="28444" y="66792"/>
                  <a:pt x="20259" y="65205"/>
                  <a:pt x="13661" y="60369"/>
                </a:cubicBezTo>
                <a:cubicBezTo>
                  <a:pt x="7064" y="55534"/>
                  <a:pt x="3015" y="48310"/>
                  <a:pt x="1544" y="38581"/>
                </a:cubicBezTo>
                <a:cubicBezTo>
                  <a:pt x="0" y="28561"/>
                  <a:pt x="1486" y="20201"/>
                  <a:pt x="5971" y="13487"/>
                </a:cubicBezTo>
                <a:cubicBezTo>
                  <a:pt x="10472" y="6714"/>
                  <a:pt x="17361" y="2680"/>
                  <a:pt x="26580" y="1253"/>
                </a:cubicBezTo>
                <a:cubicBezTo>
                  <a:pt x="34765" y="0"/>
                  <a:pt x="41712" y="1660"/>
                  <a:pt x="47334" y="6204"/>
                </a:cubicBezTo>
                <a:cubicBezTo>
                  <a:pt x="52912" y="10763"/>
                  <a:pt x="56437" y="17579"/>
                  <a:pt x="57864" y="26682"/>
                </a:cubicBezTo>
                <a:close/>
                <a:moveTo>
                  <a:pt x="47334" y="25327"/>
                </a:moveTo>
                <a:cubicBezTo>
                  <a:pt x="46431" y="19808"/>
                  <a:pt x="44203" y="15657"/>
                  <a:pt x="40678" y="12860"/>
                </a:cubicBezTo>
                <a:cubicBezTo>
                  <a:pt x="37154" y="10020"/>
                  <a:pt x="32945" y="9001"/>
                  <a:pt x="27935" y="9729"/>
                </a:cubicBezTo>
                <a:cubicBezTo>
                  <a:pt x="22356" y="10647"/>
                  <a:pt x="18104" y="12919"/>
                  <a:pt x="15191" y="16618"/>
                </a:cubicBezTo>
                <a:cubicBezTo>
                  <a:pt x="12351" y="20317"/>
                  <a:pt x="11098" y="25036"/>
                  <a:pt x="11433" y="30891"/>
                </a:cubicBezTo>
                <a:lnTo>
                  <a:pt x="47334" y="25327"/>
                </a:lnTo>
                <a:close/>
                <a:moveTo>
                  <a:pt x="47334" y="253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A1C64-98DE-4863-8F0D-98FA20FD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2" y="4069521"/>
            <a:ext cx="13705" cy="15700"/>
          </a:xfrm>
          <a:custGeom xmlns:a="http://schemas.openxmlformats.org/drawingml/2006/main">
            <a:pathLst>
              <a:path w="13705" h="15700">
                <a:moveTo>
                  <a:pt x="0" y="1762"/>
                </a:moveTo>
                <a:lnTo>
                  <a:pt x="11550" y="0"/>
                </a:lnTo>
                <a:lnTo>
                  <a:pt x="13705" y="13880"/>
                </a:lnTo>
                <a:lnTo>
                  <a:pt x="2156" y="15700"/>
                </a:lnTo>
                <a:lnTo>
                  <a:pt x="0" y="1762"/>
                </a:lnTo>
                <a:close/>
                <a:moveTo>
                  <a:pt x="0" y="17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1D35A-EB05-489A-B896-2348E61A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72" y="4064059"/>
            <a:ext cx="13705" cy="15642"/>
          </a:xfrm>
          <a:custGeom xmlns:a="http://schemas.openxmlformats.org/drawingml/2006/main">
            <a:pathLst>
              <a:path w="13705" h="15642">
                <a:moveTo>
                  <a:pt x="0" y="1762"/>
                </a:moveTo>
                <a:lnTo>
                  <a:pt x="11550" y="0"/>
                </a:lnTo>
                <a:lnTo>
                  <a:pt x="13705" y="13880"/>
                </a:lnTo>
                <a:lnTo>
                  <a:pt x="2156" y="15642"/>
                </a:lnTo>
                <a:lnTo>
                  <a:pt x="0" y="1762"/>
                </a:lnTo>
                <a:close/>
                <a:moveTo>
                  <a:pt x="0" y="17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8E03C-4F28-46EE-8491-9BBB926D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07" y="3987421"/>
            <a:ext cx="57748" cy="86993"/>
          </a:xfrm>
          <a:custGeom xmlns:a="http://schemas.openxmlformats.org/drawingml/2006/main">
            <a:pathLst>
              <a:path w="57748" h="86993">
                <a:moveTo>
                  <a:pt x="12394" y="12700"/>
                </a:moveTo>
                <a:lnTo>
                  <a:pt x="17128" y="43358"/>
                </a:lnTo>
                <a:lnTo>
                  <a:pt x="31066" y="41203"/>
                </a:lnTo>
                <a:cubicBezTo>
                  <a:pt x="36178" y="40402"/>
                  <a:pt x="39936" y="38465"/>
                  <a:pt x="42324" y="35391"/>
                </a:cubicBezTo>
                <a:cubicBezTo>
                  <a:pt x="44771" y="32260"/>
                  <a:pt x="45572" y="28284"/>
                  <a:pt x="44829" y="23332"/>
                </a:cubicBezTo>
                <a:cubicBezTo>
                  <a:pt x="44086" y="18439"/>
                  <a:pt x="42106" y="14914"/>
                  <a:pt x="38858" y="12700"/>
                </a:cubicBezTo>
                <a:cubicBezTo>
                  <a:pt x="35668" y="10472"/>
                  <a:pt x="31459" y="9729"/>
                  <a:pt x="26347" y="10530"/>
                </a:cubicBezTo>
                <a:lnTo>
                  <a:pt x="12394" y="12700"/>
                </a:lnTo>
                <a:close/>
                <a:moveTo>
                  <a:pt x="0" y="5301"/>
                </a:moveTo>
                <a:lnTo>
                  <a:pt x="24920" y="1427"/>
                </a:lnTo>
                <a:cubicBezTo>
                  <a:pt x="34081" y="0"/>
                  <a:pt x="41305" y="1034"/>
                  <a:pt x="46650" y="4442"/>
                </a:cubicBezTo>
                <a:cubicBezTo>
                  <a:pt x="51937" y="7850"/>
                  <a:pt x="55243" y="13603"/>
                  <a:pt x="56495" y="21570"/>
                </a:cubicBezTo>
                <a:cubicBezTo>
                  <a:pt x="57748" y="29653"/>
                  <a:pt x="56321" y="36076"/>
                  <a:pt x="52286" y="40911"/>
                </a:cubicBezTo>
                <a:cubicBezTo>
                  <a:pt x="48194" y="45747"/>
                  <a:pt x="41581" y="48878"/>
                  <a:pt x="32435" y="50305"/>
                </a:cubicBezTo>
                <a:lnTo>
                  <a:pt x="18540" y="52461"/>
                </a:lnTo>
                <a:lnTo>
                  <a:pt x="23609" y="85289"/>
                </a:lnTo>
                <a:lnTo>
                  <a:pt x="12569" y="86993"/>
                </a:lnTo>
                <a:lnTo>
                  <a:pt x="0" y="5301"/>
                </a:lnTo>
                <a:close/>
                <a:moveTo>
                  <a:pt x="0" y="53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4C5F3-BFA7-412A-9EC0-6DBFBD3F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95" y="3996699"/>
            <a:ext cx="60136" cy="66851"/>
          </a:xfrm>
          <a:custGeom xmlns:a="http://schemas.openxmlformats.org/drawingml/2006/main">
            <a:pathLst>
              <a:path w="60136" h="66851">
                <a:moveTo>
                  <a:pt x="57850" y="26740"/>
                </a:moveTo>
                <a:lnTo>
                  <a:pt x="58593" y="31692"/>
                </a:lnTo>
                <a:lnTo>
                  <a:pt x="12278" y="38800"/>
                </a:lnTo>
                <a:cubicBezTo>
                  <a:pt x="13822" y="45688"/>
                  <a:pt x="16720" y="50640"/>
                  <a:pt x="21046" y="53655"/>
                </a:cubicBezTo>
                <a:cubicBezTo>
                  <a:pt x="25313" y="56728"/>
                  <a:pt x="30775" y="57748"/>
                  <a:pt x="37489" y="56728"/>
                </a:cubicBezTo>
                <a:cubicBezTo>
                  <a:pt x="41363" y="56102"/>
                  <a:pt x="45004" y="55068"/>
                  <a:pt x="48470" y="53539"/>
                </a:cubicBezTo>
                <a:cubicBezTo>
                  <a:pt x="51995" y="52053"/>
                  <a:pt x="55345" y="50072"/>
                  <a:pt x="58651" y="47626"/>
                </a:cubicBezTo>
                <a:lnTo>
                  <a:pt x="60136" y="57122"/>
                </a:lnTo>
                <a:cubicBezTo>
                  <a:pt x="56714" y="59233"/>
                  <a:pt x="53189" y="60996"/>
                  <a:pt x="49548" y="62350"/>
                </a:cubicBezTo>
                <a:cubicBezTo>
                  <a:pt x="45849" y="63777"/>
                  <a:pt x="42091" y="64739"/>
                  <a:pt x="38173" y="65365"/>
                </a:cubicBezTo>
                <a:cubicBezTo>
                  <a:pt x="28444" y="66851"/>
                  <a:pt x="20245" y="65205"/>
                  <a:pt x="13647" y="60428"/>
                </a:cubicBezTo>
                <a:cubicBezTo>
                  <a:pt x="7049" y="55592"/>
                  <a:pt x="3015" y="48310"/>
                  <a:pt x="1529" y="38625"/>
                </a:cubicBezTo>
                <a:cubicBezTo>
                  <a:pt x="0" y="28561"/>
                  <a:pt x="1471" y="20201"/>
                  <a:pt x="5971" y="13487"/>
                </a:cubicBezTo>
                <a:cubicBezTo>
                  <a:pt x="10457" y="6772"/>
                  <a:pt x="17346" y="2680"/>
                  <a:pt x="26507" y="1253"/>
                </a:cubicBezTo>
                <a:cubicBezTo>
                  <a:pt x="34751" y="0"/>
                  <a:pt x="41698" y="1646"/>
                  <a:pt x="47334" y="6263"/>
                </a:cubicBezTo>
                <a:cubicBezTo>
                  <a:pt x="52898" y="10807"/>
                  <a:pt x="56437" y="17637"/>
                  <a:pt x="57850" y="26740"/>
                </a:cubicBezTo>
                <a:close/>
                <a:moveTo>
                  <a:pt x="47334" y="25313"/>
                </a:moveTo>
                <a:cubicBezTo>
                  <a:pt x="46417" y="19851"/>
                  <a:pt x="44203" y="15700"/>
                  <a:pt x="40678" y="12860"/>
                </a:cubicBezTo>
                <a:cubicBezTo>
                  <a:pt x="37139" y="10079"/>
                  <a:pt x="32930" y="9044"/>
                  <a:pt x="27935" y="9787"/>
                </a:cubicBezTo>
                <a:cubicBezTo>
                  <a:pt x="22356" y="10647"/>
                  <a:pt x="18089" y="12919"/>
                  <a:pt x="15191" y="16618"/>
                </a:cubicBezTo>
                <a:cubicBezTo>
                  <a:pt x="12336" y="20317"/>
                  <a:pt x="11084" y="25094"/>
                  <a:pt x="11433" y="30949"/>
                </a:cubicBezTo>
                <a:lnTo>
                  <a:pt x="47334" y="25313"/>
                </a:lnTo>
                <a:close/>
                <a:moveTo>
                  <a:pt x="47334" y="253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8E016-0AB1-4C6C-A3E4-F0F460ED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27" y="3986344"/>
            <a:ext cx="37314" cy="67768"/>
          </a:xfrm>
          <a:custGeom xmlns:a="http://schemas.openxmlformats.org/drawingml/2006/main">
            <a:pathLst>
              <a:path w="37314" h="67768">
                <a:moveTo>
                  <a:pt x="37314" y="10355"/>
                </a:moveTo>
                <a:cubicBezTo>
                  <a:pt x="36120" y="9904"/>
                  <a:pt x="34823" y="9612"/>
                  <a:pt x="33454" y="9511"/>
                </a:cubicBezTo>
                <a:cubicBezTo>
                  <a:pt x="32027" y="9394"/>
                  <a:pt x="30556" y="9452"/>
                  <a:pt x="28954" y="9729"/>
                </a:cubicBezTo>
                <a:cubicBezTo>
                  <a:pt x="23274" y="10588"/>
                  <a:pt x="19167" y="13093"/>
                  <a:pt x="16720" y="17302"/>
                </a:cubicBezTo>
                <a:cubicBezTo>
                  <a:pt x="14229" y="21453"/>
                  <a:pt x="13545" y="27032"/>
                  <a:pt x="14623" y="33906"/>
                </a:cubicBezTo>
                <a:lnTo>
                  <a:pt x="19575" y="66224"/>
                </a:lnTo>
                <a:lnTo>
                  <a:pt x="9438" y="67768"/>
                </a:lnTo>
                <a:lnTo>
                  <a:pt x="0" y="6496"/>
                </a:lnTo>
                <a:lnTo>
                  <a:pt x="10122" y="4952"/>
                </a:lnTo>
                <a:lnTo>
                  <a:pt x="11608" y="14448"/>
                </a:lnTo>
                <a:cubicBezTo>
                  <a:pt x="13137" y="10414"/>
                  <a:pt x="15467" y="7224"/>
                  <a:pt x="18599" y="4894"/>
                </a:cubicBezTo>
                <a:cubicBezTo>
                  <a:pt x="21672" y="2563"/>
                  <a:pt x="25721" y="1020"/>
                  <a:pt x="30556" y="291"/>
                </a:cubicBezTo>
                <a:cubicBezTo>
                  <a:pt x="31226" y="175"/>
                  <a:pt x="32027" y="117"/>
                  <a:pt x="32886" y="58"/>
                </a:cubicBezTo>
                <a:cubicBezTo>
                  <a:pt x="33731" y="0"/>
                  <a:pt x="34649" y="0"/>
                  <a:pt x="35726" y="58"/>
                </a:cubicBezTo>
                <a:lnTo>
                  <a:pt x="37314" y="10355"/>
                </a:lnTo>
                <a:close/>
                <a:moveTo>
                  <a:pt x="37314" y="10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61391-68EE-4153-900F-03771649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3" y="3960288"/>
            <a:ext cx="23216" cy="86644"/>
          </a:xfrm>
          <a:custGeom xmlns:a="http://schemas.openxmlformats.org/drawingml/2006/main">
            <a:pathLst>
              <a:path w="23216" h="86644">
                <a:moveTo>
                  <a:pt x="3699" y="25371"/>
                </a:moveTo>
                <a:lnTo>
                  <a:pt x="13778" y="23842"/>
                </a:lnTo>
                <a:lnTo>
                  <a:pt x="23216" y="85114"/>
                </a:lnTo>
                <a:lnTo>
                  <a:pt x="13152" y="86644"/>
                </a:lnTo>
                <a:lnTo>
                  <a:pt x="3699" y="25371"/>
                </a:lnTo>
                <a:close/>
                <a:moveTo>
                  <a:pt x="0" y="1544"/>
                </a:moveTo>
                <a:lnTo>
                  <a:pt x="10079" y="0"/>
                </a:lnTo>
                <a:lnTo>
                  <a:pt x="12074" y="12744"/>
                </a:lnTo>
                <a:lnTo>
                  <a:pt x="1995" y="14288"/>
                </a:lnTo>
                <a:lnTo>
                  <a:pt x="0" y="1544"/>
                </a:lnTo>
                <a:close/>
                <a:moveTo>
                  <a:pt x="0" y="1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FB6D8-2B84-47AE-B6D1-5918447B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32" y="3974401"/>
            <a:ext cx="59335" cy="67069"/>
          </a:xfrm>
          <a:custGeom xmlns:a="http://schemas.openxmlformats.org/drawingml/2006/main">
            <a:pathLst>
              <a:path w="59335" h="67069">
                <a:moveTo>
                  <a:pt x="25997" y="9904"/>
                </a:moveTo>
                <a:cubicBezTo>
                  <a:pt x="20594" y="10690"/>
                  <a:pt x="16676" y="13487"/>
                  <a:pt x="14171" y="18205"/>
                </a:cubicBezTo>
                <a:cubicBezTo>
                  <a:pt x="11724" y="22866"/>
                  <a:pt x="11040" y="28896"/>
                  <a:pt x="12118" y="36236"/>
                </a:cubicBezTo>
                <a:cubicBezTo>
                  <a:pt x="13254" y="43577"/>
                  <a:pt x="15700" y="49097"/>
                  <a:pt x="19516" y="52796"/>
                </a:cubicBezTo>
                <a:cubicBezTo>
                  <a:pt x="23274" y="56554"/>
                  <a:pt x="27876" y="57966"/>
                  <a:pt x="33280" y="57180"/>
                </a:cubicBezTo>
                <a:cubicBezTo>
                  <a:pt x="38683" y="56321"/>
                  <a:pt x="42615" y="53597"/>
                  <a:pt x="45062" y="48864"/>
                </a:cubicBezTo>
                <a:cubicBezTo>
                  <a:pt x="47567" y="44145"/>
                  <a:pt x="48252" y="38115"/>
                  <a:pt x="47101" y="30833"/>
                </a:cubicBezTo>
                <a:cubicBezTo>
                  <a:pt x="45965" y="23551"/>
                  <a:pt x="43518" y="18089"/>
                  <a:pt x="39717" y="14273"/>
                </a:cubicBezTo>
                <a:cubicBezTo>
                  <a:pt x="35959" y="10530"/>
                  <a:pt x="31401" y="9044"/>
                  <a:pt x="25997" y="9904"/>
                </a:cubicBezTo>
                <a:close/>
                <a:moveTo>
                  <a:pt x="24687" y="1369"/>
                </a:moveTo>
                <a:cubicBezTo>
                  <a:pt x="33454" y="0"/>
                  <a:pt x="40795" y="1821"/>
                  <a:pt x="46650" y="6714"/>
                </a:cubicBezTo>
                <a:cubicBezTo>
                  <a:pt x="52505" y="11666"/>
                  <a:pt x="56204" y="19108"/>
                  <a:pt x="57806" y="29187"/>
                </a:cubicBezTo>
                <a:cubicBezTo>
                  <a:pt x="59335" y="39193"/>
                  <a:pt x="58025" y="47451"/>
                  <a:pt x="53932" y="53990"/>
                </a:cubicBezTo>
                <a:cubicBezTo>
                  <a:pt x="49781" y="60413"/>
                  <a:pt x="43358" y="64345"/>
                  <a:pt x="34590" y="65715"/>
                </a:cubicBezTo>
                <a:cubicBezTo>
                  <a:pt x="25823" y="67069"/>
                  <a:pt x="18497" y="65248"/>
                  <a:pt x="12627" y="60297"/>
                </a:cubicBezTo>
                <a:cubicBezTo>
                  <a:pt x="6772" y="55359"/>
                  <a:pt x="3073" y="47902"/>
                  <a:pt x="1529" y="37838"/>
                </a:cubicBezTo>
                <a:cubicBezTo>
                  <a:pt x="0" y="27818"/>
                  <a:pt x="1253" y="19516"/>
                  <a:pt x="5345" y="13079"/>
                </a:cubicBezTo>
                <a:cubicBezTo>
                  <a:pt x="9438" y="6656"/>
                  <a:pt x="15933" y="2724"/>
                  <a:pt x="24687" y="1369"/>
                </a:cubicBezTo>
                <a:close/>
                <a:moveTo>
                  <a:pt x="24687" y="13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29487-6A82-4595-A65C-539580E4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45" y="3938733"/>
            <a:ext cx="60937" cy="92440"/>
          </a:xfrm>
          <a:custGeom xmlns:a="http://schemas.openxmlformats.org/drawingml/2006/main">
            <a:pathLst>
              <a:path w="60937" h="92440">
                <a:moveTo>
                  <a:pt x="42892" y="34692"/>
                </a:moveTo>
                <a:lnTo>
                  <a:pt x="37780" y="1529"/>
                </a:lnTo>
                <a:lnTo>
                  <a:pt x="47844" y="0"/>
                </a:lnTo>
                <a:lnTo>
                  <a:pt x="60937" y="85100"/>
                </a:lnTo>
                <a:lnTo>
                  <a:pt x="50859" y="86644"/>
                </a:lnTo>
                <a:lnTo>
                  <a:pt x="49432" y="77483"/>
                </a:lnTo>
                <a:cubicBezTo>
                  <a:pt x="47902" y="81459"/>
                  <a:pt x="45688" y="84532"/>
                  <a:pt x="42732" y="86818"/>
                </a:cubicBezTo>
                <a:cubicBezTo>
                  <a:pt x="39761" y="89090"/>
                  <a:pt x="36018" y="90561"/>
                  <a:pt x="31459" y="91304"/>
                </a:cubicBezTo>
                <a:cubicBezTo>
                  <a:pt x="24060" y="92440"/>
                  <a:pt x="17579" y="90401"/>
                  <a:pt x="12059" y="85216"/>
                </a:cubicBezTo>
                <a:cubicBezTo>
                  <a:pt x="6481" y="79988"/>
                  <a:pt x="2957" y="72589"/>
                  <a:pt x="1486" y="62976"/>
                </a:cubicBezTo>
                <a:cubicBezTo>
                  <a:pt x="0" y="53364"/>
                  <a:pt x="1136" y="45222"/>
                  <a:pt x="4835" y="38567"/>
                </a:cubicBezTo>
                <a:cubicBezTo>
                  <a:pt x="8593" y="31969"/>
                  <a:pt x="14171" y="28095"/>
                  <a:pt x="21555" y="26959"/>
                </a:cubicBezTo>
                <a:cubicBezTo>
                  <a:pt x="26114" y="26216"/>
                  <a:pt x="30090" y="26565"/>
                  <a:pt x="33629" y="27818"/>
                </a:cubicBezTo>
                <a:cubicBezTo>
                  <a:pt x="37096" y="29071"/>
                  <a:pt x="40227" y="31343"/>
                  <a:pt x="42892" y="34692"/>
                </a:cubicBezTo>
                <a:close/>
                <a:moveTo>
                  <a:pt x="11885" y="61389"/>
                </a:moveTo>
                <a:cubicBezTo>
                  <a:pt x="13021" y="68773"/>
                  <a:pt x="15424" y="74351"/>
                  <a:pt x="19108" y="78051"/>
                </a:cubicBezTo>
                <a:cubicBezTo>
                  <a:pt x="22808" y="81808"/>
                  <a:pt x="27308" y="83279"/>
                  <a:pt x="32653" y="82493"/>
                </a:cubicBezTo>
                <a:cubicBezTo>
                  <a:pt x="37940" y="81633"/>
                  <a:pt x="41814" y="78910"/>
                  <a:pt x="44261" y="74176"/>
                </a:cubicBezTo>
                <a:cubicBezTo>
                  <a:pt x="46650" y="69516"/>
                  <a:pt x="47334" y="63486"/>
                  <a:pt x="46198" y="56087"/>
                </a:cubicBezTo>
                <a:cubicBezTo>
                  <a:pt x="45062" y="48689"/>
                  <a:pt x="42615" y="43125"/>
                  <a:pt x="38858" y="39368"/>
                </a:cubicBezTo>
                <a:cubicBezTo>
                  <a:pt x="35158" y="35610"/>
                  <a:pt x="30658" y="34183"/>
                  <a:pt x="25313" y="34984"/>
                </a:cubicBezTo>
                <a:cubicBezTo>
                  <a:pt x="20026" y="35785"/>
                  <a:pt x="16152" y="38567"/>
                  <a:pt x="13763" y="43227"/>
                </a:cubicBezTo>
                <a:cubicBezTo>
                  <a:pt x="11375" y="47902"/>
                  <a:pt x="10749" y="53990"/>
                  <a:pt x="11885" y="61389"/>
                </a:cubicBezTo>
                <a:close/>
                <a:moveTo>
                  <a:pt x="11885" y="613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1AB68-D799-438A-8157-E4DCF132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1" y="3933664"/>
            <a:ext cx="57748" cy="86935"/>
          </a:xfrm>
          <a:custGeom xmlns:a="http://schemas.openxmlformats.org/drawingml/2006/main">
            <a:pathLst>
              <a:path w="57748" h="86935">
                <a:moveTo>
                  <a:pt x="12467" y="12627"/>
                </a:moveTo>
                <a:lnTo>
                  <a:pt x="17186" y="43300"/>
                </a:lnTo>
                <a:lnTo>
                  <a:pt x="31124" y="41188"/>
                </a:lnTo>
                <a:cubicBezTo>
                  <a:pt x="36251" y="40387"/>
                  <a:pt x="40008" y="38406"/>
                  <a:pt x="42397" y="35333"/>
                </a:cubicBezTo>
                <a:cubicBezTo>
                  <a:pt x="44786" y="32260"/>
                  <a:pt x="45630" y="28211"/>
                  <a:pt x="44887" y="23332"/>
                </a:cubicBezTo>
                <a:cubicBezTo>
                  <a:pt x="44101" y="18439"/>
                  <a:pt x="42106" y="14856"/>
                  <a:pt x="38916" y="12627"/>
                </a:cubicBezTo>
                <a:cubicBezTo>
                  <a:pt x="35683" y="10414"/>
                  <a:pt x="31517" y="9671"/>
                  <a:pt x="26347" y="10472"/>
                </a:cubicBezTo>
                <a:lnTo>
                  <a:pt x="12467" y="12627"/>
                </a:lnTo>
                <a:close/>
                <a:moveTo>
                  <a:pt x="0" y="5229"/>
                </a:moveTo>
                <a:lnTo>
                  <a:pt x="24978" y="1369"/>
                </a:lnTo>
                <a:cubicBezTo>
                  <a:pt x="34139" y="0"/>
                  <a:pt x="41363" y="961"/>
                  <a:pt x="46708" y="4384"/>
                </a:cubicBezTo>
                <a:cubicBezTo>
                  <a:pt x="52009" y="7850"/>
                  <a:pt x="55301" y="13545"/>
                  <a:pt x="56554" y="21512"/>
                </a:cubicBezTo>
                <a:cubicBezTo>
                  <a:pt x="57748" y="29580"/>
                  <a:pt x="56379" y="36018"/>
                  <a:pt x="52286" y="40853"/>
                </a:cubicBezTo>
                <a:cubicBezTo>
                  <a:pt x="48252" y="45747"/>
                  <a:pt x="41654" y="48820"/>
                  <a:pt x="32493" y="50233"/>
                </a:cubicBezTo>
                <a:lnTo>
                  <a:pt x="18613" y="52403"/>
                </a:lnTo>
                <a:lnTo>
                  <a:pt x="23667" y="85231"/>
                </a:lnTo>
                <a:lnTo>
                  <a:pt x="12584" y="86935"/>
                </a:lnTo>
                <a:lnTo>
                  <a:pt x="0" y="5229"/>
                </a:lnTo>
                <a:close/>
                <a:moveTo>
                  <a:pt x="0" y="52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A5240-01A4-4E1E-AC62-B8E9155E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89" y="3942883"/>
            <a:ext cx="37387" cy="67695"/>
          </a:xfrm>
          <a:custGeom xmlns:a="http://schemas.openxmlformats.org/drawingml/2006/main">
            <a:pathLst>
              <a:path w="37387" h="67695">
                <a:moveTo>
                  <a:pt x="37387" y="10297"/>
                </a:moveTo>
                <a:cubicBezTo>
                  <a:pt x="36134" y="9846"/>
                  <a:pt x="34823" y="9554"/>
                  <a:pt x="33454" y="9438"/>
                </a:cubicBezTo>
                <a:cubicBezTo>
                  <a:pt x="32042" y="9321"/>
                  <a:pt x="30556" y="9379"/>
                  <a:pt x="28969" y="9671"/>
                </a:cubicBezTo>
                <a:cubicBezTo>
                  <a:pt x="23274" y="10515"/>
                  <a:pt x="19181" y="13079"/>
                  <a:pt x="16734" y="17230"/>
                </a:cubicBezTo>
                <a:cubicBezTo>
                  <a:pt x="14229" y="21395"/>
                  <a:pt x="13545" y="26959"/>
                  <a:pt x="14623" y="33906"/>
                </a:cubicBezTo>
                <a:lnTo>
                  <a:pt x="19575" y="66166"/>
                </a:lnTo>
                <a:lnTo>
                  <a:pt x="9452" y="67695"/>
                </a:lnTo>
                <a:lnTo>
                  <a:pt x="0" y="6423"/>
                </a:lnTo>
                <a:lnTo>
                  <a:pt x="10137" y="4894"/>
                </a:lnTo>
                <a:lnTo>
                  <a:pt x="11608" y="14390"/>
                </a:lnTo>
                <a:cubicBezTo>
                  <a:pt x="13152" y="10355"/>
                  <a:pt x="15482" y="7166"/>
                  <a:pt x="18613" y="4835"/>
                </a:cubicBezTo>
                <a:cubicBezTo>
                  <a:pt x="21745" y="2505"/>
                  <a:pt x="25721" y="961"/>
                  <a:pt x="30556" y="218"/>
                </a:cubicBezTo>
                <a:cubicBezTo>
                  <a:pt x="31241" y="117"/>
                  <a:pt x="32042" y="58"/>
                  <a:pt x="32886" y="58"/>
                </a:cubicBezTo>
                <a:cubicBezTo>
                  <a:pt x="33746" y="0"/>
                  <a:pt x="34649" y="0"/>
                  <a:pt x="35741" y="0"/>
                </a:cubicBezTo>
                <a:lnTo>
                  <a:pt x="37387" y="10297"/>
                </a:lnTo>
                <a:close/>
                <a:moveTo>
                  <a:pt x="37387" y="10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D0384-943C-4AD5-92B8-E5B3D56A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8" y="3935878"/>
            <a:ext cx="60136" cy="66851"/>
          </a:xfrm>
          <a:custGeom xmlns:a="http://schemas.openxmlformats.org/drawingml/2006/main">
            <a:pathLst>
              <a:path w="60136" h="66851">
                <a:moveTo>
                  <a:pt x="57864" y="26740"/>
                </a:moveTo>
                <a:lnTo>
                  <a:pt x="58593" y="31634"/>
                </a:lnTo>
                <a:lnTo>
                  <a:pt x="12351" y="38800"/>
                </a:lnTo>
                <a:cubicBezTo>
                  <a:pt x="13822" y="45630"/>
                  <a:pt x="16720" y="50582"/>
                  <a:pt x="21046" y="53655"/>
                </a:cubicBezTo>
                <a:cubicBezTo>
                  <a:pt x="25313" y="56728"/>
                  <a:pt x="30833" y="57748"/>
                  <a:pt x="37489" y="56670"/>
                </a:cubicBezTo>
                <a:cubicBezTo>
                  <a:pt x="41363" y="56102"/>
                  <a:pt x="45004" y="55083"/>
                  <a:pt x="48529" y="53539"/>
                </a:cubicBezTo>
                <a:cubicBezTo>
                  <a:pt x="51995" y="52068"/>
                  <a:pt x="55359" y="50072"/>
                  <a:pt x="58651" y="47626"/>
                </a:cubicBezTo>
                <a:lnTo>
                  <a:pt x="60136" y="57122"/>
                </a:lnTo>
                <a:cubicBezTo>
                  <a:pt x="56772" y="59233"/>
                  <a:pt x="53247" y="60937"/>
                  <a:pt x="49548" y="62365"/>
                </a:cubicBezTo>
                <a:cubicBezTo>
                  <a:pt x="45907" y="63719"/>
                  <a:pt x="42106" y="64753"/>
                  <a:pt x="38232" y="65321"/>
                </a:cubicBezTo>
                <a:cubicBezTo>
                  <a:pt x="28444" y="66851"/>
                  <a:pt x="20259" y="65205"/>
                  <a:pt x="13647" y="60369"/>
                </a:cubicBezTo>
                <a:cubicBezTo>
                  <a:pt x="7049" y="55592"/>
                  <a:pt x="3015" y="48310"/>
                  <a:pt x="1529" y="38581"/>
                </a:cubicBezTo>
                <a:cubicBezTo>
                  <a:pt x="0" y="28561"/>
                  <a:pt x="1471" y="20201"/>
                  <a:pt x="5971" y="13487"/>
                </a:cubicBezTo>
                <a:cubicBezTo>
                  <a:pt x="10472" y="6772"/>
                  <a:pt x="17346" y="2680"/>
                  <a:pt x="26565" y="1253"/>
                </a:cubicBezTo>
                <a:cubicBezTo>
                  <a:pt x="34765" y="0"/>
                  <a:pt x="41698" y="1660"/>
                  <a:pt x="47334" y="6204"/>
                </a:cubicBezTo>
                <a:cubicBezTo>
                  <a:pt x="52971" y="10763"/>
                  <a:pt x="56437" y="17637"/>
                  <a:pt x="57864" y="26740"/>
                </a:cubicBezTo>
                <a:close/>
                <a:moveTo>
                  <a:pt x="47334" y="25327"/>
                </a:moveTo>
                <a:cubicBezTo>
                  <a:pt x="46417" y="19866"/>
                  <a:pt x="44203" y="15700"/>
                  <a:pt x="40678" y="12860"/>
                </a:cubicBezTo>
                <a:cubicBezTo>
                  <a:pt x="37154" y="10020"/>
                  <a:pt x="32945" y="9001"/>
                  <a:pt x="27935" y="9787"/>
                </a:cubicBezTo>
                <a:cubicBezTo>
                  <a:pt x="22356" y="10647"/>
                  <a:pt x="18089" y="12919"/>
                  <a:pt x="15191" y="16618"/>
                </a:cubicBezTo>
                <a:cubicBezTo>
                  <a:pt x="12351" y="20317"/>
                  <a:pt x="11098" y="25094"/>
                  <a:pt x="11433" y="30891"/>
                </a:cubicBezTo>
                <a:lnTo>
                  <a:pt x="47334" y="25327"/>
                </a:lnTo>
                <a:close/>
                <a:moveTo>
                  <a:pt x="47334" y="253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DCDAA-BBBE-49C9-91AA-A9CC002B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27" y="3900326"/>
            <a:ext cx="60996" cy="92455"/>
          </a:xfrm>
          <a:custGeom xmlns:a="http://schemas.openxmlformats.org/drawingml/2006/main">
            <a:pathLst>
              <a:path w="60996" h="92455">
                <a:moveTo>
                  <a:pt x="42907" y="34707"/>
                </a:moveTo>
                <a:lnTo>
                  <a:pt x="37780" y="1529"/>
                </a:lnTo>
                <a:lnTo>
                  <a:pt x="47844" y="0"/>
                </a:lnTo>
                <a:lnTo>
                  <a:pt x="60996" y="85114"/>
                </a:lnTo>
                <a:lnTo>
                  <a:pt x="50917" y="86702"/>
                </a:lnTo>
                <a:lnTo>
                  <a:pt x="49504" y="77483"/>
                </a:lnTo>
                <a:cubicBezTo>
                  <a:pt x="47961" y="81473"/>
                  <a:pt x="45688" y="84605"/>
                  <a:pt x="42732" y="86877"/>
                </a:cubicBezTo>
                <a:cubicBezTo>
                  <a:pt x="39775" y="89149"/>
                  <a:pt x="36018" y="90634"/>
                  <a:pt x="31517" y="91304"/>
                </a:cubicBezTo>
                <a:cubicBezTo>
                  <a:pt x="24133" y="92455"/>
                  <a:pt x="17637" y="90401"/>
                  <a:pt x="12059" y="85231"/>
                </a:cubicBezTo>
                <a:cubicBezTo>
                  <a:pt x="6496" y="80046"/>
                  <a:pt x="2957" y="72589"/>
                  <a:pt x="1486" y="62976"/>
                </a:cubicBezTo>
                <a:cubicBezTo>
                  <a:pt x="0" y="53364"/>
                  <a:pt x="1136" y="45222"/>
                  <a:pt x="4894" y="38625"/>
                </a:cubicBezTo>
                <a:cubicBezTo>
                  <a:pt x="8593" y="31969"/>
                  <a:pt x="14171" y="28109"/>
                  <a:pt x="21628" y="26973"/>
                </a:cubicBezTo>
                <a:cubicBezTo>
                  <a:pt x="26114" y="26289"/>
                  <a:pt x="30163" y="26565"/>
                  <a:pt x="33629" y="27818"/>
                </a:cubicBezTo>
                <a:cubicBezTo>
                  <a:pt x="37154" y="29129"/>
                  <a:pt x="40227" y="31401"/>
                  <a:pt x="42907" y="34707"/>
                </a:cubicBezTo>
                <a:close/>
                <a:moveTo>
                  <a:pt x="11899" y="61389"/>
                </a:moveTo>
                <a:cubicBezTo>
                  <a:pt x="13035" y="68788"/>
                  <a:pt x="15482" y="74351"/>
                  <a:pt x="19181" y="78109"/>
                </a:cubicBezTo>
                <a:cubicBezTo>
                  <a:pt x="22822" y="81866"/>
                  <a:pt x="27366" y="83294"/>
                  <a:pt x="32668" y="82493"/>
                </a:cubicBezTo>
                <a:cubicBezTo>
                  <a:pt x="38013" y="81633"/>
                  <a:pt x="41873" y="78910"/>
                  <a:pt x="44261" y="74249"/>
                </a:cubicBezTo>
                <a:cubicBezTo>
                  <a:pt x="46708" y="69516"/>
                  <a:pt x="47334" y="63486"/>
                  <a:pt x="46198" y="56102"/>
                </a:cubicBezTo>
                <a:cubicBezTo>
                  <a:pt x="45062" y="48703"/>
                  <a:pt x="42615" y="43125"/>
                  <a:pt x="38916" y="39368"/>
                </a:cubicBezTo>
                <a:cubicBezTo>
                  <a:pt x="35217" y="35668"/>
                  <a:pt x="30673" y="34197"/>
                  <a:pt x="25386" y="34984"/>
                </a:cubicBezTo>
                <a:cubicBezTo>
                  <a:pt x="20026" y="35843"/>
                  <a:pt x="16166" y="38567"/>
                  <a:pt x="13778" y="43242"/>
                </a:cubicBezTo>
                <a:cubicBezTo>
                  <a:pt x="11389" y="47961"/>
                  <a:pt x="10763" y="53990"/>
                  <a:pt x="11899" y="61389"/>
                </a:cubicBezTo>
                <a:close/>
                <a:moveTo>
                  <a:pt x="11899" y="613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88A33-2126-4A46-A555-D549B9AA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16" y="3894865"/>
            <a:ext cx="68089" cy="87328"/>
          </a:xfrm>
          <a:custGeom xmlns:a="http://schemas.openxmlformats.org/drawingml/2006/main">
            <a:pathLst>
              <a:path w="68089" h="87328">
                <a:moveTo>
                  <a:pt x="17579" y="46650"/>
                </a:moveTo>
                <a:lnTo>
                  <a:pt x="22182" y="76521"/>
                </a:lnTo>
                <a:lnTo>
                  <a:pt x="39936" y="73783"/>
                </a:lnTo>
                <a:cubicBezTo>
                  <a:pt x="45907" y="72880"/>
                  <a:pt x="50116" y="71001"/>
                  <a:pt x="52563" y="68103"/>
                </a:cubicBezTo>
                <a:cubicBezTo>
                  <a:pt x="55068" y="65205"/>
                  <a:pt x="55927" y="61214"/>
                  <a:pt x="55126" y="56146"/>
                </a:cubicBezTo>
                <a:cubicBezTo>
                  <a:pt x="54325" y="51034"/>
                  <a:pt x="52330" y="47509"/>
                  <a:pt x="49097" y="45514"/>
                </a:cubicBezTo>
                <a:cubicBezTo>
                  <a:pt x="45849" y="43518"/>
                  <a:pt x="41305" y="42950"/>
                  <a:pt x="35319" y="43926"/>
                </a:cubicBezTo>
                <a:lnTo>
                  <a:pt x="17579" y="46650"/>
                </a:lnTo>
                <a:close/>
                <a:moveTo>
                  <a:pt x="12394" y="13021"/>
                </a:moveTo>
                <a:lnTo>
                  <a:pt x="16210" y="37664"/>
                </a:lnTo>
                <a:lnTo>
                  <a:pt x="32595" y="35100"/>
                </a:lnTo>
                <a:cubicBezTo>
                  <a:pt x="37998" y="34299"/>
                  <a:pt x="41814" y="32653"/>
                  <a:pt x="44145" y="30265"/>
                </a:cubicBezTo>
                <a:cubicBezTo>
                  <a:pt x="46475" y="27818"/>
                  <a:pt x="47334" y="24526"/>
                  <a:pt x="46708" y="20361"/>
                </a:cubicBezTo>
                <a:cubicBezTo>
                  <a:pt x="46082" y="16210"/>
                  <a:pt x="44261" y="13370"/>
                  <a:pt x="41305" y="11724"/>
                </a:cubicBezTo>
                <a:cubicBezTo>
                  <a:pt x="38348" y="10064"/>
                  <a:pt x="34183" y="9671"/>
                  <a:pt x="28779" y="10530"/>
                </a:cubicBezTo>
                <a:lnTo>
                  <a:pt x="12394" y="13021"/>
                </a:lnTo>
                <a:close/>
                <a:moveTo>
                  <a:pt x="0" y="5636"/>
                </a:moveTo>
                <a:lnTo>
                  <a:pt x="28211" y="1311"/>
                </a:lnTo>
                <a:cubicBezTo>
                  <a:pt x="36629" y="0"/>
                  <a:pt x="43402" y="743"/>
                  <a:pt x="48470" y="3525"/>
                </a:cubicBezTo>
                <a:cubicBezTo>
                  <a:pt x="53582" y="6365"/>
                  <a:pt x="56655" y="10982"/>
                  <a:pt x="57631" y="17404"/>
                </a:cubicBezTo>
                <a:cubicBezTo>
                  <a:pt x="58418" y="22415"/>
                  <a:pt x="57850" y="26565"/>
                  <a:pt x="55971" y="29930"/>
                </a:cubicBezTo>
                <a:cubicBezTo>
                  <a:pt x="54107" y="33221"/>
                  <a:pt x="50975" y="35610"/>
                  <a:pt x="46533" y="37037"/>
                </a:cubicBezTo>
                <a:cubicBezTo>
                  <a:pt x="52170" y="37314"/>
                  <a:pt x="56772" y="39135"/>
                  <a:pt x="60355" y="42382"/>
                </a:cubicBezTo>
                <a:cubicBezTo>
                  <a:pt x="63879" y="45630"/>
                  <a:pt x="66108" y="50014"/>
                  <a:pt x="66953" y="55519"/>
                </a:cubicBezTo>
                <a:cubicBezTo>
                  <a:pt x="68089" y="62860"/>
                  <a:pt x="66501" y="68846"/>
                  <a:pt x="62117" y="73623"/>
                </a:cubicBezTo>
                <a:cubicBezTo>
                  <a:pt x="57792" y="78342"/>
                  <a:pt x="51034" y="81415"/>
                  <a:pt x="41873" y="82828"/>
                </a:cubicBezTo>
                <a:lnTo>
                  <a:pt x="12569" y="87328"/>
                </a:lnTo>
                <a:lnTo>
                  <a:pt x="0" y="5636"/>
                </a:lnTo>
                <a:close/>
                <a:moveTo>
                  <a:pt x="0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97451-406D-4564-95CB-BB502474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588" y="3903006"/>
            <a:ext cx="56262" cy="67404"/>
          </a:xfrm>
          <a:custGeom xmlns:a="http://schemas.openxmlformats.org/drawingml/2006/main">
            <a:pathLst>
              <a:path w="56262" h="67404">
                <a:moveTo>
                  <a:pt x="31401" y="32304"/>
                </a:moveTo>
                <a:cubicBezTo>
                  <a:pt x="23259" y="33556"/>
                  <a:pt x="17798" y="35377"/>
                  <a:pt x="14958" y="37707"/>
                </a:cubicBezTo>
                <a:cubicBezTo>
                  <a:pt x="12118" y="40052"/>
                  <a:pt x="11040" y="43460"/>
                  <a:pt x="11710" y="47946"/>
                </a:cubicBezTo>
                <a:cubicBezTo>
                  <a:pt x="12234" y="51543"/>
                  <a:pt x="13880" y="54209"/>
                  <a:pt x="16545" y="55913"/>
                </a:cubicBezTo>
                <a:cubicBezTo>
                  <a:pt x="19225" y="57675"/>
                  <a:pt x="22589" y="58199"/>
                  <a:pt x="26624" y="57573"/>
                </a:cubicBezTo>
                <a:cubicBezTo>
                  <a:pt x="32202" y="56714"/>
                  <a:pt x="36411" y="54034"/>
                  <a:pt x="39135" y="49606"/>
                </a:cubicBezTo>
                <a:cubicBezTo>
                  <a:pt x="41931" y="45106"/>
                  <a:pt x="42776" y="39586"/>
                  <a:pt x="41756" y="33047"/>
                </a:cubicBezTo>
                <a:lnTo>
                  <a:pt x="41421" y="30775"/>
                </a:lnTo>
                <a:lnTo>
                  <a:pt x="31401" y="32304"/>
                </a:lnTo>
                <a:close/>
                <a:moveTo>
                  <a:pt x="50859" y="25080"/>
                </a:moveTo>
                <a:lnTo>
                  <a:pt x="56262" y="60020"/>
                </a:lnTo>
                <a:lnTo>
                  <a:pt x="46198" y="61607"/>
                </a:lnTo>
                <a:lnTo>
                  <a:pt x="44771" y="52272"/>
                </a:lnTo>
                <a:cubicBezTo>
                  <a:pt x="43009" y="56379"/>
                  <a:pt x="40562" y="59554"/>
                  <a:pt x="37430" y="61840"/>
                </a:cubicBezTo>
                <a:cubicBezTo>
                  <a:pt x="34241" y="64171"/>
                  <a:pt x="30207" y="65700"/>
                  <a:pt x="25255" y="66443"/>
                </a:cubicBezTo>
                <a:cubicBezTo>
                  <a:pt x="18992" y="67404"/>
                  <a:pt x="13705" y="66384"/>
                  <a:pt x="9438" y="63486"/>
                </a:cubicBezTo>
                <a:cubicBezTo>
                  <a:pt x="5229" y="60530"/>
                  <a:pt x="2607" y="56087"/>
                  <a:pt x="1762" y="50174"/>
                </a:cubicBezTo>
                <a:cubicBezTo>
                  <a:pt x="685" y="43285"/>
                  <a:pt x="2156" y="37707"/>
                  <a:pt x="6248" y="33498"/>
                </a:cubicBezTo>
                <a:cubicBezTo>
                  <a:pt x="10355" y="29289"/>
                  <a:pt x="16953" y="26507"/>
                  <a:pt x="26114" y="25080"/>
                </a:cubicBezTo>
                <a:lnTo>
                  <a:pt x="40212" y="22924"/>
                </a:lnTo>
                <a:lnTo>
                  <a:pt x="40052" y="21890"/>
                </a:lnTo>
                <a:cubicBezTo>
                  <a:pt x="39368" y="17288"/>
                  <a:pt x="37256" y="13938"/>
                  <a:pt x="33848" y="11885"/>
                </a:cubicBezTo>
                <a:cubicBezTo>
                  <a:pt x="30440" y="9773"/>
                  <a:pt x="25939" y="9205"/>
                  <a:pt x="20419" y="10064"/>
                </a:cubicBezTo>
                <a:cubicBezTo>
                  <a:pt x="16953" y="10574"/>
                  <a:pt x="13589" y="11535"/>
                  <a:pt x="10414" y="12904"/>
                </a:cubicBezTo>
                <a:cubicBezTo>
                  <a:pt x="7224" y="14215"/>
                  <a:pt x="4209" y="15977"/>
                  <a:pt x="1413" y="18147"/>
                </a:cubicBezTo>
                <a:lnTo>
                  <a:pt x="0" y="8811"/>
                </a:lnTo>
                <a:cubicBezTo>
                  <a:pt x="3408" y="6816"/>
                  <a:pt x="6816" y="5229"/>
                  <a:pt x="10181" y="3976"/>
                </a:cubicBezTo>
                <a:cubicBezTo>
                  <a:pt x="13530" y="2724"/>
                  <a:pt x="16895" y="1864"/>
                  <a:pt x="20143" y="1354"/>
                </a:cubicBezTo>
                <a:cubicBezTo>
                  <a:pt x="29012" y="0"/>
                  <a:pt x="36003" y="1296"/>
                  <a:pt x="41072" y="5229"/>
                </a:cubicBezTo>
                <a:cubicBezTo>
                  <a:pt x="46140" y="9103"/>
                  <a:pt x="49432" y="15759"/>
                  <a:pt x="50859" y="25080"/>
                </a:cubicBezTo>
                <a:close/>
                <a:moveTo>
                  <a:pt x="50859" y="250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C8505-C93E-435F-BA8D-A5BDCB0D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608" y="3879616"/>
            <a:ext cx="47611" cy="78284"/>
          </a:xfrm>
          <a:custGeom xmlns:a="http://schemas.openxmlformats.org/drawingml/2006/main">
            <a:pathLst>
              <a:path w="47611" h="78284">
                <a:moveTo>
                  <a:pt x="14783" y="0"/>
                </a:moveTo>
                <a:lnTo>
                  <a:pt x="17463" y="17404"/>
                </a:lnTo>
                <a:lnTo>
                  <a:pt x="38232" y="14229"/>
                </a:lnTo>
                <a:lnTo>
                  <a:pt x="39426" y="22080"/>
                </a:lnTo>
                <a:lnTo>
                  <a:pt x="18657" y="25255"/>
                </a:lnTo>
                <a:lnTo>
                  <a:pt x="23784" y="58491"/>
                </a:lnTo>
                <a:cubicBezTo>
                  <a:pt x="24570" y="63486"/>
                  <a:pt x="25764" y="66618"/>
                  <a:pt x="27366" y="67812"/>
                </a:cubicBezTo>
                <a:cubicBezTo>
                  <a:pt x="28896" y="69064"/>
                  <a:pt x="31794" y="69297"/>
                  <a:pt x="36018" y="68671"/>
                </a:cubicBezTo>
                <a:lnTo>
                  <a:pt x="46358" y="67084"/>
                </a:lnTo>
                <a:lnTo>
                  <a:pt x="47611" y="75502"/>
                </a:lnTo>
                <a:lnTo>
                  <a:pt x="37314" y="77089"/>
                </a:lnTo>
                <a:cubicBezTo>
                  <a:pt x="29522" y="78284"/>
                  <a:pt x="23944" y="77657"/>
                  <a:pt x="20536" y="75211"/>
                </a:cubicBezTo>
                <a:cubicBezTo>
                  <a:pt x="17186" y="72764"/>
                  <a:pt x="14841" y="67695"/>
                  <a:pt x="13705" y="60078"/>
                </a:cubicBezTo>
                <a:lnTo>
                  <a:pt x="8593" y="26798"/>
                </a:lnTo>
                <a:lnTo>
                  <a:pt x="1194" y="27935"/>
                </a:lnTo>
                <a:lnTo>
                  <a:pt x="0" y="20143"/>
                </a:lnTo>
                <a:lnTo>
                  <a:pt x="7340" y="19007"/>
                </a:lnTo>
                <a:lnTo>
                  <a:pt x="4661" y="1588"/>
                </a:lnTo>
                <a:lnTo>
                  <a:pt x="14783" y="0"/>
                </a:lnTo>
                <a:close/>
                <a:moveTo>
                  <a:pt x="1478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46D25-551E-4188-8C02-B7D135A1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520" y="3872843"/>
            <a:ext cx="47684" cy="78284"/>
          </a:xfrm>
          <a:custGeom xmlns:a="http://schemas.openxmlformats.org/drawingml/2006/main">
            <a:pathLst>
              <a:path w="47684" h="78284">
                <a:moveTo>
                  <a:pt x="14797" y="0"/>
                </a:moveTo>
                <a:lnTo>
                  <a:pt x="17477" y="17419"/>
                </a:lnTo>
                <a:lnTo>
                  <a:pt x="38232" y="14229"/>
                </a:lnTo>
                <a:lnTo>
                  <a:pt x="39440" y="22080"/>
                </a:lnTo>
                <a:lnTo>
                  <a:pt x="18730" y="25269"/>
                </a:lnTo>
                <a:lnTo>
                  <a:pt x="23842" y="58549"/>
                </a:lnTo>
                <a:cubicBezTo>
                  <a:pt x="24585" y="63501"/>
                  <a:pt x="25779" y="66618"/>
                  <a:pt x="27366" y="67812"/>
                </a:cubicBezTo>
                <a:cubicBezTo>
                  <a:pt x="28969" y="69064"/>
                  <a:pt x="31809" y="69356"/>
                  <a:pt x="36018" y="68671"/>
                </a:cubicBezTo>
                <a:lnTo>
                  <a:pt x="46373" y="67084"/>
                </a:lnTo>
                <a:lnTo>
                  <a:pt x="47684" y="75502"/>
                </a:lnTo>
                <a:lnTo>
                  <a:pt x="37329" y="77089"/>
                </a:lnTo>
                <a:cubicBezTo>
                  <a:pt x="29537" y="78284"/>
                  <a:pt x="23958" y="77657"/>
                  <a:pt x="20609" y="75211"/>
                </a:cubicBezTo>
                <a:cubicBezTo>
                  <a:pt x="17186" y="72764"/>
                  <a:pt x="14914" y="67768"/>
                  <a:pt x="13720" y="60078"/>
                </a:cubicBezTo>
                <a:lnTo>
                  <a:pt x="8593" y="26798"/>
                </a:lnTo>
                <a:lnTo>
                  <a:pt x="1194" y="27935"/>
                </a:lnTo>
                <a:lnTo>
                  <a:pt x="0" y="20143"/>
                </a:lnTo>
                <a:lnTo>
                  <a:pt x="7399" y="19007"/>
                </a:lnTo>
                <a:lnTo>
                  <a:pt x="4675" y="1602"/>
                </a:lnTo>
                <a:lnTo>
                  <a:pt x="14797" y="0"/>
                </a:lnTo>
                <a:close/>
                <a:moveTo>
                  <a:pt x="1479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FDED4-0D8C-4A58-BEB2-2A422FE7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883" y="3878363"/>
            <a:ext cx="60122" cy="66851"/>
          </a:xfrm>
          <a:custGeom xmlns:a="http://schemas.openxmlformats.org/drawingml/2006/main">
            <a:pathLst>
              <a:path w="60122" h="66851">
                <a:moveTo>
                  <a:pt x="57850" y="26740"/>
                </a:moveTo>
                <a:lnTo>
                  <a:pt x="58593" y="31634"/>
                </a:lnTo>
                <a:lnTo>
                  <a:pt x="12336" y="38741"/>
                </a:lnTo>
                <a:cubicBezTo>
                  <a:pt x="13822" y="45630"/>
                  <a:pt x="16720" y="50582"/>
                  <a:pt x="21046" y="53655"/>
                </a:cubicBezTo>
                <a:cubicBezTo>
                  <a:pt x="25313" y="56728"/>
                  <a:pt x="30833" y="57690"/>
                  <a:pt x="37489" y="56670"/>
                </a:cubicBezTo>
                <a:cubicBezTo>
                  <a:pt x="41348" y="56102"/>
                  <a:pt x="44989" y="55010"/>
                  <a:pt x="48529" y="53539"/>
                </a:cubicBezTo>
                <a:cubicBezTo>
                  <a:pt x="51995" y="52053"/>
                  <a:pt x="55345" y="50072"/>
                  <a:pt x="58651" y="47626"/>
                </a:cubicBezTo>
                <a:lnTo>
                  <a:pt x="60122" y="57122"/>
                </a:lnTo>
                <a:cubicBezTo>
                  <a:pt x="56772" y="59233"/>
                  <a:pt x="53247" y="60937"/>
                  <a:pt x="49548" y="62350"/>
                </a:cubicBezTo>
                <a:cubicBezTo>
                  <a:pt x="45907" y="63719"/>
                  <a:pt x="42091" y="64739"/>
                  <a:pt x="38217" y="65307"/>
                </a:cubicBezTo>
                <a:cubicBezTo>
                  <a:pt x="28444" y="66851"/>
                  <a:pt x="20245" y="65205"/>
                  <a:pt x="13647" y="60369"/>
                </a:cubicBezTo>
                <a:cubicBezTo>
                  <a:pt x="7049" y="55592"/>
                  <a:pt x="3015" y="48310"/>
                  <a:pt x="1529" y="38581"/>
                </a:cubicBezTo>
                <a:cubicBezTo>
                  <a:pt x="0" y="28561"/>
                  <a:pt x="1471" y="20201"/>
                  <a:pt x="5971" y="13487"/>
                </a:cubicBezTo>
                <a:cubicBezTo>
                  <a:pt x="10515" y="6714"/>
                  <a:pt x="17346" y="2680"/>
                  <a:pt x="26565" y="1253"/>
                </a:cubicBezTo>
                <a:cubicBezTo>
                  <a:pt x="34809" y="0"/>
                  <a:pt x="41698" y="1646"/>
                  <a:pt x="47334" y="6204"/>
                </a:cubicBezTo>
                <a:cubicBezTo>
                  <a:pt x="52956" y="10749"/>
                  <a:pt x="56422" y="17579"/>
                  <a:pt x="57850" y="26740"/>
                </a:cubicBezTo>
                <a:close/>
                <a:moveTo>
                  <a:pt x="47334" y="25313"/>
                </a:moveTo>
                <a:cubicBezTo>
                  <a:pt x="46417" y="19808"/>
                  <a:pt x="44203" y="15642"/>
                  <a:pt x="40664" y="12860"/>
                </a:cubicBezTo>
                <a:cubicBezTo>
                  <a:pt x="37139" y="10020"/>
                  <a:pt x="32930" y="8986"/>
                  <a:pt x="27978" y="9787"/>
                </a:cubicBezTo>
                <a:cubicBezTo>
                  <a:pt x="22356" y="10647"/>
                  <a:pt x="18089" y="12919"/>
                  <a:pt x="15234" y="16618"/>
                </a:cubicBezTo>
                <a:cubicBezTo>
                  <a:pt x="12336" y="20317"/>
                  <a:pt x="11084" y="25094"/>
                  <a:pt x="11433" y="30891"/>
                </a:cubicBezTo>
                <a:lnTo>
                  <a:pt x="47334" y="25313"/>
                </a:lnTo>
                <a:close/>
                <a:moveTo>
                  <a:pt x="47334" y="253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36F3B-4141-401F-BE73-6EB4E41F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516" y="3868008"/>
            <a:ext cx="37372" cy="67768"/>
          </a:xfrm>
          <a:custGeom xmlns:a="http://schemas.openxmlformats.org/drawingml/2006/main">
            <a:pathLst>
              <a:path w="37372" h="67768">
                <a:moveTo>
                  <a:pt x="37372" y="10355"/>
                </a:moveTo>
                <a:cubicBezTo>
                  <a:pt x="36120" y="9846"/>
                  <a:pt x="34809" y="9554"/>
                  <a:pt x="33454" y="9511"/>
                </a:cubicBezTo>
                <a:cubicBezTo>
                  <a:pt x="32085" y="9394"/>
                  <a:pt x="30542" y="9452"/>
                  <a:pt x="28954" y="9671"/>
                </a:cubicBezTo>
                <a:cubicBezTo>
                  <a:pt x="23259" y="10588"/>
                  <a:pt x="19167" y="13093"/>
                  <a:pt x="16720" y="17244"/>
                </a:cubicBezTo>
                <a:cubicBezTo>
                  <a:pt x="14215" y="21453"/>
                  <a:pt x="13530" y="26973"/>
                  <a:pt x="14623" y="33906"/>
                </a:cubicBezTo>
                <a:lnTo>
                  <a:pt x="19560" y="66166"/>
                </a:lnTo>
                <a:lnTo>
                  <a:pt x="9438" y="67768"/>
                </a:lnTo>
                <a:lnTo>
                  <a:pt x="0" y="6481"/>
                </a:lnTo>
                <a:lnTo>
                  <a:pt x="10122" y="4894"/>
                </a:lnTo>
                <a:lnTo>
                  <a:pt x="11608" y="14448"/>
                </a:lnTo>
                <a:cubicBezTo>
                  <a:pt x="13137" y="10414"/>
                  <a:pt x="15467" y="7224"/>
                  <a:pt x="18599" y="4894"/>
                </a:cubicBezTo>
                <a:cubicBezTo>
                  <a:pt x="21730" y="2563"/>
                  <a:pt x="25706" y="1034"/>
                  <a:pt x="30542" y="291"/>
                </a:cubicBezTo>
                <a:cubicBezTo>
                  <a:pt x="31226" y="175"/>
                  <a:pt x="32027" y="58"/>
                  <a:pt x="32886" y="58"/>
                </a:cubicBezTo>
                <a:cubicBezTo>
                  <a:pt x="33731" y="0"/>
                  <a:pt x="34649" y="0"/>
                  <a:pt x="35726" y="0"/>
                </a:cubicBezTo>
                <a:lnTo>
                  <a:pt x="37372" y="10355"/>
                </a:lnTo>
                <a:close/>
                <a:moveTo>
                  <a:pt x="37372" y="10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C12DD-E051-46C0-9F85-59B975FC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767" y="3859255"/>
            <a:ext cx="59627" cy="92906"/>
          </a:xfrm>
          <a:custGeom xmlns:a="http://schemas.openxmlformats.org/drawingml/2006/main">
            <a:pathLst>
              <a:path w="59627" h="92906">
                <a:moveTo>
                  <a:pt x="43009" y="71103"/>
                </a:moveTo>
                <a:cubicBezTo>
                  <a:pt x="41305" y="78852"/>
                  <a:pt x="39251" y="84022"/>
                  <a:pt x="36921" y="86644"/>
                </a:cubicBezTo>
                <a:cubicBezTo>
                  <a:pt x="34532" y="89309"/>
                  <a:pt x="31124" y="90969"/>
                  <a:pt x="26624" y="91654"/>
                </a:cubicBezTo>
                <a:lnTo>
                  <a:pt x="18555" y="92906"/>
                </a:lnTo>
                <a:lnTo>
                  <a:pt x="17244" y="84473"/>
                </a:lnTo>
                <a:lnTo>
                  <a:pt x="23157" y="83570"/>
                </a:lnTo>
                <a:cubicBezTo>
                  <a:pt x="25939" y="83177"/>
                  <a:pt x="27993" y="82143"/>
                  <a:pt x="29304" y="80614"/>
                </a:cubicBezTo>
                <a:cubicBezTo>
                  <a:pt x="30673" y="79070"/>
                  <a:pt x="31867" y="75720"/>
                  <a:pt x="33003" y="70535"/>
                </a:cubicBezTo>
                <a:lnTo>
                  <a:pt x="34081" y="65642"/>
                </a:lnTo>
                <a:lnTo>
                  <a:pt x="0" y="9205"/>
                </a:lnTo>
                <a:lnTo>
                  <a:pt x="10690" y="7559"/>
                </a:lnTo>
                <a:lnTo>
                  <a:pt x="37212" y="52505"/>
                </a:lnTo>
                <a:lnTo>
                  <a:pt x="48980" y="1646"/>
                </a:lnTo>
                <a:lnTo>
                  <a:pt x="59627" y="0"/>
                </a:lnTo>
                <a:lnTo>
                  <a:pt x="43009" y="71103"/>
                </a:lnTo>
                <a:close/>
                <a:moveTo>
                  <a:pt x="43009" y="711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9FB2F-A5E7-4FE9-885F-B66E0921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0" y="3852249"/>
            <a:ext cx="55927" cy="85289"/>
          </a:xfrm>
          <a:custGeom xmlns:a="http://schemas.openxmlformats.org/drawingml/2006/main">
            <a:pathLst>
              <a:path w="55927" h="85289">
                <a:moveTo>
                  <a:pt x="11885" y="11098"/>
                </a:moveTo>
                <a:lnTo>
                  <a:pt x="14506" y="42047"/>
                </a:lnTo>
                <a:lnTo>
                  <a:pt x="28561" y="40853"/>
                </a:lnTo>
                <a:cubicBezTo>
                  <a:pt x="33731" y="40445"/>
                  <a:pt x="37605" y="38741"/>
                  <a:pt x="40212" y="35843"/>
                </a:cubicBezTo>
                <a:cubicBezTo>
                  <a:pt x="42834" y="32886"/>
                  <a:pt x="43912" y="28954"/>
                  <a:pt x="43518" y="24017"/>
                </a:cubicBezTo>
                <a:cubicBezTo>
                  <a:pt x="43067" y="19065"/>
                  <a:pt x="41363" y="15365"/>
                  <a:pt x="38290" y="12919"/>
                </a:cubicBezTo>
                <a:cubicBezTo>
                  <a:pt x="35217" y="10472"/>
                  <a:pt x="31110" y="9511"/>
                  <a:pt x="25881" y="9904"/>
                </a:cubicBezTo>
                <a:lnTo>
                  <a:pt x="11885" y="11098"/>
                </a:lnTo>
                <a:close/>
                <a:moveTo>
                  <a:pt x="0" y="2898"/>
                </a:moveTo>
                <a:lnTo>
                  <a:pt x="25138" y="743"/>
                </a:lnTo>
                <a:cubicBezTo>
                  <a:pt x="34357" y="0"/>
                  <a:pt x="41523" y="1486"/>
                  <a:pt x="46591" y="5243"/>
                </a:cubicBezTo>
                <a:cubicBezTo>
                  <a:pt x="51660" y="9044"/>
                  <a:pt x="54558" y="14958"/>
                  <a:pt x="55243" y="22983"/>
                </a:cubicBezTo>
                <a:cubicBezTo>
                  <a:pt x="55927" y="31124"/>
                  <a:pt x="54107" y="37430"/>
                  <a:pt x="49723" y="41989"/>
                </a:cubicBezTo>
                <a:cubicBezTo>
                  <a:pt x="45339" y="46591"/>
                  <a:pt x="38567" y="49213"/>
                  <a:pt x="29289" y="50014"/>
                </a:cubicBezTo>
                <a:lnTo>
                  <a:pt x="15307" y="51208"/>
                </a:lnTo>
                <a:lnTo>
                  <a:pt x="18147" y="84313"/>
                </a:lnTo>
                <a:lnTo>
                  <a:pt x="6991" y="85289"/>
                </a:lnTo>
                <a:lnTo>
                  <a:pt x="0" y="2898"/>
                </a:lnTo>
                <a:close/>
                <a:moveTo>
                  <a:pt x="0" y="28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39C79-22BA-48E6-85A4-4B8DF4B6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19" y="3845317"/>
            <a:ext cx="48135" cy="86411"/>
          </a:xfrm>
          <a:custGeom xmlns:a="http://schemas.openxmlformats.org/drawingml/2006/main">
            <a:pathLst>
              <a:path w="48135" h="86411">
                <a:moveTo>
                  <a:pt x="0" y="4034"/>
                </a:moveTo>
                <a:lnTo>
                  <a:pt x="47334" y="0"/>
                </a:lnTo>
                <a:lnTo>
                  <a:pt x="48135" y="9379"/>
                </a:lnTo>
                <a:lnTo>
                  <a:pt x="11957" y="12511"/>
                </a:lnTo>
                <a:lnTo>
                  <a:pt x="13996" y="36746"/>
                </a:lnTo>
                <a:lnTo>
                  <a:pt x="46664" y="33964"/>
                </a:lnTo>
                <a:lnTo>
                  <a:pt x="47451" y="43344"/>
                </a:lnTo>
                <a:lnTo>
                  <a:pt x="14797" y="46140"/>
                </a:lnTo>
                <a:lnTo>
                  <a:pt x="18162" y="85449"/>
                </a:lnTo>
                <a:lnTo>
                  <a:pt x="7005" y="86411"/>
                </a:lnTo>
                <a:lnTo>
                  <a:pt x="0" y="4034"/>
                </a:lnTo>
                <a:close/>
                <a:moveTo>
                  <a:pt x="0" y="40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8FEE3-12C2-45C2-9A1B-78F0E3B2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90" y="3842870"/>
            <a:ext cx="58258" cy="83337"/>
          </a:xfrm>
          <a:custGeom xmlns:a="http://schemas.openxmlformats.org/drawingml/2006/main">
            <a:pathLst>
              <a:path w="58258" h="83337">
                <a:moveTo>
                  <a:pt x="0" y="961"/>
                </a:moveTo>
                <a:lnTo>
                  <a:pt x="11156" y="0"/>
                </a:lnTo>
                <a:lnTo>
                  <a:pt x="17361" y="72982"/>
                </a:lnTo>
                <a:lnTo>
                  <a:pt x="57471" y="69574"/>
                </a:lnTo>
                <a:lnTo>
                  <a:pt x="58258" y="78954"/>
                </a:lnTo>
                <a:lnTo>
                  <a:pt x="7005" y="83337"/>
                </a:lnTo>
                <a:lnTo>
                  <a:pt x="0" y="961"/>
                </a:lnTo>
                <a:close/>
                <a:moveTo>
                  <a:pt x="0" y="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A2ED9-4F15-478B-B418-CC67DDB9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39" y="3905730"/>
            <a:ext cx="12860" cy="15016"/>
          </a:xfrm>
          <a:custGeom xmlns:a="http://schemas.openxmlformats.org/drawingml/2006/main">
            <a:pathLst>
              <a:path w="12860" h="15016">
                <a:moveTo>
                  <a:pt x="0" y="1020"/>
                </a:moveTo>
                <a:lnTo>
                  <a:pt x="11666" y="0"/>
                </a:lnTo>
                <a:lnTo>
                  <a:pt x="12860" y="13996"/>
                </a:lnTo>
                <a:lnTo>
                  <a:pt x="1209" y="15016"/>
                </a:lnTo>
                <a:lnTo>
                  <a:pt x="0" y="1020"/>
                </a:lnTo>
                <a:close/>
                <a:moveTo>
                  <a:pt x="0" y="10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3C2E0-08BE-469E-9B01-7E8ACE5A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5" y="3832514"/>
            <a:ext cx="75444" cy="86134"/>
          </a:xfrm>
          <a:custGeom xmlns:a="http://schemas.openxmlformats.org/drawingml/2006/main">
            <a:pathLst>
              <a:path w="75444" h="86134">
                <a:moveTo>
                  <a:pt x="31692" y="11550"/>
                </a:moveTo>
                <a:lnTo>
                  <a:pt x="20026" y="53815"/>
                </a:lnTo>
                <a:lnTo>
                  <a:pt x="50349" y="51252"/>
                </a:lnTo>
                <a:lnTo>
                  <a:pt x="31692" y="11550"/>
                </a:lnTo>
                <a:close/>
                <a:moveTo>
                  <a:pt x="24468" y="1078"/>
                </a:moveTo>
                <a:lnTo>
                  <a:pt x="37096" y="0"/>
                </a:lnTo>
                <a:lnTo>
                  <a:pt x="75444" y="79696"/>
                </a:lnTo>
                <a:lnTo>
                  <a:pt x="63894" y="80672"/>
                </a:lnTo>
                <a:lnTo>
                  <a:pt x="54558" y="60180"/>
                </a:lnTo>
                <a:lnTo>
                  <a:pt x="17463" y="63370"/>
                </a:lnTo>
                <a:lnTo>
                  <a:pt x="11768" y="85100"/>
                </a:lnTo>
                <a:lnTo>
                  <a:pt x="0" y="86134"/>
                </a:lnTo>
                <a:lnTo>
                  <a:pt x="24468" y="1078"/>
                </a:lnTo>
                <a:close/>
                <a:moveTo>
                  <a:pt x="24468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B9C8E-1D0B-48EA-9FE7-DD7F5762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2" y="3825917"/>
            <a:ext cx="55927" cy="85275"/>
          </a:xfrm>
          <a:custGeom xmlns:a="http://schemas.openxmlformats.org/drawingml/2006/main">
            <a:pathLst>
              <a:path w="55927" h="85275">
                <a:moveTo>
                  <a:pt x="11899" y="11142"/>
                </a:moveTo>
                <a:lnTo>
                  <a:pt x="14506" y="42091"/>
                </a:lnTo>
                <a:lnTo>
                  <a:pt x="28561" y="40897"/>
                </a:lnTo>
                <a:cubicBezTo>
                  <a:pt x="33746" y="40445"/>
                  <a:pt x="37605" y="38741"/>
                  <a:pt x="40227" y="35843"/>
                </a:cubicBezTo>
                <a:cubicBezTo>
                  <a:pt x="42848" y="32930"/>
                  <a:pt x="43926" y="28954"/>
                  <a:pt x="43475" y="24002"/>
                </a:cubicBezTo>
                <a:cubicBezTo>
                  <a:pt x="43067" y="19050"/>
                  <a:pt x="41305" y="15409"/>
                  <a:pt x="38290" y="12962"/>
                </a:cubicBezTo>
                <a:cubicBezTo>
                  <a:pt x="35217" y="10515"/>
                  <a:pt x="31124" y="9496"/>
                  <a:pt x="25895" y="9947"/>
                </a:cubicBezTo>
                <a:lnTo>
                  <a:pt x="11899" y="11142"/>
                </a:lnTo>
                <a:close/>
                <a:moveTo>
                  <a:pt x="0" y="2957"/>
                </a:moveTo>
                <a:lnTo>
                  <a:pt x="25153" y="786"/>
                </a:lnTo>
                <a:cubicBezTo>
                  <a:pt x="34372" y="0"/>
                  <a:pt x="41538" y="1471"/>
                  <a:pt x="46591" y="5287"/>
                </a:cubicBezTo>
                <a:cubicBezTo>
                  <a:pt x="51660" y="9044"/>
                  <a:pt x="54558" y="14958"/>
                  <a:pt x="55243" y="22983"/>
                </a:cubicBezTo>
                <a:cubicBezTo>
                  <a:pt x="55927" y="31110"/>
                  <a:pt x="54107" y="37489"/>
                  <a:pt x="49723" y="42033"/>
                </a:cubicBezTo>
                <a:cubicBezTo>
                  <a:pt x="45339" y="46591"/>
                  <a:pt x="38581" y="49257"/>
                  <a:pt x="29304" y="50058"/>
                </a:cubicBezTo>
                <a:lnTo>
                  <a:pt x="15307" y="51252"/>
                </a:lnTo>
                <a:lnTo>
                  <a:pt x="18147" y="84313"/>
                </a:lnTo>
                <a:lnTo>
                  <a:pt x="7005" y="85275"/>
                </a:lnTo>
                <a:lnTo>
                  <a:pt x="0" y="2957"/>
                </a:lnTo>
                <a:close/>
                <a:moveTo>
                  <a:pt x="0" y="29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BCD76-6438-4DB2-80EC-720B531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70" y="3891792"/>
            <a:ext cx="12860" cy="15016"/>
          </a:xfrm>
          <a:custGeom xmlns:a="http://schemas.openxmlformats.org/drawingml/2006/main">
            <a:pathLst>
              <a:path w="12860" h="15016">
                <a:moveTo>
                  <a:pt x="0" y="1020"/>
                </a:moveTo>
                <a:lnTo>
                  <a:pt x="11666" y="0"/>
                </a:lnTo>
                <a:lnTo>
                  <a:pt x="12860" y="14055"/>
                </a:lnTo>
                <a:lnTo>
                  <a:pt x="1194" y="15016"/>
                </a:lnTo>
                <a:lnTo>
                  <a:pt x="0" y="1020"/>
                </a:lnTo>
                <a:close/>
                <a:moveTo>
                  <a:pt x="0" y="10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98DF9-7225-424A-A556-8506512F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09" y="3818635"/>
            <a:ext cx="75444" cy="86076"/>
          </a:xfrm>
          <a:custGeom xmlns:a="http://schemas.openxmlformats.org/drawingml/2006/main">
            <a:pathLst>
              <a:path w="75444" h="86076">
                <a:moveTo>
                  <a:pt x="31634" y="11491"/>
                </a:moveTo>
                <a:lnTo>
                  <a:pt x="20026" y="53757"/>
                </a:lnTo>
                <a:lnTo>
                  <a:pt x="50291" y="51194"/>
                </a:lnTo>
                <a:lnTo>
                  <a:pt x="31634" y="11491"/>
                </a:lnTo>
                <a:close/>
                <a:moveTo>
                  <a:pt x="24410" y="1078"/>
                </a:moveTo>
                <a:lnTo>
                  <a:pt x="37037" y="0"/>
                </a:lnTo>
                <a:lnTo>
                  <a:pt x="75444" y="79638"/>
                </a:lnTo>
                <a:lnTo>
                  <a:pt x="63836" y="80672"/>
                </a:lnTo>
                <a:lnTo>
                  <a:pt x="54558" y="60122"/>
                </a:lnTo>
                <a:lnTo>
                  <a:pt x="17404" y="63311"/>
                </a:lnTo>
                <a:lnTo>
                  <a:pt x="11724" y="85100"/>
                </a:lnTo>
                <a:lnTo>
                  <a:pt x="0" y="86076"/>
                </a:lnTo>
                <a:lnTo>
                  <a:pt x="24410" y="1078"/>
                </a:lnTo>
                <a:close/>
                <a:moveTo>
                  <a:pt x="24410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5E444-A09B-4785-9AF1-3A039BE7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63" y="3811979"/>
            <a:ext cx="55971" cy="85275"/>
          </a:xfrm>
          <a:custGeom xmlns:a="http://schemas.openxmlformats.org/drawingml/2006/main">
            <a:pathLst>
              <a:path w="55971" h="85275">
                <a:moveTo>
                  <a:pt x="11885" y="11142"/>
                </a:moveTo>
                <a:lnTo>
                  <a:pt x="14564" y="42091"/>
                </a:lnTo>
                <a:lnTo>
                  <a:pt x="28546" y="40897"/>
                </a:lnTo>
                <a:cubicBezTo>
                  <a:pt x="33731" y="40445"/>
                  <a:pt x="37664" y="38800"/>
                  <a:pt x="40212" y="35828"/>
                </a:cubicBezTo>
                <a:cubicBezTo>
                  <a:pt x="42834" y="32930"/>
                  <a:pt x="43912" y="28954"/>
                  <a:pt x="43518" y="24002"/>
                </a:cubicBezTo>
                <a:cubicBezTo>
                  <a:pt x="43111" y="19108"/>
                  <a:pt x="41348" y="15409"/>
                  <a:pt x="38275" y="12962"/>
                </a:cubicBezTo>
                <a:cubicBezTo>
                  <a:pt x="35217" y="10515"/>
                  <a:pt x="31110" y="9496"/>
                  <a:pt x="25939" y="9947"/>
                </a:cubicBezTo>
                <a:lnTo>
                  <a:pt x="11885" y="11142"/>
                </a:lnTo>
                <a:close/>
                <a:moveTo>
                  <a:pt x="0" y="2957"/>
                </a:moveTo>
                <a:lnTo>
                  <a:pt x="25138" y="786"/>
                </a:lnTo>
                <a:cubicBezTo>
                  <a:pt x="34357" y="0"/>
                  <a:pt x="41523" y="1529"/>
                  <a:pt x="46591" y="5287"/>
                </a:cubicBezTo>
                <a:cubicBezTo>
                  <a:pt x="51704" y="9044"/>
                  <a:pt x="54558" y="14958"/>
                  <a:pt x="55286" y="23041"/>
                </a:cubicBezTo>
                <a:cubicBezTo>
                  <a:pt x="55971" y="31168"/>
                  <a:pt x="54092" y="37489"/>
                  <a:pt x="49723" y="42033"/>
                </a:cubicBezTo>
                <a:cubicBezTo>
                  <a:pt x="45397" y="46591"/>
                  <a:pt x="38567" y="49257"/>
                  <a:pt x="29347" y="50058"/>
                </a:cubicBezTo>
                <a:lnTo>
                  <a:pt x="15293" y="51252"/>
                </a:lnTo>
                <a:lnTo>
                  <a:pt x="18147" y="84357"/>
                </a:lnTo>
                <a:lnTo>
                  <a:pt x="6991" y="85275"/>
                </a:lnTo>
                <a:lnTo>
                  <a:pt x="0" y="2957"/>
                </a:lnTo>
                <a:close/>
                <a:moveTo>
                  <a:pt x="0" y="29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A630B-2538-47D2-A969-5077263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21" y="3803779"/>
            <a:ext cx="78458" cy="87445"/>
          </a:xfrm>
          <a:custGeom xmlns:a="http://schemas.openxmlformats.org/drawingml/2006/main">
            <a:pathLst>
              <a:path w="78458" h="87445">
                <a:moveTo>
                  <a:pt x="36411" y="10064"/>
                </a:moveTo>
                <a:cubicBezTo>
                  <a:pt x="28328" y="10749"/>
                  <a:pt x="22138" y="14288"/>
                  <a:pt x="17929" y="20769"/>
                </a:cubicBezTo>
                <a:cubicBezTo>
                  <a:pt x="13661" y="27192"/>
                  <a:pt x="12001" y="35610"/>
                  <a:pt x="12860" y="46023"/>
                </a:cubicBezTo>
                <a:cubicBezTo>
                  <a:pt x="13763" y="56379"/>
                  <a:pt x="16836" y="64345"/>
                  <a:pt x="22080" y="69982"/>
                </a:cubicBezTo>
                <a:cubicBezTo>
                  <a:pt x="27366" y="75604"/>
                  <a:pt x="34081" y="78109"/>
                  <a:pt x="42164" y="77381"/>
                </a:cubicBezTo>
                <a:cubicBezTo>
                  <a:pt x="50233" y="76696"/>
                  <a:pt x="56379" y="73157"/>
                  <a:pt x="60588" y="66734"/>
                </a:cubicBezTo>
                <a:cubicBezTo>
                  <a:pt x="64797" y="60311"/>
                  <a:pt x="66516" y="51893"/>
                  <a:pt x="65598" y="41538"/>
                </a:cubicBezTo>
                <a:cubicBezTo>
                  <a:pt x="64739" y="31124"/>
                  <a:pt x="61680" y="23099"/>
                  <a:pt x="56437" y="17463"/>
                </a:cubicBezTo>
                <a:cubicBezTo>
                  <a:pt x="51150" y="11841"/>
                  <a:pt x="44494" y="9336"/>
                  <a:pt x="36411" y="10064"/>
                </a:cubicBezTo>
                <a:close/>
                <a:moveTo>
                  <a:pt x="35668" y="1020"/>
                </a:moveTo>
                <a:cubicBezTo>
                  <a:pt x="47218" y="0"/>
                  <a:pt x="56728" y="3131"/>
                  <a:pt x="64287" y="10239"/>
                </a:cubicBezTo>
                <a:cubicBezTo>
                  <a:pt x="71919" y="17404"/>
                  <a:pt x="76245" y="27483"/>
                  <a:pt x="77322" y="40504"/>
                </a:cubicBezTo>
                <a:cubicBezTo>
                  <a:pt x="78458" y="53480"/>
                  <a:pt x="75895" y="64171"/>
                  <a:pt x="69632" y="72487"/>
                </a:cubicBezTo>
                <a:cubicBezTo>
                  <a:pt x="63384" y="80789"/>
                  <a:pt x="54442" y="85449"/>
                  <a:pt x="42892" y="86483"/>
                </a:cubicBezTo>
                <a:cubicBezTo>
                  <a:pt x="31357" y="87445"/>
                  <a:pt x="21730" y="84372"/>
                  <a:pt x="14171" y="77264"/>
                </a:cubicBezTo>
                <a:cubicBezTo>
                  <a:pt x="6539" y="70098"/>
                  <a:pt x="2228" y="60020"/>
                  <a:pt x="1136" y="46999"/>
                </a:cubicBezTo>
                <a:cubicBezTo>
                  <a:pt x="0" y="33964"/>
                  <a:pt x="2563" y="23332"/>
                  <a:pt x="8884" y="14958"/>
                </a:cubicBezTo>
                <a:cubicBezTo>
                  <a:pt x="15132" y="6656"/>
                  <a:pt x="24075" y="1995"/>
                  <a:pt x="35668" y="1020"/>
                </a:cubicBezTo>
                <a:close/>
                <a:moveTo>
                  <a:pt x="35668" y="10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107550-C0F9-4D62-8AF2-DD7A89BE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82" y="3798259"/>
            <a:ext cx="73958" cy="85624"/>
          </a:xfrm>
          <a:custGeom xmlns:a="http://schemas.openxmlformats.org/drawingml/2006/main">
            <a:pathLst>
              <a:path w="73958" h="85624">
                <a:moveTo>
                  <a:pt x="11943" y="11491"/>
                </a:moveTo>
                <a:lnTo>
                  <a:pt x="17346" y="75560"/>
                </a:lnTo>
                <a:lnTo>
                  <a:pt x="30833" y="74366"/>
                </a:lnTo>
                <a:cubicBezTo>
                  <a:pt x="42208" y="73390"/>
                  <a:pt x="50291" y="70157"/>
                  <a:pt x="55126" y="64579"/>
                </a:cubicBezTo>
                <a:cubicBezTo>
                  <a:pt x="59962" y="58942"/>
                  <a:pt x="61899" y="50582"/>
                  <a:pt x="60981" y="39484"/>
                </a:cubicBezTo>
                <a:cubicBezTo>
                  <a:pt x="60020" y="28444"/>
                  <a:pt x="56714" y="20594"/>
                  <a:pt x="50975" y="15933"/>
                </a:cubicBezTo>
                <a:cubicBezTo>
                  <a:pt x="45281" y="11273"/>
                  <a:pt x="36746" y="9394"/>
                  <a:pt x="25371" y="10355"/>
                </a:cubicBezTo>
                <a:lnTo>
                  <a:pt x="11943" y="11491"/>
                </a:lnTo>
                <a:close/>
                <a:moveTo>
                  <a:pt x="0" y="3306"/>
                </a:moveTo>
                <a:lnTo>
                  <a:pt x="22866" y="1369"/>
                </a:lnTo>
                <a:cubicBezTo>
                  <a:pt x="38858" y="0"/>
                  <a:pt x="50859" y="2272"/>
                  <a:pt x="58884" y="8302"/>
                </a:cubicBezTo>
                <a:cubicBezTo>
                  <a:pt x="66909" y="14288"/>
                  <a:pt x="71511" y="24352"/>
                  <a:pt x="72705" y="38465"/>
                </a:cubicBezTo>
                <a:cubicBezTo>
                  <a:pt x="73958" y="52679"/>
                  <a:pt x="71060" y="63442"/>
                  <a:pt x="64112" y="70725"/>
                </a:cubicBezTo>
                <a:cubicBezTo>
                  <a:pt x="57180" y="78007"/>
                  <a:pt x="45790" y="82318"/>
                  <a:pt x="29930" y="83687"/>
                </a:cubicBezTo>
                <a:lnTo>
                  <a:pt x="6991" y="85624"/>
                </a:lnTo>
                <a:lnTo>
                  <a:pt x="0" y="3306"/>
                </a:lnTo>
                <a:close/>
                <a:moveTo>
                  <a:pt x="0" y="33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B10E8-735A-4D62-9893-BB7930A7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60" y="3787729"/>
            <a:ext cx="82333" cy="88755"/>
          </a:xfrm>
          <a:custGeom xmlns:a="http://schemas.openxmlformats.org/drawingml/2006/main">
            <a:pathLst>
              <a:path w="82333" h="88755">
                <a:moveTo>
                  <a:pt x="0" y="6437"/>
                </a:moveTo>
                <a:lnTo>
                  <a:pt x="16618" y="5010"/>
                </a:lnTo>
                <a:lnTo>
                  <a:pt x="42397" y="59233"/>
                </a:lnTo>
                <a:lnTo>
                  <a:pt x="58724" y="1427"/>
                </a:lnTo>
                <a:lnTo>
                  <a:pt x="75327" y="0"/>
                </a:lnTo>
                <a:lnTo>
                  <a:pt x="82333" y="82333"/>
                </a:lnTo>
                <a:lnTo>
                  <a:pt x="71467" y="83294"/>
                </a:lnTo>
                <a:lnTo>
                  <a:pt x="65321" y="10982"/>
                </a:lnTo>
                <a:lnTo>
                  <a:pt x="48878" y="69239"/>
                </a:lnTo>
                <a:lnTo>
                  <a:pt x="37722" y="70215"/>
                </a:lnTo>
                <a:lnTo>
                  <a:pt x="11666" y="15540"/>
                </a:lnTo>
                <a:lnTo>
                  <a:pt x="17812" y="87852"/>
                </a:lnTo>
                <a:lnTo>
                  <a:pt x="7005" y="88755"/>
                </a:lnTo>
                <a:lnTo>
                  <a:pt x="0" y="6437"/>
                </a:lnTo>
                <a:close/>
                <a:moveTo>
                  <a:pt x="0" y="64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FC270-B6C5-4681-A854-858B70A3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5" y="3784889"/>
            <a:ext cx="58258" cy="83294"/>
          </a:xfrm>
          <a:custGeom xmlns:a="http://schemas.openxmlformats.org/drawingml/2006/main">
            <a:pathLst>
              <a:path w="58258" h="83294">
                <a:moveTo>
                  <a:pt x="0" y="976"/>
                </a:moveTo>
                <a:lnTo>
                  <a:pt x="11142" y="0"/>
                </a:lnTo>
                <a:lnTo>
                  <a:pt x="17346" y="72997"/>
                </a:lnTo>
                <a:lnTo>
                  <a:pt x="57457" y="69589"/>
                </a:lnTo>
                <a:lnTo>
                  <a:pt x="58258" y="78968"/>
                </a:lnTo>
                <a:lnTo>
                  <a:pt x="6991" y="83294"/>
                </a:lnTo>
                <a:lnTo>
                  <a:pt x="0" y="976"/>
                </a:lnTo>
                <a:close/>
                <a:moveTo>
                  <a:pt x="0" y="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F0D40-87E0-4E78-B42C-341B938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43" y="3777213"/>
            <a:ext cx="73958" cy="85624"/>
          </a:xfrm>
          <a:custGeom xmlns:a="http://schemas.openxmlformats.org/drawingml/2006/main">
            <a:pathLst>
              <a:path w="73958" h="85624">
                <a:moveTo>
                  <a:pt x="11957" y="11491"/>
                </a:moveTo>
                <a:lnTo>
                  <a:pt x="17361" y="75546"/>
                </a:lnTo>
                <a:lnTo>
                  <a:pt x="30833" y="74351"/>
                </a:lnTo>
                <a:cubicBezTo>
                  <a:pt x="42222" y="73390"/>
                  <a:pt x="50291" y="70142"/>
                  <a:pt x="55126" y="64564"/>
                </a:cubicBezTo>
                <a:cubicBezTo>
                  <a:pt x="59962" y="58942"/>
                  <a:pt x="61899" y="50568"/>
                  <a:pt x="60996" y="39484"/>
                </a:cubicBezTo>
                <a:cubicBezTo>
                  <a:pt x="60020" y="28444"/>
                  <a:pt x="56728" y="20594"/>
                  <a:pt x="50975" y="15933"/>
                </a:cubicBezTo>
                <a:cubicBezTo>
                  <a:pt x="45295" y="11258"/>
                  <a:pt x="36761" y="9379"/>
                  <a:pt x="25371" y="10355"/>
                </a:cubicBezTo>
                <a:lnTo>
                  <a:pt x="11957" y="11491"/>
                </a:lnTo>
                <a:close/>
                <a:moveTo>
                  <a:pt x="0" y="3292"/>
                </a:moveTo>
                <a:lnTo>
                  <a:pt x="22924" y="1311"/>
                </a:lnTo>
                <a:cubicBezTo>
                  <a:pt x="38858" y="0"/>
                  <a:pt x="50859" y="2272"/>
                  <a:pt x="58884" y="8302"/>
                </a:cubicBezTo>
                <a:cubicBezTo>
                  <a:pt x="66909" y="14273"/>
                  <a:pt x="71511" y="24352"/>
                  <a:pt x="72705" y="38450"/>
                </a:cubicBezTo>
                <a:cubicBezTo>
                  <a:pt x="73958" y="52679"/>
                  <a:pt x="71060" y="63428"/>
                  <a:pt x="64127" y="70710"/>
                </a:cubicBezTo>
                <a:cubicBezTo>
                  <a:pt x="57180" y="77992"/>
                  <a:pt x="45805" y="82318"/>
                  <a:pt x="29930" y="83687"/>
                </a:cubicBezTo>
                <a:lnTo>
                  <a:pt x="7005" y="85624"/>
                </a:lnTo>
                <a:lnTo>
                  <a:pt x="0" y="3292"/>
                </a:lnTo>
                <a:close/>
                <a:moveTo>
                  <a:pt x="0" y="32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D57E4-55B2-43AE-B680-13F44DF2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36" y="3768679"/>
            <a:ext cx="60078" cy="86760"/>
          </a:xfrm>
          <a:custGeom xmlns:a="http://schemas.openxmlformats.org/drawingml/2006/main">
            <a:pathLst>
              <a:path w="60078" h="86760">
                <a:moveTo>
                  <a:pt x="0" y="4442"/>
                </a:moveTo>
                <a:lnTo>
                  <a:pt x="52053" y="0"/>
                </a:lnTo>
                <a:lnTo>
                  <a:pt x="52854" y="9379"/>
                </a:lnTo>
                <a:lnTo>
                  <a:pt x="11943" y="12860"/>
                </a:lnTo>
                <a:lnTo>
                  <a:pt x="13996" y="37212"/>
                </a:lnTo>
                <a:lnTo>
                  <a:pt x="53247" y="33906"/>
                </a:lnTo>
                <a:lnTo>
                  <a:pt x="54048" y="43242"/>
                </a:lnTo>
                <a:lnTo>
                  <a:pt x="14783" y="46591"/>
                </a:lnTo>
                <a:lnTo>
                  <a:pt x="17346" y="76463"/>
                </a:lnTo>
                <a:lnTo>
                  <a:pt x="59277" y="72880"/>
                </a:lnTo>
                <a:lnTo>
                  <a:pt x="60078" y="82260"/>
                </a:lnTo>
                <a:lnTo>
                  <a:pt x="6991" y="86760"/>
                </a:lnTo>
                <a:lnTo>
                  <a:pt x="0" y="4442"/>
                </a:lnTo>
                <a:close/>
                <a:moveTo>
                  <a:pt x="0" y="44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27E0D-02C7-4293-9E65-73A55531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43" y="3763042"/>
            <a:ext cx="62467" cy="86309"/>
          </a:xfrm>
          <a:custGeom xmlns:a="http://schemas.openxmlformats.org/drawingml/2006/main">
            <a:pathLst>
              <a:path w="62467" h="86309">
                <a:moveTo>
                  <a:pt x="51951" y="2447"/>
                </a:moveTo>
                <a:lnTo>
                  <a:pt x="52912" y="13370"/>
                </a:lnTo>
                <a:cubicBezTo>
                  <a:pt x="48470" y="11666"/>
                  <a:pt x="44378" y="10530"/>
                  <a:pt x="40504" y="9846"/>
                </a:cubicBezTo>
                <a:cubicBezTo>
                  <a:pt x="36702" y="9161"/>
                  <a:pt x="33003" y="8986"/>
                  <a:pt x="29522" y="9278"/>
                </a:cubicBezTo>
                <a:cubicBezTo>
                  <a:pt x="23492" y="9787"/>
                  <a:pt x="18890" y="11375"/>
                  <a:pt x="15817" y="13996"/>
                </a:cubicBezTo>
                <a:cubicBezTo>
                  <a:pt x="12686" y="16618"/>
                  <a:pt x="11317" y="20143"/>
                  <a:pt x="11724" y="24468"/>
                </a:cubicBezTo>
                <a:cubicBezTo>
                  <a:pt x="12001" y="28109"/>
                  <a:pt x="13370" y="30775"/>
                  <a:pt x="15700" y="32435"/>
                </a:cubicBezTo>
                <a:cubicBezTo>
                  <a:pt x="18031" y="34081"/>
                  <a:pt x="22298" y="35217"/>
                  <a:pt x="28503" y="35843"/>
                </a:cubicBezTo>
                <a:lnTo>
                  <a:pt x="35391" y="36644"/>
                </a:lnTo>
                <a:cubicBezTo>
                  <a:pt x="43810" y="37547"/>
                  <a:pt x="50174" y="39834"/>
                  <a:pt x="54442" y="43475"/>
                </a:cubicBezTo>
                <a:cubicBezTo>
                  <a:pt x="58767" y="47116"/>
                  <a:pt x="61214" y="52286"/>
                  <a:pt x="61782" y="58942"/>
                </a:cubicBezTo>
                <a:cubicBezTo>
                  <a:pt x="62467" y="66967"/>
                  <a:pt x="60311" y="73230"/>
                  <a:pt x="55301" y="77832"/>
                </a:cubicBezTo>
                <a:cubicBezTo>
                  <a:pt x="50291" y="82376"/>
                  <a:pt x="42615" y="85114"/>
                  <a:pt x="32318" y="85959"/>
                </a:cubicBezTo>
                <a:cubicBezTo>
                  <a:pt x="28386" y="86309"/>
                  <a:pt x="24235" y="86250"/>
                  <a:pt x="19749" y="85741"/>
                </a:cubicBezTo>
                <a:cubicBezTo>
                  <a:pt x="15249" y="85231"/>
                  <a:pt x="10647" y="84313"/>
                  <a:pt x="5753" y="82944"/>
                </a:cubicBezTo>
                <a:lnTo>
                  <a:pt x="4777" y="71511"/>
                </a:lnTo>
                <a:cubicBezTo>
                  <a:pt x="9496" y="73623"/>
                  <a:pt x="14113" y="75152"/>
                  <a:pt x="18555" y="76128"/>
                </a:cubicBezTo>
                <a:cubicBezTo>
                  <a:pt x="22983" y="77031"/>
                  <a:pt x="27308" y="77322"/>
                  <a:pt x="31517" y="76915"/>
                </a:cubicBezTo>
                <a:cubicBezTo>
                  <a:pt x="37897" y="76405"/>
                  <a:pt x="42674" y="74759"/>
                  <a:pt x="45907" y="71977"/>
                </a:cubicBezTo>
                <a:cubicBezTo>
                  <a:pt x="49155" y="69123"/>
                  <a:pt x="50582" y="65423"/>
                  <a:pt x="50174" y="60763"/>
                </a:cubicBezTo>
                <a:cubicBezTo>
                  <a:pt x="49839" y="56787"/>
                  <a:pt x="48354" y="53713"/>
                  <a:pt x="45688" y="51602"/>
                </a:cubicBezTo>
                <a:cubicBezTo>
                  <a:pt x="43009" y="49548"/>
                  <a:pt x="38800" y="48194"/>
                  <a:pt x="33003" y="47509"/>
                </a:cubicBezTo>
                <a:lnTo>
                  <a:pt x="26114" y="46766"/>
                </a:lnTo>
                <a:cubicBezTo>
                  <a:pt x="17637" y="45863"/>
                  <a:pt x="11433" y="43751"/>
                  <a:pt x="7399" y="40562"/>
                </a:cubicBezTo>
                <a:cubicBezTo>
                  <a:pt x="3408" y="37329"/>
                  <a:pt x="1136" y="32595"/>
                  <a:pt x="568" y="26289"/>
                </a:cubicBezTo>
                <a:cubicBezTo>
                  <a:pt x="0" y="19007"/>
                  <a:pt x="2054" y="13035"/>
                  <a:pt x="6831" y="8418"/>
                </a:cubicBezTo>
                <a:cubicBezTo>
                  <a:pt x="11608" y="3816"/>
                  <a:pt x="18497" y="1078"/>
                  <a:pt x="27483" y="350"/>
                </a:cubicBezTo>
                <a:cubicBezTo>
                  <a:pt x="31343" y="0"/>
                  <a:pt x="35333" y="0"/>
                  <a:pt x="39368" y="408"/>
                </a:cubicBezTo>
                <a:cubicBezTo>
                  <a:pt x="43460" y="743"/>
                  <a:pt x="47684" y="1427"/>
                  <a:pt x="51951" y="2447"/>
                </a:cubicBezTo>
                <a:close/>
                <a:moveTo>
                  <a:pt x="51951" y="2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A063A-C692-418B-81FA-A6EF20A0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17" y="3757974"/>
            <a:ext cx="55927" cy="85289"/>
          </a:xfrm>
          <a:custGeom xmlns:a="http://schemas.openxmlformats.org/drawingml/2006/main">
            <a:pathLst>
              <a:path w="55927" h="85289">
                <a:moveTo>
                  <a:pt x="11885" y="11156"/>
                </a:moveTo>
                <a:lnTo>
                  <a:pt x="14564" y="42106"/>
                </a:lnTo>
                <a:lnTo>
                  <a:pt x="28561" y="40911"/>
                </a:lnTo>
                <a:cubicBezTo>
                  <a:pt x="33731" y="40460"/>
                  <a:pt x="37605" y="38756"/>
                  <a:pt x="40227" y="35843"/>
                </a:cubicBezTo>
                <a:cubicBezTo>
                  <a:pt x="42834" y="32945"/>
                  <a:pt x="43926" y="28969"/>
                  <a:pt x="43518" y="24017"/>
                </a:cubicBezTo>
                <a:cubicBezTo>
                  <a:pt x="43067" y="19065"/>
                  <a:pt x="41363" y="15424"/>
                  <a:pt x="38290" y="12977"/>
                </a:cubicBezTo>
                <a:cubicBezTo>
                  <a:pt x="35217" y="10530"/>
                  <a:pt x="31124" y="9511"/>
                  <a:pt x="25939" y="9962"/>
                </a:cubicBezTo>
                <a:lnTo>
                  <a:pt x="11885" y="11156"/>
                </a:lnTo>
                <a:close/>
                <a:moveTo>
                  <a:pt x="0" y="2971"/>
                </a:moveTo>
                <a:lnTo>
                  <a:pt x="25153" y="801"/>
                </a:lnTo>
                <a:cubicBezTo>
                  <a:pt x="34357" y="0"/>
                  <a:pt x="41538" y="1486"/>
                  <a:pt x="46591" y="5301"/>
                </a:cubicBezTo>
                <a:cubicBezTo>
                  <a:pt x="51718" y="9059"/>
                  <a:pt x="54558" y="14972"/>
                  <a:pt x="55243" y="22997"/>
                </a:cubicBezTo>
                <a:cubicBezTo>
                  <a:pt x="55927" y="31124"/>
                  <a:pt x="54107" y="37503"/>
                  <a:pt x="49723" y="42047"/>
                </a:cubicBezTo>
                <a:cubicBezTo>
                  <a:pt x="45339" y="46606"/>
                  <a:pt x="38567" y="49271"/>
                  <a:pt x="29362" y="50072"/>
                </a:cubicBezTo>
                <a:lnTo>
                  <a:pt x="15307" y="51267"/>
                </a:lnTo>
                <a:lnTo>
                  <a:pt x="18147" y="84328"/>
                </a:lnTo>
                <a:lnTo>
                  <a:pt x="7005" y="85289"/>
                </a:lnTo>
                <a:lnTo>
                  <a:pt x="0" y="2971"/>
                </a:lnTo>
                <a:close/>
                <a:moveTo>
                  <a:pt x="0" y="2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EE11B-0F40-4CB3-B2B9-51B03070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77" y="3750808"/>
            <a:ext cx="17463" cy="86702"/>
          </a:xfrm>
          <a:custGeom xmlns:a="http://schemas.openxmlformats.org/drawingml/2006/main">
            <a:pathLst>
              <a:path w="17463" h="86702">
                <a:moveTo>
                  <a:pt x="0" y="859"/>
                </a:moveTo>
                <a:lnTo>
                  <a:pt x="10181" y="0"/>
                </a:lnTo>
                <a:lnTo>
                  <a:pt x="17463" y="85857"/>
                </a:lnTo>
                <a:lnTo>
                  <a:pt x="7340" y="86702"/>
                </a:lnTo>
                <a:lnTo>
                  <a:pt x="0" y="859"/>
                </a:lnTo>
                <a:close/>
                <a:moveTo>
                  <a:pt x="0" y="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3D999-C9EF-43CB-9C0B-2AA795CE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854" y="3768737"/>
            <a:ext cx="57005" cy="66559"/>
          </a:xfrm>
          <a:custGeom xmlns:a="http://schemas.openxmlformats.org/drawingml/2006/main">
            <a:pathLst>
              <a:path w="57005" h="66559">
                <a:moveTo>
                  <a:pt x="3175" y="41814"/>
                </a:moveTo>
                <a:lnTo>
                  <a:pt x="0" y="4428"/>
                </a:lnTo>
                <a:lnTo>
                  <a:pt x="10181" y="3525"/>
                </a:lnTo>
                <a:lnTo>
                  <a:pt x="13312" y="40562"/>
                </a:lnTo>
                <a:cubicBezTo>
                  <a:pt x="13822" y="46417"/>
                  <a:pt x="15293" y="50684"/>
                  <a:pt x="17856" y="53422"/>
                </a:cubicBezTo>
                <a:cubicBezTo>
                  <a:pt x="20361" y="56146"/>
                  <a:pt x="23944" y="57340"/>
                  <a:pt x="28503" y="56947"/>
                </a:cubicBezTo>
                <a:cubicBezTo>
                  <a:pt x="33964" y="56495"/>
                  <a:pt x="38115" y="54383"/>
                  <a:pt x="41013" y="50568"/>
                </a:cubicBezTo>
                <a:cubicBezTo>
                  <a:pt x="43912" y="46825"/>
                  <a:pt x="45106" y="41931"/>
                  <a:pt x="44596" y="35901"/>
                </a:cubicBezTo>
                <a:lnTo>
                  <a:pt x="41581" y="845"/>
                </a:lnTo>
                <a:lnTo>
                  <a:pt x="51762" y="0"/>
                </a:lnTo>
                <a:lnTo>
                  <a:pt x="57005" y="61782"/>
                </a:lnTo>
                <a:lnTo>
                  <a:pt x="46868" y="62641"/>
                </a:lnTo>
                <a:lnTo>
                  <a:pt x="46082" y="53131"/>
                </a:lnTo>
                <a:cubicBezTo>
                  <a:pt x="43912" y="57122"/>
                  <a:pt x="41305" y="60136"/>
                  <a:pt x="38173" y="62234"/>
                </a:cubicBezTo>
                <a:cubicBezTo>
                  <a:pt x="35100" y="64345"/>
                  <a:pt x="31401" y="65598"/>
                  <a:pt x="27075" y="65933"/>
                </a:cubicBezTo>
                <a:cubicBezTo>
                  <a:pt x="20026" y="66559"/>
                  <a:pt x="14390" y="64797"/>
                  <a:pt x="10355" y="60704"/>
                </a:cubicBezTo>
                <a:cubicBezTo>
                  <a:pt x="6306" y="56612"/>
                  <a:pt x="3918" y="50291"/>
                  <a:pt x="3175" y="41814"/>
                </a:cubicBezTo>
                <a:close/>
                <a:moveTo>
                  <a:pt x="3175" y="418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A1A13-8136-4B02-88B5-FF4C0220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821" y="3762649"/>
            <a:ext cx="59000" cy="88013"/>
          </a:xfrm>
          <a:custGeom xmlns:a="http://schemas.openxmlformats.org/drawingml/2006/main">
            <a:pathLst>
              <a:path w="59000" h="88013">
                <a:moveTo>
                  <a:pt x="45922" y="31008"/>
                </a:moveTo>
                <a:cubicBezTo>
                  <a:pt x="45295" y="23667"/>
                  <a:pt x="43300" y="18089"/>
                  <a:pt x="39892" y="14331"/>
                </a:cubicBezTo>
                <a:cubicBezTo>
                  <a:pt x="36527" y="10515"/>
                  <a:pt x="32100" y="8870"/>
                  <a:pt x="26638" y="9321"/>
                </a:cubicBezTo>
                <a:cubicBezTo>
                  <a:pt x="21177" y="9787"/>
                  <a:pt x="17128" y="12176"/>
                  <a:pt x="14404" y="16501"/>
                </a:cubicBezTo>
                <a:cubicBezTo>
                  <a:pt x="11724" y="20769"/>
                  <a:pt x="10705" y="26624"/>
                  <a:pt x="11331" y="33964"/>
                </a:cubicBezTo>
                <a:cubicBezTo>
                  <a:pt x="11957" y="41305"/>
                  <a:pt x="13938" y="46825"/>
                  <a:pt x="17361" y="50626"/>
                </a:cubicBezTo>
                <a:cubicBezTo>
                  <a:pt x="20711" y="54442"/>
                  <a:pt x="25094" y="56087"/>
                  <a:pt x="30556" y="55636"/>
                </a:cubicBezTo>
                <a:cubicBezTo>
                  <a:pt x="36018" y="55126"/>
                  <a:pt x="40110" y="52796"/>
                  <a:pt x="42790" y="48470"/>
                </a:cubicBezTo>
                <a:cubicBezTo>
                  <a:pt x="45470" y="44145"/>
                  <a:pt x="46548" y="38348"/>
                  <a:pt x="45922" y="31008"/>
                </a:cubicBezTo>
                <a:close/>
                <a:moveTo>
                  <a:pt x="58097" y="54107"/>
                </a:moveTo>
                <a:cubicBezTo>
                  <a:pt x="59000" y="64622"/>
                  <a:pt x="57296" y="72647"/>
                  <a:pt x="53087" y="78167"/>
                </a:cubicBezTo>
                <a:cubicBezTo>
                  <a:pt x="48878" y="83687"/>
                  <a:pt x="41931" y="86877"/>
                  <a:pt x="32260" y="87663"/>
                </a:cubicBezTo>
                <a:cubicBezTo>
                  <a:pt x="28736" y="88013"/>
                  <a:pt x="25327" y="88013"/>
                  <a:pt x="22138" y="87721"/>
                </a:cubicBezTo>
                <a:cubicBezTo>
                  <a:pt x="18890" y="87503"/>
                  <a:pt x="15759" y="86935"/>
                  <a:pt x="12700" y="86076"/>
                </a:cubicBezTo>
                <a:lnTo>
                  <a:pt x="11841" y="76230"/>
                </a:lnTo>
                <a:cubicBezTo>
                  <a:pt x="14972" y="77599"/>
                  <a:pt x="18045" y="78502"/>
                  <a:pt x="21002" y="79026"/>
                </a:cubicBezTo>
                <a:cubicBezTo>
                  <a:pt x="23958" y="79536"/>
                  <a:pt x="26973" y="79696"/>
                  <a:pt x="29988" y="79420"/>
                </a:cubicBezTo>
                <a:cubicBezTo>
                  <a:pt x="36644" y="78852"/>
                  <a:pt x="41479" y="76682"/>
                  <a:pt x="44494" y="72938"/>
                </a:cubicBezTo>
                <a:cubicBezTo>
                  <a:pt x="47509" y="69181"/>
                  <a:pt x="48703" y="63836"/>
                  <a:pt x="48077" y="56772"/>
                </a:cubicBezTo>
                <a:lnTo>
                  <a:pt x="47684" y="51776"/>
                </a:lnTo>
                <a:cubicBezTo>
                  <a:pt x="45863" y="55578"/>
                  <a:pt x="43416" y="58534"/>
                  <a:pt x="40285" y="60646"/>
                </a:cubicBezTo>
                <a:cubicBezTo>
                  <a:pt x="37212" y="62700"/>
                  <a:pt x="33338" y="63938"/>
                  <a:pt x="28794" y="64345"/>
                </a:cubicBezTo>
                <a:cubicBezTo>
                  <a:pt x="21220" y="64972"/>
                  <a:pt x="14856" y="62583"/>
                  <a:pt x="9729" y="57223"/>
                </a:cubicBezTo>
                <a:cubicBezTo>
                  <a:pt x="4617" y="51820"/>
                  <a:pt x="1660" y="44378"/>
                  <a:pt x="859" y="34867"/>
                </a:cubicBezTo>
                <a:cubicBezTo>
                  <a:pt x="0" y="25313"/>
                  <a:pt x="1719" y="17463"/>
                  <a:pt x="5869" y="11258"/>
                </a:cubicBezTo>
                <a:cubicBezTo>
                  <a:pt x="9962" y="5112"/>
                  <a:pt x="15817" y="1704"/>
                  <a:pt x="23390" y="1078"/>
                </a:cubicBezTo>
                <a:cubicBezTo>
                  <a:pt x="27993" y="685"/>
                  <a:pt x="31983" y="1253"/>
                  <a:pt x="35391" y="2782"/>
                </a:cubicBezTo>
                <a:cubicBezTo>
                  <a:pt x="38800" y="4267"/>
                  <a:pt x="41712" y="6772"/>
                  <a:pt x="44159" y="10239"/>
                </a:cubicBezTo>
                <a:lnTo>
                  <a:pt x="43358" y="845"/>
                </a:lnTo>
                <a:lnTo>
                  <a:pt x="53480" y="0"/>
                </a:lnTo>
                <a:lnTo>
                  <a:pt x="58097" y="54107"/>
                </a:lnTo>
                <a:close/>
                <a:moveTo>
                  <a:pt x="58097" y="54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4453A-BC2B-48F5-A475-4FAEE36E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134" y="3735967"/>
            <a:ext cx="17463" cy="86702"/>
          </a:xfrm>
          <a:custGeom xmlns:a="http://schemas.openxmlformats.org/drawingml/2006/main">
            <a:pathLst>
              <a:path w="17463" h="86702">
                <a:moveTo>
                  <a:pt x="2054" y="24920"/>
                </a:moveTo>
                <a:lnTo>
                  <a:pt x="12234" y="24060"/>
                </a:lnTo>
                <a:lnTo>
                  <a:pt x="17463" y="85784"/>
                </a:lnTo>
                <a:lnTo>
                  <a:pt x="7340" y="86702"/>
                </a:lnTo>
                <a:lnTo>
                  <a:pt x="2054" y="24920"/>
                </a:lnTo>
                <a:close/>
                <a:moveTo>
                  <a:pt x="0" y="845"/>
                </a:moveTo>
                <a:lnTo>
                  <a:pt x="10181" y="0"/>
                </a:lnTo>
                <a:lnTo>
                  <a:pt x="11273" y="12860"/>
                </a:lnTo>
                <a:lnTo>
                  <a:pt x="1136" y="13705"/>
                </a:lnTo>
                <a:lnTo>
                  <a:pt x="0" y="845"/>
                </a:lnTo>
                <a:close/>
                <a:moveTo>
                  <a:pt x="0" y="8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4D80D8-2259-40F2-AF2B-9E93A7EA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195" y="3753605"/>
            <a:ext cx="57005" cy="66384"/>
          </a:xfrm>
          <a:custGeom xmlns:a="http://schemas.openxmlformats.org/drawingml/2006/main">
            <a:pathLst>
              <a:path w="57005" h="66384">
                <a:moveTo>
                  <a:pt x="53815" y="24687"/>
                </a:moveTo>
                <a:lnTo>
                  <a:pt x="57005" y="62015"/>
                </a:lnTo>
                <a:lnTo>
                  <a:pt x="46883" y="62860"/>
                </a:lnTo>
                <a:lnTo>
                  <a:pt x="43751" y="25881"/>
                </a:lnTo>
                <a:cubicBezTo>
                  <a:pt x="43242" y="20026"/>
                  <a:pt x="41698" y="15759"/>
                  <a:pt x="39193" y="13079"/>
                </a:cubicBezTo>
                <a:cubicBezTo>
                  <a:pt x="36629" y="10355"/>
                  <a:pt x="33105" y="9219"/>
                  <a:pt x="28561" y="9612"/>
                </a:cubicBezTo>
                <a:cubicBezTo>
                  <a:pt x="23099" y="10064"/>
                  <a:pt x="18890" y="12176"/>
                  <a:pt x="16035" y="15919"/>
                </a:cubicBezTo>
                <a:cubicBezTo>
                  <a:pt x="13137" y="19676"/>
                  <a:pt x="12001" y="24570"/>
                  <a:pt x="12511" y="30600"/>
                </a:cubicBezTo>
                <a:lnTo>
                  <a:pt x="15467" y="65540"/>
                </a:lnTo>
                <a:lnTo>
                  <a:pt x="5287" y="66384"/>
                </a:lnTo>
                <a:lnTo>
                  <a:pt x="0" y="4602"/>
                </a:lnTo>
                <a:lnTo>
                  <a:pt x="10239" y="3758"/>
                </a:lnTo>
                <a:lnTo>
                  <a:pt x="11040" y="13370"/>
                </a:lnTo>
                <a:cubicBezTo>
                  <a:pt x="13137" y="9438"/>
                  <a:pt x="15759" y="6423"/>
                  <a:pt x="18890" y="4326"/>
                </a:cubicBezTo>
                <a:cubicBezTo>
                  <a:pt x="22007" y="2156"/>
                  <a:pt x="25764" y="961"/>
                  <a:pt x="30090" y="568"/>
                </a:cubicBezTo>
                <a:cubicBezTo>
                  <a:pt x="37154" y="0"/>
                  <a:pt x="42717" y="1704"/>
                  <a:pt x="46708" y="5797"/>
                </a:cubicBezTo>
                <a:cubicBezTo>
                  <a:pt x="50742" y="9846"/>
                  <a:pt x="53131" y="16152"/>
                  <a:pt x="53815" y="24687"/>
                </a:cubicBezTo>
                <a:close/>
                <a:moveTo>
                  <a:pt x="53815" y="246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0060A-E889-47AE-8518-46CDAACE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" y="3630943"/>
            <a:ext cx="75720" cy="83396"/>
          </a:xfrm>
          <a:custGeom xmlns:a="http://schemas.openxmlformats.org/drawingml/2006/main">
            <a:pathLst>
              <a:path w="75720" h="83396">
                <a:moveTo>
                  <a:pt x="36629" y="11098"/>
                </a:moveTo>
                <a:lnTo>
                  <a:pt x="22182" y="52505"/>
                </a:lnTo>
                <a:lnTo>
                  <a:pt x="52563" y="51995"/>
                </a:lnTo>
                <a:lnTo>
                  <a:pt x="36629" y="11098"/>
                </a:lnTo>
                <a:close/>
                <a:moveTo>
                  <a:pt x="30148" y="218"/>
                </a:moveTo>
                <a:lnTo>
                  <a:pt x="42834" y="0"/>
                </a:lnTo>
                <a:lnTo>
                  <a:pt x="75720" y="82099"/>
                </a:lnTo>
                <a:lnTo>
                  <a:pt x="64112" y="82260"/>
                </a:lnTo>
                <a:lnTo>
                  <a:pt x="56204" y="61214"/>
                </a:lnTo>
                <a:lnTo>
                  <a:pt x="18934" y="61840"/>
                </a:lnTo>
                <a:lnTo>
                  <a:pt x="11768" y="83177"/>
                </a:lnTo>
                <a:lnTo>
                  <a:pt x="0" y="83396"/>
                </a:lnTo>
                <a:lnTo>
                  <a:pt x="30148" y="218"/>
                </a:lnTo>
                <a:close/>
                <a:moveTo>
                  <a:pt x="30148" y="2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C1FE1-A358-4009-BB15-52997787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7" y="3629574"/>
            <a:ext cx="53932" cy="83235"/>
          </a:xfrm>
          <a:custGeom xmlns:a="http://schemas.openxmlformats.org/drawingml/2006/main">
            <a:pathLst>
              <a:path w="53932" h="83235">
                <a:moveTo>
                  <a:pt x="11331" y="9612"/>
                </a:moveTo>
                <a:lnTo>
                  <a:pt x="11899" y="40678"/>
                </a:lnTo>
                <a:lnTo>
                  <a:pt x="25954" y="40445"/>
                </a:lnTo>
                <a:cubicBezTo>
                  <a:pt x="31124" y="40343"/>
                  <a:pt x="35158" y="38916"/>
                  <a:pt x="37955" y="36178"/>
                </a:cubicBezTo>
                <a:cubicBezTo>
                  <a:pt x="40737" y="33454"/>
                  <a:pt x="42106" y="29580"/>
                  <a:pt x="41989" y="24585"/>
                </a:cubicBezTo>
                <a:cubicBezTo>
                  <a:pt x="41931" y="19633"/>
                  <a:pt x="40460" y="15875"/>
                  <a:pt x="37547" y="13195"/>
                </a:cubicBezTo>
                <a:cubicBezTo>
                  <a:pt x="34649" y="10588"/>
                  <a:pt x="30614" y="9278"/>
                  <a:pt x="25429" y="9394"/>
                </a:cubicBezTo>
                <a:lnTo>
                  <a:pt x="11331" y="9612"/>
                </a:lnTo>
                <a:close/>
                <a:moveTo>
                  <a:pt x="0" y="626"/>
                </a:moveTo>
                <a:lnTo>
                  <a:pt x="25269" y="175"/>
                </a:lnTo>
                <a:cubicBezTo>
                  <a:pt x="34532" y="0"/>
                  <a:pt x="41596" y="1995"/>
                  <a:pt x="46373" y="6088"/>
                </a:cubicBezTo>
                <a:cubicBezTo>
                  <a:pt x="51208" y="10239"/>
                  <a:pt x="53655" y="16327"/>
                  <a:pt x="53830" y="24410"/>
                </a:cubicBezTo>
                <a:cubicBezTo>
                  <a:pt x="53932" y="32537"/>
                  <a:pt x="51660" y="38741"/>
                  <a:pt x="46999" y="43009"/>
                </a:cubicBezTo>
                <a:cubicBezTo>
                  <a:pt x="42339" y="47276"/>
                  <a:pt x="35391" y="49446"/>
                  <a:pt x="26114" y="49606"/>
                </a:cubicBezTo>
                <a:lnTo>
                  <a:pt x="12016" y="49839"/>
                </a:lnTo>
                <a:lnTo>
                  <a:pt x="12584" y="83061"/>
                </a:lnTo>
                <a:lnTo>
                  <a:pt x="1427" y="83235"/>
                </a:lnTo>
                <a:lnTo>
                  <a:pt x="0" y="626"/>
                </a:lnTo>
                <a:close/>
                <a:moveTo>
                  <a:pt x="0" y="6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D5FCA-FF6E-4913-847C-2FCCE63A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46" y="3626792"/>
            <a:ext cx="76973" cy="86134"/>
          </a:xfrm>
          <a:custGeom xmlns:a="http://schemas.openxmlformats.org/drawingml/2006/main">
            <a:pathLst>
              <a:path w="76973" h="86134">
                <a:moveTo>
                  <a:pt x="37998" y="9263"/>
                </a:moveTo>
                <a:cubicBezTo>
                  <a:pt x="29872" y="9379"/>
                  <a:pt x="23434" y="12511"/>
                  <a:pt x="18774" y="18657"/>
                </a:cubicBezTo>
                <a:cubicBezTo>
                  <a:pt x="14113" y="24803"/>
                  <a:pt x="11885" y="33047"/>
                  <a:pt x="12059" y="43518"/>
                </a:cubicBezTo>
                <a:cubicBezTo>
                  <a:pt x="12234" y="53932"/>
                  <a:pt x="14739" y="62117"/>
                  <a:pt x="19618" y="68089"/>
                </a:cubicBezTo>
                <a:cubicBezTo>
                  <a:pt x="24512" y="74074"/>
                  <a:pt x="31008" y="76973"/>
                  <a:pt x="39135" y="76856"/>
                </a:cubicBezTo>
                <a:cubicBezTo>
                  <a:pt x="47218" y="76682"/>
                  <a:pt x="53582" y="73550"/>
                  <a:pt x="58258" y="67419"/>
                </a:cubicBezTo>
                <a:cubicBezTo>
                  <a:pt x="62918" y="61272"/>
                  <a:pt x="65132" y="53014"/>
                  <a:pt x="64972" y="42601"/>
                </a:cubicBezTo>
                <a:cubicBezTo>
                  <a:pt x="64797" y="32202"/>
                  <a:pt x="62292" y="23944"/>
                  <a:pt x="57398" y="18031"/>
                </a:cubicBezTo>
                <a:cubicBezTo>
                  <a:pt x="52563" y="12001"/>
                  <a:pt x="46082" y="9103"/>
                  <a:pt x="37998" y="9263"/>
                </a:cubicBezTo>
                <a:close/>
                <a:moveTo>
                  <a:pt x="37824" y="160"/>
                </a:moveTo>
                <a:cubicBezTo>
                  <a:pt x="49432" y="0"/>
                  <a:pt x="58709" y="3699"/>
                  <a:pt x="65816" y="11375"/>
                </a:cubicBezTo>
                <a:cubicBezTo>
                  <a:pt x="72880" y="18992"/>
                  <a:pt x="76521" y="29347"/>
                  <a:pt x="76740" y="42441"/>
                </a:cubicBezTo>
                <a:cubicBezTo>
                  <a:pt x="76973" y="55461"/>
                  <a:pt x="73667" y="65875"/>
                  <a:pt x="66851" y="73783"/>
                </a:cubicBezTo>
                <a:cubicBezTo>
                  <a:pt x="60078" y="81692"/>
                  <a:pt x="50859" y="85726"/>
                  <a:pt x="39309" y="85901"/>
                </a:cubicBezTo>
                <a:cubicBezTo>
                  <a:pt x="27643" y="86134"/>
                  <a:pt x="18322" y="82376"/>
                  <a:pt x="11200" y="74759"/>
                </a:cubicBezTo>
                <a:cubicBezTo>
                  <a:pt x="4093" y="67127"/>
                  <a:pt x="451" y="56772"/>
                  <a:pt x="218" y="43751"/>
                </a:cubicBezTo>
                <a:cubicBezTo>
                  <a:pt x="0" y="30658"/>
                  <a:pt x="3292" y="20186"/>
                  <a:pt x="10122" y="12278"/>
                </a:cubicBezTo>
                <a:cubicBezTo>
                  <a:pt x="17011" y="4428"/>
                  <a:pt x="26230" y="393"/>
                  <a:pt x="37824" y="160"/>
                </a:cubicBezTo>
                <a:close/>
                <a:moveTo>
                  <a:pt x="37824" y="1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2F680-1CB1-4E26-B2CC-0A371BF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13" y="3623151"/>
            <a:ext cx="56102" cy="88406"/>
          </a:xfrm>
          <a:custGeom xmlns:a="http://schemas.openxmlformats.org/drawingml/2006/main">
            <a:pathLst>
              <a:path w="56102" h="88406">
                <a:moveTo>
                  <a:pt x="45004" y="33731"/>
                </a:moveTo>
                <a:lnTo>
                  <a:pt x="44436" y="160"/>
                </a:lnTo>
                <a:lnTo>
                  <a:pt x="54616" y="0"/>
                </a:lnTo>
                <a:lnTo>
                  <a:pt x="56102" y="86134"/>
                </a:lnTo>
                <a:lnTo>
                  <a:pt x="45922" y="86294"/>
                </a:lnTo>
                <a:lnTo>
                  <a:pt x="45747" y="77031"/>
                </a:lnTo>
                <a:cubicBezTo>
                  <a:pt x="43693" y="80730"/>
                  <a:pt x="41028" y="83512"/>
                  <a:pt x="37780" y="85391"/>
                </a:cubicBezTo>
                <a:cubicBezTo>
                  <a:pt x="34547" y="87212"/>
                  <a:pt x="30614" y="88173"/>
                  <a:pt x="26070" y="88231"/>
                </a:cubicBezTo>
                <a:cubicBezTo>
                  <a:pt x="18555" y="88406"/>
                  <a:pt x="12409" y="85508"/>
                  <a:pt x="7632" y="79594"/>
                </a:cubicBezTo>
                <a:cubicBezTo>
                  <a:pt x="2796" y="73725"/>
                  <a:pt x="350" y="65875"/>
                  <a:pt x="175" y="56146"/>
                </a:cubicBezTo>
                <a:cubicBezTo>
                  <a:pt x="0" y="46417"/>
                  <a:pt x="2228" y="38508"/>
                  <a:pt x="6831" y="32420"/>
                </a:cubicBezTo>
                <a:cubicBezTo>
                  <a:pt x="11448" y="26391"/>
                  <a:pt x="17477" y="23318"/>
                  <a:pt x="24978" y="23157"/>
                </a:cubicBezTo>
                <a:cubicBezTo>
                  <a:pt x="29537" y="23099"/>
                  <a:pt x="33454" y="23944"/>
                  <a:pt x="36761" y="25648"/>
                </a:cubicBezTo>
                <a:cubicBezTo>
                  <a:pt x="40052" y="27425"/>
                  <a:pt x="42790" y="30090"/>
                  <a:pt x="45004" y="33731"/>
                </a:cubicBezTo>
                <a:close/>
                <a:moveTo>
                  <a:pt x="10705" y="55971"/>
                </a:moveTo>
                <a:cubicBezTo>
                  <a:pt x="10821" y="63428"/>
                  <a:pt x="12467" y="69283"/>
                  <a:pt x="15598" y="73506"/>
                </a:cubicBezTo>
                <a:cubicBezTo>
                  <a:pt x="18788" y="77716"/>
                  <a:pt x="23055" y="79755"/>
                  <a:pt x="28401" y="79696"/>
                </a:cubicBezTo>
                <a:cubicBezTo>
                  <a:pt x="33804" y="79594"/>
                  <a:pt x="38013" y="77366"/>
                  <a:pt x="41028" y="73099"/>
                </a:cubicBezTo>
                <a:cubicBezTo>
                  <a:pt x="44043" y="68773"/>
                  <a:pt x="45528" y="62860"/>
                  <a:pt x="45412" y="55345"/>
                </a:cubicBezTo>
                <a:cubicBezTo>
                  <a:pt x="45237" y="47902"/>
                  <a:pt x="43591" y="42033"/>
                  <a:pt x="40402" y="37824"/>
                </a:cubicBezTo>
                <a:cubicBezTo>
                  <a:pt x="37270" y="33615"/>
                  <a:pt x="33003" y="31576"/>
                  <a:pt x="27600" y="31634"/>
                </a:cubicBezTo>
                <a:cubicBezTo>
                  <a:pt x="22196" y="31736"/>
                  <a:pt x="18045" y="33964"/>
                  <a:pt x="15030" y="38290"/>
                </a:cubicBezTo>
                <a:cubicBezTo>
                  <a:pt x="12016" y="42557"/>
                  <a:pt x="10530" y="48470"/>
                  <a:pt x="10705" y="55971"/>
                </a:cubicBezTo>
                <a:close/>
                <a:moveTo>
                  <a:pt x="10705" y="5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18377-5EE9-4B91-B556-7E22FA5F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31" y="3644139"/>
            <a:ext cx="91537" cy="64797"/>
          </a:xfrm>
          <a:custGeom xmlns:a="http://schemas.openxmlformats.org/drawingml/2006/main">
            <a:pathLst>
              <a:path w="91537" h="64797">
                <a:moveTo>
                  <a:pt x="48864" y="13880"/>
                </a:moveTo>
                <a:cubicBezTo>
                  <a:pt x="51310" y="9278"/>
                  <a:pt x="54325" y="5855"/>
                  <a:pt x="57806" y="3583"/>
                </a:cubicBezTo>
                <a:cubicBezTo>
                  <a:pt x="61331" y="1369"/>
                  <a:pt x="65482" y="233"/>
                  <a:pt x="70259" y="117"/>
                </a:cubicBezTo>
                <a:cubicBezTo>
                  <a:pt x="76740" y="0"/>
                  <a:pt x="81750" y="2214"/>
                  <a:pt x="85333" y="6656"/>
                </a:cubicBezTo>
                <a:cubicBezTo>
                  <a:pt x="88916" y="11098"/>
                  <a:pt x="90794" y="17521"/>
                  <a:pt x="90911" y="25837"/>
                </a:cubicBezTo>
                <a:lnTo>
                  <a:pt x="91537" y="63268"/>
                </a:lnTo>
                <a:lnTo>
                  <a:pt x="81357" y="63442"/>
                </a:lnTo>
                <a:lnTo>
                  <a:pt x="80672" y="26347"/>
                </a:lnTo>
                <a:cubicBezTo>
                  <a:pt x="80614" y="20419"/>
                  <a:pt x="79478" y="16050"/>
                  <a:pt x="77308" y="13195"/>
                </a:cubicBezTo>
                <a:cubicBezTo>
                  <a:pt x="75152" y="10355"/>
                  <a:pt x="71904" y="8986"/>
                  <a:pt x="67593" y="9044"/>
                </a:cubicBezTo>
                <a:cubicBezTo>
                  <a:pt x="62350" y="9103"/>
                  <a:pt x="58199" y="10923"/>
                  <a:pt x="55184" y="14506"/>
                </a:cubicBezTo>
                <a:cubicBezTo>
                  <a:pt x="52170" y="18031"/>
                  <a:pt x="50742" y="22866"/>
                  <a:pt x="50859" y="28896"/>
                </a:cubicBezTo>
                <a:lnTo>
                  <a:pt x="51427" y="63952"/>
                </a:lnTo>
                <a:lnTo>
                  <a:pt x="41188" y="64112"/>
                </a:lnTo>
                <a:lnTo>
                  <a:pt x="40562" y="27032"/>
                </a:lnTo>
                <a:cubicBezTo>
                  <a:pt x="40445" y="21046"/>
                  <a:pt x="39309" y="16676"/>
                  <a:pt x="37212" y="13822"/>
                </a:cubicBezTo>
                <a:cubicBezTo>
                  <a:pt x="35042" y="11040"/>
                  <a:pt x="31750" y="9671"/>
                  <a:pt x="27366" y="9729"/>
                </a:cubicBezTo>
                <a:cubicBezTo>
                  <a:pt x="22182" y="9787"/>
                  <a:pt x="18031" y="11666"/>
                  <a:pt x="15074" y="15191"/>
                </a:cubicBezTo>
                <a:cubicBezTo>
                  <a:pt x="12059" y="18774"/>
                  <a:pt x="10574" y="23551"/>
                  <a:pt x="10690" y="29580"/>
                </a:cubicBezTo>
                <a:lnTo>
                  <a:pt x="11317" y="64637"/>
                </a:lnTo>
                <a:lnTo>
                  <a:pt x="1078" y="64797"/>
                </a:lnTo>
                <a:lnTo>
                  <a:pt x="0" y="2796"/>
                </a:lnTo>
                <a:lnTo>
                  <a:pt x="10239" y="2622"/>
                </a:lnTo>
                <a:lnTo>
                  <a:pt x="10414" y="12292"/>
                </a:lnTo>
                <a:cubicBezTo>
                  <a:pt x="12686" y="8418"/>
                  <a:pt x="15409" y="5578"/>
                  <a:pt x="18599" y="3699"/>
                </a:cubicBezTo>
                <a:cubicBezTo>
                  <a:pt x="21847" y="1879"/>
                  <a:pt x="25662" y="918"/>
                  <a:pt x="30148" y="801"/>
                </a:cubicBezTo>
                <a:cubicBezTo>
                  <a:pt x="34649" y="743"/>
                  <a:pt x="38508" y="1821"/>
                  <a:pt x="41698" y="4034"/>
                </a:cubicBezTo>
                <a:cubicBezTo>
                  <a:pt x="44887" y="6263"/>
                  <a:pt x="47276" y="9554"/>
                  <a:pt x="48864" y="13880"/>
                </a:cubicBezTo>
                <a:close/>
                <a:moveTo>
                  <a:pt x="48864" y="138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F22DA-718E-4CD6-BAAF-33C27BC1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59" y="3620763"/>
            <a:ext cx="11608" cy="86294"/>
          </a:xfrm>
          <a:custGeom xmlns:a="http://schemas.openxmlformats.org/drawingml/2006/main">
            <a:pathLst>
              <a:path w="11608" h="86294">
                <a:moveTo>
                  <a:pt x="0" y="160"/>
                </a:moveTo>
                <a:lnTo>
                  <a:pt x="10181" y="0"/>
                </a:lnTo>
                <a:lnTo>
                  <a:pt x="11608" y="86134"/>
                </a:lnTo>
                <a:lnTo>
                  <a:pt x="1427" y="86294"/>
                </a:lnTo>
                <a:lnTo>
                  <a:pt x="0" y="160"/>
                </a:lnTo>
                <a:close/>
                <a:moveTo>
                  <a:pt x="0" y="1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F5C86-5BF9-4966-9A15-F5064E5F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19" y="3621899"/>
            <a:ext cx="59059" cy="85901"/>
          </a:xfrm>
          <a:custGeom xmlns:a="http://schemas.openxmlformats.org/drawingml/2006/main">
            <a:pathLst>
              <a:path w="59059" h="85901">
                <a:moveTo>
                  <a:pt x="53029" y="3860"/>
                </a:moveTo>
                <a:lnTo>
                  <a:pt x="53189" y="14725"/>
                </a:lnTo>
                <a:cubicBezTo>
                  <a:pt x="48922" y="12802"/>
                  <a:pt x="44887" y="11375"/>
                  <a:pt x="41072" y="10414"/>
                </a:cubicBezTo>
                <a:cubicBezTo>
                  <a:pt x="37314" y="9496"/>
                  <a:pt x="33673" y="9044"/>
                  <a:pt x="30148" y="9103"/>
                </a:cubicBezTo>
                <a:cubicBezTo>
                  <a:pt x="24060" y="9219"/>
                  <a:pt x="19400" y="10472"/>
                  <a:pt x="16152" y="12904"/>
                </a:cubicBezTo>
                <a:cubicBezTo>
                  <a:pt x="12860" y="15307"/>
                  <a:pt x="11258" y="18715"/>
                  <a:pt x="11375" y="23041"/>
                </a:cubicBezTo>
                <a:cubicBezTo>
                  <a:pt x="11433" y="26740"/>
                  <a:pt x="12569" y="29464"/>
                  <a:pt x="14783" y="31284"/>
                </a:cubicBezTo>
                <a:cubicBezTo>
                  <a:pt x="17011" y="33105"/>
                  <a:pt x="21220" y="34532"/>
                  <a:pt x="27366" y="35552"/>
                </a:cubicBezTo>
                <a:lnTo>
                  <a:pt x="34139" y="36862"/>
                </a:lnTo>
                <a:cubicBezTo>
                  <a:pt x="42499" y="38290"/>
                  <a:pt x="48703" y="40955"/>
                  <a:pt x="52738" y="44946"/>
                </a:cubicBezTo>
                <a:cubicBezTo>
                  <a:pt x="56772" y="48864"/>
                  <a:pt x="58826" y="54165"/>
                  <a:pt x="58942" y="60865"/>
                </a:cubicBezTo>
                <a:cubicBezTo>
                  <a:pt x="59059" y="68890"/>
                  <a:pt x="56495" y="75036"/>
                  <a:pt x="51194" y="79245"/>
                </a:cubicBezTo>
                <a:cubicBezTo>
                  <a:pt x="45907" y="83454"/>
                  <a:pt x="38057" y="85682"/>
                  <a:pt x="27701" y="85843"/>
                </a:cubicBezTo>
                <a:cubicBezTo>
                  <a:pt x="23784" y="85901"/>
                  <a:pt x="19633" y="85566"/>
                  <a:pt x="15191" y="84707"/>
                </a:cubicBezTo>
                <a:cubicBezTo>
                  <a:pt x="10749" y="83905"/>
                  <a:pt x="6204" y="82667"/>
                  <a:pt x="1427" y="81007"/>
                </a:cubicBezTo>
                <a:lnTo>
                  <a:pt x="1253" y="69516"/>
                </a:lnTo>
                <a:cubicBezTo>
                  <a:pt x="5797" y="71963"/>
                  <a:pt x="10297" y="73841"/>
                  <a:pt x="14681" y="75036"/>
                </a:cubicBezTo>
                <a:cubicBezTo>
                  <a:pt x="19050" y="76230"/>
                  <a:pt x="23318" y="76798"/>
                  <a:pt x="27541" y="76740"/>
                </a:cubicBezTo>
                <a:cubicBezTo>
                  <a:pt x="33906" y="76623"/>
                  <a:pt x="38858" y="75327"/>
                  <a:pt x="42266" y="72764"/>
                </a:cubicBezTo>
                <a:cubicBezTo>
                  <a:pt x="45688" y="70200"/>
                  <a:pt x="47393" y="66559"/>
                  <a:pt x="47276" y="61899"/>
                </a:cubicBezTo>
                <a:cubicBezTo>
                  <a:pt x="47218" y="57850"/>
                  <a:pt x="45907" y="54733"/>
                  <a:pt x="43402" y="52446"/>
                </a:cubicBezTo>
                <a:cubicBezTo>
                  <a:pt x="40853" y="50233"/>
                  <a:pt x="36746" y="48587"/>
                  <a:pt x="31066" y="47494"/>
                </a:cubicBezTo>
                <a:lnTo>
                  <a:pt x="24177" y="46300"/>
                </a:lnTo>
                <a:cubicBezTo>
                  <a:pt x="15817" y="44771"/>
                  <a:pt x="9787" y="42324"/>
                  <a:pt x="5971" y="38800"/>
                </a:cubicBezTo>
                <a:cubicBezTo>
                  <a:pt x="2156" y="35333"/>
                  <a:pt x="218" y="30440"/>
                  <a:pt x="117" y="24119"/>
                </a:cubicBezTo>
                <a:cubicBezTo>
                  <a:pt x="0" y="16836"/>
                  <a:pt x="2505" y="11040"/>
                  <a:pt x="7559" y="6714"/>
                </a:cubicBezTo>
                <a:cubicBezTo>
                  <a:pt x="12627" y="2447"/>
                  <a:pt x="19676" y="218"/>
                  <a:pt x="28736" y="58"/>
                </a:cubicBezTo>
                <a:cubicBezTo>
                  <a:pt x="32595" y="0"/>
                  <a:pt x="36586" y="277"/>
                  <a:pt x="40620" y="903"/>
                </a:cubicBezTo>
                <a:cubicBezTo>
                  <a:pt x="44654" y="1529"/>
                  <a:pt x="48762" y="2505"/>
                  <a:pt x="53029" y="3860"/>
                </a:cubicBezTo>
                <a:close/>
                <a:moveTo>
                  <a:pt x="53029" y="38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840CE-6C7A-4021-8522-A032172D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54" y="3641240"/>
            <a:ext cx="57631" cy="65365"/>
          </a:xfrm>
          <a:custGeom xmlns:a="http://schemas.openxmlformats.org/drawingml/2006/main">
            <a:pathLst>
              <a:path w="57631" h="65365">
                <a:moveTo>
                  <a:pt x="57573" y="29639"/>
                </a:moveTo>
                <a:lnTo>
                  <a:pt x="57631" y="34590"/>
                </a:lnTo>
                <a:lnTo>
                  <a:pt x="10807" y="35391"/>
                </a:lnTo>
                <a:cubicBezTo>
                  <a:pt x="11375" y="42382"/>
                  <a:pt x="13589" y="47728"/>
                  <a:pt x="17404" y="51310"/>
                </a:cubicBezTo>
                <a:cubicBezTo>
                  <a:pt x="21264" y="54893"/>
                  <a:pt x="26565" y="56670"/>
                  <a:pt x="33338" y="56554"/>
                </a:cubicBezTo>
                <a:cubicBezTo>
                  <a:pt x="37197" y="56495"/>
                  <a:pt x="41013" y="55927"/>
                  <a:pt x="44654" y="54893"/>
                </a:cubicBezTo>
                <a:cubicBezTo>
                  <a:pt x="48296" y="53932"/>
                  <a:pt x="51937" y="52403"/>
                  <a:pt x="55519" y="50407"/>
                </a:cubicBezTo>
                <a:lnTo>
                  <a:pt x="55694" y="60078"/>
                </a:lnTo>
                <a:cubicBezTo>
                  <a:pt x="52053" y="61666"/>
                  <a:pt x="48354" y="62918"/>
                  <a:pt x="44480" y="63777"/>
                </a:cubicBezTo>
                <a:cubicBezTo>
                  <a:pt x="40664" y="64680"/>
                  <a:pt x="36804" y="65147"/>
                  <a:pt x="32872" y="65190"/>
                </a:cubicBezTo>
                <a:cubicBezTo>
                  <a:pt x="22983" y="65365"/>
                  <a:pt x="15074" y="62641"/>
                  <a:pt x="9205" y="57005"/>
                </a:cubicBezTo>
                <a:cubicBezTo>
                  <a:pt x="3350" y="51310"/>
                  <a:pt x="335" y="43577"/>
                  <a:pt x="160" y="33731"/>
                </a:cubicBezTo>
                <a:cubicBezTo>
                  <a:pt x="0" y="23609"/>
                  <a:pt x="2549" y="15526"/>
                  <a:pt x="7952" y="9438"/>
                </a:cubicBezTo>
                <a:cubicBezTo>
                  <a:pt x="13312" y="3408"/>
                  <a:pt x="20638" y="277"/>
                  <a:pt x="29974" y="175"/>
                </a:cubicBezTo>
                <a:cubicBezTo>
                  <a:pt x="38333" y="0"/>
                  <a:pt x="44931" y="2563"/>
                  <a:pt x="49883" y="7850"/>
                </a:cubicBezTo>
                <a:cubicBezTo>
                  <a:pt x="54835" y="13137"/>
                  <a:pt x="57398" y="20419"/>
                  <a:pt x="57573" y="29639"/>
                </a:cubicBezTo>
                <a:close/>
                <a:moveTo>
                  <a:pt x="47334" y="26798"/>
                </a:moveTo>
                <a:cubicBezTo>
                  <a:pt x="47160" y="21220"/>
                  <a:pt x="45499" y="16836"/>
                  <a:pt x="42441" y="13545"/>
                </a:cubicBezTo>
                <a:cubicBezTo>
                  <a:pt x="39309" y="10297"/>
                  <a:pt x="35260" y="8710"/>
                  <a:pt x="30207" y="8753"/>
                </a:cubicBezTo>
                <a:cubicBezTo>
                  <a:pt x="24570" y="8870"/>
                  <a:pt x="20011" y="10530"/>
                  <a:pt x="16662" y="13822"/>
                </a:cubicBezTo>
                <a:cubicBezTo>
                  <a:pt x="13312" y="17069"/>
                  <a:pt x="11433" y="21614"/>
                  <a:pt x="11025" y="27483"/>
                </a:cubicBezTo>
                <a:lnTo>
                  <a:pt x="47334" y="26798"/>
                </a:lnTo>
                <a:close/>
                <a:moveTo>
                  <a:pt x="47334" y="267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D58B1-56FC-42DC-9F09-A7581CDD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89" y="3640104"/>
            <a:ext cx="52796" cy="65423"/>
          </a:xfrm>
          <a:custGeom xmlns:a="http://schemas.openxmlformats.org/drawingml/2006/main">
            <a:pathLst>
              <a:path w="52796" h="65423">
                <a:moveTo>
                  <a:pt x="31925" y="32362"/>
                </a:moveTo>
                <a:cubicBezTo>
                  <a:pt x="23725" y="32537"/>
                  <a:pt x="18045" y="33556"/>
                  <a:pt x="14856" y="35493"/>
                </a:cubicBezTo>
                <a:cubicBezTo>
                  <a:pt x="11724" y="37430"/>
                  <a:pt x="10181" y="40678"/>
                  <a:pt x="10297" y="45222"/>
                </a:cubicBezTo>
                <a:cubicBezTo>
                  <a:pt x="10355" y="48805"/>
                  <a:pt x="11550" y="51660"/>
                  <a:pt x="13996" y="53757"/>
                </a:cubicBezTo>
                <a:cubicBezTo>
                  <a:pt x="16443" y="55811"/>
                  <a:pt x="19691" y="56830"/>
                  <a:pt x="23784" y="56772"/>
                </a:cubicBezTo>
                <a:cubicBezTo>
                  <a:pt x="29420" y="56655"/>
                  <a:pt x="33906" y="54558"/>
                  <a:pt x="37270" y="50524"/>
                </a:cubicBezTo>
                <a:cubicBezTo>
                  <a:pt x="40620" y="46475"/>
                  <a:pt x="42222" y="41130"/>
                  <a:pt x="42106" y="34474"/>
                </a:cubicBezTo>
                <a:lnTo>
                  <a:pt x="42047" y="32202"/>
                </a:lnTo>
                <a:lnTo>
                  <a:pt x="31925" y="32362"/>
                </a:lnTo>
                <a:close/>
                <a:moveTo>
                  <a:pt x="52170" y="27818"/>
                </a:moveTo>
                <a:lnTo>
                  <a:pt x="52796" y="63209"/>
                </a:lnTo>
                <a:lnTo>
                  <a:pt x="42615" y="63370"/>
                </a:lnTo>
                <a:lnTo>
                  <a:pt x="42441" y="53990"/>
                </a:lnTo>
                <a:cubicBezTo>
                  <a:pt x="40169" y="57748"/>
                  <a:pt x="37329" y="60588"/>
                  <a:pt x="33906" y="62408"/>
                </a:cubicBezTo>
                <a:cubicBezTo>
                  <a:pt x="30440" y="64287"/>
                  <a:pt x="26230" y="65248"/>
                  <a:pt x="21162" y="65365"/>
                </a:cubicBezTo>
                <a:cubicBezTo>
                  <a:pt x="14856" y="65423"/>
                  <a:pt x="9787" y="63777"/>
                  <a:pt x="5971" y="60238"/>
                </a:cubicBezTo>
                <a:cubicBezTo>
                  <a:pt x="2170" y="56772"/>
                  <a:pt x="233" y="51995"/>
                  <a:pt x="117" y="46023"/>
                </a:cubicBezTo>
                <a:cubicBezTo>
                  <a:pt x="0" y="39076"/>
                  <a:pt x="2228" y="33789"/>
                  <a:pt x="6831" y="30148"/>
                </a:cubicBezTo>
                <a:cubicBezTo>
                  <a:pt x="11433" y="26507"/>
                  <a:pt x="18380" y="24628"/>
                  <a:pt x="27658" y="24454"/>
                </a:cubicBezTo>
                <a:lnTo>
                  <a:pt x="41931" y="24235"/>
                </a:lnTo>
                <a:lnTo>
                  <a:pt x="41931" y="23201"/>
                </a:lnTo>
                <a:cubicBezTo>
                  <a:pt x="41814" y="18540"/>
                  <a:pt x="40227" y="14958"/>
                  <a:pt x="37096" y="12453"/>
                </a:cubicBezTo>
                <a:cubicBezTo>
                  <a:pt x="33964" y="9947"/>
                  <a:pt x="29639" y="8695"/>
                  <a:pt x="24075" y="8811"/>
                </a:cubicBezTo>
                <a:cubicBezTo>
                  <a:pt x="20536" y="8870"/>
                  <a:pt x="17069" y="9379"/>
                  <a:pt x="13720" y="10239"/>
                </a:cubicBezTo>
                <a:cubicBezTo>
                  <a:pt x="10355" y="11142"/>
                  <a:pt x="7166" y="12511"/>
                  <a:pt x="4093" y="14273"/>
                </a:cubicBezTo>
                <a:lnTo>
                  <a:pt x="3932" y="4835"/>
                </a:lnTo>
                <a:cubicBezTo>
                  <a:pt x="7632" y="3350"/>
                  <a:pt x="11273" y="2214"/>
                  <a:pt x="14739" y="1413"/>
                </a:cubicBezTo>
                <a:cubicBezTo>
                  <a:pt x="18205" y="626"/>
                  <a:pt x="21628" y="218"/>
                  <a:pt x="24978" y="160"/>
                </a:cubicBezTo>
                <a:cubicBezTo>
                  <a:pt x="33906" y="0"/>
                  <a:pt x="40678" y="2214"/>
                  <a:pt x="45179" y="6831"/>
                </a:cubicBezTo>
                <a:cubicBezTo>
                  <a:pt x="49665" y="11375"/>
                  <a:pt x="52009" y="18366"/>
                  <a:pt x="52170" y="27818"/>
                </a:cubicBezTo>
                <a:close/>
                <a:moveTo>
                  <a:pt x="52170" y="278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5BFE1-01F2-4CB2-B646-BAED67E9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01" y="3638910"/>
            <a:ext cx="36469" cy="64054"/>
          </a:xfrm>
          <a:custGeom xmlns:a="http://schemas.openxmlformats.org/drawingml/2006/main">
            <a:pathLst>
              <a:path w="36469" h="64054">
                <a:moveTo>
                  <a:pt x="36469" y="10923"/>
                </a:moveTo>
                <a:cubicBezTo>
                  <a:pt x="35333" y="10297"/>
                  <a:pt x="34081" y="9831"/>
                  <a:pt x="32712" y="9554"/>
                </a:cubicBezTo>
                <a:cubicBezTo>
                  <a:pt x="31343" y="9263"/>
                  <a:pt x="29872" y="9103"/>
                  <a:pt x="28284" y="9161"/>
                </a:cubicBezTo>
                <a:cubicBezTo>
                  <a:pt x="22473" y="9263"/>
                  <a:pt x="18089" y="11200"/>
                  <a:pt x="15074" y="15016"/>
                </a:cubicBezTo>
                <a:cubicBezTo>
                  <a:pt x="12059" y="18774"/>
                  <a:pt x="10588" y="24177"/>
                  <a:pt x="10749" y="31226"/>
                </a:cubicBezTo>
                <a:lnTo>
                  <a:pt x="11273" y="63879"/>
                </a:lnTo>
                <a:lnTo>
                  <a:pt x="1020" y="64054"/>
                </a:lnTo>
                <a:lnTo>
                  <a:pt x="0" y="2039"/>
                </a:lnTo>
                <a:lnTo>
                  <a:pt x="10239" y="1879"/>
                </a:lnTo>
                <a:lnTo>
                  <a:pt x="10414" y="11491"/>
                </a:lnTo>
                <a:cubicBezTo>
                  <a:pt x="12467" y="7734"/>
                  <a:pt x="15191" y="4894"/>
                  <a:pt x="18599" y="3015"/>
                </a:cubicBezTo>
                <a:cubicBezTo>
                  <a:pt x="22021" y="1078"/>
                  <a:pt x="26172" y="117"/>
                  <a:pt x="31066" y="58"/>
                </a:cubicBezTo>
                <a:cubicBezTo>
                  <a:pt x="31809" y="0"/>
                  <a:pt x="32537" y="58"/>
                  <a:pt x="33396" y="117"/>
                </a:cubicBezTo>
                <a:cubicBezTo>
                  <a:pt x="34255" y="218"/>
                  <a:pt x="35217" y="335"/>
                  <a:pt x="36236" y="510"/>
                </a:cubicBezTo>
                <a:lnTo>
                  <a:pt x="36469" y="10923"/>
                </a:lnTo>
                <a:close/>
                <a:moveTo>
                  <a:pt x="36469" y="109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76AC8-8C8B-4037-A812-FE4C93D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45" y="3638225"/>
            <a:ext cx="49723" cy="65307"/>
          </a:xfrm>
          <a:custGeom xmlns:a="http://schemas.openxmlformats.org/drawingml/2006/main">
            <a:pathLst>
              <a:path w="49723" h="65307">
                <a:moveTo>
                  <a:pt x="48747" y="3583"/>
                </a:moveTo>
                <a:lnTo>
                  <a:pt x="48922" y="13137"/>
                </a:lnTo>
                <a:cubicBezTo>
                  <a:pt x="46023" y="11608"/>
                  <a:pt x="43125" y="10414"/>
                  <a:pt x="40154" y="9671"/>
                </a:cubicBezTo>
                <a:cubicBezTo>
                  <a:pt x="37256" y="8928"/>
                  <a:pt x="34357" y="8593"/>
                  <a:pt x="31401" y="8651"/>
                </a:cubicBezTo>
                <a:cubicBezTo>
                  <a:pt x="24803" y="8753"/>
                  <a:pt x="19676" y="10982"/>
                  <a:pt x="16094" y="15191"/>
                </a:cubicBezTo>
                <a:cubicBezTo>
                  <a:pt x="12511" y="19458"/>
                  <a:pt x="10807" y="25371"/>
                  <a:pt x="10923" y="32945"/>
                </a:cubicBezTo>
                <a:cubicBezTo>
                  <a:pt x="11025" y="40504"/>
                  <a:pt x="12962" y="46315"/>
                  <a:pt x="16720" y="50466"/>
                </a:cubicBezTo>
                <a:cubicBezTo>
                  <a:pt x="20419" y="54558"/>
                  <a:pt x="25590" y="56612"/>
                  <a:pt x="32202" y="56495"/>
                </a:cubicBezTo>
                <a:cubicBezTo>
                  <a:pt x="35158" y="56437"/>
                  <a:pt x="38057" y="55986"/>
                  <a:pt x="40955" y="55126"/>
                </a:cubicBezTo>
                <a:cubicBezTo>
                  <a:pt x="43853" y="54267"/>
                  <a:pt x="46708" y="53073"/>
                  <a:pt x="49548" y="51427"/>
                </a:cubicBezTo>
                <a:lnTo>
                  <a:pt x="49723" y="60821"/>
                </a:lnTo>
                <a:cubicBezTo>
                  <a:pt x="46868" y="62175"/>
                  <a:pt x="43970" y="63268"/>
                  <a:pt x="40955" y="63938"/>
                </a:cubicBezTo>
                <a:cubicBezTo>
                  <a:pt x="37882" y="64680"/>
                  <a:pt x="34692" y="65088"/>
                  <a:pt x="31226" y="65132"/>
                </a:cubicBezTo>
                <a:cubicBezTo>
                  <a:pt x="21905" y="65307"/>
                  <a:pt x="14448" y="62467"/>
                  <a:pt x="8811" y="56714"/>
                </a:cubicBezTo>
                <a:cubicBezTo>
                  <a:pt x="3233" y="50917"/>
                  <a:pt x="335" y="43067"/>
                  <a:pt x="160" y="33105"/>
                </a:cubicBezTo>
                <a:cubicBezTo>
                  <a:pt x="0" y="22983"/>
                  <a:pt x="2665" y="15016"/>
                  <a:pt x="8127" y="9103"/>
                </a:cubicBezTo>
                <a:cubicBezTo>
                  <a:pt x="13589" y="3233"/>
                  <a:pt x="21162" y="218"/>
                  <a:pt x="30833" y="58"/>
                </a:cubicBezTo>
                <a:cubicBezTo>
                  <a:pt x="33964" y="0"/>
                  <a:pt x="37037" y="277"/>
                  <a:pt x="39994" y="845"/>
                </a:cubicBezTo>
                <a:cubicBezTo>
                  <a:pt x="43009" y="1427"/>
                  <a:pt x="45907" y="2330"/>
                  <a:pt x="48747" y="3583"/>
                </a:cubicBezTo>
                <a:close/>
                <a:moveTo>
                  <a:pt x="48747" y="35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185DC-3224-4CE3-999F-8A1BA9C4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43" y="3614835"/>
            <a:ext cx="53422" cy="86309"/>
          </a:xfrm>
          <a:custGeom xmlns:a="http://schemas.openxmlformats.org/drawingml/2006/main">
            <a:pathLst>
              <a:path w="53422" h="86309">
                <a:moveTo>
                  <a:pt x="52796" y="48019"/>
                </a:moveTo>
                <a:lnTo>
                  <a:pt x="53422" y="85406"/>
                </a:lnTo>
                <a:lnTo>
                  <a:pt x="43227" y="85566"/>
                </a:lnTo>
                <a:lnTo>
                  <a:pt x="42601" y="48529"/>
                </a:lnTo>
                <a:cubicBezTo>
                  <a:pt x="42499" y="42615"/>
                  <a:pt x="41290" y="38290"/>
                  <a:pt x="38901" y="35391"/>
                </a:cubicBezTo>
                <a:cubicBezTo>
                  <a:pt x="36571" y="32551"/>
                  <a:pt x="33163" y="31124"/>
                  <a:pt x="28546" y="31182"/>
                </a:cubicBezTo>
                <a:cubicBezTo>
                  <a:pt x="23085" y="31299"/>
                  <a:pt x="18774" y="33119"/>
                  <a:pt x="15642" y="36702"/>
                </a:cubicBezTo>
                <a:cubicBezTo>
                  <a:pt x="12511" y="40227"/>
                  <a:pt x="11025" y="45062"/>
                  <a:pt x="11142" y="51092"/>
                </a:cubicBezTo>
                <a:lnTo>
                  <a:pt x="11710" y="86134"/>
                </a:lnTo>
                <a:lnTo>
                  <a:pt x="1471" y="86309"/>
                </a:lnTo>
                <a:lnTo>
                  <a:pt x="0" y="175"/>
                </a:lnTo>
                <a:lnTo>
                  <a:pt x="10239" y="0"/>
                </a:lnTo>
                <a:lnTo>
                  <a:pt x="10807" y="33804"/>
                </a:lnTo>
                <a:cubicBezTo>
                  <a:pt x="13195" y="29988"/>
                  <a:pt x="16035" y="27148"/>
                  <a:pt x="19283" y="25269"/>
                </a:cubicBezTo>
                <a:cubicBezTo>
                  <a:pt x="22575" y="23390"/>
                  <a:pt x="26391" y="22371"/>
                  <a:pt x="30658" y="22313"/>
                </a:cubicBezTo>
                <a:cubicBezTo>
                  <a:pt x="37824" y="22196"/>
                  <a:pt x="43227" y="24293"/>
                  <a:pt x="46926" y="28619"/>
                </a:cubicBezTo>
                <a:cubicBezTo>
                  <a:pt x="50684" y="33003"/>
                  <a:pt x="52621" y="39426"/>
                  <a:pt x="52796" y="48019"/>
                </a:cubicBezTo>
                <a:close/>
                <a:moveTo>
                  <a:pt x="52796" y="480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16F42-201E-4737-9D8E-071012BC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06" y="3616656"/>
            <a:ext cx="65758" cy="83235"/>
          </a:xfrm>
          <a:custGeom xmlns:a="http://schemas.openxmlformats.org/drawingml/2006/main">
            <a:pathLst>
              <a:path w="65758" h="83235">
                <a:moveTo>
                  <a:pt x="39936" y="43810"/>
                </a:moveTo>
                <a:cubicBezTo>
                  <a:pt x="42324" y="44611"/>
                  <a:pt x="44713" y="46315"/>
                  <a:pt x="46985" y="48936"/>
                </a:cubicBezTo>
                <a:cubicBezTo>
                  <a:pt x="49315" y="51543"/>
                  <a:pt x="51645" y="55141"/>
                  <a:pt x="54048" y="59743"/>
                </a:cubicBezTo>
                <a:lnTo>
                  <a:pt x="65758" y="82158"/>
                </a:lnTo>
                <a:lnTo>
                  <a:pt x="53757" y="82391"/>
                </a:lnTo>
                <a:lnTo>
                  <a:pt x="42834" y="61331"/>
                </a:lnTo>
                <a:cubicBezTo>
                  <a:pt x="39994" y="55869"/>
                  <a:pt x="37256" y="52228"/>
                  <a:pt x="34692" y="50466"/>
                </a:cubicBezTo>
                <a:cubicBezTo>
                  <a:pt x="32085" y="48703"/>
                  <a:pt x="28561" y="47859"/>
                  <a:pt x="24177" y="47902"/>
                </a:cubicBezTo>
                <a:lnTo>
                  <a:pt x="11943" y="48135"/>
                </a:lnTo>
                <a:lnTo>
                  <a:pt x="12569" y="83061"/>
                </a:lnTo>
                <a:lnTo>
                  <a:pt x="1354" y="83235"/>
                </a:lnTo>
                <a:lnTo>
                  <a:pt x="0" y="626"/>
                </a:lnTo>
                <a:lnTo>
                  <a:pt x="25196" y="175"/>
                </a:lnTo>
                <a:cubicBezTo>
                  <a:pt x="34649" y="0"/>
                  <a:pt x="41756" y="1879"/>
                  <a:pt x="46475" y="5753"/>
                </a:cubicBezTo>
                <a:cubicBezTo>
                  <a:pt x="51194" y="9627"/>
                  <a:pt x="53582" y="15540"/>
                  <a:pt x="53757" y="23507"/>
                </a:cubicBezTo>
                <a:cubicBezTo>
                  <a:pt x="53815" y="28736"/>
                  <a:pt x="52679" y="33061"/>
                  <a:pt x="50349" y="36527"/>
                </a:cubicBezTo>
                <a:cubicBezTo>
                  <a:pt x="47961" y="39994"/>
                  <a:pt x="44480" y="42441"/>
                  <a:pt x="39936" y="43810"/>
                </a:cubicBezTo>
                <a:close/>
                <a:moveTo>
                  <a:pt x="11317" y="9627"/>
                </a:moveTo>
                <a:lnTo>
                  <a:pt x="11826" y="38916"/>
                </a:lnTo>
                <a:lnTo>
                  <a:pt x="25881" y="38698"/>
                </a:lnTo>
                <a:cubicBezTo>
                  <a:pt x="31284" y="38639"/>
                  <a:pt x="35319" y="37270"/>
                  <a:pt x="37998" y="34765"/>
                </a:cubicBezTo>
                <a:cubicBezTo>
                  <a:pt x="40722" y="32202"/>
                  <a:pt x="42033" y="28561"/>
                  <a:pt x="41975" y="23725"/>
                </a:cubicBezTo>
                <a:cubicBezTo>
                  <a:pt x="41873" y="18890"/>
                  <a:pt x="40445" y="15249"/>
                  <a:pt x="37664" y="12860"/>
                </a:cubicBezTo>
                <a:cubicBezTo>
                  <a:pt x="34867" y="10414"/>
                  <a:pt x="30775" y="9278"/>
                  <a:pt x="25371" y="9394"/>
                </a:cubicBezTo>
                <a:lnTo>
                  <a:pt x="11317" y="9627"/>
                </a:lnTo>
                <a:close/>
                <a:moveTo>
                  <a:pt x="11317" y="96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8B9AD-FD56-4A61-9562-67257596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64" y="3634584"/>
            <a:ext cx="57690" cy="65365"/>
          </a:xfrm>
          <a:custGeom xmlns:a="http://schemas.openxmlformats.org/drawingml/2006/main">
            <a:pathLst>
              <a:path w="57690" h="65365">
                <a:moveTo>
                  <a:pt x="57573" y="29639"/>
                </a:moveTo>
                <a:lnTo>
                  <a:pt x="57690" y="34590"/>
                </a:lnTo>
                <a:lnTo>
                  <a:pt x="10865" y="35391"/>
                </a:lnTo>
                <a:cubicBezTo>
                  <a:pt x="11433" y="42441"/>
                  <a:pt x="13661" y="47728"/>
                  <a:pt x="17463" y="51310"/>
                </a:cubicBezTo>
                <a:cubicBezTo>
                  <a:pt x="21337" y="54951"/>
                  <a:pt x="26624" y="56655"/>
                  <a:pt x="33338" y="56554"/>
                </a:cubicBezTo>
                <a:cubicBezTo>
                  <a:pt x="37270" y="56495"/>
                  <a:pt x="41072" y="55986"/>
                  <a:pt x="44713" y="54951"/>
                </a:cubicBezTo>
                <a:cubicBezTo>
                  <a:pt x="48354" y="53932"/>
                  <a:pt x="51995" y="52403"/>
                  <a:pt x="55592" y="50407"/>
                </a:cubicBezTo>
                <a:lnTo>
                  <a:pt x="55752" y="60078"/>
                </a:lnTo>
                <a:cubicBezTo>
                  <a:pt x="52111" y="61666"/>
                  <a:pt x="48354" y="62918"/>
                  <a:pt x="44552" y="63777"/>
                </a:cubicBezTo>
                <a:cubicBezTo>
                  <a:pt x="40737" y="64680"/>
                  <a:pt x="36862" y="65132"/>
                  <a:pt x="32886" y="65190"/>
                </a:cubicBezTo>
                <a:cubicBezTo>
                  <a:pt x="22983" y="65365"/>
                  <a:pt x="15132" y="62641"/>
                  <a:pt x="9278" y="57005"/>
                </a:cubicBezTo>
                <a:cubicBezTo>
                  <a:pt x="3364" y="51310"/>
                  <a:pt x="350" y="43577"/>
                  <a:pt x="175" y="33731"/>
                </a:cubicBezTo>
                <a:cubicBezTo>
                  <a:pt x="0" y="23609"/>
                  <a:pt x="2622" y="15526"/>
                  <a:pt x="8025" y="9496"/>
                </a:cubicBezTo>
                <a:cubicBezTo>
                  <a:pt x="13370" y="3408"/>
                  <a:pt x="20711" y="335"/>
                  <a:pt x="30046" y="175"/>
                </a:cubicBezTo>
                <a:cubicBezTo>
                  <a:pt x="38348" y="0"/>
                  <a:pt x="45004" y="2622"/>
                  <a:pt x="49956" y="7908"/>
                </a:cubicBezTo>
                <a:cubicBezTo>
                  <a:pt x="54908" y="13137"/>
                  <a:pt x="57457" y="20419"/>
                  <a:pt x="57573" y="29639"/>
                </a:cubicBezTo>
                <a:close/>
                <a:moveTo>
                  <a:pt x="47393" y="26798"/>
                </a:moveTo>
                <a:cubicBezTo>
                  <a:pt x="47218" y="21279"/>
                  <a:pt x="45572" y="16836"/>
                  <a:pt x="42441" y="13589"/>
                </a:cubicBezTo>
                <a:cubicBezTo>
                  <a:pt x="39368" y="10297"/>
                  <a:pt x="35275" y="8710"/>
                  <a:pt x="30265" y="8753"/>
                </a:cubicBezTo>
                <a:cubicBezTo>
                  <a:pt x="24585" y="8870"/>
                  <a:pt x="20084" y="10574"/>
                  <a:pt x="16734" y="13822"/>
                </a:cubicBezTo>
                <a:cubicBezTo>
                  <a:pt x="13370" y="17128"/>
                  <a:pt x="11491" y="21672"/>
                  <a:pt x="11040" y="27483"/>
                </a:cubicBezTo>
                <a:lnTo>
                  <a:pt x="47393" y="26798"/>
                </a:lnTo>
                <a:close/>
                <a:moveTo>
                  <a:pt x="47393" y="267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D0FC7-7FAE-4637-8547-5514DDAF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88" y="3633609"/>
            <a:ext cx="47611" cy="65263"/>
          </a:xfrm>
          <a:custGeom xmlns:a="http://schemas.openxmlformats.org/drawingml/2006/main">
            <a:pathLst>
              <a:path w="47611" h="65263">
                <a:moveTo>
                  <a:pt x="43460" y="3015"/>
                </a:moveTo>
                <a:lnTo>
                  <a:pt x="43635" y="12700"/>
                </a:lnTo>
                <a:cubicBezTo>
                  <a:pt x="40737" y="11215"/>
                  <a:pt x="37722" y="10195"/>
                  <a:pt x="34590" y="9511"/>
                </a:cubicBezTo>
                <a:cubicBezTo>
                  <a:pt x="31459" y="8826"/>
                  <a:pt x="28269" y="8476"/>
                  <a:pt x="24920" y="8535"/>
                </a:cubicBezTo>
                <a:cubicBezTo>
                  <a:pt x="19910" y="8651"/>
                  <a:pt x="16094" y="9511"/>
                  <a:pt x="13603" y="11040"/>
                </a:cubicBezTo>
                <a:cubicBezTo>
                  <a:pt x="11098" y="12642"/>
                  <a:pt x="9904" y="15030"/>
                  <a:pt x="9962" y="18104"/>
                </a:cubicBezTo>
                <a:cubicBezTo>
                  <a:pt x="9962" y="20492"/>
                  <a:pt x="10923" y="22313"/>
                  <a:pt x="12744" y="23623"/>
                </a:cubicBezTo>
                <a:cubicBezTo>
                  <a:pt x="14564" y="24920"/>
                  <a:pt x="18205" y="26172"/>
                  <a:pt x="23725" y="27308"/>
                </a:cubicBezTo>
                <a:lnTo>
                  <a:pt x="27192" y="27993"/>
                </a:lnTo>
                <a:cubicBezTo>
                  <a:pt x="34474" y="29420"/>
                  <a:pt x="39659" y="31532"/>
                  <a:pt x="42732" y="34314"/>
                </a:cubicBezTo>
                <a:cubicBezTo>
                  <a:pt x="45849" y="37037"/>
                  <a:pt x="47451" y="40970"/>
                  <a:pt x="47509" y="46038"/>
                </a:cubicBezTo>
                <a:cubicBezTo>
                  <a:pt x="47611" y="51776"/>
                  <a:pt x="45397" y="56393"/>
                  <a:pt x="40911" y="59860"/>
                </a:cubicBezTo>
                <a:cubicBezTo>
                  <a:pt x="36411" y="63268"/>
                  <a:pt x="30148" y="65030"/>
                  <a:pt x="22182" y="65205"/>
                </a:cubicBezTo>
                <a:cubicBezTo>
                  <a:pt x="18890" y="65263"/>
                  <a:pt x="15424" y="64972"/>
                  <a:pt x="11783" y="64404"/>
                </a:cubicBezTo>
                <a:cubicBezTo>
                  <a:pt x="8185" y="63777"/>
                  <a:pt x="4384" y="62874"/>
                  <a:pt x="393" y="61680"/>
                </a:cubicBezTo>
                <a:lnTo>
                  <a:pt x="233" y="51150"/>
                </a:lnTo>
                <a:cubicBezTo>
                  <a:pt x="3976" y="53029"/>
                  <a:pt x="7734" y="54456"/>
                  <a:pt x="11375" y="55359"/>
                </a:cubicBezTo>
                <a:cubicBezTo>
                  <a:pt x="15074" y="56277"/>
                  <a:pt x="18715" y="56728"/>
                  <a:pt x="22298" y="56670"/>
                </a:cubicBezTo>
                <a:cubicBezTo>
                  <a:pt x="27075" y="56554"/>
                  <a:pt x="30716" y="55709"/>
                  <a:pt x="33280" y="53990"/>
                </a:cubicBezTo>
                <a:cubicBezTo>
                  <a:pt x="35843" y="52286"/>
                  <a:pt x="37096" y="49956"/>
                  <a:pt x="37037" y="46999"/>
                </a:cubicBezTo>
                <a:cubicBezTo>
                  <a:pt x="37037" y="44217"/>
                  <a:pt x="36018" y="42106"/>
                  <a:pt x="34139" y="40678"/>
                </a:cubicBezTo>
                <a:cubicBezTo>
                  <a:pt x="32260" y="39266"/>
                  <a:pt x="28168" y="37897"/>
                  <a:pt x="21847" y="36644"/>
                </a:cubicBezTo>
                <a:lnTo>
                  <a:pt x="18264" y="35843"/>
                </a:lnTo>
                <a:cubicBezTo>
                  <a:pt x="11943" y="34649"/>
                  <a:pt x="7340" y="32668"/>
                  <a:pt x="4500" y="29988"/>
                </a:cubicBezTo>
                <a:cubicBezTo>
                  <a:pt x="1646" y="27265"/>
                  <a:pt x="175" y="23507"/>
                  <a:pt x="117" y="18730"/>
                </a:cubicBezTo>
                <a:cubicBezTo>
                  <a:pt x="0" y="12860"/>
                  <a:pt x="1995" y="8375"/>
                  <a:pt x="6088" y="5127"/>
                </a:cubicBezTo>
                <a:cubicBezTo>
                  <a:pt x="10122" y="1879"/>
                  <a:pt x="15992" y="175"/>
                  <a:pt x="23609" y="58"/>
                </a:cubicBezTo>
                <a:cubicBezTo>
                  <a:pt x="27366" y="0"/>
                  <a:pt x="30891" y="233"/>
                  <a:pt x="34197" y="685"/>
                </a:cubicBezTo>
                <a:cubicBezTo>
                  <a:pt x="37547" y="1194"/>
                  <a:pt x="40620" y="1995"/>
                  <a:pt x="43460" y="3015"/>
                </a:cubicBezTo>
                <a:close/>
                <a:moveTo>
                  <a:pt x="43460" y="30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664CF-6C25-4A00-A98E-909E1FF0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86" y="3633609"/>
            <a:ext cx="52971" cy="64244"/>
          </a:xfrm>
          <a:custGeom xmlns:a="http://schemas.openxmlformats.org/drawingml/2006/main">
            <a:pathLst>
              <a:path w="52971" h="64244">
                <a:moveTo>
                  <a:pt x="626" y="38406"/>
                </a:moveTo>
                <a:lnTo>
                  <a:pt x="0" y="918"/>
                </a:lnTo>
                <a:lnTo>
                  <a:pt x="10181" y="743"/>
                </a:lnTo>
                <a:lnTo>
                  <a:pt x="10807" y="37838"/>
                </a:lnTo>
                <a:cubicBezTo>
                  <a:pt x="10923" y="43751"/>
                  <a:pt x="12118" y="48135"/>
                  <a:pt x="14448" y="51034"/>
                </a:cubicBezTo>
                <a:cubicBezTo>
                  <a:pt x="16836" y="53888"/>
                  <a:pt x="20259" y="55301"/>
                  <a:pt x="24861" y="55243"/>
                </a:cubicBezTo>
                <a:cubicBezTo>
                  <a:pt x="30323" y="55141"/>
                  <a:pt x="34649" y="53320"/>
                  <a:pt x="37780" y="49737"/>
                </a:cubicBezTo>
                <a:cubicBezTo>
                  <a:pt x="40911" y="46198"/>
                  <a:pt x="42441" y="41363"/>
                  <a:pt x="42324" y="35333"/>
                </a:cubicBezTo>
                <a:lnTo>
                  <a:pt x="41756" y="175"/>
                </a:lnTo>
                <a:lnTo>
                  <a:pt x="51937" y="0"/>
                </a:lnTo>
                <a:lnTo>
                  <a:pt x="52971" y="62015"/>
                </a:lnTo>
                <a:lnTo>
                  <a:pt x="42776" y="62190"/>
                </a:lnTo>
                <a:lnTo>
                  <a:pt x="42615" y="52636"/>
                </a:lnTo>
                <a:cubicBezTo>
                  <a:pt x="40227" y="56437"/>
                  <a:pt x="37430" y="59292"/>
                  <a:pt x="34197" y="61170"/>
                </a:cubicBezTo>
                <a:cubicBezTo>
                  <a:pt x="30949" y="63093"/>
                  <a:pt x="27192" y="64069"/>
                  <a:pt x="22866" y="64127"/>
                </a:cubicBezTo>
                <a:cubicBezTo>
                  <a:pt x="15700" y="64244"/>
                  <a:pt x="10297" y="62132"/>
                  <a:pt x="6481" y="57748"/>
                </a:cubicBezTo>
                <a:cubicBezTo>
                  <a:pt x="2724" y="53378"/>
                  <a:pt x="801" y="46941"/>
                  <a:pt x="626" y="38406"/>
                </a:cubicBezTo>
                <a:close/>
                <a:moveTo>
                  <a:pt x="626" y="384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99199-7C25-4157-85CE-AB692936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59" y="3608980"/>
            <a:ext cx="11666" cy="86250"/>
          </a:xfrm>
          <a:custGeom xmlns:a="http://schemas.openxmlformats.org/drawingml/2006/main">
            <a:pathLst>
              <a:path w="11666" h="86250">
                <a:moveTo>
                  <a:pt x="0" y="175"/>
                </a:moveTo>
                <a:lnTo>
                  <a:pt x="10195" y="0"/>
                </a:lnTo>
                <a:lnTo>
                  <a:pt x="11666" y="86076"/>
                </a:lnTo>
                <a:lnTo>
                  <a:pt x="1486" y="86250"/>
                </a:lnTo>
                <a:lnTo>
                  <a:pt x="0" y="175"/>
                </a:lnTo>
                <a:close/>
                <a:moveTo>
                  <a:pt x="0" y="1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99B6E-24BB-4BCB-B0B0-B7A002CE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52" y="3614952"/>
            <a:ext cx="39717" cy="79536"/>
          </a:xfrm>
          <a:custGeom xmlns:a="http://schemas.openxmlformats.org/drawingml/2006/main">
            <a:pathLst>
              <a:path w="39717" h="79536">
                <a:moveTo>
                  <a:pt x="17419" y="0"/>
                </a:moveTo>
                <a:lnTo>
                  <a:pt x="17696" y="17579"/>
                </a:lnTo>
                <a:lnTo>
                  <a:pt x="38698" y="17244"/>
                </a:lnTo>
                <a:lnTo>
                  <a:pt x="38814" y="25153"/>
                </a:lnTo>
                <a:lnTo>
                  <a:pt x="17812" y="25546"/>
                </a:lnTo>
                <a:lnTo>
                  <a:pt x="18380" y="59175"/>
                </a:lnTo>
                <a:cubicBezTo>
                  <a:pt x="18497" y="64229"/>
                  <a:pt x="19240" y="67477"/>
                  <a:pt x="20652" y="68904"/>
                </a:cubicBezTo>
                <a:cubicBezTo>
                  <a:pt x="22080" y="70317"/>
                  <a:pt x="24876" y="70943"/>
                  <a:pt x="29129" y="70885"/>
                </a:cubicBezTo>
                <a:lnTo>
                  <a:pt x="39601" y="70725"/>
                </a:lnTo>
                <a:lnTo>
                  <a:pt x="39717" y="79259"/>
                </a:lnTo>
                <a:lnTo>
                  <a:pt x="29245" y="79420"/>
                </a:lnTo>
                <a:cubicBezTo>
                  <a:pt x="21395" y="79536"/>
                  <a:pt x="15933" y="78167"/>
                  <a:pt x="12919" y="75327"/>
                </a:cubicBezTo>
                <a:cubicBezTo>
                  <a:pt x="9904" y="72429"/>
                  <a:pt x="8316" y="67084"/>
                  <a:pt x="8200" y="59335"/>
                </a:cubicBezTo>
                <a:lnTo>
                  <a:pt x="7573" y="25721"/>
                </a:lnTo>
                <a:lnTo>
                  <a:pt x="117" y="25837"/>
                </a:lnTo>
                <a:lnTo>
                  <a:pt x="0" y="17929"/>
                </a:lnTo>
                <a:lnTo>
                  <a:pt x="7457" y="17812"/>
                </a:lnTo>
                <a:lnTo>
                  <a:pt x="7180" y="175"/>
                </a:lnTo>
                <a:lnTo>
                  <a:pt x="17419" y="0"/>
                </a:lnTo>
                <a:close/>
                <a:moveTo>
                  <a:pt x="174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CD564-1BA5-40A8-B82E-2EEA8B9A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87" y="3630084"/>
            <a:ext cx="47626" cy="65263"/>
          </a:xfrm>
          <a:custGeom xmlns:a="http://schemas.openxmlformats.org/drawingml/2006/main">
            <a:pathLst>
              <a:path w="47626" h="65263">
                <a:moveTo>
                  <a:pt x="43475" y="3015"/>
                </a:moveTo>
                <a:lnTo>
                  <a:pt x="43635" y="12686"/>
                </a:lnTo>
                <a:cubicBezTo>
                  <a:pt x="40737" y="11273"/>
                  <a:pt x="37722" y="10181"/>
                  <a:pt x="34649" y="9511"/>
                </a:cubicBezTo>
                <a:cubicBezTo>
                  <a:pt x="31517" y="8826"/>
                  <a:pt x="28284" y="8535"/>
                  <a:pt x="24978" y="8593"/>
                </a:cubicBezTo>
                <a:cubicBezTo>
                  <a:pt x="19910" y="8651"/>
                  <a:pt x="16166" y="9511"/>
                  <a:pt x="13661" y="11098"/>
                </a:cubicBezTo>
                <a:cubicBezTo>
                  <a:pt x="11156" y="12686"/>
                  <a:pt x="9904" y="15016"/>
                  <a:pt x="9962" y="18147"/>
                </a:cubicBezTo>
                <a:cubicBezTo>
                  <a:pt x="10020" y="20492"/>
                  <a:pt x="10923" y="22298"/>
                  <a:pt x="12744" y="23609"/>
                </a:cubicBezTo>
                <a:cubicBezTo>
                  <a:pt x="14623" y="24978"/>
                  <a:pt x="18264" y="26172"/>
                  <a:pt x="23725" y="27308"/>
                </a:cubicBezTo>
                <a:lnTo>
                  <a:pt x="27250" y="27993"/>
                </a:lnTo>
                <a:cubicBezTo>
                  <a:pt x="34474" y="29420"/>
                  <a:pt x="39659" y="31517"/>
                  <a:pt x="42790" y="34314"/>
                </a:cubicBezTo>
                <a:cubicBezTo>
                  <a:pt x="45863" y="37096"/>
                  <a:pt x="47451" y="40970"/>
                  <a:pt x="47567" y="46023"/>
                </a:cubicBezTo>
                <a:cubicBezTo>
                  <a:pt x="47626" y="51835"/>
                  <a:pt x="45455" y="56379"/>
                  <a:pt x="40911" y="59860"/>
                </a:cubicBezTo>
                <a:cubicBezTo>
                  <a:pt x="36411" y="63268"/>
                  <a:pt x="30207" y="65088"/>
                  <a:pt x="22240" y="65205"/>
                </a:cubicBezTo>
                <a:cubicBezTo>
                  <a:pt x="18890" y="65263"/>
                  <a:pt x="15424" y="64972"/>
                  <a:pt x="11841" y="64404"/>
                </a:cubicBezTo>
                <a:cubicBezTo>
                  <a:pt x="8200" y="63836"/>
                  <a:pt x="4442" y="62933"/>
                  <a:pt x="393" y="61680"/>
                </a:cubicBezTo>
                <a:lnTo>
                  <a:pt x="233" y="51150"/>
                </a:lnTo>
                <a:cubicBezTo>
                  <a:pt x="4034" y="53087"/>
                  <a:pt x="7792" y="54456"/>
                  <a:pt x="11433" y="55418"/>
                </a:cubicBezTo>
                <a:cubicBezTo>
                  <a:pt x="15074" y="56321"/>
                  <a:pt x="18715" y="56728"/>
                  <a:pt x="22298" y="56670"/>
                </a:cubicBezTo>
                <a:cubicBezTo>
                  <a:pt x="27090" y="56554"/>
                  <a:pt x="30775" y="55694"/>
                  <a:pt x="33338" y="53990"/>
                </a:cubicBezTo>
                <a:cubicBezTo>
                  <a:pt x="35901" y="52344"/>
                  <a:pt x="37154" y="50014"/>
                  <a:pt x="37096" y="46999"/>
                </a:cubicBezTo>
                <a:cubicBezTo>
                  <a:pt x="37037" y="44261"/>
                  <a:pt x="36076" y="42164"/>
                  <a:pt x="34197" y="40678"/>
                </a:cubicBezTo>
                <a:cubicBezTo>
                  <a:pt x="32318" y="39266"/>
                  <a:pt x="28168" y="37897"/>
                  <a:pt x="21847" y="36644"/>
                </a:cubicBezTo>
                <a:lnTo>
                  <a:pt x="18322" y="35843"/>
                </a:lnTo>
                <a:cubicBezTo>
                  <a:pt x="11943" y="34649"/>
                  <a:pt x="7399" y="32653"/>
                  <a:pt x="4500" y="29988"/>
                </a:cubicBezTo>
                <a:cubicBezTo>
                  <a:pt x="1646" y="27250"/>
                  <a:pt x="233" y="23551"/>
                  <a:pt x="117" y="18715"/>
                </a:cubicBezTo>
                <a:cubicBezTo>
                  <a:pt x="0" y="12919"/>
                  <a:pt x="1995" y="8360"/>
                  <a:pt x="6088" y="5127"/>
                </a:cubicBezTo>
                <a:cubicBezTo>
                  <a:pt x="10181" y="1879"/>
                  <a:pt x="16050" y="175"/>
                  <a:pt x="23609" y="58"/>
                </a:cubicBezTo>
                <a:cubicBezTo>
                  <a:pt x="27366" y="0"/>
                  <a:pt x="30891" y="233"/>
                  <a:pt x="34255" y="743"/>
                </a:cubicBezTo>
                <a:cubicBezTo>
                  <a:pt x="37605" y="1194"/>
                  <a:pt x="40678" y="1995"/>
                  <a:pt x="43475" y="3015"/>
                </a:cubicBezTo>
                <a:close/>
                <a:moveTo>
                  <a:pt x="43475" y="30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07B1A-81BF-490F-ADDB-F1A16C4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380" y="3609432"/>
            <a:ext cx="54616" cy="83527"/>
          </a:xfrm>
          <a:custGeom xmlns:a="http://schemas.openxmlformats.org/drawingml/2006/main">
            <a:pathLst>
              <a:path w="54616" h="83527">
                <a:moveTo>
                  <a:pt x="0" y="859"/>
                </a:moveTo>
                <a:lnTo>
                  <a:pt x="52228" y="0"/>
                </a:lnTo>
                <a:lnTo>
                  <a:pt x="52403" y="9394"/>
                </a:lnTo>
                <a:lnTo>
                  <a:pt x="11331" y="10137"/>
                </a:lnTo>
                <a:lnTo>
                  <a:pt x="11724" y="34590"/>
                </a:lnTo>
                <a:lnTo>
                  <a:pt x="51092" y="33906"/>
                </a:lnTo>
                <a:lnTo>
                  <a:pt x="51267" y="43300"/>
                </a:lnTo>
                <a:lnTo>
                  <a:pt x="11899" y="43984"/>
                </a:lnTo>
                <a:lnTo>
                  <a:pt x="12409" y="73914"/>
                </a:lnTo>
                <a:lnTo>
                  <a:pt x="54442" y="73230"/>
                </a:lnTo>
                <a:lnTo>
                  <a:pt x="54616" y="82609"/>
                </a:lnTo>
                <a:lnTo>
                  <a:pt x="1369" y="83527"/>
                </a:lnTo>
                <a:lnTo>
                  <a:pt x="0" y="859"/>
                </a:lnTo>
                <a:close/>
                <a:moveTo>
                  <a:pt x="0" y="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279BE-ECBE-4DEB-92C9-DB461C61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527" y="3628890"/>
            <a:ext cx="60136" cy="62976"/>
          </a:xfrm>
          <a:custGeom xmlns:a="http://schemas.openxmlformats.org/drawingml/2006/main">
            <a:pathLst>
              <a:path w="60136" h="62976">
                <a:moveTo>
                  <a:pt x="57908" y="0"/>
                </a:moveTo>
                <a:lnTo>
                  <a:pt x="36003" y="30556"/>
                </a:lnTo>
                <a:lnTo>
                  <a:pt x="60136" y="61957"/>
                </a:lnTo>
                <a:lnTo>
                  <a:pt x="48135" y="62190"/>
                </a:lnTo>
                <a:lnTo>
                  <a:pt x="29639" y="38115"/>
                </a:lnTo>
                <a:lnTo>
                  <a:pt x="12001" y="62758"/>
                </a:lnTo>
                <a:lnTo>
                  <a:pt x="0" y="62976"/>
                </a:lnTo>
                <a:lnTo>
                  <a:pt x="23551" y="30163"/>
                </a:lnTo>
                <a:lnTo>
                  <a:pt x="1020" y="976"/>
                </a:lnTo>
                <a:lnTo>
                  <a:pt x="13021" y="743"/>
                </a:lnTo>
                <a:lnTo>
                  <a:pt x="29813" y="22589"/>
                </a:lnTo>
                <a:lnTo>
                  <a:pt x="45907" y="175"/>
                </a:lnTo>
                <a:lnTo>
                  <a:pt x="57908" y="0"/>
                </a:lnTo>
                <a:close/>
                <a:moveTo>
                  <a:pt x="579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2F66D-2622-4E55-9A5C-FE81F66D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43" y="3610859"/>
            <a:ext cx="39717" cy="79536"/>
          </a:xfrm>
          <a:custGeom xmlns:a="http://schemas.openxmlformats.org/drawingml/2006/main">
            <a:pathLst>
              <a:path w="39717" h="79536">
                <a:moveTo>
                  <a:pt x="17419" y="0"/>
                </a:moveTo>
                <a:lnTo>
                  <a:pt x="17696" y="17579"/>
                </a:lnTo>
                <a:lnTo>
                  <a:pt x="38698" y="17244"/>
                </a:lnTo>
                <a:lnTo>
                  <a:pt x="38800" y="25153"/>
                </a:lnTo>
                <a:lnTo>
                  <a:pt x="17871" y="25488"/>
                </a:lnTo>
                <a:lnTo>
                  <a:pt x="18439" y="59161"/>
                </a:lnTo>
                <a:cubicBezTo>
                  <a:pt x="18497" y="64229"/>
                  <a:pt x="19240" y="67477"/>
                  <a:pt x="20652" y="68846"/>
                </a:cubicBezTo>
                <a:cubicBezTo>
                  <a:pt x="22080" y="70259"/>
                  <a:pt x="24861" y="70943"/>
                  <a:pt x="29129" y="70885"/>
                </a:cubicBezTo>
                <a:lnTo>
                  <a:pt x="39601" y="70710"/>
                </a:lnTo>
                <a:lnTo>
                  <a:pt x="39717" y="79187"/>
                </a:lnTo>
                <a:lnTo>
                  <a:pt x="29304" y="79420"/>
                </a:lnTo>
                <a:cubicBezTo>
                  <a:pt x="21395" y="79536"/>
                  <a:pt x="15992" y="78167"/>
                  <a:pt x="12919" y="75269"/>
                </a:cubicBezTo>
                <a:cubicBezTo>
                  <a:pt x="9904" y="72370"/>
                  <a:pt x="8316" y="67069"/>
                  <a:pt x="8200" y="59335"/>
                </a:cubicBezTo>
                <a:lnTo>
                  <a:pt x="7632" y="25662"/>
                </a:lnTo>
                <a:lnTo>
                  <a:pt x="117" y="25823"/>
                </a:lnTo>
                <a:lnTo>
                  <a:pt x="0" y="17871"/>
                </a:lnTo>
                <a:lnTo>
                  <a:pt x="7457" y="17754"/>
                </a:lnTo>
                <a:lnTo>
                  <a:pt x="7180" y="175"/>
                </a:lnTo>
                <a:lnTo>
                  <a:pt x="17419" y="0"/>
                </a:lnTo>
                <a:close/>
                <a:moveTo>
                  <a:pt x="174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D8C91-97BE-4A97-883A-DB28F036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362" y="3625817"/>
            <a:ext cx="57631" cy="65380"/>
          </a:xfrm>
          <a:custGeom xmlns:a="http://schemas.openxmlformats.org/drawingml/2006/main">
            <a:pathLst>
              <a:path w="57631" h="65380">
                <a:moveTo>
                  <a:pt x="57573" y="29595"/>
                </a:moveTo>
                <a:lnTo>
                  <a:pt x="57631" y="34590"/>
                </a:lnTo>
                <a:lnTo>
                  <a:pt x="10807" y="35391"/>
                </a:lnTo>
                <a:cubicBezTo>
                  <a:pt x="11389" y="42382"/>
                  <a:pt x="13603" y="47684"/>
                  <a:pt x="17419" y="51267"/>
                </a:cubicBezTo>
                <a:cubicBezTo>
                  <a:pt x="21279" y="54908"/>
                  <a:pt x="26565" y="56612"/>
                  <a:pt x="33338" y="56495"/>
                </a:cubicBezTo>
                <a:cubicBezTo>
                  <a:pt x="37212" y="56437"/>
                  <a:pt x="41028" y="55927"/>
                  <a:pt x="44669" y="54908"/>
                </a:cubicBezTo>
                <a:cubicBezTo>
                  <a:pt x="48310" y="53888"/>
                  <a:pt x="51951" y="52403"/>
                  <a:pt x="55534" y="50407"/>
                </a:cubicBezTo>
                <a:lnTo>
                  <a:pt x="55694" y="60020"/>
                </a:lnTo>
                <a:cubicBezTo>
                  <a:pt x="52053" y="61622"/>
                  <a:pt x="48368" y="62874"/>
                  <a:pt x="44552" y="63777"/>
                </a:cubicBezTo>
                <a:cubicBezTo>
                  <a:pt x="40678" y="64637"/>
                  <a:pt x="36819" y="65088"/>
                  <a:pt x="32886" y="65205"/>
                </a:cubicBezTo>
                <a:cubicBezTo>
                  <a:pt x="22983" y="65380"/>
                  <a:pt x="15074" y="62583"/>
                  <a:pt x="9219" y="56947"/>
                </a:cubicBezTo>
                <a:cubicBezTo>
                  <a:pt x="3364" y="51267"/>
                  <a:pt x="350" y="43533"/>
                  <a:pt x="175" y="33746"/>
                </a:cubicBezTo>
                <a:cubicBezTo>
                  <a:pt x="0" y="23551"/>
                  <a:pt x="2622" y="15482"/>
                  <a:pt x="7967" y="9452"/>
                </a:cubicBezTo>
                <a:cubicBezTo>
                  <a:pt x="13370" y="3364"/>
                  <a:pt x="20711" y="291"/>
                  <a:pt x="29988" y="117"/>
                </a:cubicBezTo>
                <a:cubicBezTo>
                  <a:pt x="38348" y="0"/>
                  <a:pt x="44946" y="2563"/>
                  <a:pt x="49898" y="7850"/>
                </a:cubicBezTo>
                <a:cubicBezTo>
                  <a:pt x="54849" y="13152"/>
                  <a:pt x="57413" y="20376"/>
                  <a:pt x="57573" y="29595"/>
                </a:cubicBezTo>
                <a:close/>
                <a:moveTo>
                  <a:pt x="47334" y="26740"/>
                </a:moveTo>
                <a:cubicBezTo>
                  <a:pt x="47174" y="21220"/>
                  <a:pt x="45514" y="16793"/>
                  <a:pt x="42441" y="13545"/>
                </a:cubicBezTo>
                <a:cubicBezTo>
                  <a:pt x="39309" y="10239"/>
                  <a:pt x="35275" y="8651"/>
                  <a:pt x="30265" y="8768"/>
                </a:cubicBezTo>
                <a:cubicBezTo>
                  <a:pt x="24585" y="8826"/>
                  <a:pt x="20026" y="10530"/>
                  <a:pt x="16676" y="13778"/>
                </a:cubicBezTo>
                <a:cubicBezTo>
                  <a:pt x="13312" y="17069"/>
                  <a:pt x="11433" y="21628"/>
                  <a:pt x="11040" y="27483"/>
                </a:cubicBezTo>
                <a:lnTo>
                  <a:pt x="47334" y="26740"/>
                </a:lnTo>
                <a:close/>
                <a:moveTo>
                  <a:pt x="47334" y="267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8CB74-A41D-4325-A108-8A834D53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752" y="3624564"/>
            <a:ext cx="52971" cy="64127"/>
          </a:xfrm>
          <a:custGeom xmlns:a="http://schemas.openxmlformats.org/drawingml/2006/main">
            <a:pathLst>
              <a:path w="52971" h="64127">
                <a:moveTo>
                  <a:pt x="52344" y="25837"/>
                </a:moveTo>
                <a:lnTo>
                  <a:pt x="52971" y="63209"/>
                </a:lnTo>
                <a:lnTo>
                  <a:pt x="42790" y="63384"/>
                </a:lnTo>
                <a:lnTo>
                  <a:pt x="42164" y="26289"/>
                </a:lnTo>
                <a:cubicBezTo>
                  <a:pt x="42106" y="20434"/>
                  <a:pt x="40853" y="16108"/>
                  <a:pt x="38523" y="13210"/>
                </a:cubicBezTo>
                <a:cubicBezTo>
                  <a:pt x="36193" y="10355"/>
                  <a:pt x="32712" y="8943"/>
                  <a:pt x="28168" y="9001"/>
                </a:cubicBezTo>
                <a:cubicBezTo>
                  <a:pt x="22648" y="9103"/>
                  <a:pt x="18322" y="10923"/>
                  <a:pt x="15249" y="14506"/>
                </a:cubicBezTo>
                <a:cubicBezTo>
                  <a:pt x="12118" y="18045"/>
                  <a:pt x="10588" y="22881"/>
                  <a:pt x="10705" y="28910"/>
                </a:cubicBezTo>
                <a:lnTo>
                  <a:pt x="11331" y="63952"/>
                </a:lnTo>
                <a:lnTo>
                  <a:pt x="1092" y="64127"/>
                </a:lnTo>
                <a:lnTo>
                  <a:pt x="0" y="2112"/>
                </a:lnTo>
                <a:lnTo>
                  <a:pt x="10239" y="1937"/>
                </a:lnTo>
                <a:lnTo>
                  <a:pt x="10414" y="11608"/>
                </a:lnTo>
                <a:cubicBezTo>
                  <a:pt x="12802" y="7807"/>
                  <a:pt x="15598" y="4952"/>
                  <a:pt x="18890" y="3073"/>
                </a:cubicBezTo>
                <a:cubicBezTo>
                  <a:pt x="22138" y="1194"/>
                  <a:pt x="25954" y="175"/>
                  <a:pt x="30265" y="117"/>
                </a:cubicBezTo>
                <a:cubicBezTo>
                  <a:pt x="37387" y="0"/>
                  <a:pt x="42848" y="2112"/>
                  <a:pt x="46548" y="6437"/>
                </a:cubicBezTo>
                <a:cubicBezTo>
                  <a:pt x="50291" y="10821"/>
                  <a:pt x="52228" y="17244"/>
                  <a:pt x="52344" y="25837"/>
                </a:cubicBezTo>
                <a:close/>
                <a:moveTo>
                  <a:pt x="52344" y="258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F9C0F-FC9C-41B0-A085-94E8AE42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088" y="3623603"/>
            <a:ext cx="47611" cy="65190"/>
          </a:xfrm>
          <a:custGeom xmlns:a="http://schemas.openxmlformats.org/drawingml/2006/main">
            <a:pathLst>
              <a:path w="47611" h="65190">
                <a:moveTo>
                  <a:pt x="43460" y="3015"/>
                </a:moveTo>
                <a:lnTo>
                  <a:pt x="43635" y="12627"/>
                </a:lnTo>
                <a:cubicBezTo>
                  <a:pt x="40737" y="11200"/>
                  <a:pt x="37722" y="10181"/>
                  <a:pt x="34590" y="9496"/>
                </a:cubicBezTo>
                <a:cubicBezTo>
                  <a:pt x="31517" y="8811"/>
                  <a:pt x="28269" y="8476"/>
                  <a:pt x="24978" y="8535"/>
                </a:cubicBezTo>
                <a:cubicBezTo>
                  <a:pt x="19910" y="8651"/>
                  <a:pt x="16094" y="9438"/>
                  <a:pt x="13589" y="11040"/>
                </a:cubicBezTo>
                <a:cubicBezTo>
                  <a:pt x="11084" y="12627"/>
                  <a:pt x="9889" y="14958"/>
                  <a:pt x="9947" y="18089"/>
                </a:cubicBezTo>
                <a:cubicBezTo>
                  <a:pt x="10006" y="20419"/>
                  <a:pt x="10923" y="22298"/>
                  <a:pt x="12744" y="23609"/>
                </a:cubicBezTo>
                <a:cubicBezTo>
                  <a:pt x="14564" y="24920"/>
                  <a:pt x="18264" y="26114"/>
                  <a:pt x="23725" y="27250"/>
                </a:cubicBezTo>
                <a:lnTo>
                  <a:pt x="27250" y="27993"/>
                </a:lnTo>
                <a:cubicBezTo>
                  <a:pt x="34474" y="29406"/>
                  <a:pt x="39644" y="31517"/>
                  <a:pt x="42717" y="34255"/>
                </a:cubicBezTo>
                <a:cubicBezTo>
                  <a:pt x="45849" y="37037"/>
                  <a:pt x="47451" y="40955"/>
                  <a:pt x="47494" y="46023"/>
                </a:cubicBezTo>
                <a:cubicBezTo>
                  <a:pt x="47611" y="51776"/>
                  <a:pt x="45397" y="56379"/>
                  <a:pt x="40897" y="59787"/>
                </a:cubicBezTo>
                <a:cubicBezTo>
                  <a:pt x="36411" y="63268"/>
                  <a:pt x="30148" y="65030"/>
                  <a:pt x="22182" y="65147"/>
                </a:cubicBezTo>
                <a:cubicBezTo>
                  <a:pt x="18890" y="65190"/>
                  <a:pt x="15409" y="64972"/>
                  <a:pt x="11826" y="64345"/>
                </a:cubicBezTo>
                <a:cubicBezTo>
                  <a:pt x="8185" y="63777"/>
                  <a:pt x="4384" y="62860"/>
                  <a:pt x="393" y="61666"/>
                </a:cubicBezTo>
                <a:lnTo>
                  <a:pt x="218" y="51150"/>
                </a:lnTo>
                <a:cubicBezTo>
                  <a:pt x="4034" y="53029"/>
                  <a:pt x="7734" y="54442"/>
                  <a:pt x="11433" y="55359"/>
                </a:cubicBezTo>
                <a:cubicBezTo>
                  <a:pt x="15074" y="56262"/>
                  <a:pt x="18715" y="56670"/>
                  <a:pt x="22298" y="56612"/>
                </a:cubicBezTo>
                <a:cubicBezTo>
                  <a:pt x="27075" y="56554"/>
                  <a:pt x="30775" y="55636"/>
                  <a:pt x="33280" y="53990"/>
                </a:cubicBezTo>
                <a:cubicBezTo>
                  <a:pt x="35843" y="52286"/>
                  <a:pt x="37096" y="49956"/>
                  <a:pt x="37037" y="46985"/>
                </a:cubicBezTo>
                <a:cubicBezTo>
                  <a:pt x="37037" y="44203"/>
                  <a:pt x="36061" y="42106"/>
                  <a:pt x="34124" y="40678"/>
                </a:cubicBezTo>
                <a:cubicBezTo>
                  <a:pt x="32260" y="39193"/>
                  <a:pt x="28153" y="37838"/>
                  <a:pt x="21847" y="36586"/>
                </a:cubicBezTo>
                <a:lnTo>
                  <a:pt x="18264" y="35843"/>
                </a:lnTo>
                <a:cubicBezTo>
                  <a:pt x="11943" y="34590"/>
                  <a:pt x="7340" y="32653"/>
                  <a:pt x="4486" y="29930"/>
                </a:cubicBezTo>
                <a:cubicBezTo>
                  <a:pt x="1646" y="27250"/>
                  <a:pt x="160" y="23492"/>
                  <a:pt x="117" y="18715"/>
                </a:cubicBezTo>
                <a:cubicBezTo>
                  <a:pt x="0" y="12860"/>
                  <a:pt x="1981" y="8302"/>
                  <a:pt x="6088" y="5127"/>
                </a:cubicBezTo>
                <a:cubicBezTo>
                  <a:pt x="10122" y="1879"/>
                  <a:pt x="15977" y="175"/>
                  <a:pt x="23609" y="58"/>
                </a:cubicBezTo>
                <a:cubicBezTo>
                  <a:pt x="27366" y="0"/>
                  <a:pt x="30891" y="175"/>
                  <a:pt x="34241" y="685"/>
                </a:cubicBezTo>
                <a:cubicBezTo>
                  <a:pt x="37547" y="1194"/>
                  <a:pt x="40620" y="1937"/>
                  <a:pt x="43460" y="3015"/>
                </a:cubicBezTo>
                <a:close/>
                <a:moveTo>
                  <a:pt x="43460" y="30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29289-27C2-4D6D-B439-EC383CC9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72" y="3600169"/>
            <a:ext cx="11593" cy="86294"/>
          </a:xfrm>
          <a:custGeom xmlns:a="http://schemas.openxmlformats.org/drawingml/2006/main">
            <a:pathLst>
              <a:path w="11593" h="86294">
                <a:moveTo>
                  <a:pt x="393" y="24293"/>
                </a:moveTo>
                <a:lnTo>
                  <a:pt x="10574" y="24119"/>
                </a:lnTo>
                <a:lnTo>
                  <a:pt x="11593" y="86134"/>
                </a:lnTo>
                <a:lnTo>
                  <a:pt x="1413" y="86294"/>
                </a:lnTo>
                <a:lnTo>
                  <a:pt x="393" y="24293"/>
                </a:lnTo>
                <a:close/>
                <a:moveTo>
                  <a:pt x="0" y="160"/>
                </a:moveTo>
                <a:lnTo>
                  <a:pt x="10181" y="0"/>
                </a:lnTo>
                <a:lnTo>
                  <a:pt x="10355" y="12904"/>
                </a:lnTo>
                <a:lnTo>
                  <a:pt x="160" y="13079"/>
                </a:lnTo>
                <a:lnTo>
                  <a:pt x="0" y="160"/>
                </a:lnTo>
                <a:close/>
                <a:moveTo>
                  <a:pt x="0" y="1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ED112-909B-41FE-A3AE-18DF81BF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490" y="3621899"/>
            <a:ext cx="57223" cy="65365"/>
          </a:xfrm>
          <a:custGeom xmlns:a="http://schemas.openxmlformats.org/drawingml/2006/main">
            <a:pathLst>
              <a:path w="57223" h="65365">
                <a:moveTo>
                  <a:pt x="28211" y="8753"/>
                </a:moveTo>
                <a:cubicBezTo>
                  <a:pt x="22750" y="8870"/>
                  <a:pt x="18424" y="11040"/>
                  <a:pt x="15351" y="15351"/>
                </a:cubicBezTo>
                <a:cubicBezTo>
                  <a:pt x="12234" y="19676"/>
                  <a:pt x="10749" y="25546"/>
                  <a:pt x="10865" y="32930"/>
                </a:cubicBezTo>
                <a:cubicBezTo>
                  <a:pt x="11040" y="40387"/>
                  <a:pt x="12686" y="46198"/>
                  <a:pt x="15933" y="50407"/>
                </a:cubicBezTo>
                <a:cubicBezTo>
                  <a:pt x="19167" y="54616"/>
                  <a:pt x="23492" y="56655"/>
                  <a:pt x="29012" y="56554"/>
                </a:cubicBezTo>
                <a:cubicBezTo>
                  <a:pt x="34416" y="56495"/>
                  <a:pt x="38683" y="54267"/>
                  <a:pt x="41814" y="49941"/>
                </a:cubicBezTo>
                <a:cubicBezTo>
                  <a:pt x="44887" y="45630"/>
                  <a:pt x="46358" y="39761"/>
                  <a:pt x="46257" y="32362"/>
                </a:cubicBezTo>
                <a:cubicBezTo>
                  <a:pt x="46140" y="25036"/>
                  <a:pt x="44436" y="19225"/>
                  <a:pt x="41188" y="14958"/>
                </a:cubicBezTo>
                <a:cubicBezTo>
                  <a:pt x="37940" y="10749"/>
                  <a:pt x="33615" y="8637"/>
                  <a:pt x="28211" y="8753"/>
                </a:cubicBezTo>
                <a:close/>
                <a:moveTo>
                  <a:pt x="28051" y="117"/>
                </a:moveTo>
                <a:cubicBezTo>
                  <a:pt x="36921" y="0"/>
                  <a:pt x="43912" y="2724"/>
                  <a:pt x="49038" y="8418"/>
                </a:cubicBezTo>
                <a:cubicBezTo>
                  <a:pt x="54209" y="14113"/>
                  <a:pt x="56889" y="22007"/>
                  <a:pt x="57063" y="32202"/>
                </a:cubicBezTo>
                <a:cubicBezTo>
                  <a:pt x="57223" y="42324"/>
                  <a:pt x="54835" y="50349"/>
                  <a:pt x="49898" y="56204"/>
                </a:cubicBezTo>
                <a:cubicBezTo>
                  <a:pt x="44887" y="62059"/>
                  <a:pt x="37998" y="65088"/>
                  <a:pt x="29129" y="65190"/>
                </a:cubicBezTo>
                <a:cubicBezTo>
                  <a:pt x="20245" y="65365"/>
                  <a:pt x="13254" y="62583"/>
                  <a:pt x="8127" y="56889"/>
                </a:cubicBezTo>
                <a:cubicBezTo>
                  <a:pt x="2957" y="51194"/>
                  <a:pt x="335" y="43285"/>
                  <a:pt x="160" y="33163"/>
                </a:cubicBezTo>
                <a:cubicBezTo>
                  <a:pt x="0" y="22983"/>
                  <a:pt x="2389" y="14958"/>
                  <a:pt x="7282" y="9103"/>
                </a:cubicBezTo>
                <a:cubicBezTo>
                  <a:pt x="12234" y="3292"/>
                  <a:pt x="19167" y="277"/>
                  <a:pt x="28051" y="117"/>
                </a:cubicBezTo>
                <a:close/>
                <a:moveTo>
                  <a:pt x="28051" y="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4A26D-18D5-45AD-BCF4-56F4C8A6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472" y="3620646"/>
            <a:ext cx="53029" cy="64112"/>
          </a:xfrm>
          <a:custGeom xmlns:a="http://schemas.openxmlformats.org/drawingml/2006/main">
            <a:pathLst>
              <a:path w="53029" h="64112">
                <a:moveTo>
                  <a:pt x="52403" y="25764"/>
                </a:moveTo>
                <a:lnTo>
                  <a:pt x="53029" y="63209"/>
                </a:lnTo>
                <a:lnTo>
                  <a:pt x="42848" y="63370"/>
                </a:lnTo>
                <a:lnTo>
                  <a:pt x="42222" y="26289"/>
                </a:lnTo>
                <a:cubicBezTo>
                  <a:pt x="42106" y="20419"/>
                  <a:pt x="40853" y="16035"/>
                  <a:pt x="38523" y="13195"/>
                </a:cubicBezTo>
                <a:cubicBezTo>
                  <a:pt x="36193" y="10297"/>
                  <a:pt x="32726" y="8928"/>
                  <a:pt x="28168" y="8986"/>
                </a:cubicBezTo>
                <a:cubicBezTo>
                  <a:pt x="22648" y="9103"/>
                  <a:pt x="18380" y="10923"/>
                  <a:pt x="15249" y="14506"/>
                </a:cubicBezTo>
                <a:cubicBezTo>
                  <a:pt x="12132" y="18031"/>
                  <a:pt x="10647" y="22808"/>
                  <a:pt x="10705" y="28896"/>
                </a:cubicBezTo>
                <a:lnTo>
                  <a:pt x="11331" y="63938"/>
                </a:lnTo>
                <a:lnTo>
                  <a:pt x="1092" y="64112"/>
                </a:lnTo>
                <a:lnTo>
                  <a:pt x="0" y="2097"/>
                </a:lnTo>
                <a:lnTo>
                  <a:pt x="10253" y="1937"/>
                </a:lnTo>
                <a:lnTo>
                  <a:pt x="10414" y="11550"/>
                </a:lnTo>
                <a:cubicBezTo>
                  <a:pt x="12802" y="7792"/>
                  <a:pt x="15657" y="4952"/>
                  <a:pt x="18890" y="3073"/>
                </a:cubicBezTo>
                <a:cubicBezTo>
                  <a:pt x="22196" y="1136"/>
                  <a:pt x="25954" y="175"/>
                  <a:pt x="30279" y="117"/>
                </a:cubicBezTo>
                <a:cubicBezTo>
                  <a:pt x="37387" y="0"/>
                  <a:pt x="42848" y="2097"/>
                  <a:pt x="46548" y="6423"/>
                </a:cubicBezTo>
                <a:cubicBezTo>
                  <a:pt x="50305" y="10749"/>
                  <a:pt x="52228" y="17230"/>
                  <a:pt x="52403" y="25764"/>
                </a:cubicBezTo>
                <a:close/>
                <a:moveTo>
                  <a:pt x="52403" y="257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1520A-9493-4CFC-ABBA-A64FFD52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1" y="3394447"/>
            <a:ext cx="14564" cy="86585"/>
          </a:xfrm>
          <a:custGeom xmlns:a="http://schemas.openxmlformats.org/drawingml/2006/main">
            <a:pathLst>
              <a:path w="14564" h="86585">
                <a:moveTo>
                  <a:pt x="3131" y="24119"/>
                </a:moveTo>
                <a:lnTo>
                  <a:pt x="13312" y="24628"/>
                </a:lnTo>
                <a:lnTo>
                  <a:pt x="10181" y="86585"/>
                </a:lnTo>
                <a:lnTo>
                  <a:pt x="0" y="86076"/>
                </a:lnTo>
                <a:lnTo>
                  <a:pt x="3131" y="24119"/>
                </a:lnTo>
                <a:close/>
                <a:moveTo>
                  <a:pt x="4384" y="0"/>
                </a:moveTo>
                <a:lnTo>
                  <a:pt x="14564" y="568"/>
                </a:lnTo>
                <a:lnTo>
                  <a:pt x="13880" y="13414"/>
                </a:lnTo>
                <a:lnTo>
                  <a:pt x="3699" y="12904"/>
                </a:lnTo>
                <a:lnTo>
                  <a:pt x="4384" y="0"/>
                </a:lnTo>
                <a:close/>
                <a:moveTo>
                  <a:pt x="43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DAA22-A807-4978-9BAA-3FE2A8FB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22" y="3399282"/>
            <a:ext cx="69006" cy="86527"/>
          </a:xfrm>
          <a:custGeom xmlns:a="http://schemas.openxmlformats.org/drawingml/2006/main">
            <a:pathLst>
              <a:path w="69006" h="86527">
                <a:moveTo>
                  <a:pt x="69006" y="9831"/>
                </a:moveTo>
                <a:lnTo>
                  <a:pt x="68438" y="21555"/>
                </a:lnTo>
                <a:cubicBezTo>
                  <a:pt x="64855" y="17856"/>
                  <a:pt x="60996" y="15074"/>
                  <a:pt x="56787" y="13137"/>
                </a:cubicBezTo>
                <a:cubicBezTo>
                  <a:pt x="52621" y="11200"/>
                  <a:pt x="48135" y="10064"/>
                  <a:pt x="43358" y="9831"/>
                </a:cubicBezTo>
                <a:cubicBezTo>
                  <a:pt x="33906" y="9321"/>
                  <a:pt x="26565" y="11885"/>
                  <a:pt x="21279" y="17404"/>
                </a:cubicBezTo>
                <a:cubicBezTo>
                  <a:pt x="15933" y="22866"/>
                  <a:pt x="13035" y="31110"/>
                  <a:pt x="12467" y="42033"/>
                </a:cubicBezTo>
                <a:cubicBezTo>
                  <a:pt x="11899" y="52898"/>
                  <a:pt x="13996" y="61331"/>
                  <a:pt x="18715" y="67360"/>
                </a:cubicBezTo>
                <a:cubicBezTo>
                  <a:pt x="23449" y="73390"/>
                  <a:pt x="30498" y="76623"/>
                  <a:pt x="39936" y="77089"/>
                </a:cubicBezTo>
                <a:cubicBezTo>
                  <a:pt x="44727" y="77366"/>
                  <a:pt x="49271" y="76740"/>
                  <a:pt x="53655" y="75211"/>
                </a:cubicBezTo>
                <a:cubicBezTo>
                  <a:pt x="57981" y="73667"/>
                  <a:pt x="62132" y="71278"/>
                  <a:pt x="66050" y="67987"/>
                </a:cubicBezTo>
                <a:lnTo>
                  <a:pt x="65482" y="79638"/>
                </a:lnTo>
                <a:cubicBezTo>
                  <a:pt x="61447" y="82085"/>
                  <a:pt x="57180" y="83847"/>
                  <a:pt x="52738" y="84998"/>
                </a:cubicBezTo>
                <a:cubicBezTo>
                  <a:pt x="48310" y="86076"/>
                  <a:pt x="43693" y="86527"/>
                  <a:pt x="38800" y="86236"/>
                </a:cubicBezTo>
                <a:cubicBezTo>
                  <a:pt x="26289" y="85609"/>
                  <a:pt x="16676" y="81298"/>
                  <a:pt x="9846" y="73273"/>
                </a:cubicBezTo>
                <a:cubicBezTo>
                  <a:pt x="3073" y="65248"/>
                  <a:pt x="0" y="54675"/>
                  <a:pt x="685" y="41407"/>
                </a:cubicBezTo>
                <a:cubicBezTo>
                  <a:pt x="1369" y="28153"/>
                  <a:pt x="5462" y="17856"/>
                  <a:pt x="13035" y="10574"/>
                </a:cubicBezTo>
                <a:cubicBezTo>
                  <a:pt x="20652" y="3292"/>
                  <a:pt x="30673" y="0"/>
                  <a:pt x="43183" y="626"/>
                </a:cubicBezTo>
                <a:cubicBezTo>
                  <a:pt x="48135" y="845"/>
                  <a:pt x="52738" y="1762"/>
                  <a:pt x="57005" y="3292"/>
                </a:cubicBezTo>
                <a:cubicBezTo>
                  <a:pt x="61331" y="4835"/>
                  <a:pt x="65321" y="6991"/>
                  <a:pt x="69006" y="9831"/>
                </a:cubicBezTo>
                <a:close/>
                <a:moveTo>
                  <a:pt x="69006" y="98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4D77C-E885-4565-9699-737C5F9C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47" y="3400069"/>
            <a:ext cx="14564" cy="86600"/>
          </a:xfrm>
          <a:custGeom xmlns:a="http://schemas.openxmlformats.org/drawingml/2006/main">
            <a:pathLst>
              <a:path w="14564" h="86600">
                <a:moveTo>
                  <a:pt x="4384" y="0"/>
                </a:moveTo>
                <a:lnTo>
                  <a:pt x="14564" y="568"/>
                </a:lnTo>
                <a:lnTo>
                  <a:pt x="10181" y="86600"/>
                </a:lnTo>
                <a:lnTo>
                  <a:pt x="0" y="86076"/>
                </a:lnTo>
                <a:lnTo>
                  <a:pt x="4384" y="0"/>
                </a:lnTo>
                <a:close/>
                <a:moveTo>
                  <a:pt x="43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9A9D1-15CD-47DE-987C-50B33B92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56" y="3425105"/>
            <a:ext cx="57864" cy="65875"/>
          </a:xfrm>
          <a:custGeom xmlns:a="http://schemas.openxmlformats.org/drawingml/2006/main">
            <a:pathLst>
              <a:path w="57864" h="65875">
                <a:moveTo>
                  <a:pt x="30148" y="9044"/>
                </a:moveTo>
                <a:cubicBezTo>
                  <a:pt x="24687" y="8768"/>
                  <a:pt x="20303" y="10690"/>
                  <a:pt x="16895" y="14797"/>
                </a:cubicBezTo>
                <a:cubicBezTo>
                  <a:pt x="13487" y="18890"/>
                  <a:pt x="11608" y="24628"/>
                  <a:pt x="11258" y="32027"/>
                </a:cubicBezTo>
                <a:cubicBezTo>
                  <a:pt x="10865" y="39426"/>
                  <a:pt x="12118" y="45339"/>
                  <a:pt x="15074" y="49781"/>
                </a:cubicBezTo>
                <a:cubicBezTo>
                  <a:pt x="18031" y="54223"/>
                  <a:pt x="22240" y="56554"/>
                  <a:pt x="27701" y="56830"/>
                </a:cubicBezTo>
                <a:cubicBezTo>
                  <a:pt x="33163" y="57122"/>
                  <a:pt x="37547" y="55184"/>
                  <a:pt x="40897" y="51092"/>
                </a:cubicBezTo>
                <a:cubicBezTo>
                  <a:pt x="44319" y="46941"/>
                  <a:pt x="46198" y="41188"/>
                  <a:pt x="46591" y="33848"/>
                </a:cubicBezTo>
                <a:cubicBezTo>
                  <a:pt x="46941" y="26507"/>
                  <a:pt x="45688" y="20594"/>
                  <a:pt x="42717" y="16152"/>
                </a:cubicBezTo>
                <a:cubicBezTo>
                  <a:pt x="39761" y="11724"/>
                  <a:pt x="35552" y="9336"/>
                  <a:pt x="30148" y="9044"/>
                </a:cubicBezTo>
                <a:close/>
                <a:moveTo>
                  <a:pt x="30600" y="451"/>
                </a:moveTo>
                <a:cubicBezTo>
                  <a:pt x="39426" y="918"/>
                  <a:pt x="46257" y="4151"/>
                  <a:pt x="50975" y="10122"/>
                </a:cubicBezTo>
                <a:cubicBezTo>
                  <a:pt x="55752" y="16152"/>
                  <a:pt x="57864" y="24235"/>
                  <a:pt x="57340" y="34416"/>
                </a:cubicBezTo>
                <a:cubicBezTo>
                  <a:pt x="56830" y="44552"/>
                  <a:pt x="53932" y="52344"/>
                  <a:pt x="48587" y="57864"/>
                </a:cubicBezTo>
                <a:cubicBezTo>
                  <a:pt x="43242" y="63384"/>
                  <a:pt x="36120" y="65875"/>
                  <a:pt x="27250" y="65482"/>
                </a:cubicBezTo>
                <a:cubicBezTo>
                  <a:pt x="18380" y="65030"/>
                  <a:pt x="11608" y="61782"/>
                  <a:pt x="6831" y="55752"/>
                </a:cubicBezTo>
                <a:cubicBezTo>
                  <a:pt x="2097" y="49723"/>
                  <a:pt x="0" y="41640"/>
                  <a:pt x="510" y="31517"/>
                </a:cubicBezTo>
                <a:cubicBezTo>
                  <a:pt x="1020" y="21337"/>
                  <a:pt x="3976" y="13487"/>
                  <a:pt x="9278" y="8025"/>
                </a:cubicBezTo>
                <a:cubicBezTo>
                  <a:pt x="14623" y="2505"/>
                  <a:pt x="21730" y="0"/>
                  <a:pt x="30600" y="451"/>
                </a:cubicBezTo>
                <a:close/>
                <a:moveTo>
                  <a:pt x="30600" y="4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92662-ADA7-4051-8F41-10B2CC89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5" y="3429314"/>
            <a:ext cx="54150" cy="64855"/>
          </a:xfrm>
          <a:custGeom xmlns:a="http://schemas.openxmlformats.org/drawingml/2006/main">
            <a:pathLst>
              <a:path w="54150" h="64855">
                <a:moveTo>
                  <a:pt x="393" y="37430"/>
                </a:moveTo>
                <a:lnTo>
                  <a:pt x="2330" y="0"/>
                </a:lnTo>
                <a:lnTo>
                  <a:pt x="12511" y="510"/>
                </a:lnTo>
                <a:lnTo>
                  <a:pt x="10632" y="37605"/>
                </a:lnTo>
                <a:cubicBezTo>
                  <a:pt x="10297" y="43460"/>
                  <a:pt x="11200" y="47902"/>
                  <a:pt x="13356" y="50975"/>
                </a:cubicBezTo>
                <a:cubicBezTo>
                  <a:pt x="15467" y="53990"/>
                  <a:pt x="18832" y="55636"/>
                  <a:pt x="23434" y="55869"/>
                </a:cubicBezTo>
                <a:cubicBezTo>
                  <a:pt x="28896" y="56160"/>
                  <a:pt x="33338" y="54616"/>
                  <a:pt x="36688" y="51267"/>
                </a:cubicBezTo>
                <a:cubicBezTo>
                  <a:pt x="40052" y="47961"/>
                  <a:pt x="41916" y="43242"/>
                  <a:pt x="42208" y="37212"/>
                </a:cubicBezTo>
                <a:lnTo>
                  <a:pt x="44028" y="2112"/>
                </a:lnTo>
                <a:lnTo>
                  <a:pt x="54150" y="2622"/>
                </a:lnTo>
                <a:lnTo>
                  <a:pt x="51019" y="64520"/>
                </a:lnTo>
                <a:lnTo>
                  <a:pt x="40839" y="64011"/>
                </a:lnTo>
                <a:lnTo>
                  <a:pt x="41348" y="54500"/>
                </a:lnTo>
                <a:cubicBezTo>
                  <a:pt x="38683" y="58141"/>
                  <a:pt x="35668" y="60763"/>
                  <a:pt x="32304" y="62467"/>
                </a:cubicBezTo>
                <a:cubicBezTo>
                  <a:pt x="28954" y="64112"/>
                  <a:pt x="25138" y="64855"/>
                  <a:pt x="20813" y="64637"/>
                </a:cubicBezTo>
                <a:cubicBezTo>
                  <a:pt x="13705" y="64229"/>
                  <a:pt x="8418" y="61782"/>
                  <a:pt x="4937" y="57180"/>
                </a:cubicBezTo>
                <a:cubicBezTo>
                  <a:pt x="1471" y="52563"/>
                  <a:pt x="0" y="45965"/>
                  <a:pt x="393" y="37430"/>
                </a:cubicBezTo>
                <a:close/>
                <a:moveTo>
                  <a:pt x="393" y="374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82261-47D2-4223-95EB-26A0360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83" y="3410992"/>
            <a:ext cx="58665" cy="86818"/>
          </a:xfrm>
          <a:custGeom xmlns:a="http://schemas.openxmlformats.org/drawingml/2006/main">
            <a:pathLst>
              <a:path w="58665" h="86818">
                <a:moveTo>
                  <a:pt x="46766" y="33454"/>
                </a:moveTo>
                <a:lnTo>
                  <a:pt x="48485" y="0"/>
                </a:lnTo>
                <a:lnTo>
                  <a:pt x="58665" y="510"/>
                </a:lnTo>
                <a:lnTo>
                  <a:pt x="54281" y="86542"/>
                </a:lnTo>
                <a:lnTo>
                  <a:pt x="44101" y="86032"/>
                </a:lnTo>
                <a:lnTo>
                  <a:pt x="44611" y="76696"/>
                </a:lnTo>
                <a:cubicBezTo>
                  <a:pt x="42280" y="80279"/>
                  <a:pt x="39426" y="82901"/>
                  <a:pt x="36076" y="84488"/>
                </a:cubicBezTo>
                <a:cubicBezTo>
                  <a:pt x="32726" y="86134"/>
                  <a:pt x="28736" y="86818"/>
                  <a:pt x="24191" y="86600"/>
                </a:cubicBezTo>
                <a:cubicBezTo>
                  <a:pt x="16676" y="86192"/>
                  <a:pt x="10763" y="82959"/>
                  <a:pt x="6379" y="76696"/>
                </a:cubicBezTo>
                <a:cubicBezTo>
                  <a:pt x="1995" y="70492"/>
                  <a:pt x="0" y="62525"/>
                  <a:pt x="524" y="52796"/>
                </a:cubicBezTo>
                <a:cubicBezTo>
                  <a:pt x="1034" y="43067"/>
                  <a:pt x="3758" y="35333"/>
                  <a:pt x="8768" y="29595"/>
                </a:cubicBezTo>
                <a:cubicBezTo>
                  <a:pt x="13778" y="23900"/>
                  <a:pt x="20026" y="21220"/>
                  <a:pt x="27483" y="21570"/>
                </a:cubicBezTo>
                <a:cubicBezTo>
                  <a:pt x="32100" y="21847"/>
                  <a:pt x="35959" y="22924"/>
                  <a:pt x="39091" y="24861"/>
                </a:cubicBezTo>
                <a:cubicBezTo>
                  <a:pt x="42280" y="26798"/>
                  <a:pt x="44844" y="29697"/>
                  <a:pt x="46766" y="33454"/>
                </a:cubicBezTo>
                <a:close/>
                <a:moveTo>
                  <a:pt x="11040" y="53306"/>
                </a:moveTo>
                <a:cubicBezTo>
                  <a:pt x="10647" y="60821"/>
                  <a:pt x="11899" y="66734"/>
                  <a:pt x="14739" y="71176"/>
                </a:cubicBezTo>
                <a:cubicBezTo>
                  <a:pt x="17579" y="75618"/>
                  <a:pt x="21745" y="77949"/>
                  <a:pt x="27090" y="78225"/>
                </a:cubicBezTo>
                <a:cubicBezTo>
                  <a:pt x="32493" y="78458"/>
                  <a:pt x="36819" y="76580"/>
                  <a:pt x="40110" y="72487"/>
                </a:cubicBezTo>
                <a:cubicBezTo>
                  <a:pt x="43475" y="68394"/>
                  <a:pt x="45295" y="62583"/>
                  <a:pt x="45688" y="55083"/>
                </a:cubicBezTo>
                <a:cubicBezTo>
                  <a:pt x="46096" y="47626"/>
                  <a:pt x="44844" y="41654"/>
                  <a:pt x="41931" y="37270"/>
                </a:cubicBezTo>
                <a:cubicBezTo>
                  <a:pt x="39033" y="32828"/>
                  <a:pt x="34940" y="30498"/>
                  <a:pt x="29537" y="30207"/>
                </a:cubicBezTo>
                <a:cubicBezTo>
                  <a:pt x="24191" y="29930"/>
                  <a:pt x="19866" y="31867"/>
                  <a:pt x="16560" y="35959"/>
                </a:cubicBezTo>
                <a:cubicBezTo>
                  <a:pt x="13268" y="40052"/>
                  <a:pt x="11389" y="45863"/>
                  <a:pt x="11040" y="53306"/>
                </a:cubicBezTo>
                <a:close/>
                <a:moveTo>
                  <a:pt x="11040" y="533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B085D-54C6-4DA4-A3C2-CDDA0A4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28" y="3415434"/>
            <a:ext cx="59117" cy="86469"/>
          </a:xfrm>
          <a:custGeom xmlns:a="http://schemas.openxmlformats.org/drawingml/2006/main">
            <a:pathLst>
              <a:path w="59117" h="86469">
                <a:moveTo>
                  <a:pt x="56670" y="5855"/>
                </a:moveTo>
                <a:lnTo>
                  <a:pt x="56146" y="16778"/>
                </a:lnTo>
                <a:cubicBezTo>
                  <a:pt x="51995" y="14506"/>
                  <a:pt x="48077" y="12802"/>
                  <a:pt x="44378" y="11608"/>
                </a:cubicBezTo>
                <a:cubicBezTo>
                  <a:pt x="40678" y="10414"/>
                  <a:pt x="37037" y="9729"/>
                  <a:pt x="33571" y="9554"/>
                </a:cubicBezTo>
                <a:cubicBezTo>
                  <a:pt x="27483" y="9278"/>
                  <a:pt x="22706" y="10181"/>
                  <a:pt x="19283" y="12409"/>
                </a:cubicBezTo>
                <a:cubicBezTo>
                  <a:pt x="15875" y="14564"/>
                  <a:pt x="14055" y="17871"/>
                  <a:pt x="13822" y="22182"/>
                </a:cubicBezTo>
                <a:cubicBezTo>
                  <a:pt x="13647" y="25823"/>
                  <a:pt x="14623" y="28677"/>
                  <a:pt x="16720" y="30658"/>
                </a:cubicBezTo>
                <a:cubicBezTo>
                  <a:pt x="18774" y="32595"/>
                  <a:pt x="22866" y="34299"/>
                  <a:pt x="28954" y="35785"/>
                </a:cubicBezTo>
                <a:lnTo>
                  <a:pt x="35610" y="37489"/>
                </a:lnTo>
                <a:cubicBezTo>
                  <a:pt x="43868" y="39484"/>
                  <a:pt x="49839" y="42615"/>
                  <a:pt x="53655" y="46825"/>
                </a:cubicBezTo>
                <a:cubicBezTo>
                  <a:pt x="57398" y="51034"/>
                  <a:pt x="59117" y="56495"/>
                  <a:pt x="58767" y="63151"/>
                </a:cubicBezTo>
                <a:cubicBezTo>
                  <a:pt x="58316" y="71176"/>
                  <a:pt x="55359" y="77089"/>
                  <a:pt x="49781" y="80963"/>
                </a:cubicBezTo>
                <a:cubicBezTo>
                  <a:pt x="44203" y="84823"/>
                  <a:pt x="36236" y="86469"/>
                  <a:pt x="25881" y="85959"/>
                </a:cubicBezTo>
                <a:cubicBezTo>
                  <a:pt x="21963" y="85741"/>
                  <a:pt x="17856" y="85114"/>
                  <a:pt x="13487" y="83978"/>
                </a:cubicBezTo>
                <a:cubicBezTo>
                  <a:pt x="9161" y="82886"/>
                  <a:pt x="4661" y="81357"/>
                  <a:pt x="0" y="79361"/>
                </a:cubicBezTo>
                <a:lnTo>
                  <a:pt x="626" y="67870"/>
                </a:lnTo>
                <a:cubicBezTo>
                  <a:pt x="5010" y="70608"/>
                  <a:pt x="9336" y="72764"/>
                  <a:pt x="13647" y="74308"/>
                </a:cubicBezTo>
                <a:cubicBezTo>
                  <a:pt x="17914" y="75779"/>
                  <a:pt x="22123" y="76638"/>
                  <a:pt x="26347" y="76856"/>
                </a:cubicBezTo>
                <a:cubicBezTo>
                  <a:pt x="32712" y="77206"/>
                  <a:pt x="37722" y="76172"/>
                  <a:pt x="41305" y="73900"/>
                </a:cubicBezTo>
                <a:cubicBezTo>
                  <a:pt x="44887" y="71511"/>
                  <a:pt x="46825" y="68045"/>
                  <a:pt x="47043" y="63384"/>
                </a:cubicBezTo>
                <a:cubicBezTo>
                  <a:pt x="47276" y="59335"/>
                  <a:pt x="46198" y="56146"/>
                  <a:pt x="43810" y="53699"/>
                </a:cubicBezTo>
                <a:cubicBezTo>
                  <a:pt x="41421" y="51310"/>
                  <a:pt x="37430" y="49388"/>
                  <a:pt x="31809" y="47961"/>
                </a:cubicBezTo>
                <a:lnTo>
                  <a:pt x="25094" y="46257"/>
                </a:lnTo>
                <a:cubicBezTo>
                  <a:pt x="16836" y="44203"/>
                  <a:pt x="10923" y="41305"/>
                  <a:pt x="7399" y="37547"/>
                </a:cubicBezTo>
                <a:cubicBezTo>
                  <a:pt x="3874" y="33848"/>
                  <a:pt x="2272" y="28794"/>
                  <a:pt x="2563" y="22531"/>
                </a:cubicBezTo>
                <a:cubicBezTo>
                  <a:pt x="2957" y="15191"/>
                  <a:pt x="5797" y="9554"/>
                  <a:pt x="11156" y="5636"/>
                </a:cubicBezTo>
                <a:cubicBezTo>
                  <a:pt x="16501" y="1704"/>
                  <a:pt x="23725" y="0"/>
                  <a:pt x="32712" y="451"/>
                </a:cubicBezTo>
                <a:cubicBezTo>
                  <a:pt x="36644" y="626"/>
                  <a:pt x="40562" y="1194"/>
                  <a:pt x="44494" y="2112"/>
                </a:cubicBezTo>
                <a:cubicBezTo>
                  <a:pt x="48529" y="3015"/>
                  <a:pt x="52563" y="4267"/>
                  <a:pt x="56670" y="5855"/>
                </a:cubicBezTo>
                <a:close/>
                <a:moveTo>
                  <a:pt x="56670" y="58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531E5-E8FB-40E1-B50E-30AF20CC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36" y="3440295"/>
            <a:ext cx="54209" cy="64855"/>
          </a:xfrm>
          <a:custGeom xmlns:a="http://schemas.openxmlformats.org/drawingml/2006/main">
            <a:pathLst>
              <a:path w="54209" h="64855">
                <a:moveTo>
                  <a:pt x="451" y="37489"/>
                </a:moveTo>
                <a:lnTo>
                  <a:pt x="2389" y="0"/>
                </a:lnTo>
                <a:lnTo>
                  <a:pt x="12511" y="510"/>
                </a:lnTo>
                <a:lnTo>
                  <a:pt x="10632" y="37605"/>
                </a:lnTo>
                <a:cubicBezTo>
                  <a:pt x="10341" y="43460"/>
                  <a:pt x="11258" y="47902"/>
                  <a:pt x="13356" y="50975"/>
                </a:cubicBezTo>
                <a:cubicBezTo>
                  <a:pt x="15526" y="53990"/>
                  <a:pt x="18875" y="55636"/>
                  <a:pt x="23434" y="55869"/>
                </a:cubicBezTo>
                <a:cubicBezTo>
                  <a:pt x="28954" y="56146"/>
                  <a:pt x="33382" y="54616"/>
                  <a:pt x="36746" y="51310"/>
                </a:cubicBezTo>
                <a:cubicBezTo>
                  <a:pt x="40096" y="47961"/>
                  <a:pt x="41916" y="43242"/>
                  <a:pt x="42266" y="37212"/>
                </a:cubicBezTo>
                <a:lnTo>
                  <a:pt x="44028" y="2112"/>
                </a:lnTo>
                <a:lnTo>
                  <a:pt x="54209" y="2622"/>
                </a:lnTo>
                <a:lnTo>
                  <a:pt x="51077" y="64579"/>
                </a:lnTo>
                <a:lnTo>
                  <a:pt x="40897" y="64011"/>
                </a:lnTo>
                <a:lnTo>
                  <a:pt x="41348" y="54500"/>
                </a:lnTo>
                <a:cubicBezTo>
                  <a:pt x="38741" y="58141"/>
                  <a:pt x="35726" y="60821"/>
                  <a:pt x="32362" y="62467"/>
                </a:cubicBezTo>
                <a:cubicBezTo>
                  <a:pt x="29012" y="64112"/>
                  <a:pt x="25138" y="64855"/>
                  <a:pt x="20871" y="64637"/>
                </a:cubicBezTo>
                <a:cubicBezTo>
                  <a:pt x="13763" y="64229"/>
                  <a:pt x="8476" y="61782"/>
                  <a:pt x="4996" y="57180"/>
                </a:cubicBezTo>
                <a:cubicBezTo>
                  <a:pt x="1529" y="52563"/>
                  <a:pt x="0" y="45965"/>
                  <a:pt x="451" y="37489"/>
                </a:cubicBezTo>
                <a:close/>
                <a:moveTo>
                  <a:pt x="451" y="374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F6DC7-9C53-4E8D-9781-6927A5B3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49" y="3419876"/>
            <a:ext cx="57471" cy="89542"/>
          </a:xfrm>
          <a:custGeom xmlns:a="http://schemas.openxmlformats.org/drawingml/2006/main">
            <a:pathLst>
              <a:path w="57471" h="89542">
                <a:moveTo>
                  <a:pt x="46431" y="57398"/>
                </a:moveTo>
                <a:cubicBezTo>
                  <a:pt x="46825" y="49883"/>
                  <a:pt x="45572" y="43970"/>
                  <a:pt x="42732" y="39528"/>
                </a:cubicBezTo>
                <a:cubicBezTo>
                  <a:pt x="39834" y="35158"/>
                  <a:pt x="35741" y="32828"/>
                  <a:pt x="30338" y="32537"/>
                </a:cubicBezTo>
                <a:cubicBezTo>
                  <a:pt x="24978" y="32246"/>
                  <a:pt x="20609" y="34183"/>
                  <a:pt x="17302" y="38290"/>
                </a:cubicBezTo>
                <a:cubicBezTo>
                  <a:pt x="13996" y="42382"/>
                  <a:pt x="12176" y="48121"/>
                  <a:pt x="11783" y="55636"/>
                </a:cubicBezTo>
                <a:cubicBezTo>
                  <a:pt x="11448" y="63093"/>
                  <a:pt x="12700" y="69064"/>
                  <a:pt x="15540" y="73448"/>
                </a:cubicBezTo>
                <a:cubicBezTo>
                  <a:pt x="18380" y="77876"/>
                  <a:pt x="22531" y="80206"/>
                  <a:pt x="27891" y="80497"/>
                </a:cubicBezTo>
                <a:cubicBezTo>
                  <a:pt x="33294" y="80789"/>
                  <a:pt x="37620" y="78852"/>
                  <a:pt x="40911" y="74744"/>
                </a:cubicBezTo>
                <a:cubicBezTo>
                  <a:pt x="44217" y="70652"/>
                  <a:pt x="46038" y="64855"/>
                  <a:pt x="46431" y="57398"/>
                </a:cubicBezTo>
                <a:close/>
                <a:moveTo>
                  <a:pt x="12919" y="34022"/>
                </a:moveTo>
                <a:cubicBezTo>
                  <a:pt x="15249" y="30440"/>
                  <a:pt x="18104" y="27876"/>
                  <a:pt x="21453" y="26216"/>
                </a:cubicBezTo>
                <a:cubicBezTo>
                  <a:pt x="24818" y="24628"/>
                  <a:pt x="28736" y="23886"/>
                  <a:pt x="33236" y="24119"/>
                </a:cubicBezTo>
                <a:cubicBezTo>
                  <a:pt x="40795" y="24512"/>
                  <a:pt x="46708" y="27818"/>
                  <a:pt x="51150" y="34022"/>
                </a:cubicBezTo>
                <a:cubicBezTo>
                  <a:pt x="55534" y="40212"/>
                  <a:pt x="57471" y="48179"/>
                  <a:pt x="57020" y="57908"/>
                </a:cubicBezTo>
                <a:cubicBezTo>
                  <a:pt x="56495" y="67637"/>
                  <a:pt x="53713" y="75371"/>
                  <a:pt x="48703" y="81124"/>
                </a:cubicBezTo>
                <a:cubicBezTo>
                  <a:pt x="43751" y="86862"/>
                  <a:pt x="37445" y="89542"/>
                  <a:pt x="29930" y="89149"/>
                </a:cubicBezTo>
                <a:cubicBezTo>
                  <a:pt x="25444" y="88916"/>
                  <a:pt x="21570" y="87838"/>
                  <a:pt x="18380" y="85843"/>
                </a:cubicBezTo>
                <a:cubicBezTo>
                  <a:pt x="15191" y="83905"/>
                  <a:pt x="12642" y="81007"/>
                  <a:pt x="10705" y="77250"/>
                </a:cubicBezTo>
                <a:lnTo>
                  <a:pt x="10253" y="86527"/>
                </a:lnTo>
                <a:lnTo>
                  <a:pt x="0" y="86017"/>
                </a:lnTo>
                <a:lnTo>
                  <a:pt x="4384" y="0"/>
                </a:lnTo>
                <a:lnTo>
                  <a:pt x="14623" y="510"/>
                </a:lnTo>
                <a:lnTo>
                  <a:pt x="12919" y="34022"/>
                </a:lnTo>
                <a:close/>
                <a:moveTo>
                  <a:pt x="12919" y="340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26EE8F-9AC6-4A58-B86C-99AC2894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75" y="3446777"/>
            <a:ext cx="48354" cy="65715"/>
          </a:xfrm>
          <a:custGeom xmlns:a="http://schemas.openxmlformats.org/drawingml/2006/main">
            <a:pathLst>
              <a:path w="48354" h="65715">
                <a:moveTo>
                  <a:pt x="46985" y="4733"/>
                </a:moveTo>
                <a:lnTo>
                  <a:pt x="46475" y="14346"/>
                </a:lnTo>
                <a:cubicBezTo>
                  <a:pt x="43693" y="12686"/>
                  <a:pt x="40780" y="11433"/>
                  <a:pt x="37722" y="10588"/>
                </a:cubicBezTo>
                <a:cubicBezTo>
                  <a:pt x="34649" y="9671"/>
                  <a:pt x="31459" y="9161"/>
                  <a:pt x="28095" y="8986"/>
                </a:cubicBezTo>
                <a:cubicBezTo>
                  <a:pt x="23099" y="8710"/>
                  <a:pt x="19283" y="9278"/>
                  <a:pt x="16662" y="10705"/>
                </a:cubicBezTo>
                <a:cubicBezTo>
                  <a:pt x="14055" y="12118"/>
                  <a:pt x="12686" y="14404"/>
                  <a:pt x="12511" y="17477"/>
                </a:cubicBezTo>
                <a:cubicBezTo>
                  <a:pt x="12394" y="19866"/>
                  <a:pt x="13195" y="21745"/>
                  <a:pt x="14958" y="23157"/>
                </a:cubicBezTo>
                <a:cubicBezTo>
                  <a:pt x="16662" y="24643"/>
                  <a:pt x="20245" y="26056"/>
                  <a:pt x="25648" y="27600"/>
                </a:cubicBezTo>
                <a:lnTo>
                  <a:pt x="29071" y="28503"/>
                </a:lnTo>
                <a:cubicBezTo>
                  <a:pt x="36236" y="30440"/>
                  <a:pt x="41246" y="32886"/>
                  <a:pt x="44145" y="35843"/>
                </a:cubicBezTo>
                <a:cubicBezTo>
                  <a:pt x="47043" y="38800"/>
                  <a:pt x="48354" y="42848"/>
                  <a:pt x="48121" y="47902"/>
                </a:cubicBezTo>
                <a:cubicBezTo>
                  <a:pt x="47786" y="53655"/>
                  <a:pt x="45281" y="58097"/>
                  <a:pt x="40562" y="61214"/>
                </a:cubicBezTo>
                <a:cubicBezTo>
                  <a:pt x="35843" y="64345"/>
                  <a:pt x="29522" y="65715"/>
                  <a:pt x="21555" y="65263"/>
                </a:cubicBezTo>
                <a:cubicBezTo>
                  <a:pt x="18264" y="65088"/>
                  <a:pt x="14783" y="64637"/>
                  <a:pt x="11258" y="63777"/>
                </a:cubicBezTo>
                <a:cubicBezTo>
                  <a:pt x="7675" y="62933"/>
                  <a:pt x="3918" y="61797"/>
                  <a:pt x="0" y="60311"/>
                </a:cubicBezTo>
                <a:lnTo>
                  <a:pt x="568" y="49781"/>
                </a:lnTo>
                <a:cubicBezTo>
                  <a:pt x="4209" y="51951"/>
                  <a:pt x="7850" y="53597"/>
                  <a:pt x="11433" y="54791"/>
                </a:cubicBezTo>
                <a:cubicBezTo>
                  <a:pt x="15016" y="55927"/>
                  <a:pt x="18657" y="56612"/>
                  <a:pt x="22240" y="56787"/>
                </a:cubicBezTo>
                <a:cubicBezTo>
                  <a:pt x="27017" y="57005"/>
                  <a:pt x="30716" y="56379"/>
                  <a:pt x="33396" y="54849"/>
                </a:cubicBezTo>
                <a:cubicBezTo>
                  <a:pt x="36061" y="53364"/>
                  <a:pt x="37430" y="51092"/>
                  <a:pt x="37605" y="48135"/>
                </a:cubicBezTo>
                <a:cubicBezTo>
                  <a:pt x="37765" y="45354"/>
                  <a:pt x="36921" y="43183"/>
                  <a:pt x="35158" y="41654"/>
                </a:cubicBezTo>
                <a:cubicBezTo>
                  <a:pt x="33338" y="40052"/>
                  <a:pt x="29347" y="38465"/>
                  <a:pt x="23099" y="36761"/>
                </a:cubicBezTo>
                <a:lnTo>
                  <a:pt x="19618" y="35726"/>
                </a:lnTo>
                <a:cubicBezTo>
                  <a:pt x="13370" y="34081"/>
                  <a:pt x="8928" y="31809"/>
                  <a:pt x="6248" y="28969"/>
                </a:cubicBezTo>
                <a:cubicBezTo>
                  <a:pt x="3641" y="26056"/>
                  <a:pt x="2389" y="22196"/>
                  <a:pt x="2665" y="17419"/>
                </a:cubicBezTo>
                <a:cubicBezTo>
                  <a:pt x="2957" y="11608"/>
                  <a:pt x="5229" y="7224"/>
                  <a:pt x="9554" y="4267"/>
                </a:cubicBezTo>
                <a:cubicBezTo>
                  <a:pt x="13822" y="1311"/>
                  <a:pt x="19735" y="0"/>
                  <a:pt x="27366" y="408"/>
                </a:cubicBezTo>
                <a:cubicBezTo>
                  <a:pt x="31110" y="568"/>
                  <a:pt x="34649" y="1034"/>
                  <a:pt x="37882" y="1762"/>
                </a:cubicBezTo>
                <a:cubicBezTo>
                  <a:pt x="41188" y="2505"/>
                  <a:pt x="44261" y="3481"/>
                  <a:pt x="46985" y="4733"/>
                </a:cubicBezTo>
                <a:close/>
                <a:moveTo>
                  <a:pt x="46985" y="47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A147F-F10A-4E7C-A32A-8C582ED7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354" y="3450024"/>
            <a:ext cx="50975" cy="65656"/>
          </a:xfrm>
          <a:custGeom xmlns:a="http://schemas.openxmlformats.org/drawingml/2006/main">
            <a:pathLst>
              <a:path w="50975" h="65656">
                <a:moveTo>
                  <a:pt x="50975" y="5287"/>
                </a:moveTo>
                <a:lnTo>
                  <a:pt x="50466" y="14797"/>
                </a:lnTo>
                <a:cubicBezTo>
                  <a:pt x="47669" y="13079"/>
                  <a:pt x="44829" y="11724"/>
                  <a:pt x="41989" y="10807"/>
                </a:cubicBezTo>
                <a:cubicBezTo>
                  <a:pt x="39135" y="9846"/>
                  <a:pt x="36236" y="9336"/>
                  <a:pt x="33280" y="9161"/>
                </a:cubicBezTo>
                <a:cubicBezTo>
                  <a:pt x="26682" y="8811"/>
                  <a:pt x="21439" y="10632"/>
                  <a:pt x="17579" y="14623"/>
                </a:cubicBezTo>
                <a:cubicBezTo>
                  <a:pt x="13705" y="18657"/>
                  <a:pt x="11608" y="24410"/>
                  <a:pt x="11200" y="31969"/>
                </a:cubicBezTo>
                <a:cubicBezTo>
                  <a:pt x="10807" y="39542"/>
                  <a:pt x="12336" y="45514"/>
                  <a:pt x="15817" y="49898"/>
                </a:cubicBezTo>
                <a:cubicBezTo>
                  <a:pt x="19225" y="54223"/>
                  <a:pt x="24235" y="56612"/>
                  <a:pt x="30833" y="56889"/>
                </a:cubicBezTo>
                <a:cubicBezTo>
                  <a:pt x="33789" y="57063"/>
                  <a:pt x="36746" y="56830"/>
                  <a:pt x="39644" y="56146"/>
                </a:cubicBezTo>
                <a:cubicBezTo>
                  <a:pt x="42601" y="55519"/>
                  <a:pt x="45572" y="54500"/>
                  <a:pt x="48529" y="53029"/>
                </a:cubicBezTo>
                <a:lnTo>
                  <a:pt x="48019" y="62467"/>
                </a:lnTo>
                <a:cubicBezTo>
                  <a:pt x="45106" y="63661"/>
                  <a:pt x="42149" y="64462"/>
                  <a:pt x="39018" y="64972"/>
                </a:cubicBezTo>
                <a:cubicBezTo>
                  <a:pt x="36003" y="65482"/>
                  <a:pt x="32712" y="65656"/>
                  <a:pt x="29289" y="65482"/>
                </a:cubicBezTo>
                <a:cubicBezTo>
                  <a:pt x="19968" y="65030"/>
                  <a:pt x="12744" y="61724"/>
                  <a:pt x="7501" y="55578"/>
                </a:cubicBezTo>
                <a:cubicBezTo>
                  <a:pt x="2330" y="49432"/>
                  <a:pt x="0" y="41363"/>
                  <a:pt x="510" y="31401"/>
                </a:cubicBezTo>
                <a:cubicBezTo>
                  <a:pt x="1020" y="21337"/>
                  <a:pt x="4209" y="13545"/>
                  <a:pt x="10006" y="8025"/>
                </a:cubicBezTo>
                <a:cubicBezTo>
                  <a:pt x="15875" y="2505"/>
                  <a:pt x="23609" y="0"/>
                  <a:pt x="33280" y="510"/>
                </a:cubicBezTo>
                <a:cubicBezTo>
                  <a:pt x="36411" y="685"/>
                  <a:pt x="39484" y="1136"/>
                  <a:pt x="42382" y="1937"/>
                </a:cubicBezTo>
                <a:cubicBezTo>
                  <a:pt x="45339" y="2724"/>
                  <a:pt x="48179" y="3874"/>
                  <a:pt x="50975" y="5287"/>
                </a:cubicBezTo>
                <a:close/>
                <a:moveTo>
                  <a:pt x="50975" y="52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1D5C6-6031-4E39-A94A-B40D7211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44" y="3453666"/>
            <a:ext cx="39426" cy="62583"/>
          </a:xfrm>
          <a:custGeom xmlns:a="http://schemas.openxmlformats.org/drawingml/2006/main">
            <a:pathLst>
              <a:path w="39426" h="62583">
                <a:moveTo>
                  <a:pt x="38974" y="11491"/>
                </a:moveTo>
                <a:cubicBezTo>
                  <a:pt x="37838" y="10807"/>
                  <a:pt x="36644" y="10239"/>
                  <a:pt x="35275" y="9846"/>
                </a:cubicBezTo>
                <a:cubicBezTo>
                  <a:pt x="33964" y="9496"/>
                  <a:pt x="32493" y="9219"/>
                  <a:pt x="30891" y="9161"/>
                </a:cubicBezTo>
                <a:cubicBezTo>
                  <a:pt x="25153" y="8870"/>
                  <a:pt x="20594" y="10530"/>
                  <a:pt x="17361" y="14113"/>
                </a:cubicBezTo>
                <a:cubicBezTo>
                  <a:pt x="14055" y="17696"/>
                  <a:pt x="12234" y="22983"/>
                  <a:pt x="11899" y="29988"/>
                </a:cubicBezTo>
                <a:lnTo>
                  <a:pt x="10239" y="62583"/>
                </a:lnTo>
                <a:lnTo>
                  <a:pt x="0" y="62073"/>
                </a:lnTo>
                <a:lnTo>
                  <a:pt x="3190" y="175"/>
                </a:lnTo>
                <a:lnTo>
                  <a:pt x="13370" y="685"/>
                </a:lnTo>
                <a:lnTo>
                  <a:pt x="12919" y="10297"/>
                </a:lnTo>
                <a:cubicBezTo>
                  <a:pt x="15249" y="6656"/>
                  <a:pt x="18147" y="3976"/>
                  <a:pt x="21686" y="2330"/>
                </a:cubicBezTo>
                <a:cubicBezTo>
                  <a:pt x="25211" y="685"/>
                  <a:pt x="29420" y="0"/>
                  <a:pt x="34314" y="233"/>
                </a:cubicBezTo>
                <a:cubicBezTo>
                  <a:pt x="35056" y="291"/>
                  <a:pt x="35785" y="393"/>
                  <a:pt x="36644" y="510"/>
                </a:cubicBezTo>
                <a:cubicBezTo>
                  <a:pt x="37503" y="626"/>
                  <a:pt x="38406" y="801"/>
                  <a:pt x="39426" y="1078"/>
                </a:cubicBezTo>
                <a:lnTo>
                  <a:pt x="38974" y="11491"/>
                </a:lnTo>
                <a:close/>
                <a:moveTo>
                  <a:pt x="38974" y="114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3C2EF-AF42-4DC5-AAB5-A79B93F1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85" y="3432110"/>
            <a:ext cx="14564" cy="86527"/>
          </a:xfrm>
          <a:custGeom xmlns:a="http://schemas.openxmlformats.org/drawingml/2006/main">
            <a:pathLst>
              <a:path w="14564" h="86527">
                <a:moveTo>
                  <a:pt x="3190" y="24119"/>
                </a:moveTo>
                <a:lnTo>
                  <a:pt x="13312" y="24628"/>
                </a:lnTo>
                <a:lnTo>
                  <a:pt x="10181" y="86527"/>
                </a:lnTo>
                <a:lnTo>
                  <a:pt x="0" y="86017"/>
                </a:lnTo>
                <a:lnTo>
                  <a:pt x="3190" y="24119"/>
                </a:lnTo>
                <a:close/>
                <a:moveTo>
                  <a:pt x="4384" y="0"/>
                </a:moveTo>
                <a:lnTo>
                  <a:pt x="14564" y="510"/>
                </a:lnTo>
                <a:lnTo>
                  <a:pt x="13938" y="13414"/>
                </a:lnTo>
                <a:lnTo>
                  <a:pt x="3758" y="12904"/>
                </a:lnTo>
                <a:lnTo>
                  <a:pt x="4384" y="0"/>
                </a:lnTo>
                <a:close/>
                <a:moveTo>
                  <a:pt x="43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954D4-789C-41D5-8AE1-C9F49E99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56" y="3457598"/>
            <a:ext cx="58709" cy="86178"/>
          </a:xfrm>
          <a:custGeom xmlns:a="http://schemas.openxmlformats.org/drawingml/2006/main">
            <a:pathLst>
              <a:path w="58709" h="86178">
                <a:moveTo>
                  <a:pt x="11885" y="53364"/>
                </a:moveTo>
                <a:lnTo>
                  <a:pt x="10239" y="86178"/>
                </a:lnTo>
                <a:lnTo>
                  <a:pt x="0" y="85668"/>
                </a:lnTo>
                <a:lnTo>
                  <a:pt x="4384" y="218"/>
                </a:lnTo>
                <a:lnTo>
                  <a:pt x="14564" y="728"/>
                </a:lnTo>
                <a:lnTo>
                  <a:pt x="14098" y="10122"/>
                </a:lnTo>
                <a:cubicBezTo>
                  <a:pt x="16443" y="6539"/>
                  <a:pt x="19283" y="3976"/>
                  <a:pt x="22633" y="2330"/>
                </a:cubicBezTo>
                <a:cubicBezTo>
                  <a:pt x="25997" y="728"/>
                  <a:pt x="29915" y="0"/>
                  <a:pt x="34474" y="218"/>
                </a:cubicBezTo>
                <a:cubicBezTo>
                  <a:pt x="41989" y="612"/>
                  <a:pt x="47961" y="3918"/>
                  <a:pt x="52330" y="10122"/>
                </a:cubicBezTo>
                <a:cubicBezTo>
                  <a:pt x="56714" y="16327"/>
                  <a:pt x="58709" y="24279"/>
                  <a:pt x="58199" y="34008"/>
                </a:cubicBezTo>
                <a:cubicBezTo>
                  <a:pt x="57690" y="43737"/>
                  <a:pt x="54951" y="51485"/>
                  <a:pt x="49941" y="57223"/>
                </a:cubicBezTo>
                <a:cubicBezTo>
                  <a:pt x="44946" y="62976"/>
                  <a:pt x="38683" y="65642"/>
                  <a:pt x="31168" y="65248"/>
                </a:cubicBezTo>
                <a:cubicBezTo>
                  <a:pt x="26624" y="65015"/>
                  <a:pt x="22750" y="63938"/>
                  <a:pt x="19560" y="61942"/>
                </a:cubicBezTo>
                <a:cubicBezTo>
                  <a:pt x="16443" y="60020"/>
                  <a:pt x="13880" y="57107"/>
                  <a:pt x="11885" y="53364"/>
                </a:cubicBezTo>
                <a:close/>
                <a:moveTo>
                  <a:pt x="47611" y="33498"/>
                </a:moveTo>
                <a:cubicBezTo>
                  <a:pt x="48019" y="25997"/>
                  <a:pt x="46766" y="20070"/>
                  <a:pt x="43912" y="15642"/>
                </a:cubicBezTo>
                <a:cubicBezTo>
                  <a:pt x="41072" y="11258"/>
                  <a:pt x="36921" y="8928"/>
                  <a:pt x="31576" y="8637"/>
                </a:cubicBezTo>
                <a:cubicBezTo>
                  <a:pt x="26172" y="8360"/>
                  <a:pt x="21847" y="10297"/>
                  <a:pt x="18540" y="14390"/>
                </a:cubicBezTo>
                <a:cubicBezTo>
                  <a:pt x="15249" y="18482"/>
                  <a:pt x="13370" y="24235"/>
                  <a:pt x="13021" y="31736"/>
                </a:cubicBezTo>
                <a:cubicBezTo>
                  <a:pt x="12627" y="39193"/>
                  <a:pt x="13880" y="45164"/>
                  <a:pt x="16720" y="49548"/>
                </a:cubicBezTo>
                <a:cubicBezTo>
                  <a:pt x="19560" y="53990"/>
                  <a:pt x="23725" y="56321"/>
                  <a:pt x="29129" y="56597"/>
                </a:cubicBezTo>
                <a:cubicBezTo>
                  <a:pt x="34474" y="56889"/>
                  <a:pt x="38800" y="54951"/>
                  <a:pt x="42091" y="50859"/>
                </a:cubicBezTo>
                <a:cubicBezTo>
                  <a:pt x="45397" y="46752"/>
                  <a:pt x="47276" y="40955"/>
                  <a:pt x="47611" y="33498"/>
                </a:cubicBezTo>
                <a:close/>
                <a:moveTo>
                  <a:pt x="47611" y="334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3BA26-F34A-425F-B4FA-2C9F8B41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69" y="3443878"/>
            <a:ext cx="39018" cy="81065"/>
          </a:xfrm>
          <a:custGeom xmlns:a="http://schemas.openxmlformats.org/drawingml/2006/main">
            <a:pathLst>
              <a:path w="39018" h="81065">
                <a:moveTo>
                  <a:pt x="18992" y="510"/>
                </a:moveTo>
                <a:lnTo>
                  <a:pt x="18089" y="18089"/>
                </a:lnTo>
                <a:lnTo>
                  <a:pt x="39018" y="19167"/>
                </a:lnTo>
                <a:lnTo>
                  <a:pt x="38625" y="27075"/>
                </a:lnTo>
                <a:lnTo>
                  <a:pt x="17681" y="25997"/>
                </a:lnTo>
                <a:lnTo>
                  <a:pt x="15977" y="59627"/>
                </a:lnTo>
                <a:cubicBezTo>
                  <a:pt x="15700" y="64695"/>
                  <a:pt x="16210" y="67987"/>
                  <a:pt x="17521" y="69472"/>
                </a:cubicBezTo>
                <a:cubicBezTo>
                  <a:pt x="18832" y="71001"/>
                  <a:pt x="21614" y="71861"/>
                  <a:pt x="25881" y="72079"/>
                </a:cubicBezTo>
                <a:lnTo>
                  <a:pt x="36294" y="72589"/>
                </a:lnTo>
                <a:lnTo>
                  <a:pt x="35843" y="81065"/>
                </a:lnTo>
                <a:lnTo>
                  <a:pt x="25429" y="80556"/>
                </a:lnTo>
                <a:cubicBezTo>
                  <a:pt x="17579" y="80162"/>
                  <a:pt x="12234" y="78458"/>
                  <a:pt x="9379" y="75327"/>
                </a:cubicBezTo>
                <a:cubicBezTo>
                  <a:pt x="6539" y="72254"/>
                  <a:pt x="5345" y="66851"/>
                  <a:pt x="5738" y="59117"/>
                </a:cubicBezTo>
                <a:lnTo>
                  <a:pt x="7442" y="25488"/>
                </a:lnTo>
                <a:lnTo>
                  <a:pt x="0" y="25153"/>
                </a:lnTo>
                <a:lnTo>
                  <a:pt x="393" y="17244"/>
                </a:lnTo>
                <a:lnTo>
                  <a:pt x="7850" y="17579"/>
                </a:lnTo>
                <a:lnTo>
                  <a:pt x="8753" y="0"/>
                </a:lnTo>
                <a:lnTo>
                  <a:pt x="18992" y="510"/>
                </a:lnTo>
                <a:close/>
                <a:moveTo>
                  <a:pt x="18992" y="5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FE09D-5A6B-4CF5-AE42-3440A216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26" y="3439611"/>
            <a:ext cx="14564" cy="86585"/>
          </a:xfrm>
          <a:custGeom xmlns:a="http://schemas.openxmlformats.org/drawingml/2006/main">
            <a:pathLst>
              <a:path w="14564" h="86585">
                <a:moveTo>
                  <a:pt x="3131" y="24119"/>
                </a:moveTo>
                <a:lnTo>
                  <a:pt x="13326" y="24643"/>
                </a:lnTo>
                <a:lnTo>
                  <a:pt x="10137" y="86585"/>
                </a:lnTo>
                <a:lnTo>
                  <a:pt x="0" y="86017"/>
                </a:lnTo>
                <a:lnTo>
                  <a:pt x="3131" y="24119"/>
                </a:lnTo>
                <a:close/>
                <a:moveTo>
                  <a:pt x="4384" y="0"/>
                </a:moveTo>
                <a:lnTo>
                  <a:pt x="14564" y="510"/>
                </a:lnTo>
                <a:lnTo>
                  <a:pt x="13894" y="13428"/>
                </a:lnTo>
                <a:lnTo>
                  <a:pt x="3699" y="12919"/>
                </a:lnTo>
                <a:lnTo>
                  <a:pt x="4384" y="0"/>
                </a:lnTo>
                <a:close/>
                <a:moveTo>
                  <a:pt x="43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CBB30-75FA-40AB-8677-88BD8075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77" y="3464647"/>
            <a:ext cx="57923" cy="65875"/>
          </a:xfrm>
          <a:custGeom xmlns:a="http://schemas.openxmlformats.org/drawingml/2006/main">
            <a:pathLst>
              <a:path w="57923" h="65875">
                <a:moveTo>
                  <a:pt x="30163" y="9044"/>
                </a:moveTo>
                <a:cubicBezTo>
                  <a:pt x="24701" y="8753"/>
                  <a:pt x="20317" y="10690"/>
                  <a:pt x="16895" y="14797"/>
                </a:cubicBezTo>
                <a:cubicBezTo>
                  <a:pt x="13545" y="18890"/>
                  <a:pt x="11666" y="24628"/>
                  <a:pt x="11273" y="32027"/>
                </a:cubicBezTo>
                <a:cubicBezTo>
                  <a:pt x="10865" y="39426"/>
                  <a:pt x="12176" y="45339"/>
                  <a:pt x="15074" y="49781"/>
                </a:cubicBezTo>
                <a:cubicBezTo>
                  <a:pt x="18045" y="54223"/>
                  <a:pt x="22254" y="56554"/>
                  <a:pt x="27716" y="56830"/>
                </a:cubicBezTo>
                <a:cubicBezTo>
                  <a:pt x="33178" y="57122"/>
                  <a:pt x="37547" y="55184"/>
                  <a:pt x="40970" y="51092"/>
                </a:cubicBezTo>
                <a:cubicBezTo>
                  <a:pt x="44319" y="46941"/>
                  <a:pt x="46198" y="41188"/>
                  <a:pt x="46591" y="33848"/>
                </a:cubicBezTo>
                <a:cubicBezTo>
                  <a:pt x="46941" y="26507"/>
                  <a:pt x="45688" y="20594"/>
                  <a:pt x="42732" y="16152"/>
                </a:cubicBezTo>
                <a:cubicBezTo>
                  <a:pt x="39775" y="11724"/>
                  <a:pt x="35625" y="9321"/>
                  <a:pt x="30163" y="9044"/>
                </a:cubicBezTo>
                <a:close/>
                <a:moveTo>
                  <a:pt x="30614" y="451"/>
                </a:moveTo>
                <a:cubicBezTo>
                  <a:pt x="39426" y="903"/>
                  <a:pt x="46257" y="4093"/>
                  <a:pt x="51034" y="10122"/>
                </a:cubicBezTo>
                <a:cubicBezTo>
                  <a:pt x="55752" y="16152"/>
                  <a:pt x="57923" y="24235"/>
                  <a:pt x="57413" y="34357"/>
                </a:cubicBezTo>
                <a:cubicBezTo>
                  <a:pt x="56845" y="44494"/>
                  <a:pt x="53932" y="52344"/>
                  <a:pt x="48587" y="57864"/>
                </a:cubicBezTo>
                <a:cubicBezTo>
                  <a:pt x="43242" y="63370"/>
                  <a:pt x="36134" y="65875"/>
                  <a:pt x="27308" y="65423"/>
                </a:cubicBezTo>
                <a:cubicBezTo>
                  <a:pt x="18439" y="64972"/>
                  <a:pt x="11608" y="61782"/>
                  <a:pt x="6889" y="55752"/>
                </a:cubicBezTo>
                <a:cubicBezTo>
                  <a:pt x="2112" y="49723"/>
                  <a:pt x="0" y="41640"/>
                  <a:pt x="510" y="31459"/>
                </a:cubicBezTo>
                <a:cubicBezTo>
                  <a:pt x="1078" y="21337"/>
                  <a:pt x="3991" y="13487"/>
                  <a:pt x="9278" y="8025"/>
                </a:cubicBezTo>
                <a:cubicBezTo>
                  <a:pt x="14623" y="2505"/>
                  <a:pt x="21730" y="0"/>
                  <a:pt x="30614" y="451"/>
                </a:cubicBezTo>
                <a:close/>
                <a:moveTo>
                  <a:pt x="30614" y="4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8CAEF-4464-4204-94D7-D13F89DF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531" y="3468681"/>
            <a:ext cx="54223" cy="64753"/>
          </a:xfrm>
          <a:custGeom xmlns:a="http://schemas.openxmlformats.org/drawingml/2006/main">
            <a:pathLst>
              <a:path w="54223" h="64753">
                <a:moveTo>
                  <a:pt x="53772" y="27366"/>
                </a:moveTo>
                <a:lnTo>
                  <a:pt x="51893" y="64753"/>
                </a:lnTo>
                <a:lnTo>
                  <a:pt x="41698" y="64229"/>
                </a:lnTo>
                <a:lnTo>
                  <a:pt x="43577" y="27192"/>
                </a:lnTo>
                <a:cubicBezTo>
                  <a:pt x="43926" y="21337"/>
                  <a:pt x="42950" y="16895"/>
                  <a:pt x="40853" y="13880"/>
                </a:cubicBezTo>
                <a:cubicBezTo>
                  <a:pt x="38683" y="10807"/>
                  <a:pt x="35333" y="9219"/>
                  <a:pt x="30775" y="8986"/>
                </a:cubicBezTo>
                <a:cubicBezTo>
                  <a:pt x="25269" y="8710"/>
                  <a:pt x="20885" y="10181"/>
                  <a:pt x="17521" y="13545"/>
                </a:cubicBezTo>
                <a:cubicBezTo>
                  <a:pt x="14171" y="16895"/>
                  <a:pt x="12351" y="21570"/>
                  <a:pt x="12001" y="27600"/>
                </a:cubicBezTo>
                <a:lnTo>
                  <a:pt x="10239" y="62641"/>
                </a:lnTo>
                <a:lnTo>
                  <a:pt x="0" y="62073"/>
                </a:lnTo>
                <a:lnTo>
                  <a:pt x="3190" y="175"/>
                </a:lnTo>
                <a:lnTo>
                  <a:pt x="13370" y="685"/>
                </a:lnTo>
                <a:lnTo>
                  <a:pt x="12919" y="10297"/>
                </a:lnTo>
                <a:cubicBezTo>
                  <a:pt x="15540" y="6714"/>
                  <a:pt x="18555" y="4093"/>
                  <a:pt x="21905" y="2389"/>
                </a:cubicBezTo>
                <a:cubicBezTo>
                  <a:pt x="25313" y="743"/>
                  <a:pt x="29187" y="0"/>
                  <a:pt x="33513" y="233"/>
                </a:cubicBezTo>
                <a:cubicBezTo>
                  <a:pt x="40620" y="568"/>
                  <a:pt x="45863" y="3073"/>
                  <a:pt x="49271" y="7690"/>
                </a:cubicBezTo>
                <a:cubicBezTo>
                  <a:pt x="52738" y="12234"/>
                  <a:pt x="54223" y="18832"/>
                  <a:pt x="53772" y="27366"/>
                </a:cubicBezTo>
                <a:close/>
                <a:moveTo>
                  <a:pt x="53772" y="273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A7990-F82A-4BE2-9F9D-B4A07B53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828" y="3451554"/>
            <a:ext cx="77716" cy="86818"/>
          </a:xfrm>
          <a:custGeom xmlns:a="http://schemas.openxmlformats.org/drawingml/2006/main">
            <a:pathLst>
              <a:path w="77716" h="86818">
                <a:moveTo>
                  <a:pt x="40620" y="9685"/>
                </a:moveTo>
                <a:cubicBezTo>
                  <a:pt x="32537" y="9219"/>
                  <a:pt x="25939" y="11957"/>
                  <a:pt x="20827" y="17754"/>
                </a:cubicBezTo>
                <a:cubicBezTo>
                  <a:pt x="15759" y="23565"/>
                  <a:pt x="12977" y="31634"/>
                  <a:pt x="12409" y="42106"/>
                </a:cubicBezTo>
                <a:cubicBezTo>
                  <a:pt x="11885" y="52461"/>
                  <a:pt x="13880" y="60821"/>
                  <a:pt x="18322" y="67142"/>
                </a:cubicBezTo>
                <a:cubicBezTo>
                  <a:pt x="22808" y="73390"/>
                  <a:pt x="29071" y="76754"/>
                  <a:pt x="37212" y="77148"/>
                </a:cubicBezTo>
                <a:cubicBezTo>
                  <a:pt x="45281" y="77614"/>
                  <a:pt x="51893" y="74876"/>
                  <a:pt x="56947" y="69079"/>
                </a:cubicBezTo>
                <a:cubicBezTo>
                  <a:pt x="61957" y="63268"/>
                  <a:pt x="64739" y="55184"/>
                  <a:pt x="65307" y="44786"/>
                </a:cubicBezTo>
                <a:cubicBezTo>
                  <a:pt x="65831" y="34372"/>
                  <a:pt x="63894" y="26012"/>
                  <a:pt x="59452" y="19691"/>
                </a:cubicBezTo>
                <a:cubicBezTo>
                  <a:pt x="55010" y="13428"/>
                  <a:pt x="48762" y="10079"/>
                  <a:pt x="40620" y="9685"/>
                </a:cubicBezTo>
                <a:close/>
                <a:moveTo>
                  <a:pt x="41072" y="568"/>
                </a:moveTo>
                <a:cubicBezTo>
                  <a:pt x="52679" y="1194"/>
                  <a:pt x="61724" y="5520"/>
                  <a:pt x="68263" y="13661"/>
                </a:cubicBezTo>
                <a:cubicBezTo>
                  <a:pt x="74759" y="21803"/>
                  <a:pt x="77716" y="32318"/>
                  <a:pt x="77031" y="45412"/>
                </a:cubicBezTo>
                <a:cubicBezTo>
                  <a:pt x="76405" y="58374"/>
                  <a:pt x="72370" y="68613"/>
                  <a:pt x="65088" y="76012"/>
                </a:cubicBezTo>
                <a:cubicBezTo>
                  <a:pt x="57748" y="83410"/>
                  <a:pt x="48296" y="86818"/>
                  <a:pt x="36746" y="86250"/>
                </a:cubicBezTo>
                <a:cubicBezTo>
                  <a:pt x="25153" y="85624"/>
                  <a:pt x="16050" y="81298"/>
                  <a:pt x="9496" y="73230"/>
                </a:cubicBezTo>
                <a:cubicBezTo>
                  <a:pt x="2898" y="65088"/>
                  <a:pt x="0" y="54573"/>
                  <a:pt x="626" y="41479"/>
                </a:cubicBezTo>
                <a:cubicBezTo>
                  <a:pt x="1311" y="28459"/>
                  <a:pt x="5287" y="18205"/>
                  <a:pt x="12686" y="10821"/>
                </a:cubicBezTo>
                <a:cubicBezTo>
                  <a:pt x="20026" y="3423"/>
                  <a:pt x="29464" y="0"/>
                  <a:pt x="41072" y="568"/>
                </a:cubicBezTo>
                <a:close/>
                <a:moveTo>
                  <a:pt x="41072" y="5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A3670-FC47-44B1-9CF2-D1D5F3E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30" y="3476881"/>
            <a:ext cx="58651" cy="86192"/>
          </a:xfrm>
          <a:custGeom xmlns:a="http://schemas.openxmlformats.org/drawingml/2006/main">
            <a:pathLst>
              <a:path w="58651" h="86192">
                <a:moveTo>
                  <a:pt x="11885" y="53306"/>
                </a:moveTo>
                <a:lnTo>
                  <a:pt x="10239" y="86192"/>
                </a:lnTo>
                <a:lnTo>
                  <a:pt x="0" y="85624"/>
                </a:lnTo>
                <a:lnTo>
                  <a:pt x="4326" y="160"/>
                </a:lnTo>
                <a:lnTo>
                  <a:pt x="14564" y="685"/>
                </a:lnTo>
                <a:lnTo>
                  <a:pt x="14113" y="10122"/>
                </a:lnTo>
                <a:cubicBezTo>
                  <a:pt x="16443" y="6539"/>
                  <a:pt x="19283" y="3918"/>
                  <a:pt x="22589" y="2330"/>
                </a:cubicBezTo>
                <a:cubicBezTo>
                  <a:pt x="25997" y="685"/>
                  <a:pt x="29930" y="0"/>
                  <a:pt x="34416" y="218"/>
                </a:cubicBezTo>
                <a:cubicBezTo>
                  <a:pt x="41989" y="626"/>
                  <a:pt x="47902" y="3918"/>
                  <a:pt x="52344" y="10122"/>
                </a:cubicBezTo>
                <a:cubicBezTo>
                  <a:pt x="56728" y="16327"/>
                  <a:pt x="58651" y="24293"/>
                  <a:pt x="58199" y="34022"/>
                </a:cubicBezTo>
                <a:cubicBezTo>
                  <a:pt x="57690" y="43751"/>
                  <a:pt x="54908" y="51485"/>
                  <a:pt x="49898" y="57223"/>
                </a:cubicBezTo>
                <a:cubicBezTo>
                  <a:pt x="44887" y="62976"/>
                  <a:pt x="38625" y="65656"/>
                  <a:pt x="31124" y="65248"/>
                </a:cubicBezTo>
                <a:cubicBezTo>
                  <a:pt x="26624" y="65030"/>
                  <a:pt x="22764" y="63879"/>
                  <a:pt x="19575" y="61957"/>
                </a:cubicBezTo>
                <a:cubicBezTo>
                  <a:pt x="16385" y="60020"/>
                  <a:pt x="13822" y="57122"/>
                  <a:pt x="11885" y="53306"/>
                </a:cubicBezTo>
                <a:close/>
                <a:moveTo>
                  <a:pt x="47626" y="33498"/>
                </a:moveTo>
                <a:cubicBezTo>
                  <a:pt x="48019" y="25997"/>
                  <a:pt x="46766" y="20084"/>
                  <a:pt x="43868" y="15642"/>
                </a:cubicBezTo>
                <a:cubicBezTo>
                  <a:pt x="41013" y="11200"/>
                  <a:pt x="36921" y="8870"/>
                  <a:pt x="31517" y="8593"/>
                </a:cubicBezTo>
                <a:cubicBezTo>
                  <a:pt x="26172" y="8360"/>
                  <a:pt x="21788" y="10239"/>
                  <a:pt x="18497" y="14331"/>
                </a:cubicBezTo>
                <a:cubicBezTo>
                  <a:pt x="15191" y="18424"/>
                  <a:pt x="13370" y="24235"/>
                  <a:pt x="12977" y="31736"/>
                </a:cubicBezTo>
                <a:cubicBezTo>
                  <a:pt x="12627" y="39193"/>
                  <a:pt x="13822" y="45106"/>
                  <a:pt x="16720" y="49548"/>
                </a:cubicBezTo>
                <a:cubicBezTo>
                  <a:pt x="19575" y="53990"/>
                  <a:pt x="23725" y="56321"/>
                  <a:pt x="29071" y="56597"/>
                </a:cubicBezTo>
                <a:cubicBezTo>
                  <a:pt x="34474" y="56830"/>
                  <a:pt x="38800" y="54951"/>
                  <a:pt x="42106" y="50859"/>
                </a:cubicBezTo>
                <a:cubicBezTo>
                  <a:pt x="45397" y="46766"/>
                  <a:pt x="47218" y="40955"/>
                  <a:pt x="47626" y="33498"/>
                </a:cubicBezTo>
                <a:close/>
                <a:moveTo>
                  <a:pt x="47626" y="334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BD97E-1D1B-4F1E-8861-08A6A8AC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784" y="3463161"/>
            <a:ext cx="39091" cy="81080"/>
          </a:xfrm>
          <a:custGeom xmlns:a="http://schemas.openxmlformats.org/drawingml/2006/main">
            <a:pathLst>
              <a:path w="39091" h="81080">
                <a:moveTo>
                  <a:pt x="19007" y="510"/>
                </a:moveTo>
                <a:lnTo>
                  <a:pt x="18089" y="18089"/>
                </a:lnTo>
                <a:lnTo>
                  <a:pt x="39091" y="19181"/>
                </a:lnTo>
                <a:lnTo>
                  <a:pt x="38625" y="27090"/>
                </a:lnTo>
                <a:lnTo>
                  <a:pt x="17696" y="25997"/>
                </a:lnTo>
                <a:lnTo>
                  <a:pt x="15992" y="59627"/>
                </a:lnTo>
                <a:cubicBezTo>
                  <a:pt x="15759" y="64695"/>
                  <a:pt x="16268" y="67928"/>
                  <a:pt x="17579" y="69472"/>
                </a:cubicBezTo>
                <a:cubicBezTo>
                  <a:pt x="18890" y="70943"/>
                  <a:pt x="21672" y="71802"/>
                  <a:pt x="25881" y="72035"/>
                </a:cubicBezTo>
                <a:lnTo>
                  <a:pt x="36353" y="72603"/>
                </a:lnTo>
                <a:lnTo>
                  <a:pt x="35901" y="81080"/>
                </a:lnTo>
                <a:lnTo>
                  <a:pt x="25488" y="80570"/>
                </a:lnTo>
                <a:cubicBezTo>
                  <a:pt x="17637" y="80162"/>
                  <a:pt x="12292" y="78400"/>
                  <a:pt x="9452" y="75327"/>
                </a:cubicBezTo>
                <a:cubicBezTo>
                  <a:pt x="6598" y="72254"/>
                  <a:pt x="5403" y="66851"/>
                  <a:pt x="5753" y="59117"/>
                </a:cubicBezTo>
                <a:lnTo>
                  <a:pt x="7515" y="25488"/>
                </a:lnTo>
                <a:lnTo>
                  <a:pt x="0" y="25094"/>
                </a:lnTo>
                <a:lnTo>
                  <a:pt x="393" y="17186"/>
                </a:lnTo>
                <a:lnTo>
                  <a:pt x="7908" y="17579"/>
                </a:lnTo>
                <a:lnTo>
                  <a:pt x="8768" y="0"/>
                </a:lnTo>
                <a:lnTo>
                  <a:pt x="19007" y="510"/>
                </a:lnTo>
                <a:close/>
                <a:moveTo>
                  <a:pt x="19007" y="5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D2869-6CD6-434F-94A0-D3AE6C21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056" y="3458894"/>
            <a:ext cx="14564" cy="86542"/>
          </a:xfrm>
          <a:custGeom xmlns:a="http://schemas.openxmlformats.org/drawingml/2006/main">
            <a:pathLst>
              <a:path w="14564" h="86542">
                <a:moveTo>
                  <a:pt x="3190" y="24133"/>
                </a:moveTo>
                <a:lnTo>
                  <a:pt x="13370" y="24643"/>
                </a:lnTo>
                <a:lnTo>
                  <a:pt x="10181" y="86542"/>
                </a:lnTo>
                <a:lnTo>
                  <a:pt x="0" y="86032"/>
                </a:lnTo>
                <a:lnTo>
                  <a:pt x="3190" y="24133"/>
                </a:lnTo>
                <a:close/>
                <a:moveTo>
                  <a:pt x="4384" y="0"/>
                </a:moveTo>
                <a:lnTo>
                  <a:pt x="14564" y="510"/>
                </a:lnTo>
                <a:lnTo>
                  <a:pt x="13938" y="13428"/>
                </a:lnTo>
                <a:lnTo>
                  <a:pt x="3758" y="12919"/>
                </a:lnTo>
                <a:lnTo>
                  <a:pt x="4384" y="0"/>
                </a:lnTo>
                <a:close/>
                <a:moveTo>
                  <a:pt x="43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0C6DB-5A9A-4CAF-B788-F31A2801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121" y="3484440"/>
            <a:ext cx="92731" cy="66676"/>
          </a:xfrm>
          <a:custGeom xmlns:a="http://schemas.openxmlformats.org/drawingml/2006/main">
            <a:pathLst>
              <a:path w="92731" h="66676">
                <a:moveTo>
                  <a:pt x="51136" y="14506"/>
                </a:moveTo>
                <a:cubicBezTo>
                  <a:pt x="53932" y="10079"/>
                  <a:pt x="57165" y="6831"/>
                  <a:pt x="60806" y="4835"/>
                </a:cubicBezTo>
                <a:cubicBezTo>
                  <a:pt x="64447" y="2855"/>
                  <a:pt x="68671" y="1995"/>
                  <a:pt x="73448" y="2228"/>
                </a:cubicBezTo>
                <a:cubicBezTo>
                  <a:pt x="79929" y="2563"/>
                  <a:pt x="84765" y="5068"/>
                  <a:pt x="88071" y="9787"/>
                </a:cubicBezTo>
                <a:cubicBezTo>
                  <a:pt x="91304" y="14448"/>
                  <a:pt x="92731" y="21002"/>
                  <a:pt x="92338" y="29304"/>
                </a:cubicBezTo>
                <a:lnTo>
                  <a:pt x="90401" y="66676"/>
                </a:lnTo>
                <a:lnTo>
                  <a:pt x="80206" y="66166"/>
                </a:lnTo>
                <a:lnTo>
                  <a:pt x="82085" y="29129"/>
                </a:lnTo>
                <a:cubicBezTo>
                  <a:pt x="82376" y="23157"/>
                  <a:pt x="81517" y="18715"/>
                  <a:pt x="79594" y="15759"/>
                </a:cubicBezTo>
                <a:cubicBezTo>
                  <a:pt x="77657" y="12744"/>
                  <a:pt x="74526" y="11156"/>
                  <a:pt x="70200" y="10923"/>
                </a:cubicBezTo>
                <a:cubicBezTo>
                  <a:pt x="64913" y="10705"/>
                  <a:pt x="60646" y="12234"/>
                  <a:pt x="57398" y="15598"/>
                </a:cubicBezTo>
                <a:cubicBezTo>
                  <a:pt x="54209" y="18890"/>
                  <a:pt x="52388" y="23609"/>
                  <a:pt x="52111" y="29639"/>
                </a:cubicBezTo>
                <a:lnTo>
                  <a:pt x="50349" y="64637"/>
                </a:lnTo>
                <a:lnTo>
                  <a:pt x="40110" y="64127"/>
                </a:lnTo>
                <a:lnTo>
                  <a:pt x="41989" y="27090"/>
                </a:lnTo>
                <a:cubicBezTo>
                  <a:pt x="42266" y="21104"/>
                  <a:pt x="41465" y="16618"/>
                  <a:pt x="39542" y="13661"/>
                </a:cubicBezTo>
                <a:cubicBezTo>
                  <a:pt x="37547" y="10705"/>
                  <a:pt x="34416" y="9103"/>
                  <a:pt x="29974" y="8884"/>
                </a:cubicBezTo>
                <a:cubicBezTo>
                  <a:pt x="24803" y="8651"/>
                  <a:pt x="20594" y="10181"/>
                  <a:pt x="17346" y="13545"/>
                </a:cubicBezTo>
                <a:cubicBezTo>
                  <a:pt x="14098" y="16895"/>
                  <a:pt x="12336" y="21570"/>
                  <a:pt x="12001" y="27600"/>
                </a:cubicBezTo>
                <a:lnTo>
                  <a:pt x="10239" y="62583"/>
                </a:lnTo>
                <a:lnTo>
                  <a:pt x="0" y="62073"/>
                </a:lnTo>
                <a:lnTo>
                  <a:pt x="3175" y="175"/>
                </a:lnTo>
                <a:lnTo>
                  <a:pt x="13428" y="685"/>
                </a:lnTo>
                <a:lnTo>
                  <a:pt x="12904" y="10297"/>
                </a:lnTo>
                <a:cubicBezTo>
                  <a:pt x="15409" y="6598"/>
                  <a:pt x="18366" y="3991"/>
                  <a:pt x="21672" y="2330"/>
                </a:cubicBezTo>
                <a:cubicBezTo>
                  <a:pt x="25022" y="685"/>
                  <a:pt x="28896" y="0"/>
                  <a:pt x="33396" y="233"/>
                </a:cubicBezTo>
                <a:cubicBezTo>
                  <a:pt x="37882" y="451"/>
                  <a:pt x="41640" y="1762"/>
                  <a:pt x="44654" y="4209"/>
                </a:cubicBezTo>
                <a:cubicBezTo>
                  <a:pt x="47728" y="6656"/>
                  <a:pt x="49883" y="10079"/>
                  <a:pt x="51136" y="14506"/>
                </a:cubicBezTo>
                <a:close/>
                <a:moveTo>
                  <a:pt x="51136" y="145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3B772-46BB-4C2A-AE8C-8A5291BA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25" y="3466118"/>
            <a:ext cx="14564" cy="86542"/>
          </a:xfrm>
          <a:custGeom xmlns:a="http://schemas.openxmlformats.org/drawingml/2006/main">
            <a:pathLst>
              <a:path w="14564" h="86542">
                <a:moveTo>
                  <a:pt x="3131" y="24133"/>
                </a:moveTo>
                <a:lnTo>
                  <a:pt x="13312" y="24643"/>
                </a:lnTo>
                <a:lnTo>
                  <a:pt x="10181" y="86542"/>
                </a:lnTo>
                <a:lnTo>
                  <a:pt x="0" y="86032"/>
                </a:lnTo>
                <a:lnTo>
                  <a:pt x="3131" y="24133"/>
                </a:lnTo>
                <a:close/>
                <a:moveTo>
                  <a:pt x="4384" y="0"/>
                </a:moveTo>
                <a:lnTo>
                  <a:pt x="14564" y="524"/>
                </a:lnTo>
                <a:lnTo>
                  <a:pt x="13880" y="13428"/>
                </a:lnTo>
                <a:lnTo>
                  <a:pt x="3699" y="12919"/>
                </a:lnTo>
                <a:lnTo>
                  <a:pt x="4384" y="0"/>
                </a:lnTo>
                <a:close/>
                <a:moveTo>
                  <a:pt x="43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25DE6-1E80-41F2-B175-F0C5F4CC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88" y="3491606"/>
            <a:ext cx="52854" cy="64404"/>
          </a:xfrm>
          <a:custGeom xmlns:a="http://schemas.openxmlformats.org/drawingml/2006/main">
            <a:pathLst>
              <a:path w="52854" h="64404">
                <a:moveTo>
                  <a:pt x="4500" y="0"/>
                </a:moveTo>
                <a:lnTo>
                  <a:pt x="52854" y="2447"/>
                </a:lnTo>
                <a:lnTo>
                  <a:pt x="52344" y="11783"/>
                </a:lnTo>
                <a:lnTo>
                  <a:pt x="11826" y="54340"/>
                </a:lnTo>
                <a:lnTo>
                  <a:pt x="50058" y="56277"/>
                </a:lnTo>
                <a:lnTo>
                  <a:pt x="49665" y="64404"/>
                </a:lnTo>
                <a:lnTo>
                  <a:pt x="0" y="61855"/>
                </a:lnTo>
                <a:lnTo>
                  <a:pt x="451" y="52577"/>
                </a:lnTo>
                <a:lnTo>
                  <a:pt x="40955" y="10020"/>
                </a:lnTo>
                <a:lnTo>
                  <a:pt x="4093" y="8141"/>
                </a:lnTo>
                <a:lnTo>
                  <a:pt x="4500" y="0"/>
                </a:lnTo>
                <a:close/>
                <a:moveTo>
                  <a:pt x="4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D8E8F-856C-4766-94A1-008F0F4B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328" y="3494227"/>
            <a:ext cx="58549" cy="65773"/>
          </a:xfrm>
          <a:custGeom xmlns:a="http://schemas.openxmlformats.org/drawingml/2006/main">
            <a:pathLst>
              <a:path w="58549" h="65773">
                <a:moveTo>
                  <a:pt x="58025" y="31750"/>
                </a:moveTo>
                <a:lnTo>
                  <a:pt x="57806" y="36761"/>
                </a:lnTo>
                <a:lnTo>
                  <a:pt x="11040" y="34357"/>
                </a:lnTo>
                <a:cubicBezTo>
                  <a:pt x="11098" y="41363"/>
                  <a:pt x="12977" y="46825"/>
                  <a:pt x="16560" y="50699"/>
                </a:cubicBezTo>
                <a:cubicBezTo>
                  <a:pt x="20143" y="54558"/>
                  <a:pt x="25255" y="56612"/>
                  <a:pt x="32027" y="57005"/>
                </a:cubicBezTo>
                <a:cubicBezTo>
                  <a:pt x="35959" y="57180"/>
                  <a:pt x="39775" y="56889"/>
                  <a:pt x="43460" y="56160"/>
                </a:cubicBezTo>
                <a:cubicBezTo>
                  <a:pt x="47160" y="55359"/>
                  <a:pt x="50917" y="54107"/>
                  <a:pt x="54616" y="52344"/>
                </a:cubicBezTo>
                <a:lnTo>
                  <a:pt x="54107" y="62015"/>
                </a:lnTo>
                <a:cubicBezTo>
                  <a:pt x="50407" y="63326"/>
                  <a:pt x="46591" y="64345"/>
                  <a:pt x="42732" y="64972"/>
                </a:cubicBezTo>
                <a:cubicBezTo>
                  <a:pt x="38858" y="65598"/>
                  <a:pt x="34925" y="65773"/>
                  <a:pt x="31008" y="65598"/>
                </a:cubicBezTo>
                <a:cubicBezTo>
                  <a:pt x="21104" y="65088"/>
                  <a:pt x="13428" y="61782"/>
                  <a:pt x="7967" y="55752"/>
                </a:cubicBezTo>
                <a:cubicBezTo>
                  <a:pt x="2505" y="49723"/>
                  <a:pt x="0" y="41814"/>
                  <a:pt x="510" y="31969"/>
                </a:cubicBezTo>
                <a:cubicBezTo>
                  <a:pt x="1020" y="21847"/>
                  <a:pt x="4151" y="13938"/>
                  <a:pt x="9962" y="8302"/>
                </a:cubicBezTo>
                <a:cubicBezTo>
                  <a:pt x="15700" y="2622"/>
                  <a:pt x="23274" y="0"/>
                  <a:pt x="32537" y="451"/>
                </a:cubicBezTo>
                <a:cubicBezTo>
                  <a:pt x="40853" y="918"/>
                  <a:pt x="47334" y="3932"/>
                  <a:pt x="51893" y="9554"/>
                </a:cubicBezTo>
                <a:cubicBezTo>
                  <a:pt x="56437" y="15132"/>
                  <a:pt x="58549" y="22531"/>
                  <a:pt x="58025" y="31750"/>
                </a:cubicBezTo>
                <a:close/>
                <a:moveTo>
                  <a:pt x="48019" y="28226"/>
                </a:moveTo>
                <a:cubicBezTo>
                  <a:pt x="48252" y="22706"/>
                  <a:pt x="46883" y="18147"/>
                  <a:pt x="44043" y="14681"/>
                </a:cubicBezTo>
                <a:cubicBezTo>
                  <a:pt x="41130" y="11215"/>
                  <a:pt x="37212" y="9336"/>
                  <a:pt x="32202" y="9103"/>
                </a:cubicBezTo>
                <a:cubicBezTo>
                  <a:pt x="26507" y="8826"/>
                  <a:pt x="21905" y="10181"/>
                  <a:pt x="18322" y="13195"/>
                </a:cubicBezTo>
                <a:cubicBezTo>
                  <a:pt x="14797" y="16268"/>
                  <a:pt x="12569" y="20652"/>
                  <a:pt x="11783" y="26463"/>
                </a:cubicBezTo>
                <a:lnTo>
                  <a:pt x="48019" y="28226"/>
                </a:lnTo>
                <a:close/>
                <a:moveTo>
                  <a:pt x="48019" y="282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F75C1-416A-4D53-995A-97B199B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75" y="3498262"/>
            <a:ext cx="39426" cy="62583"/>
          </a:xfrm>
          <a:custGeom xmlns:a="http://schemas.openxmlformats.org/drawingml/2006/main">
            <a:pathLst>
              <a:path w="39426" h="62583">
                <a:moveTo>
                  <a:pt x="38916" y="11506"/>
                </a:moveTo>
                <a:cubicBezTo>
                  <a:pt x="37838" y="10763"/>
                  <a:pt x="36586" y="10253"/>
                  <a:pt x="35275" y="9846"/>
                </a:cubicBezTo>
                <a:cubicBezTo>
                  <a:pt x="33964" y="9452"/>
                  <a:pt x="32493" y="9219"/>
                  <a:pt x="30847" y="9161"/>
                </a:cubicBezTo>
                <a:cubicBezTo>
                  <a:pt x="25094" y="8826"/>
                  <a:pt x="20594" y="10472"/>
                  <a:pt x="17302" y="14055"/>
                </a:cubicBezTo>
                <a:cubicBezTo>
                  <a:pt x="14055" y="17637"/>
                  <a:pt x="12234" y="22939"/>
                  <a:pt x="11899" y="29930"/>
                </a:cubicBezTo>
                <a:lnTo>
                  <a:pt x="10195" y="62583"/>
                </a:lnTo>
                <a:lnTo>
                  <a:pt x="0" y="62073"/>
                </a:lnTo>
                <a:lnTo>
                  <a:pt x="3131" y="117"/>
                </a:lnTo>
                <a:lnTo>
                  <a:pt x="13370" y="685"/>
                </a:lnTo>
                <a:lnTo>
                  <a:pt x="12860" y="10312"/>
                </a:lnTo>
                <a:cubicBezTo>
                  <a:pt x="15191" y="6612"/>
                  <a:pt x="18147" y="3991"/>
                  <a:pt x="21686" y="2345"/>
                </a:cubicBezTo>
                <a:cubicBezTo>
                  <a:pt x="25211" y="685"/>
                  <a:pt x="29420" y="0"/>
                  <a:pt x="34314" y="233"/>
                </a:cubicBezTo>
                <a:cubicBezTo>
                  <a:pt x="34998" y="291"/>
                  <a:pt x="35785" y="350"/>
                  <a:pt x="36644" y="524"/>
                </a:cubicBezTo>
                <a:cubicBezTo>
                  <a:pt x="37445" y="626"/>
                  <a:pt x="38406" y="801"/>
                  <a:pt x="39426" y="1034"/>
                </a:cubicBezTo>
                <a:lnTo>
                  <a:pt x="38916" y="11506"/>
                </a:lnTo>
                <a:close/>
                <a:moveTo>
                  <a:pt x="38916" y="115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5A2D4-A32E-4ACF-9592-553772BA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9" y="3163004"/>
            <a:ext cx="61564" cy="87153"/>
          </a:xfrm>
          <a:custGeom xmlns:a="http://schemas.openxmlformats.org/drawingml/2006/main">
            <a:pathLst>
              <a:path w="61564" h="87153">
                <a:moveTo>
                  <a:pt x="61564" y="8083"/>
                </a:moveTo>
                <a:lnTo>
                  <a:pt x="60253" y="18948"/>
                </a:lnTo>
                <a:cubicBezTo>
                  <a:pt x="56321" y="16385"/>
                  <a:pt x="52519" y="14448"/>
                  <a:pt x="48878" y="13021"/>
                </a:cubicBezTo>
                <a:cubicBezTo>
                  <a:pt x="45237" y="11550"/>
                  <a:pt x="41698" y="10632"/>
                  <a:pt x="38232" y="10239"/>
                </a:cubicBezTo>
                <a:cubicBezTo>
                  <a:pt x="32202" y="9496"/>
                  <a:pt x="27366" y="10122"/>
                  <a:pt x="23842" y="12059"/>
                </a:cubicBezTo>
                <a:cubicBezTo>
                  <a:pt x="20259" y="13996"/>
                  <a:pt x="18205" y="17186"/>
                  <a:pt x="17696" y="21512"/>
                </a:cubicBezTo>
                <a:cubicBezTo>
                  <a:pt x="17244" y="25153"/>
                  <a:pt x="18031" y="27993"/>
                  <a:pt x="19968" y="30090"/>
                </a:cubicBezTo>
                <a:cubicBezTo>
                  <a:pt x="21963" y="32202"/>
                  <a:pt x="25881" y="34197"/>
                  <a:pt x="31867" y="36076"/>
                </a:cubicBezTo>
                <a:lnTo>
                  <a:pt x="38406" y="38232"/>
                </a:lnTo>
                <a:cubicBezTo>
                  <a:pt x="46490" y="40795"/>
                  <a:pt x="52286" y="44319"/>
                  <a:pt x="55694" y="48762"/>
                </a:cubicBezTo>
                <a:cubicBezTo>
                  <a:pt x="59175" y="53189"/>
                  <a:pt x="60530" y="58767"/>
                  <a:pt x="59743" y="65423"/>
                </a:cubicBezTo>
                <a:cubicBezTo>
                  <a:pt x="58767" y="73390"/>
                  <a:pt x="55418" y="79085"/>
                  <a:pt x="49548" y="82551"/>
                </a:cubicBezTo>
                <a:cubicBezTo>
                  <a:pt x="43751" y="86017"/>
                  <a:pt x="35668" y="87153"/>
                  <a:pt x="25371" y="85901"/>
                </a:cubicBezTo>
                <a:cubicBezTo>
                  <a:pt x="21512" y="85449"/>
                  <a:pt x="17404" y="84546"/>
                  <a:pt x="13137" y="83119"/>
                </a:cubicBezTo>
                <a:cubicBezTo>
                  <a:pt x="8884" y="81692"/>
                  <a:pt x="4500" y="79871"/>
                  <a:pt x="0" y="77599"/>
                </a:cubicBezTo>
                <a:lnTo>
                  <a:pt x="1369" y="66166"/>
                </a:lnTo>
                <a:cubicBezTo>
                  <a:pt x="5578" y="69239"/>
                  <a:pt x="9787" y="71628"/>
                  <a:pt x="13938" y="73448"/>
                </a:cubicBezTo>
                <a:cubicBezTo>
                  <a:pt x="18147" y="75269"/>
                  <a:pt x="22298" y="76405"/>
                  <a:pt x="26463" y="76856"/>
                </a:cubicBezTo>
                <a:cubicBezTo>
                  <a:pt x="32828" y="77657"/>
                  <a:pt x="37838" y="76973"/>
                  <a:pt x="41596" y="74919"/>
                </a:cubicBezTo>
                <a:cubicBezTo>
                  <a:pt x="45339" y="72822"/>
                  <a:pt x="47509" y="69458"/>
                  <a:pt x="48019" y="64855"/>
                </a:cubicBezTo>
                <a:cubicBezTo>
                  <a:pt x="48529" y="60821"/>
                  <a:pt x="47684" y="57515"/>
                  <a:pt x="45455" y="54951"/>
                </a:cubicBezTo>
                <a:cubicBezTo>
                  <a:pt x="43242" y="52403"/>
                  <a:pt x="39426" y="50174"/>
                  <a:pt x="33906" y="48412"/>
                </a:cubicBezTo>
                <a:lnTo>
                  <a:pt x="27308" y="46257"/>
                </a:lnTo>
                <a:cubicBezTo>
                  <a:pt x="19181" y="43635"/>
                  <a:pt x="13545" y="40329"/>
                  <a:pt x="10239" y="36353"/>
                </a:cubicBezTo>
                <a:cubicBezTo>
                  <a:pt x="6947" y="32435"/>
                  <a:pt x="5695" y="27308"/>
                  <a:pt x="6437" y="21046"/>
                </a:cubicBezTo>
                <a:cubicBezTo>
                  <a:pt x="7282" y="13763"/>
                  <a:pt x="10530" y="8360"/>
                  <a:pt x="16166" y="4777"/>
                </a:cubicBezTo>
                <a:cubicBezTo>
                  <a:pt x="21788" y="1253"/>
                  <a:pt x="29071" y="0"/>
                  <a:pt x="38013" y="1078"/>
                </a:cubicBezTo>
                <a:cubicBezTo>
                  <a:pt x="41873" y="1529"/>
                  <a:pt x="45747" y="2330"/>
                  <a:pt x="49665" y="3525"/>
                </a:cubicBezTo>
                <a:cubicBezTo>
                  <a:pt x="53597" y="4661"/>
                  <a:pt x="57573" y="6204"/>
                  <a:pt x="61564" y="8083"/>
                </a:cubicBezTo>
                <a:close/>
                <a:moveTo>
                  <a:pt x="61564" y="80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863A4-DFD1-4BE0-A66B-2A4BC98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79" y="3167548"/>
            <a:ext cx="20317" cy="86760"/>
          </a:xfrm>
          <a:custGeom xmlns:a="http://schemas.openxmlformats.org/drawingml/2006/main">
            <a:pathLst>
              <a:path w="20317" h="86760">
                <a:moveTo>
                  <a:pt x="7340" y="23958"/>
                </a:moveTo>
                <a:lnTo>
                  <a:pt x="17477" y="25211"/>
                </a:lnTo>
                <a:lnTo>
                  <a:pt x="10137" y="86760"/>
                </a:lnTo>
                <a:lnTo>
                  <a:pt x="0" y="85522"/>
                </a:lnTo>
                <a:lnTo>
                  <a:pt x="7340" y="23958"/>
                </a:lnTo>
                <a:close/>
                <a:moveTo>
                  <a:pt x="10195" y="0"/>
                </a:moveTo>
                <a:lnTo>
                  <a:pt x="20317" y="1194"/>
                </a:lnTo>
                <a:lnTo>
                  <a:pt x="18774" y="14055"/>
                </a:lnTo>
                <a:lnTo>
                  <a:pt x="8710" y="12802"/>
                </a:lnTo>
                <a:lnTo>
                  <a:pt x="10195" y="0"/>
                </a:lnTo>
                <a:close/>
                <a:moveTo>
                  <a:pt x="101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AD61A-117A-48DA-BFEB-B31C92DC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70" y="3195206"/>
            <a:ext cx="43475" cy="62802"/>
          </a:xfrm>
          <a:custGeom xmlns:a="http://schemas.openxmlformats.org/drawingml/2006/main">
            <a:pathLst>
              <a:path w="43475" h="62802">
                <a:moveTo>
                  <a:pt x="42280" y="13763"/>
                </a:moveTo>
                <a:cubicBezTo>
                  <a:pt x="41203" y="12962"/>
                  <a:pt x="40052" y="12351"/>
                  <a:pt x="38756" y="11885"/>
                </a:cubicBezTo>
                <a:cubicBezTo>
                  <a:pt x="37445" y="11375"/>
                  <a:pt x="35959" y="11040"/>
                  <a:pt x="34372" y="10865"/>
                </a:cubicBezTo>
                <a:cubicBezTo>
                  <a:pt x="28677" y="10181"/>
                  <a:pt x="24075" y="11550"/>
                  <a:pt x="20550" y="14841"/>
                </a:cubicBezTo>
                <a:cubicBezTo>
                  <a:pt x="17011" y="18205"/>
                  <a:pt x="14856" y="23376"/>
                  <a:pt x="14055" y="30323"/>
                </a:cubicBezTo>
                <a:lnTo>
                  <a:pt x="10195" y="62802"/>
                </a:lnTo>
                <a:lnTo>
                  <a:pt x="0" y="61549"/>
                </a:lnTo>
                <a:lnTo>
                  <a:pt x="7340" y="0"/>
                </a:lnTo>
                <a:lnTo>
                  <a:pt x="17536" y="1253"/>
                </a:lnTo>
                <a:lnTo>
                  <a:pt x="16385" y="10807"/>
                </a:lnTo>
                <a:cubicBezTo>
                  <a:pt x="18948" y="7282"/>
                  <a:pt x="22021" y="4835"/>
                  <a:pt x="25662" y="3466"/>
                </a:cubicBezTo>
                <a:cubicBezTo>
                  <a:pt x="29304" y="2039"/>
                  <a:pt x="33571" y="1646"/>
                  <a:pt x="38406" y="2214"/>
                </a:cubicBezTo>
                <a:cubicBezTo>
                  <a:pt x="39091" y="2330"/>
                  <a:pt x="39892" y="2447"/>
                  <a:pt x="40737" y="2622"/>
                </a:cubicBezTo>
                <a:cubicBezTo>
                  <a:pt x="41538" y="2840"/>
                  <a:pt x="42455" y="3073"/>
                  <a:pt x="43475" y="3350"/>
                </a:cubicBezTo>
                <a:lnTo>
                  <a:pt x="42280" y="13763"/>
                </a:lnTo>
                <a:close/>
                <a:moveTo>
                  <a:pt x="42280" y="137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5F7B8-6AC5-459F-BA85-2FFBEC38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34" y="3176826"/>
            <a:ext cx="20303" cy="86702"/>
          </a:xfrm>
          <a:custGeom xmlns:a="http://schemas.openxmlformats.org/drawingml/2006/main">
            <a:pathLst>
              <a:path w="20303" h="86702">
                <a:moveTo>
                  <a:pt x="7326" y="23958"/>
                </a:moveTo>
                <a:lnTo>
                  <a:pt x="17463" y="25153"/>
                </a:lnTo>
                <a:lnTo>
                  <a:pt x="10122" y="86702"/>
                </a:lnTo>
                <a:lnTo>
                  <a:pt x="0" y="85508"/>
                </a:lnTo>
                <a:lnTo>
                  <a:pt x="7326" y="23958"/>
                </a:lnTo>
                <a:close/>
                <a:moveTo>
                  <a:pt x="10239" y="0"/>
                </a:moveTo>
                <a:lnTo>
                  <a:pt x="20303" y="1194"/>
                </a:lnTo>
                <a:lnTo>
                  <a:pt x="18774" y="13996"/>
                </a:lnTo>
                <a:lnTo>
                  <a:pt x="8695" y="12802"/>
                </a:lnTo>
                <a:lnTo>
                  <a:pt x="10239" y="0"/>
                </a:lnTo>
                <a:close/>
                <a:moveTo>
                  <a:pt x="102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1FC7F-7795-49D9-BE22-EE850AFD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71" y="3184516"/>
            <a:ext cx="61564" cy="87153"/>
          </a:xfrm>
          <a:custGeom xmlns:a="http://schemas.openxmlformats.org/drawingml/2006/main">
            <a:pathLst>
              <a:path w="61564" h="87153">
                <a:moveTo>
                  <a:pt x="61564" y="8127"/>
                </a:moveTo>
                <a:lnTo>
                  <a:pt x="60253" y="18934"/>
                </a:lnTo>
                <a:cubicBezTo>
                  <a:pt x="56262" y="16429"/>
                  <a:pt x="52505" y="14448"/>
                  <a:pt x="48864" y="13021"/>
                </a:cubicBezTo>
                <a:cubicBezTo>
                  <a:pt x="45222" y="11593"/>
                  <a:pt x="41698" y="10632"/>
                  <a:pt x="38232" y="10239"/>
                </a:cubicBezTo>
                <a:cubicBezTo>
                  <a:pt x="32202" y="9496"/>
                  <a:pt x="27366" y="10122"/>
                  <a:pt x="23842" y="12118"/>
                </a:cubicBezTo>
                <a:cubicBezTo>
                  <a:pt x="20259" y="14040"/>
                  <a:pt x="18205" y="17171"/>
                  <a:pt x="17696" y="21497"/>
                </a:cubicBezTo>
                <a:cubicBezTo>
                  <a:pt x="17244" y="25138"/>
                  <a:pt x="18031" y="28036"/>
                  <a:pt x="19968" y="30148"/>
                </a:cubicBezTo>
                <a:cubicBezTo>
                  <a:pt x="21963" y="32246"/>
                  <a:pt x="25881" y="34183"/>
                  <a:pt x="31867" y="36061"/>
                </a:cubicBezTo>
                <a:lnTo>
                  <a:pt x="38406" y="38217"/>
                </a:lnTo>
                <a:cubicBezTo>
                  <a:pt x="46475" y="40839"/>
                  <a:pt x="52228" y="44305"/>
                  <a:pt x="55694" y="48747"/>
                </a:cubicBezTo>
                <a:cubicBezTo>
                  <a:pt x="59175" y="53247"/>
                  <a:pt x="60530" y="58767"/>
                  <a:pt x="59743" y="65423"/>
                </a:cubicBezTo>
                <a:cubicBezTo>
                  <a:pt x="58767" y="73390"/>
                  <a:pt x="55359" y="79128"/>
                  <a:pt x="49548" y="82595"/>
                </a:cubicBezTo>
                <a:cubicBezTo>
                  <a:pt x="43751" y="86017"/>
                  <a:pt x="35668" y="87153"/>
                  <a:pt x="25371" y="85959"/>
                </a:cubicBezTo>
                <a:cubicBezTo>
                  <a:pt x="21512" y="85449"/>
                  <a:pt x="17404" y="84532"/>
                  <a:pt x="13137" y="83119"/>
                </a:cubicBezTo>
                <a:cubicBezTo>
                  <a:pt x="8870" y="81750"/>
                  <a:pt x="4500" y="79871"/>
                  <a:pt x="0" y="77599"/>
                </a:cubicBezTo>
                <a:lnTo>
                  <a:pt x="1369" y="66151"/>
                </a:lnTo>
                <a:cubicBezTo>
                  <a:pt x="5578" y="69225"/>
                  <a:pt x="9787" y="71671"/>
                  <a:pt x="13938" y="73434"/>
                </a:cubicBezTo>
                <a:cubicBezTo>
                  <a:pt x="18089" y="75254"/>
                  <a:pt x="22298" y="76405"/>
                  <a:pt x="26449" y="76915"/>
                </a:cubicBezTo>
                <a:cubicBezTo>
                  <a:pt x="32828" y="77657"/>
                  <a:pt x="37838" y="77031"/>
                  <a:pt x="41581" y="74919"/>
                </a:cubicBezTo>
                <a:cubicBezTo>
                  <a:pt x="45339" y="72866"/>
                  <a:pt x="47451" y="69516"/>
                  <a:pt x="48019" y="64855"/>
                </a:cubicBezTo>
                <a:cubicBezTo>
                  <a:pt x="48529" y="60865"/>
                  <a:pt x="47669" y="57573"/>
                  <a:pt x="45455" y="55010"/>
                </a:cubicBezTo>
                <a:cubicBezTo>
                  <a:pt x="43242" y="52388"/>
                  <a:pt x="39368" y="50233"/>
                  <a:pt x="33906" y="48412"/>
                </a:cubicBezTo>
                <a:lnTo>
                  <a:pt x="27250" y="46300"/>
                </a:lnTo>
                <a:cubicBezTo>
                  <a:pt x="19167" y="43635"/>
                  <a:pt x="13487" y="40387"/>
                  <a:pt x="10239" y="36411"/>
                </a:cubicBezTo>
                <a:cubicBezTo>
                  <a:pt x="6947" y="32420"/>
                  <a:pt x="5695" y="27294"/>
                  <a:pt x="6423" y="21046"/>
                </a:cubicBezTo>
                <a:cubicBezTo>
                  <a:pt x="7282" y="13822"/>
                  <a:pt x="10530" y="8360"/>
                  <a:pt x="16152" y="4835"/>
                </a:cubicBezTo>
                <a:cubicBezTo>
                  <a:pt x="21730" y="1238"/>
                  <a:pt x="29071" y="0"/>
                  <a:pt x="37998" y="1078"/>
                </a:cubicBezTo>
                <a:cubicBezTo>
                  <a:pt x="41873" y="1529"/>
                  <a:pt x="45747" y="2389"/>
                  <a:pt x="49665" y="3525"/>
                </a:cubicBezTo>
                <a:cubicBezTo>
                  <a:pt x="53597" y="4719"/>
                  <a:pt x="57515" y="6248"/>
                  <a:pt x="61564" y="8127"/>
                </a:cubicBezTo>
                <a:close/>
                <a:moveTo>
                  <a:pt x="61564" y="81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449EB-1A34-4996-849B-9F262530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71" y="3189060"/>
            <a:ext cx="20317" cy="86760"/>
          </a:xfrm>
          <a:custGeom xmlns:a="http://schemas.openxmlformats.org/drawingml/2006/main">
            <a:pathLst>
              <a:path w="20317" h="86760">
                <a:moveTo>
                  <a:pt x="7340" y="24002"/>
                </a:moveTo>
                <a:lnTo>
                  <a:pt x="17463" y="25196"/>
                </a:lnTo>
                <a:lnTo>
                  <a:pt x="10137" y="86760"/>
                </a:lnTo>
                <a:lnTo>
                  <a:pt x="0" y="85566"/>
                </a:lnTo>
                <a:lnTo>
                  <a:pt x="7340" y="24002"/>
                </a:lnTo>
                <a:close/>
                <a:moveTo>
                  <a:pt x="10181" y="0"/>
                </a:moveTo>
                <a:lnTo>
                  <a:pt x="20317" y="1253"/>
                </a:lnTo>
                <a:lnTo>
                  <a:pt x="18774" y="14055"/>
                </a:lnTo>
                <a:lnTo>
                  <a:pt x="8651" y="12860"/>
                </a:lnTo>
                <a:lnTo>
                  <a:pt x="10181" y="0"/>
                </a:lnTo>
                <a:close/>
                <a:moveTo>
                  <a:pt x="101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5D91F-5E8D-4F6B-AD0A-B4B337E8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50" y="3216878"/>
            <a:ext cx="59729" cy="88697"/>
          </a:xfrm>
          <a:custGeom xmlns:a="http://schemas.openxmlformats.org/drawingml/2006/main">
            <a:pathLst>
              <a:path w="59729" h="88697">
                <a:moveTo>
                  <a:pt x="46082" y="34823"/>
                </a:moveTo>
                <a:cubicBezTo>
                  <a:pt x="46926" y="27483"/>
                  <a:pt x="46082" y="21628"/>
                  <a:pt x="43577" y="17244"/>
                </a:cubicBezTo>
                <a:cubicBezTo>
                  <a:pt x="41013" y="12860"/>
                  <a:pt x="37037" y="10297"/>
                  <a:pt x="31576" y="9671"/>
                </a:cubicBezTo>
                <a:cubicBezTo>
                  <a:pt x="26172" y="9044"/>
                  <a:pt x="21672" y="10530"/>
                  <a:pt x="18147" y="14229"/>
                </a:cubicBezTo>
                <a:cubicBezTo>
                  <a:pt x="14666" y="17871"/>
                  <a:pt x="12453" y="23390"/>
                  <a:pt x="11608" y="30673"/>
                </a:cubicBezTo>
                <a:cubicBezTo>
                  <a:pt x="10749" y="38013"/>
                  <a:pt x="11550" y="43810"/>
                  <a:pt x="14098" y="48252"/>
                </a:cubicBezTo>
                <a:cubicBezTo>
                  <a:pt x="16662" y="52621"/>
                  <a:pt x="20652" y="55126"/>
                  <a:pt x="26056" y="55811"/>
                </a:cubicBezTo>
                <a:cubicBezTo>
                  <a:pt x="31517" y="56437"/>
                  <a:pt x="36003" y="54966"/>
                  <a:pt x="39484" y="51267"/>
                </a:cubicBezTo>
                <a:cubicBezTo>
                  <a:pt x="43009" y="47567"/>
                  <a:pt x="45164" y="42106"/>
                  <a:pt x="46082" y="34823"/>
                </a:cubicBezTo>
                <a:close/>
                <a:moveTo>
                  <a:pt x="53306" y="59903"/>
                </a:moveTo>
                <a:cubicBezTo>
                  <a:pt x="52053" y="70375"/>
                  <a:pt x="48805" y="77890"/>
                  <a:pt x="43518" y="82434"/>
                </a:cubicBezTo>
                <a:cubicBezTo>
                  <a:pt x="38290" y="86993"/>
                  <a:pt x="30833" y="88697"/>
                  <a:pt x="21279" y="87561"/>
                </a:cubicBezTo>
                <a:cubicBezTo>
                  <a:pt x="17696" y="87110"/>
                  <a:pt x="14390" y="86483"/>
                  <a:pt x="11317" y="85566"/>
                </a:cubicBezTo>
                <a:cubicBezTo>
                  <a:pt x="8185" y="84663"/>
                  <a:pt x="5229" y="83469"/>
                  <a:pt x="2389" y="81983"/>
                </a:cubicBezTo>
                <a:lnTo>
                  <a:pt x="3583" y="72196"/>
                </a:lnTo>
                <a:cubicBezTo>
                  <a:pt x="6365" y="74133"/>
                  <a:pt x="9161" y="75662"/>
                  <a:pt x="11943" y="76813"/>
                </a:cubicBezTo>
                <a:cubicBezTo>
                  <a:pt x="14725" y="77890"/>
                  <a:pt x="17637" y="78633"/>
                  <a:pt x="20652" y="79026"/>
                </a:cubicBezTo>
                <a:cubicBezTo>
                  <a:pt x="27308" y="79769"/>
                  <a:pt x="32479" y="78633"/>
                  <a:pt x="36178" y="75618"/>
                </a:cubicBezTo>
                <a:cubicBezTo>
                  <a:pt x="39877" y="72545"/>
                  <a:pt x="42149" y="67477"/>
                  <a:pt x="43009" y="60471"/>
                </a:cubicBezTo>
                <a:lnTo>
                  <a:pt x="43577" y="55476"/>
                </a:lnTo>
                <a:cubicBezTo>
                  <a:pt x="41072" y="58884"/>
                  <a:pt x="38057" y="61272"/>
                  <a:pt x="34590" y="62641"/>
                </a:cubicBezTo>
                <a:cubicBezTo>
                  <a:pt x="31110" y="64069"/>
                  <a:pt x="27133" y="64520"/>
                  <a:pt x="22575" y="63952"/>
                </a:cubicBezTo>
                <a:cubicBezTo>
                  <a:pt x="15016" y="63035"/>
                  <a:pt x="9263" y="59452"/>
                  <a:pt x="5345" y="53145"/>
                </a:cubicBezTo>
                <a:cubicBezTo>
                  <a:pt x="1413" y="46825"/>
                  <a:pt x="0" y="38974"/>
                  <a:pt x="1136" y="29478"/>
                </a:cubicBezTo>
                <a:cubicBezTo>
                  <a:pt x="2272" y="19910"/>
                  <a:pt x="5520" y="12569"/>
                  <a:pt x="10807" y="7399"/>
                </a:cubicBezTo>
                <a:cubicBezTo>
                  <a:pt x="16094" y="2170"/>
                  <a:pt x="22531" y="0"/>
                  <a:pt x="30090" y="918"/>
                </a:cubicBezTo>
                <a:cubicBezTo>
                  <a:pt x="34649" y="1486"/>
                  <a:pt x="38450" y="2840"/>
                  <a:pt x="41465" y="5010"/>
                </a:cubicBezTo>
                <a:cubicBezTo>
                  <a:pt x="44538" y="7166"/>
                  <a:pt x="46868" y="10239"/>
                  <a:pt x="48529" y="14113"/>
                </a:cubicBezTo>
                <a:lnTo>
                  <a:pt x="49665" y="4719"/>
                </a:lnTo>
                <a:lnTo>
                  <a:pt x="59729" y="5971"/>
                </a:lnTo>
                <a:lnTo>
                  <a:pt x="53306" y="59903"/>
                </a:lnTo>
                <a:close/>
                <a:moveTo>
                  <a:pt x="53306" y="599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6B735-B28C-433F-B724-A84D0AF9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" y="3225296"/>
            <a:ext cx="57005" cy="67710"/>
          </a:xfrm>
          <a:custGeom xmlns:a="http://schemas.openxmlformats.org/drawingml/2006/main">
            <a:pathLst>
              <a:path w="57005" h="67710">
                <a:moveTo>
                  <a:pt x="55971" y="30556"/>
                </a:moveTo>
                <a:lnTo>
                  <a:pt x="51543" y="67710"/>
                </a:lnTo>
                <a:lnTo>
                  <a:pt x="41407" y="66516"/>
                </a:lnTo>
                <a:lnTo>
                  <a:pt x="45849" y="29639"/>
                </a:lnTo>
                <a:cubicBezTo>
                  <a:pt x="46533" y="23842"/>
                  <a:pt x="45907" y="19342"/>
                  <a:pt x="43970" y="16166"/>
                </a:cubicBezTo>
                <a:cubicBezTo>
                  <a:pt x="42033" y="13035"/>
                  <a:pt x="38800" y="11156"/>
                  <a:pt x="34299" y="10647"/>
                </a:cubicBezTo>
                <a:cubicBezTo>
                  <a:pt x="28837" y="9962"/>
                  <a:pt x="24293" y="11215"/>
                  <a:pt x="20696" y="14288"/>
                </a:cubicBezTo>
                <a:cubicBezTo>
                  <a:pt x="17171" y="17419"/>
                  <a:pt x="15016" y="21963"/>
                  <a:pt x="14273" y="27993"/>
                </a:cubicBezTo>
                <a:lnTo>
                  <a:pt x="10122" y="62758"/>
                </a:lnTo>
                <a:lnTo>
                  <a:pt x="0" y="61564"/>
                </a:lnTo>
                <a:lnTo>
                  <a:pt x="7326" y="0"/>
                </a:lnTo>
                <a:lnTo>
                  <a:pt x="17521" y="1194"/>
                </a:lnTo>
                <a:lnTo>
                  <a:pt x="16327" y="10763"/>
                </a:lnTo>
                <a:cubicBezTo>
                  <a:pt x="19225" y="7340"/>
                  <a:pt x="22415" y="4894"/>
                  <a:pt x="25881" y="3481"/>
                </a:cubicBezTo>
                <a:cubicBezTo>
                  <a:pt x="29406" y="2054"/>
                  <a:pt x="33280" y="1602"/>
                  <a:pt x="37605" y="2112"/>
                </a:cubicBezTo>
                <a:cubicBezTo>
                  <a:pt x="44654" y="2957"/>
                  <a:pt x="49723" y="5753"/>
                  <a:pt x="52854" y="10588"/>
                </a:cubicBezTo>
                <a:cubicBezTo>
                  <a:pt x="55913" y="15365"/>
                  <a:pt x="57005" y="22021"/>
                  <a:pt x="55971" y="30556"/>
                </a:cubicBezTo>
                <a:close/>
                <a:moveTo>
                  <a:pt x="55971" y="305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DBDE8-C737-4FFE-8685-6001A58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13" y="3234515"/>
            <a:ext cx="55869" cy="66618"/>
          </a:xfrm>
          <a:custGeom xmlns:a="http://schemas.openxmlformats.org/drawingml/2006/main">
            <a:pathLst>
              <a:path w="55869" h="66618">
                <a:moveTo>
                  <a:pt x="34081" y="33280"/>
                </a:moveTo>
                <a:cubicBezTo>
                  <a:pt x="25954" y="32318"/>
                  <a:pt x="20143" y="32595"/>
                  <a:pt x="16793" y="34081"/>
                </a:cubicBezTo>
                <a:cubicBezTo>
                  <a:pt x="13370" y="35552"/>
                  <a:pt x="11448" y="38581"/>
                  <a:pt x="10865" y="43067"/>
                </a:cubicBezTo>
                <a:cubicBezTo>
                  <a:pt x="10472" y="46650"/>
                  <a:pt x="11331" y="49665"/>
                  <a:pt x="13428" y="52053"/>
                </a:cubicBezTo>
                <a:cubicBezTo>
                  <a:pt x="15540" y="54442"/>
                  <a:pt x="18613" y="55869"/>
                  <a:pt x="22706" y="56321"/>
                </a:cubicBezTo>
                <a:cubicBezTo>
                  <a:pt x="28284" y="57005"/>
                  <a:pt x="33061" y="55592"/>
                  <a:pt x="36935" y="51995"/>
                </a:cubicBezTo>
                <a:cubicBezTo>
                  <a:pt x="40795" y="48412"/>
                  <a:pt x="43067" y="43358"/>
                  <a:pt x="43868" y="36761"/>
                </a:cubicBezTo>
                <a:lnTo>
                  <a:pt x="44159" y="34474"/>
                </a:lnTo>
                <a:lnTo>
                  <a:pt x="34081" y="33280"/>
                </a:lnTo>
                <a:close/>
                <a:moveTo>
                  <a:pt x="54791" y="31517"/>
                </a:moveTo>
                <a:lnTo>
                  <a:pt x="50582" y="66618"/>
                </a:lnTo>
                <a:lnTo>
                  <a:pt x="40460" y="65423"/>
                </a:lnTo>
                <a:lnTo>
                  <a:pt x="41596" y="56102"/>
                </a:lnTo>
                <a:cubicBezTo>
                  <a:pt x="38800" y="59568"/>
                  <a:pt x="35625" y="61957"/>
                  <a:pt x="31983" y="63326"/>
                </a:cubicBezTo>
                <a:cubicBezTo>
                  <a:pt x="28284" y="64680"/>
                  <a:pt x="23958" y="65088"/>
                  <a:pt x="19007" y="64520"/>
                </a:cubicBezTo>
                <a:cubicBezTo>
                  <a:pt x="12700" y="63719"/>
                  <a:pt x="7908" y="61389"/>
                  <a:pt x="4559" y="57398"/>
                </a:cubicBezTo>
                <a:cubicBezTo>
                  <a:pt x="1311" y="53422"/>
                  <a:pt x="0" y="48412"/>
                  <a:pt x="685" y="42499"/>
                </a:cubicBezTo>
                <a:cubicBezTo>
                  <a:pt x="1544" y="35610"/>
                  <a:pt x="4500" y="30673"/>
                  <a:pt x="9511" y="27701"/>
                </a:cubicBezTo>
                <a:cubicBezTo>
                  <a:pt x="14564" y="24745"/>
                  <a:pt x="21745" y="23784"/>
                  <a:pt x="30906" y="24861"/>
                </a:cubicBezTo>
                <a:lnTo>
                  <a:pt x="45120" y="26565"/>
                </a:lnTo>
                <a:lnTo>
                  <a:pt x="45237" y="25604"/>
                </a:lnTo>
                <a:cubicBezTo>
                  <a:pt x="45805" y="20944"/>
                  <a:pt x="44669" y="17128"/>
                  <a:pt x="41931" y="14229"/>
                </a:cubicBezTo>
                <a:cubicBezTo>
                  <a:pt x="39149" y="11317"/>
                  <a:pt x="34998" y="9554"/>
                  <a:pt x="29478" y="8870"/>
                </a:cubicBezTo>
                <a:cubicBezTo>
                  <a:pt x="25954" y="8476"/>
                  <a:pt x="22473" y="8476"/>
                  <a:pt x="19065" y="8928"/>
                </a:cubicBezTo>
                <a:cubicBezTo>
                  <a:pt x="15598" y="9336"/>
                  <a:pt x="12234" y="10239"/>
                  <a:pt x="9001" y="11550"/>
                </a:cubicBezTo>
                <a:lnTo>
                  <a:pt x="10137" y="2214"/>
                </a:lnTo>
                <a:cubicBezTo>
                  <a:pt x="13938" y="1194"/>
                  <a:pt x="17696" y="568"/>
                  <a:pt x="21220" y="291"/>
                </a:cubicBezTo>
                <a:cubicBezTo>
                  <a:pt x="24818" y="0"/>
                  <a:pt x="28226" y="58"/>
                  <a:pt x="31517" y="451"/>
                </a:cubicBezTo>
                <a:cubicBezTo>
                  <a:pt x="40460" y="1486"/>
                  <a:pt x="46825" y="4617"/>
                  <a:pt x="50699" y="9729"/>
                </a:cubicBezTo>
                <a:cubicBezTo>
                  <a:pt x="54515" y="14914"/>
                  <a:pt x="55869" y="22138"/>
                  <a:pt x="54791" y="31517"/>
                </a:cubicBezTo>
                <a:close/>
                <a:moveTo>
                  <a:pt x="54791" y="315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087D1-009F-442F-B7C3-512CB3C0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22" y="3218130"/>
            <a:ext cx="20303" cy="86702"/>
          </a:xfrm>
          <a:custGeom xmlns:a="http://schemas.openxmlformats.org/drawingml/2006/main">
            <a:pathLst>
              <a:path w="20303" h="86702">
                <a:moveTo>
                  <a:pt x="10181" y="0"/>
                </a:moveTo>
                <a:lnTo>
                  <a:pt x="20303" y="1194"/>
                </a:lnTo>
                <a:lnTo>
                  <a:pt x="10122" y="86702"/>
                </a:lnTo>
                <a:lnTo>
                  <a:pt x="0" y="85508"/>
                </a:lnTo>
                <a:lnTo>
                  <a:pt x="10181" y="0"/>
                </a:lnTo>
                <a:close/>
                <a:moveTo>
                  <a:pt x="101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1988D-4E43-41D0-932B-15F344F1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39" y="3245788"/>
            <a:ext cx="50640" cy="66166"/>
          </a:xfrm>
          <a:custGeom xmlns:a="http://schemas.openxmlformats.org/drawingml/2006/main">
            <a:pathLst>
              <a:path w="50640" h="66166">
                <a:moveTo>
                  <a:pt x="50640" y="6539"/>
                </a:moveTo>
                <a:lnTo>
                  <a:pt x="49504" y="16094"/>
                </a:lnTo>
                <a:cubicBezTo>
                  <a:pt x="46825" y="14273"/>
                  <a:pt x="43984" y="12846"/>
                  <a:pt x="40970" y="11768"/>
                </a:cubicBezTo>
                <a:cubicBezTo>
                  <a:pt x="38013" y="10632"/>
                  <a:pt x="34823" y="9889"/>
                  <a:pt x="31517" y="9496"/>
                </a:cubicBezTo>
                <a:cubicBezTo>
                  <a:pt x="26522" y="8870"/>
                  <a:pt x="22648" y="9205"/>
                  <a:pt x="19968" y="10457"/>
                </a:cubicBezTo>
                <a:cubicBezTo>
                  <a:pt x="17302" y="11710"/>
                  <a:pt x="15759" y="13880"/>
                  <a:pt x="15365" y="16953"/>
                </a:cubicBezTo>
                <a:cubicBezTo>
                  <a:pt x="15074" y="19283"/>
                  <a:pt x="15759" y="21220"/>
                  <a:pt x="17419" y="22750"/>
                </a:cubicBezTo>
                <a:cubicBezTo>
                  <a:pt x="19065" y="24337"/>
                  <a:pt x="22473" y="26056"/>
                  <a:pt x="27760" y="27876"/>
                </a:cubicBezTo>
                <a:lnTo>
                  <a:pt x="31182" y="29071"/>
                </a:lnTo>
                <a:cubicBezTo>
                  <a:pt x="38173" y="31459"/>
                  <a:pt x="43009" y="34241"/>
                  <a:pt x="45688" y="37430"/>
                </a:cubicBezTo>
                <a:cubicBezTo>
                  <a:pt x="48368" y="40562"/>
                  <a:pt x="49446" y="44654"/>
                  <a:pt x="48820" y="49665"/>
                </a:cubicBezTo>
                <a:cubicBezTo>
                  <a:pt x="48135" y="55403"/>
                  <a:pt x="45354" y="59670"/>
                  <a:pt x="40402" y="62467"/>
                </a:cubicBezTo>
                <a:cubicBezTo>
                  <a:pt x="35508" y="65248"/>
                  <a:pt x="29071" y="66166"/>
                  <a:pt x="21162" y="65248"/>
                </a:cubicBezTo>
                <a:cubicBezTo>
                  <a:pt x="17871" y="64855"/>
                  <a:pt x="14448" y="64112"/>
                  <a:pt x="10982" y="63035"/>
                </a:cubicBezTo>
                <a:cubicBezTo>
                  <a:pt x="7457" y="61942"/>
                  <a:pt x="3816" y="60530"/>
                  <a:pt x="0" y="58826"/>
                </a:cubicBezTo>
                <a:lnTo>
                  <a:pt x="1253" y="48354"/>
                </a:lnTo>
                <a:cubicBezTo>
                  <a:pt x="4777" y="50742"/>
                  <a:pt x="8258" y="52679"/>
                  <a:pt x="11783" y="54034"/>
                </a:cubicBezTo>
                <a:cubicBezTo>
                  <a:pt x="15307" y="55461"/>
                  <a:pt x="18832" y="56379"/>
                  <a:pt x="22415" y="56772"/>
                </a:cubicBezTo>
                <a:cubicBezTo>
                  <a:pt x="27148" y="57340"/>
                  <a:pt x="30891" y="57005"/>
                  <a:pt x="33687" y="55636"/>
                </a:cubicBezTo>
                <a:cubicBezTo>
                  <a:pt x="36411" y="54325"/>
                  <a:pt x="38013" y="52170"/>
                  <a:pt x="38348" y="49199"/>
                </a:cubicBezTo>
                <a:cubicBezTo>
                  <a:pt x="38683" y="46475"/>
                  <a:pt x="38013" y="44261"/>
                  <a:pt x="36294" y="42543"/>
                </a:cubicBezTo>
                <a:cubicBezTo>
                  <a:pt x="34649" y="40897"/>
                  <a:pt x="30789" y="38960"/>
                  <a:pt x="24643" y="36862"/>
                </a:cubicBezTo>
                <a:lnTo>
                  <a:pt x="21220" y="35610"/>
                </a:lnTo>
                <a:cubicBezTo>
                  <a:pt x="15132" y="33556"/>
                  <a:pt x="10807" y="30993"/>
                  <a:pt x="8360" y="27920"/>
                </a:cubicBezTo>
                <a:cubicBezTo>
                  <a:pt x="5913" y="24861"/>
                  <a:pt x="4952" y="20987"/>
                  <a:pt x="5520" y="16210"/>
                </a:cubicBezTo>
                <a:cubicBezTo>
                  <a:pt x="6263" y="10399"/>
                  <a:pt x="8826" y="6190"/>
                  <a:pt x="13312" y="3525"/>
                </a:cubicBezTo>
                <a:cubicBezTo>
                  <a:pt x="17812" y="845"/>
                  <a:pt x="23784" y="0"/>
                  <a:pt x="31357" y="903"/>
                </a:cubicBezTo>
                <a:cubicBezTo>
                  <a:pt x="35100" y="1354"/>
                  <a:pt x="38581" y="2039"/>
                  <a:pt x="41756" y="2957"/>
                </a:cubicBezTo>
                <a:cubicBezTo>
                  <a:pt x="45004" y="3918"/>
                  <a:pt x="47961" y="5112"/>
                  <a:pt x="50640" y="6539"/>
                </a:cubicBezTo>
                <a:close/>
                <a:moveTo>
                  <a:pt x="50640" y="65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6C7E6-D5EC-45D0-982C-1C153067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26" y="3300565"/>
            <a:ext cx="13312" cy="15365"/>
          </a:xfrm>
          <a:custGeom xmlns:a="http://schemas.openxmlformats.org/drawingml/2006/main">
            <a:pathLst>
              <a:path w="13312" h="15365">
                <a:moveTo>
                  <a:pt x="1704" y="0"/>
                </a:moveTo>
                <a:lnTo>
                  <a:pt x="13312" y="1427"/>
                </a:lnTo>
                <a:lnTo>
                  <a:pt x="11666" y="15365"/>
                </a:lnTo>
                <a:lnTo>
                  <a:pt x="0" y="13996"/>
                </a:lnTo>
                <a:lnTo>
                  <a:pt x="1704" y="0"/>
                </a:lnTo>
                <a:close/>
                <a:moveTo>
                  <a:pt x="170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4E9A9-0B20-4C13-93DE-08EC8A53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49" y="3236627"/>
            <a:ext cx="84881" cy="91086"/>
          </a:xfrm>
          <a:custGeom xmlns:a="http://schemas.openxmlformats.org/drawingml/2006/main">
            <a:pathLst>
              <a:path w="84881" h="91086">
                <a:moveTo>
                  <a:pt x="9787" y="0"/>
                </a:moveTo>
                <a:lnTo>
                  <a:pt x="26347" y="1981"/>
                </a:lnTo>
                <a:lnTo>
                  <a:pt x="40620" y="60355"/>
                </a:lnTo>
                <a:lnTo>
                  <a:pt x="68322" y="6991"/>
                </a:lnTo>
                <a:lnTo>
                  <a:pt x="84881" y="8986"/>
                </a:lnTo>
                <a:lnTo>
                  <a:pt x="75094" y="91086"/>
                </a:lnTo>
                <a:lnTo>
                  <a:pt x="64229" y="89775"/>
                </a:lnTo>
                <a:lnTo>
                  <a:pt x="72880" y="17681"/>
                </a:lnTo>
                <a:lnTo>
                  <a:pt x="45004" y="71453"/>
                </a:lnTo>
                <a:lnTo>
                  <a:pt x="33848" y="70142"/>
                </a:lnTo>
                <a:lnTo>
                  <a:pt x="19400" y="11317"/>
                </a:lnTo>
                <a:lnTo>
                  <a:pt x="10807" y="83396"/>
                </a:lnTo>
                <a:lnTo>
                  <a:pt x="0" y="82085"/>
                </a:lnTo>
                <a:lnTo>
                  <a:pt x="9787" y="0"/>
                </a:lnTo>
                <a:close/>
                <a:moveTo>
                  <a:pt x="97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59753-3F1A-4189-A7B6-838D2785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58" y="3268596"/>
            <a:ext cx="57063" cy="67695"/>
          </a:xfrm>
          <a:custGeom xmlns:a="http://schemas.openxmlformats.org/drawingml/2006/main">
            <a:pathLst>
              <a:path w="57063" h="67695">
                <a:moveTo>
                  <a:pt x="1034" y="37270"/>
                </a:moveTo>
                <a:lnTo>
                  <a:pt x="5462" y="0"/>
                </a:lnTo>
                <a:lnTo>
                  <a:pt x="15598" y="1194"/>
                </a:lnTo>
                <a:lnTo>
                  <a:pt x="11215" y="38057"/>
                </a:lnTo>
                <a:cubicBezTo>
                  <a:pt x="10530" y="43926"/>
                  <a:pt x="11098" y="48412"/>
                  <a:pt x="13035" y="51602"/>
                </a:cubicBezTo>
                <a:cubicBezTo>
                  <a:pt x="14972" y="54791"/>
                  <a:pt x="18205" y="56670"/>
                  <a:pt x="22764" y="57180"/>
                </a:cubicBezTo>
                <a:cubicBezTo>
                  <a:pt x="28226" y="57864"/>
                  <a:pt x="32712" y="56612"/>
                  <a:pt x="36294" y="53480"/>
                </a:cubicBezTo>
                <a:cubicBezTo>
                  <a:pt x="39877" y="50407"/>
                  <a:pt x="42047" y="45849"/>
                  <a:pt x="42790" y="39819"/>
                </a:cubicBezTo>
                <a:lnTo>
                  <a:pt x="46941" y="4952"/>
                </a:lnTo>
                <a:lnTo>
                  <a:pt x="57063" y="6146"/>
                </a:lnTo>
                <a:lnTo>
                  <a:pt x="49665" y="67695"/>
                </a:lnTo>
                <a:lnTo>
                  <a:pt x="39601" y="66501"/>
                </a:lnTo>
                <a:lnTo>
                  <a:pt x="40678" y="57005"/>
                </a:lnTo>
                <a:cubicBezTo>
                  <a:pt x="37838" y="60471"/>
                  <a:pt x="34649" y="62918"/>
                  <a:pt x="31182" y="64345"/>
                </a:cubicBezTo>
                <a:cubicBezTo>
                  <a:pt x="27716" y="65773"/>
                  <a:pt x="23842" y="66224"/>
                  <a:pt x="19575" y="65715"/>
                </a:cubicBezTo>
                <a:cubicBezTo>
                  <a:pt x="12467" y="64855"/>
                  <a:pt x="7340" y="62015"/>
                  <a:pt x="4209" y="57180"/>
                </a:cubicBezTo>
                <a:cubicBezTo>
                  <a:pt x="1078" y="52344"/>
                  <a:pt x="0" y="45747"/>
                  <a:pt x="1034" y="37270"/>
                </a:cubicBezTo>
                <a:close/>
                <a:moveTo>
                  <a:pt x="1034" y="372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C27A2-0E88-4E4F-9862-CFB65DEF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541" y="3277189"/>
            <a:ext cx="50640" cy="66166"/>
          </a:xfrm>
          <a:custGeom xmlns:a="http://schemas.openxmlformats.org/drawingml/2006/main">
            <a:pathLst>
              <a:path w="50640" h="66166">
                <a:moveTo>
                  <a:pt x="50640" y="6539"/>
                </a:moveTo>
                <a:lnTo>
                  <a:pt x="49490" y="16094"/>
                </a:lnTo>
                <a:cubicBezTo>
                  <a:pt x="46825" y="14273"/>
                  <a:pt x="43984" y="12860"/>
                  <a:pt x="40970" y="11710"/>
                </a:cubicBezTo>
                <a:cubicBezTo>
                  <a:pt x="37998" y="10632"/>
                  <a:pt x="34823" y="9889"/>
                  <a:pt x="31517" y="9496"/>
                </a:cubicBezTo>
                <a:cubicBezTo>
                  <a:pt x="26507" y="8870"/>
                  <a:pt x="22648" y="9219"/>
                  <a:pt x="19968" y="10472"/>
                </a:cubicBezTo>
                <a:cubicBezTo>
                  <a:pt x="17288" y="11666"/>
                  <a:pt x="15759" y="13822"/>
                  <a:pt x="15365" y="16953"/>
                </a:cubicBezTo>
                <a:cubicBezTo>
                  <a:pt x="15074" y="19283"/>
                  <a:pt x="15759" y="21220"/>
                  <a:pt x="17404" y="22750"/>
                </a:cubicBezTo>
                <a:cubicBezTo>
                  <a:pt x="19065" y="24352"/>
                  <a:pt x="22473" y="26056"/>
                  <a:pt x="27760" y="27876"/>
                </a:cubicBezTo>
                <a:lnTo>
                  <a:pt x="31182" y="29071"/>
                </a:lnTo>
                <a:cubicBezTo>
                  <a:pt x="38115" y="31459"/>
                  <a:pt x="43009" y="34241"/>
                  <a:pt x="45688" y="37430"/>
                </a:cubicBezTo>
                <a:cubicBezTo>
                  <a:pt x="48354" y="40562"/>
                  <a:pt x="49446" y="44654"/>
                  <a:pt x="48820" y="49665"/>
                </a:cubicBezTo>
                <a:cubicBezTo>
                  <a:pt x="48135" y="55403"/>
                  <a:pt x="45339" y="59670"/>
                  <a:pt x="40387" y="62467"/>
                </a:cubicBezTo>
                <a:cubicBezTo>
                  <a:pt x="35493" y="65248"/>
                  <a:pt x="29071" y="66166"/>
                  <a:pt x="21162" y="65248"/>
                </a:cubicBezTo>
                <a:cubicBezTo>
                  <a:pt x="17871" y="64855"/>
                  <a:pt x="14448" y="64112"/>
                  <a:pt x="10923" y="63035"/>
                </a:cubicBezTo>
                <a:cubicBezTo>
                  <a:pt x="7457" y="61957"/>
                  <a:pt x="3816" y="60530"/>
                  <a:pt x="0" y="58826"/>
                </a:cubicBezTo>
                <a:lnTo>
                  <a:pt x="1253" y="48354"/>
                </a:lnTo>
                <a:cubicBezTo>
                  <a:pt x="4777" y="50742"/>
                  <a:pt x="8243" y="52621"/>
                  <a:pt x="11783" y="54048"/>
                </a:cubicBezTo>
                <a:cubicBezTo>
                  <a:pt x="15307" y="55461"/>
                  <a:pt x="18832" y="56379"/>
                  <a:pt x="22356" y="56772"/>
                </a:cubicBezTo>
                <a:cubicBezTo>
                  <a:pt x="27133" y="57340"/>
                  <a:pt x="30891" y="56947"/>
                  <a:pt x="33629" y="55636"/>
                </a:cubicBezTo>
                <a:cubicBezTo>
                  <a:pt x="36411" y="54325"/>
                  <a:pt x="37940" y="52170"/>
                  <a:pt x="38348" y="49213"/>
                </a:cubicBezTo>
                <a:cubicBezTo>
                  <a:pt x="38625" y="46475"/>
                  <a:pt x="37998" y="44261"/>
                  <a:pt x="36294" y="42557"/>
                </a:cubicBezTo>
                <a:cubicBezTo>
                  <a:pt x="34649" y="40897"/>
                  <a:pt x="30716" y="38974"/>
                  <a:pt x="24628" y="36862"/>
                </a:cubicBezTo>
                <a:lnTo>
                  <a:pt x="21220" y="35610"/>
                </a:lnTo>
                <a:cubicBezTo>
                  <a:pt x="15132" y="33556"/>
                  <a:pt x="10807" y="31008"/>
                  <a:pt x="8360" y="27935"/>
                </a:cubicBezTo>
                <a:cubicBezTo>
                  <a:pt x="5913" y="24861"/>
                  <a:pt x="4952" y="20929"/>
                  <a:pt x="5520" y="16210"/>
                </a:cubicBezTo>
                <a:cubicBezTo>
                  <a:pt x="6204" y="10414"/>
                  <a:pt x="8811" y="6204"/>
                  <a:pt x="13312" y="3525"/>
                </a:cubicBezTo>
                <a:cubicBezTo>
                  <a:pt x="17754" y="845"/>
                  <a:pt x="23784" y="0"/>
                  <a:pt x="31343" y="903"/>
                </a:cubicBezTo>
                <a:cubicBezTo>
                  <a:pt x="35042" y="1369"/>
                  <a:pt x="38567" y="2039"/>
                  <a:pt x="41756" y="2957"/>
                </a:cubicBezTo>
                <a:cubicBezTo>
                  <a:pt x="45004" y="3918"/>
                  <a:pt x="47961" y="5112"/>
                  <a:pt x="50640" y="6539"/>
                </a:cubicBezTo>
                <a:close/>
                <a:moveTo>
                  <a:pt x="50640" y="65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5CBDE-FA7C-480D-828E-55D4232E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00" y="3260236"/>
            <a:ext cx="20376" cy="86760"/>
          </a:xfrm>
          <a:custGeom xmlns:a="http://schemas.openxmlformats.org/drawingml/2006/main">
            <a:pathLst>
              <a:path w="20376" h="86760">
                <a:moveTo>
                  <a:pt x="7399" y="24002"/>
                </a:moveTo>
                <a:lnTo>
                  <a:pt x="17477" y="25196"/>
                </a:lnTo>
                <a:lnTo>
                  <a:pt x="10137" y="86760"/>
                </a:lnTo>
                <a:lnTo>
                  <a:pt x="0" y="85566"/>
                </a:lnTo>
                <a:lnTo>
                  <a:pt x="7399" y="24002"/>
                </a:lnTo>
                <a:close/>
                <a:moveTo>
                  <a:pt x="10253" y="0"/>
                </a:moveTo>
                <a:lnTo>
                  <a:pt x="20376" y="1253"/>
                </a:lnTo>
                <a:lnTo>
                  <a:pt x="18832" y="14055"/>
                </a:lnTo>
                <a:lnTo>
                  <a:pt x="8710" y="12860"/>
                </a:lnTo>
                <a:lnTo>
                  <a:pt x="10253" y="0"/>
                </a:lnTo>
                <a:close/>
                <a:moveTo>
                  <a:pt x="102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A215D-B8C3-4388-AC53-DD0AB78E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62" y="3288505"/>
            <a:ext cx="53306" cy="66166"/>
          </a:xfrm>
          <a:custGeom xmlns:a="http://schemas.openxmlformats.org/drawingml/2006/main">
            <a:pathLst>
              <a:path w="53306" h="66166">
                <a:moveTo>
                  <a:pt x="53306" y="7107"/>
                </a:moveTo>
                <a:lnTo>
                  <a:pt x="52170" y="16560"/>
                </a:lnTo>
                <a:cubicBezTo>
                  <a:pt x="49490" y="14623"/>
                  <a:pt x="46766" y="13093"/>
                  <a:pt x="44028" y="12001"/>
                </a:cubicBezTo>
                <a:cubicBezTo>
                  <a:pt x="41246" y="10865"/>
                  <a:pt x="38348" y="10122"/>
                  <a:pt x="35450" y="9787"/>
                </a:cubicBezTo>
                <a:cubicBezTo>
                  <a:pt x="28896" y="8986"/>
                  <a:pt x="23551" y="10472"/>
                  <a:pt x="19400" y="14171"/>
                </a:cubicBezTo>
                <a:cubicBezTo>
                  <a:pt x="15249" y="17929"/>
                  <a:pt x="12744" y="23492"/>
                  <a:pt x="11885" y="31008"/>
                </a:cubicBezTo>
                <a:cubicBezTo>
                  <a:pt x="10982" y="38581"/>
                  <a:pt x="12059" y="44611"/>
                  <a:pt x="15191" y="49213"/>
                </a:cubicBezTo>
                <a:cubicBezTo>
                  <a:pt x="18380" y="53772"/>
                  <a:pt x="23216" y="56495"/>
                  <a:pt x="29755" y="57238"/>
                </a:cubicBezTo>
                <a:cubicBezTo>
                  <a:pt x="32712" y="57573"/>
                  <a:pt x="35668" y="57573"/>
                  <a:pt x="38625" y="57122"/>
                </a:cubicBezTo>
                <a:cubicBezTo>
                  <a:pt x="41581" y="56670"/>
                  <a:pt x="44611" y="55811"/>
                  <a:pt x="47626" y="54616"/>
                </a:cubicBezTo>
                <a:lnTo>
                  <a:pt x="46533" y="63952"/>
                </a:lnTo>
                <a:cubicBezTo>
                  <a:pt x="43518" y="64913"/>
                  <a:pt x="40504" y="65540"/>
                  <a:pt x="37372" y="65831"/>
                </a:cubicBezTo>
                <a:cubicBezTo>
                  <a:pt x="34299" y="66166"/>
                  <a:pt x="31066" y="66108"/>
                  <a:pt x="27643" y="65715"/>
                </a:cubicBezTo>
                <a:cubicBezTo>
                  <a:pt x="18380" y="64579"/>
                  <a:pt x="11317" y="60821"/>
                  <a:pt x="6539" y="54340"/>
                </a:cubicBezTo>
                <a:cubicBezTo>
                  <a:pt x="1821" y="47844"/>
                  <a:pt x="0" y="39659"/>
                  <a:pt x="1194" y="29755"/>
                </a:cubicBezTo>
                <a:cubicBezTo>
                  <a:pt x="2389" y="19749"/>
                  <a:pt x="6088" y="12176"/>
                  <a:pt x="12292" y="7049"/>
                </a:cubicBezTo>
                <a:cubicBezTo>
                  <a:pt x="18497" y="1995"/>
                  <a:pt x="26405" y="0"/>
                  <a:pt x="36018" y="1136"/>
                </a:cubicBezTo>
                <a:cubicBezTo>
                  <a:pt x="39149" y="1544"/>
                  <a:pt x="42164" y="2214"/>
                  <a:pt x="45004" y="3190"/>
                </a:cubicBezTo>
                <a:cubicBezTo>
                  <a:pt x="47902" y="4209"/>
                  <a:pt x="50699" y="5462"/>
                  <a:pt x="53306" y="7107"/>
                </a:cubicBezTo>
                <a:close/>
                <a:moveTo>
                  <a:pt x="53306" y="7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981E6-9F28-4AF3-9C18-5F9861A4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69" y="3277407"/>
            <a:ext cx="75211" cy="87328"/>
          </a:xfrm>
          <a:custGeom xmlns:a="http://schemas.openxmlformats.org/drawingml/2006/main">
            <a:pathLst>
              <a:path w="75211" h="87328">
                <a:moveTo>
                  <a:pt x="46082" y="11724"/>
                </a:moveTo>
                <a:lnTo>
                  <a:pt x="26172" y="50757"/>
                </a:lnTo>
                <a:lnTo>
                  <a:pt x="56321" y="54340"/>
                </a:lnTo>
                <a:lnTo>
                  <a:pt x="46082" y="11724"/>
                </a:lnTo>
                <a:close/>
                <a:moveTo>
                  <a:pt x="41130" y="0"/>
                </a:moveTo>
                <a:lnTo>
                  <a:pt x="53699" y="1544"/>
                </a:lnTo>
                <a:lnTo>
                  <a:pt x="75211" y="87328"/>
                </a:lnTo>
                <a:lnTo>
                  <a:pt x="63661" y="85974"/>
                </a:lnTo>
                <a:lnTo>
                  <a:pt x="58709" y="64011"/>
                </a:lnTo>
                <a:lnTo>
                  <a:pt x="21672" y="59568"/>
                </a:lnTo>
                <a:lnTo>
                  <a:pt x="11724" y="79711"/>
                </a:lnTo>
                <a:lnTo>
                  <a:pt x="0" y="78342"/>
                </a:lnTo>
                <a:lnTo>
                  <a:pt x="41130" y="0"/>
                </a:lnTo>
                <a:close/>
                <a:moveTo>
                  <a:pt x="411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9DEFE-6C8E-4A83-92A9-5B6DBB1C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81" y="3304497"/>
            <a:ext cx="62758" cy="86192"/>
          </a:xfrm>
          <a:custGeom xmlns:a="http://schemas.openxmlformats.org/drawingml/2006/main">
            <a:pathLst>
              <a:path w="62758" h="86192">
                <a:moveTo>
                  <a:pt x="14113" y="53539"/>
                </a:moveTo>
                <a:lnTo>
                  <a:pt x="10181" y="86192"/>
                </a:lnTo>
                <a:lnTo>
                  <a:pt x="0" y="84998"/>
                </a:lnTo>
                <a:lnTo>
                  <a:pt x="10181" y="0"/>
                </a:lnTo>
                <a:lnTo>
                  <a:pt x="20376" y="1194"/>
                </a:lnTo>
                <a:lnTo>
                  <a:pt x="19240" y="10574"/>
                </a:lnTo>
                <a:cubicBezTo>
                  <a:pt x="21788" y="7166"/>
                  <a:pt x="24803" y="4777"/>
                  <a:pt x="28284" y="3350"/>
                </a:cubicBezTo>
                <a:cubicBezTo>
                  <a:pt x="31692" y="1981"/>
                  <a:pt x="35668" y="1529"/>
                  <a:pt x="40227" y="2097"/>
                </a:cubicBezTo>
                <a:cubicBezTo>
                  <a:pt x="47684" y="3015"/>
                  <a:pt x="53422" y="6656"/>
                  <a:pt x="57355" y="13137"/>
                </a:cubicBezTo>
                <a:cubicBezTo>
                  <a:pt x="61331" y="19676"/>
                  <a:pt x="62758" y="27760"/>
                  <a:pt x="61564" y="37430"/>
                </a:cubicBezTo>
                <a:cubicBezTo>
                  <a:pt x="60428" y="47101"/>
                  <a:pt x="57180" y="54616"/>
                  <a:pt x="51776" y="60020"/>
                </a:cubicBezTo>
                <a:cubicBezTo>
                  <a:pt x="46373" y="65365"/>
                  <a:pt x="39936" y="67637"/>
                  <a:pt x="32493" y="66734"/>
                </a:cubicBezTo>
                <a:cubicBezTo>
                  <a:pt x="27993" y="66224"/>
                  <a:pt x="24177" y="64855"/>
                  <a:pt x="21162" y="62685"/>
                </a:cubicBezTo>
                <a:cubicBezTo>
                  <a:pt x="18147" y="60471"/>
                  <a:pt x="15817" y="57457"/>
                  <a:pt x="14113" y="53539"/>
                </a:cubicBezTo>
                <a:close/>
                <a:moveTo>
                  <a:pt x="51092" y="36178"/>
                </a:moveTo>
                <a:cubicBezTo>
                  <a:pt x="51951" y="28721"/>
                  <a:pt x="51150" y="22691"/>
                  <a:pt x="48587" y="18089"/>
                </a:cubicBezTo>
                <a:cubicBezTo>
                  <a:pt x="46023" y="13530"/>
                  <a:pt x="42106" y="10923"/>
                  <a:pt x="36761" y="10239"/>
                </a:cubicBezTo>
                <a:cubicBezTo>
                  <a:pt x="31357" y="9612"/>
                  <a:pt x="26915" y="11200"/>
                  <a:pt x="23332" y="15074"/>
                </a:cubicBezTo>
                <a:cubicBezTo>
                  <a:pt x="19808" y="18948"/>
                  <a:pt x="17521" y="24628"/>
                  <a:pt x="16676" y="32027"/>
                </a:cubicBezTo>
                <a:cubicBezTo>
                  <a:pt x="15759" y="39484"/>
                  <a:pt x="16618" y="45514"/>
                  <a:pt x="19181" y="50116"/>
                </a:cubicBezTo>
                <a:cubicBezTo>
                  <a:pt x="21730" y="54675"/>
                  <a:pt x="25662" y="57340"/>
                  <a:pt x="31008" y="57966"/>
                </a:cubicBezTo>
                <a:cubicBezTo>
                  <a:pt x="36353" y="58593"/>
                  <a:pt x="40853" y="57005"/>
                  <a:pt x="44378" y="53131"/>
                </a:cubicBezTo>
                <a:cubicBezTo>
                  <a:pt x="47961" y="49271"/>
                  <a:pt x="50189" y="43577"/>
                  <a:pt x="51092" y="36178"/>
                </a:cubicBezTo>
                <a:close/>
                <a:moveTo>
                  <a:pt x="51092" y="361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1427F-E3B3-47ED-8C5B-877C3BC2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834" y="3313032"/>
            <a:ext cx="62758" cy="86192"/>
          </a:xfrm>
          <a:custGeom xmlns:a="http://schemas.openxmlformats.org/drawingml/2006/main">
            <a:pathLst>
              <a:path w="62758" h="86192">
                <a:moveTo>
                  <a:pt x="14113" y="53539"/>
                </a:moveTo>
                <a:lnTo>
                  <a:pt x="10195" y="86192"/>
                </a:lnTo>
                <a:lnTo>
                  <a:pt x="0" y="84998"/>
                </a:lnTo>
                <a:lnTo>
                  <a:pt x="10195" y="0"/>
                </a:lnTo>
                <a:lnTo>
                  <a:pt x="20317" y="1194"/>
                </a:lnTo>
                <a:lnTo>
                  <a:pt x="19240" y="10574"/>
                </a:lnTo>
                <a:cubicBezTo>
                  <a:pt x="21803" y="7166"/>
                  <a:pt x="24818" y="4777"/>
                  <a:pt x="28284" y="3350"/>
                </a:cubicBezTo>
                <a:cubicBezTo>
                  <a:pt x="31692" y="1981"/>
                  <a:pt x="35683" y="1529"/>
                  <a:pt x="40227" y="2097"/>
                </a:cubicBezTo>
                <a:cubicBezTo>
                  <a:pt x="47684" y="3015"/>
                  <a:pt x="53422" y="6656"/>
                  <a:pt x="57355" y="13137"/>
                </a:cubicBezTo>
                <a:cubicBezTo>
                  <a:pt x="61331" y="19676"/>
                  <a:pt x="62758" y="27760"/>
                  <a:pt x="61564" y="37430"/>
                </a:cubicBezTo>
                <a:cubicBezTo>
                  <a:pt x="60428" y="47101"/>
                  <a:pt x="57122" y="54616"/>
                  <a:pt x="51776" y="60020"/>
                </a:cubicBezTo>
                <a:cubicBezTo>
                  <a:pt x="46373" y="65365"/>
                  <a:pt x="39950" y="67637"/>
                  <a:pt x="32493" y="66734"/>
                </a:cubicBezTo>
                <a:cubicBezTo>
                  <a:pt x="27993" y="66224"/>
                  <a:pt x="24191" y="64855"/>
                  <a:pt x="21177" y="62685"/>
                </a:cubicBezTo>
                <a:cubicBezTo>
                  <a:pt x="18162" y="60471"/>
                  <a:pt x="15773" y="57457"/>
                  <a:pt x="14113" y="53539"/>
                </a:cubicBezTo>
                <a:close/>
                <a:moveTo>
                  <a:pt x="51092" y="36178"/>
                </a:moveTo>
                <a:cubicBezTo>
                  <a:pt x="51951" y="28721"/>
                  <a:pt x="51150" y="22691"/>
                  <a:pt x="48587" y="18089"/>
                </a:cubicBezTo>
                <a:cubicBezTo>
                  <a:pt x="46038" y="13530"/>
                  <a:pt x="42047" y="10923"/>
                  <a:pt x="36702" y="10239"/>
                </a:cubicBezTo>
                <a:cubicBezTo>
                  <a:pt x="31357" y="9612"/>
                  <a:pt x="26915" y="11200"/>
                  <a:pt x="23332" y="15074"/>
                </a:cubicBezTo>
                <a:cubicBezTo>
                  <a:pt x="19749" y="18934"/>
                  <a:pt x="17536" y="24628"/>
                  <a:pt x="16676" y="32027"/>
                </a:cubicBezTo>
                <a:cubicBezTo>
                  <a:pt x="15773" y="39484"/>
                  <a:pt x="16618" y="45514"/>
                  <a:pt x="19181" y="50116"/>
                </a:cubicBezTo>
                <a:cubicBezTo>
                  <a:pt x="21745" y="54675"/>
                  <a:pt x="25662" y="57340"/>
                  <a:pt x="31008" y="57966"/>
                </a:cubicBezTo>
                <a:cubicBezTo>
                  <a:pt x="36367" y="58593"/>
                  <a:pt x="40853" y="57005"/>
                  <a:pt x="44378" y="53131"/>
                </a:cubicBezTo>
                <a:cubicBezTo>
                  <a:pt x="47961" y="49271"/>
                  <a:pt x="50189" y="43577"/>
                  <a:pt x="51092" y="36178"/>
                </a:cubicBezTo>
                <a:close/>
                <a:moveTo>
                  <a:pt x="51092" y="361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75C6A-5592-4033-BACD-1C67EF7B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088" y="3301599"/>
            <a:ext cx="61505" cy="87153"/>
          </a:xfrm>
          <a:custGeom xmlns:a="http://schemas.openxmlformats.org/drawingml/2006/main">
            <a:pathLst>
              <a:path w="61505" h="87153">
                <a:moveTo>
                  <a:pt x="61505" y="8127"/>
                </a:moveTo>
                <a:lnTo>
                  <a:pt x="60253" y="18934"/>
                </a:lnTo>
                <a:cubicBezTo>
                  <a:pt x="56277" y="16429"/>
                  <a:pt x="52461" y="14448"/>
                  <a:pt x="48820" y="13021"/>
                </a:cubicBezTo>
                <a:cubicBezTo>
                  <a:pt x="45237" y="11593"/>
                  <a:pt x="41654" y="10690"/>
                  <a:pt x="38188" y="10239"/>
                </a:cubicBezTo>
                <a:cubicBezTo>
                  <a:pt x="32144" y="9554"/>
                  <a:pt x="27366" y="10122"/>
                  <a:pt x="23784" y="12118"/>
                </a:cubicBezTo>
                <a:cubicBezTo>
                  <a:pt x="20201" y="14040"/>
                  <a:pt x="18162" y="17171"/>
                  <a:pt x="17637" y="21497"/>
                </a:cubicBezTo>
                <a:cubicBezTo>
                  <a:pt x="17244" y="25138"/>
                  <a:pt x="17987" y="28036"/>
                  <a:pt x="19982" y="30148"/>
                </a:cubicBezTo>
                <a:cubicBezTo>
                  <a:pt x="21905" y="32246"/>
                  <a:pt x="25895" y="34241"/>
                  <a:pt x="31809" y="36061"/>
                </a:cubicBezTo>
                <a:lnTo>
                  <a:pt x="38348" y="38275"/>
                </a:lnTo>
                <a:cubicBezTo>
                  <a:pt x="46431" y="40839"/>
                  <a:pt x="52228" y="44319"/>
                  <a:pt x="55709" y="48805"/>
                </a:cubicBezTo>
                <a:cubicBezTo>
                  <a:pt x="59175" y="53247"/>
                  <a:pt x="60486" y="58767"/>
                  <a:pt x="59685" y="65423"/>
                </a:cubicBezTo>
                <a:cubicBezTo>
                  <a:pt x="58724" y="73390"/>
                  <a:pt x="55359" y="79128"/>
                  <a:pt x="49504" y="82595"/>
                </a:cubicBezTo>
                <a:cubicBezTo>
                  <a:pt x="43693" y="86076"/>
                  <a:pt x="35683" y="87153"/>
                  <a:pt x="25386" y="85959"/>
                </a:cubicBezTo>
                <a:cubicBezTo>
                  <a:pt x="21512" y="85508"/>
                  <a:pt x="17419" y="84532"/>
                  <a:pt x="13152" y="83119"/>
                </a:cubicBezTo>
                <a:cubicBezTo>
                  <a:pt x="8884" y="81750"/>
                  <a:pt x="4500" y="79871"/>
                  <a:pt x="0" y="77599"/>
                </a:cubicBezTo>
                <a:lnTo>
                  <a:pt x="1369" y="66166"/>
                </a:lnTo>
                <a:cubicBezTo>
                  <a:pt x="5578" y="69225"/>
                  <a:pt x="9729" y="71671"/>
                  <a:pt x="13938" y="73492"/>
                </a:cubicBezTo>
                <a:cubicBezTo>
                  <a:pt x="18104" y="75269"/>
                  <a:pt x="22254" y="76405"/>
                  <a:pt x="26463" y="76915"/>
                </a:cubicBezTo>
                <a:cubicBezTo>
                  <a:pt x="32770" y="77657"/>
                  <a:pt x="37838" y="77031"/>
                  <a:pt x="41538" y="74919"/>
                </a:cubicBezTo>
                <a:cubicBezTo>
                  <a:pt x="45295" y="72866"/>
                  <a:pt x="47451" y="69516"/>
                  <a:pt x="48019" y="64913"/>
                </a:cubicBezTo>
                <a:cubicBezTo>
                  <a:pt x="48485" y="60865"/>
                  <a:pt x="47626" y="57573"/>
                  <a:pt x="45412" y="55010"/>
                </a:cubicBezTo>
                <a:cubicBezTo>
                  <a:pt x="43242" y="52446"/>
                  <a:pt x="39382" y="50233"/>
                  <a:pt x="33862" y="48412"/>
                </a:cubicBezTo>
                <a:lnTo>
                  <a:pt x="27265" y="46300"/>
                </a:lnTo>
                <a:cubicBezTo>
                  <a:pt x="19181" y="43693"/>
                  <a:pt x="13487" y="40387"/>
                  <a:pt x="10195" y="36411"/>
                </a:cubicBezTo>
                <a:cubicBezTo>
                  <a:pt x="6947" y="32420"/>
                  <a:pt x="5636" y="27352"/>
                  <a:pt x="6437" y="21046"/>
                </a:cubicBezTo>
                <a:cubicBezTo>
                  <a:pt x="7282" y="13822"/>
                  <a:pt x="10530" y="8418"/>
                  <a:pt x="16108" y="4835"/>
                </a:cubicBezTo>
                <a:cubicBezTo>
                  <a:pt x="21745" y="1238"/>
                  <a:pt x="29027" y="0"/>
                  <a:pt x="38013" y="1078"/>
                </a:cubicBezTo>
                <a:cubicBezTo>
                  <a:pt x="41873" y="1529"/>
                  <a:pt x="45747" y="2389"/>
                  <a:pt x="49621" y="3583"/>
                </a:cubicBezTo>
                <a:cubicBezTo>
                  <a:pt x="53539" y="4719"/>
                  <a:pt x="57529" y="6248"/>
                  <a:pt x="61505" y="8127"/>
                </a:cubicBezTo>
                <a:close/>
                <a:moveTo>
                  <a:pt x="61505" y="81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4628E-A42C-48F9-8B36-385E455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07" y="3330669"/>
            <a:ext cx="59685" cy="66443"/>
          </a:xfrm>
          <a:custGeom xmlns:a="http://schemas.openxmlformats.org/drawingml/2006/main">
            <a:pathLst>
              <a:path w="59685" h="66443">
                <a:moveTo>
                  <a:pt x="58593" y="34022"/>
                </a:moveTo>
                <a:lnTo>
                  <a:pt x="57966" y="38960"/>
                </a:lnTo>
                <a:lnTo>
                  <a:pt x="11491" y="33396"/>
                </a:lnTo>
                <a:cubicBezTo>
                  <a:pt x="11098" y="40445"/>
                  <a:pt x="12569" y="45965"/>
                  <a:pt x="15875" y="50058"/>
                </a:cubicBezTo>
                <a:cubicBezTo>
                  <a:pt x="19225" y="54150"/>
                  <a:pt x="24235" y="56597"/>
                  <a:pt x="30949" y="57398"/>
                </a:cubicBezTo>
                <a:cubicBezTo>
                  <a:pt x="34823" y="57850"/>
                  <a:pt x="38625" y="57850"/>
                  <a:pt x="42382" y="57340"/>
                </a:cubicBezTo>
                <a:cubicBezTo>
                  <a:pt x="46140" y="56830"/>
                  <a:pt x="49956" y="55811"/>
                  <a:pt x="53757" y="54325"/>
                </a:cubicBezTo>
                <a:lnTo>
                  <a:pt x="52621" y="63938"/>
                </a:lnTo>
                <a:cubicBezTo>
                  <a:pt x="48805" y="65030"/>
                  <a:pt x="44946" y="65758"/>
                  <a:pt x="41013" y="66108"/>
                </a:cubicBezTo>
                <a:cubicBezTo>
                  <a:pt x="37154" y="66443"/>
                  <a:pt x="33221" y="66384"/>
                  <a:pt x="29304" y="65933"/>
                </a:cubicBezTo>
                <a:cubicBezTo>
                  <a:pt x="19458" y="64739"/>
                  <a:pt x="12059" y="60981"/>
                  <a:pt x="6991" y="54558"/>
                </a:cubicBezTo>
                <a:cubicBezTo>
                  <a:pt x="1937" y="48179"/>
                  <a:pt x="0" y="40110"/>
                  <a:pt x="1136" y="30323"/>
                </a:cubicBezTo>
                <a:cubicBezTo>
                  <a:pt x="2330" y="20245"/>
                  <a:pt x="6030" y="12569"/>
                  <a:pt x="12176" y="7340"/>
                </a:cubicBezTo>
                <a:cubicBezTo>
                  <a:pt x="18322" y="2039"/>
                  <a:pt x="25997" y="0"/>
                  <a:pt x="35275" y="1078"/>
                </a:cubicBezTo>
                <a:cubicBezTo>
                  <a:pt x="43518" y="2039"/>
                  <a:pt x="49781" y="5520"/>
                  <a:pt x="53932" y="11433"/>
                </a:cubicBezTo>
                <a:cubicBezTo>
                  <a:pt x="58141" y="17346"/>
                  <a:pt x="59685" y="24861"/>
                  <a:pt x="58593" y="34022"/>
                </a:cubicBezTo>
                <a:close/>
                <a:moveTo>
                  <a:pt x="48805" y="29857"/>
                </a:moveTo>
                <a:cubicBezTo>
                  <a:pt x="49432" y="24293"/>
                  <a:pt x="48412" y="19735"/>
                  <a:pt x="45747" y="16035"/>
                </a:cubicBezTo>
                <a:cubicBezTo>
                  <a:pt x="43125" y="12394"/>
                  <a:pt x="39309" y="10239"/>
                  <a:pt x="34357" y="9671"/>
                </a:cubicBezTo>
                <a:cubicBezTo>
                  <a:pt x="28736" y="8986"/>
                  <a:pt x="24002" y="10064"/>
                  <a:pt x="20259" y="12846"/>
                </a:cubicBezTo>
                <a:cubicBezTo>
                  <a:pt x="16443" y="15584"/>
                  <a:pt x="13996" y="19851"/>
                  <a:pt x="12744" y="25590"/>
                </a:cubicBezTo>
                <a:lnTo>
                  <a:pt x="48805" y="29857"/>
                </a:lnTo>
                <a:close/>
                <a:moveTo>
                  <a:pt x="48805" y="298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D949C-D100-4C80-883C-8547D944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41" y="3314444"/>
            <a:ext cx="20303" cy="86760"/>
          </a:xfrm>
          <a:custGeom xmlns:a="http://schemas.openxmlformats.org/drawingml/2006/main">
            <a:pathLst>
              <a:path w="20303" h="86760">
                <a:moveTo>
                  <a:pt x="10181" y="0"/>
                </a:moveTo>
                <a:lnTo>
                  <a:pt x="20303" y="1194"/>
                </a:lnTo>
                <a:lnTo>
                  <a:pt x="10064" y="86760"/>
                </a:lnTo>
                <a:lnTo>
                  <a:pt x="0" y="85508"/>
                </a:lnTo>
                <a:lnTo>
                  <a:pt x="10181" y="0"/>
                </a:lnTo>
                <a:close/>
                <a:moveTo>
                  <a:pt x="101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586CD-1E54-49A7-8D0B-E6296207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30" y="3342670"/>
            <a:ext cx="59685" cy="66443"/>
          </a:xfrm>
          <a:custGeom xmlns:a="http://schemas.openxmlformats.org/drawingml/2006/main">
            <a:pathLst>
              <a:path w="59685" h="66443">
                <a:moveTo>
                  <a:pt x="58607" y="34022"/>
                </a:moveTo>
                <a:lnTo>
                  <a:pt x="57981" y="38974"/>
                </a:lnTo>
                <a:lnTo>
                  <a:pt x="11491" y="33396"/>
                </a:lnTo>
                <a:cubicBezTo>
                  <a:pt x="11098" y="40445"/>
                  <a:pt x="12584" y="45965"/>
                  <a:pt x="15875" y="50058"/>
                </a:cubicBezTo>
                <a:cubicBezTo>
                  <a:pt x="19240" y="54165"/>
                  <a:pt x="24235" y="56612"/>
                  <a:pt x="30949" y="57398"/>
                </a:cubicBezTo>
                <a:cubicBezTo>
                  <a:pt x="34823" y="57908"/>
                  <a:pt x="38639" y="57864"/>
                  <a:pt x="42382" y="57340"/>
                </a:cubicBezTo>
                <a:cubicBezTo>
                  <a:pt x="46140" y="56830"/>
                  <a:pt x="49956" y="55811"/>
                  <a:pt x="53772" y="54325"/>
                </a:cubicBezTo>
                <a:lnTo>
                  <a:pt x="52636" y="63952"/>
                </a:lnTo>
                <a:cubicBezTo>
                  <a:pt x="48820" y="65030"/>
                  <a:pt x="44946" y="65758"/>
                  <a:pt x="41028" y="66108"/>
                </a:cubicBezTo>
                <a:cubicBezTo>
                  <a:pt x="37154" y="66443"/>
                  <a:pt x="33236" y="66384"/>
                  <a:pt x="29304" y="65933"/>
                </a:cubicBezTo>
                <a:cubicBezTo>
                  <a:pt x="19458" y="64739"/>
                  <a:pt x="12059" y="60981"/>
                  <a:pt x="7005" y="54558"/>
                </a:cubicBezTo>
                <a:cubicBezTo>
                  <a:pt x="1937" y="48179"/>
                  <a:pt x="0" y="40110"/>
                  <a:pt x="1136" y="30323"/>
                </a:cubicBezTo>
                <a:cubicBezTo>
                  <a:pt x="2330" y="20259"/>
                  <a:pt x="6030" y="12569"/>
                  <a:pt x="12176" y="7340"/>
                </a:cubicBezTo>
                <a:cubicBezTo>
                  <a:pt x="18322" y="2054"/>
                  <a:pt x="25997" y="0"/>
                  <a:pt x="35275" y="1078"/>
                </a:cubicBezTo>
                <a:cubicBezTo>
                  <a:pt x="43533" y="2097"/>
                  <a:pt x="49781" y="5520"/>
                  <a:pt x="53932" y="11433"/>
                </a:cubicBezTo>
                <a:cubicBezTo>
                  <a:pt x="58141" y="17346"/>
                  <a:pt x="59685" y="24861"/>
                  <a:pt x="58607" y="34022"/>
                </a:cubicBezTo>
                <a:close/>
                <a:moveTo>
                  <a:pt x="48820" y="29872"/>
                </a:moveTo>
                <a:cubicBezTo>
                  <a:pt x="49446" y="24293"/>
                  <a:pt x="48427" y="19735"/>
                  <a:pt x="45747" y="16035"/>
                </a:cubicBezTo>
                <a:cubicBezTo>
                  <a:pt x="43125" y="12394"/>
                  <a:pt x="39309" y="10239"/>
                  <a:pt x="34372" y="9671"/>
                </a:cubicBezTo>
                <a:cubicBezTo>
                  <a:pt x="28736" y="8986"/>
                  <a:pt x="24017" y="10064"/>
                  <a:pt x="20259" y="12860"/>
                </a:cubicBezTo>
                <a:cubicBezTo>
                  <a:pt x="16443" y="15642"/>
                  <a:pt x="13996" y="19851"/>
                  <a:pt x="12744" y="25604"/>
                </a:cubicBezTo>
                <a:lnTo>
                  <a:pt x="48820" y="29872"/>
                </a:lnTo>
                <a:close/>
                <a:moveTo>
                  <a:pt x="48820" y="298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056A6-ADB5-4957-A9F9-DFF5CD6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828" y="3350972"/>
            <a:ext cx="53306" cy="66166"/>
          </a:xfrm>
          <a:custGeom xmlns:a="http://schemas.openxmlformats.org/drawingml/2006/main">
            <a:pathLst>
              <a:path w="53306" h="66166">
                <a:moveTo>
                  <a:pt x="53306" y="7107"/>
                </a:moveTo>
                <a:lnTo>
                  <a:pt x="52170" y="16560"/>
                </a:lnTo>
                <a:cubicBezTo>
                  <a:pt x="49504" y="14623"/>
                  <a:pt x="46766" y="13093"/>
                  <a:pt x="43984" y="12001"/>
                </a:cubicBezTo>
                <a:cubicBezTo>
                  <a:pt x="41188" y="10865"/>
                  <a:pt x="38348" y="10122"/>
                  <a:pt x="35391" y="9787"/>
                </a:cubicBezTo>
                <a:cubicBezTo>
                  <a:pt x="28852" y="8986"/>
                  <a:pt x="23492" y="10472"/>
                  <a:pt x="19342" y="14171"/>
                </a:cubicBezTo>
                <a:cubicBezTo>
                  <a:pt x="15249" y="17929"/>
                  <a:pt x="12744" y="23492"/>
                  <a:pt x="11841" y="31008"/>
                </a:cubicBezTo>
                <a:cubicBezTo>
                  <a:pt x="10923" y="38581"/>
                  <a:pt x="12059" y="44611"/>
                  <a:pt x="15191" y="49213"/>
                </a:cubicBezTo>
                <a:cubicBezTo>
                  <a:pt x="18322" y="53772"/>
                  <a:pt x="23157" y="56495"/>
                  <a:pt x="29755" y="57238"/>
                </a:cubicBezTo>
                <a:cubicBezTo>
                  <a:pt x="32653" y="57631"/>
                  <a:pt x="35610" y="57573"/>
                  <a:pt x="38581" y="57122"/>
                </a:cubicBezTo>
                <a:cubicBezTo>
                  <a:pt x="41538" y="56670"/>
                  <a:pt x="44552" y="55811"/>
                  <a:pt x="47626" y="54616"/>
                </a:cubicBezTo>
                <a:lnTo>
                  <a:pt x="46475" y="63952"/>
                </a:lnTo>
                <a:cubicBezTo>
                  <a:pt x="43518" y="64913"/>
                  <a:pt x="40445" y="65540"/>
                  <a:pt x="37387" y="65889"/>
                </a:cubicBezTo>
                <a:cubicBezTo>
                  <a:pt x="34255" y="66166"/>
                  <a:pt x="31008" y="66108"/>
                  <a:pt x="27600" y="65715"/>
                </a:cubicBezTo>
                <a:cubicBezTo>
                  <a:pt x="18322" y="64579"/>
                  <a:pt x="11317" y="60821"/>
                  <a:pt x="6539" y="54340"/>
                </a:cubicBezTo>
                <a:cubicBezTo>
                  <a:pt x="1762" y="47844"/>
                  <a:pt x="0" y="39659"/>
                  <a:pt x="1194" y="29755"/>
                </a:cubicBezTo>
                <a:cubicBezTo>
                  <a:pt x="2389" y="19749"/>
                  <a:pt x="6088" y="12176"/>
                  <a:pt x="12292" y="7064"/>
                </a:cubicBezTo>
                <a:cubicBezTo>
                  <a:pt x="18497" y="1995"/>
                  <a:pt x="26405" y="0"/>
                  <a:pt x="36018" y="1136"/>
                </a:cubicBezTo>
                <a:cubicBezTo>
                  <a:pt x="39091" y="1544"/>
                  <a:pt x="42106" y="2228"/>
                  <a:pt x="45004" y="3190"/>
                </a:cubicBezTo>
                <a:cubicBezTo>
                  <a:pt x="47902" y="4209"/>
                  <a:pt x="50640" y="5462"/>
                  <a:pt x="53306" y="7107"/>
                </a:cubicBezTo>
                <a:close/>
                <a:moveTo>
                  <a:pt x="53306" y="7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9C199-91DE-452A-BB5E-9772BB8A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469" y="3340340"/>
            <a:ext cx="39368" cy="82711"/>
          </a:xfrm>
          <a:custGeom xmlns:a="http://schemas.openxmlformats.org/drawingml/2006/main">
            <a:pathLst>
              <a:path w="39368" h="82711">
                <a:moveTo>
                  <a:pt x="20594" y="1194"/>
                </a:moveTo>
                <a:lnTo>
                  <a:pt x="18540" y="18657"/>
                </a:lnTo>
                <a:lnTo>
                  <a:pt x="39368" y="21162"/>
                </a:lnTo>
                <a:lnTo>
                  <a:pt x="38406" y="29012"/>
                </a:lnTo>
                <a:lnTo>
                  <a:pt x="17579" y="26507"/>
                </a:lnTo>
                <a:lnTo>
                  <a:pt x="13589" y="59962"/>
                </a:lnTo>
                <a:cubicBezTo>
                  <a:pt x="12962" y="64972"/>
                  <a:pt x="13312" y="68263"/>
                  <a:pt x="14506" y="69865"/>
                </a:cubicBezTo>
                <a:cubicBezTo>
                  <a:pt x="15700" y="71453"/>
                  <a:pt x="18380" y="72531"/>
                  <a:pt x="22648" y="73040"/>
                </a:cubicBezTo>
                <a:lnTo>
                  <a:pt x="33003" y="74235"/>
                </a:lnTo>
                <a:lnTo>
                  <a:pt x="31969" y="82711"/>
                </a:lnTo>
                <a:lnTo>
                  <a:pt x="21614" y="81459"/>
                </a:lnTo>
                <a:cubicBezTo>
                  <a:pt x="13822" y="80556"/>
                  <a:pt x="8593" y="78444"/>
                  <a:pt x="5971" y="75211"/>
                </a:cubicBezTo>
                <a:cubicBezTo>
                  <a:pt x="3350" y="71904"/>
                  <a:pt x="2505" y="66443"/>
                  <a:pt x="3408" y="58767"/>
                </a:cubicBezTo>
                <a:lnTo>
                  <a:pt x="7399" y="25313"/>
                </a:lnTo>
                <a:lnTo>
                  <a:pt x="0" y="24454"/>
                </a:lnTo>
                <a:lnTo>
                  <a:pt x="903" y="16545"/>
                </a:lnTo>
                <a:lnTo>
                  <a:pt x="8360" y="17463"/>
                </a:lnTo>
                <a:lnTo>
                  <a:pt x="10472" y="0"/>
                </a:lnTo>
                <a:lnTo>
                  <a:pt x="20594" y="1194"/>
                </a:lnTo>
                <a:close/>
                <a:moveTo>
                  <a:pt x="20594" y="11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0C4C7-5DF8-488F-B35C-A72152D9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50" y="3339146"/>
            <a:ext cx="20317" cy="86702"/>
          </a:xfrm>
          <a:custGeom xmlns:a="http://schemas.openxmlformats.org/drawingml/2006/main">
            <a:pathLst>
              <a:path w="20317" h="86702">
                <a:moveTo>
                  <a:pt x="7340" y="23944"/>
                </a:moveTo>
                <a:lnTo>
                  <a:pt x="17463" y="25138"/>
                </a:lnTo>
                <a:lnTo>
                  <a:pt x="10137" y="86702"/>
                </a:lnTo>
                <a:lnTo>
                  <a:pt x="0" y="85508"/>
                </a:lnTo>
                <a:lnTo>
                  <a:pt x="7340" y="23944"/>
                </a:lnTo>
                <a:close/>
                <a:moveTo>
                  <a:pt x="10239" y="0"/>
                </a:moveTo>
                <a:lnTo>
                  <a:pt x="20317" y="1194"/>
                </a:lnTo>
                <a:lnTo>
                  <a:pt x="18832" y="13996"/>
                </a:lnTo>
                <a:lnTo>
                  <a:pt x="8710" y="12802"/>
                </a:lnTo>
                <a:lnTo>
                  <a:pt x="10239" y="0"/>
                </a:lnTo>
                <a:close/>
                <a:moveTo>
                  <a:pt x="102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8E19B-E1F0-4DD8-B170-0A7CB0C2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112" y="3367138"/>
            <a:ext cx="58942" cy="66734"/>
          </a:xfrm>
          <a:custGeom xmlns:a="http://schemas.openxmlformats.org/drawingml/2006/main">
            <a:pathLst>
              <a:path w="58942" h="66734">
                <a:moveTo>
                  <a:pt x="32260" y="9612"/>
                </a:moveTo>
                <a:cubicBezTo>
                  <a:pt x="26857" y="8986"/>
                  <a:pt x="22298" y="10574"/>
                  <a:pt x="18657" y="14448"/>
                </a:cubicBezTo>
                <a:cubicBezTo>
                  <a:pt x="15016" y="18307"/>
                  <a:pt x="12744" y="23886"/>
                  <a:pt x="11826" y="31284"/>
                </a:cubicBezTo>
                <a:cubicBezTo>
                  <a:pt x="10982" y="38625"/>
                  <a:pt x="11826" y="44596"/>
                  <a:pt x="14448" y="49199"/>
                </a:cubicBezTo>
                <a:cubicBezTo>
                  <a:pt x="17128" y="53815"/>
                  <a:pt x="21162" y="56481"/>
                  <a:pt x="26624" y="57107"/>
                </a:cubicBezTo>
                <a:cubicBezTo>
                  <a:pt x="32027" y="57733"/>
                  <a:pt x="36527" y="56146"/>
                  <a:pt x="40169" y="52272"/>
                </a:cubicBezTo>
                <a:cubicBezTo>
                  <a:pt x="43868" y="48412"/>
                  <a:pt x="46082" y="42776"/>
                  <a:pt x="46985" y="35435"/>
                </a:cubicBezTo>
                <a:cubicBezTo>
                  <a:pt x="47844" y="28153"/>
                  <a:pt x="46985" y="22182"/>
                  <a:pt x="44319" y="17579"/>
                </a:cubicBezTo>
                <a:cubicBezTo>
                  <a:pt x="41698" y="12904"/>
                  <a:pt x="37664" y="10297"/>
                  <a:pt x="32260" y="9612"/>
                </a:cubicBezTo>
                <a:close/>
                <a:moveTo>
                  <a:pt x="33280" y="1078"/>
                </a:moveTo>
                <a:cubicBezTo>
                  <a:pt x="42106" y="2097"/>
                  <a:pt x="48645" y="5797"/>
                  <a:pt x="53029" y="12118"/>
                </a:cubicBezTo>
                <a:cubicBezTo>
                  <a:pt x="57340" y="18424"/>
                  <a:pt x="58942" y="26624"/>
                  <a:pt x="57690" y="36746"/>
                </a:cubicBezTo>
                <a:cubicBezTo>
                  <a:pt x="56495" y="46810"/>
                  <a:pt x="53029" y="54442"/>
                  <a:pt x="47334" y="59554"/>
                </a:cubicBezTo>
                <a:cubicBezTo>
                  <a:pt x="41640" y="64680"/>
                  <a:pt x="34357" y="66734"/>
                  <a:pt x="25604" y="65700"/>
                </a:cubicBezTo>
                <a:cubicBezTo>
                  <a:pt x="16778" y="64622"/>
                  <a:pt x="10181" y="60923"/>
                  <a:pt x="5855" y="54616"/>
                </a:cubicBezTo>
                <a:cubicBezTo>
                  <a:pt x="1529" y="48296"/>
                  <a:pt x="0" y="40052"/>
                  <a:pt x="1194" y="29974"/>
                </a:cubicBezTo>
                <a:cubicBezTo>
                  <a:pt x="2389" y="19910"/>
                  <a:pt x="5855" y="12278"/>
                  <a:pt x="11550" y="7166"/>
                </a:cubicBezTo>
                <a:cubicBezTo>
                  <a:pt x="17230" y="2039"/>
                  <a:pt x="24468" y="0"/>
                  <a:pt x="33280" y="1078"/>
                </a:cubicBezTo>
                <a:close/>
                <a:moveTo>
                  <a:pt x="33280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C410A-7E8B-43BF-AA27-B28D94D2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545" y="3374989"/>
            <a:ext cx="57005" cy="67754"/>
          </a:xfrm>
          <a:custGeom xmlns:a="http://schemas.openxmlformats.org/drawingml/2006/main">
            <a:pathLst>
              <a:path w="57005" h="67754">
                <a:moveTo>
                  <a:pt x="55986" y="30542"/>
                </a:moveTo>
                <a:lnTo>
                  <a:pt x="51543" y="67754"/>
                </a:lnTo>
                <a:lnTo>
                  <a:pt x="41421" y="66501"/>
                </a:lnTo>
                <a:lnTo>
                  <a:pt x="45849" y="29697"/>
                </a:lnTo>
                <a:cubicBezTo>
                  <a:pt x="46533" y="23886"/>
                  <a:pt x="45907" y="19400"/>
                  <a:pt x="43970" y="16210"/>
                </a:cubicBezTo>
                <a:cubicBezTo>
                  <a:pt x="42047" y="13079"/>
                  <a:pt x="38800" y="11200"/>
                  <a:pt x="34299" y="10632"/>
                </a:cubicBezTo>
                <a:cubicBezTo>
                  <a:pt x="28837" y="10006"/>
                  <a:pt x="24293" y="11200"/>
                  <a:pt x="20711" y="14331"/>
                </a:cubicBezTo>
                <a:cubicBezTo>
                  <a:pt x="17171" y="17404"/>
                  <a:pt x="15016" y="22007"/>
                  <a:pt x="14273" y="27993"/>
                </a:cubicBezTo>
                <a:lnTo>
                  <a:pt x="10122" y="62802"/>
                </a:lnTo>
                <a:lnTo>
                  <a:pt x="0" y="61549"/>
                </a:lnTo>
                <a:lnTo>
                  <a:pt x="7340" y="0"/>
                </a:lnTo>
                <a:lnTo>
                  <a:pt x="17521" y="1253"/>
                </a:lnTo>
                <a:lnTo>
                  <a:pt x="16327" y="10807"/>
                </a:lnTo>
                <a:cubicBezTo>
                  <a:pt x="19225" y="7384"/>
                  <a:pt x="22415" y="4937"/>
                  <a:pt x="25881" y="3525"/>
                </a:cubicBezTo>
                <a:cubicBezTo>
                  <a:pt x="29406" y="2097"/>
                  <a:pt x="33280" y="1646"/>
                  <a:pt x="37605" y="2156"/>
                </a:cubicBezTo>
                <a:cubicBezTo>
                  <a:pt x="44654" y="2957"/>
                  <a:pt x="49723" y="5797"/>
                  <a:pt x="52854" y="10632"/>
                </a:cubicBezTo>
                <a:cubicBezTo>
                  <a:pt x="55927" y="15409"/>
                  <a:pt x="57005" y="22065"/>
                  <a:pt x="55986" y="30542"/>
                </a:cubicBezTo>
                <a:close/>
                <a:moveTo>
                  <a:pt x="55986" y="305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27657-BE2F-4FF6-B535-CD78EBAC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1" y="2927978"/>
            <a:ext cx="74409" cy="89440"/>
          </a:xfrm>
          <a:custGeom xmlns:a="http://schemas.openxmlformats.org/drawingml/2006/main">
            <a:pathLst>
              <a:path w="74409" h="89440">
                <a:moveTo>
                  <a:pt x="50509" y="12001"/>
                </a:moveTo>
                <a:lnTo>
                  <a:pt x="27935" y="49606"/>
                </a:lnTo>
                <a:lnTo>
                  <a:pt x="57792" y="55243"/>
                </a:lnTo>
                <a:lnTo>
                  <a:pt x="50509" y="12001"/>
                </a:lnTo>
                <a:close/>
                <a:moveTo>
                  <a:pt x="46358" y="0"/>
                </a:moveTo>
                <a:lnTo>
                  <a:pt x="58826" y="2389"/>
                </a:lnTo>
                <a:lnTo>
                  <a:pt x="74409" y="89440"/>
                </a:lnTo>
                <a:lnTo>
                  <a:pt x="62976" y="87270"/>
                </a:lnTo>
                <a:lnTo>
                  <a:pt x="59510" y="65030"/>
                </a:lnTo>
                <a:lnTo>
                  <a:pt x="22924" y="58141"/>
                </a:lnTo>
                <a:lnTo>
                  <a:pt x="11608" y="77599"/>
                </a:lnTo>
                <a:lnTo>
                  <a:pt x="0" y="75385"/>
                </a:lnTo>
                <a:lnTo>
                  <a:pt x="46358" y="0"/>
                </a:lnTo>
                <a:close/>
                <a:moveTo>
                  <a:pt x="4635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9FA8A-6360-43CD-9631-FB430F3F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86" y="2958593"/>
            <a:ext cx="66457" cy="85959"/>
          </a:xfrm>
          <a:custGeom xmlns:a="http://schemas.openxmlformats.org/drawingml/2006/main">
            <a:pathLst>
              <a:path w="66457" h="85959">
                <a:moveTo>
                  <a:pt x="16152" y="53699"/>
                </a:moveTo>
                <a:lnTo>
                  <a:pt x="10064" y="85959"/>
                </a:lnTo>
                <a:lnTo>
                  <a:pt x="0" y="84080"/>
                </a:lnTo>
                <a:lnTo>
                  <a:pt x="15875" y="0"/>
                </a:lnTo>
                <a:lnTo>
                  <a:pt x="25939" y="1879"/>
                </a:lnTo>
                <a:lnTo>
                  <a:pt x="24177" y="11142"/>
                </a:lnTo>
                <a:cubicBezTo>
                  <a:pt x="27032" y="7908"/>
                  <a:pt x="30148" y="5738"/>
                  <a:pt x="33687" y="4602"/>
                </a:cubicBezTo>
                <a:cubicBezTo>
                  <a:pt x="37270" y="3408"/>
                  <a:pt x="41246" y="3292"/>
                  <a:pt x="45688" y="4093"/>
                </a:cubicBezTo>
                <a:cubicBezTo>
                  <a:pt x="53087" y="5520"/>
                  <a:pt x="58549" y="9612"/>
                  <a:pt x="62073" y="16327"/>
                </a:cubicBezTo>
                <a:cubicBezTo>
                  <a:pt x="65598" y="23099"/>
                  <a:pt x="66457" y="31226"/>
                  <a:pt x="64637" y="40795"/>
                </a:cubicBezTo>
                <a:cubicBezTo>
                  <a:pt x="62816" y="50407"/>
                  <a:pt x="59059" y="57690"/>
                  <a:pt x="53306" y="62685"/>
                </a:cubicBezTo>
                <a:cubicBezTo>
                  <a:pt x="47567" y="67695"/>
                  <a:pt x="41028" y="69458"/>
                  <a:pt x="33629" y="68103"/>
                </a:cubicBezTo>
                <a:cubicBezTo>
                  <a:pt x="29129" y="67244"/>
                  <a:pt x="25488" y="65656"/>
                  <a:pt x="22589" y="63268"/>
                </a:cubicBezTo>
                <a:cubicBezTo>
                  <a:pt x="19749" y="60865"/>
                  <a:pt x="17579" y="57690"/>
                  <a:pt x="16152" y="53699"/>
                </a:cubicBezTo>
                <a:close/>
                <a:moveTo>
                  <a:pt x="54223" y="38858"/>
                </a:moveTo>
                <a:cubicBezTo>
                  <a:pt x="55636" y="31517"/>
                  <a:pt x="55184" y="25429"/>
                  <a:pt x="52971" y="20652"/>
                </a:cubicBezTo>
                <a:cubicBezTo>
                  <a:pt x="50742" y="15933"/>
                  <a:pt x="46999" y="13021"/>
                  <a:pt x="41698" y="12059"/>
                </a:cubicBezTo>
                <a:cubicBezTo>
                  <a:pt x="36353" y="11040"/>
                  <a:pt x="31809" y="12336"/>
                  <a:pt x="27993" y="15933"/>
                </a:cubicBezTo>
                <a:cubicBezTo>
                  <a:pt x="24177" y="19575"/>
                  <a:pt x="21570" y="25036"/>
                  <a:pt x="20201" y="32420"/>
                </a:cubicBezTo>
                <a:cubicBezTo>
                  <a:pt x="18774" y="39761"/>
                  <a:pt x="19225" y="45849"/>
                  <a:pt x="21453" y="50568"/>
                </a:cubicBezTo>
                <a:cubicBezTo>
                  <a:pt x="23667" y="55359"/>
                  <a:pt x="27483" y="58258"/>
                  <a:pt x="32770" y="59219"/>
                </a:cubicBezTo>
                <a:cubicBezTo>
                  <a:pt x="38057" y="60238"/>
                  <a:pt x="42615" y="58942"/>
                  <a:pt x="46431" y="55301"/>
                </a:cubicBezTo>
                <a:cubicBezTo>
                  <a:pt x="50233" y="51718"/>
                  <a:pt x="52854" y="46198"/>
                  <a:pt x="54223" y="38858"/>
                </a:cubicBezTo>
                <a:close/>
                <a:moveTo>
                  <a:pt x="54223" y="388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A7C08-15C7-48D6-BD58-FE5457F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11" y="2971963"/>
            <a:ext cx="66443" cy="85959"/>
          </a:xfrm>
          <a:custGeom xmlns:a="http://schemas.openxmlformats.org/drawingml/2006/main">
            <a:pathLst>
              <a:path w="66443" h="85959">
                <a:moveTo>
                  <a:pt x="16152" y="53699"/>
                </a:moveTo>
                <a:lnTo>
                  <a:pt x="10064" y="85959"/>
                </a:lnTo>
                <a:lnTo>
                  <a:pt x="0" y="84080"/>
                </a:lnTo>
                <a:lnTo>
                  <a:pt x="15861" y="0"/>
                </a:lnTo>
                <a:lnTo>
                  <a:pt x="25939" y="1879"/>
                </a:lnTo>
                <a:lnTo>
                  <a:pt x="24177" y="11142"/>
                </a:lnTo>
                <a:cubicBezTo>
                  <a:pt x="26959" y="7908"/>
                  <a:pt x="30148" y="5738"/>
                  <a:pt x="33673" y="4602"/>
                </a:cubicBezTo>
                <a:cubicBezTo>
                  <a:pt x="37197" y="3408"/>
                  <a:pt x="41246" y="3292"/>
                  <a:pt x="45674" y="4093"/>
                </a:cubicBezTo>
                <a:cubicBezTo>
                  <a:pt x="53073" y="5520"/>
                  <a:pt x="58534" y="9612"/>
                  <a:pt x="62059" y="16327"/>
                </a:cubicBezTo>
                <a:cubicBezTo>
                  <a:pt x="65583" y="23099"/>
                  <a:pt x="66443" y="31226"/>
                  <a:pt x="64622" y="40795"/>
                </a:cubicBezTo>
                <a:cubicBezTo>
                  <a:pt x="62802" y="50407"/>
                  <a:pt x="59044" y="57690"/>
                  <a:pt x="53306" y="62685"/>
                </a:cubicBezTo>
                <a:cubicBezTo>
                  <a:pt x="47553" y="67695"/>
                  <a:pt x="41013" y="69458"/>
                  <a:pt x="33615" y="68103"/>
                </a:cubicBezTo>
                <a:cubicBezTo>
                  <a:pt x="29129" y="67244"/>
                  <a:pt x="25488" y="65656"/>
                  <a:pt x="22575" y="63268"/>
                </a:cubicBezTo>
                <a:cubicBezTo>
                  <a:pt x="19735" y="60865"/>
                  <a:pt x="17579" y="57690"/>
                  <a:pt x="16152" y="53699"/>
                </a:cubicBezTo>
                <a:close/>
                <a:moveTo>
                  <a:pt x="54209" y="38858"/>
                </a:moveTo>
                <a:cubicBezTo>
                  <a:pt x="55636" y="31517"/>
                  <a:pt x="55184" y="25429"/>
                  <a:pt x="52956" y="20652"/>
                </a:cubicBezTo>
                <a:cubicBezTo>
                  <a:pt x="50742" y="15933"/>
                  <a:pt x="46926" y="13021"/>
                  <a:pt x="41640" y="12001"/>
                </a:cubicBezTo>
                <a:cubicBezTo>
                  <a:pt x="36353" y="11040"/>
                  <a:pt x="31794" y="12336"/>
                  <a:pt x="27978" y="15933"/>
                </a:cubicBezTo>
                <a:cubicBezTo>
                  <a:pt x="24177" y="19575"/>
                  <a:pt x="21555" y="25022"/>
                  <a:pt x="20186" y="32420"/>
                </a:cubicBezTo>
                <a:cubicBezTo>
                  <a:pt x="18774" y="39761"/>
                  <a:pt x="19225" y="45849"/>
                  <a:pt x="21439" y="50568"/>
                </a:cubicBezTo>
                <a:cubicBezTo>
                  <a:pt x="23667" y="55359"/>
                  <a:pt x="27410" y="58258"/>
                  <a:pt x="32770" y="59219"/>
                </a:cubicBezTo>
                <a:cubicBezTo>
                  <a:pt x="38057" y="60238"/>
                  <a:pt x="42601" y="58942"/>
                  <a:pt x="46417" y="55301"/>
                </a:cubicBezTo>
                <a:cubicBezTo>
                  <a:pt x="50233" y="51718"/>
                  <a:pt x="52840" y="46198"/>
                  <a:pt x="54209" y="38858"/>
                </a:cubicBezTo>
                <a:close/>
                <a:moveTo>
                  <a:pt x="54209" y="388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52B27-2EB2-4466-A007-960F141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40" y="2961666"/>
            <a:ext cx="25997" cy="86527"/>
          </a:xfrm>
          <a:custGeom xmlns:a="http://schemas.openxmlformats.org/drawingml/2006/main">
            <a:pathLst>
              <a:path w="25997" h="86527">
                <a:moveTo>
                  <a:pt x="16050" y="0"/>
                </a:moveTo>
                <a:lnTo>
                  <a:pt x="25997" y="1879"/>
                </a:lnTo>
                <a:lnTo>
                  <a:pt x="10020" y="86527"/>
                </a:lnTo>
                <a:lnTo>
                  <a:pt x="0" y="84648"/>
                </a:lnTo>
                <a:lnTo>
                  <a:pt x="16050" y="0"/>
                </a:lnTo>
                <a:close/>
                <a:moveTo>
                  <a:pt x="160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A8DA6-F9CE-480E-87E3-EE1BF7D7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79" y="2992892"/>
            <a:ext cx="60588" cy="67084"/>
          </a:xfrm>
          <a:custGeom xmlns:a="http://schemas.openxmlformats.org/drawingml/2006/main">
            <a:pathLst>
              <a:path w="60588" h="67084">
                <a:moveTo>
                  <a:pt x="58884" y="36134"/>
                </a:moveTo>
                <a:lnTo>
                  <a:pt x="57981" y="41028"/>
                </a:lnTo>
                <a:lnTo>
                  <a:pt x="11943" y="32377"/>
                </a:lnTo>
                <a:cubicBezTo>
                  <a:pt x="11098" y="39309"/>
                  <a:pt x="12176" y="44946"/>
                  <a:pt x="15191" y="49271"/>
                </a:cubicBezTo>
                <a:cubicBezTo>
                  <a:pt x="18205" y="53597"/>
                  <a:pt x="23041" y="56379"/>
                  <a:pt x="29697" y="57631"/>
                </a:cubicBezTo>
                <a:cubicBezTo>
                  <a:pt x="33513" y="58374"/>
                  <a:pt x="37329" y="58607"/>
                  <a:pt x="41130" y="58316"/>
                </a:cubicBezTo>
                <a:cubicBezTo>
                  <a:pt x="44887" y="58097"/>
                  <a:pt x="48762" y="57355"/>
                  <a:pt x="52679" y="56102"/>
                </a:cubicBezTo>
                <a:lnTo>
                  <a:pt x="50917" y="65598"/>
                </a:lnTo>
                <a:cubicBezTo>
                  <a:pt x="46999" y="66399"/>
                  <a:pt x="43125" y="66909"/>
                  <a:pt x="39207" y="66967"/>
                </a:cubicBezTo>
                <a:cubicBezTo>
                  <a:pt x="35275" y="67084"/>
                  <a:pt x="31343" y="66734"/>
                  <a:pt x="27483" y="65991"/>
                </a:cubicBezTo>
                <a:cubicBezTo>
                  <a:pt x="17754" y="64185"/>
                  <a:pt x="10588" y="59918"/>
                  <a:pt x="5971" y="53145"/>
                </a:cubicBezTo>
                <a:cubicBezTo>
                  <a:pt x="1369" y="46431"/>
                  <a:pt x="0" y="38232"/>
                  <a:pt x="1821" y="28561"/>
                </a:cubicBezTo>
                <a:cubicBezTo>
                  <a:pt x="3699" y="18613"/>
                  <a:pt x="7908" y="11215"/>
                  <a:pt x="14390" y="6379"/>
                </a:cubicBezTo>
                <a:cubicBezTo>
                  <a:pt x="20885" y="1544"/>
                  <a:pt x="28677" y="0"/>
                  <a:pt x="37838" y="1704"/>
                </a:cubicBezTo>
                <a:cubicBezTo>
                  <a:pt x="46023" y="3248"/>
                  <a:pt x="51995" y="7122"/>
                  <a:pt x="55752" y="13312"/>
                </a:cubicBezTo>
                <a:cubicBezTo>
                  <a:pt x="59568" y="19458"/>
                  <a:pt x="60588" y="27090"/>
                  <a:pt x="58884" y="36134"/>
                </a:cubicBezTo>
                <a:close/>
                <a:moveTo>
                  <a:pt x="49446" y="31299"/>
                </a:moveTo>
                <a:cubicBezTo>
                  <a:pt x="50407" y="25837"/>
                  <a:pt x="49665" y="21162"/>
                  <a:pt x="47276" y="17361"/>
                </a:cubicBezTo>
                <a:cubicBezTo>
                  <a:pt x="44946" y="13545"/>
                  <a:pt x="41246" y="11156"/>
                  <a:pt x="36353" y="10181"/>
                </a:cubicBezTo>
                <a:cubicBezTo>
                  <a:pt x="30775" y="9161"/>
                  <a:pt x="25997" y="9904"/>
                  <a:pt x="22021" y="12409"/>
                </a:cubicBezTo>
                <a:cubicBezTo>
                  <a:pt x="18089" y="14914"/>
                  <a:pt x="15307" y="19007"/>
                  <a:pt x="13720" y="24643"/>
                </a:cubicBezTo>
                <a:lnTo>
                  <a:pt x="49446" y="31299"/>
                </a:lnTo>
                <a:close/>
                <a:moveTo>
                  <a:pt x="49446" y="312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08EE4-FD5A-4A46-AC76-D516B93E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10" y="2983964"/>
            <a:ext cx="89600" cy="95295"/>
          </a:xfrm>
          <a:custGeom xmlns:a="http://schemas.openxmlformats.org/drawingml/2006/main">
            <a:pathLst>
              <a:path w="89600" h="95295">
                <a:moveTo>
                  <a:pt x="15293" y="0"/>
                </a:moveTo>
                <a:lnTo>
                  <a:pt x="31678" y="3131"/>
                </a:lnTo>
                <a:lnTo>
                  <a:pt x="41975" y="62292"/>
                </a:lnTo>
                <a:lnTo>
                  <a:pt x="73273" y="10982"/>
                </a:lnTo>
                <a:lnTo>
                  <a:pt x="89600" y="14055"/>
                </a:lnTo>
                <a:lnTo>
                  <a:pt x="74293" y="95295"/>
                </a:lnTo>
                <a:lnTo>
                  <a:pt x="63544" y="93241"/>
                </a:lnTo>
                <a:lnTo>
                  <a:pt x="77031" y="21963"/>
                </a:lnTo>
                <a:lnTo>
                  <a:pt x="45557" y="73681"/>
                </a:lnTo>
                <a:lnTo>
                  <a:pt x="34532" y="71569"/>
                </a:lnTo>
                <a:lnTo>
                  <a:pt x="24119" y="11943"/>
                </a:lnTo>
                <a:lnTo>
                  <a:pt x="10632" y="83235"/>
                </a:lnTo>
                <a:lnTo>
                  <a:pt x="0" y="81240"/>
                </a:lnTo>
                <a:lnTo>
                  <a:pt x="15293" y="0"/>
                </a:lnTo>
                <a:close/>
                <a:moveTo>
                  <a:pt x="152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C627A-667F-4F19-BD78-42154D3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30" y="3024016"/>
            <a:ext cx="60588" cy="67069"/>
          </a:xfrm>
          <a:custGeom xmlns:a="http://schemas.openxmlformats.org/drawingml/2006/main">
            <a:pathLst>
              <a:path w="60588" h="67069">
                <a:moveTo>
                  <a:pt x="58884" y="36120"/>
                </a:moveTo>
                <a:lnTo>
                  <a:pt x="57966" y="41013"/>
                </a:lnTo>
                <a:lnTo>
                  <a:pt x="11943" y="32318"/>
                </a:lnTo>
                <a:cubicBezTo>
                  <a:pt x="11040" y="39309"/>
                  <a:pt x="12176" y="44946"/>
                  <a:pt x="15191" y="49271"/>
                </a:cubicBezTo>
                <a:cubicBezTo>
                  <a:pt x="18205" y="53597"/>
                  <a:pt x="23041" y="56379"/>
                  <a:pt x="29697" y="57631"/>
                </a:cubicBezTo>
                <a:cubicBezTo>
                  <a:pt x="33513" y="58374"/>
                  <a:pt x="37314" y="58593"/>
                  <a:pt x="41130" y="58316"/>
                </a:cubicBezTo>
                <a:cubicBezTo>
                  <a:pt x="44887" y="58083"/>
                  <a:pt x="48747" y="57340"/>
                  <a:pt x="52679" y="56102"/>
                </a:cubicBezTo>
                <a:lnTo>
                  <a:pt x="50917" y="65598"/>
                </a:lnTo>
                <a:cubicBezTo>
                  <a:pt x="46985" y="66399"/>
                  <a:pt x="43125" y="66909"/>
                  <a:pt x="39193" y="66967"/>
                </a:cubicBezTo>
                <a:cubicBezTo>
                  <a:pt x="35275" y="67069"/>
                  <a:pt x="31343" y="66734"/>
                  <a:pt x="27483" y="65991"/>
                </a:cubicBezTo>
                <a:cubicBezTo>
                  <a:pt x="17754" y="64171"/>
                  <a:pt x="10574" y="59903"/>
                  <a:pt x="5971" y="53131"/>
                </a:cubicBezTo>
                <a:cubicBezTo>
                  <a:pt x="1369" y="46417"/>
                  <a:pt x="0" y="38232"/>
                  <a:pt x="1821" y="28561"/>
                </a:cubicBezTo>
                <a:cubicBezTo>
                  <a:pt x="3699" y="18599"/>
                  <a:pt x="7908" y="11215"/>
                  <a:pt x="14390" y="6365"/>
                </a:cubicBezTo>
                <a:cubicBezTo>
                  <a:pt x="20871" y="1529"/>
                  <a:pt x="28677" y="0"/>
                  <a:pt x="37824" y="1704"/>
                </a:cubicBezTo>
                <a:cubicBezTo>
                  <a:pt x="46023" y="3248"/>
                  <a:pt x="51995" y="7107"/>
                  <a:pt x="55752" y="13312"/>
                </a:cubicBezTo>
                <a:cubicBezTo>
                  <a:pt x="59568" y="19458"/>
                  <a:pt x="60588" y="27075"/>
                  <a:pt x="58884" y="36120"/>
                </a:cubicBezTo>
                <a:close/>
                <a:moveTo>
                  <a:pt x="49432" y="31284"/>
                </a:moveTo>
                <a:cubicBezTo>
                  <a:pt x="50407" y="25823"/>
                  <a:pt x="49665" y="21162"/>
                  <a:pt x="47276" y="17346"/>
                </a:cubicBezTo>
                <a:cubicBezTo>
                  <a:pt x="44946" y="13545"/>
                  <a:pt x="41246" y="11156"/>
                  <a:pt x="36353" y="10181"/>
                </a:cubicBezTo>
                <a:cubicBezTo>
                  <a:pt x="30775" y="9161"/>
                  <a:pt x="25997" y="9904"/>
                  <a:pt x="22007" y="12409"/>
                </a:cubicBezTo>
                <a:cubicBezTo>
                  <a:pt x="18089" y="14899"/>
                  <a:pt x="15307" y="19007"/>
                  <a:pt x="13705" y="24628"/>
                </a:cubicBezTo>
                <a:lnTo>
                  <a:pt x="49432" y="31284"/>
                </a:lnTo>
                <a:close/>
                <a:moveTo>
                  <a:pt x="49432" y="31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3BCB8-4B7D-4BBA-AA08-A887AD98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01" y="3019181"/>
            <a:ext cx="66501" cy="86527"/>
          </a:xfrm>
          <a:custGeom xmlns:a="http://schemas.openxmlformats.org/drawingml/2006/main">
            <a:pathLst>
              <a:path w="66501" h="86527">
                <a:moveTo>
                  <a:pt x="50233" y="32945"/>
                </a:moveTo>
                <a:lnTo>
                  <a:pt x="56495" y="0"/>
                </a:lnTo>
                <a:lnTo>
                  <a:pt x="66501" y="1879"/>
                </a:lnTo>
                <a:lnTo>
                  <a:pt x="50451" y="86527"/>
                </a:lnTo>
                <a:lnTo>
                  <a:pt x="40445" y="84648"/>
                </a:lnTo>
                <a:lnTo>
                  <a:pt x="42208" y="75502"/>
                </a:lnTo>
                <a:cubicBezTo>
                  <a:pt x="39426" y="78735"/>
                  <a:pt x="36236" y="80905"/>
                  <a:pt x="32712" y="82041"/>
                </a:cubicBezTo>
                <a:cubicBezTo>
                  <a:pt x="29187" y="83235"/>
                  <a:pt x="25138" y="83352"/>
                  <a:pt x="20652" y="82551"/>
                </a:cubicBezTo>
                <a:cubicBezTo>
                  <a:pt x="13312" y="81124"/>
                  <a:pt x="7850" y="77089"/>
                  <a:pt x="4311" y="70317"/>
                </a:cubicBezTo>
                <a:cubicBezTo>
                  <a:pt x="845" y="63544"/>
                  <a:pt x="0" y="55418"/>
                  <a:pt x="1762" y="45790"/>
                </a:cubicBezTo>
                <a:cubicBezTo>
                  <a:pt x="3583" y="36236"/>
                  <a:pt x="7340" y="28954"/>
                  <a:pt x="13079" y="23944"/>
                </a:cubicBezTo>
                <a:cubicBezTo>
                  <a:pt x="18832" y="18948"/>
                  <a:pt x="25371" y="17186"/>
                  <a:pt x="32712" y="18540"/>
                </a:cubicBezTo>
                <a:cubicBezTo>
                  <a:pt x="37256" y="19400"/>
                  <a:pt x="40897" y="20987"/>
                  <a:pt x="43795" y="23376"/>
                </a:cubicBezTo>
                <a:cubicBezTo>
                  <a:pt x="46650" y="25764"/>
                  <a:pt x="48805" y="28954"/>
                  <a:pt x="50233" y="32945"/>
                </a:cubicBezTo>
                <a:close/>
                <a:moveTo>
                  <a:pt x="12118" y="47786"/>
                </a:moveTo>
                <a:cubicBezTo>
                  <a:pt x="10749" y="55126"/>
                  <a:pt x="11142" y="61214"/>
                  <a:pt x="13370" y="65933"/>
                </a:cubicBezTo>
                <a:cubicBezTo>
                  <a:pt x="15642" y="70710"/>
                  <a:pt x="19400" y="73623"/>
                  <a:pt x="24687" y="74584"/>
                </a:cubicBezTo>
                <a:cubicBezTo>
                  <a:pt x="29974" y="75604"/>
                  <a:pt x="34532" y="74308"/>
                  <a:pt x="38333" y="70666"/>
                </a:cubicBezTo>
                <a:cubicBezTo>
                  <a:pt x="42208" y="67069"/>
                  <a:pt x="44829" y="61549"/>
                  <a:pt x="46198" y="54223"/>
                </a:cubicBezTo>
                <a:cubicBezTo>
                  <a:pt x="47611" y="46883"/>
                  <a:pt x="47160" y="40795"/>
                  <a:pt x="44946" y="36018"/>
                </a:cubicBezTo>
                <a:cubicBezTo>
                  <a:pt x="42659" y="31284"/>
                  <a:pt x="38916" y="28386"/>
                  <a:pt x="33615" y="27366"/>
                </a:cubicBezTo>
                <a:cubicBezTo>
                  <a:pt x="28328" y="26391"/>
                  <a:pt x="23769" y="27701"/>
                  <a:pt x="19968" y="31284"/>
                </a:cubicBezTo>
                <a:cubicBezTo>
                  <a:pt x="16094" y="34925"/>
                  <a:pt x="13530" y="40387"/>
                  <a:pt x="12118" y="47786"/>
                </a:cubicBezTo>
                <a:close/>
                <a:moveTo>
                  <a:pt x="12118" y="477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20A08-EA71-4158-9032-AA3A2C65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04" y="3024977"/>
            <a:ext cx="26012" cy="86542"/>
          </a:xfrm>
          <a:custGeom xmlns:a="http://schemas.openxmlformats.org/drawingml/2006/main">
            <a:pathLst>
              <a:path w="26012" h="86542">
                <a:moveTo>
                  <a:pt x="11506" y="23725"/>
                </a:moveTo>
                <a:lnTo>
                  <a:pt x="21512" y="25604"/>
                </a:lnTo>
                <a:lnTo>
                  <a:pt x="10020" y="86542"/>
                </a:lnTo>
                <a:lnTo>
                  <a:pt x="0" y="84605"/>
                </a:lnTo>
                <a:lnTo>
                  <a:pt x="11506" y="23725"/>
                </a:lnTo>
                <a:close/>
                <a:moveTo>
                  <a:pt x="15992" y="0"/>
                </a:moveTo>
                <a:lnTo>
                  <a:pt x="26012" y="1879"/>
                </a:lnTo>
                <a:lnTo>
                  <a:pt x="23623" y="14564"/>
                </a:lnTo>
                <a:lnTo>
                  <a:pt x="13603" y="12686"/>
                </a:lnTo>
                <a:lnTo>
                  <a:pt x="15992" y="0"/>
                </a:lnTo>
                <a:close/>
                <a:moveTo>
                  <a:pt x="1599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07BE4-61F1-4605-B422-EDEBB9C1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6" y="3056218"/>
            <a:ext cx="57573" cy="68205"/>
          </a:xfrm>
          <a:custGeom xmlns:a="http://schemas.openxmlformats.org/drawingml/2006/main">
            <a:pathLst>
              <a:path w="57573" h="68205">
                <a:moveTo>
                  <a:pt x="35042" y="33848"/>
                </a:moveTo>
                <a:cubicBezTo>
                  <a:pt x="26973" y="32318"/>
                  <a:pt x="21162" y="32202"/>
                  <a:pt x="17696" y="33454"/>
                </a:cubicBezTo>
                <a:cubicBezTo>
                  <a:pt x="14229" y="34707"/>
                  <a:pt x="12118" y="37547"/>
                  <a:pt x="11273" y="42047"/>
                </a:cubicBezTo>
                <a:cubicBezTo>
                  <a:pt x="10588" y="45572"/>
                  <a:pt x="11215" y="48587"/>
                  <a:pt x="13137" y="51150"/>
                </a:cubicBezTo>
                <a:cubicBezTo>
                  <a:pt x="15132" y="53641"/>
                  <a:pt x="18089" y="55301"/>
                  <a:pt x="22138" y="56044"/>
                </a:cubicBezTo>
                <a:cubicBezTo>
                  <a:pt x="27643" y="57122"/>
                  <a:pt x="32493" y="55986"/>
                  <a:pt x="36586" y="52679"/>
                </a:cubicBezTo>
                <a:cubicBezTo>
                  <a:pt x="40678" y="49388"/>
                  <a:pt x="43358" y="44494"/>
                  <a:pt x="44611" y="37940"/>
                </a:cubicBezTo>
                <a:lnTo>
                  <a:pt x="45004" y="35726"/>
                </a:lnTo>
                <a:lnTo>
                  <a:pt x="35042" y="33848"/>
                </a:lnTo>
                <a:close/>
                <a:moveTo>
                  <a:pt x="55811" y="33454"/>
                </a:moveTo>
                <a:lnTo>
                  <a:pt x="49213" y="68205"/>
                </a:lnTo>
                <a:lnTo>
                  <a:pt x="39193" y="66341"/>
                </a:lnTo>
                <a:lnTo>
                  <a:pt x="40970" y="57122"/>
                </a:lnTo>
                <a:cubicBezTo>
                  <a:pt x="37998" y="60355"/>
                  <a:pt x="34649" y="62525"/>
                  <a:pt x="30891" y="63661"/>
                </a:cubicBezTo>
                <a:cubicBezTo>
                  <a:pt x="27133" y="64797"/>
                  <a:pt x="22808" y="64855"/>
                  <a:pt x="17871" y="63952"/>
                </a:cubicBezTo>
                <a:cubicBezTo>
                  <a:pt x="11666" y="62758"/>
                  <a:pt x="7005" y="60078"/>
                  <a:pt x="3991" y="55869"/>
                </a:cubicBezTo>
                <a:cubicBezTo>
                  <a:pt x="961" y="51660"/>
                  <a:pt x="0" y="46650"/>
                  <a:pt x="1136" y="40795"/>
                </a:cubicBezTo>
                <a:cubicBezTo>
                  <a:pt x="2389" y="33906"/>
                  <a:pt x="5695" y="29187"/>
                  <a:pt x="10923" y="26565"/>
                </a:cubicBezTo>
                <a:cubicBezTo>
                  <a:pt x="16152" y="23944"/>
                  <a:pt x="23332" y="23492"/>
                  <a:pt x="32435" y="25255"/>
                </a:cubicBezTo>
                <a:lnTo>
                  <a:pt x="46475" y="27876"/>
                </a:lnTo>
                <a:lnTo>
                  <a:pt x="46708" y="26915"/>
                </a:lnTo>
                <a:cubicBezTo>
                  <a:pt x="47567" y="22298"/>
                  <a:pt x="46708" y="18439"/>
                  <a:pt x="44145" y="15365"/>
                </a:cubicBezTo>
                <a:cubicBezTo>
                  <a:pt x="41596" y="12292"/>
                  <a:pt x="37605" y="10181"/>
                  <a:pt x="32085" y="9161"/>
                </a:cubicBezTo>
                <a:cubicBezTo>
                  <a:pt x="28619" y="8535"/>
                  <a:pt x="25153" y="8302"/>
                  <a:pt x="21672" y="8476"/>
                </a:cubicBezTo>
                <a:cubicBezTo>
                  <a:pt x="18264" y="8710"/>
                  <a:pt x="14856" y="9379"/>
                  <a:pt x="11491" y="10472"/>
                </a:cubicBezTo>
                <a:lnTo>
                  <a:pt x="13254" y="1194"/>
                </a:lnTo>
                <a:cubicBezTo>
                  <a:pt x="17186" y="451"/>
                  <a:pt x="20885" y="117"/>
                  <a:pt x="24468" y="58"/>
                </a:cubicBezTo>
                <a:cubicBezTo>
                  <a:pt x="28051" y="0"/>
                  <a:pt x="31459" y="277"/>
                  <a:pt x="34765" y="903"/>
                </a:cubicBezTo>
                <a:cubicBezTo>
                  <a:pt x="43577" y="2563"/>
                  <a:pt x="49723" y="6088"/>
                  <a:pt x="53189" y="11491"/>
                </a:cubicBezTo>
                <a:cubicBezTo>
                  <a:pt x="56670" y="16836"/>
                  <a:pt x="57573" y="24177"/>
                  <a:pt x="55811" y="33454"/>
                </a:cubicBezTo>
                <a:close/>
                <a:moveTo>
                  <a:pt x="55811" y="334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C18CA-E3FE-442B-8D11-D66FF37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00" y="3114810"/>
            <a:ext cx="14098" cy="15992"/>
          </a:xfrm>
          <a:custGeom xmlns:a="http://schemas.openxmlformats.org/drawingml/2006/main">
            <a:pathLst>
              <a:path w="14098" h="15992">
                <a:moveTo>
                  <a:pt x="2607" y="0"/>
                </a:moveTo>
                <a:lnTo>
                  <a:pt x="14098" y="2170"/>
                </a:lnTo>
                <a:lnTo>
                  <a:pt x="11491" y="15992"/>
                </a:lnTo>
                <a:lnTo>
                  <a:pt x="0" y="13836"/>
                </a:lnTo>
                <a:lnTo>
                  <a:pt x="2607" y="0"/>
                </a:lnTo>
                <a:close/>
                <a:moveTo>
                  <a:pt x="260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3296B-D6AB-44AA-AA8E-B0AD57D3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96" y="3057864"/>
            <a:ext cx="74424" cy="89440"/>
          </a:xfrm>
          <a:custGeom xmlns:a="http://schemas.openxmlformats.org/drawingml/2006/main">
            <a:pathLst>
              <a:path w="74424" h="89440">
                <a:moveTo>
                  <a:pt x="50524" y="12001"/>
                </a:moveTo>
                <a:lnTo>
                  <a:pt x="27935" y="49606"/>
                </a:lnTo>
                <a:lnTo>
                  <a:pt x="57806" y="55243"/>
                </a:lnTo>
                <a:lnTo>
                  <a:pt x="50524" y="12001"/>
                </a:lnTo>
                <a:close/>
                <a:moveTo>
                  <a:pt x="46315" y="0"/>
                </a:moveTo>
                <a:lnTo>
                  <a:pt x="58840" y="2330"/>
                </a:lnTo>
                <a:lnTo>
                  <a:pt x="74424" y="89440"/>
                </a:lnTo>
                <a:lnTo>
                  <a:pt x="62991" y="87270"/>
                </a:lnTo>
                <a:lnTo>
                  <a:pt x="59510" y="65030"/>
                </a:lnTo>
                <a:lnTo>
                  <a:pt x="22939" y="58083"/>
                </a:lnTo>
                <a:lnTo>
                  <a:pt x="11608" y="77541"/>
                </a:lnTo>
                <a:lnTo>
                  <a:pt x="0" y="75385"/>
                </a:lnTo>
                <a:lnTo>
                  <a:pt x="46315" y="0"/>
                </a:lnTo>
                <a:close/>
                <a:moveTo>
                  <a:pt x="463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2B676-1309-49E8-92E4-D4B9887A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97" y="3069865"/>
            <a:ext cx="66108" cy="87386"/>
          </a:xfrm>
          <a:custGeom xmlns:a="http://schemas.openxmlformats.org/drawingml/2006/main">
            <a:pathLst>
              <a:path w="66108" h="87386">
                <a:moveTo>
                  <a:pt x="66108" y="10297"/>
                </a:moveTo>
                <a:lnTo>
                  <a:pt x="64054" y="21060"/>
                </a:lnTo>
                <a:cubicBezTo>
                  <a:pt x="60238" y="18264"/>
                  <a:pt x="56597" y="15992"/>
                  <a:pt x="53073" y="14346"/>
                </a:cubicBezTo>
                <a:cubicBezTo>
                  <a:pt x="49606" y="12642"/>
                  <a:pt x="46082" y="11491"/>
                  <a:pt x="42659" y="10821"/>
                </a:cubicBezTo>
                <a:cubicBezTo>
                  <a:pt x="36688" y="9729"/>
                  <a:pt x="31852" y="10020"/>
                  <a:pt x="28153" y="11724"/>
                </a:cubicBezTo>
                <a:cubicBezTo>
                  <a:pt x="24454" y="13428"/>
                  <a:pt x="22240" y="16385"/>
                  <a:pt x="21439" y="20711"/>
                </a:cubicBezTo>
                <a:cubicBezTo>
                  <a:pt x="20754" y="24293"/>
                  <a:pt x="21322" y="27206"/>
                  <a:pt x="23085" y="29420"/>
                </a:cubicBezTo>
                <a:cubicBezTo>
                  <a:pt x="24920" y="31692"/>
                  <a:pt x="28721" y="33920"/>
                  <a:pt x="34532" y="36193"/>
                </a:cubicBezTo>
                <a:lnTo>
                  <a:pt x="40897" y="38800"/>
                </a:lnTo>
                <a:cubicBezTo>
                  <a:pt x="48805" y="41931"/>
                  <a:pt x="54325" y="45805"/>
                  <a:pt x="57515" y="50466"/>
                </a:cubicBezTo>
                <a:cubicBezTo>
                  <a:pt x="60646" y="55141"/>
                  <a:pt x="61607" y="60763"/>
                  <a:pt x="60355" y="67360"/>
                </a:cubicBezTo>
                <a:cubicBezTo>
                  <a:pt x="58884" y="75269"/>
                  <a:pt x="55126" y="80730"/>
                  <a:pt x="49038" y="83804"/>
                </a:cubicBezTo>
                <a:cubicBezTo>
                  <a:pt x="43009" y="86818"/>
                  <a:pt x="34925" y="87386"/>
                  <a:pt x="24745" y="85522"/>
                </a:cubicBezTo>
                <a:cubicBezTo>
                  <a:pt x="20871" y="84779"/>
                  <a:pt x="16895" y="83585"/>
                  <a:pt x="12686" y="81881"/>
                </a:cubicBezTo>
                <a:cubicBezTo>
                  <a:pt x="8520" y="80162"/>
                  <a:pt x="4311" y="78065"/>
                  <a:pt x="0" y="75444"/>
                </a:cubicBezTo>
                <a:lnTo>
                  <a:pt x="2097" y="64127"/>
                </a:lnTo>
                <a:cubicBezTo>
                  <a:pt x="6088" y="67477"/>
                  <a:pt x="10122" y="70215"/>
                  <a:pt x="14157" y="72254"/>
                </a:cubicBezTo>
                <a:cubicBezTo>
                  <a:pt x="18205" y="74366"/>
                  <a:pt x="22298" y="75793"/>
                  <a:pt x="26391" y="76580"/>
                </a:cubicBezTo>
                <a:cubicBezTo>
                  <a:pt x="32712" y="77716"/>
                  <a:pt x="37765" y="77439"/>
                  <a:pt x="41640" y="75618"/>
                </a:cubicBezTo>
                <a:cubicBezTo>
                  <a:pt x="45514" y="73798"/>
                  <a:pt x="47902" y="70608"/>
                  <a:pt x="48747" y="66006"/>
                </a:cubicBezTo>
                <a:cubicBezTo>
                  <a:pt x="49490" y="62015"/>
                  <a:pt x="48864" y="58724"/>
                  <a:pt x="46810" y="55986"/>
                </a:cubicBezTo>
                <a:cubicBezTo>
                  <a:pt x="44829" y="53262"/>
                  <a:pt x="41130" y="50815"/>
                  <a:pt x="35726" y="48645"/>
                </a:cubicBezTo>
                <a:lnTo>
                  <a:pt x="29289" y="46082"/>
                </a:lnTo>
                <a:cubicBezTo>
                  <a:pt x="21381" y="42907"/>
                  <a:pt x="15977" y="39207"/>
                  <a:pt x="12962" y="35056"/>
                </a:cubicBezTo>
                <a:cubicBezTo>
                  <a:pt x="9947" y="30906"/>
                  <a:pt x="9044" y="25662"/>
                  <a:pt x="10239" y="19458"/>
                </a:cubicBezTo>
                <a:cubicBezTo>
                  <a:pt x="11593" y="12292"/>
                  <a:pt x="15191" y="7122"/>
                  <a:pt x="20987" y="3932"/>
                </a:cubicBezTo>
                <a:cubicBezTo>
                  <a:pt x="26842" y="743"/>
                  <a:pt x="34183" y="0"/>
                  <a:pt x="43067" y="1719"/>
                </a:cubicBezTo>
                <a:cubicBezTo>
                  <a:pt x="46926" y="2389"/>
                  <a:pt x="50742" y="3481"/>
                  <a:pt x="54558" y="4952"/>
                </a:cubicBezTo>
                <a:cubicBezTo>
                  <a:pt x="58360" y="6379"/>
                  <a:pt x="62234" y="8141"/>
                  <a:pt x="66108" y="10297"/>
                </a:cubicBezTo>
                <a:close/>
                <a:moveTo>
                  <a:pt x="66108" y="10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DFDA3-7BCE-4E31-B446-3AEAE5CF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71" y="3081647"/>
            <a:ext cx="52286" cy="90794"/>
          </a:xfrm>
          <a:custGeom xmlns:a="http://schemas.openxmlformats.org/drawingml/2006/main">
            <a:pathLst>
              <a:path w="52286" h="90794">
                <a:moveTo>
                  <a:pt x="15351" y="0"/>
                </a:moveTo>
                <a:lnTo>
                  <a:pt x="26332" y="2112"/>
                </a:lnTo>
                <a:lnTo>
                  <a:pt x="12744" y="74074"/>
                </a:lnTo>
                <a:lnTo>
                  <a:pt x="52286" y="81531"/>
                </a:lnTo>
                <a:lnTo>
                  <a:pt x="50524" y="90794"/>
                </a:lnTo>
                <a:lnTo>
                  <a:pt x="0" y="81240"/>
                </a:lnTo>
                <a:lnTo>
                  <a:pt x="15351" y="0"/>
                </a:lnTo>
                <a:close/>
                <a:moveTo>
                  <a:pt x="153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54180-96C8-454D-960D-C363C828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71" y="3097857"/>
            <a:ext cx="74409" cy="89382"/>
          </a:xfrm>
          <a:custGeom xmlns:a="http://schemas.openxmlformats.org/drawingml/2006/main">
            <a:pathLst>
              <a:path w="74409" h="89382">
                <a:moveTo>
                  <a:pt x="50524" y="11957"/>
                </a:moveTo>
                <a:lnTo>
                  <a:pt x="27935" y="49563"/>
                </a:lnTo>
                <a:lnTo>
                  <a:pt x="57806" y="55243"/>
                </a:lnTo>
                <a:lnTo>
                  <a:pt x="50524" y="11957"/>
                </a:lnTo>
                <a:close/>
                <a:moveTo>
                  <a:pt x="46373" y="0"/>
                </a:moveTo>
                <a:lnTo>
                  <a:pt x="58826" y="2330"/>
                </a:lnTo>
                <a:lnTo>
                  <a:pt x="74409" y="89382"/>
                </a:lnTo>
                <a:lnTo>
                  <a:pt x="62976" y="87226"/>
                </a:lnTo>
                <a:lnTo>
                  <a:pt x="59510" y="65030"/>
                </a:lnTo>
                <a:lnTo>
                  <a:pt x="22924" y="58097"/>
                </a:lnTo>
                <a:lnTo>
                  <a:pt x="11608" y="77541"/>
                </a:lnTo>
                <a:lnTo>
                  <a:pt x="0" y="75327"/>
                </a:lnTo>
                <a:lnTo>
                  <a:pt x="46373" y="0"/>
                </a:lnTo>
                <a:close/>
                <a:moveTo>
                  <a:pt x="4637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30BB4-4CE9-4EEE-A2B1-17AF41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20" y="3128414"/>
            <a:ext cx="47334" cy="62802"/>
          </a:xfrm>
          <a:custGeom xmlns:a="http://schemas.openxmlformats.org/drawingml/2006/main">
            <a:pathLst>
              <a:path w="47334" h="62802">
                <a:moveTo>
                  <a:pt x="45397" y="16094"/>
                </a:moveTo>
                <a:cubicBezTo>
                  <a:pt x="44436" y="15249"/>
                  <a:pt x="43300" y="14506"/>
                  <a:pt x="42047" y="13996"/>
                </a:cubicBezTo>
                <a:cubicBezTo>
                  <a:pt x="40737" y="13428"/>
                  <a:pt x="39309" y="12977"/>
                  <a:pt x="37722" y="12686"/>
                </a:cubicBezTo>
                <a:cubicBezTo>
                  <a:pt x="32085" y="11608"/>
                  <a:pt x="27366" y="12627"/>
                  <a:pt x="23667" y="15759"/>
                </a:cubicBezTo>
                <a:cubicBezTo>
                  <a:pt x="19910" y="18832"/>
                  <a:pt x="17404" y="23842"/>
                  <a:pt x="16108" y="30716"/>
                </a:cubicBezTo>
                <a:lnTo>
                  <a:pt x="10079" y="62802"/>
                </a:lnTo>
                <a:lnTo>
                  <a:pt x="0" y="60937"/>
                </a:lnTo>
                <a:lnTo>
                  <a:pt x="11491" y="0"/>
                </a:lnTo>
                <a:lnTo>
                  <a:pt x="21570" y="1937"/>
                </a:lnTo>
                <a:lnTo>
                  <a:pt x="19808" y="11375"/>
                </a:lnTo>
                <a:cubicBezTo>
                  <a:pt x="22589" y="8083"/>
                  <a:pt x="25837" y="5855"/>
                  <a:pt x="29537" y="4719"/>
                </a:cubicBezTo>
                <a:cubicBezTo>
                  <a:pt x="33280" y="3525"/>
                  <a:pt x="37547" y="3408"/>
                  <a:pt x="42382" y="4326"/>
                </a:cubicBezTo>
                <a:cubicBezTo>
                  <a:pt x="43067" y="4442"/>
                  <a:pt x="43810" y="4661"/>
                  <a:pt x="44611" y="4894"/>
                </a:cubicBezTo>
                <a:cubicBezTo>
                  <a:pt x="45455" y="5127"/>
                  <a:pt x="46315" y="5462"/>
                  <a:pt x="47334" y="5797"/>
                </a:cubicBezTo>
                <a:lnTo>
                  <a:pt x="45397" y="16094"/>
                </a:lnTo>
                <a:close/>
                <a:moveTo>
                  <a:pt x="45397" y="160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20F1A-F99E-4A19-8EAC-922F031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62" y="3138376"/>
            <a:ext cx="55359" cy="66559"/>
          </a:xfrm>
          <a:custGeom xmlns:a="http://schemas.openxmlformats.org/drawingml/2006/main">
            <a:pathLst>
              <a:path w="55359" h="66559">
                <a:moveTo>
                  <a:pt x="55359" y="8928"/>
                </a:moveTo>
                <a:lnTo>
                  <a:pt x="53597" y="18249"/>
                </a:lnTo>
                <a:cubicBezTo>
                  <a:pt x="51034" y="16210"/>
                  <a:pt x="48412" y="14506"/>
                  <a:pt x="45747" y="13137"/>
                </a:cubicBezTo>
                <a:cubicBezTo>
                  <a:pt x="43009" y="11826"/>
                  <a:pt x="40227" y="10923"/>
                  <a:pt x="37314" y="10341"/>
                </a:cubicBezTo>
                <a:cubicBezTo>
                  <a:pt x="30833" y="9146"/>
                  <a:pt x="25371" y="10239"/>
                  <a:pt x="21046" y="13705"/>
                </a:cubicBezTo>
                <a:cubicBezTo>
                  <a:pt x="16662" y="17113"/>
                  <a:pt x="13763" y="22517"/>
                  <a:pt x="12351" y="29974"/>
                </a:cubicBezTo>
                <a:cubicBezTo>
                  <a:pt x="10982" y="37430"/>
                  <a:pt x="11666" y="43518"/>
                  <a:pt x="14448" y="48354"/>
                </a:cubicBezTo>
                <a:cubicBezTo>
                  <a:pt x="17288" y="53131"/>
                  <a:pt x="21963" y="56146"/>
                  <a:pt x="28444" y="57340"/>
                </a:cubicBezTo>
                <a:cubicBezTo>
                  <a:pt x="31343" y="57908"/>
                  <a:pt x="34299" y="58083"/>
                  <a:pt x="37270" y="57792"/>
                </a:cubicBezTo>
                <a:cubicBezTo>
                  <a:pt x="40285" y="57573"/>
                  <a:pt x="43344" y="56947"/>
                  <a:pt x="46475" y="55913"/>
                </a:cubicBezTo>
                <a:lnTo>
                  <a:pt x="44713" y="65190"/>
                </a:lnTo>
                <a:cubicBezTo>
                  <a:pt x="41640" y="65933"/>
                  <a:pt x="38567" y="66384"/>
                  <a:pt x="35493" y="66443"/>
                </a:cubicBezTo>
                <a:cubicBezTo>
                  <a:pt x="32377" y="66559"/>
                  <a:pt x="29129" y="66268"/>
                  <a:pt x="25764" y="65642"/>
                </a:cubicBezTo>
                <a:cubicBezTo>
                  <a:pt x="16560" y="63879"/>
                  <a:pt x="9846" y="59670"/>
                  <a:pt x="5520" y="52840"/>
                </a:cubicBezTo>
                <a:cubicBezTo>
                  <a:pt x="1194" y="46082"/>
                  <a:pt x="0" y="37765"/>
                  <a:pt x="1821" y="27978"/>
                </a:cubicBezTo>
                <a:cubicBezTo>
                  <a:pt x="3699" y="18089"/>
                  <a:pt x="7908" y="10749"/>
                  <a:pt x="14448" y="6088"/>
                </a:cubicBezTo>
                <a:cubicBezTo>
                  <a:pt x="20987" y="1413"/>
                  <a:pt x="29012" y="0"/>
                  <a:pt x="38508" y="1821"/>
                </a:cubicBezTo>
                <a:cubicBezTo>
                  <a:pt x="41581" y="2389"/>
                  <a:pt x="44552" y="3292"/>
                  <a:pt x="47334" y="4486"/>
                </a:cubicBezTo>
                <a:cubicBezTo>
                  <a:pt x="50174" y="5622"/>
                  <a:pt x="52796" y="7107"/>
                  <a:pt x="55359" y="8928"/>
                </a:cubicBezTo>
                <a:close/>
                <a:moveTo>
                  <a:pt x="55359" y="89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E3F75-055C-4080-A05D-60E0B885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440" y="3149911"/>
            <a:ext cx="57573" cy="68278"/>
          </a:xfrm>
          <a:custGeom xmlns:a="http://schemas.openxmlformats.org/drawingml/2006/main">
            <a:pathLst>
              <a:path w="57573" h="68278">
                <a:moveTo>
                  <a:pt x="35042" y="33862"/>
                </a:moveTo>
                <a:cubicBezTo>
                  <a:pt x="26959" y="32318"/>
                  <a:pt x="21220" y="32202"/>
                  <a:pt x="17754" y="33454"/>
                </a:cubicBezTo>
                <a:cubicBezTo>
                  <a:pt x="14273" y="34707"/>
                  <a:pt x="12118" y="37562"/>
                  <a:pt x="11258" y="42047"/>
                </a:cubicBezTo>
                <a:cubicBezTo>
                  <a:pt x="10588" y="45572"/>
                  <a:pt x="11200" y="48645"/>
                  <a:pt x="13195" y="51150"/>
                </a:cubicBezTo>
                <a:cubicBezTo>
                  <a:pt x="15132" y="53713"/>
                  <a:pt x="18089" y="55301"/>
                  <a:pt x="22123" y="56102"/>
                </a:cubicBezTo>
                <a:cubicBezTo>
                  <a:pt x="27701" y="57122"/>
                  <a:pt x="32537" y="56044"/>
                  <a:pt x="36644" y="52752"/>
                </a:cubicBezTo>
                <a:cubicBezTo>
                  <a:pt x="40737" y="49446"/>
                  <a:pt x="43358" y="44494"/>
                  <a:pt x="44596" y="38013"/>
                </a:cubicBezTo>
                <a:lnTo>
                  <a:pt x="45004" y="35741"/>
                </a:lnTo>
                <a:lnTo>
                  <a:pt x="35042" y="33862"/>
                </a:lnTo>
                <a:close/>
                <a:moveTo>
                  <a:pt x="55811" y="33513"/>
                </a:moveTo>
                <a:lnTo>
                  <a:pt x="49271" y="68278"/>
                </a:lnTo>
                <a:lnTo>
                  <a:pt x="39251" y="66399"/>
                </a:lnTo>
                <a:lnTo>
                  <a:pt x="40955" y="57122"/>
                </a:lnTo>
                <a:cubicBezTo>
                  <a:pt x="37998" y="60369"/>
                  <a:pt x="34649" y="62583"/>
                  <a:pt x="30891" y="63676"/>
                </a:cubicBezTo>
                <a:cubicBezTo>
                  <a:pt x="27133" y="64812"/>
                  <a:pt x="22808" y="64928"/>
                  <a:pt x="17871" y="63952"/>
                </a:cubicBezTo>
                <a:cubicBezTo>
                  <a:pt x="11666" y="62816"/>
                  <a:pt x="6991" y="60093"/>
                  <a:pt x="3976" y="55927"/>
                </a:cubicBezTo>
                <a:cubicBezTo>
                  <a:pt x="961" y="51718"/>
                  <a:pt x="0" y="46664"/>
                  <a:pt x="1136" y="40795"/>
                </a:cubicBezTo>
                <a:cubicBezTo>
                  <a:pt x="2447" y="33979"/>
                  <a:pt x="5695" y="29245"/>
                  <a:pt x="10923" y="26638"/>
                </a:cubicBezTo>
                <a:cubicBezTo>
                  <a:pt x="16210" y="24017"/>
                  <a:pt x="23376" y="23565"/>
                  <a:pt x="32479" y="25269"/>
                </a:cubicBezTo>
                <a:lnTo>
                  <a:pt x="46533" y="27935"/>
                </a:lnTo>
                <a:lnTo>
                  <a:pt x="46708" y="26915"/>
                </a:lnTo>
                <a:cubicBezTo>
                  <a:pt x="47567" y="22313"/>
                  <a:pt x="46708" y="18497"/>
                  <a:pt x="44145" y="15365"/>
                </a:cubicBezTo>
                <a:cubicBezTo>
                  <a:pt x="41640" y="12292"/>
                  <a:pt x="37605" y="10253"/>
                  <a:pt x="32144" y="9219"/>
                </a:cubicBezTo>
                <a:cubicBezTo>
                  <a:pt x="28677" y="8535"/>
                  <a:pt x="25196" y="8316"/>
                  <a:pt x="21730" y="8535"/>
                </a:cubicBezTo>
                <a:cubicBezTo>
                  <a:pt x="18264" y="8768"/>
                  <a:pt x="14841" y="9394"/>
                  <a:pt x="11491" y="10472"/>
                </a:cubicBezTo>
                <a:lnTo>
                  <a:pt x="13254" y="1253"/>
                </a:lnTo>
                <a:cubicBezTo>
                  <a:pt x="17186" y="524"/>
                  <a:pt x="20929" y="117"/>
                  <a:pt x="24526" y="58"/>
                </a:cubicBezTo>
                <a:cubicBezTo>
                  <a:pt x="28109" y="0"/>
                  <a:pt x="31517" y="291"/>
                  <a:pt x="34765" y="918"/>
                </a:cubicBezTo>
                <a:cubicBezTo>
                  <a:pt x="43577" y="2563"/>
                  <a:pt x="49723" y="6088"/>
                  <a:pt x="53189" y="11506"/>
                </a:cubicBezTo>
                <a:cubicBezTo>
                  <a:pt x="56714" y="16909"/>
                  <a:pt x="57573" y="24250"/>
                  <a:pt x="55811" y="33513"/>
                </a:cubicBezTo>
                <a:close/>
                <a:moveTo>
                  <a:pt x="55811" y="335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FA9DB-4C48-458E-BA96-3B41EC3D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897" y="3145031"/>
            <a:ext cx="66516" cy="86527"/>
          </a:xfrm>
          <a:custGeom xmlns:a="http://schemas.openxmlformats.org/drawingml/2006/main">
            <a:pathLst>
              <a:path w="66516" h="86527">
                <a:moveTo>
                  <a:pt x="50247" y="32930"/>
                </a:moveTo>
                <a:lnTo>
                  <a:pt x="56495" y="0"/>
                </a:lnTo>
                <a:lnTo>
                  <a:pt x="66516" y="1864"/>
                </a:lnTo>
                <a:lnTo>
                  <a:pt x="50466" y="86527"/>
                </a:lnTo>
                <a:lnTo>
                  <a:pt x="40460" y="84590"/>
                </a:lnTo>
                <a:lnTo>
                  <a:pt x="42222" y="75487"/>
                </a:lnTo>
                <a:cubicBezTo>
                  <a:pt x="39440" y="78677"/>
                  <a:pt x="36251" y="80891"/>
                  <a:pt x="32726" y="82027"/>
                </a:cubicBezTo>
                <a:cubicBezTo>
                  <a:pt x="29187" y="83221"/>
                  <a:pt x="25153" y="83337"/>
                  <a:pt x="20652" y="82493"/>
                </a:cubicBezTo>
                <a:cubicBezTo>
                  <a:pt x="13326" y="81124"/>
                  <a:pt x="7865" y="77031"/>
                  <a:pt x="4326" y="70317"/>
                </a:cubicBezTo>
                <a:cubicBezTo>
                  <a:pt x="859" y="63544"/>
                  <a:pt x="0" y="55403"/>
                  <a:pt x="1777" y="45790"/>
                </a:cubicBezTo>
                <a:cubicBezTo>
                  <a:pt x="3597" y="36236"/>
                  <a:pt x="7340" y="28954"/>
                  <a:pt x="13093" y="23944"/>
                </a:cubicBezTo>
                <a:cubicBezTo>
                  <a:pt x="18832" y="18934"/>
                  <a:pt x="25386" y="17171"/>
                  <a:pt x="32726" y="18540"/>
                </a:cubicBezTo>
                <a:cubicBezTo>
                  <a:pt x="37270" y="19400"/>
                  <a:pt x="40911" y="20987"/>
                  <a:pt x="43810" y="23376"/>
                </a:cubicBezTo>
                <a:cubicBezTo>
                  <a:pt x="46664" y="25706"/>
                  <a:pt x="48820" y="28896"/>
                  <a:pt x="50247" y="32930"/>
                </a:cubicBezTo>
                <a:close/>
                <a:moveTo>
                  <a:pt x="12118" y="47786"/>
                </a:moveTo>
                <a:cubicBezTo>
                  <a:pt x="10763" y="55126"/>
                  <a:pt x="11156" y="61156"/>
                  <a:pt x="13370" y="65933"/>
                </a:cubicBezTo>
                <a:cubicBezTo>
                  <a:pt x="15657" y="70710"/>
                  <a:pt x="19400" y="73550"/>
                  <a:pt x="24701" y="74584"/>
                </a:cubicBezTo>
                <a:cubicBezTo>
                  <a:pt x="29988" y="75604"/>
                  <a:pt x="34547" y="74293"/>
                  <a:pt x="38348" y="70652"/>
                </a:cubicBezTo>
                <a:cubicBezTo>
                  <a:pt x="42222" y="67069"/>
                  <a:pt x="44844" y="61549"/>
                  <a:pt x="46198" y="54209"/>
                </a:cubicBezTo>
                <a:cubicBezTo>
                  <a:pt x="47626" y="46868"/>
                  <a:pt x="47174" y="40780"/>
                  <a:pt x="44946" y="36003"/>
                </a:cubicBezTo>
                <a:cubicBezTo>
                  <a:pt x="42674" y="31284"/>
                  <a:pt x="38916" y="28386"/>
                  <a:pt x="33629" y="27352"/>
                </a:cubicBezTo>
                <a:cubicBezTo>
                  <a:pt x="28342" y="26391"/>
                  <a:pt x="23784" y="27701"/>
                  <a:pt x="19982" y="31284"/>
                </a:cubicBezTo>
                <a:cubicBezTo>
                  <a:pt x="16108" y="34925"/>
                  <a:pt x="13545" y="40387"/>
                  <a:pt x="12118" y="47786"/>
                </a:cubicBezTo>
                <a:close/>
                <a:moveTo>
                  <a:pt x="12118" y="477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57606-7FD2-4DBB-AD5C-8F39292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47" y="3176141"/>
            <a:ext cx="60588" cy="67084"/>
          </a:xfrm>
          <a:custGeom xmlns:a="http://schemas.openxmlformats.org/drawingml/2006/main">
            <a:pathLst>
              <a:path w="60588" h="67084">
                <a:moveTo>
                  <a:pt x="58884" y="36193"/>
                </a:moveTo>
                <a:lnTo>
                  <a:pt x="57981" y="41086"/>
                </a:lnTo>
                <a:lnTo>
                  <a:pt x="11957" y="32377"/>
                </a:lnTo>
                <a:cubicBezTo>
                  <a:pt x="11098" y="39368"/>
                  <a:pt x="12176" y="45004"/>
                  <a:pt x="15191" y="49271"/>
                </a:cubicBezTo>
                <a:cubicBezTo>
                  <a:pt x="18264" y="53597"/>
                  <a:pt x="23099" y="56379"/>
                  <a:pt x="29697" y="57631"/>
                </a:cubicBezTo>
                <a:cubicBezTo>
                  <a:pt x="33571" y="58374"/>
                  <a:pt x="37387" y="58607"/>
                  <a:pt x="41130" y="58374"/>
                </a:cubicBezTo>
                <a:cubicBezTo>
                  <a:pt x="44946" y="58097"/>
                  <a:pt x="48820" y="57355"/>
                  <a:pt x="52679" y="56160"/>
                </a:cubicBezTo>
                <a:lnTo>
                  <a:pt x="50917" y="65598"/>
                </a:lnTo>
                <a:cubicBezTo>
                  <a:pt x="47058" y="66457"/>
                  <a:pt x="43125" y="66909"/>
                  <a:pt x="39207" y="67025"/>
                </a:cubicBezTo>
                <a:cubicBezTo>
                  <a:pt x="35275" y="67084"/>
                  <a:pt x="31401" y="66734"/>
                  <a:pt x="27541" y="66050"/>
                </a:cubicBezTo>
                <a:cubicBezTo>
                  <a:pt x="17812" y="64185"/>
                  <a:pt x="10647" y="59918"/>
                  <a:pt x="6030" y="53204"/>
                </a:cubicBezTo>
                <a:cubicBezTo>
                  <a:pt x="1427" y="46431"/>
                  <a:pt x="0" y="38232"/>
                  <a:pt x="1821" y="28619"/>
                </a:cubicBezTo>
                <a:cubicBezTo>
                  <a:pt x="3758" y="18672"/>
                  <a:pt x="7908" y="11215"/>
                  <a:pt x="14390" y="6437"/>
                </a:cubicBezTo>
                <a:cubicBezTo>
                  <a:pt x="20885" y="1544"/>
                  <a:pt x="28736" y="0"/>
                  <a:pt x="37838" y="1704"/>
                </a:cubicBezTo>
                <a:cubicBezTo>
                  <a:pt x="46023" y="3306"/>
                  <a:pt x="52053" y="7166"/>
                  <a:pt x="55811" y="13312"/>
                </a:cubicBezTo>
                <a:cubicBezTo>
                  <a:pt x="59568" y="19516"/>
                  <a:pt x="60588" y="27148"/>
                  <a:pt x="58884" y="36193"/>
                </a:cubicBezTo>
                <a:close/>
                <a:moveTo>
                  <a:pt x="49446" y="31357"/>
                </a:moveTo>
                <a:cubicBezTo>
                  <a:pt x="50407" y="25895"/>
                  <a:pt x="49723" y="21220"/>
                  <a:pt x="47334" y="17419"/>
                </a:cubicBezTo>
                <a:cubicBezTo>
                  <a:pt x="44946" y="13545"/>
                  <a:pt x="41305" y="11156"/>
                  <a:pt x="36353" y="10239"/>
                </a:cubicBezTo>
                <a:cubicBezTo>
                  <a:pt x="30789" y="9161"/>
                  <a:pt x="25997" y="9904"/>
                  <a:pt x="22080" y="12409"/>
                </a:cubicBezTo>
                <a:cubicBezTo>
                  <a:pt x="18089" y="14972"/>
                  <a:pt x="15365" y="19065"/>
                  <a:pt x="13778" y="24701"/>
                </a:cubicBezTo>
                <a:lnTo>
                  <a:pt x="49446" y="31357"/>
                </a:lnTo>
                <a:close/>
                <a:moveTo>
                  <a:pt x="49446" y="313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31FEC-2D78-4A18-874E-48E8DF1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78" y="3167271"/>
            <a:ext cx="64855" cy="93125"/>
          </a:xfrm>
          <a:custGeom xmlns:a="http://schemas.openxmlformats.org/drawingml/2006/main">
            <a:pathLst>
              <a:path w="64855" h="93125">
                <a:moveTo>
                  <a:pt x="45732" y="50407"/>
                </a:moveTo>
                <a:cubicBezTo>
                  <a:pt x="47902" y="51660"/>
                  <a:pt x="49883" y="53757"/>
                  <a:pt x="51602" y="56830"/>
                </a:cubicBezTo>
                <a:cubicBezTo>
                  <a:pt x="53364" y="59845"/>
                  <a:pt x="54893" y="63836"/>
                  <a:pt x="56321" y="68831"/>
                </a:cubicBezTo>
                <a:lnTo>
                  <a:pt x="63253" y="93125"/>
                </a:lnTo>
                <a:lnTo>
                  <a:pt x="51427" y="90911"/>
                </a:lnTo>
                <a:lnTo>
                  <a:pt x="45004" y="68161"/>
                </a:lnTo>
                <a:cubicBezTo>
                  <a:pt x="43344" y="62175"/>
                  <a:pt x="41407" y="58083"/>
                  <a:pt x="39251" y="55811"/>
                </a:cubicBezTo>
                <a:cubicBezTo>
                  <a:pt x="37037" y="53597"/>
                  <a:pt x="33789" y="52053"/>
                  <a:pt x="29464" y="51208"/>
                </a:cubicBezTo>
                <a:lnTo>
                  <a:pt x="17463" y="48922"/>
                </a:lnTo>
                <a:lnTo>
                  <a:pt x="10982" y="83294"/>
                </a:lnTo>
                <a:lnTo>
                  <a:pt x="0" y="81182"/>
                </a:lnTo>
                <a:lnTo>
                  <a:pt x="15351" y="0"/>
                </a:lnTo>
                <a:lnTo>
                  <a:pt x="40154" y="4661"/>
                </a:lnTo>
                <a:cubicBezTo>
                  <a:pt x="49432" y="6423"/>
                  <a:pt x="55971" y="9671"/>
                  <a:pt x="59845" y="14448"/>
                </a:cubicBezTo>
                <a:cubicBezTo>
                  <a:pt x="63661" y="19167"/>
                  <a:pt x="64855" y="25488"/>
                  <a:pt x="63370" y="33280"/>
                </a:cubicBezTo>
                <a:cubicBezTo>
                  <a:pt x="62408" y="38406"/>
                  <a:pt x="60413" y="42441"/>
                  <a:pt x="57398" y="45339"/>
                </a:cubicBezTo>
                <a:cubicBezTo>
                  <a:pt x="54383" y="48296"/>
                  <a:pt x="50451" y="49956"/>
                  <a:pt x="45732" y="50407"/>
                </a:cubicBezTo>
                <a:close/>
                <a:moveTo>
                  <a:pt x="24628" y="11098"/>
                </a:moveTo>
                <a:lnTo>
                  <a:pt x="19167" y="39936"/>
                </a:lnTo>
                <a:lnTo>
                  <a:pt x="32988" y="42557"/>
                </a:lnTo>
                <a:cubicBezTo>
                  <a:pt x="38290" y="43518"/>
                  <a:pt x="42499" y="43067"/>
                  <a:pt x="45674" y="41130"/>
                </a:cubicBezTo>
                <a:cubicBezTo>
                  <a:pt x="48864" y="39193"/>
                  <a:pt x="50859" y="35843"/>
                  <a:pt x="51762" y="31124"/>
                </a:cubicBezTo>
                <a:cubicBezTo>
                  <a:pt x="52679" y="26332"/>
                  <a:pt x="51995" y="22531"/>
                  <a:pt x="49781" y="19575"/>
                </a:cubicBezTo>
                <a:cubicBezTo>
                  <a:pt x="47494" y="16662"/>
                  <a:pt x="43751" y="14739"/>
                  <a:pt x="38450" y="13705"/>
                </a:cubicBezTo>
                <a:lnTo>
                  <a:pt x="24628" y="11098"/>
                </a:lnTo>
                <a:close/>
                <a:moveTo>
                  <a:pt x="24628" y="110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D389D-C7DA-43FD-BFF2-0A1C9A7F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58" y="3203289"/>
            <a:ext cx="57573" cy="68263"/>
          </a:xfrm>
          <a:custGeom xmlns:a="http://schemas.openxmlformats.org/drawingml/2006/main">
            <a:pathLst>
              <a:path w="57573" h="68263">
                <a:moveTo>
                  <a:pt x="35042" y="33848"/>
                </a:moveTo>
                <a:cubicBezTo>
                  <a:pt x="26959" y="32362"/>
                  <a:pt x="21162" y="32202"/>
                  <a:pt x="17681" y="33440"/>
                </a:cubicBezTo>
                <a:cubicBezTo>
                  <a:pt x="14273" y="34692"/>
                  <a:pt x="12118" y="37605"/>
                  <a:pt x="11258" y="42033"/>
                </a:cubicBezTo>
                <a:cubicBezTo>
                  <a:pt x="10574" y="45616"/>
                  <a:pt x="11200" y="48631"/>
                  <a:pt x="13137" y="51194"/>
                </a:cubicBezTo>
                <a:cubicBezTo>
                  <a:pt x="15132" y="53699"/>
                  <a:pt x="18089" y="55345"/>
                  <a:pt x="22123" y="56087"/>
                </a:cubicBezTo>
                <a:cubicBezTo>
                  <a:pt x="27643" y="57107"/>
                  <a:pt x="32479" y="56029"/>
                  <a:pt x="36571" y="52738"/>
                </a:cubicBezTo>
                <a:cubicBezTo>
                  <a:pt x="40678" y="49432"/>
                  <a:pt x="43344" y="44480"/>
                  <a:pt x="44596" y="37998"/>
                </a:cubicBezTo>
                <a:lnTo>
                  <a:pt x="44989" y="35785"/>
                </a:lnTo>
                <a:lnTo>
                  <a:pt x="35042" y="33848"/>
                </a:lnTo>
                <a:close/>
                <a:moveTo>
                  <a:pt x="55811" y="33498"/>
                </a:moveTo>
                <a:lnTo>
                  <a:pt x="49199" y="68263"/>
                </a:lnTo>
                <a:lnTo>
                  <a:pt x="39251" y="66384"/>
                </a:lnTo>
                <a:lnTo>
                  <a:pt x="40955" y="57107"/>
                </a:lnTo>
                <a:cubicBezTo>
                  <a:pt x="37998" y="60413"/>
                  <a:pt x="34634" y="62569"/>
                  <a:pt x="30891" y="63719"/>
                </a:cubicBezTo>
                <a:cubicBezTo>
                  <a:pt x="27133" y="64797"/>
                  <a:pt x="22808" y="64913"/>
                  <a:pt x="17856" y="63996"/>
                </a:cubicBezTo>
                <a:cubicBezTo>
                  <a:pt x="11652" y="62802"/>
                  <a:pt x="6991" y="60122"/>
                  <a:pt x="3976" y="55913"/>
                </a:cubicBezTo>
                <a:cubicBezTo>
                  <a:pt x="961" y="51704"/>
                  <a:pt x="0" y="46650"/>
                  <a:pt x="1136" y="40780"/>
                </a:cubicBezTo>
                <a:cubicBezTo>
                  <a:pt x="2389" y="33964"/>
                  <a:pt x="5680" y="29231"/>
                  <a:pt x="10923" y="26624"/>
                </a:cubicBezTo>
                <a:cubicBezTo>
                  <a:pt x="16152" y="24002"/>
                  <a:pt x="23318" y="23551"/>
                  <a:pt x="32420" y="25255"/>
                </a:cubicBezTo>
                <a:lnTo>
                  <a:pt x="46475" y="27935"/>
                </a:lnTo>
                <a:lnTo>
                  <a:pt x="46708" y="26900"/>
                </a:lnTo>
                <a:cubicBezTo>
                  <a:pt x="47553" y="22298"/>
                  <a:pt x="46708" y="18482"/>
                  <a:pt x="44145" y="15409"/>
                </a:cubicBezTo>
                <a:cubicBezTo>
                  <a:pt x="41581" y="12278"/>
                  <a:pt x="37605" y="10239"/>
                  <a:pt x="32085" y="9205"/>
                </a:cubicBezTo>
                <a:cubicBezTo>
                  <a:pt x="28604" y="8520"/>
                  <a:pt x="25138" y="8302"/>
                  <a:pt x="21672" y="8520"/>
                </a:cubicBezTo>
                <a:cubicBezTo>
                  <a:pt x="18249" y="8753"/>
                  <a:pt x="14841" y="9379"/>
                  <a:pt x="11491" y="10457"/>
                </a:cubicBezTo>
                <a:lnTo>
                  <a:pt x="13254" y="1238"/>
                </a:lnTo>
                <a:cubicBezTo>
                  <a:pt x="17171" y="510"/>
                  <a:pt x="20871" y="102"/>
                  <a:pt x="24454" y="44"/>
                </a:cubicBezTo>
                <a:cubicBezTo>
                  <a:pt x="28036" y="0"/>
                  <a:pt x="31459" y="277"/>
                  <a:pt x="34751" y="903"/>
                </a:cubicBezTo>
                <a:cubicBezTo>
                  <a:pt x="43577" y="2549"/>
                  <a:pt x="49723" y="6132"/>
                  <a:pt x="53189" y="11491"/>
                </a:cubicBezTo>
                <a:cubicBezTo>
                  <a:pt x="56655" y="16895"/>
                  <a:pt x="57573" y="24235"/>
                  <a:pt x="55811" y="33498"/>
                </a:cubicBezTo>
                <a:close/>
                <a:moveTo>
                  <a:pt x="55811" y="334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C7231-3928-4ED9-9BB1-849C37AC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316" y="3214431"/>
            <a:ext cx="59568" cy="70608"/>
          </a:xfrm>
          <a:custGeom xmlns:a="http://schemas.openxmlformats.org/drawingml/2006/main">
            <a:pathLst>
              <a:path w="59568" h="70608">
                <a:moveTo>
                  <a:pt x="57981" y="33789"/>
                </a:moveTo>
                <a:lnTo>
                  <a:pt x="51034" y="70608"/>
                </a:lnTo>
                <a:lnTo>
                  <a:pt x="41028" y="68671"/>
                </a:lnTo>
                <a:lnTo>
                  <a:pt x="47902" y="32260"/>
                </a:lnTo>
                <a:cubicBezTo>
                  <a:pt x="48980" y="26463"/>
                  <a:pt x="48703" y="21963"/>
                  <a:pt x="46999" y="18657"/>
                </a:cubicBezTo>
                <a:cubicBezTo>
                  <a:pt x="45281" y="15365"/>
                  <a:pt x="42164" y="13312"/>
                  <a:pt x="37664" y="12467"/>
                </a:cubicBezTo>
                <a:cubicBezTo>
                  <a:pt x="32260" y="11433"/>
                  <a:pt x="27658" y="12351"/>
                  <a:pt x="23900" y="15191"/>
                </a:cubicBezTo>
                <a:cubicBezTo>
                  <a:pt x="20143" y="18031"/>
                  <a:pt x="17696" y="22473"/>
                  <a:pt x="16560" y="28386"/>
                </a:cubicBezTo>
                <a:lnTo>
                  <a:pt x="10064" y="62874"/>
                </a:lnTo>
                <a:lnTo>
                  <a:pt x="0" y="60937"/>
                </a:lnTo>
                <a:lnTo>
                  <a:pt x="11491" y="0"/>
                </a:lnTo>
                <a:lnTo>
                  <a:pt x="21570" y="1937"/>
                </a:lnTo>
                <a:lnTo>
                  <a:pt x="19793" y="11375"/>
                </a:lnTo>
                <a:cubicBezTo>
                  <a:pt x="22866" y="8200"/>
                  <a:pt x="26230" y="5971"/>
                  <a:pt x="29813" y="4777"/>
                </a:cubicBezTo>
                <a:cubicBezTo>
                  <a:pt x="33396" y="3583"/>
                  <a:pt x="37329" y="3364"/>
                  <a:pt x="41538" y="4209"/>
                </a:cubicBezTo>
                <a:cubicBezTo>
                  <a:pt x="48529" y="5520"/>
                  <a:pt x="53422" y="8651"/>
                  <a:pt x="56204" y="13661"/>
                </a:cubicBezTo>
                <a:cubicBezTo>
                  <a:pt x="59000" y="18657"/>
                  <a:pt x="59568" y="25371"/>
                  <a:pt x="57981" y="33789"/>
                </a:cubicBezTo>
                <a:close/>
                <a:moveTo>
                  <a:pt x="57981" y="337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D39B6-2F58-4639-9AF8-770D5D4E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924" y="3204076"/>
            <a:ext cx="64229" cy="94843"/>
          </a:xfrm>
          <a:custGeom xmlns:a="http://schemas.openxmlformats.org/drawingml/2006/main">
            <a:pathLst>
              <a:path w="64229" h="94843">
                <a:moveTo>
                  <a:pt x="15977" y="0"/>
                </a:moveTo>
                <a:lnTo>
                  <a:pt x="26056" y="1879"/>
                </a:lnTo>
                <a:lnTo>
                  <a:pt x="16603" y="51893"/>
                </a:lnTo>
                <a:lnTo>
                  <a:pt x="51427" y="31299"/>
                </a:lnTo>
                <a:lnTo>
                  <a:pt x="64229" y="33687"/>
                </a:lnTo>
                <a:lnTo>
                  <a:pt x="26507" y="56044"/>
                </a:lnTo>
                <a:lnTo>
                  <a:pt x="54048" y="94843"/>
                </a:lnTo>
                <a:lnTo>
                  <a:pt x="41013" y="92397"/>
                </a:lnTo>
                <a:lnTo>
                  <a:pt x="15642" y="56787"/>
                </a:lnTo>
                <a:lnTo>
                  <a:pt x="10064" y="86542"/>
                </a:lnTo>
                <a:lnTo>
                  <a:pt x="0" y="84663"/>
                </a:lnTo>
                <a:lnTo>
                  <a:pt x="15977" y="0"/>
                </a:lnTo>
                <a:close/>
                <a:moveTo>
                  <a:pt x="159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62F5F-9FED-4A36-9FC0-24212AC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779" y="3216310"/>
            <a:ext cx="26056" cy="86527"/>
          </a:xfrm>
          <a:custGeom xmlns:a="http://schemas.openxmlformats.org/drawingml/2006/main">
            <a:pathLst>
              <a:path w="26056" h="86527">
                <a:moveTo>
                  <a:pt x="11550" y="23725"/>
                </a:moveTo>
                <a:lnTo>
                  <a:pt x="21555" y="25662"/>
                </a:lnTo>
                <a:lnTo>
                  <a:pt x="10006" y="86527"/>
                </a:lnTo>
                <a:lnTo>
                  <a:pt x="0" y="84663"/>
                </a:lnTo>
                <a:lnTo>
                  <a:pt x="11550" y="23725"/>
                </a:lnTo>
                <a:close/>
                <a:moveTo>
                  <a:pt x="16035" y="0"/>
                </a:moveTo>
                <a:lnTo>
                  <a:pt x="26056" y="1937"/>
                </a:lnTo>
                <a:lnTo>
                  <a:pt x="23609" y="14623"/>
                </a:lnTo>
                <a:lnTo>
                  <a:pt x="13589" y="12744"/>
                </a:lnTo>
                <a:lnTo>
                  <a:pt x="16035" y="0"/>
                </a:lnTo>
                <a:close/>
                <a:moveTo>
                  <a:pt x="1603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70183-148D-40DB-B3C7-6FD337F1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379" y="3245832"/>
            <a:ext cx="59568" cy="70550"/>
          </a:xfrm>
          <a:custGeom xmlns:a="http://schemas.openxmlformats.org/drawingml/2006/main">
            <a:pathLst>
              <a:path w="59568" h="70550">
                <a:moveTo>
                  <a:pt x="57981" y="33804"/>
                </a:moveTo>
                <a:lnTo>
                  <a:pt x="51034" y="70550"/>
                </a:lnTo>
                <a:lnTo>
                  <a:pt x="41028" y="68671"/>
                </a:lnTo>
                <a:lnTo>
                  <a:pt x="47902" y="32202"/>
                </a:lnTo>
                <a:cubicBezTo>
                  <a:pt x="48995" y="26463"/>
                  <a:pt x="48703" y="21963"/>
                  <a:pt x="46941" y="18672"/>
                </a:cubicBezTo>
                <a:cubicBezTo>
                  <a:pt x="45237" y="15365"/>
                  <a:pt x="42164" y="13312"/>
                  <a:pt x="37664" y="12467"/>
                </a:cubicBezTo>
                <a:cubicBezTo>
                  <a:pt x="32260" y="11448"/>
                  <a:pt x="27658" y="12351"/>
                  <a:pt x="23900" y="15191"/>
                </a:cubicBezTo>
                <a:cubicBezTo>
                  <a:pt x="20143" y="18045"/>
                  <a:pt x="17696" y="22429"/>
                  <a:pt x="16560" y="28401"/>
                </a:cubicBezTo>
                <a:lnTo>
                  <a:pt x="10079" y="62816"/>
                </a:lnTo>
                <a:lnTo>
                  <a:pt x="0" y="60937"/>
                </a:lnTo>
                <a:lnTo>
                  <a:pt x="11491" y="0"/>
                </a:lnTo>
                <a:lnTo>
                  <a:pt x="21570" y="1879"/>
                </a:lnTo>
                <a:lnTo>
                  <a:pt x="19749" y="11389"/>
                </a:lnTo>
                <a:cubicBezTo>
                  <a:pt x="22881" y="8141"/>
                  <a:pt x="26230" y="5986"/>
                  <a:pt x="29755" y="4792"/>
                </a:cubicBezTo>
                <a:cubicBezTo>
                  <a:pt x="33396" y="3597"/>
                  <a:pt x="37270" y="3364"/>
                  <a:pt x="41538" y="4165"/>
                </a:cubicBezTo>
                <a:cubicBezTo>
                  <a:pt x="48529" y="5462"/>
                  <a:pt x="53422" y="8651"/>
                  <a:pt x="56219" y="13661"/>
                </a:cubicBezTo>
                <a:cubicBezTo>
                  <a:pt x="58942" y="18672"/>
                  <a:pt x="59568" y="25386"/>
                  <a:pt x="57981" y="33804"/>
                </a:cubicBezTo>
                <a:close/>
                <a:moveTo>
                  <a:pt x="57981" y="33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50008-448F-4F6B-A1D3-1EC5DFA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594" y="3260294"/>
            <a:ext cx="62350" cy="89032"/>
          </a:xfrm>
          <a:custGeom xmlns:a="http://schemas.openxmlformats.org/drawingml/2006/main">
            <a:pathLst>
              <a:path w="62350" h="89032">
                <a:moveTo>
                  <a:pt x="46766" y="36294"/>
                </a:moveTo>
                <a:cubicBezTo>
                  <a:pt x="48121" y="29012"/>
                  <a:pt x="47669" y="23143"/>
                  <a:pt x="45455" y="18599"/>
                </a:cubicBezTo>
                <a:cubicBezTo>
                  <a:pt x="43183" y="14040"/>
                  <a:pt x="39368" y="11258"/>
                  <a:pt x="33964" y="10239"/>
                </a:cubicBezTo>
                <a:cubicBezTo>
                  <a:pt x="28619" y="9205"/>
                  <a:pt x="24060" y="10399"/>
                  <a:pt x="20303" y="13822"/>
                </a:cubicBezTo>
                <a:cubicBezTo>
                  <a:pt x="16545" y="17230"/>
                  <a:pt x="13996" y="22575"/>
                  <a:pt x="12627" y="29857"/>
                </a:cubicBezTo>
                <a:cubicBezTo>
                  <a:pt x="11258" y="37037"/>
                  <a:pt x="11710" y="42950"/>
                  <a:pt x="13938" y="47494"/>
                </a:cubicBezTo>
                <a:cubicBezTo>
                  <a:pt x="16210" y="52053"/>
                  <a:pt x="19968" y="54835"/>
                  <a:pt x="25371" y="55869"/>
                </a:cubicBezTo>
                <a:cubicBezTo>
                  <a:pt x="30775" y="56889"/>
                  <a:pt x="35333" y="55694"/>
                  <a:pt x="39076" y="52228"/>
                </a:cubicBezTo>
                <a:cubicBezTo>
                  <a:pt x="42834" y="48805"/>
                  <a:pt x="45397" y="43518"/>
                  <a:pt x="46766" y="36294"/>
                </a:cubicBezTo>
                <a:close/>
                <a:moveTo>
                  <a:pt x="52286" y="61782"/>
                </a:moveTo>
                <a:cubicBezTo>
                  <a:pt x="50349" y="72137"/>
                  <a:pt x="46533" y="79420"/>
                  <a:pt x="41013" y="83629"/>
                </a:cubicBezTo>
                <a:cubicBezTo>
                  <a:pt x="35435" y="87838"/>
                  <a:pt x="27935" y="89032"/>
                  <a:pt x="18424" y="87212"/>
                </a:cubicBezTo>
                <a:cubicBezTo>
                  <a:pt x="14899" y="86527"/>
                  <a:pt x="11608" y="85668"/>
                  <a:pt x="8593" y="84532"/>
                </a:cubicBezTo>
                <a:cubicBezTo>
                  <a:pt x="5578" y="83454"/>
                  <a:pt x="2724" y="82027"/>
                  <a:pt x="0" y="80381"/>
                </a:cubicBezTo>
                <a:lnTo>
                  <a:pt x="1821" y="70652"/>
                </a:lnTo>
                <a:cubicBezTo>
                  <a:pt x="4428" y="72822"/>
                  <a:pt x="7107" y="74526"/>
                  <a:pt x="9846" y="75837"/>
                </a:cubicBezTo>
                <a:cubicBezTo>
                  <a:pt x="12569" y="77148"/>
                  <a:pt x="15409" y="78109"/>
                  <a:pt x="18366" y="78619"/>
                </a:cubicBezTo>
                <a:cubicBezTo>
                  <a:pt x="24978" y="79871"/>
                  <a:pt x="30207" y="79070"/>
                  <a:pt x="34139" y="76288"/>
                </a:cubicBezTo>
                <a:cubicBezTo>
                  <a:pt x="37998" y="73506"/>
                  <a:pt x="40620" y="68613"/>
                  <a:pt x="41931" y="61724"/>
                </a:cubicBezTo>
                <a:lnTo>
                  <a:pt x="42892" y="56714"/>
                </a:lnTo>
                <a:cubicBezTo>
                  <a:pt x="40110" y="59962"/>
                  <a:pt x="36979" y="62117"/>
                  <a:pt x="33396" y="63311"/>
                </a:cubicBezTo>
                <a:cubicBezTo>
                  <a:pt x="29872" y="64447"/>
                  <a:pt x="25823" y="64622"/>
                  <a:pt x="21337" y="63777"/>
                </a:cubicBezTo>
                <a:cubicBezTo>
                  <a:pt x="13880" y="62350"/>
                  <a:pt x="8360" y="58360"/>
                  <a:pt x="4894" y="51820"/>
                </a:cubicBezTo>
                <a:cubicBezTo>
                  <a:pt x="1369" y="45281"/>
                  <a:pt x="510" y="37256"/>
                  <a:pt x="2272" y="27876"/>
                </a:cubicBezTo>
                <a:cubicBezTo>
                  <a:pt x="4093" y="18482"/>
                  <a:pt x="7792" y="11317"/>
                  <a:pt x="13428" y="6539"/>
                </a:cubicBezTo>
                <a:cubicBezTo>
                  <a:pt x="19108" y="1704"/>
                  <a:pt x="25648" y="0"/>
                  <a:pt x="33105" y="1354"/>
                </a:cubicBezTo>
                <a:cubicBezTo>
                  <a:pt x="37605" y="2214"/>
                  <a:pt x="41305" y="3860"/>
                  <a:pt x="44203" y="6248"/>
                </a:cubicBezTo>
                <a:cubicBezTo>
                  <a:pt x="47101" y="8637"/>
                  <a:pt x="49213" y="11826"/>
                  <a:pt x="50626" y="15759"/>
                </a:cubicBezTo>
                <a:lnTo>
                  <a:pt x="52344" y="6539"/>
                </a:lnTo>
                <a:lnTo>
                  <a:pt x="62350" y="8418"/>
                </a:lnTo>
                <a:lnTo>
                  <a:pt x="52286" y="61782"/>
                </a:lnTo>
                <a:close/>
                <a:moveTo>
                  <a:pt x="52286" y="617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2C8EB-597A-444D-BA46-072DC739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15" y="2693419"/>
            <a:ext cx="81342" cy="95746"/>
          </a:xfrm>
          <a:custGeom xmlns:a="http://schemas.openxmlformats.org/drawingml/2006/main">
            <a:pathLst>
              <a:path w="81342" h="95746">
                <a:moveTo>
                  <a:pt x="20813" y="0"/>
                </a:moveTo>
                <a:lnTo>
                  <a:pt x="35377" y="3801"/>
                </a:lnTo>
                <a:lnTo>
                  <a:pt x="53408" y="79929"/>
                </a:lnTo>
                <a:lnTo>
                  <a:pt x="70827" y="13021"/>
                </a:lnTo>
                <a:lnTo>
                  <a:pt x="81342" y="15759"/>
                </a:lnTo>
                <a:lnTo>
                  <a:pt x="60530" y="95746"/>
                </a:lnTo>
                <a:lnTo>
                  <a:pt x="45965" y="91930"/>
                </a:lnTo>
                <a:lnTo>
                  <a:pt x="27920" y="15817"/>
                </a:lnTo>
                <a:lnTo>
                  <a:pt x="10515" y="82711"/>
                </a:lnTo>
                <a:lnTo>
                  <a:pt x="0" y="79988"/>
                </a:lnTo>
                <a:lnTo>
                  <a:pt x="20813" y="0"/>
                </a:lnTo>
                <a:close/>
                <a:moveTo>
                  <a:pt x="2081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9B5C4-B720-4C80-8E0B-6E18C10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49" y="2711275"/>
            <a:ext cx="31576" cy="85974"/>
          </a:xfrm>
          <a:custGeom xmlns:a="http://schemas.openxmlformats.org/drawingml/2006/main">
            <a:pathLst>
              <a:path w="31576" h="85974">
                <a:moveTo>
                  <a:pt x="15584" y="23390"/>
                </a:moveTo>
                <a:lnTo>
                  <a:pt x="25488" y="25954"/>
                </a:lnTo>
                <a:lnTo>
                  <a:pt x="9846" y="85974"/>
                </a:lnTo>
                <a:lnTo>
                  <a:pt x="0" y="83352"/>
                </a:lnTo>
                <a:lnTo>
                  <a:pt x="15584" y="23390"/>
                </a:lnTo>
                <a:close/>
                <a:moveTo>
                  <a:pt x="21672" y="0"/>
                </a:moveTo>
                <a:lnTo>
                  <a:pt x="31576" y="2563"/>
                </a:lnTo>
                <a:lnTo>
                  <a:pt x="28269" y="15074"/>
                </a:lnTo>
                <a:lnTo>
                  <a:pt x="18439" y="12525"/>
                </a:lnTo>
                <a:lnTo>
                  <a:pt x="21672" y="0"/>
                </a:lnTo>
                <a:close/>
                <a:moveTo>
                  <a:pt x="216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F5C6B-B707-4747-A3AA-C0198A2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18" y="2744511"/>
            <a:ext cx="67142" cy="88974"/>
          </a:xfrm>
          <a:custGeom xmlns:a="http://schemas.openxmlformats.org/drawingml/2006/main">
            <a:pathLst>
              <a:path w="67142" h="88974">
                <a:moveTo>
                  <a:pt x="49679" y="37649"/>
                </a:moveTo>
                <a:cubicBezTo>
                  <a:pt x="51543" y="30483"/>
                  <a:pt x="51500" y="24570"/>
                  <a:pt x="49563" y="19910"/>
                </a:cubicBezTo>
                <a:cubicBezTo>
                  <a:pt x="47684" y="15234"/>
                  <a:pt x="44043" y="12161"/>
                  <a:pt x="38698" y="10807"/>
                </a:cubicBezTo>
                <a:cubicBezTo>
                  <a:pt x="33454" y="9438"/>
                  <a:pt x="28794" y="10297"/>
                  <a:pt x="24818" y="13472"/>
                </a:cubicBezTo>
                <a:cubicBezTo>
                  <a:pt x="20885" y="16603"/>
                  <a:pt x="17929" y="21788"/>
                  <a:pt x="16108" y="28896"/>
                </a:cubicBezTo>
                <a:cubicBezTo>
                  <a:pt x="14229" y="36003"/>
                  <a:pt x="14288" y="41916"/>
                  <a:pt x="16225" y="46650"/>
                </a:cubicBezTo>
                <a:cubicBezTo>
                  <a:pt x="18104" y="51310"/>
                  <a:pt x="21745" y="54383"/>
                  <a:pt x="27032" y="55752"/>
                </a:cubicBezTo>
                <a:cubicBezTo>
                  <a:pt x="32318" y="57107"/>
                  <a:pt x="36979" y="56204"/>
                  <a:pt x="40911" y="53073"/>
                </a:cubicBezTo>
                <a:cubicBezTo>
                  <a:pt x="44887" y="49883"/>
                  <a:pt x="47800" y="44771"/>
                  <a:pt x="49679" y="37649"/>
                </a:cubicBezTo>
                <a:close/>
                <a:moveTo>
                  <a:pt x="53480" y="63486"/>
                </a:moveTo>
                <a:cubicBezTo>
                  <a:pt x="50815" y="73667"/>
                  <a:pt x="46548" y="80672"/>
                  <a:pt x="40737" y="84473"/>
                </a:cubicBezTo>
                <a:cubicBezTo>
                  <a:pt x="34940" y="88289"/>
                  <a:pt x="27308" y="88974"/>
                  <a:pt x="17987" y="86527"/>
                </a:cubicBezTo>
                <a:cubicBezTo>
                  <a:pt x="14506" y="85609"/>
                  <a:pt x="11273" y="84532"/>
                  <a:pt x="8375" y="83221"/>
                </a:cubicBezTo>
                <a:cubicBezTo>
                  <a:pt x="5403" y="81925"/>
                  <a:pt x="2622" y="80323"/>
                  <a:pt x="0" y="78502"/>
                </a:cubicBezTo>
                <a:lnTo>
                  <a:pt x="2505" y="68948"/>
                </a:lnTo>
                <a:cubicBezTo>
                  <a:pt x="5010" y="71220"/>
                  <a:pt x="7573" y="73157"/>
                  <a:pt x="10195" y="74643"/>
                </a:cubicBezTo>
                <a:cubicBezTo>
                  <a:pt x="12802" y="76114"/>
                  <a:pt x="15598" y="77250"/>
                  <a:pt x="18497" y="77992"/>
                </a:cubicBezTo>
                <a:cubicBezTo>
                  <a:pt x="24978" y="79696"/>
                  <a:pt x="30265" y="79245"/>
                  <a:pt x="34372" y="76740"/>
                </a:cubicBezTo>
                <a:cubicBezTo>
                  <a:pt x="38465" y="74176"/>
                  <a:pt x="41363" y="69516"/>
                  <a:pt x="43125" y="62685"/>
                </a:cubicBezTo>
                <a:lnTo>
                  <a:pt x="44436" y="57792"/>
                </a:lnTo>
                <a:cubicBezTo>
                  <a:pt x="41479" y="60806"/>
                  <a:pt x="38173" y="62802"/>
                  <a:pt x="34532" y="63719"/>
                </a:cubicBezTo>
                <a:cubicBezTo>
                  <a:pt x="30891" y="64622"/>
                  <a:pt x="26857" y="64506"/>
                  <a:pt x="22415" y="63370"/>
                </a:cubicBezTo>
                <a:cubicBezTo>
                  <a:pt x="15089" y="61433"/>
                  <a:pt x="9904" y="57107"/>
                  <a:pt x="6831" y="50349"/>
                </a:cubicBezTo>
                <a:cubicBezTo>
                  <a:pt x="3816" y="43518"/>
                  <a:pt x="3481" y="35493"/>
                  <a:pt x="5928" y="26274"/>
                </a:cubicBezTo>
                <a:cubicBezTo>
                  <a:pt x="8316" y="17011"/>
                  <a:pt x="12525" y="10122"/>
                  <a:pt x="18497" y="5680"/>
                </a:cubicBezTo>
                <a:cubicBezTo>
                  <a:pt x="24410" y="1238"/>
                  <a:pt x="31066" y="0"/>
                  <a:pt x="38465" y="1922"/>
                </a:cubicBezTo>
                <a:cubicBezTo>
                  <a:pt x="42848" y="3073"/>
                  <a:pt x="46431" y="4937"/>
                  <a:pt x="49155" y="7501"/>
                </a:cubicBezTo>
                <a:cubicBezTo>
                  <a:pt x="51893" y="10064"/>
                  <a:pt x="53830" y="13414"/>
                  <a:pt x="54908" y="17463"/>
                </a:cubicBezTo>
                <a:lnTo>
                  <a:pt x="57296" y="8360"/>
                </a:lnTo>
                <a:lnTo>
                  <a:pt x="67142" y="10923"/>
                </a:lnTo>
                <a:lnTo>
                  <a:pt x="53480" y="63486"/>
                </a:lnTo>
                <a:close/>
                <a:moveTo>
                  <a:pt x="53480" y="634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C3AB2-40E9-4BF6-AABD-E5D227DD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86" y="2737272"/>
            <a:ext cx="61840" cy="96445"/>
          </a:xfrm>
          <a:custGeom xmlns:a="http://schemas.openxmlformats.org/drawingml/2006/main">
            <a:pathLst>
              <a:path w="61840" h="96445">
                <a:moveTo>
                  <a:pt x="59670" y="60195"/>
                </a:moveTo>
                <a:lnTo>
                  <a:pt x="50233" y="96445"/>
                </a:lnTo>
                <a:lnTo>
                  <a:pt x="40387" y="93882"/>
                </a:lnTo>
                <a:lnTo>
                  <a:pt x="49723" y="57981"/>
                </a:lnTo>
                <a:cubicBezTo>
                  <a:pt x="51194" y="52286"/>
                  <a:pt x="51194" y="47742"/>
                  <a:pt x="49723" y="44378"/>
                </a:cubicBezTo>
                <a:cubicBezTo>
                  <a:pt x="48237" y="40970"/>
                  <a:pt x="45281" y="38698"/>
                  <a:pt x="40897" y="37562"/>
                </a:cubicBezTo>
                <a:cubicBezTo>
                  <a:pt x="35552" y="36134"/>
                  <a:pt x="30891" y="36761"/>
                  <a:pt x="26959" y="39382"/>
                </a:cubicBezTo>
                <a:cubicBezTo>
                  <a:pt x="22983" y="41931"/>
                  <a:pt x="20245" y="46140"/>
                  <a:pt x="18715" y="52009"/>
                </a:cubicBezTo>
                <a:lnTo>
                  <a:pt x="9889" y="85915"/>
                </a:lnTo>
                <a:lnTo>
                  <a:pt x="0" y="83352"/>
                </a:lnTo>
                <a:lnTo>
                  <a:pt x="21672" y="0"/>
                </a:lnTo>
                <a:lnTo>
                  <a:pt x="31619" y="2563"/>
                </a:lnTo>
                <a:lnTo>
                  <a:pt x="23099" y="35275"/>
                </a:lnTo>
                <a:cubicBezTo>
                  <a:pt x="26391" y="32260"/>
                  <a:pt x="29857" y="30279"/>
                  <a:pt x="33498" y="29362"/>
                </a:cubicBezTo>
                <a:cubicBezTo>
                  <a:pt x="37197" y="28401"/>
                  <a:pt x="41130" y="28459"/>
                  <a:pt x="45281" y="29537"/>
                </a:cubicBezTo>
                <a:cubicBezTo>
                  <a:pt x="52170" y="31357"/>
                  <a:pt x="56830" y="34823"/>
                  <a:pt x="59277" y="40008"/>
                </a:cubicBezTo>
                <a:cubicBezTo>
                  <a:pt x="61724" y="45179"/>
                  <a:pt x="61840" y="51951"/>
                  <a:pt x="59670" y="60195"/>
                </a:cubicBezTo>
                <a:close/>
                <a:moveTo>
                  <a:pt x="59670" y="601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6E7DF-096B-45FC-A509-5FCDB51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10" y="2761740"/>
            <a:ext cx="42674" cy="84881"/>
          </a:xfrm>
          <a:custGeom xmlns:a="http://schemas.openxmlformats.org/drawingml/2006/main">
            <a:pathLst>
              <a:path w="42674" h="84881">
                <a:moveTo>
                  <a:pt x="26798" y="2563"/>
                </a:moveTo>
                <a:lnTo>
                  <a:pt x="22371" y="19633"/>
                </a:lnTo>
                <a:lnTo>
                  <a:pt x="42674" y="24920"/>
                </a:lnTo>
                <a:lnTo>
                  <a:pt x="40635" y="32551"/>
                </a:lnTo>
                <a:lnTo>
                  <a:pt x="20376" y="27308"/>
                </a:lnTo>
                <a:lnTo>
                  <a:pt x="11899" y="59860"/>
                </a:lnTo>
                <a:cubicBezTo>
                  <a:pt x="10588" y="64739"/>
                  <a:pt x="10472" y="68045"/>
                  <a:pt x="11448" y="69807"/>
                </a:cubicBezTo>
                <a:cubicBezTo>
                  <a:pt x="12409" y="71569"/>
                  <a:pt x="14972" y="72938"/>
                  <a:pt x="19065" y="74016"/>
                </a:cubicBezTo>
                <a:lnTo>
                  <a:pt x="29187" y="76638"/>
                </a:lnTo>
                <a:lnTo>
                  <a:pt x="27032" y="84881"/>
                </a:lnTo>
                <a:lnTo>
                  <a:pt x="16909" y="82274"/>
                </a:lnTo>
                <a:cubicBezTo>
                  <a:pt x="9278" y="80279"/>
                  <a:pt x="4442" y="77483"/>
                  <a:pt x="2287" y="73900"/>
                </a:cubicBezTo>
                <a:cubicBezTo>
                  <a:pt x="117" y="70317"/>
                  <a:pt x="0" y="64797"/>
                  <a:pt x="1995" y="57296"/>
                </a:cubicBezTo>
                <a:lnTo>
                  <a:pt x="10472" y="24687"/>
                </a:lnTo>
                <a:lnTo>
                  <a:pt x="3190" y="22822"/>
                </a:lnTo>
                <a:lnTo>
                  <a:pt x="5185" y="15132"/>
                </a:lnTo>
                <a:lnTo>
                  <a:pt x="12467" y="17069"/>
                </a:lnTo>
                <a:lnTo>
                  <a:pt x="16909" y="0"/>
                </a:lnTo>
                <a:lnTo>
                  <a:pt x="26798" y="2563"/>
                </a:lnTo>
                <a:close/>
                <a:moveTo>
                  <a:pt x="26798" y="2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8F183-C18E-4C96-9E3B-2820C714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18" y="2766634"/>
            <a:ext cx="31561" cy="85959"/>
          </a:xfrm>
          <a:custGeom xmlns:a="http://schemas.openxmlformats.org/drawingml/2006/main">
            <a:pathLst>
              <a:path w="31561" h="85959">
                <a:moveTo>
                  <a:pt x="15584" y="23390"/>
                </a:moveTo>
                <a:lnTo>
                  <a:pt x="25488" y="25939"/>
                </a:lnTo>
                <a:lnTo>
                  <a:pt x="9831" y="85959"/>
                </a:lnTo>
                <a:lnTo>
                  <a:pt x="0" y="83410"/>
                </a:lnTo>
                <a:lnTo>
                  <a:pt x="15584" y="23390"/>
                </a:lnTo>
                <a:close/>
                <a:moveTo>
                  <a:pt x="21672" y="0"/>
                </a:moveTo>
                <a:lnTo>
                  <a:pt x="31561" y="2622"/>
                </a:lnTo>
                <a:lnTo>
                  <a:pt x="28269" y="15074"/>
                </a:lnTo>
                <a:lnTo>
                  <a:pt x="18424" y="12511"/>
                </a:lnTo>
                <a:lnTo>
                  <a:pt x="21672" y="0"/>
                </a:lnTo>
                <a:close/>
                <a:moveTo>
                  <a:pt x="216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6CFF0-5A3D-4B24-AE40-858675F8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08" y="2797875"/>
            <a:ext cx="61840" cy="73099"/>
          </a:xfrm>
          <a:custGeom xmlns:a="http://schemas.openxmlformats.org/drawingml/2006/main">
            <a:pathLst>
              <a:path w="61840" h="73099">
                <a:moveTo>
                  <a:pt x="59685" y="36862"/>
                </a:moveTo>
                <a:lnTo>
                  <a:pt x="50233" y="73099"/>
                </a:lnTo>
                <a:lnTo>
                  <a:pt x="40387" y="70477"/>
                </a:lnTo>
                <a:lnTo>
                  <a:pt x="49723" y="34590"/>
                </a:lnTo>
                <a:cubicBezTo>
                  <a:pt x="51208" y="28954"/>
                  <a:pt x="51208" y="24395"/>
                  <a:pt x="49723" y="20987"/>
                </a:cubicBezTo>
                <a:cubicBezTo>
                  <a:pt x="48237" y="17637"/>
                  <a:pt x="45281" y="15351"/>
                  <a:pt x="40911" y="14157"/>
                </a:cubicBezTo>
                <a:cubicBezTo>
                  <a:pt x="35552" y="12802"/>
                  <a:pt x="30891" y="13414"/>
                  <a:pt x="26959" y="15977"/>
                </a:cubicBezTo>
                <a:cubicBezTo>
                  <a:pt x="22983" y="18599"/>
                  <a:pt x="20259" y="22808"/>
                  <a:pt x="18715" y="28663"/>
                </a:cubicBezTo>
                <a:lnTo>
                  <a:pt x="9904" y="62583"/>
                </a:lnTo>
                <a:lnTo>
                  <a:pt x="0" y="60020"/>
                </a:lnTo>
                <a:lnTo>
                  <a:pt x="15642" y="0"/>
                </a:lnTo>
                <a:lnTo>
                  <a:pt x="25546" y="2549"/>
                </a:lnTo>
                <a:lnTo>
                  <a:pt x="23099" y="11885"/>
                </a:lnTo>
                <a:cubicBezTo>
                  <a:pt x="26391" y="8928"/>
                  <a:pt x="29872" y="6933"/>
                  <a:pt x="33571" y="5971"/>
                </a:cubicBezTo>
                <a:cubicBezTo>
                  <a:pt x="37212" y="4996"/>
                  <a:pt x="41130" y="5112"/>
                  <a:pt x="45281" y="6190"/>
                </a:cubicBezTo>
                <a:cubicBezTo>
                  <a:pt x="52228" y="7967"/>
                  <a:pt x="56830" y="11491"/>
                  <a:pt x="59277" y="16662"/>
                </a:cubicBezTo>
                <a:cubicBezTo>
                  <a:pt x="61724" y="21847"/>
                  <a:pt x="61840" y="28561"/>
                  <a:pt x="59685" y="36862"/>
                </a:cubicBezTo>
                <a:close/>
                <a:moveTo>
                  <a:pt x="59685" y="368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5A185-F859-4871-A073-1C2F0966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61" y="2818003"/>
            <a:ext cx="67142" cy="88988"/>
          </a:xfrm>
          <a:custGeom xmlns:a="http://schemas.openxmlformats.org/drawingml/2006/main">
            <a:pathLst>
              <a:path w="67142" h="88988">
                <a:moveTo>
                  <a:pt x="49621" y="37605"/>
                </a:moveTo>
                <a:cubicBezTo>
                  <a:pt x="51485" y="30498"/>
                  <a:pt x="51441" y="24585"/>
                  <a:pt x="49504" y="19924"/>
                </a:cubicBezTo>
                <a:cubicBezTo>
                  <a:pt x="47626" y="15191"/>
                  <a:pt x="43984" y="12176"/>
                  <a:pt x="38698" y="10763"/>
                </a:cubicBezTo>
                <a:cubicBezTo>
                  <a:pt x="33396" y="9394"/>
                  <a:pt x="28736" y="10297"/>
                  <a:pt x="24803" y="13428"/>
                </a:cubicBezTo>
                <a:cubicBezTo>
                  <a:pt x="20827" y="16618"/>
                  <a:pt x="17929" y="21745"/>
                  <a:pt x="16050" y="28910"/>
                </a:cubicBezTo>
                <a:cubicBezTo>
                  <a:pt x="14171" y="36018"/>
                  <a:pt x="14229" y="41931"/>
                  <a:pt x="16166" y="46606"/>
                </a:cubicBezTo>
                <a:cubicBezTo>
                  <a:pt x="18089" y="51325"/>
                  <a:pt x="21686" y="54340"/>
                  <a:pt x="26973" y="55709"/>
                </a:cubicBezTo>
                <a:cubicBezTo>
                  <a:pt x="32260" y="57122"/>
                  <a:pt x="36921" y="56219"/>
                  <a:pt x="40911" y="53029"/>
                </a:cubicBezTo>
                <a:cubicBezTo>
                  <a:pt x="44829" y="49898"/>
                  <a:pt x="47800" y="44727"/>
                  <a:pt x="49621" y="37605"/>
                </a:cubicBezTo>
                <a:close/>
                <a:moveTo>
                  <a:pt x="53422" y="63442"/>
                </a:moveTo>
                <a:cubicBezTo>
                  <a:pt x="50757" y="73681"/>
                  <a:pt x="46548" y="80672"/>
                  <a:pt x="40678" y="84488"/>
                </a:cubicBezTo>
                <a:cubicBezTo>
                  <a:pt x="34882" y="88304"/>
                  <a:pt x="27250" y="88988"/>
                  <a:pt x="17929" y="86542"/>
                </a:cubicBezTo>
                <a:cubicBezTo>
                  <a:pt x="14448" y="85624"/>
                  <a:pt x="11273" y="84488"/>
                  <a:pt x="8316" y="83177"/>
                </a:cubicBezTo>
                <a:cubicBezTo>
                  <a:pt x="5345" y="81881"/>
                  <a:pt x="2622" y="80337"/>
                  <a:pt x="0" y="78517"/>
                </a:cubicBezTo>
                <a:lnTo>
                  <a:pt x="2447" y="68904"/>
                </a:lnTo>
                <a:cubicBezTo>
                  <a:pt x="4952" y="71234"/>
                  <a:pt x="7515" y="73113"/>
                  <a:pt x="10137" y="74599"/>
                </a:cubicBezTo>
                <a:cubicBezTo>
                  <a:pt x="12744" y="76070"/>
                  <a:pt x="15540" y="77206"/>
                  <a:pt x="18497" y="78007"/>
                </a:cubicBezTo>
                <a:cubicBezTo>
                  <a:pt x="24920" y="79653"/>
                  <a:pt x="30221" y="79259"/>
                  <a:pt x="34314" y="76696"/>
                </a:cubicBezTo>
                <a:cubicBezTo>
                  <a:pt x="38406" y="74191"/>
                  <a:pt x="41305" y="69472"/>
                  <a:pt x="43125" y="62641"/>
                </a:cubicBezTo>
                <a:lnTo>
                  <a:pt x="44378" y="57806"/>
                </a:lnTo>
                <a:cubicBezTo>
                  <a:pt x="41421" y="60763"/>
                  <a:pt x="38115" y="62758"/>
                  <a:pt x="34474" y="63676"/>
                </a:cubicBezTo>
                <a:cubicBezTo>
                  <a:pt x="30833" y="64579"/>
                  <a:pt x="26857" y="64462"/>
                  <a:pt x="22415" y="63326"/>
                </a:cubicBezTo>
                <a:cubicBezTo>
                  <a:pt x="15030" y="61389"/>
                  <a:pt x="9846" y="57063"/>
                  <a:pt x="6831" y="50305"/>
                </a:cubicBezTo>
                <a:cubicBezTo>
                  <a:pt x="3758" y="43533"/>
                  <a:pt x="3481" y="35508"/>
                  <a:pt x="5869" y="26230"/>
                </a:cubicBezTo>
                <a:cubicBezTo>
                  <a:pt x="8258" y="16968"/>
                  <a:pt x="12467" y="10137"/>
                  <a:pt x="18439" y="5695"/>
                </a:cubicBezTo>
                <a:cubicBezTo>
                  <a:pt x="24410" y="1253"/>
                  <a:pt x="31066" y="0"/>
                  <a:pt x="38406" y="1879"/>
                </a:cubicBezTo>
                <a:cubicBezTo>
                  <a:pt x="42848" y="3073"/>
                  <a:pt x="46431" y="4894"/>
                  <a:pt x="49097" y="7515"/>
                </a:cubicBezTo>
                <a:cubicBezTo>
                  <a:pt x="51835" y="10079"/>
                  <a:pt x="53772" y="13370"/>
                  <a:pt x="54908" y="17477"/>
                </a:cubicBezTo>
                <a:lnTo>
                  <a:pt x="57238" y="8375"/>
                </a:lnTo>
                <a:lnTo>
                  <a:pt x="67142" y="10923"/>
                </a:lnTo>
                <a:lnTo>
                  <a:pt x="53422" y="63442"/>
                </a:lnTo>
                <a:close/>
                <a:moveTo>
                  <a:pt x="53422" y="634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90F9E-6124-46F2-A40C-39BF7319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21" y="2836499"/>
            <a:ext cx="58942" cy="69924"/>
          </a:xfrm>
          <a:custGeom xmlns:a="http://schemas.openxmlformats.org/drawingml/2006/main">
            <a:pathLst>
              <a:path w="58942" h="69924">
                <a:moveTo>
                  <a:pt x="35843" y="34649"/>
                </a:moveTo>
                <a:cubicBezTo>
                  <a:pt x="27876" y="32595"/>
                  <a:pt x="22138" y="32027"/>
                  <a:pt x="18613" y="33047"/>
                </a:cubicBezTo>
                <a:cubicBezTo>
                  <a:pt x="15016" y="34081"/>
                  <a:pt x="12686" y="36804"/>
                  <a:pt x="11550" y="41188"/>
                </a:cubicBezTo>
                <a:cubicBezTo>
                  <a:pt x="10647" y="44654"/>
                  <a:pt x="11098" y="47728"/>
                  <a:pt x="12860" y="50407"/>
                </a:cubicBezTo>
                <a:cubicBezTo>
                  <a:pt x="14623" y="53087"/>
                  <a:pt x="17463" y="54893"/>
                  <a:pt x="21453" y="55927"/>
                </a:cubicBezTo>
                <a:cubicBezTo>
                  <a:pt x="26915" y="57340"/>
                  <a:pt x="31809" y="56554"/>
                  <a:pt x="36134" y="53539"/>
                </a:cubicBezTo>
                <a:cubicBezTo>
                  <a:pt x="40460" y="50524"/>
                  <a:pt x="43416" y="45805"/>
                  <a:pt x="45120" y="39368"/>
                </a:cubicBezTo>
                <a:lnTo>
                  <a:pt x="45688" y="37212"/>
                </a:lnTo>
                <a:lnTo>
                  <a:pt x="35843" y="34649"/>
                </a:lnTo>
                <a:close/>
                <a:moveTo>
                  <a:pt x="56554" y="35668"/>
                </a:moveTo>
                <a:lnTo>
                  <a:pt x="47684" y="69924"/>
                </a:lnTo>
                <a:lnTo>
                  <a:pt x="37838" y="67360"/>
                </a:lnTo>
                <a:lnTo>
                  <a:pt x="40169" y="58258"/>
                </a:lnTo>
                <a:cubicBezTo>
                  <a:pt x="36979" y="61272"/>
                  <a:pt x="33454" y="63268"/>
                  <a:pt x="29639" y="64112"/>
                </a:cubicBezTo>
                <a:cubicBezTo>
                  <a:pt x="25837" y="64972"/>
                  <a:pt x="21512" y="64797"/>
                  <a:pt x="16676" y="63486"/>
                </a:cubicBezTo>
                <a:cubicBezTo>
                  <a:pt x="10530" y="61899"/>
                  <a:pt x="6088" y="58942"/>
                  <a:pt x="3364" y="54500"/>
                </a:cubicBezTo>
                <a:cubicBezTo>
                  <a:pt x="626" y="50116"/>
                  <a:pt x="0" y="45062"/>
                  <a:pt x="1544" y="39251"/>
                </a:cubicBezTo>
                <a:cubicBezTo>
                  <a:pt x="3306" y="32479"/>
                  <a:pt x="6889" y="27993"/>
                  <a:pt x="12292" y="25764"/>
                </a:cubicBezTo>
                <a:cubicBezTo>
                  <a:pt x="17696" y="23492"/>
                  <a:pt x="24861" y="23551"/>
                  <a:pt x="33848" y="25881"/>
                </a:cubicBezTo>
                <a:lnTo>
                  <a:pt x="47684" y="29464"/>
                </a:lnTo>
                <a:lnTo>
                  <a:pt x="47902" y="28503"/>
                </a:lnTo>
                <a:cubicBezTo>
                  <a:pt x="49097" y="23958"/>
                  <a:pt x="48529" y="20084"/>
                  <a:pt x="46198" y="16836"/>
                </a:cubicBezTo>
                <a:cubicBezTo>
                  <a:pt x="43868" y="13545"/>
                  <a:pt x="39994" y="11200"/>
                  <a:pt x="34590" y="9846"/>
                </a:cubicBezTo>
                <a:cubicBezTo>
                  <a:pt x="31182" y="8928"/>
                  <a:pt x="27716" y="8476"/>
                  <a:pt x="24235" y="8476"/>
                </a:cubicBezTo>
                <a:cubicBezTo>
                  <a:pt x="20769" y="8418"/>
                  <a:pt x="17361" y="8870"/>
                  <a:pt x="13938" y="9729"/>
                </a:cubicBezTo>
                <a:lnTo>
                  <a:pt x="16268" y="568"/>
                </a:lnTo>
                <a:cubicBezTo>
                  <a:pt x="20259" y="117"/>
                  <a:pt x="24017" y="0"/>
                  <a:pt x="27600" y="233"/>
                </a:cubicBezTo>
                <a:cubicBezTo>
                  <a:pt x="31182" y="393"/>
                  <a:pt x="34590" y="903"/>
                  <a:pt x="37780" y="1762"/>
                </a:cubicBezTo>
                <a:cubicBezTo>
                  <a:pt x="46490" y="3976"/>
                  <a:pt x="52344" y="7967"/>
                  <a:pt x="55476" y="13545"/>
                </a:cubicBezTo>
                <a:cubicBezTo>
                  <a:pt x="58607" y="19167"/>
                  <a:pt x="58942" y="26565"/>
                  <a:pt x="56554" y="35668"/>
                </a:cubicBezTo>
                <a:close/>
                <a:moveTo>
                  <a:pt x="56554" y="356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7612F-881D-4471-9E0B-BB8C252F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08" y="2828358"/>
            <a:ext cx="31517" cy="85915"/>
          </a:xfrm>
          <a:custGeom xmlns:a="http://schemas.openxmlformats.org/drawingml/2006/main">
            <a:pathLst>
              <a:path w="31517" h="85915">
                <a:moveTo>
                  <a:pt x="21672" y="0"/>
                </a:moveTo>
                <a:lnTo>
                  <a:pt x="31517" y="2563"/>
                </a:lnTo>
                <a:lnTo>
                  <a:pt x="9846" y="85915"/>
                </a:lnTo>
                <a:lnTo>
                  <a:pt x="0" y="83352"/>
                </a:lnTo>
                <a:lnTo>
                  <a:pt x="21672" y="0"/>
                </a:lnTo>
                <a:close/>
                <a:moveTo>
                  <a:pt x="216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F061D-0513-44B5-888C-0B9FBA54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50" y="2862380"/>
            <a:ext cx="61229" cy="67768"/>
          </a:xfrm>
          <a:custGeom xmlns:a="http://schemas.openxmlformats.org/drawingml/2006/main">
            <a:pathLst>
              <a:path w="61229" h="67768">
                <a:moveTo>
                  <a:pt x="58884" y="38173"/>
                </a:moveTo>
                <a:lnTo>
                  <a:pt x="57646" y="42965"/>
                </a:lnTo>
                <a:lnTo>
                  <a:pt x="12292" y="31182"/>
                </a:lnTo>
                <a:cubicBezTo>
                  <a:pt x="10982" y="38071"/>
                  <a:pt x="11666" y="43751"/>
                  <a:pt x="14404" y="48310"/>
                </a:cubicBezTo>
                <a:cubicBezTo>
                  <a:pt x="17128" y="52796"/>
                  <a:pt x="21803" y="55869"/>
                  <a:pt x="28342" y="57573"/>
                </a:cubicBezTo>
                <a:cubicBezTo>
                  <a:pt x="32100" y="58607"/>
                  <a:pt x="35901" y="59059"/>
                  <a:pt x="39659" y="59059"/>
                </a:cubicBezTo>
                <a:cubicBezTo>
                  <a:pt x="43475" y="59059"/>
                  <a:pt x="47334" y="58607"/>
                  <a:pt x="51383" y="57631"/>
                </a:cubicBezTo>
                <a:lnTo>
                  <a:pt x="48936" y="66967"/>
                </a:lnTo>
                <a:cubicBezTo>
                  <a:pt x="45004" y="67535"/>
                  <a:pt x="41086" y="67768"/>
                  <a:pt x="37154" y="67593"/>
                </a:cubicBezTo>
                <a:cubicBezTo>
                  <a:pt x="33236" y="67360"/>
                  <a:pt x="29362" y="66792"/>
                  <a:pt x="25546" y="65831"/>
                </a:cubicBezTo>
                <a:cubicBezTo>
                  <a:pt x="15992" y="63326"/>
                  <a:pt x="9117" y="58549"/>
                  <a:pt x="4952" y="51543"/>
                </a:cubicBezTo>
                <a:cubicBezTo>
                  <a:pt x="859" y="44494"/>
                  <a:pt x="0" y="36251"/>
                  <a:pt x="2505" y="26740"/>
                </a:cubicBezTo>
                <a:cubicBezTo>
                  <a:pt x="5068" y="16895"/>
                  <a:pt x="9729" y="9787"/>
                  <a:pt x="16501" y="5403"/>
                </a:cubicBezTo>
                <a:cubicBezTo>
                  <a:pt x="23332" y="1034"/>
                  <a:pt x="31241" y="0"/>
                  <a:pt x="40227" y="2330"/>
                </a:cubicBezTo>
                <a:cubicBezTo>
                  <a:pt x="48310" y="4442"/>
                  <a:pt x="54005" y="8710"/>
                  <a:pt x="57355" y="15132"/>
                </a:cubicBezTo>
                <a:cubicBezTo>
                  <a:pt x="60704" y="21570"/>
                  <a:pt x="61229" y="29245"/>
                  <a:pt x="58884" y="38173"/>
                </a:cubicBezTo>
                <a:close/>
                <a:moveTo>
                  <a:pt x="49781" y="32712"/>
                </a:moveTo>
                <a:cubicBezTo>
                  <a:pt x="51092" y="27308"/>
                  <a:pt x="50757" y="22589"/>
                  <a:pt x="48587" y="18613"/>
                </a:cubicBezTo>
                <a:cubicBezTo>
                  <a:pt x="46490" y="14623"/>
                  <a:pt x="43023" y="12016"/>
                  <a:pt x="38188" y="10763"/>
                </a:cubicBezTo>
                <a:cubicBezTo>
                  <a:pt x="32668" y="9336"/>
                  <a:pt x="27891" y="9729"/>
                  <a:pt x="23725" y="11957"/>
                </a:cubicBezTo>
                <a:cubicBezTo>
                  <a:pt x="19633" y="14229"/>
                  <a:pt x="16618" y="18089"/>
                  <a:pt x="14623" y="23609"/>
                </a:cubicBezTo>
                <a:lnTo>
                  <a:pt x="49781" y="32712"/>
                </a:lnTo>
                <a:close/>
                <a:moveTo>
                  <a:pt x="49781" y="327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3ADBC-8765-46FF-9E94-D6626739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74" y="2854472"/>
            <a:ext cx="70026" cy="90183"/>
          </a:xfrm>
          <a:custGeom xmlns:a="http://schemas.openxmlformats.org/drawingml/2006/main">
            <a:pathLst>
              <a:path w="70026" h="90183">
                <a:moveTo>
                  <a:pt x="2330" y="0"/>
                </a:moveTo>
                <a:lnTo>
                  <a:pt x="70026" y="17579"/>
                </a:lnTo>
                <a:lnTo>
                  <a:pt x="67637" y="26740"/>
                </a:lnTo>
                <a:lnTo>
                  <a:pt x="39251" y="19342"/>
                </a:lnTo>
                <a:lnTo>
                  <a:pt x="20827" y="90183"/>
                </a:lnTo>
                <a:lnTo>
                  <a:pt x="9947" y="87328"/>
                </a:lnTo>
                <a:lnTo>
                  <a:pt x="28386" y="16501"/>
                </a:lnTo>
                <a:lnTo>
                  <a:pt x="0" y="9103"/>
                </a:lnTo>
                <a:lnTo>
                  <a:pt x="2330" y="0"/>
                </a:lnTo>
                <a:close/>
                <a:moveTo>
                  <a:pt x="23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E4005-08D0-48EF-B60E-DEE5962E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48" y="2890373"/>
            <a:ext cx="50917" cy="62583"/>
          </a:xfrm>
          <a:custGeom xmlns:a="http://schemas.openxmlformats.org/drawingml/2006/main">
            <a:pathLst>
              <a:path w="50917" h="62583">
                <a:moveTo>
                  <a:pt x="48354" y="18322"/>
                </a:moveTo>
                <a:cubicBezTo>
                  <a:pt x="47378" y="17419"/>
                  <a:pt x="46300" y="16618"/>
                  <a:pt x="45106" y="15992"/>
                </a:cubicBezTo>
                <a:cubicBezTo>
                  <a:pt x="43853" y="15365"/>
                  <a:pt x="42499" y="14797"/>
                  <a:pt x="40897" y="14390"/>
                </a:cubicBezTo>
                <a:cubicBezTo>
                  <a:pt x="35319" y="12977"/>
                  <a:pt x="30542" y="13661"/>
                  <a:pt x="26624" y="16501"/>
                </a:cubicBezTo>
                <a:cubicBezTo>
                  <a:pt x="22691" y="19342"/>
                  <a:pt x="19851" y="24177"/>
                  <a:pt x="18089" y="30949"/>
                </a:cubicBezTo>
                <a:lnTo>
                  <a:pt x="9889" y="62583"/>
                </a:lnTo>
                <a:lnTo>
                  <a:pt x="0" y="59962"/>
                </a:lnTo>
                <a:lnTo>
                  <a:pt x="15584" y="0"/>
                </a:lnTo>
                <a:lnTo>
                  <a:pt x="25488" y="2563"/>
                </a:lnTo>
                <a:lnTo>
                  <a:pt x="23099" y="11899"/>
                </a:lnTo>
                <a:cubicBezTo>
                  <a:pt x="26114" y="8768"/>
                  <a:pt x="29522" y="6772"/>
                  <a:pt x="33280" y="5869"/>
                </a:cubicBezTo>
                <a:cubicBezTo>
                  <a:pt x="37037" y="4952"/>
                  <a:pt x="41348" y="5127"/>
                  <a:pt x="46082" y="6379"/>
                </a:cubicBezTo>
                <a:cubicBezTo>
                  <a:pt x="46752" y="6539"/>
                  <a:pt x="47494" y="6772"/>
                  <a:pt x="48296" y="7107"/>
                </a:cubicBezTo>
                <a:cubicBezTo>
                  <a:pt x="49097" y="7399"/>
                  <a:pt x="49941" y="7734"/>
                  <a:pt x="50917" y="8200"/>
                </a:cubicBezTo>
                <a:lnTo>
                  <a:pt x="48354" y="18322"/>
                </a:lnTo>
                <a:close/>
                <a:moveTo>
                  <a:pt x="48354" y="183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A099D-11B6-4CE5-80EB-DC49C459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61" y="2904486"/>
            <a:ext cx="58942" cy="69924"/>
          </a:xfrm>
          <a:custGeom xmlns:a="http://schemas.openxmlformats.org/drawingml/2006/main">
            <a:pathLst>
              <a:path w="58942" h="69924">
                <a:moveTo>
                  <a:pt x="35843" y="34649"/>
                </a:moveTo>
                <a:cubicBezTo>
                  <a:pt x="27876" y="32595"/>
                  <a:pt x="22123" y="32027"/>
                  <a:pt x="18599" y="33047"/>
                </a:cubicBezTo>
                <a:cubicBezTo>
                  <a:pt x="15016" y="34081"/>
                  <a:pt x="12686" y="36804"/>
                  <a:pt x="11550" y="41188"/>
                </a:cubicBezTo>
                <a:cubicBezTo>
                  <a:pt x="10632" y="44713"/>
                  <a:pt x="11098" y="47786"/>
                  <a:pt x="12860" y="50407"/>
                </a:cubicBezTo>
                <a:cubicBezTo>
                  <a:pt x="14623" y="53073"/>
                  <a:pt x="17463" y="54893"/>
                  <a:pt x="21453" y="55927"/>
                </a:cubicBezTo>
                <a:cubicBezTo>
                  <a:pt x="26915" y="57340"/>
                  <a:pt x="31794" y="56554"/>
                  <a:pt x="36120" y="53539"/>
                </a:cubicBezTo>
                <a:cubicBezTo>
                  <a:pt x="40445" y="50524"/>
                  <a:pt x="43402" y="45849"/>
                  <a:pt x="45120" y="39426"/>
                </a:cubicBezTo>
                <a:lnTo>
                  <a:pt x="45688" y="37212"/>
                </a:lnTo>
                <a:lnTo>
                  <a:pt x="35843" y="34649"/>
                </a:lnTo>
                <a:close/>
                <a:moveTo>
                  <a:pt x="56612" y="35668"/>
                </a:moveTo>
                <a:lnTo>
                  <a:pt x="47669" y="69924"/>
                </a:lnTo>
                <a:lnTo>
                  <a:pt x="37838" y="67360"/>
                </a:lnTo>
                <a:lnTo>
                  <a:pt x="40169" y="58258"/>
                </a:lnTo>
                <a:cubicBezTo>
                  <a:pt x="36979" y="61331"/>
                  <a:pt x="33513" y="63268"/>
                  <a:pt x="29697" y="64112"/>
                </a:cubicBezTo>
                <a:cubicBezTo>
                  <a:pt x="25881" y="64972"/>
                  <a:pt x="21497" y="64797"/>
                  <a:pt x="16662" y="63544"/>
                </a:cubicBezTo>
                <a:cubicBezTo>
                  <a:pt x="10530" y="61899"/>
                  <a:pt x="6088" y="58942"/>
                  <a:pt x="3350" y="54500"/>
                </a:cubicBezTo>
                <a:cubicBezTo>
                  <a:pt x="626" y="50116"/>
                  <a:pt x="0" y="45062"/>
                  <a:pt x="1529" y="39251"/>
                </a:cubicBezTo>
                <a:cubicBezTo>
                  <a:pt x="3292" y="32537"/>
                  <a:pt x="6889" y="28051"/>
                  <a:pt x="12292" y="25764"/>
                </a:cubicBezTo>
                <a:cubicBezTo>
                  <a:pt x="17696" y="23492"/>
                  <a:pt x="24861" y="23551"/>
                  <a:pt x="33848" y="25881"/>
                </a:cubicBezTo>
                <a:lnTo>
                  <a:pt x="47669" y="29464"/>
                </a:lnTo>
                <a:lnTo>
                  <a:pt x="47902" y="28503"/>
                </a:lnTo>
                <a:cubicBezTo>
                  <a:pt x="49097" y="24002"/>
                  <a:pt x="48529" y="20084"/>
                  <a:pt x="46198" y="16836"/>
                </a:cubicBezTo>
                <a:cubicBezTo>
                  <a:pt x="43868" y="13603"/>
                  <a:pt x="39994" y="11258"/>
                  <a:pt x="34590" y="9846"/>
                </a:cubicBezTo>
                <a:cubicBezTo>
                  <a:pt x="31168" y="8928"/>
                  <a:pt x="27701" y="8476"/>
                  <a:pt x="24235" y="8476"/>
                </a:cubicBezTo>
                <a:cubicBezTo>
                  <a:pt x="20769" y="8418"/>
                  <a:pt x="17346" y="8870"/>
                  <a:pt x="13938" y="9729"/>
                </a:cubicBezTo>
                <a:lnTo>
                  <a:pt x="16327" y="626"/>
                </a:lnTo>
                <a:cubicBezTo>
                  <a:pt x="20245" y="175"/>
                  <a:pt x="24002" y="0"/>
                  <a:pt x="27585" y="233"/>
                </a:cubicBezTo>
                <a:cubicBezTo>
                  <a:pt x="31168" y="393"/>
                  <a:pt x="34590" y="903"/>
                  <a:pt x="37780" y="1762"/>
                </a:cubicBezTo>
                <a:cubicBezTo>
                  <a:pt x="46475" y="4034"/>
                  <a:pt x="52344" y="7967"/>
                  <a:pt x="55461" y="13603"/>
                </a:cubicBezTo>
                <a:cubicBezTo>
                  <a:pt x="58593" y="19167"/>
                  <a:pt x="58942" y="26565"/>
                  <a:pt x="56612" y="35668"/>
                </a:cubicBezTo>
                <a:close/>
                <a:moveTo>
                  <a:pt x="56612" y="356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10433-848F-45EC-B86F-7B1DD0E5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47" y="2896344"/>
            <a:ext cx="31517" cy="85915"/>
          </a:xfrm>
          <a:custGeom xmlns:a="http://schemas.openxmlformats.org/drawingml/2006/main">
            <a:pathLst>
              <a:path w="31517" h="85915">
                <a:moveTo>
                  <a:pt x="15584" y="23332"/>
                </a:moveTo>
                <a:lnTo>
                  <a:pt x="25429" y="25954"/>
                </a:lnTo>
                <a:lnTo>
                  <a:pt x="9846" y="85915"/>
                </a:lnTo>
                <a:lnTo>
                  <a:pt x="0" y="83352"/>
                </a:lnTo>
                <a:lnTo>
                  <a:pt x="15584" y="23332"/>
                </a:lnTo>
                <a:close/>
                <a:moveTo>
                  <a:pt x="21672" y="0"/>
                </a:moveTo>
                <a:lnTo>
                  <a:pt x="31517" y="2563"/>
                </a:lnTo>
                <a:lnTo>
                  <a:pt x="28269" y="15089"/>
                </a:lnTo>
                <a:lnTo>
                  <a:pt x="18424" y="12467"/>
                </a:lnTo>
                <a:lnTo>
                  <a:pt x="21672" y="0"/>
                </a:lnTo>
                <a:close/>
                <a:moveTo>
                  <a:pt x="216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60E72-EECA-4399-BBAF-15BB07E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37" y="2927527"/>
            <a:ext cx="61840" cy="73099"/>
          </a:xfrm>
          <a:custGeom xmlns:a="http://schemas.openxmlformats.org/drawingml/2006/main">
            <a:pathLst>
              <a:path w="61840" h="73099">
                <a:moveTo>
                  <a:pt x="59685" y="36862"/>
                </a:moveTo>
                <a:lnTo>
                  <a:pt x="50233" y="73099"/>
                </a:lnTo>
                <a:lnTo>
                  <a:pt x="40402" y="70550"/>
                </a:lnTo>
                <a:lnTo>
                  <a:pt x="49723" y="34649"/>
                </a:lnTo>
                <a:cubicBezTo>
                  <a:pt x="51208" y="28954"/>
                  <a:pt x="51208" y="24410"/>
                  <a:pt x="49723" y="21046"/>
                </a:cubicBezTo>
                <a:cubicBezTo>
                  <a:pt x="48252" y="17637"/>
                  <a:pt x="45295" y="15365"/>
                  <a:pt x="40853" y="14229"/>
                </a:cubicBezTo>
                <a:cubicBezTo>
                  <a:pt x="35566" y="12802"/>
                  <a:pt x="30891" y="13428"/>
                  <a:pt x="26973" y="16050"/>
                </a:cubicBezTo>
                <a:cubicBezTo>
                  <a:pt x="22983" y="18599"/>
                  <a:pt x="20259" y="22808"/>
                  <a:pt x="18715" y="28677"/>
                </a:cubicBezTo>
                <a:lnTo>
                  <a:pt x="9904" y="62583"/>
                </a:lnTo>
                <a:lnTo>
                  <a:pt x="0" y="60020"/>
                </a:lnTo>
                <a:lnTo>
                  <a:pt x="15598" y="0"/>
                </a:lnTo>
                <a:lnTo>
                  <a:pt x="25546" y="2622"/>
                </a:lnTo>
                <a:lnTo>
                  <a:pt x="23099" y="11885"/>
                </a:lnTo>
                <a:cubicBezTo>
                  <a:pt x="26405" y="8928"/>
                  <a:pt x="29872" y="6947"/>
                  <a:pt x="33513" y="5971"/>
                </a:cubicBezTo>
                <a:cubicBezTo>
                  <a:pt x="37212" y="5068"/>
                  <a:pt x="41130" y="5127"/>
                  <a:pt x="45295" y="6204"/>
                </a:cubicBezTo>
                <a:cubicBezTo>
                  <a:pt x="52170" y="8025"/>
                  <a:pt x="56845" y="11491"/>
                  <a:pt x="59292" y="16676"/>
                </a:cubicBezTo>
                <a:cubicBezTo>
                  <a:pt x="61680" y="21847"/>
                  <a:pt x="61840" y="28619"/>
                  <a:pt x="59685" y="36862"/>
                </a:cubicBezTo>
                <a:close/>
                <a:moveTo>
                  <a:pt x="59685" y="368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2AD04-BF00-4E67-BCB5-78994A63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0" y="2992499"/>
            <a:ext cx="14841" cy="16560"/>
          </a:xfrm>
          <a:custGeom xmlns:a="http://schemas.openxmlformats.org/drawingml/2006/main">
            <a:pathLst>
              <a:path w="14841" h="16560">
                <a:moveTo>
                  <a:pt x="3525" y="0"/>
                </a:moveTo>
                <a:lnTo>
                  <a:pt x="14841" y="2957"/>
                </a:lnTo>
                <a:lnTo>
                  <a:pt x="11317" y="16560"/>
                </a:lnTo>
                <a:lnTo>
                  <a:pt x="0" y="13603"/>
                </a:lnTo>
                <a:lnTo>
                  <a:pt x="3525" y="0"/>
                </a:lnTo>
                <a:close/>
                <a:moveTo>
                  <a:pt x="352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A8762-2267-4F8A-AB0E-90D128B2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97" y="3001543"/>
            <a:ext cx="14856" cy="16618"/>
          </a:xfrm>
          <a:custGeom xmlns:a="http://schemas.openxmlformats.org/drawingml/2006/main">
            <a:pathLst>
              <a:path w="14856" h="16618">
                <a:moveTo>
                  <a:pt x="3539" y="0"/>
                </a:moveTo>
                <a:lnTo>
                  <a:pt x="14856" y="2957"/>
                </a:lnTo>
                <a:lnTo>
                  <a:pt x="11331" y="16618"/>
                </a:lnTo>
                <a:lnTo>
                  <a:pt x="0" y="13647"/>
                </a:lnTo>
                <a:lnTo>
                  <a:pt x="3539" y="0"/>
                </a:lnTo>
                <a:close/>
                <a:moveTo>
                  <a:pt x="35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D54AE-7C06-49DE-BD55-FEF34D4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03" y="2944028"/>
            <a:ext cx="68278" cy="82769"/>
          </a:xfrm>
          <a:custGeom xmlns:a="http://schemas.openxmlformats.org/drawingml/2006/main">
            <a:pathLst>
              <a:path w="68278" h="82769">
                <a:moveTo>
                  <a:pt x="29362" y="11710"/>
                </a:moveTo>
                <a:lnTo>
                  <a:pt x="21512" y="41756"/>
                </a:lnTo>
                <a:lnTo>
                  <a:pt x="35115" y="45281"/>
                </a:lnTo>
                <a:cubicBezTo>
                  <a:pt x="40169" y="46591"/>
                  <a:pt x="44378" y="46300"/>
                  <a:pt x="47800" y="44436"/>
                </a:cubicBezTo>
                <a:cubicBezTo>
                  <a:pt x="51267" y="42557"/>
                  <a:pt x="53597" y="39193"/>
                  <a:pt x="54849" y="34357"/>
                </a:cubicBezTo>
                <a:cubicBezTo>
                  <a:pt x="56102" y="29580"/>
                  <a:pt x="55709" y="25546"/>
                  <a:pt x="53597" y="22182"/>
                </a:cubicBezTo>
                <a:cubicBezTo>
                  <a:pt x="51543" y="18890"/>
                  <a:pt x="47961" y="16545"/>
                  <a:pt x="42965" y="15249"/>
                </a:cubicBezTo>
                <a:lnTo>
                  <a:pt x="29362" y="11710"/>
                </a:lnTo>
                <a:close/>
                <a:moveTo>
                  <a:pt x="20827" y="0"/>
                </a:moveTo>
                <a:lnTo>
                  <a:pt x="45237" y="6365"/>
                </a:lnTo>
                <a:cubicBezTo>
                  <a:pt x="54223" y="8695"/>
                  <a:pt x="60486" y="12511"/>
                  <a:pt x="64011" y="17754"/>
                </a:cubicBezTo>
                <a:cubicBezTo>
                  <a:pt x="67535" y="22983"/>
                  <a:pt x="68278" y="29522"/>
                  <a:pt x="66283" y="37314"/>
                </a:cubicBezTo>
                <a:cubicBezTo>
                  <a:pt x="64185" y="45222"/>
                  <a:pt x="60369" y="50626"/>
                  <a:pt x="54733" y="53422"/>
                </a:cubicBezTo>
                <a:cubicBezTo>
                  <a:pt x="49111" y="56262"/>
                  <a:pt x="41771" y="56554"/>
                  <a:pt x="32828" y="54209"/>
                </a:cubicBezTo>
                <a:lnTo>
                  <a:pt x="19181" y="50626"/>
                </a:lnTo>
                <a:lnTo>
                  <a:pt x="10821" y="82769"/>
                </a:lnTo>
                <a:lnTo>
                  <a:pt x="0" y="79988"/>
                </a:lnTo>
                <a:lnTo>
                  <a:pt x="20827" y="0"/>
                </a:lnTo>
                <a:close/>
                <a:moveTo>
                  <a:pt x="208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306F3-D02B-4726-B467-560A799F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5" y="2982828"/>
            <a:ext cx="61214" cy="67754"/>
          </a:xfrm>
          <a:custGeom xmlns:a="http://schemas.openxmlformats.org/drawingml/2006/main">
            <a:pathLst>
              <a:path w="61214" h="67754">
                <a:moveTo>
                  <a:pt x="58884" y="38173"/>
                </a:moveTo>
                <a:lnTo>
                  <a:pt x="57631" y="42950"/>
                </a:lnTo>
                <a:lnTo>
                  <a:pt x="12292" y="31168"/>
                </a:lnTo>
                <a:cubicBezTo>
                  <a:pt x="10982" y="38057"/>
                  <a:pt x="11666" y="43810"/>
                  <a:pt x="14390" y="48296"/>
                </a:cubicBezTo>
                <a:cubicBezTo>
                  <a:pt x="17128" y="52796"/>
                  <a:pt x="21788" y="55927"/>
                  <a:pt x="28342" y="57573"/>
                </a:cubicBezTo>
                <a:cubicBezTo>
                  <a:pt x="32085" y="58593"/>
                  <a:pt x="35901" y="59059"/>
                  <a:pt x="39659" y="59059"/>
                </a:cubicBezTo>
                <a:cubicBezTo>
                  <a:pt x="43475" y="59059"/>
                  <a:pt x="47393" y="58593"/>
                  <a:pt x="51383" y="57631"/>
                </a:cubicBezTo>
                <a:lnTo>
                  <a:pt x="48936" y="66967"/>
                </a:lnTo>
                <a:cubicBezTo>
                  <a:pt x="45004" y="67535"/>
                  <a:pt x="41086" y="67754"/>
                  <a:pt x="37154" y="67579"/>
                </a:cubicBezTo>
                <a:cubicBezTo>
                  <a:pt x="33221" y="67419"/>
                  <a:pt x="29362" y="66792"/>
                  <a:pt x="25546" y="65816"/>
                </a:cubicBezTo>
                <a:cubicBezTo>
                  <a:pt x="15992" y="63326"/>
                  <a:pt x="9103" y="58534"/>
                  <a:pt x="5010" y="51543"/>
                </a:cubicBezTo>
                <a:cubicBezTo>
                  <a:pt x="859" y="44494"/>
                  <a:pt x="0" y="36236"/>
                  <a:pt x="2505" y="26740"/>
                </a:cubicBezTo>
                <a:cubicBezTo>
                  <a:pt x="5068" y="16895"/>
                  <a:pt x="9729" y="9846"/>
                  <a:pt x="16501" y="5462"/>
                </a:cubicBezTo>
                <a:cubicBezTo>
                  <a:pt x="23332" y="1020"/>
                  <a:pt x="31241" y="0"/>
                  <a:pt x="40227" y="2389"/>
                </a:cubicBezTo>
                <a:cubicBezTo>
                  <a:pt x="48310" y="4486"/>
                  <a:pt x="53990" y="8753"/>
                  <a:pt x="57355" y="15132"/>
                </a:cubicBezTo>
                <a:cubicBezTo>
                  <a:pt x="60704" y="21555"/>
                  <a:pt x="61214" y="29245"/>
                  <a:pt x="58884" y="38173"/>
                </a:cubicBezTo>
                <a:close/>
                <a:moveTo>
                  <a:pt x="49781" y="32712"/>
                </a:moveTo>
                <a:cubicBezTo>
                  <a:pt x="51150" y="27308"/>
                  <a:pt x="50757" y="22589"/>
                  <a:pt x="48645" y="18599"/>
                </a:cubicBezTo>
                <a:cubicBezTo>
                  <a:pt x="46548" y="14623"/>
                  <a:pt x="43009" y="12001"/>
                  <a:pt x="38173" y="10749"/>
                </a:cubicBezTo>
                <a:cubicBezTo>
                  <a:pt x="32653" y="9321"/>
                  <a:pt x="27876" y="9729"/>
                  <a:pt x="23784" y="11943"/>
                </a:cubicBezTo>
                <a:cubicBezTo>
                  <a:pt x="19633" y="14215"/>
                  <a:pt x="16618" y="18089"/>
                  <a:pt x="14623" y="23609"/>
                </a:cubicBezTo>
                <a:lnTo>
                  <a:pt x="49781" y="32712"/>
                </a:lnTo>
                <a:close/>
                <a:moveTo>
                  <a:pt x="49781" y="327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769CC-A322-455B-B33E-6D7E44F5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669" y="2997567"/>
            <a:ext cx="50975" cy="62569"/>
          </a:xfrm>
          <a:custGeom xmlns:a="http://schemas.openxmlformats.org/drawingml/2006/main">
            <a:pathLst>
              <a:path w="50975" h="62569">
                <a:moveTo>
                  <a:pt x="48354" y="18366"/>
                </a:moveTo>
                <a:cubicBezTo>
                  <a:pt x="47451" y="17404"/>
                  <a:pt x="46373" y="16662"/>
                  <a:pt x="45120" y="16035"/>
                </a:cubicBezTo>
                <a:cubicBezTo>
                  <a:pt x="43926" y="15351"/>
                  <a:pt x="42499" y="14841"/>
                  <a:pt x="40970" y="14448"/>
                </a:cubicBezTo>
                <a:cubicBezTo>
                  <a:pt x="35391" y="12962"/>
                  <a:pt x="30614" y="13647"/>
                  <a:pt x="26682" y="16487"/>
                </a:cubicBezTo>
                <a:cubicBezTo>
                  <a:pt x="22764" y="19342"/>
                  <a:pt x="19910" y="24177"/>
                  <a:pt x="18147" y="30949"/>
                </a:cubicBezTo>
                <a:lnTo>
                  <a:pt x="9904" y="62569"/>
                </a:lnTo>
                <a:lnTo>
                  <a:pt x="0" y="60020"/>
                </a:lnTo>
                <a:lnTo>
                  <a:pt x="15642" y="0"/>
                </a:lnTo>
                <a:lnTo>
                  <a:pt x="25546" y="2607"/>
                </a:lnTo>
                <a:lnTo>
                  <a:pt x="23099" y="11885"/>
                </a:lnTo>
                <a:cubicBezTo>
                  <a:pt x="26172" y="8811"/>
                  <a:pt x="29522" y="6816"/>
                  <a:pt x="33338" y="5913"/>
                </a:cubicBezTo>
                <a:cubicBezTo>
                  <a:pt x="37096" y="4996"/>
                  <a:pt x="41363" y="5170"/>
                  <a:pt x="46140" y="6423"/>
                </a:cubicBezTo>
                <a:cubicBezTo>
                  <a:pt x="46825" y="6598"/>
                  <a:pt x="47567" y="6816"/>
                  <a:pt x="48354" y="7107"/>
                </a:cubicBezTo>
                <a:cubicBezTo>
                  <a:pt x="49155" y="7442"/>
                  <a:pt x="50014" y="7792"/>
                  <a:pt x="50975" y="8243"/>
                </a:cubicBezTo>
                <a:lnTo>
                  <a:pt x="48354" y="18366"/>
                </a:lnTo>
                <a:close/>
                <a:moveTo>
                  <a:pt x="48354" y="183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E8A77-1296-4081-93C3-6880264B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183" y="2986061"/>
            <a:ext cx="31517" cy="85915"/>
          </a:xfrm>
          <a:custGeom xmlns:a="http://schemas.openxmlformats.org/drawingml/2006/main">
            <a:pathLst>
              <a:path w="31517" h="85915">
                <a:moveTo>
                  <a:pt x="15584" y="23332"/>
                </a:moveTo>
                <a:lnTo>
                  <a:pt x="25429" y="25895"/>
                </a:lnTo>
                <a:lnTo>
                  <a:pt x="9846" y="85915"/>
                </a:lnTo>
                <a:lnTo>
                  <a:pt x="0" y="83352"/>
                </a:lnTo>
                <a:lnTo>
                  <a:pt x="15584" y="23332"/>
                </a:lnTo>
                <a:close/>
                <a:moveTo>
                  <a:pt x="21672" y="0"/>
                </a:moveTo>
                <a:lnTo>
                  <a:pt x="31517" y="2563"/>
                </a:lnTo>
                <a:lnTo>
                  <a:pt x="28284" y="15030"/>
                </a:lnTo>
                <a:lnTo>
                  <a:pt x="18439" y="12467"/>
                </a:lnTo>
                <a:lnTo>
                  <a:pt x="21672" y="0"/>
                </a:lnTo>
                <a:close/>
                <a:moveTo>
                  <a:pt x="216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6802B-5FE6-4C4C-9F5F-28145CD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583" y="3019749"/>
            <a:ext cx="60195" cy="67419"/>
          </a:xfrm>
          <a:custGeom xmlns:a="http://schemas.openxmlformats.org/drawingml/2006/main">
            <a:pathLst>
              <a:path w="60195" h="67419">
                <a:moveTo>
                  <a:pt x="36134" y="10588"/>
                </a:moveTo>
                <a:cubicBezTo>
                  <a:pt x="30847" y="9161"/>
                  <a:pt x="26114" y="10181"/>
                  <a:pt x="21963" y="13487"/>
                </a:cubicBezTo>
                <a:cubicBezTo>
                  <a:pt x="17812" y="16836"/>
                  <a:pt x="14856" y="22080"/>
                  <a:pt x="12977" y="29245"/>
                </a:cubicBezTo>
                <a:cubicBezTo>
                  <a:pt x="11098" y="36411"/>
                  <a:pt x="11156" y="42441"/>
                  <a:pt x="13152" y="47393"/>
                </a:cubicBezTo>
                <a:cubicBezTo>
                  <a:pt x="15132" y="52286"/>
                  <a:pt x="18774" y="55476"/>
                  <a:pt x="24075" y="56830"/>
                </a:cubicBezTo>
                <a:cubicBezTo>
                  <a:pt x="29362" y="58199"/>
                  <a:pt x="34022" y="57238"/>
                  <a:pt x="38173" y="53874"/>
                </a:cubicBezTo>
                <a:cubicBezTo>
                  <a:pt x="42339" y="50524"/>
                  <a:pt x="45354" y="45281"/>
                  <a:pt x="47174" y="38173"/>
                </a:cubicBezTo>
                <a:cubicBezTo>
                  <a:pt x="49053" y="31066"/>
                  <a:pt x="48995" y="25036"/>
                  <a:pt x="46999" y="20026"/>
                </a:cubicBezTo>
                <a:cubicBezTo>
                  <a:pt x="45004" y="15074"/>
                  <a:pt x="41363" y="11943"/>
                  <a:pt x="36134" y="10588"/>
                </a:cubicBezTo>
                <a:close/>
                <a:moveTo>
                  <a:pt x="38290" y="2214"/>
                </a:moveTo>
                <a:cubicBezTo>
                  <a:pt x="46883" y="4442"/>
                  <a:pt x="52854" y="8986"/>
                  <a:pt x="56335" y="15817"/>
                </a:cubicBezTo>
                <a:cubicBezTo>
                  <a:pt x="59801" y="22706"/>
                  <a:pt x="60195" y="31008"/>
                  <a:pt x="57631" y="40853"/>
                </a:cubicBezTo>
                <a:cubicBezTo>
                  <a:pt x="55083" y="50684"/>
                  <a:pt x="50640" y="57748"/>
                  <a:pt x="44261" y="62073"/>
                </a:cubicBezTo>
                <a:cubicBezTo>
                  <a:pt x="37955" y="66399"/>
                  <a:pt x="30498" y="67419"/>
                  <a:pt x="21905" y="65205"/>
                </a:cubicBezTo>
                <a:cubicBezTo>
                  <a:pt x="13312" y="62976"/>
                  <a:pt x="7282" y="58432"/>
                  <a:pt x="3874" y="51543"/>
                </a:cubicBezTo>
                <a:cubicBezTo>
                  <a:pt x="466" y="44713"/>
                  <a:pt x="0" y="36353"/>
                  <a:pt x="2563" y="26507"/>
                </a:cubicBezTo>
                <a:cubicBezTo>
                  <a:pt x="5127" y="16676"/>
                  <a:pt x="9569" y="9612"/>
                  <a:pt x="15875" y="5287"/>
                </a:cubicBezTo>
                <a:cubicBezTo>
                  <a:pt x="22254" y="1020"/>
                  <a:pt x="29697" y="0"/>
                  <a:pt x="38290" y="2214"/>
                </a:cubicBezTo>
                <a:close/>
                <a:moveTo>
                  <a:pt x="38290" y="22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56F4D-6DB9-40F8-B1E1-1319E0A2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42" y="3021744"/>
            <a:ext cx="69967" cy="85901"/>
          </a:xfrm>
          <a:custGeom xmlns:a="http://schemas.openxmlformats.org/drawingml/2006/main">
            <a:pathLst>
              <a:path w="69967" h="85901">
                <a:moveTo>
                  <a:pt x="51645" y="32479"/>
                </a:moveTo>
                <a:lnTo>
                  <a:pt x="60122" y="0"/>
                </a:lnTo>
                <a:lnTo>
                  <a:pt x="69967" y="2563"/>
                </a:lnTo>
                <a:lnTo>
                  <a:pt x="48237" y="85901"/>
                </a:lnTo>
                <a:lnTo>
                  <a:pt x="38392" y="83337"/>
                </a:lnTo>
                <a:lnTo>
                  <a:pt x="40722" y="74351"/>
                </a:lnTo>
                <a:cubicBezTo>
                  <a:pt x="37765" y="77366"/>
                  <a:pt x="34474" y="79361"/>
                  <a:pt x="30833" y="80264"/>
                </a:cubicBezTo>
                <a:cubicBezTo>
                  <a:pt x="27250" y="81182"/>
                  <a:pt x="23201" y="81065"/>
                  <a:pt x="18774" y="79929"/>
                </a:cubicBezTo>
                <a:cubicBezTo>
                  <a:pt x="11535" y="78051"/>
                  <a:pt x="6365" y="73608"/>
                  <a:pt x="3292" y="66618"/>
                </a:cubicBezTo>
                <a:cubicBezTo>
                  <a:pt x="277" y="59670"/>
                  <a:pt x="0" y="51427"/>
                  <a:pt x="2447" y="42033"/>
                </a:cubicBezTo>
                <a:cubicBezTo>
                  <a:pt x="4879" y="32595"/>
                  <a:pt x="9146" y="25604"/>
                  <a:pt x="15176" y="20987"/>
                </a:cubicBezTo>
                <a:cubicBezTo>
                  <a:pt x="21264" y="16385"/>
                  <a:pt x="27935" y="15016"/>
                  <a:pt x="35158" y="16895"/>
                </a:cubicBezTo>
                <a:cubicBezTo>
                  <a:pt x="39586" y="18089"/>
                  <a:pt x="43169" y="19910"/>
                  <a:pt x="45849" y="22473"/>
                </a:cubicBezTo>
                <a:cubicBezTo>
                  <a:pt x="48572" y="25022"/>
                  <a:pt x="50509" y="28386"/>
                  <a:pt x="51645" y="32479"/>
                </a:cubicBezTo>
                <a:close/>
                <a:moveTo>
                  <a:pt x="12627" y="44654"/>
                </a:moveTo>
                <a:cubicBezTo>
                  <a:pt x="10749" y="51937"/>
                  <a:pt x="10749" y="57966"/>
                  <a:pt x="12686" y="62860"/>
                </a:cubicBezTo>
                <a:cubicBezTo>
                  <a:pt x="14564" y="67812"/>
                  <a:pt x="18147" y="70943"/>
                  <a:pt x="23318" y="72312"/>
                </a:cubicBezTo>
                <a:cubicBezTo>
                  <a:pt x="28546" y="73608"/>
                  <a:pt x="33163" y="72647"/>
                  <a:pt x="37256" y="69297"/>
                </a:cubicBezTo>
                <a:cubicBezTo>
                  <a:pt x="41348" y="65933"/>
                  <a:pt x="44305" y="60646"/>
                  <a:pt x="46184" y="53422"/>
                </a:cubicBezTo>
                <a:cubicBezTo>
                  <a:pt x="48062" y="46198"/>
                  <a:pt x="48062" y="40110"/>
                  <a:pt x="46140" y="35158"/>
                </a:cubicBezTo>
                <a:cubicBezTo>
                  <a:pt x="44203" y="30265"/>
                  <a:pt x="40664" y="27133"/>
                  <a:pt x="35435" y="25764"/>
                </a:cubicBezTo>
                <a:cubicBezTo>
                  <a:pt x="30207" y="24454"/>
                  <a:pt x="25590" y="25429"/>
                  <a:pt x="21555" y="28779"/>
                </a:cubicBezTo>
                <a:cubicBezTo>
                  <a:pt x="17463" y="32144"/>
                  <a:pt x="14506" y="37430"/>
                  <a:pt x="12627" y="44654"/>
                </a:cubicBezTo>
                <a:close/>
                <a:moveTo>
                  <a:pt x="12627" y="446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15D50-4426-4EE8-B01A-76CD38A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848" y="3033060"/>
            <a:ext cx="70710" cy="89833"/>
          </a:xfrm>
          <a:custGeom xmlns:a="http://schemas.openxmlformats.org/drawingml/2006/main">
            <a:pathLst>
              <a:path w="70710" h="89833">
                <a:moveTo>
                  <a:pt x="20769" y="44611"/>
                </a:moveTo>
                <a:lnTo>
                  <a:pt x="13137" y="73900"/>
                </a:lnTo>
                <a:lnTo>
                  <a:pt x="30498" y="78458"/>
                </a:lnTo>
                <a:cubicBezTo>
                  <a:pt x="36294" y="79988"/>
                  <a:pt x="40897" y="79871"/>
                  <a:pt x="44378" y="78167"/>
                </a:cubicBezTo>
                <a:cubicBezTo>
                  <a:pt x="47786" y="76521"/>
                  <a:pt x="50174" y="73215"/>
                  <a:pt x="51427" y="68220"/>
                </a:cubicBezTo>
                <a:cubicBezTo>
                  <a:pt x="52738" y="63209"/>
                  <a:pt x="52286" y="59175"/>
                  <a:pt x="50116" y="56102"/>
                </a:cubicBezTo>
                <a:cubicBezTo>
                  <a:pt x="47902" y="52971"/>
                  <a:pt x="43912" y="50699"/>
                  <a:pt x="38115" y="49155"/>
                </a:cubicBezTo>
                <a:lnTo>
                  <a:pt x="20769" y="44611"/>
                </a:lnTo>
                <a:close/>
                <a:moveTo>
                  <a:pt x="29304" y="11724"/>
                </a:moveTo>
                <a:lnTo>
                  <a:pt x="23041" y="35843"/>
                </a:lnTo>
                <a:lnTo>
                  <a:pt x="39076" y="39994"/>
                </a:lnTo>
                <a:cubicBezTo>
                  <a:pt x="44319" y="41363"/>
                  <a:pt x="48529" y="41421"/>
                  <a:pt x="51660" y="40110"/>
                </a:cubicBezTo>
                <a:cubicBezTo>
                  <a:pt x="54733" y="38800"/>
                  <a:pt x="56830" y="36134"/>
                  <a:pt x="57908" y="32027"/>
                </a:cubicBezTo>
                <a:cubicBezTo>
                  <a:pt x="58942" y="27993"/>
                  <a:pt x="58432" y="24628"/>
                  <a:pt x="56379" y="21963"/>
                </a:cubicBezTo>
                <a:cubicBezTo>
                  <a:pt x="54267" y="19283"/>
                  <a:pt x="50626" y="17302"/>
                  <a:pt x="45339" y="15933"/>
                </a:cubicBezTo>
                <a:lnTo>
                  <a:pt x="29304" y="11724"/>
                </a:lnTo>
                <a:close/>
                <a:moveTo>
                  <a:pt x="20827" y="0"/>
                </a:moveTo>
                <a:lnTo>
                  <a:pt x="48470" y="7224"/>
                </a:lnTo>
                <a:cubicBezTo>
                  <a:pt x="56714" y="9394"/>
                  <a:pt x="62641" y="12744"/>
                  <a:pt x="66166" y="17346"/>
                </a:cubicBezTo>
                <a:cubicBezTo>
                  <a:pt x="69749" y="21905"/>
                  <a:pt x="70710" y="27366"/>
                  <a:pt x="69064" y="33687"/>
                </a:cubicBezTo>
                <a:cubicBezTo>
                  <a:pt x="67812" y="38581"/>
                  <a:pt x="65656" y="42222"/>
                  <a:pt x="62641" y="44494"/>
                </a:cubicBezTo>
                <a:cubicBezTo>
                  <a:pt x="59568" y="46766"/>
                  <a:pt x="55752" y="47728"/>
                  <a:pt x="51150" y="47276"/>
                </a:cubicBezTo>
                <a:cubicBezTo>
                  <a:pt x="56146" y="49781"/>
                  <a:pt x="59670" y="53247"/>
                  <a:pt x="61666" y="57690"/>
                </a:cubicBezTo>
                <a:cubicBezTo>
                  <a:pt x="63661" y="62073"/>
                  <a:pt x="63938" y="66967"/>
                  <a:pt x="62583" y="72370"/>
                </a:cubicBezTo>
                <a:cubicBezTo>
                  <a:pt x="60704" y="79536"/>
                  <a:pt x="56830" y="84430"/>
                  <a:pt x="50975" y="87051"/>
                </a:cubicBezTo>
                <a:cubicBezTo>
                  <a:pt x="45106" y="89658"/>
                  <a:pt x="37664" y="89833"/>
                  <a:pt x="28677" y="87503"/>
                </a:cubicBezTo>
                <a:lnTo>
                  <a:pt x="0" y="79988"/>
                </a:lnTo>
                <a:lnTo>
                  <a:pt x="20827" y="0"/>
                </a:lnTo>
                <a:close/>
                <a:moveTo>
                  <a:pt x="208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4800A-C5BA-4E28-A020-DA1A20C0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981" y="3074875"/>
            <a:ext cx="58942" cy="69924"/>
          </a:xfrm>
          <a:custGeom xmlns:a="http://schemas.openxmlformats.org/drawingml/2006/main">
            <a:pathLst>
              <a:path w="58942" h="69924">
                <a:moveTo>
                  <a:pt x="35843" y="34649"/>
                </a:moveTo>
                <a:cubicBezTo>
                  <a:pt x="27876" y="32551"/>
                  <a:pt x="22065" y="32027"/>
                  <a:pt x="18540" y="33061"/>
                </a:cubicBezTo>
                <a:cubicBezTo>
                  <a:pt x="15016" y="34081"/>
                  <a:pt x="12627" y="36761"/>
                  <a:pt x="11491" y="41188"/>
                </a:cubicBezTo>
                <a:cubicBezTo>
                  <a:pt x="10574" y="44669"/>
                  <a:pt x="11025" y="47742"/>
                  <a:pt x="12802" y="50407"/>
                </a:cubicBezTo>
                <a:cubicBezTo>
                  <a:pt x="14564" y="53029"/>
                  <a:pt x="17463" y="54908"/>
                  <a:pt x="21381" y="55927"/>
                </a:cubicBezTo>
                <a:cubicBezTo>
                  <a:pt x="26842" y="57355"/>
                  <a:pt x="31736" y="56554"/>
                  <a:pt x="36061" y="53539"/>
                </a:cubicBezTo>
                <a:cubicBezTo>
                  <a:pt x="40387" y="50524"/>
                  <a:pt x="43344" y="45805"/>
                  <a:pt x="45048" y="39368"/>
                </a:cubicBezTo>
                <a:lnTo>
                  <a:pt x="45616" y="37154"/>
                </a:lnTo>
                <a:lnTo>
                  <a:pt x="35843" y="34649"/>
                </a:lnTo>
                <a:close/>
                <a:moveTo>
                  <a:pt x="56539" y="35668"/>
                </a:moveTo>
                <a:lnTo>
                  <a:pt x="47611" y="69924"/>
                </a:lnTo>
                <a:lnTo>
                  <a:pt x="37765" y="67302"/>
                </a:lnTo>
                <a:lnTo>
                  <a:pt x="40154" y="58199"/>
                </a:lnTo>
                <a:cubicBezTo>
                  <a:pt x="36921" y="61272"/>
                  <a:pt x="33454" y="63209"/>
                  <a:pt x="29639" y="64112"/>
                </a:cubicBezTo>
                <a:cubicBezTo>
                  <a:pt x="25823" y="64972"/>
                  <a:pt x="21497" y="64739"/>
                  <a:pt x="16603" y="63501"/>
                </a:cubicBezTo>
                <a:cubicBezTo>
                  <a:pt x="10457" y="61899"/>
                  <a:pt x="6030" y="58884"/>
                  <a:pt x="3292" y="54500"/>
                </a:cubicBezTo>
                <a:cubicBezTo>
                  <a:pt x="568" y="50131"/>
                  <a:pt x="0" y="45004"/>
                  <a:pt x="1471" y="39251"/>
                </a:cubicBezTo>
                <a:cubicBezTo>
                  <a:pt x="3233" y="32493"/>
                  <a:pt x="6816" y="27993"/>
                  <a:pt x="12234" y="25721"/>
                </a:cubicBezTo>
                <a:cubicBezTo>
                  <a:pt x="17637" y="23492"/>
                  <a:pt x="24861" y="23551"/>
                  <a:pt x="33789" y="25895"/>
                </a:cubicBezTo>
                <a:lnTo>
                  <a:pt x="47611" y="29478"/>
                </a:lnTo>
                <a:lnTo>
                  <a:pt x="47902" y="28503"/>
                </a:lnTo>
                <a:cubicBezTo>
                  <a:pt x="49038" y="23958"/>
                  <a:pt x="48470" y="20026"/>
                  <a:pt x="46140" y="16778"/>
                </a:cubicBezTo>
                <a:cubicBezTo>
                  <a:pt x="43795" y="13545"/>
                  <a:pt x="39936" y="11215"/>
                  <a:pt x="34532" y="9787"/>
                </a:cubicBezTo>
                <a:cubicBezTo>
                  <a:pt x="31110" y="8928"/>
                  <a:pt x="27643" y="8476"/>
                  <a:pt x="24177" y="8418"/>
                </a:cubicBezTo>
                <a:cubicBezTo>
                  <a:pt x="20754" y="8418"/>
                  <a:pt x="17288" y="8826"/>
                  <a:pt x="13880" y="9671"/>
                </a:cubicBezTo>
                <a:lnTo>
                  <a:pt x="16268" y="568"/>
                </a:lnTo>
                <a:cubicBezTo>
                  <a:pt x="20186" y="117"/>
                  <a:pt x="24002" y="0"/>
                  <a:pt x="27527" y="175"/>
                </a:cubicBezTo>
                <a:cubicBezTo>
                  <a:pt x="31110" y="408"/>
                  <a:pt x="34532" y="918"/>
                  <a:pt x="37722" y="1704"/>
                </a:cubicBezTo>
                <a:cubicBezTo>
                  <a:pt x="46417" y="3991"/>
                  <a:pt x="52330" y="7908"/>
                  <a:pt x="55403" y="13545"/>
                </a:cubicBezTo>
                <a:cubicBezTo>
                  <a:pt x="58534" y="19181"/>
                  <a:pt x="58942" y="26507"/>
                  <a:pt x="56539" y="35668"/>
                </a:cubicBezTo>
                <a:close/>
                <a:moveTo>
                  <a:pt x="56539" y="356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7905F-6681-4A38-A3A3-C29A2268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924" y="3072996"/>
            <a:ext cx="42659" cy="84881"/>
          </a:xfrm>
          <a:custGeom xmlns:a="http://schemas.openxmlformats.org/drawingml/2006/main">
            <a:pathLst>
              <a:path w="42659" h="84881">
                <a:moveTo>
                  <a:pt x="26798" y="2563"/>
                </a:moveTo>
                <a:lnTo>
                  <a:pt x="22356" y="19633"/>
                </a:lnTo>
                <a:lnTo>
                  <a:pt x="42659" y="24861"/>
                </a:lnTo>
                <a:lnTo>
                  <a:pt x="40678" y="32551"/>
                </a:lnTo>
                <a:lnTo>
                  <a:pt x="20361" y="27250"/>
                </a:lnTo>
                <a:lnTo>
                  <a:pt x="11885" y="59860"/>
                </a:lnTo>
                <a:cubicBezTo>
                  <a:pt x="10574" y="64753"/>
                  <a:pt x="10472" y="68045"/>
                  <a:pt x="11433" y="69807"/>
                </a:cubicBezTo>
                <a:cubicBezTo>
                  <a:pt x="12394" y="71511"/>
                  <a:pt x="14958" y="72938"/>
                  <a:pt x="19050" y="74016"/>
                </a:cubicBezTo>
                <a:lnTo>
                  <a:pt x="29187" y="76638"/>
                </a:lnTo>
                <a:lnTo>
                  <a:pt x="27017" y="84881"/>
                </a:lnTo>
                <a:lnTo>
                  <a:pt x="16895" y="82274"/>
                </a:lnTo>
                <a:cubicBezTo>
                  <a:pt x="9321" y="80279"/>
                  <a:pt x="4428" y="77497"/>
                  <a:pt x="2272" y="73900"/>
                </a:cubicBezTo>
                <a:cubicBezTo>
                  <a:pt x="117" y="70317"/>
                  <a:pt x="0" y="64753"/>
                  <a:pt x="1981" y="57238"/>
                </a:cubicBezTo>
                <a:lnTo>
                  <a:pt x="10472" y="24701"/>
                </a:lnTo>
                <a:lnTo>
                  <a:pt x="3233" y="22822"/>
                </a:lnTo>
                <a:lnTo>
                  <a:pt x="5229" y="15132"/>
                </a:lnTo>
                <a:lnTo>
                  <a:pt x="12453" y="17011"/>
                </a:lnTo>
                <a:lnTo>
                  <a:pt x="16895" y="0"/>
                </a:lnTo>
                <a:lnTo>
                  <a:pt x="26798" y="2563"/>
                </a:lnTo>
                <a:close/>
                <a:moveTo>
                  <a:pt x="26798" y="2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EE312-154B-4BC5-A5F3-4DE6E7C0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932" y="3084211"/>
            <a:ext cx="42674" cy="84881"/>
          </a:xfrm>
          <a:custGeom xmlns:a="http://schemas.openxmlformats.org/drawingml/2006/main">
            <a:pathLst>
              <a:path w="42674" h="84881">
                <a:moveTo>
                  <a:pt x="26798" y="2563"/>
                </a:moveTo>
                <a:lnTo>
                  <a:pt x="22356" y="19575"/>
                </a:lnTo>
                <a:lnTo>
                  <a:pt x="42674" y="24861"/>
                </a:lnTo>
                <a:lnTo>
                  <a:pt x="40678" y="32537"/>
                </a:lnTo>
                <a:lnTo>
                  <a:pt x="20361" y="27250"/>
                </a:lnTo>
                <a:lnTo>
                  <a:pt x="11885" y="59845"/>
                </a:lnTo>
                <a:cubicBezTo>
                  <a:pt x="10574" y="64739"/>
                  <a:pt x="10472" y="68045"/>
                  <a:pt x="11433" y="69749"/>
                </a:cubicBezTo>
                <a:cubicBezTo>
                  <a:pt x="12394" y="71511"/>
                  <a:pt x="14958" y="72938"/>
                  <a:pt x="19050" y="74016"/>
                </a:cubicBezTo>
                <a:lnTo>
                  <a:pt x="29187" y="76623"/>
                </a:lnTo>
                <a:lnTo>
                  <a:pt x="27017" y="84881"/>
                </a:lnTo>
                <a:lnTo>
                  <a:pt x="16895" y="82260"/>
                </a:lnTo>
                <a:cubicBezTo>
                  <a:pt x="9321" y="80264"/>
                  <a:pt x="4442" y="77483"/>
                  <a:pt x="2272" y="73900"/>
                </a:cubicBezTo>
                <a:cubicBezTo>
                  <a:pt x="117" y="70317"/>
                  <a:pt x="0" y="64739"/>
                  <a:pt x="1995" y="57223"/>
                </a:cubicBezTo>
                <a:lnTo>
                  <a:pt x="10472" y="24687"/>
                </a:lnTo>
                <a:lnTo>
                  <a:pt x="3248" y="22808"/>
                </a:lnTo>
                <a:lnTo>
                  <a:pt x="5229" y="15132"/>
                </a:lnTo>
                <a:lnTo>
                  <a:pt x="12453" y="17011"/>
                </a:lnTo>
                <a:lnTo>
                  <a:pt x="16895" y="0"/>
                </a:lnTo>
                <a:lnTo>
                  <a:pt x="26798" y="2563"/>
                </a:lnTo>
                <a:close/>
                <a:moveTo>
                  <a:pt x="26798" y="2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08F0D-4719-469E-9817-C6CA6BA1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829" y="3115218"/>
            <a:ext cx="61229" cy="67754"/>
          </a:xfrm>
          <a:custGeom xmlns:a="http://schemas.openxmlformats.org/drawingml/2006/main">
            <a:pathLst>
              <a:path w="61229" h="67754">
                <a:moveTo>
                  <a:pt x="58884" y="38115"/>
                </a:moveTo>
                <a:lnTo>
                  <a:pt x="57646" y="42950"/>
                </a:lnTo>
                <a:lnTo>
                  <a:pt x="12292" y="31168"/>
                </a:lnTo>
                <a:cubicBezTo>
                  <a:pt x="10982" y="38057"/>
                  <a:pt x="11666" y="43751"/>
                  <a:pt x="14404" y="48237"/>
                </a:cubicBezTo>
                <a:cubicBezTo>
                  <a:pt x="17128" y="52796"/>
                  <a:pt x="21745" y="55869"/>
                  <a:pt x="28284" y="57573"/>
                </a:cubicBezTo>
                <a:cubicBezTo>
                  <a:pt x="32100" y="58534"/>
                  <a:pt x="35843" y="59044"/>
                  <a:pt x="39659" y="59044"/>
                </a:cubicBezTo>
                <a:cubicBezTo>
                  <a:pt x="43475" y="59044"/>
                  <a:pt x="47334" y="58593"/>
                  <a:pt x="51325" y="57631"/>
                </a:cubicBezTo>
                <a:lnTo>
                  <a:pt x="48936" y="66953"/>
                </a:lnTo>
                <a:cubicBezTo>
                  <a:pt x="45004" y="67521"/>
                  <a:pt x="41086" y="67754"/>
                  <a:pt x="37154" y="67521"/>
                </a:cubicBezTo>
                <a:cubicBezTo>
                  <a:pt x="33236" y="67360"/>
                  <a:pt x="29362" y="66792"/>
                  <a:pt x="25546" y="65758"/>
                </a:cubicBezTo>
                <a:cubicBezTo>
                  <a:pt x="15933" y="63311"/>
                  <a:pt x="9103" y="58534"/>
                  <a:pt x="4952" y="51543"/>
                </a:cubicBezTo>
                <a:cubicBezTo>
                  <a:pt x="801" y="44480"/>
                  <a:pt x="0" y="36236"/>
                  <a:pt x="2447" y="26740"/>
                </a:cubicBezTo>
                <a:cubicBezTo>
                  <a:pt x="5010" y="16895"/>
                  <a:pt x="9729" y="9787"/>
                  <a:pt x="16501" y="5403"/>
                </a:cubicBezTo>
                <a:cubicBezTo>
                  <a:pt x="23332" y="1020"/>
                  <a:pt x="31241" y="0"/>
                  <a:pt x="40227" y="2330"/>
                </a:cubicBezTo>
                <a:cubicBezTo>
                  <a:pt x="48310" y="4428"/>
                  <a:pt x="54005" y="8695"/>
                  <a:pt x="57355" y="15132"/>
                </a:cubicBezTo>
                <a:cubicBezTo>
                  <a:pt x="60704" y="21555"/>
                  <a:pt x="61229" y="29245"/>
                  <a:pt x="58884" y="38115"/>
                </a:cubicBezTo>
                <a:close/>
                <a:moveTo>
                  <a:pt x="49781" y="32653"/>
                </a:moveTo>
                <a:cubicBezTo>
                  <a:pt x="51092" y="27250"/>
                  <a:pt x="50699" y="22575"/>
                  <a:pt x="48587" y="18599"/>
                </a:cubicBezTo>
                <a:cubicBezTo>
                  <a:pt x="46490" y="14623"/>
                  <a:pt x="43023" y="12001"/>
                  <a:pt x="38188" y="10749"/>
                </a:cubicBezTo>
                <a:cubicBezTo>
                  <a:pt x="32668" y="9263"/>
                  <a:pt x="27833" y="9729"/>
                  <a:pt x="23725" y="11943"/>
                </a:cubicBezTo>
                <a:cubicBezTo>
                  <a:pt x="19633" y="14215"/>
                  <a:pt x="16560" y="18089"/>
                  <a:pt x="14623" y="23609"/>
                </a:cubicBezTo>
                <a:lnTo>
                  <a:pt x="49781" y="32653"/>
                </a:lnTo>
                <a:close/>
                <a:moveTo>
                  <a:pt x="49781" y="326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34C15-77ED-42CF-B658-50DF9134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053" y="3129943"/>
            <a:ext cx="50917" cy="62583"/>
          </a:xfrm>
          <a:custGeom xmlns:a="http://schemas.openxmlformats.org/drawingml/2006/main">
            <a:pathLst>
              <a:path w="50917" h="62583">
                <a:moveTo>
                  <a:pt x="48368" y="18322"/>
                </a:moveTo>
                <a:cubicBezTo>
                  <a:pt x="47393" y="17419"/>
                  <a:pt x="46315" y="16618"/>
                  <a:pt x="45120" y="15992"/>
                </a:cubicBezTo>
                <a:cubicBezTo>
                  <a:pt x="43868" y="15365"/>
                  <a:pt x="42499" y="14856"/>
                  <a:pt x="40911" y="14404"/>
                </a:cubicBezTo>
                <a:cubicBezTo>
                  <a:pt x="35333" y="12977"/>
                  <a:pt x="30614" y="13661"/>
                  <a:pt x="26682" y="16501"/>
                </a:cubicBezTo>
                <a:cubicBezTo>
                  <a:pt x="22764" y="19356"/>
                  <a:pt x="19924" y="24191"/>
                  <a:pt x="18147" y="30949"/>
                </a:cubicBezTo>
                <a:lnTo>
                  <a:pt x="9904" y="62583"/>
                </a:lnTo>
                <a:lnTo>
                  <a:pt x="0" y="59976"/>
                </a:lnTo>
                <a:lnTo>
                  <a:pt x="15598" y="0"/>
                </a:lnTo>
                <a:lnTo>
                  <a:pt x="25546" y="2563"/>
                </a:lnTo>
                <a:lnTo>
                  <a:pt x="23099" y="11899"/>
                </a:lnTo>
                <a:cubicBezTo>
                  <a:pt x="26114" y="8826"/>
                  <a:pt x="29537" y="6772"/>
                  <a:pt x="33280" y="5928"/>
                </a:cubicBezTo>
                <a:cubicBezTo>
                  <a:pt x="37096" y="5010"/>
                  <a:pt x="41363" y="5185"/>
                  <a:pt x="46082" y="6379"/>
                </a:cubicBezTo>
                <a:cubicBezTo>
                  <a:pt x="46766" y="6554"/>
                  <a:pt x="47509" y="6831"/>
                  <a:pt x="48310" y="7122"/>
                </a:cubicBezTo>
                <a:cubicBezTo>
                  <a:pt x="49097" y="7399"/>
                  <a:pt x="50014" y="7807"/>
                  <a:pt x="50917" y="8200"/>
                </a:cubicBezTo>
                <a:lnTo>
                  <a:pt x="48368" y="18322"/>
                </a:lnTo>
                <a:close/>
                <a:moveTo>
                  <a:pt x="48368" y="183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988B6-A4EE-4AB1-9757-64689CD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50" y="3139963"/>
            <a:ext cx="74526" cy="87386"/>
          </a:xfrm>
          <a:custGeom xmlns:a="http://schemas.openxmlformats.org/drawingml/2006/main">
            <a:pathLst>
              <a:path w="74526" h="87386">
                <a:moveTo>
                  <a:pt x="31066" y="73900"/>
                </a:moveTo>
                <a:cubicBezTo>
                  <a:pt x="26449" y="80337"/>
                  <a:pt x="22531" y="84255"/>
                  <a:pt x="19283" y="85741"/>
                </a:cubicBezTo>
                <a:cubicBezTo>
                  <a:pt x="16094" y="87212"/>
                  <a:pt x="12292" y="87386"/>
                  <a:pt x="7850" y="86250"/>
                </a:cubicBezTo>
                <a:lnTo>
                  <a:pt x="0" y="84197"/>
                </a:lnTo>
                <a:lnTo>
                  <a:pt x="2097" y="75953"/>
                </a:lnTo>
                <a:lnTo>
                  <a:pt x="7908" y="77483"/>
                </a:lnTo>
                <a:cubicBezTo>
                  <a:pt x="10632" y="78167"/>
                  <a:pt x="12919" y="78051"/>
                  <a:pt x="14739" y="77148"/>
                </a:cubicBezTo>
                <a:cubicBezTo>
                  <a:pt x="16560" y="76288"/>
                  <a:pt x="19007" y="73681"/>
                  <a:pt x="22080" y="69356"/>
                </a:cubicBezTo>
                <a:lnTo>
                  <a:pt x="25036" y="65307"/>
                </a:lnTo>
                <a:lnTo>
                  <a:pt x="16152" y="0"/>
                </a:lnTo>
                <a:lnTo>
                  <a:pt x="26565" y="2665"/>
                </a:lnTo>
                <a:lnTo>
                  <a:pt x="33105" y="54500"/>
                </a:lnTo>
                <a:lnTo>
                  <a:pt x="64054" y="12453"/>
                </a:lnTo>
                <a:lnTo>
                  <a:pt x="74526" y="15191"/>
                </a:lnTo>
                <a:lnTo>
                  <a:pt x="31066" y="73900"/>
                </a:lnTo>
                <a:close/>
                <a:moveTo>
                  <a:pt x="31066" y="739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EB744-9A96-4DB6-9CF3-64A50B7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54" y="2562398"/>
            <a:ext cx="24628" cy="57063"/>
          </a:xfrm>
          <a:custGeom xmlns:a="http://schemas.openxmlformats.org/drawingml/2006/main">
            <a:pathLst>
              <a:path w="24628" h="57063">
                <a:moveTo>
                  <a:pt x="17288" y="0"/>
                </a:moveTo>
                <a:lnTo>
                  <a:pt x="24628" y="2330"/>
                </a:lnTo>
                <a:lnTo>
                  <a:pt x="7384" y="57063"/>
                </a:lnTo>
                <a:lnTo>
                  <a:pt x="0" y="54718"/>
                </a:lnTo>
                <a:lnTo>
                  <a:pt x="17288" y="0"/>
                </a:lnTo>
                <a:close/>
                <a:moveTo>
                  <a:pt x="172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9BF5E-2B20-4D1E-97AB-A4B68BA0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09" y="2582875"/>
            <a:ext cx="44145" cy="51878"/>
          </a:xfrm>
          <a:custGeom xmlns:a="http://schemas.openxmlformats.org/drawingml/2006/main">
            <a:pathLst>
              <a:path w="44145" h="51878">
                <a:moveTo>
                  <a:pt x="42208" y="27133"/>
                </a:moveTo>
                <a:lnTo>
                  <a:pt x="34357" y="51878"/>
                </a:lnTo>
                <a:lnTo>
                  <a:pt x="27643" y="49723"/>
                </a:lnTo>
                <a:lnTo>
                  <a:pt x="35391" y="25196"/>
                </a:lnTo>
                <a:cubicBezTo>
                  <a:pt x="36644" y="21337"/>
                  <a:pt x="36746" y="18205"/>
                  <a:pt x="35843" y="15759"/>
                </a:cubicBezTo>
                <a:cubicBezTo>
                  <a:pt x="34925" y="13370"/>
                  <a:pt x="33003" y="11724"/>
                  <a:pt x="29988" y="10749"/>
                </a:cubicBezTo>
                <a:cubicBezTo>
                  <a:pt x="26347" y="9612"/>
                  <a:pt x="23099" y="9846"/>
                  <a:pt x="20259" y="11491"/>
                </a:cubicBezTo>
                <a:cubicBezTo>
                  <a:pt x="17404" y="13137"/>
                  <a:pt x="15365" y="15992"/>
                  <a:pt x="14113" y="19968"/>
                </a:cubicBezTo>
                <a:lnTo>
                  <a:pt x="6772" y="43183"/>
                </a:lnTo>
                <a:lnTo>
                  <a:pt x="0" y="41013"/>
                </a:lnTo>
                <a:lnTo>
                  <a:pt x="12977" y="0"/>
                </a:lnTo>
                <a:lnTo>
                  <a:pt x="19735" y="2156"/>
                </a:lnTo>
                <a:lnTo>
                  <a:pt x="17754" y="8535"/>
                </a:lnTo>
                <a:cubicBezTo>
                  <a:pt x="20143" y="6539"/>
                  <a:pt x="22589" y="5345"/>
                  <a:pt x="25153" y="4777"/>
                </a:cubicBezTo>
                <a:cubicBezTo>
                  <a:pt x="27760" y="4267"/>
                  <a:pt x="30440" y="4442"/>
                  <a:pt x="33338" y="5345"/>
                </a:cubicBezTo>
                <a:cubicBezTo>
                  <a:pt x="37998" y="6831"/>
                  <a:pt x="41130" y="9438"/>
                  <a:pt x="42615" y="13079"/>
                </a:cubicBezTo>
                <a:cubicBezTo>
                  <a:pt x="44145" y="16778"/>
                  <a:pt x="43984" y="21453"/>
                  <a:pt x="42208" y="27133"/>
                </a:cubicBezTo>
                <a:close/>
                <a:moveTo>
                  <a:pt x="42208" y="271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D98EF-3328-4250-983D-39542151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42" y="2586283"/>
            <a:ext cx="31066" cy="59175"/>
          </a:xfrm>
          <a:custGeom xmlns:a="http://schemas.openxmlformats.org/drawingml/2006/main">
            <a:pathLst>
              <a:path w="31066" h="59175">
                <a:moveTo>
                  <a:pt x="20885" y="2170"/>
                </a:moveTo>
                <a:lnTo>
                  <a:pt x="17186" y="13778"/>
                </a:lnTo>
                <a:lnTo>
                  <a:pt x="31066" y="18147"/>
                </a:lnTo>
                <a:lnTo>
                  <a:pt x="29420" y="23390"/>
                </a:lnTo>
                <a:lnTo>
                  <a:pt x="15540" y="19007"/>
                </a:lnTo>
                <a:lnTo>
                  <a:pt x="8535" y="41305"/>
                </a:lnTo>
                <a:cubicBezTo>
                  <a:pt x="7457" y="44669"/>
                  <a:pt x="7224" y="46941"/>
                  <a:pt x="7850" y="48194"/>
                </a:cubicBezTo>
                <a:cubicBezTo>
                  <a:pt x="8476" y="49446"/>
                  <a:pt x="10181" y="50466"/>
                  <a:pt x="12977" y="51383"/>
                </a:cubicBezTo>
                <a:lnTo>
                  <a:pt x="19910" y="53539"/>
                </a:lnTo>
                <a:lnTo>
                  <a:pt x="18147" y="59175"/>
                </a:lnTo>
                <a:lnTo>
                  <a:pt x="11215" y="57005"/>
                </a:lnTo>
                <a:cubicBezTo>
                  <a:pt x="6030" y="55359"/>
                  <a:pt x="2738" y="53262"/>
                  <a:pt x="1369" y="50699"/>
                </a:cubicBezTo>
                <a:cubicBezTo>
                  <a:pt x="0" y="48135"/>
                  <a:pt x="117" y="44261"/>
                  <a:pt x="1762" y="39149"/>
                </a:cubicBezTo>
                <a:lnTo>
                  <a:pt x="8768" y="16895"/>
                </a:lnTo>
                <a:lnTo>
                  <a:pt x="3816" y="15307"/>
                </a:lnTo>
                <a:lnTo>
                  <a:pt x="5462" y="10079"/>
                </a:lnTo>
                <a:lnTo>
                  <a:pt x="10414" y="11666"/>
                </a:lnTo>
                <a:lnTo>
                  <a:pt x="14113" y="0"/>
                </a:lnTo>
                <a:lnTo>
                  <a:pt x="20885" y="2170"/>
                </a:lnTo>
                <a:close/>
                <a:moveTo>
                  <a:pt x="20885" y="2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D1475-C7AF-4729-A6A6-02BB0CE6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69" y="2609732"/>
            <a:ext cx="42674" cy="47276"/>
          </a:xfrm>
          <a:custGeom xmlns:a="http://schemas.openxmlformats.org/drawingml/2006/main">
            <a:pathLst>
              <a:path w="42674" h="47276">
                <a:moveTo>
                  <a:pt x="40737" y="27410"/>
                </a:moveTo>
                <a:lnTo>
                  <a:pt x="39717" y="30716"/>
                </a:lnTo>
                <a:lnTo>
                  <a:pt x="8710" y="20929"/>
                </a:lnTo>
                <a:cubicBezTo>
                  <a:pt x="7573" y="25648"/>
                  <a:pt x="7865" y="29639"/>
                  <a:pt x="9569" y="32872"/>
                </a:cubicBezTo>
                <a:cubicBezTo>
                  <a:pt x="11331" y="36061"/>
                  <a:pt x="14404" y="38392"/>
                  <a:pt x="18890" y="39819"/>
                </a:cubicBezTo>
                <a:cubicBezTo>
                  <a:pt x="21453" y="40620"/>
                  <a:pt x="24075" y="41072"/>
                  <a:pt x="26697" y="41246"/>
                </a:cubicBezTo>
                <a:cubicBezTo>
                  <a:pt x="29304" y="41348"/>
                  <a:pt x="32042" y="41188"/>
                  <a:pt x="34823" y="40678"/>
                </a:cubicBezTo>
                <a:lnTo>
                  <a:pt x="32828" y="47043"/>
                </a:lnTo>
                <a:cubicBezTo>
                  <a:pt x="30105" y="47276"/>
                  <a:pt x="27366" y="47276"/>
                  <a:pt x="24643" y="47043"/>
                </a:cubicBezTo>
                <a:cubicBezTo>
                  <a:pt x="21963" y="46766"/>
                  <a:pt x="19298" y="46198"/>
                  <a:pt x="16676" y="45397"/>
                </a:cubicBezTo>
                <a:cubicBezTo>
                  <a:pt x="10137" y="43344"/>
                  <a:pt x="5520" y="39761"/>
                  <a:pt x="2913" y="34751"/>
                </a:cubicBezTo>
                <a:cubicBezTo>
                  <a:pt x="291" y="29755"/>
                  <a:pt x="0" y="24002"/>
                  <a:pt x="2054" y="17521"/>
                </a:cubicBezTo>
                <a:cubicBezTo>
                  <a:pt x="4224" y="10807"/>
                  <a:pt x="7690" y="6030"/>
                  <a:pt x="12584" y="3233"/>
                </a:cubicBezTo>
                <a:cubicBezTo>
                  <a:pt x="17419" y="451"/>
                  <a:pt x="22939" y="0"/>
                  <a:pt x="29085" y="1922"/>
                </a:cubicBezTo>
                <a:cubicBezTo>
                  <a:pt x="34605" y="3699"/>
                  <a:pt x="38406" y="6816"/>
                  <a:pt x="40518" y="11433"/>
                </a:cubicBezTo>
                <a:cubicBezTo>
                  <a:pt x="42615" y="15977"/>
                  <a:pt x="42674" y="21337"/>
                  <a:pt x="40737" y="27410"/>
                </a:cubicBezTo>
                <a:close/>
                <a:moveTo>
                  <a:pt x="34649" y="23318"/>
                </a:moveTo>
                <a:cubicBezTo>
                  <a:pt x="35741" y="19618"/>
                  <a:pt x="35625" y="16327"/>
                  <a:pt x="34314" y="13530"/>
                </a:cubicBezTo>
                <a:cubicBezTo>
                  <a:pt x="33003" y="10690"/>
                  <a:pt x="30673" y="8753"/>
                  <a:pt x="27366" y="7675"/>
                </a:cubicBezTo>
                <a:cubicBezTo>
                  <a:pt x="23623" y="6481"/>
                  <a:pt x="20259" y="6598"/>
                  <a:pt x="17361" y="8010"/>
                </a:cubicBezTo>
                <a:cubicBezTo>
                  <a:pt x="14404" y="9438"/>
                  <a:pt x="12176" y="12001"/>
                  <a:pt x="10588" y="15759"/>
                </a:cubicBezTo>
                <a:lnTo>
                  <a:pt x="34649" y="23318"/>
                </a:lnTo>
                <a:close/>
                <a:moveTo>
                  <a:pt x="34649" y="233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DF04D-1B50-4DB3-A3D0-81EEEE80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55" y="2605858"/>
            <a:ext cx="24745" cy="59117"/>
          </a:xfrm>
          <a:custGeom xmlns:a="http://schemas.openxmlformats.org/drawingml/2006/main">
            <a:pathLst>
              <a:path w="24745" h="59117">
                <a:moveTo>
                  <a:pt x="17972" y="0"/>
                </a:moveTo>
                <a:lnTo>
                  <a:pt x="24745" y="2112"/>
                </a:lnTo>
                <a:lnTo>
                  <a:pt x="6772" y="59117"/>
                </a:lnTo>
                <a:lnTo>
                  <a:pt x="0" y="56947"/>
                </a:lnTo>
                <a:lnTo>
                  <a:pt x="17972" y="0"/>
                </a:lnTo>
                <a:close/>
                <a:moveTo>
                  <a:pt x="179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4C077-404A-454E-B769-2C48C549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526" y="2612397"/>
            <a:ext cx="24701" cy="59117"/>
          </a:xfrm>
          <a:custGeom xmlns:a="http://schemas.openxmlformats.org/drawingml/2006/main">
            <a:pathLst>
              <a:path w="24701" h="59117">
                <a:moveTo>
                  <a:pt x="17987" y="0"/>
                </a:moveTo>
                <a:lnTo>
                  <a:pt x="24701" y="2170"/>
                </a:lnTo>
                <a:lnTo>
                  <a:pt x="6714" y="59117"/>
                </a:lnTo>
                <a:lnTo>
                  <a:pt x="0" y="57005"/>
                </a:lnTo>
                <a:lnTo>
                  <a:pt x="17987" y="0"/>
                </a:lnTo>
                <a:close/>
                <a:moveTo>
                  <a:pt x="179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E480B-3453-4311-A7C9-20DED3BA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53" y="2618995"/>
            <a:ext cx="24687" cy="59117"/>
          </a:xfrm>
          <a:custGeom xmlns:a="http://schemas.openxmlformats.org/drawingml/2006/main">
            <a:pathLst>
              <a:path w="24687" h="59117">
                <a:moveTo>
                  <a:pt x="12919" y="15992"/>
                </a:moveTo>
                <a:lnTo>
                  <a:pt x="19691" y="18104"/>
                </a:lnTo>
                <a:lnTo>
                  <a:pt x="6714" y="59117"/>
                </a:lnTo>
                <a:lnTo>
                  <a:pt x="0" y="57005"/>
                </a:lnTo>
                <a:lnTo>
                  <a:pt x="12919" y="15992"/>
                </a:lnTo>
                <a:close/>
                <a:moveTo>
                  <a:pt x="17972" y="0"/>
                </a:moveTo>
                <a:lnTo>
                  <a:pt x="24687" y="2112"/>
                </a:lnTo>
                <a:lnTo>
                  <a:pt x="22021" y="10647"/>
                </a:lnTo>
                <a:lnTo>
                  <a:pt x="15307" y="8535"/>
                </a:lnTo>
                <a:lnTo>
                  <a:pt x="17972" y="0"/>
                </a:lnTo>
                <a:close/>
                <a:moveTo>
                  <a:pt x="179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F8D654-1CA4-45AA-A73F-33F16112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51" y="2643346"/>
            <a:ext cx="48936" cy="61505"/>
          </a:xfrm>
          <a:custGeom xmlns:a="http://schemas.openxmlformats.org/drawingml/2006/main">
            <a:pathLst>
              <a:path w="48936" h="61505">
                <a:moveTo>
                  <a:pt x="35843" y="26740"/>
                </a:moveTo>
                <a:cubicBezTo>
                  <a:pt x="37387" y="21847"/>
                  <a:pt x="37547" y="17754"/>
                  <a:pt x="36411" y="14448"/>
                </a:cubicBezTo>
                <a:cubicBezTo>
                  <a:pt x="35217" y="11098"/>
                  <a:pt x="32828" y="8884"/>
                  <a:pt x="29187" y="7734"/>
                </a:cubicBezTo>
                <a:cubicBezTo>
                  <a:pt x="25604" y="6598"/>
                  <a:pt x="22356" y="7064"/>
                  <a:pt x="19516" y="9103"/>
                </a:cubicBezTo>
                <a:cubicBezTo>
                  <a:pt x="16618" y="11156"/>
                  <a:pt x="14462" y="14623"/>
                  <a:pt x="12860" y="19516"/>
                </a:cubicBezTo>
                <a:cubicBezTo>
                  <a:pt x="11389" y="24352"/>
                  <a:pt x="11156" y="28444"/>
                  <a:pt x="12351" y="31750"/>
                </a:cubicBezTo>
                <a:cubicBezTo>
                  <a:pt x="13487" y="35100"/>
                  <a:pt x="15875" y="37329"/>
                  <a:pt x="19516" y="38465"/>
                </a:cubicBezTo>
                <a:cubicBezTo>
                  <a:pt x="23157" y="39601"/>
                  <a:pt x="26405" y="39149"/>
                  <a:pt x="29245" y="37096"/>
                </a:cubicBezTo>
                <a:cubicBezTo>
                  <a:pt x="32085" y="35056"/>
                  <a:pt x="34314" y="31576"/>
                  <a:pt x="35843" y="26740"/>
                </a:cubicBezTo>
                <a:close/>
                <a:moveTo>
                  <a:pt x="37547" y="44771"/>
                </a:moveTo>
                <a:cubicBezTo>
                  <a:pt x="35391" y="51718"/>
                  <a:pt x="32144" y="56437"/>
                  <a:pt x="27993" y="58884"/>
                </a:cubicBezTo>
                <a:cubicBezTo>
                  <a:pt x="23842" y="61272"/>
                  <a:pt x="18555" y="61505"/>
                  <a:pt x="12118" y="59510"/>
                </a:cubicBezTo>
                <a:cubicBezTo>
                  <a:pt x="9787" y="58709"/>
                  <a:pt x="7632" y="57864"/>
                  <a:pt x="5636" y="56845"/>
                </a:cubicBezTo>
                <a:cubicBezTo>
                  <a:pt x="3641" y="55811"/>
                  <a:pt x="1762" y="54616"/>
                  <a:pt x="0" y="53306"/>
                </a:cubicBezTo>
                <a:lnTo>
                  <a:pt x="2054" y="46708"/>
                </a:lnTo>
                <a:cubicBezTo>
                  <a:pt x="3699" y="48412"/>
                  <a:pt x="5403" y="49839"/>
                  <a:pt x="7180" y="50975"/>
                </a:cubicBezTo>
                <a:cubicBezTo>
                  <a:pt x="8943" y="52053"/>
                  <a:pt x="10821" y="52971"/>
                  <a:pt x="12860" y="53597"/>
                </a:cubicBezTo>
                <a:cubicBezTo>
                  <a:pt x="17244" y="54966"/>
                  <a:pt x="20944" y="54849"/>
                  <a:pt x="23842" y="53262"/>
                </a:cubicBezTo>
                <a:cubicBezTo>
                  <a:pt x="26798" y="51660"/>
                  <a:pt x="28969" y="48529"/>
                  <a:pt x="30440" y="43868"/>
                </a:cubicBezTo>
                <a:lnTo>
                  <a:pt x="31517" y="40504"/>
                </a:lnTo>
                <a:cubicBezTo>
                  <a:pt x="29362" y="42499"/>
                  <a:pt x="26973" y="43751"/>
                  <a:pt x="24468" y="44261"/>
                </a:cubicBezTo>
                <a:cubicBezTo>
                  <a:pt x="21905" y="44771"/>
                  <a:pt x="19123" y="44552"/>
                  <a:pt x="16050" y="43577"/>
                </a:cubicBezTo>
                <a:cubicBezTo>
                  <a:pt x="11040" y="41989"/>
                  <a:pt x="7632" y="38800"/>
                  <a:pt x="5753" y="34022"/>
                </a:cubicBezTo>
                <a:cubicBezTo>
                  <a:pt x="3874" y="29187"/>
                  <a:pt x="3932" y="23609"/>
                  <a:pt x="5928" y="17302"/>
                </a:cubicBezTo>
                <a:cubicBezTo>
                  <a:pt x="7908" y="10923"/>
                  <a:pt x="11098" y="6379"/>
                  <a:pt x="15365" y="3481"/>
                </a:cubicBezTo>
                <a:cubicBezTo>
                  <a:pt x="19633" y="626"/>
                  <a:pt x="24293" y="0"/>
                  <a:pt x="29304" y="1602"/>
                </a:cubicBezTo>
                <a:cubicBezTo>
                  <a:pt x="32377" y="2505"/>
                  <a:pt x="34765" y="3932"/>
                  <a:pt x="36586" y="5811"/>
                </a:cubicBezTo>
                <a:cubicBezTo>
                  <a:pt x="38348" y="7690"/>
                  <a:pt x="39601" y="10079"/>
                  <a:pt x="40227" y="12919"/>
                </a:cubicBezTo>
                <a:lnTo>
                  <a:pt x="42164" y="6714"/>
                </a:lnTo>
                <a:lnTo>
                  <a:pt x="48936" y="8826"/>
                </a:lnTo>
                <a:lnTo>
                  <a:pt x="37547" y="44771"/>
                </a:lnTo>
                <a:close/>
                <a:moveTo>
                  <a:pt x="37547" y="447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94B12-CEE3-4EBC-84F5-ADBE3DBD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60" y="2659047"/>
            <a:ext cx="42674" cy="47276"/>
          </a:xfrm>
          <a:custGeom xmlns:a="http://schemas.openxmlformats.org/drawingml/2006/main">
            <a:pathLst>
              <a:path w="42674" h="47276">
                <a:moveTo>
                  <a:pt x="40737" y="27425"/>
                </a:moveTo>
                <a:lnTo>
                  <a:pt x="39717" y="30731"/>
                </a:lnTo>
                <a:lnTo>
                  <a:pt x="8710" y="20944"/>
                </a:lnTo>
                <a:cubicBezTo>
                  <a:pt x="7515" y="25662"/>
                  <a:pt x="7792" y="29653"/>
                  <a:pt x="9554" y="32828"/>
                </a:cubicBezTo>
                <a:cubicBezTo>
                  <a:pt x="11258" y="36076"/>
                  <a:pt x="14390" y="38406"/>
                  <a:pt x="18832" y="39775"/>
                </a:cubicBezTo>
                <a:cubicBezTo>
                  <a:pt x="21453" y="40620"/>
                  <a:pt x="24060" y="41086"/>
                  <a:pt x="26682" y="41203"/>
                </a:cubicBezTo>
                <a:cubicBezTo>
                  <a:pt x="29304" y="41363"/>
                  <a:pt x="32027" y="41144"/>
                  <a:pt x="34823" y="40620"/>
                </a:cubicBezTo>
                <a:lnTo>
                  <a:pt x="32828" y="46999"/>
                </a:lnTo>
                <a:cubicBezTo>
                  <a:pt x="30032" y="47276"/>
                  <a:pt x="27366" y="47276"/>
                  <a:pt x="24628" y="46999"/>
                </a:cubicBezTo>
                <a:cubicBezTo>
                  <a:pt x="21905" y="46766"/>
                  <a:pt x="19283" y="46198"/>
                  <a:pt x="16676" y="45412"/>
                </a:cubicBezTo>
                <a:cubicBezTo>
                  <a:pt x="10122" y="43300"/>
                  <a:pt x="5520" y="39775"/>
                  <a:pt x="2898" y="34765"/>
                </a:cubicBezTo>
                <a:cubicBezTo>
                  <a:pt x="277" y="29755"/>
                  <a:pt x="0" y="24017"/>
                  <a:pt x="2054" y="17477"/>
                </a:cubicBezTo>
                <a:cubicBezTo>
                  <a:pt x="4151" y="10763"/>
                  <a:pt x="7675" y="6030"/>
                  <a:pt x="12511" y="3248"/>
                </a:cubicBezTo>
                <a:cubicBezTo>
                  <a:pt x="17404" y="466"/>
                  <a:pt x="22924" y="0"/>
                  <a:pt x="29071" y="1937"/>
                </a:cubicBezTo>
                <a:cubicBezTo>
                  <a:pt x="34590" y="3699"/>
                  <a:pt x="38406" y="6831"/>
                  <a:pt x="40445" y="11448"/>
                </a:cubicBezTo>
                <a:cubicBezTo>
                  <a:pt x="42557" y="15992"/>
                  <a:pt x="42674" y="21279"/>
                  <a:pt x="40737" y="27425"/>
                </a:cubicBezTo>
                <a:close/>
                <a:moveTo>
                  <a:pt x="34590" y="23274"/>
                </a:moveTo>
                <a:cubicBezTo>
                  <a:pt x="35726" y="19633"/>
                  <a:pt x="35610" y="16327"/>
                  <a:pt x="34299" y="13487"/>
                </a:cubicBezTo>
                <a:cubicBezTo>
                  <a:pt x="33003" y="10647"/>
                  <a:pt x="30658" y="8710"/>
                  <a:pt x="27366" y="7690"/>
                </a:cubicBezTo>
                <a:cubicBezTo>
                  <a:pt x="23551" y="6496"/>
                  <a:pt x="20259" y="6598"/>
                  <a:pt x="17288" y="8025"/>
                </a:cubicBezTo>
                <a:cubicBezTo>
                  <a:pt x="14390" y="9452"/>
                  <a:pt x="12118" y="12016"/>
                  <a:pt x="10588" y="15759"/>
                </a:cubicBezTo>
                <a:lnTo>
                  <a:pt x="34590" y="23274"/>
                </a:lnTo>
                <a:close/>
                <a:moveTo>
                  <a:pt x="34590" y="232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7C08D-72F2-451E-B3D3-504ED28F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12" y="2671062"/>
            <a:ext cx="44086" cy="51820"/>
          </a:xfrm>
          <a:custGeom xmlns:a="http://schemas.openxmlformats.org/drawingml/2006/main">
            <a:pathLst>
              <a:path w="44086" h="51820">
                <a:moveTo>
                  <a:pt x="42149" y="27075"/>
                </a:moveTo>
                <a:lnTo>
                  <a:pt x="34357" y="51820"/>
                </a:lnTo>
                <a:lnTo>
                  <a:pt x="27585" y="49723"/>
                </a:lnTo>
                <a:lnTo>
                  <a:pt x="35319" y="25196"/>
                </a:lnTo>
                <a:cubicBezTo>
                  <a:pt x="36571" y="21279"/>
                  <a:pt x="36746" y="18147"/>
                  <a:pt x="35828" y="15759"/>
                </a:cubicBezTo>
                <a:cubicBezTo>
                  <a:pt x="34925" y="13370"/>
                  <a:pt x="32930" y="11652"/>
                  <a:pt x="29915" y="10690"/>
                </a:cubicBezTo>
                <a:cubicBezTo>
                  <a:pt x="26274" y="9554"/>
                  <a:pt x="23041" y="9831"/>
                  <a:pt x="20186" y="11491"/>
                </a:cubicBezTo>
                <a:cubicBezTo>
                  <a:pt x="17346" y="13137"/>
                  <a:pt x="15293" y="15919"/>
                  <a:pt x="14040" y="19968"/>
                </a:cubicBezTo>
                <a:lnTo>
                  <a:pt x="6758" y="43125"/>
                </a:lnTo>
                <a:lnTo>
                  <a:pt x="0" y="41013"/>
                </a:lnTo>
                <a:lnTo>
                  <a:pt x="12904" y="0"/>
                </a:lnTo>
                <a:lnTo>
                  <a:pt x="19676" y="2097"/>
                </a:lnTo>
                <a:lnTo>
                  <a:pt x="17681" y="8476"/>
                </a:lnTo>
                <a:cubicBezTo>
                  <a:pt x="20070" y="6539"/>
                  <a:pt x="22517" y="5287"/>
                  <a:pt x="25138" y="4777"/>
                </a:cubicBezTo>
                <a:cubicBezTo>
                  <a:pt x="27701" y="4209"/>
                  <a:pt x="30425" y="4428"/>
                  <a:pt x="33280" y="5345"/>
                </a:cubicBezTo>
                <a:cubicBezTo>
                  <a:pt x="37998" y="6816"/>
                  <a:pt x="41072" y="9379"/>
                  <a:pt x="42543" y="13079"/>
                </a:cubicBezTo>
                <a:cubicBezTo>
                  <a:pt x="44086" y="16720"/>
                  <a:pt x="43912" y="21381"/>
                  <a:pt x="42149" y="27075"/>
                </a:cubicBezTo>
                <a:close/>
                <a:moveTo>
                  <a:pt x="42149" y="270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F556F-39E5-4B5E-892E-D98ABB9A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11" y="2688700"/>
            <a:ext cx="40518" cy="46533"/>
          </a:xfrm>
          <a:custGeom xmlns:a="http://schemas.openxmlformats.org/drawingml/2006/main">
            <a:pathLst>
              <a:path w="40518" h="46533">
                <a:moveTo>
                  <a:pt x="40518" y="8302"/>
                </a:moveTo>
                <a:lnTo>
                  <a:pt x="38523" y="14608"/>
                </a:lnTo>
                <a:cubicBezTo>
                  <a:pt x="36994" y="12962"/>
                  <a:pt x="35275" y="11550"/>
                  <a:pt x="33571" y="10457"/>
                </a:cubicBezTo>
                <a:cubicBezTo>
                  <a:pt x="31809" y="9321"/>
                  <a:pt x="29930" y="8418"/>
                  <a:pt x="27993" y="7850"/>
                </a:cubicBezTo>
                <a:cubicBezTo>
                  <a:pt x="23623" y="6423"/>
                  <a:pt x="19808" y="6758"/>
                  <a:pt x="16501" y="8753"/>
                </a:cubicBezTo>
                <a:cubicBezTo>
                  <a:pt x="13210" y="10749"/>
                  <a:pt x="10763" y="14273"/>
                  <a:pt x="9219" y="19283"/>
                </a:cubicBezTo>
                <a:cubicBezTo>
                  <a:pt x="7632" y="24279"/>
                  <a:pt x="7573" y="28546"/>
                  <a:pt x="9103" y="32085"/>
                </a:cubicBezTo>
                <a:cubicBezTo>
                  <a:pt x="10705" y="35610"/>
                  <a:pt x="13661" y="38115"/>
                  <a:pt x="18045" y="39470"/>
                </a:cubicBezTo>
                <a:cubicBezTo>
                  <a:pt x="19982" y="40096"/>
                  <a:pt x="21963" y="40445"/>
                  <a:pt x="24075" y="40504"/>
                </a:cubicBezTo>
                <a:cubicBezTo>
                  <a:pt x="26114" y="40620"/>
                  <a:pt x="28284" y="40387"/>
                  <a:pt x="30556" y="39936"/>
                </a:cubicBezTo>
                <a:lnTo>
                  <a:pt x="28561" y="46184"/>
                </a:lnTo>
                <a:cubicBezTo>
                  <a:pt x="26405" y="46475"/>
                  <a:pt x="24250" y="46533"/>
                  <a:pt x="22138" y="46300"/>
                </a:cubicBezTo>
                <a:cubicBezTo>
                  <a:pt x="19982" y="46125"/>
                  <a:pt x="17754" y="45674"/>
                  <a:pt x="15482" y="44931"/>
                </a:cubicBezTo>
                <a:cubicBezTo>
                  <a:pt x="9278" y="43009"/>
                  <a:pt x="5010" y="39528"/>
                  <a:pt x="2563" y="34474"/>
                </a:cubicBezTo>
                <a:cubicBezTo>
                  <a:pt x="175" y="29464"/>
                  <a:pt x="0" y="23667"/>
                  <a:pt x="2112" y="17055"/>
                </a:cubicBezTo>
                <a:cubicBezTo>
                  <a:pt x="4224" y="10341"/>
                  <a:pt x="7690" y="5680"/>
                  <a:pt x="12584" y="3015"/>
                </a:cubicBezTo>
                <a:cubicBezTo>
                  <a:pt x="17477" y="335"/>
                  <a:pt x="23099" y="0"/>
                  <a:pt x="29537" y="2039"/>
                </a:cubicBezTo>
                <a:cubicBezTo>
                  <a:pt x="31576" y="2665"/>
                  <a:pt x="33513" y="3525"/>
                  <a:pt x="35391" y="4602"/>
                </a:cubicBezTo>
                <a:cubicBezTo>
                  <a:pt x="37212" y="5622"/>
                  <a:pt x="38916" y="6874"/>
                  <a:pt x="40518" y="8302"/>
                </a:cubicBezTo>
                <a:close/>
                <a:moveTo>
                  <a:pt x="40518" y="83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5623B-AC92-49DB-9EB1-BA4ED374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55" y="2701604"/>
            <a:ext cx="42659" cy="47276"/>
          </a:xfrm>
          <a:custGeom xmlns:a="http://schemas.openxmlformats.org/drawingml/2006/main">
            <a:pathLst>
              <a:path w="42659" h="47276">
                <a:moveTo>
                  <a:pt x="40737" y="27425"/>
                </a:moveTo>
                <a:lnTo>
                  <a:pt x="39703" y="30731"/>
                </a:lnTo>
                <a:lnTo>
                  <a:pt x="8695" y="20944"/>
                </a:lnTo>
                <a:cubicBezTo>
                  <a:pt x="7559" y="25662"/>
                  <a:pt x="7850" y="29639"/>
                  <a:pt x="9554" y="32886"/>
                </a:cubicBezTo>
                <a:cubicBezTo>
                  <a:pt x="11317" y="36076"/>
                  <a:pt x="14390" y="38406"/>
                  <a:pt x="18890" y="39834"/>
                </a:cubicBezTo>
                <a:cubicBezTo>
                  <a:pt x="21439" y="40620"/>
                  <a:pt x="24060" y="41086"/>
                  <a:pt x="26682" y="41246"/>
                </a:cubicBezTo>
                <a:cubicBezTo>
                  <a:pt x="29347" y="41363"/>
                  <a:pt x="32027" y="41188"/>
                  <a:pt x="34867" y="40678"/>
                </a:cubicBezTo>
                <a:lnTo>
                  <a:pt x="32828" y="47058"/>
                </a:lnTo>
                <a:cubicBezTo>
                  <a:pt x="30090" y="47276"/>
                  <a:pt x="27366" y="47276"/>
                  <a:pt x="24628" y="47058"/>
                </a:cubicBezTo>
                <a:cubicBezTo>
                  <a:pt x="21949" y="46766"/>
                  <a:pt x="19283" y="46257"/>
                  <a:pt x="16662" y="45397"/>
                </a:cubicBezTo>
                <a:cubicBezTo>
                  <a:pt x="10122" y="43358"/>
                  <a:pt x="5520" y="39834"/>
                  <a:pt x="2898" y="34765"/>
                </a:cubicBezTo>
                <a:cubicBezTo>
                  <a:pt x="277" y="29755"/>
                  <a:pt x="0" y="24017"/>
                  <a:pt x="2039" y="17521"/>
                </a:cubicBezTo>
                <a:cubicBezTo>
                  <a:pt x="4209" y="10807"/>
                  <a:pt x="7675" y="6030"/>
                  <a:pt x="12569" y="3248"/>
                </a:cubicBezTo>
                <a:cubicBezTo>
                  <a:pt x="17404" y="451"/>
                  <a:pt x="22924" y="0"/>
                  <a:pt x="29071" y="1995"/>
                </a:cubicBezTo>
                <a:cubicBezTo>
                  <a:pt x="34590" y="3699"/>
                  <a:pt x="38392" y="6889"/>
                  <a:pt x="40504" y="11433"/>
                </a:cubicBezTo>
                <a:cubicBezTo>
                  <a:pt x="42601" y="15992"/>
                  <a:pt x="42659" y="21337"/>
                  <a:pt x="40737" y="27425"/>
                </a:cubicBezTo>
                <a:close/>
                <a:moveTo>
                  <a:pt x="34649" y="23332"/>
                </a:moveTo>
                <a:cubicBezTo>
                  <a:pt x="35726" y="19633"/>
                  <a:pt x="35668" y="16327"/>
                  <a:pt x="34299" y="13545"/>
                </a:cubicBezTo>
                <a:cubicBezTo>
                  <a:pt x="32988" y="10705"/>
                  <a:pt x="30658" y="8768"/>
                  <a:pt x="27366" y="7690"/>
                </a:cubicBezTo>
                <a:cubicBezTo>
                  <a:pt x="23609" y="6496"/>
                  <a:pt x="20245" y="6598"/>
                  <a:pt x="17346" y="8025"/>
                </a:cubicBezTo>
                <a:cubicBezTo>
                  <a:pt x="14390" y="9452"/>
                  <a:pt x="12176" y="12001"/>
                  <a:pt x="10574" y="15759"/>
                </a:cubicBezTo>
                <a:lnTo>
                  <a:pt x="34649" y="23332"/>
                </a:lnTo>
                <a:close/>
                <a:moveTo>
                  <a:pt x="34649" y="233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833D8-FF8E-4E3C-A79F-2ACCEACC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161" y="2700133"/>
            <a:ext cx="49097" cy="57005"/>
          </a:xfrm>
          <a:custGeom xmlns:a="http://schemas.openxmlformats.org/drawingml/2006/main">
            <a:pathLst>
              <a:path w="49097" h="57005">
                <a:moveTo>
                  <a:pt x="22706" y="8418"/>
                </a:moveTo>
                <a:lnTo>
                  <a:pt x="16225" y="28954"/>
                </a:lnTo>
                <a:lnTo>
                  <a:pt x="25546" y="31911"/>
                </a:lnTo>
                <a:cubicBezTo>
                  <a:pt x="28969" y="32988"/>
                  <a:pt x="31925" y="32930"/>
                  <a:pt x="34372" y="31736"/>
                </a:cubicBezTo>
                <a:cubicBezTo>
                  <a:pt x="36819" y="30542"/>
                  <a:pt x="38581" y="28328"/>
                  <a:pt x="39601" y="25022"/>
                </a:cubicBezTo>
                <a:cubicBezTo>
                  <a:pt x="40620" y="21730"/>
                  <a:pt x="40460" y="18890"/>
                  <a:pt x="39149" y="16545"/>
                </a:cubicBezTo>
                <a:cubicBezTo>
                  <a:pt x="37838" y="14157"/>
                  <a:pt x="35450" y="12453"/>
                  <a:pt x="32042" y="11317"/>
                </a:cubicBezTo>
                <a:lnTo>
                  <a:pt x="22706" y="8418"/>
                </a:lnTo>
                <a:close/>
                <a:moveTo>
                  <a:pt x="17244" y="0"/>
                </a:moveTo>
                <a:lnTo>
                  <a:pt x="33964" y="5287"/>
                </a:lnTo>
                <a:cubicBezTo>
                  <a:pt x="40052" y="7224"/>
                  <a:pt x="44261" y="10064"/>
                  <a:pt x="46548" y="13822"/>
                </a:cubicBezTo>
                <a:cubicBezTo>
                  <a:pt x="48820" y="17579"/>
                  <a:pt x="49097" y="22123"/>
                  <a:pt x="47393" y="27468"/>
                </a:cubicBezTo>
                <a:cubicBezTo>
                  <a:pt x="45688" y="32886"/>
                  <a:pt x="42848" y="36469"/>
                  <a:pt x="38800" y="38232"/>
                </a:cubicBezTo>
                <a:cubicBezTo>
                  <a:pt x="34823" y="39994"/>
                  <a:pt x="29755" y="39877"/>
                  <a:pt x="23609" y="37940"/>
                </a:cubicBezTo>
                <a:lnTo>
                  <a:pt x="14346" y="35042"/>
                </a:lnTo>
                <a:lnTo>
                  <a:pt x="7399" y="57005"/>
                </a:lnTo>
                <a:lnTo>
                  <a:pt x="0" y="54675"/>
                </a:lnTo>
                <a:lnTo>
                  <a:pt x="17244" y="0"/>
                </a:lnTo>
                <a:close/>
                <a:moveTo>
                  <a:pt x="172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EE356-5DF6-4C42-BD47-6253273D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07" y="2712018"/>
            <a:ext cx="24701" cy="59117"/>
          </a:xfrm>
          <a:custGeom xmlns:a="http://schemas.openxmlformats.org/drawingml/2006/main">
            <a:pathLst>
              <a:path w="24701" h="59117">
                <a:moveTo>
                  <a:pt x="17987" y="0"/>
                </a:moveTo>
                <a:lnTo>
                  <a:pt x="24701" y="2112"/>
                </a:lnTo>
                <a:lnTo>
                  <a:pt x="6714" y="59117"/>
                </a:lnTo>
                <a:lnTo>
                  <a:pt x="0" y="56947"/>
                </a:lnTo>
                <a:lnTo>
                  <a:pt x="17987" y="0"/>
                </a:lnTo>
                <a:close/>
                <a:moveTo>
                  <a:pt x="179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B78D06-0D4E-49D0-9315-881B141B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6" y="2736369"/>
            <a:ext cx="41479" cy="49330"/>
          </a:xfrm>
          <a:custGeom xmlns:a="http://schemas.openxmlformats.org/drawingml/2006/main">
            <a:pathLst>
              <a:path w="41479" h="49330">
                <a:moveTo>
                  <a:pt x="25211" y="24468"/>
                </a:moveTo>
                <a:cubicBezTo>
                  <a:pt x="19749" y="22750"/>
                  <a:pt x="15759" y="22182"/>
                  <a:pt x="13312" y="22750"/>
                </a:cubicBezTo>
                <a:cubicBezTo>
                  <a:pt x="10807" y="23332"/>
                  <a:pt x="9044" y="25153"/>
                  <a:pt x="8141" y="28168"/>
                </a:cubicBezTo>
                <a:cubicBezTo>
                  <a:pt x="7340" y="30556"/>
                  <a:pt x="7573" y="32653"/>
                  <a:pt x="8710" y="34590"/>
                </a:cubicBezTo>
                <a:cubicBezTo>
                  <a:pt x="9846" y="36469"/>
                  <a:pt x="11783" y="37838"/>
                  <a:pt x="14448" y="38683"/>
                </a:cubicBezTo>
                <a:cubicBezTo>
                  <a:pt x="18205" y="39877"/>
                  <a:pt x="21614" y="39484"/>
                  <a:pt x="24687" y="37547"/>
                </a:cubicBezTo>
                <a:cubicBezTo>
                  <a:pt x="27818" y="35610"/>
                  <a:pt x="30046" y="32479"/>
                  <a:pt x="31401" y="28109"/>
                </a:cubicBezTo>
                <a:lnTo>
                  <a:pt x="31911" y="26565"/>
                </a:lnTo>
                <a:lnTo>
                  <a:pt x="25211" y="24468"/>
                </a:lnTo>
                <a:close/>
                <a:moveTo>
                  <a:pt x="39542" y="25939"/>
                </a:moveTo>
                <a:lnTo>
                  <a:pt x="32144" y="49330"/>
                </a:lnTo>
                <a:lnTo>
                  <a:pt x="25371" y="47160"/>
                </a:lnTo>
                <a:lnTo>
                  <a:pt x="27366" y="40955"/>
                </a:lnTo>
                <a:cubicBezTo>
                  <a:pt x="25036" y="42950"/>
                  <a:pt x="22531" y="44203"/>
                  <a:pt x="19851" y="44654"/>
                </a:cubicBezTo>
                <a:cubicBezTo>
                  <a:pt x="17186" y="45120"/>
                  <a:pt x="14229" y="44829"/>
                  <a:pt x="10865" y="43810"/>
                </a:cubicBezTo>
                <a:cubicBezTo>
                  <a:pt x="6656" y="42441"/>
                  <a:pt x="3699" y="40227"/>
                  <a:pt x="1995" y="37096"/>
                </a:cubicBezTo>
                <a:cubicBezTo>
                  <a:pt x="233" y="33964"/>
                  <a:pt x="0" y="30381"/>
                  <a:pt x="1253" y="26449"/>
                </a:cubicBezTo>
                <a:cubicBezTo>
                  <a:pt x="2680" y="21847"/>
                  <a:pt x="5345" y="18832"/>
                  <a:pt x="9161" y="17463"/>
                </a:cubicBezTo>
                <a:cubicBezTo>
                  <a:pt x="13035" y="16094"/>
                  <a:pt x="17972" y="16385"/>
                  <a:pt x="24119" y="18322"/>
                </a:cubicBezTo>
                <a:lnTo>
                  <a:pt x="33571" y="21279"/>
                </a:lnTo>
                <a:lnTo>
                  <a:pt x="33789" y="20652"/>
                </a:lnTo>
                <a:cubicBezTo>
                  <a:pt x="34765" y="17521"/>
                  <a:pt x="34474" y="14797"/>
                  <a:pt x="33003" y="12453"/>
                </a:cubicBezTo>
                <a:cubicBezTo>
                  <a:pt x="31459" y="10122"/>
                  <a:pt x="28896" y="8360"/>
                  <a:pt x="25211" y="7224"/>
                </a:cubicBezTo>
                <a:cubicBezTo>
                  <a:pt x="22866" y="6481"/>
                  <a:pt x="20478" y="6030"/>
                  <a:pt x="18089" y="5913"/>
                </a:cubicBezTo>
                <a:cubicBezTo>
                  <a:pt x="15700" y="5738"/>
                  <a:pt x="13254" y="5913"/>
                  <a:pt x="10865" y="6423"/>
                </a:cubicBezTo>
                <a:lnTo>
                  <a:pt x="12860" y="175"/>
                </a:lnTo>
                <a:cubicBezTo>
                  <a:pt x="15584" y="0"/>
                  <a:pt x="18205" y="58"/>
                  <a:pt x="20711" y="291"/>
                </a:cubicBezTo>
                <a:cubicBezTo>
                  <a:pt x="23157" y="568"/>
                  <a:pt x="25488" y="1020"/>
                  <a:pt x="27701" y="1704"/>
                </a:cubicBezTo>
                <a:cubicBezTo>
                  <a:pt x="33629" y="3583"/>
                  <a:pt x="37547" y="6539"/>
                  <a:pt x="39542" y="10530"/>
                </a:cubicBezTo>
                <a:cubicBezTo>
                  <a:pt x="41479" y="14564"/>
                  <a:pt x="41479" y="19691"/>
                  <a:pt x="39542" y="25939"/>
                </a:cubicBezTo>
                <a:close/>
                <a:moveTo>
                  <a:pt x="39542" y="259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381AA-5480-4BDE-8D58-BB1D5FF6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88" y="2737389"/>
            <a:ext cx="31066" cy="59175"/>
          </a:xfrm>
          <a:custGeom xmlns:a="http://schemas.openxmlformats.org/drawingml/2006/main">
            <a:pathLst>
              <a:path w="31066" h="59175">
                <a:moveTo>
                  <a:pt x="20885" y="2112"/>
                </a:moveTo>
                <a:lnTo>
                  <a:pt x="17186" y="13778"/>
                </a:lnTo>
                <a:lnTo>
                  <a:pt x="31066" y="18147"/>
                </a:lnTo>
                <a:lnTo>
                  <a:pt x="29420" y="23390"/>
                </a:lnTo>
                <a:lnTo>
                  <a:pt x="15540" y="19007"/>
                </a:lnTo>
                <a:lnTo>
                  <a:pt x="8535" y="41246"/>
                </a:lnTo>
                <a:cubicBezTo>
                  <a:pt x="7457" y="44611"/>
                  <a:pt x="7224" y="46883"/>
                  <a:pt x="7850" y="48135"/>
                </a:cubicBezTo>
                <a:cubicBezTo>
                  <a:pt x="8476" y="49388"/>
                  <a:pt x="10195" y="50466"/>
                  <a:pt x="12977" y="51325"/>
                </a:cubicBezTo>
                <a:lnTo>
                  <a:pt x="19910" y="53539"/>
                </a:lnTo>
                <a:lnTo>
                  <a:pt x="18147" y="59175"/>
                </a:lnTo>
                <a:lnTo>
                  <a:pt x="11215" y="56947"/>
                </a:lnTo>
                <a:cubicBezTo>
                  <a:pt x="6030" y="55359"/>
                  <a:pt x="2738" y="53262"/>
                  <a:pt x="1369" y="50699"/>
                </a:cubicBezTo>
                <a:cubicBezTo>
                  <a:pt x="0" y="48077"/>
                  <a:pt x="117" y="44261"/>
                  <a:pt x="1762" y="39149"/>
                </a:cubicBezTo>
                <a:lnTo>
                  <a:pt x="8768" y="16851"/>
                </a:lnTo>
                <a:lnTo>
                  <a:pt x="3816" y="15307"/>
                </a:lnTo>
                <a:lnTo>
                  <a:pt x="5462" y="10079"/>
                </a:lnTo>
                <a:lnTo>
                  <a:pt x="10414" y="11608"/>
                </a:lnTo>
                <a:lnTo>
                  <a:pt x="14113" y="0"/>
                </a:lnTo>
                <a:lnTo>
                  <a:pt x="20885" y="2112"/>
                </a:lnTo>
                <a:close/>
                <a:moveTo>
                  <a:pt x="20885" y="21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B6171-8DD0-4A8D-8961-0CB78D7D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7" y="2745414"/>
            <a:ext cx="37664" cy="56437"/>
          </a:xfrm>
          <a:custGeom xmlns:a="http://schemas.openxmlformats.org/drawingml/2006/main">
            <a:pathLst>
              <a:path w="37664" h="56437">
                <a:moveTo>
                  <a:pt x="37664" y="3466"/>
                </a:moveTo>
                <a:lnTo>
                  <a:pt x="35901" y="9103"/>
                </a:lnTo>
                <a:lnTo>
                  <a:pt x="29420" y="7049"/>
                </a:lnTo>
                <a:cubicBezTo>
                  <a:pt x="27017" y="6321"/>
                  <a:pt x="25196" y="6263"/>
                  <a:pt x="23944" y="6947"/>
                </a:cubicBezTo>
                <a:cubicBezTo>
                  <a:pt x="22706" y="7617"/>
                  <a:pt x="21672" y="9219"/>
                  <a:pt x="20885" y="11783"/>
                </a:cubicBezTo>
                <a:lnTo>
                  <a:pt x="19691" y="15424"/>
                </a:lnTo>
                <a:lnTo>
                  <a:pt x="30833" y="18890"/>
                </a:lnTo>
                <a:lnTo>
                  <a:pt x="29129" y="24119"/>
                </a:lnTo>
                <a:lnTo>
                  <a:pt x="18031" y="20652"/>
                </a:lnTo>
                <a:lnTo>
                  <a:pt x="6772" y="56437"/>
                </a:lnTo>
                <a:lnTo>
                  <a:pt x="0" y="54281"/>
                </a:lnTo>
                <a:lnTo>
                  <a:pt x="11258" y="18497"/>
                </a:lnTo>
                <a:lnTo>
                  <a:pt x="4835" y="16443"/>
                </a:lnTo>
                <a:lnTo>
                  <a:pt x="6481" y="11215"/>
                </a:lnTo>
                <a:lnTo>
                  <a:pt x="12919" y="13254"/>
                </a:lnTo>
                <a:lnTo>
                  <a:pt x="13822" y="10414"/>
                </a:lnTo>
                <a:cubicBezTo>
                  <a:pt x="15307" y="5855"/>
                  <a:pt x="17404" y="2840"/>
                  <a:pt x="20201" y="1427"/>
                </a:cubicBezTo>
                <a:cubicBezTo>
                  <a:pt x="22983" y="0"/>
                  <a:pt x="26682" y="0"/>
                  <a:pt x="31284" y="1486"/>
                </a:cubicBezTo>
                <a:lnTo>
                  <a:pt x="37664" y="3466"/>
                </a:lnTo>
                <a:close/>
                <a:moveTo>
                  <a:pt x="37664" y="34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88DFB-6CD4-422E-BFEF-93CCF61C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79" y="2768848"/>
            <a:ext cx="41931" cy="46766"/>
          </a:xfrm>
          <a:custGeom xmlns:a="http://schemas.openxmlformats.org/drawingml/2006/main">
            <a:pathLst>
              <a:path w="41931" h="46766">
                <a:moveTo>
                  <a:pt x="25939" y="7573"/>
                </a:moveTo>
                <a:cubicBezTo>
                  <a:pt x="22356" y="6437"/>
                  <a:pt x="19065" y="6947"/>
                  <a:pt x="16050" y="9059"/>
                </a:cubicBezTo>
                <a:cubicBezTo>
                  <a:pt x="13079" y="11215"/>
                  <a:pt x="10807" y="14739"/>
                  <a:pt x="9278" y="19691"/>
                </a:cubicBezTo>
                <a:cubicBezTo>
                  <a:pt x="7675" y="24585"/>
                  <a:pt x="7515" y="28794"/>
                  <a:pt x="8710" y="32260"/>
                </a:cubicBezTo>
                <a:cubicBezTo>
                  <a:pt x="9904" y="35741"/>
                  <a:pt x="12351" y="38071"/>
                  <a:pt x="15992" y="39207"/>
                </a:cubicBezTo>
                <a:cubicBezTo>
                  <a:pt x="19575" y="40343"/>
                  <a:pt x="22866" y="39834"/>
                  <a:pt x="25823" y="37605"/>
                </a:cubicBezTo>
                <a:cubicBezTo>
                  <a:pt x="28837" y="35450"/>
                  <a:pt x="31124" y="31925"/>
                  <a:pt x="32653" y="27032"/>
                </a:cubicBezTo>
                <a:cubicBezTo>
                  <a:pt x="34197" y="22196"/>
                  <a:pt x="34357" y="18045"/>
                  <a:pt x="33163" y="14521"/>
                </a:cubicBezTo>
                <a:cubicBezTo>
                  <a:pt x="31969" y="10982"/>
                  <a:pt x="29522" y="8710"/>
                  <a:pt x="25939" y="7573"/>
                </a:cubicBezTo>
                <a:close/>
                <a:moveTo>
                  <a:pt x="27760" y="1821"/>
                </a:moveTo>
                <a:cubicBezTo>
                  <a:pt x="33629" y="3699"/>
                  <a:pt x="37605" y="7064"/>
                  <a:pt x="39761" y="11899"/>
                </a:cubicBezTo>
                <a:cubicBezTo>
                  <a:pt x="41931" y="16793"/>
                  <a:pt x="41931" y="22589"/>
                  <a:pt x="39819" y="29304"/>
                </a:cubicBezTo>
                <a:cubicBezTo>
                  <a:pt x="37664" y="36018"/>
                  <a:pt x="34357" y="40737"/>
                  <a:pt x="29813" y="43533"/>
                </a:cubicBezTo>
                <a:cubicBezTo>
                  <a:pt x="25255" y="46315"/>
                  <a:pt x="20026" y="46766"/>
                  <a:pt x="14171" y="44887"/>
                </a:cubicBezTo>
                <a:cubicBezTo>
                  <a:pt x="8302" y="43067"/>
                  <a:pt x="4267" y="39659"/>
                  <a:pt x="2156" y="34823"/>
                </a:cubicBezTo>
                <a:cubicBezTo>
                  <a:pt x="58" y="29930"/>
                  <a:pt x="0" y="24133"/>
                  <a:pt x="2156" y="17419"/>
                </a:cubicBezTo>
                <a:cubicBezTo>
                  <a:pt x="4267" y="10705"/>
                  <a:pt x="7617" y="5986"/>
                  <a:pt x="12118" y="3190"/>
                </a:cubicBezTo>
                <a:cubicBezTo>
                  <a:pt x="16676" y="466"/>
                  <a:pt x="21905" y="0"/>
                  <a:pt x="27760" y="1821"/>
                </a:cubicBezTo>
                <a:close/>
                <a:moveTo>
                  <a:pt x="27760" y="18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94EFC-AA08-498E-B632-73FF306D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40" y="2781082"/>
            <a:ext cx="37096" cy="43125"/>
          </a:xfrm>
          <a:custGeom xmlns:a="http://schemas.openxmlformats.org/drawingml/2006/main">
            <a:pathLst>
              <a:path w="37096" h="43125">
                <a:moveTo>
                  <a:pt x="34984" y="13836"/>
                </a:moveTo>
                <a:cubicBezTo>
                  <a:pt x="34357" y="13152"/>
                  <a:pt x="33629" y="12584"/>
                  <a:pt x="32770" y="12118"/>
                </a:cubicBezTo>
                <a:cubicBezTo>
                  <a:pt x="31969" y="11608"/>
                  <a:pt x="31008" y="11215"/>
                  <a:pt x="29930" y="10865"/>
                </a:cubicBezTo>
                <a:cubicBezTo>
                  <a:pt x="26114" y="9671"/>
                  <a:pt x="22808" y="9962"/>
                  <a:pt x="20026" y="11841"/>
                </a:cubicBezTo>
                <a:cubicBezTo>
                  <a:pt x="17186" y="13661"/>
                  <a:pt x="15016" y="16895"/>
                  <a:pt x="13603" y="21512"/>
                </a:cubicBezTo>
                <a:lnTo>
                  <a:pt x="6772" y="43125"/>
                </a:lnTo>
                <a:lnTo>
                  <a:pt x="0" y="40970"/>
                </a:lnTo>
                <a:lnTo>
                  <a:pt x="12919" y="0"/>
                </a:lnTo>
                <a:lnTo>
                  <a:pt x="19691" y="2112"/>
                </a:lnTo>
                <a:lnTo>
                  <a:pt x="17696" y="8476"/>
                </a:lnTo>
                <a:cubicBezTo>
                  <a:pt x="19910" y="6437"/>
                  <a:pt x="22298" y="5185"/>
                  <a:pt x="24978" y="4675"/>
                </a:cubicBezTo>
                <a:cubicBezTo>
                  <a:pt x="27658" y="4209"/>
                  <a:pt x="30556" y="4442"/>
                  <a:pt x="33848" y="5462"/>
                </a:cubicBezTo>
                <a:cubicBezTo>
                  <a:pt x="34314" y="5636"/>
                  <a:pt x="34823" y="5811"/>
                  <a:pt x="35333" y="6088"/>
                </a:cubicBezTo>
                <a:cubicBezTo>
                  <a:pt x="35901" y="6321"/>
                  <a:pt x="36469" y="6598"/>
                  <a:pt x="37096" y="6947"/>
                </a:cubicBezTo>
                <a:lnTo>
                  <a:pt x="34984" y="13836"/>
                </a:lnTo>
                <a:close/>
                <a:moveTo>
                  <a:pt x="34984" y="138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8CED5-E50A-4806-A133-2FBCE55A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62" y="2790359"/>
            <a:ext cx="69589" cy="59903"/>
          </a:xfrm>
          <a:custGeom xmlns:a="http://schemas.openxmlformats.org/drawingml/2006/main">
            <a:pathLst>
              <a:path w="69589" h="59903">
                <a:moveTo>
                  <a:pt x="42615" y="18031"/>
                </a:moveTo>
                <a:cubicBezTo>
                  <a:pt x="45295" y="15526"/>
                  <a:pt x="48019" y="13938"/>
                  <a:pt x="50815" y="13254"/>
                </a:cubicBezTo>
                <a:cubicBezTo>
                  <a:pt x="53597" y="12569"/>
                  <a:pt x="56554" y="12686"/>
                  <a:pt x="59743" y="13705"/>
                </a:cubicBezTo>
                <a:cubicBezTo>
                  <a:pt x="64011" y="15074"/>
                  <a:pt x="66851" y="17579"/>
                  <a:pt x="68220" y="21337"/>
                </a:cubicBezTo>
                <a:cubicBezTo>
                  <a:pt x="69589" y="25036"/>
                  <a:pt x="69414" y="29639"/>
                  <a:pt x="67710" y="35158"/>
                </a:cubicBezTo>
                <a:lnTo>
                  <a:pt x="59860" y="59903"/>
                </a:lnTo>
                <a:lnTo>
                  <a:pt x="53087" y="57806"/>
                </a:lnTo>
                <a:lnTo>
                  <a:pt x="60821" y="33221"/>
                </a:lnTo>
                <a:cubicBezTo>
                  <a:pt x="62073" y="29304"/>
                  <a:pt x="62306" y="26172"/>
                  <a:pt x="61505" y="23842"/>
                </a:cubicBezTo>
                <a:cubicBezTo>
                  <a:pt x="60704" y="21512"/>
                  <a:pt x="58884" y="19851"/>
                  <a:pt x="56044" y="19007"/>
                </a:cubicBezTo>
                <a:cubicBezTo>
                  <a:pt x="52577" y="17871"/>
                  <a:pt x="49446" y="18147"/>
                  <a:pt x="46664" y="19851"/>
                </a:cubicBezTo>
                <a:cubicBezTo>
                  <a:pt x="43926" y="21512"/>
                  <a:pt x="41873" y="24352"/>
                  <a:pt x="40620" y="28386"/>
                </a:cubicBezTo>
                <a:lnTo>
                  <a:pt x="33294" y="51543"/>
                </a:lnTo>
                <a:lnTo>
                  <a:pt x="26522" y="49446"/>
                </a:lnTo>
                <a:lnTo>
                  <a:pt x="34314" y="24861"/>
                </a:lnTo>
                <a:cubicBezTo>
                  <a:pt x="35508" y="20929"/>
                  <a:pt x="35741" y="17754"/>
                  <a:pt x="34940" y="15482"/>
                </a:cubicBezTo>
                <a:cubicBezTo>
                  <a:pt x="34197" y="13137"/>
                  <a:pt x="32318" y="11491"/>
                  <a:pt x="29420" y="10588"/>
                </a:cubicBezTo>
                <a:cubicBezTo>
                  <a:pt x="25954" y="9496"/>
                  <a:pt x="22881" y="9787"/>
                  <a:pt x="20084" y="11491"/>
                </a:cubicBezTo>
                <a:cubicBezTo>
                  <a:pt x="17361" y="13137"/>
                  <a:pt x="15307" y="15992"/>
                  <a:pt x="14055" y="19968"/>
                </a:cubicBezTo>
                <a:lnTo>
                  <a:pt x="6772" y="43183"/>
                </a:lnTo>
                <a:lnTo>
                  <a:pt x="0" y="41013"/>
                </a:lnTo>
                <a:lnTo>
                  <a:pt x="12919" y="0"/>
                </a:lnTo>
                <a:lnTo>
                  <a:pt x="19691" y="2156"/>
                </a:lnTo>
                <a:lnTo>
                  <a:pt x="17696" y="8535"/>
                </a:lnTo>
                <a:cubicBezTo>
                  <a:pt x="20026" y="6481"/>
                  <a:pt x="22473" y="5229"/>
                  <a:pt x="24978" y="4719"/>
                </a:cubicBezTo>
                <a:cubicBezTo>
                  <a:pt x="27483" y="4209"/>
                  <a:pt x="30221" y="4384"/>
                  <a:pt x="33178" y="5345"/>
                </a:cubicBezTo>
                <a:cubicBezTo>
                  <a:pt x="36193" y="6263"/>
                  <a:pt x="38465" y="7850"/>
                  <a:pt x="40052" y="10006"/>
                </a:cubicBezTo>
                <a:cubicBezTo>
                  <a:pt x="41712" y="12176"/>
                  <a:pt x="42557" y="14856"/>
                  <a:pt x="42615" y="18031"/>
                </a:cubicBezTo>
                <a:close/>
                <a:moveTo>
                  <a:pt x="42615" y="180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CB7FC-D66D-4AD2-BD16-80D5444C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11" y="2845544"/>
            <a:ext cx="10690" cy="11724"/>
          </a:xfrm>
          <a:custGeom xmlns:a="http://schemas.openxmlformats.org/drawingml/2006/main">
            <a:pathLst>
              <a:path w="10690" h="11724">
                <a:moveTo>
                  <a:pt x="2957" y="0"/>
                </a:moveTo>
                <a:lnTo>
                  <a:pt x="10690" y="2447"/>
                </a:lnTo>
                <a:lnTo>
                  <a:pt x="7734" y="11724"/>
                </a:lnTo>
                <a:lnTo>
                  <a:pt x="0" y="9278"/>
                </a:lnTo>
                <a:lnTo>
                  <a:pt x="2957" y="0"/>
                </a:lnTo>
                <a:close/>
                <a:moveTo>
                  <a:pt x="29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A2A7C-62DC-4404-A976-1EE816CC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27" y="2807487"/>
            <a:ext cx="51820" cy="65758"/>
          </a:xfrm>
          <a:custGeom xmlns:a="http://schemas.openxmlformats.org/drawingml/2006/main">
            <a:pathLst>
              <a:path w="51820" h="65758">
                <a:moveTo>
                  <a:pt x="17230" y="0"/>
                </a:moveTo>
                <a:lnTo>
                  <a:pt x="51820" y="10865"/>
                </a:lnTo>
                <a:lnTo>
                  <a:pt x="49839" y="17128"/>
                </a:lnTo>
                <a:lnTo>
                  <a:pt x="22633" y="8535"/>
                </a:lnTo>
                <a:lnTo>
                  <a:pt x="17521" y="24745"/>
                </a:lnTo>
                <a:lnTo>
                  <a:pt x="43577" y="32930"/>
                </a:lnTo>
                <a:lnTo>
                  <a:pt x="41640" y="39193"/>
                </a:lnTo>
                <a:lnTo>
                  <a:pt x="15584" y="30949"/>
                </a:lnTo>
                <a:lnTo>
                  <a:pt x="9321" y="50742"/>
                </a:lnTo>
                <a:lnTo>
                  <a:pt x="37154" y="59568"/>
                </a:lnTo>
                <a:lnTo>
                  <a:pt x="35217" y="65758"/>
                </a:lnTo>
                <a:lnTo>
                  <a:pt x="0" y="54675"/>
                </a:lnTo>
                <a:lnTo>
                  <a:pt x="17230" y="0"/>
                </a:lnTo>
                <a:close/>
                <a:moveTo>
                  <a:pt x="17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0E62E-062D-42F0-942F-8DCC5E8C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720" y="2822387"/>
            <a:ext cx="49213" cy="68161"/>
          </a:xfrm>
          <a:custGeom xmlns:a="http://schemas.openxmlformats.org/drawingml/2006/main">
            <a:pathLst>
              <a:path w="49213" h="68161">
                <a:moveTo>
                  <a:pt x="34022" y="37270"/>
                </a:moveTo>
                <a:cubicBezTo>
                  <a:pt x="35377" y="38290"/>
                  <a:pt x="36571" y="39936"/>
                  <a:pt x="37547" y="42164"/>
                </a:cubicBezTo>
                <a:cubicBezTo>
                  <a:pt x="38450" y="44378"/>
                  <a:pt x="39251" y="47276"/>
                  <a:pt x="39761" y="50859"/>
                </a:cubicBezTo>
                <a:lnTo>
                  <a:pt x="42557" y="68161"/>
                </a:lnTo>
                <a:lnTo>
                  <a:pt x="34590" y="65656"/>
                </a:lnTo>
                <a:lnTo>
                  <a:pt x="32027" y="49388"/>
                </a:lnTo>
                <a:cubicBezTo>
                  <a:pt x="31401" y="45179"/>
                  <a:pt x="30440" y="42222"/>
                  <a:pt x="29071" y="40460"/>
                </a:cubicBezTo>
                <a:cubicBezTo>
                  <a:pt x="27760" y="38741"/>
                  <a:pt x="25648" y="37387"/>
                  <a:pt x="22691" y="36469"/>
                </a:cubicBezTo>
                <a:lnTo>
                  <a:pt x="14681" y="33906"/>
                </a:lnTo>
                <a:lnTo>
                  <a:pt x="7399" y="57063"/>
                </a:lnTo>
                <a:lnTo>
                  <a:pt x="0" y="54733"/>
                </a:lnTo>
                <a:lnTo>
                  <a:pt x="17230" y="0"/>
                </a:lnTo>
                <a:lnTo>
                  <a:pt x="33906" y="5301"/>
                </a:lnTo>
                <a:cubicBezTo>
                  <a:pt x="40169" y="7282"/>
                  <a:pt x="44421" y="10079"/>
                  <a:pt x="46708" y="13661"/>
                </a:cubicBezTo>
                <a:cubicBezTo>
                  <a:pt x="48922" y="17244"/>
                  <a:pt x="49213" y="21628"/>
                  <a:pt x="47553" y="26915"/>
                </a:cubicBezTo>
                <a:cubicBezTo>
                  <a:pt x="46475" y="30381"/>
                  <a:pt x="44771" y="33003"/>
                  <a:pt x="42441" y="34765"/>
                </a:cubicBezTo>
                <a:cubicBezTo>
                  <a:pt x="40169" y="36527"/>
                  <a:pt x="37314" y="37329"/>
                  <a:pt x="34022" y="37270"/>
                </a:cubicBezTo>
                <a:close/>
                <a:moveTo>
                  <a:pt x="22691" y="8418"/>
                </a:moveTo>
                <a:lnTo>
                  <a:pt x="16545" y="27876"/>
                </a:lnTo>
                <a:lnTo>
                  <a:pt x="25881" y="30789"/>
                </a:lnTo>
                <a:cubicBezTo>
                  <a:pt x="29464" y="31925"/>
                  <a:pt x="32362" y="31925"/>
                  <a:pt x="34751" y="30833"/>
                </a:cubicBezTo>
                <a:cubicBezTo>
                  <a:pt x="37096" y="29813"/>
                  <a:pt x="38741" y="27658"/>
                  <a:pt x="39761" y="24468"/>
                </a:cubicBezTo>
                <a:cubicBezTo>
                  <a:pt x="40780" y="21279"/>
                  <a:pt x="40620" y="18555"/>
                  <a:pt x="39309" y="16385"/>
                </a:cubicBezTo>
                <a:cubicBezTo>
                  <a:pt x="37998" y="14171"/>
                  <a:pt x="35552" y="12525"/>
                  <a:pt x="32027" y="11375"/>
                </a:cubicBezTo>
                <a:lnTo>
                  <a:pt x="22691" y="8418"/>
                </a:lnTo>
                <a:close/>
                <a:moveTo>
                  <a:pt x="22691" y="84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A8755-98EF-48FE-9E31-8FD65FFB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31" y="2838888"/>
            <a:ext cx="67244" cy="70433"/>
          </a:xfrm>
          <a:custGeom xmlns:a="http://schemas.openxmlformats.org/drawingml/2006/main">
            <a:pathLst>
              <a:path w="67244" h="70433">
                <a:moveTo>
                  <a:pt x="17230" y="0"/>
                </a:moveTo>
                <a:lnTo>
                  <a:pt x="28269" y="3466"/>
                </a:lnTo>
                <a:lnTo>
                  <a:pt x="30440" y="45062"/>
                </a:lnTo>
                <a:lnTo>
                  <a:pt x="56204" y="12292"/>
                </a:lnTo>
                <a:lnTo>
                  <a:pt x="67244" y="15759"/>
                </a:lnTo>
                <a:lnTo>
                  <a:pt x="50000" y="70433"/>
                </a:lnTo>
                <a:lnTo>
                  <a:pt x="42776" y="68161"/>
                </a:lnTo>
                <a:lnTo>
                  <a:pt x="57908" y="20143"/>
                </a:lnTo>
                <a:lnTo>
                  <a:pt x="32027" y="53189"/>
                </a:lnTo>
                <a:lnTo>
                  <a:pt x="24570" y="50859"/>
                </a:lnTo>
                <a:lnTo>
                  <a:pt x="22298" y="8928"/>
                </a:lnTo>
                <a:lnTo>
                  <a:pt x="7166" y="56947"/>
                </a:lnTo>
                <a:lnTo>
                  <a:pt x="0" y="54675"/>
                </a:lnTo>
                <a:lnTo>
                  <a:pt x="17230" y="0"/>
                </a:lnTo>
                <a:close/>
                <a:moveTo>
                  <a:pt x="17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27213-C4A9-4D82-A95C-0C0895D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511" y="2859249"/>
            <a:ext cx="35959" cy="65438"/>
          </a:xfrm>
          <a:custGeom xmlns:a="http://schemas.openxmlformats.org/drawingml/2006/main">
            <a:pathLst>
              <a:path w="35959" h="65438">
                <a:moveTo>
                  <a:pt x="17244" y="0"/>
                </a:moveTo>
                <a:lnTo>
                  <a:pt x="24643" y="2345"/>
                </a:lnTo>
                <a:lnTo>
                  <a:pt x="9336" y="50815"/>
                </a:lnTo>
                <a:lnTo>
                  <a:pt x="35959" y="59233"/>
                </a:lnTo>
                <a:lnTo>
                  <a:pt x="34022" y="65438"/>
                </a:lnTo>
                <a:lnTo>
                  <a:pt x="0" y="54733"/>
                </a:lnTo>
                <a:lnTo>
                  <a:pt x="17244" y="0"/>
                </a:lnTo>
                <a:close/>
                <a:moveTo>
                  <a:pt x="172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174D7-8904-47B6-8CBA-46A90609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68" y="2872459"/>
            <a:ext cx="49271" cy="68147"/>
          </a:xfrm>
          <a:custGeom xmlns:a="http://schemas.openxmlformats.org/drawingml/2006/main">
            <a:pathLst>
              <a:path w="49271" h="68147">
                <a:moveTo>
                  <a:pt x="34081" y="37197"/>
                </a:moveTo>
                <a:cubicBezTo>
                  <a:pt x="35450" y="38290"/>
                  <a:pt x="36644" y="39936"/>
                  <a:pt x="37605" y="42149"/>
                </a:cubicBezTo>
                <a:cubicBezTo>
                  <a:pt x="38523" y="44378"/>
                  <a:pt x="39266" y="47276"/>
                  <a:pt x="39834" y="50801"/>
                </a:cubicBezTo>
                <a:lnTo>
                  <a:pt x="42615" y="68147"/>
                </a:lnTo>
                <a:lnTo>
                  <a:pt x="34649" y="65598"/>
                </a:lnTo>
                <a:lnTo>
                  <a:pt x="32100" y="49373"/>
                </a:lnTo>
                <a:cubicBezTo>
                  <a:pt x="31474" y="45164"/>
                  <a:pt x="30440" y="42149"/>
                  <a:pt x="29129" y="40445"/>
                </a:cubicBezTo>
                <a:cubicBezTo>
                  <a:pt x="27833" y="38683"/>
                  <a:pt x="25721" y="37372"/>
                  <a:pt x="22764" y="36469"/>
                </a:cubicBezTo>
                <a:lnTo>
                  <a:pt x="14739" y="33906"/>
                </a:lnTo>
                <a:lnTo>
                  <a:pt x="7399" y="57005"/>
                </a:lnTo>
                <a:lnTo>
                  <a:pt x="0" y="54675"/>
                </a:lnTo>
                <a:lnTo>
                  <a:pt x="17302" y="0"/>
                </a:lnTo>
                <a:lnTo>
                  <a:pt x="33964" y="5287"/>
                </a:lnTo>
                <a:cubicBezTo>
                  <a:pt x="40227" y="7282"/>
                  <a:pt x="44494" y="10006"/>
                  <a:pt x="46708" y="13589"/>
                </a:cubicBezTo>
                <a:cubicBezTo>
                  <a:pt x="48995" y="17171"/>
                  <a:pt x="49271" y="21614"/>
                  <a:pt x="47626" y="26900"/>
                </a:cubicBezTo>
                <a:cubicBezTo>
                  <a:pt x="46548" y="30323"/>
                  <a:pt x="44844" y="32930"/>
                  <a:pt x="42499" y="34707"/>
                </a:cubicBezTo>
                <a:cubicBezTo>
                  <a:pt x="40169" y="36469"/>
                  <a:pt x="37387" y="37314"/>
                  <a:pt x="34081" y="37197"/>
                </a:cubicBezTo>
                <a:close/>
                <a:moveTo>
                  <a:pt x="22764" y="8418"/>
                </a:moveTo>
                <a:lnTo>
                  <a:pt x="16618" y="27818"/>
                </a:lnTo>
                <a:lnTo>
                  <a:pt x="25954" y="30775"/>
                </a:lnTo>
                <a:cubicBezTo>
                  <a:pt x="29537" y="31911"/>
                  <a:pt x="32435" y="31911"/>
                  <a:pt x="34823" y="30833"/>
                </a:cubicBezTo>
                <a:cubicBezTo>
                  <a:pt x="37154" y="29755"/>
                  <a:pt x="38800" y="27643"/>
                  <a:pt x="39834" y="24454"/>
                </a:cubicBezTo>
                <a:cubicBezTo>
                  <a:pt x="40853" y="21220"/>
                  <a:pt x="40678" y="18540"/>
                  <a:pt x="39382" y="16327"/>
                </a:cubicBezTo>
                <a:cubicBezTo>
                  <a:pt x="38071" y="14157"/>
                  <a:pt x="35625" y="12511"/>
                  <a:pt x="32100" y="11375"/>
                </a:cubicBezTo>
                <a:lnTo>
                  <a:pt x="22764" y="8418"/>
                </a:lnTo>
                <a:close/>
                <a:moveTo>
                  <a:pt x="22764" y="84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E743B-2940-4255-AD1E-5060E07E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43" y="2901180"/>
            <a:ext cx="44101" cy="51893"/>
          </a:xfrm>
          <a:custGeom xmlns:a="http://schemas.openxmlformats.org/drawingml/2006/main">
            <a:pathLst>
              <a:path w="44101" h="51893">
                <a:moveTo>
                  <a:pt x="1937" y="24861"/>
                </a:moveTo>
                <a:lnTo>
                  <a:pt x="9729" y="0"/>
                </a:lnTo>
                <a:lnTo>
                  <a:pt x="16501" y="2170"/>
                </a:lnTo>
                <a:lnTo>
                  <a:pt x="8710" y="26740"/>
                </a:lnTo>
                <a:cubicBezTo>
                  <a:pt x="7515" y="30614"/>
                  <a:pt x="7340" y="33746"/>
                  <a:pt x="8258" y="36193"/>
                </a:cubicBezTo>
                <a:cubicBezTo>
                  <a:pt x="9161" y="38581"/>
                  <a:pt x="11098" y="40285"/>
                  <a:pt x="14113" y="41246"/>
                </a:cubicBezTo>
                <a:cubicBezTo>
                  <a:pt x="17754" y="42397"/>
                  <a:pt x="21002" y="42106"/>
                  <a:pt x="23842" y="40460"/>
                </a:cubicBezTo>
                <a:cubicBezTo>
                  <a:pt x="26682" y="38800"/>
                  <a:pt x="28736" y="36018"/>
                  <a:pt x="30046" y="31983"/>
                </a:cubicBezTo>
                <a:lnTo>
                  <a:pt x="37387" y="8710"/>
                </a:lnTo>
                <a:lnTo>
                  <a:pt x="44101" y="10865"/>
                </a:lnTo>
                <a:lnTo>
                  <a:pt x="31182" y="51893"/>
                </a:lnTo>
                <a:lnTo>
                  <a:pt x="24410" y="49723"/>
                </a:lnTo>
                <a:lnTo>
                  <a:pt x="26405" y="43475"/>
                </a:lnTo>
                <a:cubicBezTo>
                  <a:pt x="24017" y="45412"/>
                  <a:pt x="21512" y="46664"/>
                  <a:pt x="18948" y="47232"/>
                </a:cubicBezTo>
                <a:cubicBezTo>
                  <a:pt x="16443" y="47742"/>
                  <a:pt x="13720" y="47567"/>
                  <a:pt x="10880" y="46664"/>
                </a:cubicBezTo>
                <a:cubicBezTo>
                  <a:pt x="6146" y="45179"/>
                  <a:pt x="3015" y="42557"/>
                  <a:pt x="1544" y="38858"/>
                </a:cubicBezTo>
                <a:cubicBezTo>
                  <a:pt x="0" y="35158"/>
                  <a:pt x="117" y="30498"/>
                  <a:pt x="1937" y="24861"/>
                </a:cubicBezTo>
                <a:close/>
                <a:moveTo>
                  <a:pt x="1937" y="248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DF71F-270E-4376-9D0E-541F1CE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028" y="2916312"/>
            <a:ext cx="44086" cy="51893"/>
          </a:xfrm>
          <a:custGeom xmlns:a="http://schemas.openxmlformats.org/drawingml/2006/main">
            <a:pathLst>
              <a:path w="44086" h="51893">
                <a:moveTo>
                  <a:pt x="42149" y="27148"/>
                </a:moveTo>
                <a:lnTo>
                  <a:pt x="34357" y="51893"/>
                </a:lnTo>
                <a:lnTo>
                  <a:pt x="27585" y="49737"/>
                </a:lnTo>
                <a:lnTo>
                  <a:pt x="35377" y="25211"/>
                </a:lnTo>
                <a:cubicBezTo>
                  <a:pt x="36571" y="21337"/>
                  <a:pt x="36746" y="18205"/>
                  <a:pt x="35843" y="15817"/>
                </a:cubicBezTo>
                <a:cubicBezTo>
                  <a:pt x="34925" y="13370"/>
                  <a:pt x="32930" y="11724"/>
                  <a:pt x="29915" y="10763"/>
                </a:cubicBezTo>
                <a:cubicBezTo>
                  <a:pt x="26274" y="9627"/>
                  <a:pt x="23041" y="9846"/>
                  <a:pt x="20245" y="11491"/>
                </a:cubicBezTo>
                <a:cubicBezTo>
                  <a:pt x="17404" y="13152"/>
                  <a:pt x="15351" y="15992"/>
                  <a:pt x="14098" y="19982"/>
                </a:cubicBezTo>
                <a:lnTo>
                  <a:pt x="6772" y="43183"/>
                </a:lnTo>
                <a:lnTo>
                  <a:pt x="0" y="41028"/>
                </a:lnTo>
                <a:lnTo>
                  <a:pt x="12904" y="0"/>
                </a:lnTo>
                <a:lnTo>
                  <a:pt x="19735" y="2170"/>
                </a:lnTo>
                <a:lnTo>
                  <a:pt x="17696" y="8535"/>
                </a:lnTo>
                <a:cubicBezTo>
                  <a:pt x="20084" y="6612"/>
                  <a:pt x="22575" y="5360"/>
                  <a:pt x="25138" y="4792"/>
                </a:cubicBezTo>
                <a:cubicBezTo>
                  <a:pt x="27701" y="4267"/>
                  <a:pt x="30425" y="4442"/>
                  <a:pt x="33280" y="5360"/>
                </a:cubicBezTo>
                <a:cubicBezTo>
                  <a:pt x="37998" y="6831"/>
                  <a:pt x="41130" y="9452"/>
                  <a:pt x="42601" y="13093"/>
                </a:cubicBezTo>
                <a:cubicBezTo>
                  <a:pt x="44086" y="16793"/>
                  <a:pt x="43970" y="21453"/>
                  <a:pt x="42149" y="27148"/>
                </a:cubicBezTo>
                <a:close/>
                <a:moveTo>
                  <a:pt x="42149" y="271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461B3-A783-407D-B78C-9C4617C8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03" y="2919735"/>
            <a:ext cx="31124" cy="59161"/>
          </a:xfrm>
          <a:custGeom xmlns:a="http://schemas.openxmlformats.org/drawingml/2006/main">
            <a:pathLst>
              <a:path w="31124" h="59161">
                <a:moveTo>
                  <a:pt x="20885" y="2156"/>
                </a:moveTo>
                <a:lnTo>
                  <a:pt x="17244" y="13763"/>
                </a:lnTo>
                <a:lnTo>
                  <a:pt x="31124" y="18147"/>
                </a:lnTo>
                <a:lnTo>
                  <a:pt x="29464" y="23376"/>
                </a:lnTo>
                <a:lnTo>
                  <a:pt x="15584" y="18992"/>
                </a:lnTo>
                <a:lnTo>
                  <a:pt x="8535" y="41305"/>
                </a:lnTo>
                <a:cubicBezTo>
                  <a:pt x="7515" y="44654"/>
                  <a:pt x="7282" y="46926"/>
                  <a:pt x="7908" y="48179"/>
                </a:cubicBezTo>
                <a:cubicBezTo>
                  <a:pt x="8476" y="49432"/>
                  <a:pt x="10181" y="50466"/>
                  <a:pt x="13021" y="51369"/>
                </a:cubicBezTo>
                <a:lnTo>
                  <a:pt x="19910" y="53539"/>
                </a:lnTo>
                <a:lnTo>
                  <a:pt x="18147" y="59161"/>
                </a:lnTo>
                <a:lnTo>
                  <a:pt x="11258" y="57005"/>
                </a:lnTo>
                <a:cubicBezTo>
                  <a:pt x="6030" y="55359"/>
                  <a:pt x="2724" y="53247"/>
                  <a:pt x="1369" y="50684"/>
                </a:cubicBezTo>
                <a:cubicBezTo>
                  <a:pt x="0" y="48121"/>
                  <a:pt x="175" y="44261"/>
                  <a:pt x="1762" y="39135"/>
                </a:cubicBezTo>
                <a:lnTo>
                  <a:pt x="8811" y="16895"/>
                </a:lnTo>
                <a:lnTo>
                  <a:pt x="3874" y="15307"/>
                </a:lnTo>
                <a:lnTo>
                  <a:pt x="5520" y="10064"/>
                </a:lnTo>
                <a:lnTo>
                  <a:pt x="10472" y="11666"/>
                </a:lnTo>
                <a:lnTo>
                  <a:pt x="14113" y="0"/>
                </a:lnTo>
                <a:lnTo>
                  <a:pt x="20885" y="2156"/>
                </a:lnTo>
                <a:close/>
                <a:moveTo>
                  <a:pt x="20885" y="21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2B571-9F7B-42D7-AB7E-82AADD9C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220" y="2924745"/>
            <a:ext cx="24701" cy="59102"/>
          </a:xfrm>
          <a:custGeom xmlns:a="http://schemas.openxmlformats.org/drawingml/2006/main">
            <a:pathLst>
              <a:path w="24701" h="59102">
                <a:moveTo>
                  <a:pt x="12919" y="15977"/>
                </a:moveTo>
                <a:lnTo>
                  <a:pt x="19691" y="18089"/>
                </a:lnTo>
                <a:lnTo>
                  <a:pt x="6714" y="59102"/>
                </a:lnTo>
                <a:lnTo>
                  <a:pt x="0" y="56947"/>
                </a:lnTo>
                <a:lnTo>
                  <a:pt x="12919" y="15977"/>
                </a:lnTo>
                <a:close/>
                <a:moveTo>
                  <a:pt x="17987" y="0"/>
                </a:moveTo>
                <a:lnTo>
                  <a:pt x="24701" y="2097"/>
                </a:lnTo>
                <a:lnTo>
                  <a:pt x="22021" y="10632"/>
                </a:lnTo>
                <a:lnTo>
                  <a:pt x="15307" y="8535"/>
                </a:lnTo>
                <a:lnTo>
                  <a:pt x="17987" y="0"/>
                </a:lnTo>
                <a:close/>
                <a:moveTo>
                  <a:pt x="179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89768-4263-4B9C-83CC-10263573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28" y="2947218"/>
            <a:ext cx="69574" cy="59903"/>
          </a:xfrm>
          <a:custGeom xmlns:a="http://schemas.openxmlformats.org/drawingml/2006/main">
            <a:pathLst>
              <a:path w="69574" h="59903">
                <a:moveTo>
                  <a:pt x="42601" y="18031"/>
                </a:moveTo>
                <a:cubicBezTo>
                  <a:pt x="45281" y="15526"/>
                  <a:pt x="48004" y="13938"/>
                  <a:pt x="50801" y="13195"/>
                </a:cubicBezTo>
                <a:cubicBezTo>
                  <a:pt x="53582" y="12511"/>
                  <a:pt x="56539" y="12686"/>
                  <a:pt x="59729" y="13647"/>
                </a:cubicBezTo>
                <a:cubicBezTo>
                  <a:pt x="63996" y="15016"/>
                  <a:pt x="66836" y="17579"/>
                  <a:pt x="68205" y="21264"/>
                </a:cubicBezTo>
                <a:cubicBezTo>
                  <a:pt x="69574" y="24963"/>
                  <a:pt x="69399" y="29639"/>
                  <a:pt x="67695" y="35158"/>
                </a:cubicBezTo>
                <a:lnTo>
                  <a:pt x="59845" y="59903"/>
                </a:lnTo>
                <a:lnTo>
                  <a:pt x="53073" y="57733"/>
                </a:lnTo>
                <a:lnTo>
                  <a:pt x="60806" y="33221"/>
                </a:lnTo>
                <a:cubicBezTo>
                  <a:pt x="62059" y="29289"/>
                  <a:pt x="62292" y="26158"/>
                  <a:pt x="61491" y="23827"/>
                </a:cubicBezTo>
                <a:cubicBezTo>
                  <a:pt x="60690" y="21439"/>
                  <a:pt x="58869" y="19851"/>
                  <a:pt x="56029" y="18934"/>
                </a:cubicBezTo>
                <a:cubicBezTo>
                  <a:pt x="52563" y="17856"/>
                  <a:pt x="49432" y="18147"/>
                  <a:pt x="46650" y="19793"/>
                </a:cubicBezTo>
                <a:cubicBezTo>
                  <a:pt x="43912" y="21497"/>
                  <a:pt x="41858" y="24337"/>
                  <a:pt x="40620" y="28328"/>
                </a:cubicBezTo>
                <a:lnTo>
                  <a:pt x="33338" y="51543"/>
                </a:lnTo>
                <a:lnTo>
                  <a:pt x="26507" y="49373"/>
                </a:lnTo>
                <a:lnTo>
                  <a:pt x="34299" y="24861"/>
                </a:lnTo>
                <a:cubicBezTo>
                  <a:pt x="35493" y="20871"/>
                  <a:pt x="35726" y="17739"/>
                  <a:pt x="34984" y="15409"/>
                </a:cubicBezTo>
                <a:cubicBezTo>
                  <a:pt x="34183" y="13079"/>
                  <a:pt x="32304" y="11433"/>
                  <a:pt x="29406" y="10515"/>
                </a:cubicBezTo>
                <a:cubicBezTo>
                  <a:pt x="25939" y="9438"/>
                  <a:pt x="22866" y="9773"/>
                  <a:pt x="20070" y="11433"/>
                </a:cubicBezTo>
                <a:cubicBezTo>
                  <a:pt x="17346" y="13137"/>
                  <a:pt x="15293" y="15977"/>
                  <a:pt x="14040" y="19968"/>
                </a:cubicBezTo>
                <a:lnTo>
                  <a:pt x="6758" y="43111"/>
                </a:lnTo>
                <a:lnTo>
                  <a:pt x="0" y="41013"/>
                </a:lnTo>
                <a:lnTo>
                  <a:pt x="12904" y="0"/>
                </a:lnTo>
                <a:lnTo>
                  <a:pt x="19676" y="2097"/>
                </a:lnTo>
                <a:lnTo>
                  <a:pt x="17681" y="8476"/>
                </a:lnTo>
                <a:cubicBezTo>
                  <a:pt x="20011" y="6481"/>
                  <a:pt x="22458" y="5170"/>
                  <a:pt x="24963" y="4661"/>
                </a:cubicBezTo>
                <a:cubicBezTo>
                  <a:pt x="27468" y="4151"/>
                  <a:pt x="30265" y="4369"/>
                  <a:pt x="33163" y="5287"/>
                </a:cubicBezTo>
                <a:cubicBezTo>
                  <a:pt x="36178" y="6248"/>
                  <a:pt x="38450" y="7792"/>
                  <a:pt x="40096" y="9947"/>
                </a:cubicBezTo>
                <a:cubicBezTo>
                  <a:pt x="41698" y="12118"/>
                  <a:pt x="42543" y="14783"/>
                  <a:pt x="42601" y="18031"/>
                </a:cubicBezTo>
                <a:close/>
                <a:moveTo>
                  <a:pt x="42601" y="180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A51AA-863C-4E3F-ADCA-7146E50E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456" y="2972808"/>
            <a:ext cx="42674" cy="47276"/>
          </a:xfrm>
          <a:custGeom xmlns:a="http://schemas.openxmlformats.org/drawingml/2006/main">
            <a:pathLst>
              <a:path w="42674" h="47276">
                <a:moveTo>
                  <a:pt x="40737" y="27425"/>
                </a:moveTo>
                <a:lnTo>
                  <a:pt x="39717" y="30731"/>
                </a:lnTo>
                <a:lnTo>
                  <a:pt x="8710" y="20944"/>
                </a:lnTo>
                <a:cubicBezTo>
                  <a:pt x="7573" y="25662"/>
                  <a:pt x="7865" y="29653"/>
                  <a:pt x="9569" y="32828"/>
                </a:cubicBezTo>
                <a:cubicBezTo>
                  <a:pt x="11331" y="36076"/>
                  <a:pt x="14404" y="38406"/>
                  <a:pt x="18890" y="39834"/>
                </a:cubicBezTo>
                <a:cubicBezTo>
                  <a:pt x="21453" y="40620"/>
                  <a:pt x="24075" y="41086"/>
                  <a:pt x="26697" y="41246"/>
                </a:cubicBezTo>
                <a:cubicBezTo>
                  <a:pt x="29362" y="41363"/>
                  <a:pt x="32042" y="41188"/>
                  <a:pt x="34823" y="40620"/>
                </a:cubicBezTo>
                <a:lnTo>
                  <a:pt x="32828" y="47058"/>
                </a:lnTo>
                <a:cubicBezTo>
                  <a:pt x="30105" y="47276"/>
                  <a:pt x="27366" y="47276"/>
                  <a:pt x="24643" y="46999"/>
                </a:cubicBezTo>
                <a:cubicBezTo>
                  <a:pt x="21963" y="46766"/>
                  <a:pt x="19298" y="46198"/>
                  <a:pt x="16676" y="45412"/>
                </a:cubicBezTo>
                <a:cubicBezTo>
                  <a:pt x="10137" y="43358"/>
                  <a:pt x="5520" y="39775"/>
                  <a:pt x="2913" y="34765"/>
                </a:cubicBezTo>
                <a:cubicBezTo>
                  <a:pt x="291" y="29755"/>
                  <a:pt x="0" y="24017"/>
                  <a:pt x="2054" y="17521"/>
                </a:cubicBezTo>
                <a:cubicBezTo>
                  <a:pt x="4224" y="10821"/>
                  <a:pt x="7690" y="6030"/>
                  <a:pt x="12584" y="3248"/>
                </a:cubicBezTo>
                <a:cubicBezTo>
                  <a:pt x="17419" y="466"/>
                  <a:pt x="22939" y="0"/>
                  <a:pt x="29085" y="1937"/>
                </a:cubicBezTo>
                <a:cubicBezTo>
                  <a:pt x="34605" y="3699"/>
                  <a:pt x="38406" y="6831"/>
                  <a:pt x="40518" y="11448"/>
                </a:cubicBezTo>
                <a:cubicBezTo>
                  <a:pt x="42615" y="15992"/>
                  <a:pt x="42674" y="21337"/>
                  <a:pt x="40737" y="27425"/>
                </a:cubicBezTo>
                <a:close/>
                <a:moveTo>
                  <a:pt x="34649" y="23332"/>
                </a:moveTo>
                <a:cubicBezTo>
                  <a:pt x="35741" y="19633"/>
                  <a:pt x="35683" y="16327"/>
                  <a:pt x="34314" y="13545"/>
                </a:cubicBezTo>
                <a:cubicBezTo>
                  <a:pt x="33003" y="10705"/>
                  <a:pt x="30673" y="8710"/>
                  <a:pt x="27366" y="7690"/>
                </a:cubicBezTo>
                <a:cubicBezTo>
                  <a:pt x="23623" y="6496"/>
                  <a:pt x="20259" y="6598"/>
                  <a:pt x="17361" y="8025"/>
                </a:cubicBezTo>
                <a:cubicBezTo>
                  <a:pt x="14404" y="9452"/>
                  <a:pt x="12176" y="12016"/>
                  <a:pt x="10588" y="15759"/>
                </a:cubicBezTo>
                <a:lnTo>
                  <a:pt x="34649" y="23332"/>
                </a:lnTo>
                <a:close/>
                <a:moveTo>
                  <a:pt x="34649" y="233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8CBC0-89B0-4048-A3B8-6AC55108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577" y="2971337"/>
            <a:ext cx="49097" cy="57005"/>
          </a:xfrm>
          <a:custGeom xmlns:a="http://schemas.openxmlformats.org/drawingml/2006/main">
            <a:pathLst>
              <a:path w="49097" h="57005">
                <a:moveTo>
                  <a:pt x="22706" y="8418"/>
                </a:moveTo>
                <a:lnTo>
                  <a:pt x="16210" y="28954"/>
                </a:lnTo>
                <a:lnTo>
                  <a:pt x="25546" y="31852"/>
                </a:lnTo>
                <a:cubicBezTo>
                  <a:pt x="28954" y="32930"/>
                  <a:pt x="31925" y="32930"/>
                  <a:pt x="34372" y="31736"/>
                </a:cubicBezTo>
                <a:cubicBezTo>
                  <a:pt x="36819" y="30542"/>
                  <a:pt x="38523" y="28269"/>
                  <a:pt x="39601" y="24978"/>
                </a:cubicBezTo>
                <a:cubicBezTo>
                  <a:pt x="40620" y="21730"/>
                  <a:pt x="40460" y="18890"/>
                  <a:pt x="39149" y="16560"/>
                </a:cubicBezTo>
                <a:cubicBezTo>
                  <a:pt x="37838" y="14157"/>
                  <a:pt x="35450" y="12394"/>
                  <a:pt x="32027" y="11317"/>
                </a:cubicBezTo>
                <a:lnTo>
                  <a:pt x="22706" y="8418"/>
                </a:lnTo>
                <a:close/>
                <a:moveTo>
                  <a:pt x="17244" y="0"/>
                </a:moveTo>
                <a:lnTo>
                  <a:pt x="33906" y="5229"/>
                </a:lnTo>
                <a:cubicBezTo>
                  <a:pt x="40052" y="7166"/>
                  <a:pt x="44261" y="10006"/>
                  <a:pt x="46533" y="13822"/>
                </a:cubicBezTo>
                <a:cubicBezTo>
                  <a:pt x="48820" y="17579"/>
                  <a:pt x="49097" y="22123"/>
                  <a:pt x="47393" y="27483"/>
                </a:cubicBezTo>
                <a:cubicBezTo>
                  <a:pt x="45688" y="32886"/>
                  <a:pt x="42848" y="36469"/>
                  <a:pt x="38800" y="38232"/>
                </a:cubicBezTo>
                <a:cubicBezTo>
                  <a:pt x="34823" y="39994"/>
                  <a:pt x="29755" y="39877"/>
                  <a:pt x="23609" y="37940"/>
                </a:cubicBezTo>
                <a:lnTo>
                  <a:pt x="14346" y="35042"/>
                </a:lnTo>
                <a:lnTo>
                  <a:pt x="7399" y="57005"/>
                </a:lnTo>
                <a:lnTo>
                  <a:pt x="0" y="54675"/>
                </a:lnTo>
                <a:lnTo>
                  <a:pt x="17244" y="0"/>
                </a:lnTo>
                <a:close/>
                <a:moveTo>
                  <a:pt x="172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EAE8BF-9C3B-4816-894A-E83168AA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464" y="2983163"/>
            <a:ext cx="24745" cy="59117"/>
          </a:xfrm>
          <a:custGeom xmlns:a="http://schemas.openxmlformats.org/drawingml/2006/main">
            <a:pathLst>
              <a:path w="24745" h="59117">
                <a:moveTo>
                  <a:pt x="18031" y="0"/>
                </a:moveTo>
                <a:lnTo>
                  <a:pt x="24745" y="2170"/>
                </a:lnTo>
                <a:lnTo>
                  <a:pt x="6772" y="59117"/>
                </a:lnTo>
                <a:lnTo>
                  <a:pt x="0" y="57005"/>
                </a:lnTo>
                <a:lnTo>
                  <a:pt x="18031" y="0"/>
                </a:lnTo>
                <a:close/>
                <a:moveTo>
                  <a:pt x="1803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C70E2-B3D1-48FD-8712-E373D034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855" y="3005519"/>
            <a:ext cx="44086" cy="51835"/>
          </a:xfrm>
          <a:custGeom xmlns:a="http://schemas.openxmlformats.org/drawingml/2006/main">
            <a:pathLst>
              <a:path w="44086" h="51835">
                <a:moveTo>
                  <a:pt x="1879" y="24818"/>
                </a:moveTo>
                <a:lnTo>
                  <a:pt x="9729" y="0"/>
                </a:lnTo>
                <a:lnTo>
                  <a:pt x="16487" y="2112"/>
                </a:lnTo>
                <a:lnTo>
                  <a:pt x="8695" y="26682"/>
                </a:lnTo>
                <a:cubicBezTo>
                  <a:pt x="7501" y="30556"/>
                  <a:pt x="7340" y="33746"/>
                  <a:pt x="8243" y="36134"/>
                </a:cubicBezTo>
                <a:cubicBezTo>
                  <a:pt x="9103" y="38581"/>
                  <a:pt x="11084" y="40285"/>
                  <a:pt x="14098" y="41203"/>
                </a:cubicBezTo>
                <a:cubicBezTo>
                  <a:pt x="17739" y="42397"/>
                  <a:pt x="20987" y="42106"/>
                  <a:pt x="23827" y="40460"/>
                </a:cubicBezTo>
                <a:cubicBezTo>
                  <a:pt x="26682" y="38800"/>
                  <a:pt x="28721" y="35959"/>
                  <a:pt x="29974" y="31983"/>
                </a:cubicBezTo>
                <a:lnTo>
                  <a:pt x="37314" y="8710"/>
                </a:lnTo>
                <a:lnTo>
                  <a:pt x="44086" y="10821"/>
                </a:lnTo>
                <a:lnTo>
                  <a:pt x="31110" y="51835"/>
                </a:lnTo>
                <a:lnTo>
                  <a:pt x="24395" y="49723"/>
                </a:lnTo>
                <a:lnTo>
                  <a:pt x="26391" y="43416"/>
                </a:lnTo>
                <a:cubicBezTo>
                  <a:pt x="23944" y="45412"/>
                  <a:pt x="21497" y="46664"/>
                  <a:pt x="18934" y="47174"/>
                </a:cubicBezTo>
                <a:cubicBezTo>
                  <a:pt x="16385" y="47742"/>
                  <a:pt x="13705" y="47509"/>
                  <a:pt x="10865" y="46606"/>
                </a:cubicBezTo>
                <a:cubicBezTo>
                  <a:pt x="6146" y="45120"/>
                  <a:pt x="3015" y="42557"/>
                  <a:pt x="1471" y="38858"/>
                </a:cubicBezTo>
                <a:cubicBezTo>
                  <a:pt x="0" y="35158"/>
                  <a:pt x="102" y="30498"/>
                  <a:pt x="1879" y="24818"/>
                </a:cubicBezTo>
                <a:close/>
                <a:moveTo>
                  <a:pt x="1879" y="248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88FB8-DC0D-4647-8CAD-E50A2B6B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630" y="3022530"/>
            <a:ext cx="48936" cy="61505"/>
          </a:xfrm>
          <a:custGeom xmlns:a="http://schemas.openxmlformats.org/drawingml/2006/main">
            <a:pathLst>
              <a:path w="48936" h="61505">
                <a:moveTo>
                  <a:pt x="35843" y="26740"/>
                </a:moveTo>
                <a:cubicBezTo>
                  <a:pt x="37387" y="21847"/>
                  <a:pt x="37547" y="17754"/>
                  <a:pt x="36411" y="14462"/>
                </a:cubicBezTo>
                <a:cubicBezTo>
                  <a:pt x="35217" y="11156"/>
                  <a:pt x="32828" y="8884"/>
                  <a:pt x="29187" y="7748"/>
                </a:cubicBezTo>
                <a:cubicBezTo>
                  <a:pt x="25604" y="6612"/>
                  <a:pt x="22356" y="7064"/>
                  <a:pt x="19516" y="9103"/>
                </a:cubicBezTo>
                <a:cubicBezTo>
                  <a:pt x="16618" y="11156"/>
                  <a:pt x="14448" y="14623"/>
                  <a:pt x="12919" y="19516"/>
                </a:cubicBezTo>
                <a:cubicBezTo>
                  <a:pt x="11375" y="24352"/>
                  <a:pt x="11156" y="28459"/>
                  <a:pt x="12351" y="31809"/>
                </a:cubicBezTo>
                <a:cubicBezTo>
                  <a:pt x="13487" y="35115"/>
                  <a:pt x="15875" y="37329"/>
                  <a:pt x="19516" y="38465"/>
                </a:cubicBezTo>
                <a:cubicBezTo>
                  <a:pt x="23157" y="39601"/>
                  <a:pt x="26405" y="39149"/>
                  <a:pt x="29245" y="37096"/>
                </a:cubicBezTo>
                <a:cubicBezTo>
                  <a:pt x="32085" y="35056"/>
                  <a:pt x="34314" y="31634"/>
                  <a:pt x="35843" y="26740"/>
                </a:cubicBezTo>
                <a:close/>
                <a:moveTo>
                  <a:pt x="37547" y="44786"/>
                </a:moveTo>
                <a:cubicBezTo>
                  <a:pt x="35391" y="51776"/>
                  <a:pt x="32202" y="56437"/>
                  <a:pt x="27993" y="58884"/>
                </a:cubicBezTo>
                <a:cubicBezTo>
                  <a:pt x="23842" y="61331"/>
                  <a:pt x="18555" y="61505"/>
                  <a:pt x="12176" y="59510"/>
                </a:cubicBezTo>
                <a:cubicBezTo>
                  <a:pt x="9787" y="58782"/>
                  <a:pt x="7632" y="57864"/>
                  <a:pt x="5636" y="56845"/>
                </a:cubicBezTo>
                <a:cubicBezTo>
                  <a:pt x="3641" y="55869"/>
                  <a:pt x="1762" y="54675"/>
                  <a:pt x="0" y="53320"/>
                </a:cubicBezTo>
                <a:lnTo>
                  <a:pt x="2054" y="46766"/>
                </a:lnTo>
                <a:cubicBezTo>
                  <a:pt x="3699" y="48427"/>
                  <a:pt x="5403" y="49839"/>
                  <a:pt x="7166" y="50975"/>
                </a:cubicBezTo>
                <a:cubicBezTo>
                  <a:pt x="8928" y="52126"/>
                  <a:pt x="10865" y="52971"/>
                  <a:pt x="12860" y="53597"/>
                </a:cubicBezTo>
                <a:cubicBezTo>
                  <a:pt x="17244" y="55024"/>
                  <a:pt x="20944" y="54908"/>
                  <a:pt x="23842" y="53262"/>
                </a:cubicBezTo>
                <a:cubicBezTo>
                  <a:pt x="26798" y="51660"/>
                  <a:pt x="28954" y="48529"/>
                  <a:pt x="30440" y="43868"/>
                </a:cubicBezTo>
                <a:lnTo>
                  <a:pt x="31517" y="40518"/>
                </a:lnTo>
                <a:cubicBezTo>
                  <a:pt x="29362" y="42499"/>
                  <a:pt x="26973" y="43751"/>
                  <a:pt x="24468" y="44261"/>
                </a:cubicBezTo>
                <a:cubicBezTo>
                  <a:pt x="21905" y="44786"/>
                  <a:pt x="19123" y="44552"/>
                  <a:pt x="16108" y="43591"/>
                </a:cubicBezTo>
                <a:cubicBezTo>
                  <a:pt x="11040" y="41989"/>
                  <a:pt x="7632" y="38800"/>
                  <a:pt x="5753" y="34022"/>
                </a:cubicBezTo>
                <a:cubicBezTo>
                  <a:pt x="3874" y="29187"/>
                  <a:pt x="3932" y="23623"/>
                  <a:pt x="5913" y="17302"/>
                </a:cubicBezTo>
                <a:cubicBezTo>
                  <a:pt x="7908" y="10982"/>
                  <a:pt x="11098" y="6379"/>
                  <a:pt x="15365" y="3539"/>
                </a:cubicBezTo>
                <a:cubicBezTo>
                  <a:pt x="19633" y="626"/>
                  <a:pt x="24293" y="0"/>
                  <a:pt x="29362" y="1602"/>
                </a:cubicBezTo>
                <a:cubicBezTo>
                  <a:pt x="32377" y="2563"/>
                  <a:pt x="34765" y="3991"/>
                  <a:pt x="36586" y="5869"/>
                </a:cubicBezTo>
                <a:cubicBezTo>
                  <a:pt x="38348" y="7748"/>
                  <a:pt x="39601" y="10079"/>
                  <a:pt x="40227" y="12919"/>
                </a:cubicBezTo>
                <a:lnTo>
                  <a:pt x="42164" y="6714"/>
                </a:lnTo>
                <a:lnTo>
                  <a:pt x="48936" y="8826"/>
                </a:lnTo>
                <a:lnTo>
                  <a:pt x="37547" y="44786"/>
                </a:lnTo>
                <a:close/>
                <a:moveTo>
                  <a:pt x="37547" y="447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DB74D-D3FE-4AD6-92DB-5E3084A9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470" y="3019807"/>
            <a:ext cx="24745" cy="59117"/>
          </a:xfrm>
          <a:custGeom xmlns:a="http://schemas.openxmlformats.org/drawingml/2006/main">
            <a:pathLst>
              <a:path w="24745" h="59117">
                <a:moveTo>
                  <a:pt x="12977" y="15933"/>
                </a:moveTo>
                <a:lnTo>
                  <a:pt x="19691" y="18089"/>
                </a:lnTo>
                <a:lnTo>
                  <a:pt x="6772" y="59117"/>
                </a:lnTo>
                <a:lnTo>
                  <a:pt x="0" y="56947"/>
                </a:lnTo>
                <a:lnTo>
                  <a:pt x="12977" y="15933"/>
                </a:lnTo>
                <a:close/>
                <a:moveTo>
                  <a:pt x="17972" y="0"/>
                </a:moveTo>
                <a:lnTo>
                  <a:pt x="24745" y="2097"/>
                </a:lnTo>
                <a:lnTo>
                  <a:pt x="22021" y="10632"/>
                </a:lnTo>
                <a:lnTo>
                  <a:pt x="15307" y="8535"/>
                </a:lnTo>
                <a:lnTo>
                  <a:pt x="17972" y="0"/>
                </a:lnTo>
                <a:close/>
                <a:moveTo>
                  <a:pt x="1797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FF3ED-67D9-4B77-BA21-29B5D811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064" y="3042280"/>
            <a:ext cx="44086" cy="51820"/>
          </a:xfrm>
          <a:custGeom xmlns:a="http://schemas.openxmlformats.org/drawingml/2006/main">
            <a:pathLst>
              <a:path w="44086" h="51820">
                <a:moveTo>
                  <a:pt x="42164" y="27075"/>
                </a:moveTo>
                <a:lnTo>
                  <a:pt x="34357" y="51820"/>
                </a:lnTo>
                <a:lnTo>
                  <a:pt x="27600" y="49723"/>
                </a:lnTo>
                <a:lnTo>
                  <a:pt x="35333" y="25138"/>
                </a:lnTo>
                <a:cubicBezTo>
                  <a:pt x="36586" y="21279"/>
                  <a:pt x="36761" y="18147"/>
                  <a:pt x="35843" y="15759"/>
                </a:cubicBezTo>
                <a:cubicBezTo>
                  <a:pt x="34940" y="13312"/>
                  <a:pt x="32945" y="11666"/>
                  <a:pt x="29930" y="10690"/>
                </a:cubicBezTo>
                <a:cubicBezTo>
                  <a:pt x="26289" y="9554"/>
                  <a:pt x="23041" y="9787"/>
                  <a:pt x="20201" y="11491"/>
                </a:cubicBezTo>
                <a:cubicBezTo>
                  <a:pt x="17404" y="13137"/>
                  <a:pt x="15365" y="15933"/>
                  <a:pt x="14055" y="19968"/>
                </a:cubicBezTo>
                <a:lnTo>
                  <a:pt x="6772" y="43125"/>
                </a:lnTo>
                <a:lnTo>
                  <a:pt x="0" y="41013"/>
                </a:lnTo>
                <a:lnTo>
                  <a:pt x="12919" y="0"/>
                </a:lnTo>
                <a:lnTo>
                  <a:pt x="19691" y="2097"/>
                </a:lnTo>
                <a:lnTo>
                  <a:pt x="17696" y="8476"/>
                </a:lnTo>
                <a:cubicBezTo>
                  <a:pt x="20084" y="6539"/>
                  <a:pt x="22589" y="5287"/>
                  <a:pt x="25153" y="4777"/>
                </a:cubicBezTo>
                <a:cubicBezTo>
                  <a:pt x="27701" y="4209"/>
                  <a:pt x="30440" y="4442"/>
                  <a:pt x="33280" y="5287"/>
                </a:cubicBezTo>
                <a:cubicBezTo>
                  <a:pt x="37998" y="6831"/>
                  <a:pt x="41072" y="9379"/>
                  <a:pt x="42615" y="13079"/>
                </a:cubicBezTo>
                <a:cubicBezTo>
                  <a:pt x="44086" y="16720"/>
                  <a:pt x="43984" y="21395"/>
                  <a:pt x="42164" y="27075"/>
                </a:cubicBezTo>
                <a:close/>
                <a:moveTo>
                  <a:pt x="42164" y="270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00210-4A5C-40CD-987A-40DBFA6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63" y="2437173"/>
            <a:ext cx="50189" cy="56612"/>
          </a:xfrm>
          <a:custGeom xmlns:a="http://schemas.openxmlformats.org/drawingml/2006/main">
            <a:pathLst>
              <a:path w="50189" h="56612">
                <a:moveTo>
                  <a:pt x="24293" y="8593"/>
                </a:moveTo>
                <a:lnTo>
                  <a:pt x="17128" y="28896"/>
                </a:lnTo>
                <a:lnTo>
                  <a:pt x="26289" y="32144"/>
                </a:lnTo>
                <a:cubicBezTo>
                  <a:pt x="29711" y="33338"/>
                  <a:pt x="32668" y="33396"/>
                  <a:pt x="35115" y="32318"/>
                </a:cubicBezTo>
                <a:cubicBezTo>
                  <a:pt x="37620" y="31182"/>
                  <a:pt x="39426" y="29012"/>
                  <a:pt x="40576" y="25779"/>
                </a:cubicBezTo>
                <a:cubicBezTo>
                  <a:pt x="41712" y="22531"/>
                  <a:pt x="41712" y="19691"/>
                  <a:pt x="40460" y="17244"/>
                </a:cubicBezTo>
                <a:cubicBezTo>
                  <a:pt x="39207" y="14856"/>
                  <a:pt x="36877" y="13035"/>
                  <a:pt x="33454" y="11841"/>
                </a:cubicBezTo>
                <a:lnTo>
                  <a:pt x="24293" y="8593"/>
                </a:lnTo>
                <a:close/>
                <a:moveTo>
                  <a:pt x="19123" y="0"/>
                </a:moveTo>
                <a:lnTo>
                  <a:pt x="35625" y="5797"/>
                </a:lnTo>
                <a:cubicBezTo>
                  <a:pt x="41654" y="7967"/>
                  <a:pt x="45747" y="10982"/>
                  <a:pt x="47917" y="14797"/>
                </a:cubicBezTo>
                <a:cubicBezTo>
                  <a:pt x="50014" y="18599"/>
                  <a:pt x="50189" y="23216"/>
                  <a:pt x="48310" y="28444"/>
                </a:cubicBezTo>
                <a:cubicBezTo>
                  <a:pt x="46431" y="33789"/>
                  <a:pt x="43416" y="37329"/>
                  <a:pt x="39382" y="38916"/>
                </a:cubicBezTo>
                <a:cubicBezTo>
                  <a:pt x="35333" y="40562"/>
                  <a:pt x="30279" y="40285"/>
                  <a:pt x="24191" y="38173"/>
                </a:cubicBezTo>
                <a:lnTo>
                  <a:pt x="14972" y="34925"/>
                </a:lnTo>
                <a:lnTo>
                  <a:pt x="7282" y="56612"/>
                </a:lnTo>
                <a:lnTo>
                  <a:pt x="0" y="54048"/>
                </a:lnTo>
                <a:lnTo>
                  <a:pt x="19123" y="0"/>
                </a:lnTo>
                <a:close/>
                <a:moveTo>
                  <a:pt x="191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3A33A-B0E7-4DA7-B76B-2D4E40A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54" y="2468297"/>
            <a:ext cx="42834" cy="47494"/>
          </a:xfrm>
          <a:custGeom xmlns:a="http://schemas.openxmlformats.org/drawingml/2006/main">
            <a:pathLst>
              <a:path w="42834" h="47494">
                <a:moveTo>
                  <a:pt x="40620" y="27993"/>
                </a:moveTo>
                <a:lnTo>
                  <a:pt x="39426" y="31226"/>
                </a:lnTo>
                <a:lnTo>
                  <a:pt x="8811" y="20419"/>
                </a:lnTo>
                <a:cubicBezTo>
                  <a:pt x="7501" y="25080"/>
                  <a:pt x="7617" y="29071"/>
                  <a:pt x="9263" y="32362"/>
                </a:cubicBezTo>
                <a:cubicBezTo>
                  <a:pt x="10865" y="35668"/>
                  <a:pt x="13880" y="38057"/>
                  <a:pt x="18307" y="39644"/>
                </a:cubicBezTo>
                <a:cubicBezTo>
                  <a:pt x="20871" y="40504"/>
                  <a:pt x="23434" y="41072"/>
                  <a:pt x="26056" y="41305"/>
                </a:cubicBezTo>
                <a:cubicBezTo>
                  <a:pt x="28721" y="41523"/>
                  <a:pt x="31401" y="41407"/>
                  <a:pt x="34241" y="41013"/>
                </a:cubicBezTo>
                <a:lnTo>
                  <a:pt x="32027" y="47334"/>
                </a:lnTo>
                <a:cubicBezTo>
                  <a:pt x="29231" y="47494"/>
                  <a:pt x="26507" y="47393"/>
                  <a:pt x="23827" y="47043"/>
                </a:cubicBezTo>
                <a:cubicBezTo>
                  <a:pt x="21162" y="46708"/>
                  <a:pt x="18482" y="46082"/>
                  <a:pt x="15919" y="45106"/>
                </a:cubicBezTo>
                <a:cubicBezTo>
                  <a:pt x="9438" y="42834"/>
                  <a:pt x="4996" y="39135"/>
                  <a:pt x="2549" y="34081"/>
                </a:cubicBezTo>
                <a:cubicBezTo>
                  <a:pt x="102" y="28954"/>
                  <a:pt x="0" y="23201"/>
                  <a:pt x="2272" y="16778"/>
                </a:cubicBezTo>
                <a:cubicBezTo>
                  <a:pt x="4602" y="10122"/>
                  <a:pt x="8243" y="5520"/>
                  <a:pt x="13254" y="2898"/>
                </a:cubicBezTo>
                <a:cubicBezTo>
                  <a:pt x="18205" y="218"/>
                  <a:pt x="23725" y="0"/>
                  <a:pt x="29813" y="2156"/>
                </a:cubicBezTo>
                <a:cubicBezTo>
                  <a:pt x="35275" y="4093"/>
                  <a:pt x="38960" y="7340"/>
                  <a:pt x="40897" y="12001"/>
                </a:cubicBezTo>
                <a:cubicBezTo>
                  <a:pt x="42834" y="16603"/>
                  <a:pt x="42717" y="21963"/>
                  <a:pt x="40620" y="27993"/>
                </a:cubicBezTo>
                <a:close/>
                <a:moveTo>
                  <a:pt x="34649" y="23667"/>
                </a:moveTo>
                <a:cubicBezTo>
                  <a:pt x="35843" y="20026"/>
                  <a:pt x="35843" y="16778"/>
                  <a:pt x="34649" y="13880"/>
                </a:cubicBezTo>
                <a:cubicBezTo>
                  <a:pt x="33396" y="10982"/>
                  <a:pt x="31168" y="8986"/>
                  <a:pt x="27876" y="7792"/>
                </a:cubicBezTo>
                <a:cubicBezTo>
                  <a:pt x="24177" y="6481"/>
                  <a:pt x="20813" y="6481"/>
                  <a:pt x="17856" y="7792"/>
                </a:cubicBezTo>
                <a:cubicBezTo>
                  <a:pt x="14841" y="9103"/>
                  <a:pt x="12511" y="11652"/>
                  <a:pt x="10865" y="15293"/>
                </a:cubicBezTo>
                <a:lnTo>
                  <a:pt x="34649" y="23667"/>
                </a:lnTo>
                <a:close/>
                <a:moveTo>
                  <a:pt x="34649" y="236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FE27C-33E7-48EA-972C-9B342FCB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68" y="2484056"/>
            <a:ext cx="42266" cy="46708"/>
          </a:xfrm>
          <a:custGeom xmlns:a="http://schemas.openxmlformats.org/drawingml/2006/main">
            <a:pathLst>
              <a:path w="42266" h="46708">
                <a:moveTo>
                  <a:pt x="26624" y="7675"/>
                </a:moveTo>
                <a:cubicBezTo>
                  <a:pt x="23099" y="6423"/>
                  <a:pt x="19735" y="6816"/>
                  <a:pt x="16720" y="8870"/>
                </a:cubicBezTo>
                <a:cubicBezTo>
                  <a:pt x="13647" y="10923"/>
                  <a:pt x="11258" y="14390"/>
                  <a:pt x="9554" y="19225"/>
                </a:cubicBezTo>
                <a:cubicBezTo>
                  <a:pt x="7792" y="24119"/>
                  <a:pt x="7501" y="28269"/>
                  <a:pt x="8578" y="31794"/>
                </a:cubicBezTo>
                <a:cubicBezTo>
                  <a:pt x="9671" y="35333"/>
                  <a:pt x="12001" y="37722"/>
                  <a:pt x="15584" y="38974"/>
                </a:cubicBezTo>
                <a:cubicBezTo>
                  <a:pt x="19167" y="40212"/>
                  <a:pt x="22473" y="39819"/>
                  <a:pt x="25488" y="37780"/>
                </a:cubicBezTo>
                <a:cubicBezTo>
                  <a:pt x="28561" y="35726"/>
                  <a:pt x="30949" y="32260"/>
                  <a:pt x="32653" y="27425"/>
                </a:cubicBezTo>
                <a:cubicBezTo>
                  <a:pt x="34357" y="22633"/>
                  <a:pt x="34692" y="18424"/>
                  <a:pt x="33556" y="14899"/>
                </a:cubicBezTo>
                <a:cubicBezTo>
                  <a:pt x="32537" y="11375"/>
                  <a:pt x="30207" y="8986"/>
                  <a:pt x="26624" y="7675"/>
                </a:cubicBezTo>
                <a:close/>
                <a:moveTo>
                  <a:pt x="28619" y="2039"/>
                </a:moveTo>
                <a:cubicBezTo>
                  <a:pt x="34416" y="4093"/>
                  <a:pt x="38333" y="7617"/>
                  <a:pt x="40271" y="12511"/>
                </a:cubicBezTo>
                <a:cubicBezTo>
                  <a:pt x="42266" y="17463"/>
                  <a:pt x="42091" y="23259"/>
                  <a:pt x="39761" y="29915"/>
                </a:cubicBezTo>
                <a:cubicBezTo>
                  <a:pt x="37372" y="36571"/>
                  <a:pt x="33906" y="41188"/>
                  <a:pt x="29231" y="43810"/>
                </a:cubicBezTo>
                <a:cubicBezTo>
                  <a:pt x="24628" y="46417"/>
                  <a:pt x="19400" y="46708"/>
                  <a:pt x="13589" y="44654"/>
                </a:cubicBezTo>
                <a:cubicBezTo>
                  <a:pt x="7792" y="42615"/>
                  <a:pt x="3860" y="39076"/>
                  <a:pt x="1922" y="34139"/>
                </a:cubicBezTo>
                <a:cubicBezTo>
                  <a:pt x="0" y="29187"/>
                  <a:pt x="160" y="23376"/>
                  <a:pt x="2505" y="16778"/>
                </a:cubicBezTo>
                <a:cubicBezTo>
                  <a:pt x="4894" y="10122"/>
                  <a:pt x="8360" y="5462"/>
                  <a:pt x="12962" y="2898"/>
                </a:cubicBezTo>
                <a:cubicBezTo>
                  <a:pt x="17579" y="277"/>
                  <a:pt x="22808" y="0"/>
                  <a:pt x="28619" y="2039"/>
                </a:cubicBezTo>
                <a:close/>
                <a:moveTo>
                  <a:pt x="28619" y="20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C7318-0EF5-47E0-83E9-4BAC6F83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08" y="2497484"/>
            <a:ext cx="51369" cy="58316"/>
          </a:xfrm>
          <a:custGeom xmlns:a="http://schemas.openxmlformats.org/drawingml/2006/main">
            <a:pathLst>
              <a:path w="51369" h="58316">
                <a:moveTo>
                  <a:pt x="14288" y="36804"/>
                </a:moveTo>
                <a:lnTo>
                  <a:pt x="6656" y="58316"/>
                </a:lnTo>
                <a:lnTo>
                  <a:pt x="0" y="55971"/>
                </a:lnTo>
                <a:lnTo>
                  <a:pt x="19749" y="0"/>
                </a:lnTo>
                <a:lnTo>
                  <a:pt x="26463" y="2389"/>
                </a:lnTo>
                <a:lnTo>
                  <a:pt x="24293" y="8535"/>
                </a:lnTo>
                <a:cubicBezTo>
                  <a:pt x="26507" y="6598"/>
                  <a:pt x="28954" y="5462"/>
                  <a:pt x="31459" y="4996"/>
                </a:cubicBezTo>
                <a:cubicBezTo>
                  <a:pt x="34022" y="4602"/>
                  <a:pt x="36804" y="4937"/>
                  <a:pt x="39775" y="5971"/>
                </a:cubicBezTo>
                <a:cubicBezTo>
                  <a:pt x="44713" y="7734"/>
                  <a:pt x="48019" y="11084"/>
                  <a:pt x="49665" y="16094"/>
                </a:cubicBezTo>
                <a:cubicBezTo>
                  <a:pt x="51369" y="21046"/>
                  <a:pt x="51150" y="26740"/>
                  <a:pt x="48878" y="33105"/>
                </a:cubicBezTo>
                <a:cubicBezTo>
                  <a:pt x="46591" y="39484"/>
                  <a:pt x="43242" y="44086"/>
                  <a:pt x="38800" y="46926"/>
                </a:cubicBezTo>
                <a:cubicBezTo>
                  <a:pt x="34372" y="49781"/>
                  <a:pt x="29639" y="50291"/>
                  <a:pt x="24687" y="48529"/>
                </a:cubicBezTo>
                <a:cubicBezTo>
                  <a:pt x="21730" y="47494"/>
                  <a:pt x="19400" y="46023"/>
                  <a:pt x="17696" y="44086"/>
                </a:cubicBezTo>
                <a:cubicBezTo>
                  <a:pt x="15992" y="42149"/>
                  <a:pt x="14856" y="39761"/>
                  <a:pt x="14288" y="36804"/>
                </a:cubicBezTo>
                <a:close/>
                <a:moveTo>
                  <a:pt x="41931" y="30658"/>
                </a:moveTo>
                <a:cubicBezTo>
                  <a:pt x="43693" y="25764"/>
                  <a:pt x="44043" y="21614"/>
                  <a:pt x="43009" y="18089"/>
                </a:cubicBezTo>
                <a:cubicBezTo>
                  <a:pt x="41989" y="14564"/>
                  <a:pt x="39717" y="12220"/>
                  <a:pt x="36178" y="10982"/>
                </a:cubicBezTo>
                <a:cubicBezTo>
                  <a:pt x="32653" y="9729"/>
                  <a:pt x="29362" y="10122"/>
                  <a:pt x="26405" y="12220"/>
                </a:cubicBezTo>
                <a:cubicBezTo>
                  <a:pt x="23390" y="14273"/>
                  <a:pt x="21002" y="17739"/>
                  <a:pt x="19283" y="22691"/>
                </a:cubicBezTo>
                <a:cubicBezTo>
                  <a:pt x="17521" y="27585"/>
                  <a:pt x="17186" y="31736"/>
                  <a:pt x="18205" y="35275"/>
                </a:cubicBezTo>
                <a:cubicBezTo>
                  <a:pt x="19225" y="38800"/>
                  <a:pt x="21570" y="41130"/>
                  <a:pt x="25094" y="42382"/>
                </a:cubicBezTo>
                <a:cubicBezTo>
                  <a:pt x="28619" y="43635"/>
                  <a:pt x="31867" y="43227"/>
                  <a:pt x="34882" y="41130"/>
                </a:cubicBezTo>
                <a:cubicBezTo>
                  <a:pt x="37838" y="39076"/>
                  <a:pt x="40227" y="35552"/>
                  <a:pt x="41931" y="30658"/>
                </a:cubicBezTo>
                <a:close/>
                <a:moveTo>
                  <a:pt x="41931" y="306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AE02D-FF07-4BF4-A994-B2974C0A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5" y="2498387"/>
            <a:ext cx="26565" cy="58709"/>
          </a:xfrm>
          <a:custGeom xmlns:a="http://schemas.openxmlformats.org/drawingml/2006/main">
            <a:pathLst>
              <a:path w="26565" h="58709">
                <a:moveTo>
                  <a:pt x="19910" y="0"/>
                </a:moveTo>
                <a:lnTo>
                  <a:pt x="26565" y="2389"/>
                </a:lnTo>
                <a:lnTo>
                  <a:pt x="6656" y="58709"/>
                </a:lnTo>
                <a:lnTo>
                  <a:pt x="0" y="56379"/>
                </a:lnTo>
                <a:lnTo>
                  <a:pt x="19910" y="0"/>
                </a:lnTo>
                <a:close/>
                <a:moveTo>
                  <a:pt x="199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84B39-7A06-4A91-BBF5-98397138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18" y="2524326"/>
            <a:ext cx="42848" cy="47509"/>
          </a:xfrm>
          <a:custGeom xmlns:a="http://schemas.openxmlformats.org/drawingml/2006/main">
            <a:pathLst>
              <a:path w="42848" h="47509">
                <a:moveTo>
                  <a:pt x="40562" y="27993"/>
                </a:moveTo>
                <a:lnTo>
                  <a:pt x="39426" y="31299"/>
                </a:lnTo>
                <a:lnTo>
                  <a:pt x="8826" y="20434"/>
                </a:lnTo>
                <a:cubicBezTo>
                  <a:pt x="7457" y="25153"/>
                  <a:pt x="7632" y="29129"/>
                  <a:pt x="9278" y="32377"/>
                </a:cubicBezTo>
                <a:cubicBezTo>
                  <a:pt x="10865" y="35683"/>
                  <a:pt x="13880" y="38071"/>
                  <a:pt x="18322" y="39659"/>
                </a:cubicBezTo>
                <a:cubicBezTo>
                  <a:pt x="20885" y="40576"/>
                  <a:pt x="23449" y="41144"/>
                  <a:pt x="26056" y="41363"/>
                </a:cubicBezTo>
                <a:cubicBezTo>
                  <a:pt x="28677" y="41596"/>
                  <a:pt x="31401" y="41479"/>
                  <a:pt x="34255" y="41028"/>
                </a:cubicBezTo>
                <a:lnTo>
                  <a:pt x="32027" y="47334"/>
                </a:lnTo>
                <a:cubicBezTo>
                  <a:pt x="29245" y="47509"/>
                  <a:pt x="26507" y="47393"/>
                  <a:pt x="23842" y="47058"/>
                </a:cubicBezTo>
                <a:cubicBezTo>
                  <a:pt x="21162" y="46708"/>
                  <a:pt x="18497" y="46082"/>
                  <a:pt x="15933" y="45179"/>
                </a:cubicBezTo>
                <a:cubicBezTo>
                  <a:pt x="9452" y="42907"/>
                  <a:pt x="5010" y="39207"/>
                  <a:pt x="2563" y="34081"/>
                </a:cubicBezTo>
                <a:cubicBezTo>
                  <a:pt x="117" y="28969"/>
                  <a:pt x="0" y="23216"/>
                  <a:pt x="2272" y="16793"/>
                </a:cubicBezTo>
                <a:cubicBezTo>
                  <a:pt x="4617" y="10195"/>
                  <a:pt x="8258" y="5520"/>
                  <a:pt x="13254" y="2913"/>
                </a:cubicBezTo>
                <a:cubicBezTo>
                  <a:pt x="18205" y="291"/>
                  <a:pt x="23725" y="0"/>
                  <a:pt x="29813" y="2170"/>
                </a:cubicBezTo>
                <a:cubicBezTo>
                  <a:pt x="35275" y="4107"/>
                  <a:pt x="38974" y="7399"/>
                  <a:pt x="40911" y="12016"/>
                </a:cubicBezTo>
                <a:cubicBezTo>
                  <a:pt x="42848" y="16676"/>
                  <a:pt x="42732" y="21963"/>
                  <a:pt x="40562" y="27993"/>
                </a:cubicBezTo>
                <a:close/>
                <a:moveTo>
                  <a:pt x="34590" y="23725"/>
                </a:moveTo>
                <a:cubicBezTo>
                  <a:pt x="35843" y="20026"/>
                  <a:pt x="35843" y="16793"/>
                  <a:pt x="34649" y="13880"/>
                </a:cubicBezTo>
                <a:cubicBezTo>
                  <a:pt x="33396" y="11040"/>
                  <a:pt x="31182" y="9001"/>
                  <a:pt x="27876" y="7850"/>
                </a:cubicBezTo>
                <a:cubicBezTo>
                  <a:pt x="24177" y="6554"/>
                  <a:pt x="20827" y="6554"/>
                  <a:pt x="17871" y="7850"/>
                </a:cubicBezTo>
                <a:cubicBezTo>
                  <a:pt x="14856" y="9161"/>
                  <a:pt x="12525" y="11666"/>
                  <a:pt x="10865" y="15365"/>
                </a:cubicBezTo>
                <a:lnTo>
                  <a:pt x="34590" y="23725"/>
                </a:lnTo>
                <a:close/>
                <a:moveTo>
                  <a:pt x="34590" y="23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706BD-399B-4EE7-A5A6-507BC50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0" y="2526715"/>
            <a:ext cx="52228" cy="60763"/>
          </a:xfrm>
          <a:custGeom xmlns:a="http://schemas.openxmlformats.org/drawingml/2006/main">
            <a:pathLst>
              <a:path w="52228" h="60763">
                <a:moveTo>
                  <a:pt x="52228" y="10705"/>
                </a:moveTo>
                <a:lnTo>
                  <a:pt x="49665" y="17812"/>
                </a:lnTo>
                <a:cubicBezTo>
                  <a:pt x="47393" y="15540"/>
                  <a:pt x="45106" y="13603"/>
                  <a:pt x="42892" y="12074"/>
                </a:cubicBezTo>
                <a:cubicBezTo>
                  <a:pt x="40678" y="10588"/>
                  <a:pt x="38392" y="9394"/>
                  <a:pt x="36061" y="8593"/>
                </a:cubicBezTo>
                <a:cubicBezTo>
                  <a:pt x="32144" y="7180"/>
                  <a:pt x="28779" y="6889"/>
                  <a:pt x="26056" y="7632"/>
                </a:cubicBezTo>
                <a:cubicBezTo>
                  <a:pt x="23376" y="8433"/>
                  <a:pt x="21497" y="10253"/>
                  <a:pt x="20478" y="13093"/>
                </a:cubicBezTo>
                <a:cubicBezTo>
                  <a:pt x="19618" y="15482"/>
                  <a:pt x="19735" y="17536"/>
                  <a:pt x="20711" y="19298"/>
                </a:cubicBezTo>
                <a:cubicBezTo>
                  <a:pt x="21730" y="21002"/>
                  <a:pt x="24119" y="22939"/>
                  <a:pt x="27876" y="25094"/>
                </a:cubicBezTo>
                <a:lnTo>
                  <a:pt x="31969" y="27600"/>
                </a:lnTo>
                <a:cubicBezTo>
                  <a:pt x="37037" y="30556"/>
                  <a:pt x="40387" y="33804"/>
                  <a:pt x="42091" y="37329"/>
                </a:cubicBezTo>
                <a:cubicBezTo>
                  <a:pt x="43751" y="40853"/>
                  <a:pt x="43810" y="44844"/>
                  <a:pt x="42266" y="49213"/>
                </a:cubicBezTo>
                <a:cubicBezTo>
                  <a:pt x="40387" y="54456"/>
                  <a:pt x="37256" y="57806"/>
                  <a:pt x="32770" y="59292"/>
                </a:cubicBezTo>
                <a:cubicBezTo>
                  <a:pt x="28328" y="60763"/>
                  <a:pt x="22691" y="60253"/>
                  <a:pt x="15933" y="57864"/>
                </a:cubicBezTo>
                <a:cubicBezTo>
                  <a:pt x="13370" y="56961"/>
                  <a:pt x="10749" y="55709"/>
                  <a:pt x="8069" y="54107"/>
                </a:cubicBezTo>
                <a:cubicBezTo>
                  <a:pt x="5403" y="52519"/>
                  <a:pt x="2665" y="50640"/>
                  <a:pt x="0" y="48368"/>
                </a:cubicBezTo>
                <a:lnTo>
                  <a:pt x="2665" y="40853"/>
                </a:lnTo>
                <a:cubicBezTo>
                  <a:pt x="5054" y="43591"/>
                  <a:pt x="7501" y="45863"/>
                  <a:pt x="10064" y="47684"/>
                </a:cubicBezTo>
                <a:cubicBezTo>
                  <a:pt x="12627" y="49563"/>
                  <a:pt x="15249" y="50975"/>
                  <a:pt x="18031" y="51951"/>
                </a:cubicBezTo>
                <a:cubicBezTo>
                  <a:pt x="22182" y="53422"/>
                  <a:pt x="25706" y="53713"/>
                  <a:pt x="28561" y="52912"/>
                </a:cubicBezTo>
                <a:cubicBezTo>
                  <a:pt x="31401" y="52068"/>
                  <a:pt x="33338" y="50131"/>
                  <a:pt x="34416" y="47058"/>
                </a:cubicBezTo>
                <a:cubicBezTo>
                  <a:pt x="35377" y="44436"/>
                  <a:pt x="35275" y="42047"/>
                  <a:pt x="34183" y="40008"/>
                </a:cubicBezTo>
                <a:cubicBezTo>
                  <a:pt x="33105" y="37897"/>
                  <a:pt x="30833" y="35843"/>
                  <a:pt x="27366" y="33746"/>
                </a:cubicBezTo>
                <a:lnTo>
                  <a:pt x="23216" y="31357"/>
                </a:lnTo>
                <a:cubicBezTo>
                  <a:pt x="18147" y="28342"/>
                  <a:pt x="14783" y="25211"/>
                  <a:pt x="13195" y="22021"/>
                </a:cubicBezTo>
                <a:cubicBezTo>
                  <a:pt x="11550" y="18890"/>
                  <a:pt x="11491" y="15191"/>
                  <a:pt x="12904" y="11098"/>
                </a:cubicBezTo>
                <a:cubicBezTo>
                  <a:pt x="14623" y="6321"/>
                  <a:pt x="17637" y="3131"/>
                  <a:pt x="21963" y="1544"/>
                </a:cubicBezTo>
                <a:cubicBezTo>
                  <a:pt x="26332" y="0"/>
                  <a:pt x="31459" y="291"/>
                  <a:pt x="37372" y="2345"/>
                </a:cubicBezTo>
                <a:cubicBezTo>
                  <a:pt x="39877" y="3248"/>
                  <a:pt x="42382" y="4384"/>
                  <a:pt x="44887" y="5811"/>
                </a:cubicBezTo>
                <a:cubicBezTo>
                  <a:pt x="47334" y="7180"/>
                  <a:pt x="49781" y="8826"/>
                  <a:pt x="52228" y="10705"/>
                </a:cubicBezTo>
                <a:close/>
                <a:moveTo>
                  <a:pt x="52228" y="107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21C73-8D95-4742-97E5-DA5937DD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51" y="2553979"/>
            <a:ext cx="44887" cy="52563"/>
          </a:xfrm>
          <a:custGeom xmlns:a="http://schemas.openxmlformats.org/drawingml/2006/main">
            <a:pathLst>
              <a:path w="44887" h="52563">
                <a:moveTo>
                  <a:pt x="2272" y="24570"/>
                </a:moveTo>
                <a:lnTo>
                  <a:pt x="10982" y="0"/>
                </a:lnTo>
                <a:lnTo>
                  <a:pt x="17637" y="2389"/>
                </a:lnTo>
                <a:lnTo>
                  <a:pt x="9044" y="26682"/>
                </a:lnTo>
                <a:cubicBezTo>
                  <a:pt x="7675" y="30483"/>
                  <a:pt x="7399" y="33615"/>
                  <a:pt x="8200" y="36120"/>
                </a:cubicBezTo>
                <a:cubicBezTo>
                  <a:pt x="9044" y="38508"/>
                  <a:pt x="10923" y="40271"/>
                  <a:pt x="13938" y="41348"/>
                </a:cubicBezTo>
                <a:cubicBezTo>
                  <a:pt x="17521" y="42601"/>
                  <a:pt x="20769" y="42484"/>
                  <a:pt x="23667" y="40897"/>
                </a:cubicBezTo>
                <a:cubicBezTo>
                  <a:pt x="26565" y="39368"/>
                  <a:pt x="28736" y="36571"/>
                  <a:pt x="30148" y="32653"/>
                </a:cubicBezTo>
                <a:lnTo>
                  <a:pt x="38232" y="9671"/>
                </a:lnTo>
                <a:lnTo>
                  <a:pt x="44887" y="12001"/>
                </a:lnTo>
                <a:lnTo>
                  <a:pt x="30614" y="52563"/>
                </a:lnTo>
                <a:lnTo>
                  <a:pt x="23900" y="50233"/>
                </a:lnTo>
                <a:lnTo>
                  <a:pt x="26114" y="43970"/>
                </a:lnTo>
                <a:cubicBezTo>
                  <a:pt x="23667" y="45849"/>
                  <a:pt x="21104" y="47043"/>
                  <a:pt x="18555" y="47494"/>
                </a:cubicBezTo>
                <a:cubicBezTo>
                  <a:pt x="15992" y="47902"/>
                  <a:pt x="13312" y="47669"/>
                  <a:pt x="10472" y="46650"/>
                </a:cubicBezTo>
                <a:cubicBezTo>
                  <a:pt x="5797" y="44989"/>
                  <a:pt x="2782" y="42324"/>
                  <a:pt x="1427" y="38567"/>
                </a:cubicBezTo>
                <a:cubicBezTo>
                  <a:pt x="0" y="34809"/>
                  <a:pt x="291" y="30148"/>
                  <a:pt x="2272" y="24570"/>
                </a:cubicBezTo>
                <a:close/>
                <a:moveTo>
                  <a:pt x="2272" y="245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ED654-3ACD-44EB-8D45-484A0872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7" y="2572913"/>
            <a:ext cx="50393" cy="61331"/>
          </a:xfrm>
          <a:custGeom xmlns:a="http://schemas.openxmlformats.org/drawingml/2006/main">
            <a:pathLst>
              <a:path w="50393" h="61331">
                <a:moveTo>
                  <a:pt x="36746" y="27148"/>
                </a:moveTo>
                <a:cubicBezTo>
                  <a:pt x="38450" y="22313"/>
                  <a:pt x="38741" y="18205"/>
                  <a:pt x="37707" y="14856"/>
                </a:cubicBezTo>
                <a:cubicBezTo>
                  <a:pt x="36629" y="11491"/>
                  <a:pt x="34357" y="9219"/>
                  <a:pt x="30716" y="7908"/>
                </a:cubicBezTo>
                <a:cubicBezTo>
                  <a:pt x="27192" y="6656"/>
                  <a:pt x="23886" y="7005"/>
                  <a:pt x="20987" y="8986"/>
                </a:cubicBezTo>
                <a:cubicBezTo>
                  <a:pt x="18031" y="10923"/>
                  <a:pt x="15759" y="14288"/>
                  <a:pt x="14040" y="19123"/>
                </a:cubicBezTo>
                <a:cubicBezTo>
                  <a:pt x="12336" y="23958"/>
                  <a:pt x="12001" y="27993"/>
                  <a:pt x="13079" y="31357"/>
                </a:cubicBezTo>
                <a:cubicBezTo>
                  <a:pt x="14098" y="34765"/>
                  <a:pt x="16429" y="37037"/>
                  <a:pt x="20026" y="38290"/>
                </a:cubicBezTo>
                <a:cubicBezTo>
                  <a:pt x="23609" y="39601"/>
                  <a:pt x="26842" y="39266"/>
                  <a:pt x="29799" y="37270"/>
                </a:cubicBezTo>
                <a:cubicBezTo>
                  <a:pt x="32712" y="35333"/>
                  <a:pt x="35042" y="31983"/>
                  <a:pt x="36746" y="27148"/>
                </a:cubicBezTo>
                <a:close/>
                <a:moveTo>
                  <a:pt x="37824" y="45237"/>
                </a:moveTo>
                <a:cubicBezTo>
                  <a:pt x="35377" y="52111"/>
                  <a:pt x="32027" y="56728"/>
                  <a:pt x="27818" y="59000"/>
                </a:cubicBezTo>
                <a:cubicBezTo>
                  <a:pt x="23551" y="61272"/>
                  <a:pt x="18249" y="61331"/>
                  <a:pt x="11943" y="59059"/>
                </a:cubicBezTo>
                <a:cubicBezTo>
                  <a:pt x="9612" y="58258"/>
                  <a:pt x="7442" y="57296"/>
                  <a:pt x="5505" y="56219"/>
                </a:cubicBezTo>
                <a:cubicBezTo>
                  <a:pt x="3525" y="55126"/>
                  <a:pt x="1704" y="53888"/>
                  <a:pt x="0" y="52461"/>
                </a:cubicBezTo>
                <a:lnTo>
                  <a:pt x="2272" y="45980"/>
                </a:lnTo>
                <a:cubicBezTo>
                  <a:pt x="3860" y="47742"/>
                  <a:pt x="5505" y="49213"/>
                  <a:pt x="7282" y="50349"/>
                </a:cubicBezTo>
                <a:cubicBezTo>
                  <a:pt x="8986" y="51543"/>
                  <a:pt x="10865" y="52519"/>
                  <a:pt x="12788" y="53204"/>
                </a:cubicBezTo>
                <a:cubicBezTo>
                  <a:pt x="17171" y="54733"/>
                  <a:pt x="20871" y="54791"/>
                  <a:pt x="23827" y="53262"/>
                </a:cubicBezTo>
                <a:cubicBezTo>
                  <a:pt x="26842" y="51718"/>
                  <a:pt x="29129" y="48703"/>
                  <a:pt x="30775" y="44043"/>
                </a:cubicBezTo>
                <a:lnTo>
                  <a:pt x="31911" y="40737"/>
                </a:lnTo>
                <a:cubicBezTo>
                  <a:pt x="29697" y="42674"/>
                  <a:pt x="27308" y="43810"/>
                  <a:pt x="24745" y="44261"/>
                </a:cubicBezTo>
                <a:cubicBezTo>
                  <a:pt x="22182" y="44669"/>
                  <a:pt x="19400" y="44378"/>
                  <a:pt x="16385" y="43300"/>
                </a:cubicBezTo>
                <a:cubicBezTo>
                  <a:pt x="11433" y="41538"/>
                  <a:pt x="8069" y="38232"/>
                  <a:pt x="6365" y="33396"/>
                </a:cubicBezTo>
                <a:cubicBezTo>
                  <a:pt x="4661" y="28503"/>
                  <a:pt x="4937" y="22939"/>
                  <a:pt x="7166" y="16676"/>
                </a:cubicBezTo>
                <a:cubicBezTo>
                  <a:pt x="9379" y="10414"/>
                  <a:pt x="12686" y="5928"/>
                  <a:pt x="17055" y="3248"/>
                </a:cubicBezTo>
                <a:cubicBezTo>
                  <a:pt x="21439" y="510"/>
                  <a:pt x="26099" y="0"/>
                  <a:pt x="31051" y="1762"/>
                </a:cubicBezTo>
                <a:cubicBezTo>
                  <a:pt x="34066" y="2855"/>
                  <a:pt x="36411" y="4326"/>
                  <a:pt x="38173" y="6263"/>
                </a:cubicBezTo>
                <a:cubicBezTo>
                  <a:pt x="39877" y="8200"/>
                  <a:pt x="41013" y="10647"/>
                  <a:pt x="41523" y="13487"/>
                </a:cubicBezTo>
                <a:lnTo>
                  <a:pt x="43737" y="7340"/>
                </a:lnTo>
                <a:lnTo>
                  <a:pt x="50393" y="9671"/>
                </a:lnTo>
                <a:lnTo>
                  <a:pt x="37824" y="45237"/>
                </a:lnTo>
                <a:close/>
                <a:moveTo>
                  <a:pt x="37824" y="452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81ABE-966E-4898-96A6-63E12BFC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48" y="2589589"/>
            <a:ext cx="50349" cy="61272"/>
          </a:xfrm>
          <a:custGeom xmlns:a="http://schemas.openxmlformats.org/drawingml/2006/main">
            <a:pathLst>
              <a:path w="50349" h="61272">
                <a:moveTo>
                  <a:pt x="36688" y="27075"/>
                </a:moveTo>
                <a:cubicBezTo>
                  <a:pt x="38406" y="22298"/>
                  <a:pt x="38741" y="18205"/>
                  <a:pt x="37664" y="14841"/>
                </a:cubicBezTo>
                <a:cubicBezTo>
                  <a:pt x="36644" y="11491"/>
                  <a:pt x="34299" y="9161"/>
                  <a:pt x="30716" y="7908"/>
                </a:cubicBezTo>
                <a:cubicBezTo>
                  <a:pt x="27133" y="6656"/>
                  <a:pt x="23900" y="6991"/>
                  <a:pt x="20929" y="8928"/>
                </a:cubicBezTo>
                <a:cubicBezTo>
                  <a:pt x="18031" y="10865"/>
                  <a:pt x="15700" y="14273"/>
                  <a:pt x="13996" y="19108"/>
                </a:cubicBezTo>
                <a:cubicBezTo>
                  <a:pt x="12292" y="23886"/>
                  <a:pt x="12001" y="27993"/>
                  <a:pt x="13021" y="31343"/>
                </a:cubicBezTo>
                <a:cubicBezTo>
                  <a:pt x="14113" y="34707"/>
                  <a:pt x="16385" y="37037"/>
                  <a:pt x="19968" y="38290"/>
                </a:cubicBezTo>
                <a:cubicBezTo>
                  <a:pt x="23551" y="39542"/>
                  <a:pt x="26857" y="39193"/>
                  <a:pt x="29755" y="37256"/>
                </a:cubicBezTo>
                <a:cubicBezTo>
                  <a:pt x="32712" y="35275"/>
                  <a:pt x="34984" y="31911"/>
                  <a:pt x="36688" y="27075"/>
                </a:cubicBezTo>
                <a:close/>
                <a:moveTo>
                  <a:pt x="37838" y="45164"/>
                </a:moveTo>
                <a:cubicBezTo>
                  <a:pt x="35391" y="52053"/>
                  <a:pt x="32027" y="56655"/>
                  <a:pt x="27760" y="58942"/>
                </a:cubicBezTo>
                <a:cubicBezTo>
                  <a:pt x="23492" y="61272"/>
                  <a:pt x="18205" y="61272"/>
                  <a:pt x="11885" y="59059"/>
                </a:cubicBezTo>
                <a:cubicBezTo>
                  <a:pt x="9554" y="58199"/>
                  <a:pt x="7399" y="57238"/>
                  <a:pt x="5462" y="56146"/>
                </a:cubicBezTo>
                <a:cubicBezTo>
                  <a:pt x="3525" y="55068"/>
                  <a:pt x="1646" y="53815"/>
                  <a:pt x="0" y="52403"/>
                </a:cubicBezTo>
                <a:lnTo>
                  <a:pt x="2272" y="45965"/>
                </a:lnTo>
                <a:cubicBezTo>
                  <a:pt x="3874" y="47669"/>
                  <a:pt x="5520" y="49155"/>
                  <a:pt x="7224" y="50349"/>
                </a:cubicBezTo>
                <a:cubicBezTo>
                  <a:pt x="8986" y="51543"/>
                  <a:pt x="10807" y="52446"/>
                  <a:pt x="12802" y="53131"/>
                </a:cubicBezTo>
                <a:cubicBezTo>
                  <a:pt x="17186" y="54733"/>
                  <a:pt x="20827" y="54733"/>
                  <a:pt x="23842" y="53189"/>
                </a:cubicBezTo>
                <a:cubicBezTo>
                  <a:pt x="26798" y="51718"/>
                  <a:pt x="29071" y="48645"/>
                  <a:pt x="30716" y="44028"/>
                </a:cubicBezTo>
                <a:lnTo>
                  <a:pt x="31911" y="40737"/>
                </a:lnTo>
                <a:cubicBezTo>
                  <a:pt x="29639" y="42615"/>
                  <a:pt x="27250" y="43810"/>
                  <a:pt x="24687" y="44203"/>
                </a:cubicBezTo>
                <a:cubicBezTo>
                  <a:pt x="22123" y="44654"/>
                  <a:pt x="19342" y="44319"/>
                  <a:pt x="16385" y="43242"/>
                </a:cubicBezTo>
                <a:cubicBezTo>
                  <a:pt x="11375" y="41523"/>
                  <a:pt x="8083" y="38232"/>
                  <a:pt x="6365" y="33338"/>
                </a:cubicBezTo>
                <a:cubicBezTo>
                  <a:pt x="4661" y="28503"/>
                  <a:pt x="4894" y="22924"/>
                  <a:pt x="7107" y="16662"/>
                </a:cubicBezTo>
                <a:cubicBezTo>
                  <a:pt x="9336" y="10414"/>
                  <a:pt x="12627" y="5913"/>
                  <a:pt x="17011" y="3190"/>
                </a:cubicBezTo>
                <a:cubicBezTo>
                  <a:pt x="21395" y="451"/>
                  <a:pt x="26056" y="0"/>
                  <a:pt x="31066" y="1762"/>
                </a:cubicBezTo>
                <a:cubicBezTo>
                  <a:pt x="34022" y="2782"/>
                  <a:pt x="36411" y="4326"/>
                  <a:pt x="38115" y="6263"/>
                </a:cubicBezTo>
                <a:cubicBezTo>
                  <a:pt x="39877" y="8185"/>
                  <a:pt x="40955" y="10574"/>
                  <a:pt x="41523" y="13487"/>
                </a:cubicBezTo>
                <a:lnTo>
                  <a:pt x="43693" y="7282"/>
                </a:lnTo>
                <a:lnTo>
                  <a:pt x="50349" y="9671"/>
                </a:lnTo>
                <a:lnTo>
                  <a:pt x="37838" y="45164"/>
                </a:lnTo>
                <a:close/>
                <a:moveTo>
                  <a:pt x="37838" y="451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FF602-332D-4BE3-9B5C-14728FFB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50" y="2606994"/>
            <a:ext cx="42834" cy="47451"/>
          </a:xfrm>
          <a:custGeom xmlns:a="http://schemas.openxmlformats.org/drawingml/2006/main">
            <a:pathLst>
              <a:path w="42834" h="47451">
                <a:moveTo>
                  <a:pt x="40620" y="27993"/>
                </a:moveTo>
                <a:lnTo>
                  <a:pt x="39426" y="31241"/>
                </a:lnTo>
                <a:lnTo>
                  <a:pt x="8811" y="20434"/>
                </a:lnTo>
                <a:cubicBezTo>
                  <a:pt x="7501" y="25094"/>
                  <a:pt x="7617" y="29071"/>
                  <a:pt x="9278" y="32377"/>
                </a:cubicBezTo>
                <a:cubicBezTo>
                  <a:pt x="10865" y="35610"/>
                  <a:pt x="13880" y="38057"/>
                  <a:pt x="18322" y="39601"/>
                </a:cubicBezTo>
                <a:cubicBezTo>
                  <a:pt x="20871" y="40504"/>
                  <a:pt x="23434" y="41072"/>
                  <a:pt x="26114" y="41305"/>
                </a:cubicBezTo>
                <a:cubicBezTo>
                  <a:pt x="28736" y="41538"/>
                  <a:pt x="31401" y="41421"/>
                  <a:pt x="34241" y="41028"/>
                </a:cubicBezTo>
                <a:lnTo>
                  <a:pt x="32027" y="47276"/>
                </a:lnTo>
                <a:cubicBezTo>
                  <a:pt x="29245" y="47451"/>
                  <a:pt x="26565" y="47393"/>
                  <a:pt x="23842" y="46999"/>
                </a:cubicBezTo>
                <a:cubicBezTo>
                  <a:pt x="21162" y="46650"/>
                  <a:pt x="18482" y="46023"/>
                  <a:pt x="15933" y="45120"/>
                </a:cubicBezTo>
                <a:cubicBezTo>
                  <a:pt x="9438" y="42848"/>
                  <a:pt x="5010" y="39149"/>
                  <a:pt x="2563" y="34022"/>
                </a:cubicBezTo>
                <a:cubicBezTo>
                  <a:pt x="117" y="28954"/>
                  <a:pt x="0" y="23157"/>
                  <a:pt x="2272" y="16734"/>
                </a:cubicBezTo>
                <a:cubicBezTo>
                  <a:pt x="4602" y="10122"/>
                  <a:pt x="8243" y="5462"/>
                  <a:pt x="13254" y="2840"/>
                </a:cubicBezTo>
                <a:cubicBezTo>
                  <a:pt x="18205" y="233"/>
                  <a:pt x="23725" y="0"/>
                  <a:pt x="29813" y="2112"/>
                </a:cubicBezTo>
                <a:cubicBezTo>
                  <a:pt x="35275" y="4034"/>
                  <a:pt x="38974" y="7340"/>
                  <a:pt x="40897" y="11943"/>
                </a:cubicBezTo>
                <a:cubicBezTo>
                  <a:pt x="42834" y="16618"/>
                  <a:pt x="42717" y="21963"/>
                  <a:pt x="40620" y="27993"/>
                </a:cubicBezTo>
                <a:close/>
                <a:moveTo>
                  <a:pt x="34649" y="23667"/>
                </a:moveTo>
                <a:cubicBezTo>
                  <a:pt x="35843" y="20026"/>
                  <a:pt x="35901" y="16734"/>
                  <a:pt x="34649" y="13880"/>
                </a:cubicBezTo>
                <a:cubicBezTo>
                  <a:pt x="33396" y="10982"/>
                  <a:pt x="31182" y="8928"/>
                  <a:pt x="27876" y="7792"/>
                </a:cubicBezTo>
                <a:cubicBezTo>
                  <a:pt x="24177" y="6481"/>
                  <a:pt x="20827" y="6481"/>
                  <a:pt x="17856" y="7792"/>
                </a:cubicBezTo>
                <a:cubicBezTo>
                  <a:pt x="14841" y="9103"/>
                  <a:pt x="12569" y="11608"/>
                  <a:pt x="10865" y="15307"/>
                </a:cubicBezTo>
                <a:lnTo>
                  <a:pt x="34649" y="23667"/>
                </a:lnTo>
                <a:close/>
                <a:moveTo>
                  <a:pt x="34649" y="236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F4AB3-FE78-4D90-B040-4D6C0AF1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13" y="2621733"/>
            <a:ext cx="42149" cy="46257"/>
          </a:xfrm>
          <a:custGeom xmlns:a="http://schemas.openxmlformats.org/drawingml/2006/main">
            <a:pathLst>
              <a:path w="42149" h="46257">
                <a:moveTo>
                  <a:pt x="42149" y="8811"/>
                </a:moveTo>
                <a:lnTo>
                  <a:pt x="39936" y="15132"/>
                </a:lnTo>
                <a:cubicBezTo>
                  <a:pt x="38392" y="13487"/>
                  <a:pt x="36688" y="12059"/>
                  <a:pt x="34867" y="10865"/>
                </a:cubicBezTo>
                <a:cubicBezTo>
                  <a:pt x="32988" y="9671"/>
                  <a:pt x="31008" y="8710"/>
                  <a:pt x="28779" y="7908"/>
                </a:cubicBezTo>
                <a:cubicBezTo>
                  <a:pt x="25488" y="6772"/>
                  <a:pt x="22808" y="6365"/>
                  <a:pt x="20813" y="6831"/>
                </a:cubicBezTo>
                <a:cubicBezTo>
                  <a:pt x="18832" y="7224"/>
                  <a:pt x="17463" y="8476"/>
                  <a:pt x="16720" y="10530"/>
                </a:cubicBezTo>
                <a:cubicBezTo>
                  <a:pt x="16210" y="12059"/>
                  <a:pt x="16327" y="13487"/>
                  <a:pt x="17230" y="14739"/>
                </a:cubicBezTo>
                <a:cubicBezTo>
                  <a:pt x="18089" y="16035"/>
                  <a:pt x="20186" y="17754"/>
                  <a:pt x="23492" y="19793"/>
                </a:cubicBezTo>
                <a:lnTo>
                  <a:pt x="25546" y="21104"/>
                </a:lnTo>
                <a:cubicBezTo>
                  <a:pt x="29915" y="23784"/>
                  <a:pt x="32770" y="26391"/>
                  <a:pt x="34124" y="28954"/>
                </a:cubicBezTo>
                <a:cubicBezTo>
                  <a:pt x="35493" y="31517"/>
                  <a:pt x="35552" y="34416"/>
                  <a:pt x="34416" y="37780"/>
                </a:cubicBezTo>
                <a:cubicBezTo>
                  <a:pt x="33047" y="41523"/>
                  <a:pt x="30483" y="43970"/>
                  <a:pt x="26740" y="45120"/>
                </a:cubicBezTo>
                <a:cubicBezTo>
                  <a:pt x="22983" y="46257"/>
                  <a:pt x="18482" y="45907"/>
                  <a:pt x="13312" y="44086"/>
                </a:cubicBezTo>
                <a:cubicBezTo>
                  <a:pt x="11142" y="43300"/>
                  <a:pt x="8928" y="42266"/>
                  <a:pt x="6714" y="41013"/>
                </a:cubicBezTo>
                <a:cubicBezTo>
                  <a:pt x="4544" y="39761"/>
                  <a:pt x="2272" y="38290"/>
                  <a:pt x="0" y="36527"/>
                </a:cubicBezTo>
                <a:lnTo>
                  <a:pt x="2389" y="29639"/>
                </a:lnTo>
                <a:cubicBezTo>
                  <a:pt x="4428" y="31794"/>
                  <a:pt x="6481" y="33615"/>
                  <a:pt x="8637" y="35100"/>
                </a:cubicBezTo>
                <a:cubicBezTo>
                  <a:pt x="10807" y="36586"/>
                  <a:pt x="13079" y="37722"/>
                  <a:pt x="15409" y="38508"/>
                </a:cubicBezTo>
                <a:cubicBezTo>
                  <a:pt x="18540" y="39659"/>
                  <a:pt x="21162" y="39936"/>
                  <a:pt x="23201" y="39484"/>
                </a:cubicBezTo>
                <a:cubicBezTo>
                  <a:pt x="25313" y="39033"/>
                  <a:pt x="26682" y="37780"/>
                  <a:pt x="27366" y="35843"/>
                </a:cubicBezTo>
                <a:cubicBezTo>
                  <a:pt x="27993" y="34022"/>
                  <a:pt x="27876" y="32420"/>
                  <a:pt x="27017" y="31008"/>
                </a:cubicBezTo>
                <a:cubicBezTo>
                  <a:pt x="26114" y="29639"/>
                  <a:pt x="23784" y="27760"/>
                  <a:pt x="19968" y="25429"/>
                </a:cubicBezTo>
                <a:lnTo>
                  <a:pt x="17856" y="24060"/>
                </a:lnTo>
                <a:cubicBezTo>
                  <a:pt x="14055" y="21730"/>
                  <a:pt x="11550" y="19342"/>
                  <a:pt x="10297" y="16895"/>
                </a:cubicBezTo>
                <a:cubicBezTo>
                  <a:pt x="9103" y="14448"/>
                  <a:pt x="9103" y="11666"/>
                  <a:pt x="10181" y="8535"/>
                </a:cubicBezTo>
                <a:cubicBezTo>
                  <a:pt x="11550" y="4719"/>
                  <a:pt x="13938" y="2214"/>
                  <a:pt x="17346" y="1136"/>
                </a:cubicBezTo>
                <a:cubicBezTo>
                  <a:pt x="20813" y="0"/>
                  <a:pt x="25022" y="277"/>
                  <a:pt x="29974" y="2054"/>
                </a:cubicBezTo>
                <a:cubicBezTo>
                  <a:pt x="32420" y="2957"/>
                  <a:pt x="34707" y="3918"/>
                  <a:pt x="36746" y="5068"/>
                </a:cubicBezTo>
                <a:cubicBezTo>
                  <a:pt x="38800" y="6204"/>
                  <a:pt x="40620" y="7457"/>
                  <a:pt x="42149" y="8811"/>
                </a:cubicBezTo>
                <a:close/>
                <a:moveTo>
                  <a:pt x="42149" y="8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CB498-49AD-4736-A35D-3EB3F5E1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47" y="2622301"/>
            <a:ext cx="32027" cy="59277"/>
          </a:xfrm>
          <a:custGeom xmlns:a="http://schemas.openxmlformats.org/drawingml/2006/main">
            <a:pathLst>
              <a:path w="32027" h="59277">
                <a:moveTo>
                  <a:pt x="22415" y="2389"/>
                </a:moveTo>
                <a:lnTo>
                  <a:pt x="18322" y="13880"/>
                </a:lnTo>
                <a:lnTo>
                  <a:pt x="32027" y="18715"/>
                </a:lnTo>
                <a:lnTo>
                  <a:pt x="30207" y="23900"/>
                </a:lnTo>
                <a:lnTo>
                  <a:pt x="16501" y="19065"/>
                </a:lnTo>
                <a:lnTo>
                  <a:pt x="8695" y="41072"/>
                </a:lnTo>
                <a:cubicBezTo>
                  <a:pt x="7559" y="44378"/>
                  <a:pt x="7282" y="46650"/>
                  <a:pt x="7850" y="47961"/>
                </a:cubicBezTo>
                <a:cubicBezTo>
                  <a:pt x="8418" y="49213"/>
                  <a:pt x="10064" y="50349"/>
                  <a:pt x="12860" y="51310"/>
                </a:cubicBezTo>
                <a:lnTo>
                  <a:pt x="19676" y="53699"/>
                </a:lnTo>
                <a:lnTo>
                  <a:pt x="17754" y="59277"/>
                </a:lnTo>
                <a:lnTo>
                  <a:pt x="10865" y="56889"/>
                </a:lnTo>
                <a:cubicBezTo>
                  <a:pt x="5738" y="55068"/>
                  <a:pt x="2563" y="52854"/>
                  <a:pt x="1253" y="50233"/>
                </a:cubicBezTo>
                <a:cubicBezTo>
                  <a:pt x="0" y="47611"/>
                  <a:pt x="218" y="43810"/>
                  <a:pt x="2039" y="38741"/>
                </a:cubicBezTo>
                <a:lnTo>
                  <a:pt x="9787" y="16720"/>
                </a:lnTo>
                <a:lnTo>
                  <a:pt x="4894" y="14958"/>
                </a:lnTo>
                <a:lnTo>
                  <a:pt x="6772" y="9787"/>
                </a:lnTo>
                <a:lnTo>
                  <a:pt x="11666" y="11550"/>
                </a:lnTo>
                <a:lnTo>
                  <a:pt x="15700" y="0"/>
                </a:lnTo>
                <a:lnTo>
                  <a:pt x="22415" y="2389"/>
                </a:lnTo>
                <a:close/>
                <a:moveTo>
                  <a:pt x="22415" y="23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6EF55-B7B0-46C2-9370-71B3A100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75" y="2646988"/>
            <a:ext cx="42848" cy="47509"/>
          </a:xfrm>
          <a:custGeom xmlns:a="http://schemas.openxmlformats.org/drawingml/2006/main">
            <a:pathLst>
              <a:path w="42848" h="47509">
                <a:moveTo>
                  <a:pt x="40620" y="27993"/>
                </a:moveTo>
                <a:lnTo>
                  <a:pt x="39426" y="31299"/>
                </a:lnTo>
                <a:lnTo>
                  <a:pt x="8826" y="20434"/>
                </a:lnTo>
                <a:cubicBezTo>
                  <a:pt x="7515" y="25153"/>
                  <a:pt x="7632" y="29129"/>
                  <a:pt x="9278" y="32377"/>
                </a:cubicBezTo>
                <a:cubicBezTo>
                  <a:pt x="10865" y="35668"/>
                  <a:pt x="13880" y="38115"/>
                  <a:pt x="18322" y="39659"/>
                </a:cubicBezTo>
                <a:cubicBezTo>
                  <a:pt x="20885" y="40562"/>
                  <a:pt x="23449" y="41130"/>
                  <a:pt x="26114" y="41363"/>
                </a:cubicBezTo>
                <a:cubicBezTo>
                  <a:pt x="28736" y="41596"/>
                  <a:pt x="31459" y="41479"/>
                  <a:pt x="34255" y="41028"/>
                </a:cubicBezTo>
                <a:lnTo>
                  <a:pt x="32027" y="47334"/>
                </a:lnTo>
                <a:cubicBezTo>
                  <a:pt x="29245" y="47509"/>
                  <a:pt x="26565" y="47393"/>
                  <a:pt x="23842" y="47058"/>
                </a:cubicBezTo>
                <a:cubicBezTo>
                  <a:pt x="21162" y="46708"/>
                  <a:pt x="18497" y="46082"/>
                  <a:pt x="15933" y="45179"/>
                </a:cubicBezTo>
                <a:cubicBezTo>
                  <a:pt x="9452" y="42907"/>
                  <a:pt x="5010" y="39207"/>
                  <a:pt x="2563" y="34081"/>
                </a:cubicBezTo>
                <a:cubicBezTo>
                  <a:pt x="117" y="29012"/>
                  <a:pt x="0" y="23216"/>
                  <a:pt x="2272" y="16793"/>
                </a:cubicBezTo>
                <a:cubicBezTo>
                  <a:pt x="4617" y="10181"/>
                  <a:pt x="8302" y="5520"/>
                  <a:pt x="13254" y="2898"/>
                </a:cubicBezTo>
                <a:cubicBezTo>
                  <a:pt x="18205" y="291"/>
                  <a:pt x="23725" y="0"/>
                  <a:pt x="29813" y="2170"/>
                </a:cubicBezTo>
                <a:cubicBezTo>
                  <a:pt x="35275" y="4093"/>
                  <a:pt x="38974" y="7399"/>
                  <a:pt x="40911" y="12001"/>
                </a:cubicBezTo>
                <a:cubicBezTo>
                  <a:pt x="42848" y="16676"/>
                  <a:pt x="42732" y="21963"/>
                  <a:pt x="40620" y="27993"/>
                </a:cubicBezTo>
                <a:close/>
                <a:moveTo>
                  <a:pt x="34649" y="23725"/>
                </a:moveTo>
                <a:cubicBezTo>
                  <a:pt x="35843" y="20026"/>
                  <a:pt x="35901" y="16793"/>
                  <a:pt x="34649" y="13880"/>
                </a:cubicBezTo>
                <a:cubicBezTo>
                  <a:pt x="33454" y="11040"/>
                  <a:pt x="31182" y="8986"/>
                  <a:pt x="27876" y="7850"/>
                </a:cubicBezTo>
                <a:cubicBezTo>
                  <a:pt x="24177" y="6539"/>
                  <a:pt x="20827" y="6539"/>
                  <a:pt x="17871" y="7850"/>
                </a:cubicBezTo>
                <a:cubicBezTo>
                  <a:pt x="14914" y="9161"/>
                  <a:pt x="12569" y="11666"/>
                  <a:pt x="10865" y="15365"/>
                </a:cubicBezTo>
                <a:lnTo>
                  <a:pt x="34649" y="23725"/>
                </a:lnTo>
                <a:close/>
                <a:moveTo>
                  <a:pt x="34649" y="23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B39AD-32D8-4F95-92D6-6A7CB2CE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94" y="2660197"/>
            <a:ext cx="38290" cy="42892"/>
          </a:xfrm>
          <a:custGeom xmlns:a="http://schemas.openxmlformats.org/drawingml/2006/main">
            <a:pathLst>
              <a:path w="38290" h="42892">
                <a:moveTo>
                  <a:pt x="35901" y="14608"/>
                </a:moveTo>
                <a:cubicBezTo>
                  <a:pt x="35275" y="13880"/>
                  <a:pt x="34590" y="13312"/>
                  <a:pt x="33804" y="12788"/>
                </a:cubicBezTo>
                <a:cubicBezTo>
                  <a:pt x="32945" y="12220"/>
                  <a:pt x="32042" y="11826"/>
                  <a:pt x="30949" y="11433"/>
                </a:cubicBezTo>
                <a:cubicBezTo>
                  <a:pt x="27206" y="10122"/>
                  <a:pt x="23900" y="10297"/>
                  <a:pt x="21002" y="12059"/>
                </a:cubicBezTo>
                <a:cubicBezTo>
                  <a:pt x="18104" y="13763"/>
                  <a:pt x="15875" y="16953"/>
                  <a:pt x="14229" y="21497"/>
                </a:cubicBezTo>
                <a:lnTo>
                  <a:pt x="6714" y="42892"/>
                </a:lnTo>
                <a:lnTo>
                  <a:pt x="0" y="40504"/>
                </a:lnTo>
                <a:lnTo>
                  <a:pt x="14346" y="0"/>
                </a:lnTo>
                <a:lnTo>
                  <a:pt x="21060" y="2330"/>
                </a:lnTo>
                <a:lnTo>
                  <a:pt x="18774" y="8637"/>
                </a:lnTo>
                <a:cubicBezTo>
                  <a:pt x="21060" y="6656"/>
                  <a:pt x="23565" y="5505"/>
                  <a:pt x="26230" y="5112"/>
                </a:cubicBezTo>
                <a:cubicBezTo>
                  <a:pt x="28910" y="4719"/>
                  <a:pt x="31809" y="5054"/>
                  <a:pt x="35056" y="6190"/>
                </a:cubicBezTo>
                <a:cubicBezTo>
                  <a:pt x="35508" y="6365"/>
                  <a:pt x="35959" y="6539"/>
                  <a:pt x="36527" y="6816"/>
                </a:cubicBezTo>
                <a:cubicBezTo>
                  <a:pt x="37037" y="7049"/>
                  <a:pt x="37664" y="7384"/>
                  <a:pt x="38290" y="7734"/>
                </a:cubicBezTo>
                <a:lnTo>
                  <a:pt x="35901" y="14608"/>
                </a:lnTo>
                <a:close/>
                <a:moveTo>
                  <a:pt x="35901" y="146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F1F2C-00BA-460B-AF87-4F59D370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13" y="2700293"/>
            <a:ext cx="10865" cy="11957"/>
          </a:xfrm>
          <a:custGeom xmlns:a="http://schemas.openxmlformats.org/drawingml/2006/main">
            <a:pathLst>
              <a:path w="10865" h="11957">
                <a:moveTo>
                  <a:pt x="3248" y="0"/>
                </a:moveTo>
                <a:lnTo>
                  <a:pt x="10865" y="2738"/>
                </a:lnTo>
                <a:lnTo>
                  <a:pt x="7632" y="11957"/>
                </a:lnTo>
                <a:lnTo>
                  <a:pt x="0" y="9219"/>
                </a:lnTo>
                <a:lnTo>
                  <a:pt x="3248" y="0"/>
                </a:lnTo>
                <a:close/>
                <a:moveTo>
                  <a:pt x="324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F2C12-F99C-47D4-86CE-0C1E2D7A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2" y="2663547"/>
            <a:ext cx="50174" cy="56670"/>
          </a:xfrm>
          <a:custGeom xmlns:a="http://schemas.openxmlformats.org/drawingml/2006/main">
            <a:pathLst>
              <a:path w="50174" h="56670">
                <a:moveTo>
                  <a:pt x="24293" y="8593"/>
                </a:moveTo>
                <a:lnTo>
                  <a:pt x="17113" y="28896"/>
                </a:lnTo>
                <a:lnTo>
                  <a:pt x="26274" y="32202"/>
                </a:lnTo>
                <a:cubicBezTo>
                  <a:pt x="29697" y="33396"/>
                  <a:pt x="32653" y="33454"/>
                  <a:pt x="35100" y="32318"/>
                </a:cubicBezTo>
                <a:cubicBezTo>
                  <a:pt x="37605" y="31226"/>
                  <a:pt x="39426" y="29012"/>
                  <a:pt x="40562" y="25779"/>
                </a:cubicBezTo>
                <a:cubicBezTo>
                  <a:pt x="41698" y="22531"/>
                  <a:pt x="41698" y="19691"/>
                  <a:pt x="40445" y="17288"/>
                </a:cubicBezTo>
                <a:cubicBezTo>
                  <a:pt x="39193" y="14856"/>
                  <a:pt x="36862" y="13079"/>
                  <a:pt x="33440" y="11826"/>
                </a:cubicBezTo>
                <a:lnTo>
                  <a:pt x="24293" y="8593"/>
                </a:lnTo>
                <a:close/>
                <a:moveTo>
                  <a:pt x="19108" y="0"/>
                </a:moveTo>
                <a:lnTo>
                  <a:pt x="35610" y="5855"/>
                </a:lnTo>
                <a:cubicBezTo>
                  <a:pt x="41640" y="7967"/>
                  <a:pt x="45732" y="10982"/>
                  <a:pt x="47902" y="14797"/>
                </a:cubicBezTo>
                <a:cubicBezTo>
                  <a:pt x="50000" y="18657"/>
                  <a:pt x="50174" y="23216"/>
                  <a:pt x="48296" y="28503"/>
                </a:cubicBezTo>
                <a:cubicBezTo>
                  <a:pt x="46417" y="33848"/>
                  <a:pt x="43402" y="37314"/>
                  <a:pt x="39368" y="38974"/>
                </a:cubicBezTo>
                <a:cubicBezTo>
                  <a:pt x="35319" y="40562"/>
                  <a:pt x="30265" y="40343"/>
                  <a:pt x="24177" y="38173"/>
                </a:cubicBezTo>
                <a:lnTo>
                  <a:pt x="14958" y="34925"/>
                </a:lnTo>
                <a:lnTo>
                  <a:pt x="7282" y="56670"/>
                </a:lnTo>
                <a:lnTo>
                  <a:pt x="0" y="54107"/>
                </a:lnTo>
                <a:lnTo>
                  <a:pt x="19108" y="0"/>
                </a:lnTo>
                <a:close/>
                <a:moveTo>
                  <a:pt x="191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B5451-1705-4438-95B8-FD8613D8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86" y="2692225"/>
            <a:ext cx="38290" cy="42892"/>
          </a:xfrm>
          <a:custGeom xmlns:a="http://schemas.openxmlformats.org/drawingml/2006/main">
            <a:pathLst>
              <a:path w="38290" h="42892">
                <a:moveTo>
                  <a:pt x="35901" y="14623"/>
                </a:moveTo>
                <a:cubicBezTo>
                  <a:pt x="35333" y="13938"/>
                  <a:pt x="34590" y="13312"/>
                  <a:pt x="33789" y="12802"/>
                </a:cubicBezTo>
                <a:cubicBezTo>
                  <a:pt x="33003" y="12278"/>
                  <a:pt x="32085" y="11826"/>
                  <a:pt x="31008" y="11433"/>
                </a:cubicBezTo>
                <a:cubicBezTo>
                  <a:pt x="27250" y="10122"/>
                  <a:pt x="23900" y="10355"/>
                  <a:pt x="21046" y="12059"/>
                </a:cubicBezTo>
                <a:cubicBezTo>
                  <a:pt x="18147" y="13822"/>
                  <a:pt x="15875" y="16953"/>
                  <a:pt x="14273" y="21555"/>
                </a:cubicBezTo>
                <a:lnTo>
                  <a:pt x="6714" y="42892"/>
                </a:lnTo>
                <a:lnTo>
                  <a:pt x="0" y="40562"/>
                </a:lnTo>
                <a:lnTo>
                  <a:pt x="14331" y="0"/>
                </a:lnTo>
                <a:lnTo>
                  <a:pt x="21046" y="2389"/>
                </a:lnTo>
                <a:lnTo>
                  <a:pt x="18832" y="8637"/>
                </a:lnTo>
                <a:cubicBezTo>
                  <a:pt x="21104" y="6714"/>
                  <a:pt x="23551" y="5520"/>
                  <a:pt x="26230" y="5112"/>
                </a:cubicBezTo>
                <a:cubicBezTo>
                  <a:pt x="28896" y="4719"/>
                  <a:pt x="31852" y="5054"/>
                  <a:pt x="35042" y="6190"/>
                </a:cubicBezTo>
                <a:cubicBezTo>
                  <a:pt x="35493" y="6365"/>
                  <a:pt x="36018" y="6598"/>
                  <a:pt x="36527" y="6816"/>
                </a:cubicBezTo>
                <a:cubicBezTo>
                  <a:pt x="37096" y="7107"/>
                  <a:pt x="37664" y="7399"/>
                  <a:pt x="38290" y="7734"/>
                </a:cubicBezTo>
                <a:lnTo>
                  <a:pt x="35901" y="14623"/>
                </a:lnTo>
                <a:close/>
                <a:moveTo>
                  <a:pt x="35901" y="146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B8092-1A56-438E-9457-C07CACAC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9" y="2705027"/>
            <a:ext cx="42266" cy="46650"/>
          </a:xfrm>
          <a:custGeom xmlns:a="http://schemas.openxmlformats.org/drawingml/2006/main">
            <a:pathLst>
              <a:path w="42266" h="46650">
                <a:moveTo>
                  <a:pt x="26682" y="7675"/>
                </a:moveTo>
                <a:cubicBezTo>
                  <a:pt x="23099" y="6423"/>
                  <a:pt x="19808" y="6816"/>
                  <a:pt x="16734" y="8870"/>
                </a:cubicBezTo>
                <a:cubicBezTo>
                  <a:pt x="13661" y="10923"/>
                  <a:pt x="11273" y="14390"/>
                  <a:pt x="9554" y="19225"/>
                </a:cubicBezTo>
                <a:cubicBezTo>
                  <a:pt x="7850" y="24060"/>
                  <a:pt x="7515" y="28269"/>
                  <a:pt x="8593" y="31794"/>
                </a:cubicBezTo>
                <a:cubicBezTo>
                  <a:pt x="9671" y="35319"/>
                  <a:pt x="12001" y="37707"/>
                  <a:pt x="15584" y="38960"/>
                </a:cubicBezTo>
                <a:cubicBezTo>
                  <a:pt x="19181" y="40212"/>
                  <a:pt x="22473" y="39819"/>
                  <a:pt x="25546" y="37765"/>
                </a:cubicBezTo>
                <a:cubicBezTo>
                  <a:pt x="28619" y="35668"/>
                  <a:pt x="30949" y="32246"/>
                  <a:pt x="32653" y="27410"/>
                </a:cubicBezTo>
                <a:cubicBezTo>
                  <a:pt x="34372" y="22575"/>
                  <a:pt x="34707" y="18424"/>
                  <a:pt x="33629" y="14899"/>
                </a:cubicBezTo>
                <a:cubicBezTo>
                  <a:pt x="32551" y="11317"/>
                  <a:pt x="30207" y="8928"/>
                  <a:pt x="26682" y="7675"/>
                </a:cubicBezTo>
                <a:close/>
                <a:moveTo>
                  <a:pt x="28677" y="2039"/>
                </a:moveTo>
                <a:cubicBezTo>
                  <a:pt x="34416" y="4093"/>
                  <a:pt x="38348" y="7559"/>
                  <a:pt x="40285" y="12511"/>
                </a:cubicBezTo>
                <a:cubicBezTo>
                  <a:pt x="42266" y="17463"/>
                  <a:pt x="42106" y="23259"/>
                  <a:pt x="39775" y="29915"/>
                </a:cubicBezTo>
                <a:cubicBezTo>
                  <a:pt x="37387" y="36513"/>
                  <a:pt x="33906" y="41188"/>
                  <a:pt x="29245" y="43795"/>
                </a:cubicBezTo>
                <a:cubicBezTo>
                  <a:pt x="24643" y="46417"/>
                  <a:pt x="19400" y="46650"/>
                  <a:pt x="13603" y="44596"/>
                </a:cubicBezTo>
                <a:cubicBezTo>
                  <a:pt x="7792" y="42557"/>
                  <a:pt x="3932" y="39076"/>
                  <a:pt x="1937" y="34124"/>
                </a:cubicBezTo>
                <a:cubicBezTo>
                  <a:pt x="0" y="29187"/>
                  <a:pt x="175" y="23376"/>
                  <a:pt x="2505" y="16778"/>
                </a:cubicBezTo>
                <a:cubicBezTo>
                  <a:pt x="4894" y="10122"/>
                  <a:pt x="8360" y="5462"/>
                  <a:pt x="12977" y="2840"/>
                </a:cubicBezTo>
                <a:cubicBezTo>
                  <a:pt x="17637" y="277"/>
                  <a:pt x="22822" y="0"/>
                  <a:pt x="28677" y="2039"/>
                </a:cubicBezTo>
                <a:close/>
                <a:moveTo>
                  <a:pt x="28677" y="20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2C7EA-7A52-4B7B-8CF7-E061050A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87" y="2720436"/>
            <a:ext cx="42047" cy="49839"/>
          </a:xfrm>
          <a:custGeom xmlns:a="http://schemas.openxmlformats.org/drawingml/2006/main">
            <a:pathLst>
              <a:path w="42047" h="49839">
                <a:moveTo>
                  <a:pt x="25429" y="24745"/>
                </a:moveTo>
                <a:cubicBezTo>
                  <a:pt x="20026" y="22881"/>
                  <a:pt x="16094" y="22196"/>
                  <a:pt x="13545" y="22648"/>
                </a:cubicBezTo>
                <a:cubicBezTo>
                  <a:pt x="11040" y="23157"/>
                  <a:pt x="9278" y="24861"/>
                  <a:pt x="8185" y="27876"/>
                </a:cubicBezTo>
                <a:cubicBezTo>
                  <a:pt x="7399" y="30207"/>
                  <a:pt x="7515" y="32377"/>
                  <a:pt x="8593" y="34314"/>
                </a:cubicBezTo>
                <a:cubicBezTo>
                  <a:pt x="9612" y="36236"/>
                  <a:pt x="11491" y="37664"/>
                  <a:pt x="14171" y="38639"/>
                </a:cubicBezTo>
                <a:cubicBezTo>
                  <a:pt x="17856" y="39936"/>
                  <a:pt x="21337" y="39659"/>
                  <a:pt x="24468" y="37838"/>
                </a:cubicBezTo>
                <a:cubicBezTo>
                  <a:pt x="27643" y="36018"/>
                  <a:pt x="29974" y="32945"/>
                  <a:pt x="31517" y="28619"/>
                </a:cubicBezTo>
                <a:lnTo>
                  <a:pt x="32027" y="27148"/>
                </a:lnTo>
                <a:lnTo>
                  <a:pt x="25429" y="24745"/>
                </a:lnTo>
                <a:close/>
                <a:moveTo>
                  <a:pt x="39659" y="26682"/>
                </a:moveTo>
                <a:lnTo>
                  <a:pt x="31517" y="49839"/>
                </a:lnTo>
                <a:lnTo>
                  <a:pt x="24861" y="47509"/>
                </a:lnTo>
                <a:lnTo>
                  <a:pt x="27017" y="41363"/>
                </a:lnTo>
                <a:cubicBezTo>
                  <a:pt x="24628" y="43242"/>
                  <a:pt x="22080" y="44378"/>
                  <a:pt x="19400" y="44771"/>
                </a:cubicBezTo>
                <a:cubicBezTo>
                  <a:pt x="16720" y="45179"/>
                  <a:pt x="13705" y="44771"/>
                  <a:pt x="10472" y="43577"/>
                </a:cubicBezTo>
                <a:cubicBezTo>
                  <a:pt x="6306" y="42106"/>
                  <a:pt x="3408" y="39775"/>
                  <a:pt x="1762" y="36586"/>
                </a:cubicBezTo>
                <a:cubicBezTo>
                  <a:pt x="175" y="33396"/>
                  <a:pt x="0" y="29872"/>
                  <a:pt x="1427" y="25939"/>
                </a:cubicBezTo>
                <a:cubicBezTo>
                  <a:pt x="3015" y="21395"/>
                  <a:pt x="5738" y="18497"/>
                  <a:pt x="9612" y="17244"/>
                </a:cubicBezTo>
                <a:cubicBezTo>
                  <a:pt x="13487" y="15992"/>
                  <a:pt x="18482" y="16443"/>
                  <a:pt x="24512" y="18613"/>
                </a:cubicBezTo>
                <a:lnTo>
                  <a:pt x="33848" y="21905"/>
                </a:lnTo>
                <a:lnTo>
                  <a:pt x="34139" y="21220"/>
                </a:lnTo>
                <a:cubicBezTo>
                  <a:pt x="35217" y="18147"/>
                  <a:pt x="35042" y="15424"/>
                  <a:pt x="33615" y="13035"/>
                </a:cubicBezTo>
                <a:cubicBezTo>
                  <a:pt x="32202" y="10647"/>
                  <a:pt x="29639" y="8826"/>
                  <a:pt x="25997" y="7573"/>
                </a:cubicBezTo>
                <a:cubicBezTo>
                  <a:pt x="23667" y="6714"/>
                  <a:pt x="21337" y="6204"/>
                  <a:pt x="18948" y="5971"/>
                </a:cubicBezTo>
                <a:cubicBezTo>
                  <a:pt x="16560" y="5753"/>
                  <a:pt x="14113" y="5869"/>
                  <a:pt x="11724" y="6263"/>
                </a:cubicBezTo>
                <a:lnTo>
                  <a:pt x="13880" y="58"/>
                </a:lnTo>
                <a:cubicBezTo>
                  <a:pt x="16662" y="0"/>
                  <a:pt x="19283" y="117"/>
                  <a:pt x="21730" y="451"/>
                </a:cubicBezTo>
                <a:cubicBezTo>
                  <a:pt x="24177" y="801"/>
                  <a:pt x="26507" y="1369"/>
                  <a:pt x="28677" y="2170"/>
                </a:cubicBezTo>
                <a:cubicBezTo>
                  <a:pt x="34532" y="4209"/>
                  <a:pt x="38406" y="7282"/>
                  <a:pt x="40227" y="11331"/>
                </a:cubicBezTo>
                <a:cubicBezTo>
                  <a:pt x="42047" y="15424"/>
                  <a:pt x="41873" y="20536"/>
                  <a:pt x="39659" y="26682"/>
                </a:cubicBezTo>
                <a:close/>
                <a:moveTo>
                  <a:pt x="39659" y="266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08604-376E-4C83-83AE-1BBDBD62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688" y="2737563"/>
            <a:ext cx="41086" cy="46533"/>
          </a:xfrm>
          <a:custGeom xmlns:a="http://schemas.openxmlformats.org/drawingml/2006/main">
            <a:pathLst>
              <a:path w="41086" h="46533">
                <a:moveTo>
                  <a:pt x="41086" y="8870"/>
                </a:moveTo>
                <a:lnTo>
                  <a:pt x="38858" y="15132"/>
                </a:lnTo>
                <a:cubicBezTo>
                  <a:pt x="37387" y="13428"/>
                  <a:pt x="35726" y="11943"/>
                  <a:pt x="34022" y="10749"/>
                </a:cubicBezTo>
                <a:cubicBezTo>
                  <a:pt x="32318" y="9554"/>
                  <a:pt x="30498" y="8651"/>
                  <a:pt x="28561" y="7967"/>
                </a:cubicBezTo>
                <a:cubicBezTo>
                  <a:pt x="24235" y="6423"/>
                  <a:pt x="20434" y="6598"/>
                  <a:pt x="17011" y="8535"/>
                </a:cubicBezTo>
                <a:cubicBezTo>
                  <a:pt x="13720" y="10414"/>
                  <a:pt x="11156" y="13822"/>
                  <a:pt x="9394" y="18774"/>
                </a:cubicBezTo>
                <a:cubicBezTo>
                  <a:pt x="7632" y="23725"/>
                  <a:pt x="7457" y="27993"/>
                  <a:pt x="8884" y="31576"/>
                </a:cubicBezTo>
                <a:cubicBezTo>
                  <a:pt x="10297" y="35158"/>
                  <a:pt x="13195" y="37722"/>
                  <a:pt x="17521" y="39251"/>
                </a:cubicBezTo>
                <a:cubicBezTo>
                  <a:pt x="19458" y="39936"/>
                  <a:pt x="21453" y="40343"/>
                  <a:pt x="23551" y="40504"/>
                </a:cubicBezTo>
                <a:cubicBezTo>
                  <a:pt x="25604" y="40678"/>
                  <a:pt x="27760" y="40562"/>
                  <a:pt x="30046" y="40169"/>
                </a:cubicBezTo>
                <a:lnTo>
                  <a:pt x="27818" y="46315"/>
                </a:lnTo>
                <a:cubicBezTo>
                  <a:pt x="25662" y="46533"/>
                  <a:pt x="23507" y="46475"/>
                  <a:pt x="21395" y="46257"/>
                </a:cubicBezTo>
                <a:cubicBezTo>
                  <a:pt x="19240" y="45965"/>
                  <a:pt x="17011" y="45455"/>
                  <a:pt x="14797" y="44654"/>
                </a:cubicBezTo>
                <a:cubicBezTo>
                  <a:pt x="8710" y="42499"/>
                  <a:pt x="4500" y="38858"/>
                  <a:pt x="2272" y="33731"/>
                </a:cubicBezTo>
                <a:cubicBezTo>
                  <a:pt x="0" y="28619"/>
                  <a:pt x="58" y="22808"/>
                  <a:pt x="2389" y="16327"/>
                </a:cubicBezTo>
                <a:cubicBezTo>
                  <a:pt x="4719" y="9671"/>
                  <a:pt x="8360" y="5127"/>
                  <a:pt x="13312" y="2622"/>
                </a:cubicBezTo>
                <a:cubicBezTo>
                  <a:pt x="18322" y="117"/>
                  <a:pt x="23958" y="0"/>
                  <a:pt x="30265" y="2214"/>
                </a:cubicBezTo>
                <a:cubicBezTo>
                  <a:pt x="32318" y="2957"/>
                  <a:pt x="34255" y="3874"/>
                  <a:pt x="36076" y="5010"/>
                </a:cubicBezTo>
                <a:cubicBezTo>
                  <a:pt x="37838" y="6088"/>
                  <a:pt x="39542" y="7399"/>
                  <a:pt x="41086" y="8870"/>
                </a:cubicBezTo>
                <a:close/>
                <a:moveTo>
                  <a:pt x="41086" y="88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D028C-1A6B-47CE-9364-1E61F92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109" y="2737447"/>
            <a:ext cx="32085" cy="59277"/>
          </a:xfrm>
          <a:custGeom xmlns:a="http://schemas.openxmlformats.org/drawingml/2006/main">
            <a:pathLst>
              <a:path w="32085" h="59277">
                <a:moveTo>
                  <a:pt x="22473" y="2330"/>
                </a:moveTo>
                <a:lnTo>
                  <a:pt x="18380" y="13880"/>
                </a:lnTo>
                <a:lnTo>
                  <a:pt x="32085" y="18715"/>
                </a:lnTo>
                <a:lnTo>
                  <a:pt x="30265" y="23900"/>
                </a:lnTo>
                <a:lnTo>
                  <a:pt x="16560" y="19065"/>
                </a:lnTo>
                <a:lnTo>
                  <a:pt x="8768" y="41072"/>
                </a:lnTo>
                <a:cubicBezTo>
                  <a:pt x="7617" y="44378"/>
                  <a:pt x="7282" y="46650"/>
                  <a:pt x="7850" y="47902"/>
                </a:cubicBezTo>
                <a:cubicBezTo>
                  <a:pt x="8418" y="49155"/>
                  <a:pt x="10122" y="50291"/>
                  <a:pt x="12919" y="51267"/>
                </a:cubicBezTo>
                <a:lnTo>
                  <a:pt x="19735" y="53713"/>
                </a:lnTo>
                <a:lnTo>
                  <a:pt x="17754" y="59277"/>
                </a:lnTo>
                <a:lnTo>
                  <a:pt x="10923" y="56845"/>
                </a:lnTo>
                <a:cubicBezTo>
                  <a:pt x="5797" y="55024"/>
                  <a:pt x="2563" y="52796"/>
                  <a:pt x="1311" y="50233"/>
                </a:cubicBezTo>
                <a:cubicBezTo>
                  <a:pt x="0" y="47626"/>
                  <a:pt x="291" y="43751"/>
                  <a:pt x="2054" y="38683"/>
                </a:cubicBezTo>
                <a:lnTo>
                  <a:pt x="9846" y="16676"/>
                </a:lnTo>
                <a:lnTo>
                  <a:pt x="4952" y="14972"/>
                </a:lnTo>
                <a:lnTo>
                  <a:pt x="6772" y="9787"/>
                </a:lnTo>
                <a:lnTo>
                  <a:pt x="11666" y="11491"/>
                </a:lnTo>
                <a:lnTo>
                  <a:pt x="15759" y="0"/>
                </a:lnTo>
                <a:lnTo>
                  <a:pt x="22473" y="2330"/>
                </a:lnTo>
                <a:close/>
                <a:moveTo>
                  <a:pt x="22473" y="23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D35F0-D12E-4D3F-BD23-69EEF988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16" y="2743477"/>
            <a:ext cx="26580" cy="58665"/>
          </a:xfrm>
          <a:custGeom xmlns:a="http://schemas.openxmlformats.org/drawingml/2006/main">
            <a:pathLst>
              <a:path w="26580" h="58665">
                <a:moveTo>
                  <a:pt x="14346" y="15759"/>
                </a:moveTo>
                <a:lnTo>
                  <a:pt x="21002" y="18147"/>
                </a:lnTo>
                <a:lnTo>
                  <a:pt x="6714" y="58665"/>
                </a:lnTo>
                <a:lnTo>
                  <a:pt x="0" y="56321"/>
                </a:lnTo>
                <a:lnTo>
                  <a:pt x="14346" y="15759"/>
                </a:lnTo>
                <a:close/>
                <a:moveTo>
                  <a:pt x="19924" y="0"/>
                </a:moveTo>
                <a:lnTo>
                  <a:pt x="26580" y="2330"/>
                </a:lnTo>
                <a:lnTo>
                  <a:pt x="23609" y="10807"/>
                </a:lnTo>
                <a:lnTo>
                  <a:pt x="16953" y="8418"/>
                </a:lnTo>
                <a:lnTo>
                  <a:pt x="19924" y="0"/>
                </a:lnTo>
                <a:close/>
                <a:moveTo>
                  <a:pt x="1992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616F7-F804-4540-82A5-2948FD4D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79" y="2764872"/>
            <a:ext cx="39484" cy="49097"/>
          </a:xfrm>
          <a:custGeom xmlns:a="http://schemas.openxmlformats.org/drawingml/2006/main">
            <a:pathLst>
              <a:path w="39484" h="49097">
                <a:moveTo>
                  <a:pt x="0" y="0"/>
                </a:moveTo>
                <a:lnTo>
                  <a:pt x="7107" y="2447"/>
                </a:lnTo>
                <a:lnTo>
                  <a:pt x="7734" y="40970"/>
                </a:lnTo>
                <a:lnTo>
                  <a:pt x="32420" y="11433"/>
                </a:lnTo>
                <a:lnTo>
                  <a:pt x="39484" y="13938"/>
                </a:lnTo>
                <a:lnTo>
                  <a:pt x="9947" y="49097"/>
                </a:lnTo>
                <a:lnTo>
                  <a:pt x="903" y="4590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00A84-B09E-4F7D-838A-00748D2C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15" y="2784898"/>
            <a:ext cx="42776" cy="47509"/>
          </a:xfrm>
          <a:custGeom xmlns:a="http://schemas.openxmlformats.org/drawingml/2006/main">
            <a:pathLst>
              <a:path w="42776" h="47509">
                <a:moveTo>
                  <a:pt x="40562" y="27993"/>
                </a:moveTo>
                <a:lnTo>
                  <a:pt x="39426" y="31284"/>
                </a:lnTo>
                <a:lnTo>
                  <a:pt x="8753" y="20419"/>
                </a:lnTo>
                <a:cubicBezTo>
                  <a:pt x="7457" y="25153"/>
                  <a:pt x="7617" y="29129"/>
                  <a:pt x="9219" y="32377"/>
                </a:cubicBezTo>
                <a:cubicBezTo>
                  <a:pt x="10865" y="35668"/>
                  <a:pt x="13880" y="38057"/>
                  <a:pt x="18264" y="39659"/>
                </a:cubicBezTo>
                <a:cubicBezTo>
                  <a:pt x="20827" y="40562"/>
                  <a:pt x="23434" y="41130"/>
                  <a:pt x="26056" y="41363"/>
                </a:cubicBezTo>
                <a:cubicBezTo>
                  <a:pt x="28677" y="41581"/>
                  <a:pt x="31401" y="41479"/>
                  <a:pt x="34197" y="41013"/>
                </a:cubicBezTo>
                <a:lnTo>
                  <a:pt x="31969" y="47334"/>
                </a:lnTo>
                <a:cubicBezTo>
                  <a:pt x="29245" y="47509"/>
                  <a:pt x="26507" y="47393"/>
                  <a:pt x="23784" y="47043"/>
                </a:cubicBezTo>
                <a:cubicBezTo>
                  <a:pt x="21104" y="46708"/>
                  <a:pt x="18482" y="46082"/>
                  <a:pt x="15875" y="45179"/>
                </a:cubicBezTo>
                <a:cubicBezTo>
                  <a:pt x="9438" y="42892"/>
                  <a:pt x="4952" y="39193"/>
                  <a:pt x="2505" y="34081"/>
                </a:cubicBezTo>
                <a:cubicBezTo>
                  <a:pt x="58" y="28954"/>
                  <a:pt x="0" y="23216"/>
                  <a:pt x="2214" y="16778"/>
                </a:cubicBezTo>
                <a:cubicBezTo>
                  <a:pt x="4602" y="10122"/>
                  <a:pt x="8243" y="5520"/>
                  <a:pt x="13195" y="2898"/>
                </a:cubicBezTo>
                <a:cubicBezTo>
                  <a:pt x="18147" y="291"/>
                  <a:pt x="23667" y="0"/>
                  <a:pt x="29755" y="2156"/>
                </a:cubicBezTo>
                <a:cubicBezTo>
                  <a:pt x="35217" y="4093"/>
                  <a:pt x="38916" y="7399"/>
                  <a:pt x="40853" y="12001"/>
                </a:cubicBezTo>
                <a:cubicBezTo>
                  <a:pt x="42776" y="16676"/>
                  <a:pt x="42674" y="21963"/>
                  <a:pt x="40562" y="27993"/>
                </a:cubicBezTo>
                <a:close/>
                <a:moveTo>
                  <a:pt x="34590" y="23725"/>
                </a:moveTo>
                <a:cubicBezTo>
                  <a:pt x="35843" y="20026"/>
                  <a:pt x="35843" y="16778"/>
                  <a:pt x="34590" y="13880"/>
                </a:cubicBezTo>
                <a:cubicBezTo>
                  <a:pt x="33396" y="11040"/>
                  <a:pt x="31124" y="8986"/>
                  <a:pt x="27876" y="7850"/>
                </a:cubicBezTo>
                <a:cubicBezTo>
                  <a:pt x="24119" y="6539"/>
                  <a:pt x="20769" y="6539"/>
                  <a:pt x="17812" y="7850"/>
                </a:cubicBezTo>
                <a:cubicBezTo>
                  <a:pt x="14841" y="9161"/>
                  <a:pt x="12511" y="11666"/>
                  <a:pt x="10807" y="15365"/>
                </a:cubicBezTo>
                <a:lnTo>
                  <a:pt x="34590" y="23725"/>
                </a:lnTo>
                <a:close/>
                <a:moveTo>
                  <a:pt x="34590" y="23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25103-02BE-4952-89D0-ED24E4E6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733" y="2787286"/>
            <a:ext cx="52184" cy="60704"/>
          </a:xfrm>
          <a:custGeom xmlns:a="http://schemas.openxmlformats.org/drawingml/2006/main">
            <a:pathLst>
              <a:path w="52184" h="60704">
                <a:moveTo>
                  <a:pt x="52184" y="10690"/>
                </a:moveTo>
                <a:lnTo>
                  <a:pt x="49679" y="17812"/>
                </a:lnTo>
                <a:cubicBezTo>
                  <a:pt x="47393" y="15526"/>
                  <a:pt x="45120" y="13603"/>
                  <a:pt x="42848" y="12059"/>
                </a:cubicBezTo>
                <a:cubicBezTo>
                  <a:pt x="40635" y="10588"/>
                  <a:pt x="38348" y="9394"/>
                  <a:pt x="36076" y="8593"/>
                </a:cubicBezTo>
                <a:cubicBezTo>
                  <a:pt x="32100" y="7166"/>
                  <a:pt x="28736" y="6889"/>
                  <a:pt x="26070" y="7632"/>
                </a:cubicBezTo>
                <a:cubicBezTo>
                  <a:pt x="23332" y="8418"/>
                  <a:pt x="21453" y="10239"/>
                  <a:pt x="20492" y="13079"/>
                </a:cubicBezTo>
                <a:cubicBezTo>
                  <a:pt x="19633" y="15482"/>
                  <a:pt x="19691" y="17521"/>
                  <a:pt x="20711" y="19283"/>
                </a:cubicBezTo>
                <a:cubicBezTo>
                  <a:pt x="21745" y="20987"/>
                  <a:pt x="24075" y="22924"/>
                  <a:pt x="27833" y="25094"/>
                </a:cubicBezTo>
                <a:lnTo>
                  <a:pt x="31925" y="27541"/>
                </a:lnTo>
                <a:cubicBezTo>
                  <a:pt x="37037" y="30556"/>
                  <a:pt x="40402" y="33789"/>
                  <a:pt x="42047" y="37329"/>
                </a:cubicBezTo>
                <a:cubicBezTo>
                  <a:pt x="43751" y="40853"/>
                  <a:pt x="43810" y="44829"/>
                  <a:pt x="42222" y="49213"/>
                </a:cubicBezTo>
                <a:cubicBezTo>
                  <a:pt x="40402" y="54442"/>
                  <a:pt x="37212" y="57806"/>
                  <a:pt x="32770" y="59277"/>
                </a:cubicBezTo>
                <a:cubicBezTo>
                  <a:pt x="28284" y="60704"/>
                  <a:pt x="22706" y="60253"/>
                  <a:pt x="15875" y="57864"/>
                </a:cubicBezTo>
                <a:cubicBezTo>
                  <a:pt x="13326" y="56947"/>
                  <a:pt x="10705" y="55694"/>
                  <a:pt x="8025" y="54107"/>
                </a:cubicBezTo>
                <a:cubicBezTo>
                  <a:pt x="5360" y="52519"/>
                  <a:pt x="2680" y="50582"/>
                  <a:pt x="0" y="48354"/>
                </a:cubicBezTo>
                <a:lnTo>
                  <a:pt x="2622" y="40853"/>
                </a:lnTo>
                <a:cubicBezTo>
                  <a:pt x="5010" y="43577"/>
                  <a:pt x="7515" y="45849"/>
                  <a:pt x="10020" y="47684"/>
                </a:cubicBezTo>
                <a:cubicBezTo>
                  <a:pt x="12584" y="49548"/>
                  <a:pt x="15249" y="50975"/>
                  <a:pt x="17987" y="51937"/>
                </a:cubicBezTo>
                <a:cubicBezTo>
                  <a:pt x="22196" y="53422"/>
                  <a:pt x="25662" y="53713"/>
                  <a:pt x="28517" y="52912"/>
                </a:cubicBezTo>
                <a:cubicBezTo>
                  <a:pt x="31357" y="52053"/>
                  <a:pt x="33352" y="50116"/>
                  <a:pt x="34430" y="47058"/>
                </a:cubicBezTo>
                <a:cubicBezTo>
                  <a:pt x="35333" y="44378"/>
                  <a:pt x="35275" y="42047"/>
                  <a:pt x="34197" y="39994"/>
                </a:cubicBezTo>
                <a:cubicBezTo>
                  <a:pt x="33061" y="37897"/>
                  <a:pt x="30789" y="35843"/>
                  <a:pt x="27366" y="33731"/>
                </a:cubicBezTo>
                <a:lnTo>
                  <a:pt x="23216" y="31284"/>
                </a:lnTo>
                <a:cubicBezTo>
                  <a:pt x="18104" y="28328"/>
                  <a:pt x="14797" y="25211"/>
                  <a:pt x="13152" y="22021"/>
                </a:cubicBezTo>
                <a:cubicBezTo>
                  <a:pt x="11550" y="18832"/>
                  <a:pt x="11448" y="15191"/>
                  <a:pt x="12919" y="11098"/>
                </a:cubicBezTo>
                <a:cubicBezTo>
                  <a:pt x="14623" y="6321"/>
                  <a:pt x="17637" y="3131"/>
                  <a:pt x="21963" y="1544"/>
                </a:cubicBezTo>
                <a:cubicBezTo>
                  <a:pt x="26289" y="0"/>
                  <a:pt x="31415" y="291"/>
                  <a:pt x="37329" y="2330"/>
                </a:cubicBezTo>
                <a:cubicBezTo>
                  <a:pt x="39892" y="3248"/>
                  <a:pt x="42397" y="4384"/>
                  <a:pt x="44844" y="5797"/>
                </a:cubicBezTo>
                <a:cubicBezTo>
                  <a:pt x="47334" y="7166"/>
                  <a:pt x="49781" y="8826"/>
                  <a:pt x="52184" y="10690"/>
                </a:cubicBezTo>
                <a:close/>
                <a:moveTo>
                  <a:pt x="52184" y="106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88298-1366-44FA-8EB7-ABED46BF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591" y="2798894"/>
            <a:ext cx="44887" cy="68380"/>
          </a:xfrm>
          <a:custGeom xmlns:a="http://schemas.openxmlformats.org/drawingml/2006/main">
            <a:pathLst>
              <a:path w="44887" h="68380">
                <a:moveTo>
                  <a:pt x="42601" y="43868"/>
                </a:moveTo>
                <a:lnTo>
                  <a:pt x="33964" y="68380"/>
                </a:lnTo>
                <a:lnTo>
                  <a:pt x="27308" y="65991"/>
                </a:lnTo>
                <a:lnTo>
                  <a:pt x="35843" y="41756"/>
                </a:lnTo>
                <a:cubicBezTo>
                  <a:pt x="37197" y="37882"/>
                  <a:pt x="37489" y="34765"/>
                  <a:pt x="36629" y="32377"/>
                </a:cubicBezTo>
                <a:cubicBezTo>
                  <a:pt x="35843" y="29930"/>
                  <a:pt x="33906" y="28168"/>
                  <a:pt x="30949" y="27075"/>
                </a:cubicBezTo>
                <a:cubicBezTo>
                  <a:pt x="27366" y="25823"/>
                  <a:pt x="24119" y="25997"/>
                  <a:pt x="21220" y="27541"/>
                </a:cubicBezTo>
                <a:cubicBezTo>
                  <a:pt x="18307" y="29071"/>
                  <a:pt x="16152" y="31852"/>
                  <a:pt x="14783" y="35785"/>
                </a:cubicBezTo>
                <a:lnTo>
                  <a:pt x="6656" y="58709"/>
                </a:lnTo>
                <a:lnTo>
                  <a:pt x="0" y="56379"/>
                </a:lnTo>
                <a:lnTo>
                  <a:pt x="19910" y="0"/>
                </a:lnTo>
                <a:lnTo>
                  <a:pt x="26565" y="2389"/>
                </a:lnTo>
                <a:lnTo>
                  <a:pt x="18774" y="24468"/>
                </a:lnTo>
                <a:cubicBezTo>
                  <a:pt x="21220" y="22589"/>
                  <a:pt x="23769" y="21453"/>
                  <a:pt x="26332" y="20987"/>
                </a:cubicBezTo>
                <a:cubicBezTo>
                  <a:pt x="28954" y="20536"/>
                  <a:pt x="31634" y="20827"/>
                  <a:pt x="34474" y="21847"/>
                </a:cubicBezTo>
                <a:cubicBezTo>
                  <a:pt x="39135" y="23492"/>
                  <a:pt x="42149" y="26172"/>
                  <a:pt x="43518" y="29872"/>
                </a:cubicBezTo>
                <a:cubicBezTo>
                  <a:pt x="44887" y="33629"/>
                  <a:pt x="44596" y="38290"/>
                  <a:pt x="42601" y="43868"/>
                </a:cubicBezTo>
                <a:close/>
                <a:moveTo>
                  <a:pt x="42601" y="438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4B34C-AE7A-482B-ACE0-F9070075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086" y="2833310"/>
            <a:ext cx="41989" cy="49839"/>
          </a:xfrm>
          <a:custGeom xmlns:a="http://schemas.openxmlformats.org/drawingml/2006/main">
            <a:pathLst>
              <a:path w="41989" h="49839">
                <a:moveTo>
                  <a:pt x="25386" y="24745"/>
                </a:moveTo>
                <a:cubicBezTo>
                  <a:pt x="19968" y="22881"/>
                  <a:pt x="16050" y="22196"/>
                  <a:pt x="13545" y="22648"/>
                </a:cubicBezTo>
                <a:cubicBezTo>
                  <a:pt x="11040" y="23157"/>
                  <a:pt x="9219" y="24861"/>
                  <a:pt x="8200" y="27876"/>
                </a:cubicBezTo>
                <a:cubicBezTo>
                  <a:pt x="7340" y="30207"/>
                  <a:pt x="7457" y="32377"/>
                  <a:pt x="8535" y="34314"/>
                </a:cubicBezTo>
                <a:cubicBezTo>
                  <a:pt x="9627" y="36236"/>
                  <a:pt x="11491" y="37722"/>
                  <a:pt x="14171" y="38639"/>
                </a:cubicBezTo>
                <a:cubicBezTo>
                  <a:pt x="17871" y="39936"/>
                  <a:pt x="21279" y="39659"/>
                  <a:pt x="24468" y="37838"/>
                </a:cubicBezTo>
                <a:cubicBezTo>
                  <a:pt x="27600" y="36018"/>
                  <a:pt x="29930" y="32945"/>
                  <a:pt x="31474" y="28619"/>
                </a:cubicBezTo>
                <a:lnTo>
                  <a:pt x="31983" y="27148"/>
                </a:lnTo>
                <a:lnTo>
                  <a:pt x="25386" y="24745"/>
                </a:lnTo>
                <a:close/>
                <a:moveTo>
                  <a:pt x="39659" y="26682"/>
                </a:moveTo>
                <a:lnTo>
                  <a:pt x="31474" y="49839"/>
                </a:lnTo>
                <a:lnTo>
                  <a:pt x="24803" y="47509"/>
                </a:lnTo>
                <a:lnTo>
                  <a:pt x="26973" y="41363"/>
                </a:lnTo>
                <a:cubicBezTo>
                  <a:pt x="24585" y="43242"/>
                  <a:pt x="22021" y="44436"/>
                  <a:pt x="19356" y="44771"/>
                </a:cubicBezTo>
                <a:cubicBezTo>
                  <a:pt x="16676" y="45179"/>
                  <a:pt x="13720" y="44771"/>
                  <a:pt x="10414" y="43577"/>
                </a:cubicBezTo>
                <a:cubicBezTo>
                  <a:pt x="6263" y="42106"/>
                  <a:pt x="3364" y="39775"/>
                  <a:pt x="1719" y="36586"/>
                </a:cubicBezTo>
                <a:cubicBezTo>
                  <a:pt x="117" y="33396"/>
                  <a:pt x="0" y="29872"/>
                  <a:pt x="1369" y="25939"/>
                </a:cubicBezTo>
                <a:cubicBezTo>
                  <a:pt x="2957" y="21395"/>
                  <a:pt x="5753" y="18497"/>
                  <a:pt x="9627" y="17244"/>
                </a:cubicBezTo>
                <a:cubicBezTo>
                  <a:pt x="13487" y="15992"/>
                  <a:pt x="18439" y="16443"/>
                  <a:pt x="24468" y="18613"/>
                </a:cubicBezTo>
                <a:lnTo>
                  <a:pt x="33862" y="21905"/>
                </a:lnTo>
                <a:lnTo>
                  <a:pt x="34081" y="21220"/>
                </a:lnTo>
                <a:cubicBezTo>
                  <a:pt x="35158" y="18147"/>
                  <a:pt x="34998" y="15424"/>
                  <a:pt x="33571" y="13035"/>
                </a:cubicBezTo>
                <a:cubicBezTo>
                  <a:pt x="32144" y="10647"/>
                  <a:pt x="29595" y="8826"/>
                  <a:pt x="25954" y="7573"/>
                </a:cubicBezTo>
                <a:cubicBezTo>
                  <a:pt x="23667" y="6714"/>
                  <a:pt x="21279" y="6204"/>
                  <a:pt x="18890" y="5971"/>
                </a:cubicBezTo>
                <a:cubicBezTo>
                  <a:pt x="16501" y="5753"/>
                  <a:pt x="14113" y="5869"/>
                  <a:pt x="11666" y="6263"/>
                </a:cubicBezTo>
                <a:lnTo>
                  <a:pt x="13836" y="58"/>
                </a:lnTo>
                <a:cubicBezTo>
                  <a:pt x="16618" y="0"/>
                  <a:pt x="19240" y="117"/>
                  <a:pt x="21686" y="451"/>
                </a:cubicBezTo>
                <a:cubicBezTo>
                  <a:pt x="24133" y="801"/>
                  <a:pt x="26463" y="1369"/>
                  <a:pt x="28619" y="2170"/>
                </a:cubicBezTo>
                <a:cubicBezTo>
                  <a:pt x="34532" y="4209"/>
                  <a:pt x="38348" y="7282"/>
                  <a:pt x="40169" y="11375"/>
                </a:cubicBezTo>
                <a:cubicBezTo>
                  <a:pt x="41989" y="15424"/>
                  <a:pt x="41814" y="20536"/>
                  <a:pt x="39659" y="26682"/>
                </a:cubicBezTo>
                <a:close/>
                <a:moveTo>
                  <a:pt x="39659" y="266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94CAD-A560-4357-B258-32427140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32" y="2847364"/>
            <a:ext cx="38232" cy="42892"/>
          </a:xfrm>
          <a:custGeom xmlns:a="http://schemas.openxmlformats.org/drawingml/2006/main">
            <a:pathLst>
              <a:path w="38232" h="42892">
                <a:moveTo>
                  <a:pt x="35843" y="14623"/>
                </a:moveTo>
                <a:cubicBezTo>
                  <a:pt x="35275" y="13938"/>
                  <a:pt x="34532" y="13312"/>
                  <a:pt x="33746" y="12802"/>
                </a:cubicBezTo>
                <a:cubicBezTo>
                  <a:pt x="32945" y="12292"/>
                  <a:pt x="32042" y="11841"/>
                  <a:pt x="30949" y="11433"/>
                </a:cubicBezTo>
                <a:cubicBezTo>
                  <a:pt x="27192" y="10122"/>
                  <a:pt x="23842" y="10355"/>
                  <a:pt x="21002" y="12059"/>
                </a:cubicBezTo>
                <a:cubicBezTo>
                  <a:pt x="18104" y="13822"/>
                  <a:pt x="15817" y="16953"/>
                  <a:pt x="14229" y="21570"/>
                </a:cubicBezTo>
                <a:lnTo>
                  <a:pt x="6656" y="42892"/>
                </a:lnTo>
                <a:lnTo>
                  <a:pt x="0" y="40562"/>
                </a:lnTo>
                <a:lnTo>
                  <a:pt x="14288" y="0"/>
                </a:lnTo>
                <a:lnTo>
                  <a:pt x="21002" y="2389"/>
                </a:lnTo>
                <a:lnTo>
                  <a:pt x="18774" y="8651"/>
                </a:lnTo>
                <a:cubicBezTo>
                  <a:pt x="21060" y="6714"/>
                  <a:pt x="23507" y="5520"/>
                  <a:pt x="26172" y="5127"/>
                </a:cubicBezTo>
                <a:cubicBezTo>
                  <a:pt x="28852" y="4719"/>
                  <a:pt x="31809" y="5068"/>
                  <a:pt x="34998" y="6204"/>
                </a:cubicBezTo>
                <a:cubicBezTo>
                  <a:pt x="35450" y="6379"/>
                  <a:pt x="35959" y="6598"/>
                  <a:pt x="36469" y="6831"/>
                </a:cubicBezTo>
                <a:cubicBezTo>
                  <a:pt x="37037" y="7107"/>
                  <a:pt x="37605" y="7399"/>
                  <a:pt x="38232" y="7734"/>
                </a:cubicBezTo>
                <a:lnTo>
                  <a:pt x="35843" y="14623"/>
                </a:lnTo>
                <a:close/>
                <a:moveTo>
                  <a:pt x="35843" y="146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1558A-5BB9-484C-BF34-D98BE789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923" y="2860502"/>
            <a:ext cx="42848" cy="47509"/>
          </a:xfrm>
          <a:custGeom xmlns:a="http://schemas.openxmlformats.org/drawingml/2006/main">
            <a:pathLst>
              <a:path w="42848" h="47509">
                <a:moveTo>
                  <a:pt x="40620" y="27993"/>
                </a:moveTo>
                <a:lnTo>
                  <a:pt x="39426" y="31241"/>
                </a:lnTo>
                <a:lnTo>
                  <a:pt x="8826" y="20434"/>
                </a:lnTo>
                <a:cubicBezTo>
                  <a:pt x="7515" y="25094"/>
                  <a:pt x="7632" y="29129"/>
                  <a:pt x="9278" y="32377"/>
                </a:cubicBezTo>
                <a:cubicBezTo>
                  <a:pt x="10865" y="35683"/>
                  <a:pt x="13894" y="38071"/>
                  <a:pt x="18322" y="39659"/>
                </a:cubicBezTo>
                <a:cubicBezTo>
                  <a:pt x="20885" y="40518"/>
                  <a:pt x="23507" y="41086"/>
                  <a:pt x="26114" y="41305"/>
                </a:cubicBezTo>
                <a:cubicBezTo>
                  <a:pt x="28736" y="41538"/>
                  <a:pt x="31474" y="41421"/>
                  <a:pt x="34255" y="41028"/>
                </a:cubicBezTo>
                <a:lnTo>
                  <a:pt x="32042" y="47334"/>
                </a:lnTo>
                <a:cubicBezTo>
                  <a:pt x="29304" y="47509"/>
                  <a:pt x="26580" y="47393"/>
                  <a:pt x="23842" y="47058"/>
                </a:cubicBezTo>
                <a:cubicBezTo>
                  <a:pt x="21177" y="46708"/>
                  <a:pt x="18497" y="46082"/>
                  <a:pt x="15933" y="45179"/>
                </a:cubicBezTo>
                <a:cubicBezTo>
                  <a:pt x="9452" y="42848"/>
                  <a:pt x="5010" y="39149"/>
                  <a:pt x="2563" y="34081"/>
                </a:cubicBezTo>
                <a:cubicBezTo>
                  <a:pt x="117" y="28969"/>
                  <a:pt x="0" y="23216"/>
                  <a:pt x="2287" y="16793"/>
                </a:cubicBezTo>
                <a:cubicBezTo>
                  <a:pt x="4617" y="10137"/>
                  <a:pt x="8316" y="5520"/>
                  <a:pt x="13268" y="2913"/>
                </a:cubicBezTo>
                <a:cubicBezTo>
                  <a:pt x="18205" y="233"/>
                  <a:pt x="23725" y="0"/>
                  <a:pt x="29813" y="2170"/>
                </a:cubicBezTo>
                <a:cubicBezTo>
                  <a:pt x="35275" y="4107"/>
                  <a:pt x="38974" y="7340"/>
                  <a:pt x="40911" y="12016"/>
                </a:cubicBezTo>
                <a:cubicBezTo>
                  <a:pt x="42848" y="16618"/>
                  <a:pt x="42732" y="21963"/>
                  <a:pt x="40620" y="27993"/>
                </a:cubicBezTo>
                <a:close/>
                <a:moveTo>
                  <a:pt x="34649" y="23667"/>
                </a:moveTo>
                <a:cubicBezTo>
                  <a:pt x="35843" y="20026"/>
                  <a:pt x="35901" y="16793"/>
                  <a:pt x="34649" y="13894"/>
                </a:cubicBezTo>
                <a:cubicBezTo>
                  <a:pt x="33454" y="10982"/>
                  <a:pt x="31182" y="9001"/>
                  <a:pt x="27876" y="7850"/>
                </a:cubicBezTo>
                <a:cubicBezTo>
                  <a:pt x="24191" y="6496"/>
                  <a:pt x="20827" y="6496"/>
                  <a:pt x="17871" y="7850"/>
                </a:cubicBezTo>
                <a:cubicBezTo>
                  <a:pt x="14914" y="9161"/>
                  <a:pt x="12584" y="11666"/>
                  <a:pt x="10865" y="15365"/>
                </a:cubicBezTo>
                <a:lnTo>
                  <a:pt x="34649" y="23667"/>
                </a:lnTo>
                <a:close/>
                <a:moveTo>
                  <a:pt x="34649" y="236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0B7B0-99FB-4FF6-9E95-943E9103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655" y="2862890"/>
            <a:ext cx="52228" cy="60704"/>
          </a:xfrm>
          <a:custGeom xmlns:a="http://schemas.openxmlformats.org/drawingml/2006/main">
            <a:pathLst>
              <a:path w="52228" h="60704">
                <a:moveTo>
                  <a:pt x="52228" y="10705"/>
                </a:moveTo>
                <a:lnTo>
                  <a:pt x="49723" y="17812"/>
                </a:lnTo>
                <a:cubicBezTo>
                  <a:pt x="47393" y="15482"/>
                  <a:pt x="45120" y="13603"/>
                  <a:pt x="42892" y="12074"/>
                </a:cubicBezTo>
                <a:cubicBezTo>
                  <a:pt x="40678" y="10530"/>
                  <a:pt x="38406" y="9394"/>
                  <a:pt x="36120" y="8593"/>
                </a:cubicBezTo>
                <a:cubicBezTo>
                  <a:pt x="32144" y="7180"/>
                  <a:pt x="28794" y="6831"/>
                  <a:pt x="26056" y="7632"/>
                </a:cubicBezTo>
                <a:cubicBezTo>
                  <a:pt x="23376" y="8433"/>
                  <a:pt x="21512" y="10253"/>
                  <a:pt x="20478" y="13093"/>
                </a:cubicBezTo>
                <a:cubicBezTo>
                  <a:pt x="19691" y="15482"/>
                  <a:pt x="19735" y="17536"/>
                  <a:pt x="20769" y="19240"/>
                </a:cubicBezTo>
                <a:cubicBezTo>
                  <a:pt x="21730" y="21002"/>
                  <a:pt x="24119" y="22939"/>
                  <a:pt x="27876" y="25094"/>
                </a:cubicBezTo>
                <a:lnTo>
                  <a:pt x="31969" y="27541"/>
                </a:lnTo>
                <a:cubicBezTo>
                  <a:pt x="37037" y="30498"/>
                  <a:pt x="40445" y="33804"/>
                  <a:pt x="42106" y="37329"/>
                </a:cubicBezTo>
                <a:cubicBezTo>
                  <a:pt x="43751" y="40853"/>
                  <a:pt x="43810" y="44844"/>
                  <a:pt x="42266" y="49213"/>
                </a:cubicBezTo>
                <a:cubicBezTo>
                  <a:pt x="40445" y="54456"/>
                  <a:pt x="37270" y="57806"/>
                  <a:pt x="32770" y="59233"/>
                </a:cubicBezTo>
                <a:cubicBezTo>
                  <a:pt x="28328" y="60704"/>
                  <a:pt x="22706" y="60253"/>
                  <a:pt x="15933" y="57864"/>
                </a:cubicBezTo>
                <a:cubicBezTo>
                  <a:pt x="13370" y="56961"/>
                  <a:pt x="10749" y="55709"/>
                  <a:pt x="8083" y="54107"/>
                </a:cubicBezTo>
                <a:cubicBezTo>
                  <a:pt x="5403" y="52519"/>
                  <a:pt x="2738" y="50582"/>
                  <a:pt x="0" y="48368"/>
                </a:cubicBezTo>
                <a:lnTo>
                  <a:pt x="2680" y="40853"/>
                </a:lnTo>
                <a:cubicBezTo>
                  <a:pt x="5068" y="43533"/>
                  <a:pt x="7515" y="45805"/>
                  <a:pt x="10064" y="47684"/>
                </a:cubicBezTo>
                <a:cubicBezTo>
                  <a:pt x="12627" y="49563"/>
                  <a:pt x="15307" y="50932"/>
                  <a:pt x="18031" y="51893"/>
                </a:cubicBezTo>
                <a:cubicBezTo>
                  <a:pt x="22182" y="53378"/>
                  <a:pt x="25721" y="53713"/>
                  <a:pt x="28561" y="52854"/>
                </a:cubicBezTo>
                <a:cubicBezTo>
                  <a:pt x="31401" y="52009"/>
                  <a:pt x="33396" y="50072"/>
                  <a:pt x="34474" y="47058"/>
                </a:cubicBezTo>
                <a:cubicBezTo>
                  <a:pt x="35391" y="44378"/>
                  <a:pt x="35333" y="42047"/>
                  <a:pt x="34197" y="39950"/>
                </a:cubicBezTo>
                <a:cubicBezTo>
                  <a:pt x="33105" y="37897"/>
                  <a:pt x="30833" y="35785"/>
                  <a:pt x="27366" y="33746"/>
                </a:cubicBezTo>
                <a:lnTo>
                  <a:pt x="23216" y="31299"/>
                </a:lnTo>
                <a:cubicBezTo>
                  <a:pt x="18147" y="28284"/>
                  <a:pt x="14797" y="25211"/>
                  <a:pt x="13195" y="22021"/>
                </a:cubicBezTo>
                <a:cubicBezTo>
                  <a:pt x="11550" y="18832"/>
                  <a:pt x="11491" y="15191"/>
                  <a:pt x="12977" y="11040"/>
                </a:cubicBezTo>
                <a:cubicBezTo>
                  <a:pt x="14623" y="6263"/>
                  <a:pt x="17637" y="3131"/>
                  <a:pt x="22021" y="1544"/>
                </a:cubicBezTo>
                <a:cubicBezTo>
                  <a:pt x="26347" y="0"/>
                  <a:pt x="31459" y="233"/>
                  <a:pt x="37372" y="2345"/>
                </a:cubicBezTo>
                <a:cubicBezTo>
                  <a:pt x="39936" y="3248"/>
                  <a:pt x="42441" y="4384"/>
                  <a:pt x="44887" y="5753"/>
                </a:cubicBezTo>
                <a:cubicBezTo>
                  <a:pt x="47334" y="7180"/>
                  <a:pt x="49781" y="8826"/>
                  <a:pt x="52228" y="10705"/>
                </a:cubicBezTo>
                <a:close/>
                <a:moveTo>
                  <a:pt x="52228" y="107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A952E-4EAD-4579-9BB0-9AF86F35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9" y="2874498"/>
            <a:ext cx="44946" cy="68336"/>
          </a:xfrm>
          <a:custGeom xmlns:a="http://schemas.openxmlformats.org/drawingml/2006/main">
            <a:pathLst>
              <a:path w="44946" h="68336">
                <a:moveTo>
                  <a:pt x="42674" y="43868"/>
                </a:moveTo>
                <a:lnTo>
                  <a:pt x="34022" y="68336"/>
                </a:lnTo>
                <a:lnTo>
                  <a:pt x="27308" y="66006"/>
                </a:lnTo>
                <a:lnTo>
                  <a:pt x="35901" y="41771"/>
                </a:lnTo>
                <a:cubicBezTo>
                  <a:pt x="37270" y="37897"/>
                  <a:pt x="37547" y="34765"/>
                  <a:pt x="36702" y="32318"/>
                </a:cubicBezTo>
                <a:cubicBezTo>
                  <a:pt x="35901" y="29872"/>
                  <a:pt x="33964" y="28168"/>
                  <a:pt x="31008" y="27090"/>
                </a:cubicBezTo>
                <a:cubicBezTo>
                  <a:pt x="27366" y="25837"/>
                  <a:pt x="24119" y="25954"/>
                  <a:pt x="21220" y="27541"/>
                </a:cubicBezTo>
                <a:cubicBezTo>
                  <a:pt x="18380" y="29071"/>
                  <a:pt x="16210" y="31867"/>
                  <a:pt x="14797" y="35785"/>
                </a:cubicBezTo>
                <a:lnTo>
                  <a:pt x="6714" y="58724"/>
                </a:lnTo>
                <a:lnTo>
                  <a:pt x="0" y="56335"/>
                </a:lnTo>
                <a:lnTo>
                  <a:pt x="19910" y="0"/>
                </a:lnTo>
                <a:lnTo>
                  <a:pt x="26624" y="2389"/>
                </a:lnTo>
                <a:lnTo>
                  <a:pt x="18832" y="24468"/>
                </a:lnTo>
                <a:cubicBezTo>
                  <a:pt x="21279" y="22589"/>
                  <a:pt x="23784" y="21453"/>
                  <a:pt x="26405" y="21002"/>
                </a:cubicBezTo>
                <a:cubicBezTo>
                  <a:pt x="28954" y="20536"/>
                  <a:pt x="31692" y="20827"/>
                  <a:pt x="34532" y="21847"/>
                </a:cubicBezTo>
                <a:cubicBezTo>
                  <a:pt x="39149" y="23449"/>
                  <a:pt x="42164" y="26172"/>
                  <a:pt x="43518" y="29872"/>
                </a:cubicBezTo>
                <a:cubicBezTo>
                  <a:pt x="44946" y="33629"/>
                  <a:pt x="44611" y="38290"/>
                  <a:pt x="42674" y="43868"/>
                </a:cubicBezTo>
                <a:close/>
                <a:moveTo>
                  <a:pt x="42674" y="438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8A07E-1F7E-46CE-AE96-6524A488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653" y="2909889"/>
            <a:ext cx="42790" cy="47451"/>
          </a:xfrm>
          <a:custGeom xmlns:a="http://schemas.openxmlformats.org/drawingml/2006/main">
            <a:pathLst>
              <a:path w="42790" h="47451">
                <a:moveTo>
                  <a:pt x="40562" y="27993"/>
                </a:moveTo>
                <a:lnTo>
                  <a:pt x="39426" y="31241"/>
                </a:lnTo>
                <a:lnTo>
                  <a:pt x="8768" y="20419"/>
                </a:lnTo>
                <a:cubicBezTo>
                  <a:pt x="7457" y="25094"/>
                  <a:pt x="7632" y="29071"/>
                  <a:pt x="9219" y="32377"/>
                </a:cubicBezTo>
                <a:cubicBezTo>
                  <a:pt x="10865" y="35610"/>
                  <a:pt x="13880" y="38057"/>
                  <a:pt x="18264" y="39601"/>
                </a:cubicBezTo>
                <a:cubicBezTo>
                  <a:pt x="20827" y="40504"/>
                  <a:pt x="23449" y="41072"/>
                  <a:pt x="26056" y="41305"/>
                </a:cubicBezTo>
                <a:cubicBezTo>
                  <a:pt x="28677" y="41538"/>
                  <a:pt x="31401" y="41421"/>
                  <a:pt x="34197" y="41013"/>
                </a:cubicBezTo>
                <a:lnTo>
                  <a:pt x="31969" y="47276"/>
                </a:lnTo>
                <a:cubicBezTo>
                  <a:pt x="29245" y="47451"/>
                  <a:pt x="26507" y="47393"/>
                  <a:pt x="23842" y="46999"/>
                </a:cubicBezTo>
                <a:cubicBezTo>
                  <a:pt x="21104" y="46650"/>
                  <a:pt x="18497" y="46023"/>
                  <a:pt x="15875" y="45120"/>
                </a:cubicBezTo>
                <a:cubicBezTo>
                  <a:pt x="9452" y="42834"/>
                  <a:pt x="4952" y="39149"/>
                  <a:pt x="2505" y="34022"/>
                </a:cubicBezTo>
                <a:cubicBezTo>
                  <a:pt x="58" y="28954"/>
                  <a:pt x="0" y="23157"/>
                  <a:pt x="2272" y="16720"/>
                </a:cubicBezTo>
                <a:cubicBezTo>
                  <a:pt x="4617" y="10122"/>
                  <a:pt x="8258" y="5462"/>
                  <a:pt x="13195" y="2840"/>
                </a:cubicBezTo>
                <a:cubicBezTo>
                  <a:pt x="18147" y="233"/>
                  <a:pt x="23667" y="0"/>
                  <a:pt x="29755" y="2112"/>
                </a:cubicBezTo>
                <a:cubicBezTo>
                  <a:pt x="35217" y="4034"/>
                  <a:pt x="38916" y="7340"/>
                  <a:pt x="40853" y="11943"/>
                </a:cubicBezTo>
                <a:cubicBezTo>
                  <a:pt x="42790" y="16618"/>
                  <a:pt x="42732" y="21963"/>
                  <a:pt x="40562" y="27993"/>
                </a:cubicBezTo>
                <a:close/>
                <a:moveTo>
                  <a:pt x="34590" y="23667"/>
                </a:moveTo>
                <a:cubicBezTo>
                  <a:pt x="35843" y="20026"/>
                  <a:pt x="35843" y="16720"/>
                  <a:pt x="34590" y="13880"/>
                </a:cubicBezTo>
                <a:cubicBezTo>
                  <a:pt x="33396" y="10982"/>
                  <a:pt x="31124" y="8928"/>
                  <a:pt x="27876" y="7792"/>
                </a:cubicBezTo>
                <a:cubicBezTo>
                  <a:pt x="24119" y="6481"/>
                  <a:pt x="20827" y="6481"/>
                  <a:pt x="17812" y="7792"/>
                </a:cubicBezTo>
                <a:cubicBezTo>
                  <a:pt x="14856" y="9103"/>
                  <a:pt x="12525" y="11608"/>
                  <a:pt x="10807" y="15307"/>
                </a:cubicBezTo>
                <a:lnTo>
                  <a:pt x="34590" y="23667"/>
                </a:lnTo>
                <a:close/>
                <a:moveTo>
                  <a:pt x="34590" y="236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09934-5AE4-4D4D-BDC0-3068448C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284" y="2925998"/>
            <a:ext cx="42776" cy="47494"/>
          </a:xfrm>
          <a:custGeom xmlns:a="http://schemas.openxmlformats.org/drawingml/2006/main">
            <a:pathLst>
              <a:path w="42776" h="47494">
                <a:moveTo>
                  <a:pt x="40562" y="27978"/>
                </a:moveTo>
                <a:lnTo>
                  <a:pt x="39426" y="31226"/>
                </a:lnTo>
                <a:lnTo>
                  <a:pt x="8768" y="20419"/>
                </a:lnTo>
                <a:cubicBezTo>
                  <a:pt x="7457" y="25080"/>
                  <a:pt x="7617" y="29071"/>
                  <a:pt x="9219" y="32362"/>
                </a:cubicBezTo>
                <a:cubicBezTo>
                  <a:pt x="10865" y="35668"/>
                  <a:pt x="13880" y="38057"/>
                  <a:pt x="18264" y="39586"/>
                </a:cubicBezTo>
                <a:cubicBezTo>
                  <a:pt x="20827" y="40504"/>
                  <a:pt x="23434" y="41072"/>
                  <a:pt x="26056" y="41290"/>
                </a:cubicBezTo>
                <a:cubicBezTo>
                  <a:pt x="28677" y="41523"/>
                  <a:pt x="31401" y="41407"/>
                  <a:pt x="34197" y="41013"/>
                </a:cubicBezTo>
                <a:lnTo>
                  <a:pt x="31969" y="47334"/>
                </a:lnTo>
                <a:cubicBezTo>
                  <a:pt x="29245" y="47494"/>
                  <a:pt x="26507" y="47378"/>
                  <a:pt x="23784" y="47043"/>
                </a:cubicBezTo>
                <a:cubicBezTo>
                  <a:pt x="21104" y="46708"/>
                  <a:pt x="18482" y="46023"/>
                  <a:pt x="15875" y="45106"/>
                </a:cubicBezTo>
                <a:cubicBezTo>
                  <a:pt x="9438" y="42834"/>
                  <a:pt x="4952" y="39135"/>
                  <a:pt x="2505" y="34066"/>
                </a:cubicBezTo>
                <a:cubicBezTo>
                  <a:pt x="58" y="28954"/>
                  <a:pt x="0" y="23201"/>
                  <a:pt x="2214" y="16778"/>
                </a:cubicBezTo>
                <a:cubicBezTo>
                  <a:pt x="4602" y="10122"/>
                  <a:pt x="8243" y="5505"/>
                  <a:pt x="13195" y="2898"/>
                </a:cubicBezTo>
                <a:cubicBezTo>
                  <a:pt x="18147" y="218"/>
                  <a:pt x="23667" y="0"/>
                  <a:pt x="29755" y="2156"/>
                </a:cubicBezTo>
                <a:cubicBezTo>
                  <a:pt x="35217" y="4093"/>
                  <a:pt x="38916" y="7326"/>
                  <a:pt x="40853" y="12001"/>
                </a:cubicBezTo>
                <a:cubicBezTo>
                  <a:pt x="42776" y="16603"/>
                  <a:pt x="42674" y="21949"/>
                  <a:pt x="40562" y="27978"/>
                </a:cubicBezTo>
                <a:close/>
                <a:moveTo>
                  <a:pt x="34590" y="23653"/>
                </a:moveTo>
                <a:cubicBezTo>
                  <a:pt x="35843" y="20011"/>
                  <a:pt x="35843" y="16778"/>
                  <a:pt x="34590" y="13880"/>
                </a:cubicBezTo>
                <a:cubicBezTo>
                  <a:pt x="33396" y="10967"/>
                  <a:pt x="31124" y="8986"/>
                  <a:pt x="27876" y="7792"/>
                </a:cubicBezTo>
                <a:cubicBezTo>
                  <a:pt x="24119" y="6481"/>
                  <a:pt x="20769" y="6481"/>
                  <a:pt x="17812" y="7792"/>
                </a:cubicBezTo>
                <a:cubicBezTo>
                  <a:pt x="14841" y="9088"/>
                  <a:pt x="12511" y="11593"/>
                  <a:pt x="10807" y="15293"/>
                </a:cubicBezTo>
                <a:lnTo>
                  <a:pt x="34590" y="23653"/>
                </a:lnTo>
                <a:close/>
                <a:moveTo>
                  <a:pt x="34590" y="236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28E69-3729-41D3-B679-556FF446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98" y="2927702"/>
            <a:ext cx="32085" cy="59277"/>
          </a:xfrm>
          <a:custGeom xmlns:a="http://schemas.openxmlformats.org/drawingml/2006/main">
            <a:pathLst>
              <a:path w="32085" h="59277">
                <a:moveTo>
                  <a:pt x="22415" y="2330"/>
                </a:moveTo>
                <a:lnTo>
                  <a:pt x="18366" y="13880"/>
                </a:lnTo>
                <a:lnTo>
                  <a:pt x="32085" y="18715"/>
                </a:lnTo>
                <a:lnTo>
                  <a:pt x="30265" y="23886"/>
                </a:lnTo>
                <a:lnTo>
                  <a:pt x="16487" y="19050"/>
                </a:lnTo>
                <a:lnTo>
                  <a:pt x="8753" y="41072"/>
                </a:lnTo>
                <a:cubicBezTo>
                  <a:pt x="7559" y="44378"/>
                  <a:pt x="7282" y="46650"/>
                  <a:pt x="7850" y="47902"/>
                </a:cubicBezTo>
                <a:cubicBezTo>
                  <a:pt x="8418" y="49155"/>
                  <a:pt x="10064" y="50291"/>
                  <a:pt x="12846" y="51252"/>
                </a:cubicBezTo>
                <a:lnTo>
                  <a:pt x="19676" y="53699"/>
                </a:lnTo>
                <a:lnTo>
                  <a:pt x="17739" y="59277"/>
                </a:lnTo>
                <a:lnTo>
                  <a:pt x="10923" y="56830"/>
                </a:lnTo>
                <a:cubicBezTo>
                  <a:pt x="5738" y="55010"/>
                  <a:pt x="2549" y="52796"/>
                  <a:pt x="1253" y="50233"/>
                </a:cubicBezTo>
                <a:cubicBezTo>
                  <a:pt x="0" y="47611"/>
                  <a:pt x="277" y="43751"/>
                  <a:pt x="2039" y="38683"/>
                </a:cubicBezTo>
                <a:lnTo>
                  <a:pt x="9831" y="16662"/>
                </a:lnTo>
                <a:lnTo>
                  <a:pt x="4937" y="14958"/>
                </a:lnTo>
                <a:lnTo>
                  <a:pt x="6772" y="9787"/>
                </a:lnTo>
                <a:lnTo>
                  <a:pt x="11652" y="11491"/>
                </a:lnTo>
                <a:lnTo>
                  <a:pt x="15700" y="0"/>
                </a:lnTo>
                <a:lnTo>
                  <a:pt x="22415" y="2330"/>
                </a:lnTo>
                <a:close/>
                <a:moveTo>
                  <a:pt x="22415" y="23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1D042-E107-480E-932C-8C434EB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382" y="2936120"/>
            <a:ext cx="35799" cy="65933"/>
          </a:xfrm>
          <a:custGeom xmlns:a="http://schemas.openxmlformats.org/drawingml/2006/main">
            <a:pathLst>
              <a:path w="35799" h="65933">
                <a:moveTo>
                  <a:pt x="19123" y="0"/>
                </a:moveTo>
                <a:lnTo>
                  <a:pt x="26405" y="2563"/>
                </a:lnTo>
                <a:lnTo>
                  <a:pt x="9511" y="50466"/>
                </a:lnTo>
                <a:lnTo>
                  <a:pt x="35799" y="59787"/>
                </a:lnTo>
                <a:lnTo>
                  <a:pt x="33629" y="65933"/>
                </a:lnTo>
                <a:lnTo>
                  <a:pt x="0" y="54048"/>
                </a:lnTo>
                <a:lnTo>
                  <a:pt x="19123" y="0"/>
                </a:lnTo>
                <a:close/>
                <a:moveTo>
                  <a:pt x="191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A444B-E69C-4EE3-99D3-D6CEC1B8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410" y="2948296"/>
            <a:ext cx="26565" cy="58709"/>
          </a:xfrm>
          <a:custGeom xmlns:a="http://schemas.openxmlformats.org/drawingml/2006/main">
            <a:pathLst>
              <a:path w="26565" h="58709">
                <a:moveTo>
                  <a:pt x="14331" y="15817"/>
                </a:moveTo>
                <a:lnTo>
                  <a:pt x="20987" y="18147"/>
                </a:lnTo>
                <a:lnTo>
                  <a:pt x="6656" y="58709"/>
                </a:lnTo>
                <a:lnTo>
                  <a:pt x="0" y="56379"/>
                </a:lnTo>
                <a:lnTo>
                  <a:pt x="14331" y="15817"/>
                </a:lnTo>
                <a:close/>
                <a:moveTo>
                  <a:pt x="19910" y="0"/>
                </a:moveTo>
                <a:lnTo>
                  <a:pt x="26565" y="2389"/>
                </a:lnTo>
                <a:lnTo>
                  <a:pt x="23609" y="10807"/>
                </a:lnTo>
                <a:lnTo>
                  <a:pt x="16953" y="8476"/>
                </a:lnTo>
                <a:lnTo>
                  <a:pt x="19910" y="0"/>
                </a:lnTo>
                <a:close/>
                <a:moveTo>
                  <a:pt x="199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EDF87-6106-4FD5-A2F7-4DA5AE1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24" y="2973492"/>
            <a:ext cx="50349" cy="61272"/>
          </a:xfrm>
          <a:custGeom xmlns:a="http://schemas.openxmlformats.org/drawingml/2006/main">
            <a:pathLst>
              <a:path w="50349" h="61272">
                <a:moveTo>
                  <a:pt x="36702" y="27133"/>
                </a:moveTo>
                <a:cubicBezTo>
                  <a:pt x="38406" y="22298"/>
                  <a:pt x="38756" y="18205"/>
                  <a:pt x="37664" y="14856"/>
                </a:cubicBezTo>
                <a:cubicBezTo>
                  <a:pt x="36644" y="11491"/>
                  <a:pt x="34314" y="9161"/>
                  <a:pt x="30731" y="7908"/>
                </a:cubicBezTo>
                <a:cubicBezTo>
                  <a:pt x="27148" y="6656"/>
                  <a:pt x="23900" y="7005"/>
                  <a:pt x="20944" y="8928"/>
                </a:cubicBezTo>
                <a:cubicBezTo>
                  <a:pt x="18045" y="10865"/>
                  <a:pt x="15715" y="14288"/>
                  <a:pt x="13996" y="19123"/>
                </a:cubicBezTo>
                <a:cubicBezTo>
                  <a:pt x="12292" y="23900"/>
                  <a:pt x="12016" y="27993"/>
                  <a:pt x="13035" y="31357"/>
                </a:cubicBezTo>
                <a:cubicBezTo>
                  <a:pt x="14113" y="34707"/>
                  <a:pt x="16385" y="37037"/>
                  <a:pt x="19968" y="38290"/>
                </a:cubicBezTo>
                <a:cubicBezTo>
                  <a:pt x="23565" y="39542"/>
                  <a:pt x="26857" y="39207"/>
                  <a:pt x="29755" y="37270"/>
                </a:cubicBezTo>
                <a:cubicBezTo>
                  <a:pt x="32712" y="35275"/>
                  <a:pt x="34998" y="31925"/>
                  <a:pt x="36702" y="27133"/>
                </a:cubicBezTo>
                <a:close/>
                <a:moveTo>
                  <a:pt x="37838" y="45179"/>
                </a:moveTo>
                <a:cubicBezTo>
                  <a:pt x="35391" y="52111"/>
                  <a:pt x="32042" y="56670"/>
                  <a:pt x="27774" y="58942"/>
                </a:cubicBezTo>
                <a:cubicBezTo>
                  <a:pt x="23507" y="61272"/>
                  <a:pt x="18205" y="61272"/>
                  <a:pt x="11899" y="59059"/>
                </a:cubicBezTo>
                <a:cubicBezTo>
                  <a:pt x="9569" y="58199"/>
                  <a:pt x="7399" y="57296"/>
                  <a:pt x="5462" y="56160"/>
                </a:cubicBezTo>
                <a:cubicBezTo>
                  <a:pt x="3539" y="55068"/>
                  <a:pt x="1719" y="53874"/>
                  <a:pt x="0" y="52461"/>
                </a:cubicBezTo>
                <a:lnTo>
                  <a:pt x="2287" y="45965"/>
                </a:lnTo>
                <a:cubicBezTo>
                  <a:pt x="3874" y="47742"/>
                  <a:pt x="5520" y="49155"/>
                  <a:pt x="7224" y="50349"/>
                </a:cubicBezTo>
                <a:cubicBezTo>
                  <a:pt x="9001" y="51543"/>
                  <a:pt x="10821" y="52461"/>
                  <a:pt x="12802" y="53204"/>
                </a:cubicBezTo>
                <a:cubicBezTo>
                  <a:pt x="17186" y="54733"/>
                  <a:pt x="20827" y="54733"/>
                  <a:pt x="23842" y="53204"/>
                </a:cubicBezTo>
                <a:cubicBezTo>
                  <a:pt x="26798" y="51718"/>
                  <a:pt x="29071" y="48645"/>
                  <a:pt x="30731" y="44043"/>
                </a:cubicBezTo>
                <a:lnTo>
                  <a:pt x="31925" y="40737"/>
                </a:lnTo>
                <a:cubicBezTo>
                  <a:pt x="29697" y="42615"/>
                  <a:pt x="27250" y="43810"/>
                  <a:pt x="24701" y="44203"/>
                </a:cubicBezTo>
                <a:cubicBezTo>
                  <a:pt x="22138" y="44669"/>
                  <a:pt x="19356" y="44319"/>
                  <a:pt x="16385" y="43300"/>
                </a:cubicBezTo>
                <a:cubicBezTo>
                  <a:pt x="11389" y="41538"/>
                  <a:pt x="8083" y="38232"/>
                  <a:pt x="6379" y="33338"/>
                </a:cubicBezTo>
                <a:cubicBezTo>
                  <a:pt x="4675" y="28503"/>
                  <a:pt x="4894" y="22924"/>
                  <a:pt x="7122" y="16676"/>
                </a:cubicBezTo>
                <a:cubicBezTo>
                  <a:pt x="9336" y="10414"/>
                  <a:pt x="12642" y="5913"/>
                  <a:pt x="17011" y="3190"/>
                </a:cubicBezTo>
                <a:cubicBezTo>
                  <a:pt x="21395" y="451"/>
                  <a:pt x="26056" y="0"/>
                  <a:pt x="31066" y="1762"/>
                </a:cubicBezTo>
                <a:cubicBezTo>
                  <a:pt x="34022" y="2796"/>
                  <a:pt x="36411" y="4326"/>
                  <a:pt x="38130" y="6263"/>
                </a:cubicBezTo>
                <a:cubicBezTo>
                  <a:pt x="39892" y="8200"/>
                  <a:pt x="41028" y="10588"/>
                  <a:pt x="41538" y="13487"/>
                </a:cubicBezTo>
                <a:lnTo>
                  <a:pt x="43693" y="7340"/>
                </a:lnTo>
                <a:lnTo>
                  <a:pt x="50349" y="9671"/>
                </a:lnTo>
                <a:lnTo>
                  <a:pt x="37838" y="45179"/>
                </a:lnTo>
                <a:close/>
                <a:moveTo>
                  <a:pt x="37838" y="451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C44CE-5985-40D8-9944-BE2191AB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29" y="2972123"/>
            <a:ext cx="44887" cy="68336"/>
          </a:xfrm>
          <a:custGeom xmlns:a="http://schemas.openxmlformats.org/drawingml/2006/main">
            <a:pathLst>
              <a:path w="44887" h="68336">
                <a:moveTo>
                  <a:pt x="42615" y="43868"/>
                </a:moveTo>
                <a:lnTo>
                  <a:pt x="33964" y="68336"/>
                </a:lnTo>
                <a:lnTo>
                  <a:pt x="27308" y="66006"/>
                </a:lnTo>
                <a:lnTo>
                  <a:pt x="35901" y="41771"/>
                </a:lnTo>
                <a:cubicBezTo>
                  <a:pt x="37256" y="37897"/>
                  <a:pt x="37489" y="34765"/>
                  <a:pt x="36688" y="32318"/>
                </a:cubicBezTo>
                <a:cubicBezTo>
                  <a:pt x="35843" y="29872"/>
                  <a:pt x="33964" y="28168"/>
                  <a:pt x="30949" y="27090"/>
                </a:cubicBezTo>
                <a:cubicBezTo>
                  <a:pt x="27366" y="25837"/>
                  <a:pt x="24119" y="25954"/>
                  <a:pt x="21220" y="27541"/>
                </a:cubicBezTo>
                <a:cubicBezTo>
                  <a:pt x="18322" y="29085"/>
                  <a:pt x="16210" y="31809"/>
                  <a:pt x="14783" y="35785"/>
                </a:cubicBezTo>
                <a:lnTo>
                  <a:pt x="6714" y="58724"/>
                </a:lnTo>
                <a:lnTo>
                  <a:pt x="0" y="56335"/>
                </a:lnTo>
                <a:lnTo>
                  <a:pt x="19910" y="0"/>
                </a:lnTo>
                <a:lnTo>
                  <a:pt x="26624" y="2403"/>
                </a:lnTo>
                <a:lnTo>
                  <a:pt x="18832" y="24468"/>
                </a:lnTo>
                <a:cubicBezTo>
                  <a:pt x="21279" y="22589"/>
                  <a:pt x="23784" y="21453"/>
                  <a:pt x="26332" y="21002"/>
                </a:cubicBezTo>
                <a:cubicBezTo>
                  <a:pt x="28954" y="20550"/>
                  <a:pt x="31692" y="20827"/>
                  <a:pt x="34474" y="21847"/>
                </a:cubicBezTo>
                <a:cubicBezTo>
                  <a:pt x="39135" y="23449"/>
                  <a:pt x="42149" y="26172"/>
                  <a:pt x="43518" y="29872"/>
                </a:cubicBezTo>
                <a:cubicBezTo>
                  <a:pt x="44887" y="33629"/>
                  <a:pt x="44596" y="38290"/>
                  <a:pt x="42615" y="43868"/>
                </a:cubicBezTo>
                <a:close/>
                <a:moveTo>
                  <a:pt x="42615" y="438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7B31A-39C0-4282-B194-20CB3124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668" y="2993067"/>
            <a:ext cx="32085" cy="59277"/>
          </a:xfrm>
          <a:custGeom xmlns:a="http://schemas.openxmlformats.org/drawingml/2006/main">
            <a:pathLst>
              <a:path w="32085" h="59277">
                <a:moveTo>
                  <a:pt x="22415" y="2389"/>
                </a:moveTo>
                <a:lnTo>
                  <a:pt x="18322" y="13880"/>
                </a:lnTo>
                <a:lnTo>
                  <a:pt x="32085" y="18715"/>
                </a:lnTo>
                <a:lnTo>
                  <a:pt x="30207" y="23900"/>
                </a:lnTo>
                <a:lnTo>
                  <a:pt x="16487" y="19065"/>
                </a:lnTo>
                <a:lnTo>
                  <a:pt x="8753" y="41072"/>
                </a:lnTo>
                <a:cubicBezTo>
                  <a:pt x="7559" y="44378"/>
                  <a:pt x="7282" y="46650"/>
                  <a:pt x="7850" y="47902"/>
                </a:cubicBezTo>
                <a:cubicBezTo>
                  <a:pt x="8418" y="49213"/>
                  <a:pt x="10064" y="50291"/>
                  <a:pt x="12846" y="51310"/>
                </a:cubicBezTo>
                <a:lnTo>
                  <a:pt x="19676" y="53699"/>
                </a:lnTo>
                <a:lnTo>
                  <a:pt x="17739" y="59277"/>
                </a:lnTo>
                <a:lnTo>
                  <a:pt x="10923" y="56889"/>
                </a:lnTo>
                <a:cubicBezTo>
                  <a:pt x="5738" y="55068"/>
                  <a:pt x="2549" y="52854"/>
                  <a:pt x="1253" y="50233"/>
                </a:cubicBezTo>
                <a:cubicBezTo>
                  <a:pt x="0" y="47611"/>
                  <a:pt x="218" y="43751"/>
                  <a:pt x="2039" y="38683"/>
                </a:cubicBezTo>
                <a:lnTo>
                  <a:pt x="9831" y="16676"/>
                </a:lnTo>
                <a:lnTo>
                  <a:pt x="4952" y="14958"/>
                </a:lnTo>
                <a:lnTo>
                  <a:pt x="6772" y="9787"/>
                </a:lnTo>
                <a:lnTo>
                  <a:pt x="11652" y="11491"/>
                </a:lnTo>
                <a:lnTo>
                  <a:pt x="15700" y="0"/>
                </a:lnTo>
                <a:lnTo>
                  <a:pt x="22415" y="2389"/>
                </a:lnTo>
                <a:close/>
                <a:moveTo>
                  <a:pt x="22415" y="23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B78A4-0651-4916-A5B6-1E2B34A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54" y="2471312"/>
            <a:ext cx="53422" cy="60763"/>
          </a:xfrm>
          <a:custGeom xmlns:a="http://schemas.openxmlformats.org/drawingml/2006/main">
            <a:pathLst>
              <a:path w="53422" h="60763">
                <a:moveTo>
                  <a:pt x="53422" y="11550"/>
                </a:moveTo>
                <a:lnTo>
                  <a:pt x="50684" y="18599"/>
                </a:lnTo>
                <a:cubicBezTo>
                  <a:pt x="48470" y="16210"/>
                  <a:pt x="46257" y="14215"/>
                  <a:pt x="44086" y="12627"/>
                </a:cubicBezTo>
                <a:cubicBezTo>
                  <a:pt x="41873" y="11040"/>
                  <a:pt x="39659" y="9787"/>
                  <a:pt x="37430" y="8870"/>
                </a:cubicBezTo>
                <a:cubicBezTo>
                  <a:pt x="33513" y="7340"/>
                  <a:pt x="30148" y="6933"/>
                  <a:pt x="27425" y="7617"/>
                </a:cubicBezTo>
                <a:cubicBezTo>
                  <a:pt x="24687" y="8302"/>
                  <a:pt x="22750" y="10064"/>
                  <a:pt x="21672" y="12860"/>
                </a:cubicBezTo>
                <a:cubicBezTo>
                  <a:pt x="20711" y="15249"/>
                  <a:pt x="20769" y="17288"/>
                  <a:pt x="21672" y="19050"/>
                </a:cubicBezTo>
                <a:cubicBezTo>
                  <a:pt x="22648" y="20813"/>
                  <a:pt x="24978" y="22808"/>
                  <a:pt x="28619" y="25138"/>
                </a:cubicBezTo>
                <a:lnTo>
                  <a:pt x="32653" y="27701"/>
                </a:lnTo>
                <a:cubicBezTo>
                  <a:pt x="37605" y="30833"/>
                  <a:pt x="40853" y="34241"/>
                  <a:pt x="42441" y="37824"/>
                </a:cubicBezTo>
                <a:cubicBezTo>
                  <a:pt x="43984" y="41407"/>
                  <a:pt x="43926" y="45339"/>
                  <a:pt x="42208" y="49723"/>
                </a:cubicBezTo>
                <a:cubicBezTo>
                  <a:pt x="40169" y="54893"/>
                  <a:pt x="36921" y="58141"/>
                  <a:pt x="32377" y="59452"/>
                </a:cubicBezTo>
                <a:cubicBezTo>
                  <a:pt x="27876" y="60763"/>
                  <a:pt x="22240" y="60078"/>
                  <a:pt x="15584" y="57457"/>
                </a:cubicBezTo>
                <a:cubicBezTo>
                  <a:pt x="13035" y="56495"/>
                  <a:pt x="10472" y="55126"/>
                  <a:pt x="7850" y="53422"/>
                </a:cubicBezTo>
                <a:cubicBezTo>
                  <a:pt x="5229" y="51762"/>
                  <a:pt x="2622" y="49781"/>
                  <a:pt x="0" y="47451"/>
                </a:cubicBezTo>
                <a:lnTo>
                  <a:pt x="2898" y="39994"/>
                </a:lnTo>
                <a:cubicBezTo>
                  <a:pt x="5170" y="42776"/>
                  <a:pt x="7573" y="45164"/>
                  <a:pt x="10064" y="47101"/>
                </a:cubicBezTo>
                <a:cubicBezTo>
                  <a:pt x="12569" y="49038"/>
                  <a:pt x="15132" y="50524"/>
                  <a:pt x="17871" y="51602"/>
                </a:cubicBezTo>
                <a:cubicBezTo>
                  <a:pt x="22021" y="53189"/>
                  <a:pt x="25488" y="53641"/>
                  <a:pt x="28386" y="52912"/>
                </a:cubicBezTo>
                <a:cubicBezTo>
                  <a:pt x="31241" y="52170"/>
                  <a:pt x="33280" y="50291"/>
                  <a:pt x="34474" y="47276"/>
                </a:cubicBezTo>
                <a:cubicBezTo>
                  <a:pt x="35508" y="44654"/>
                  <a:pt x="35508" y="42324"/>
                  <a:pt x="34416" y="40212"/>
                </a:cubicBezTo>
                <a:cubicBezTo>
                  <a:pt x="33396" y="38057"/>
                  <a:pt x="31241" y="35959"/>
                  <a:pt x="27818" y="33731"/>
                </a:cubicBezTo>
                <a:lnTo>
                  <a:pt x="23784" y="31168"/>
                </a:lnTo>
                <a:cubicBezTo>
                  <a:pt x="18774" y="27993"/>
                  <a:pt x="15526" y="24803"/>
                  <a:pt x="14055" y="21555"/>
                </a:cubicBezTo>
                <a:cubicBezTo>
                  <a:pt x="12511" y="18322"/>
                  <a:pt x="12569" y="14681"/>
                  <a:pt x="14171" y="10574"/>
                </a:cubicBezTo>
                <a:cubicBezTo>
                  <a:pt x="16050" y="5855"/>
                  <a:pt x="19167" y="2782"/>
                  <a:pt x="23551" y="1413"/>
                </a:cubicBezTo>
                <a:cubicBezTo>
                  <a:pt x="27935" y="0"/>
                  <a:pt x="33061" y="393"/>
                  <a:pt x="38858" y="2724"/>
                </a:cubicBezTo>
                <a:cubicBezTo>
                  <a:pt x="41421" y="3699"/>
                  <a:pt x="43868" y="4894"/>
                  <a:pt x="46257" y="6365"/>
                </a:cubicBezTo>
                <a:cubicBezTo>
                  <a:pt x="48703" y="7850"/>
                  <a:pt x="51092" y="9554"/>
                  <a:pt x="53422" y="11550"/>
                </a:cubicBezTo>
                <a:close/>
                <a:moveTo>
                  <a:pt x="53422" y="11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CB1F4-612F-4186-B48F-173EA10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47" y="2484391"/>
            <a:ext cx="28386" cy="58258"/>
          </a:xfrm>
          <a:custGeom xmlns:a="http://schemas.openxmlformats.org/drawingml/2006/main">
            <a:pathLst>
              <a:path w="28386" h="58258">
                <a:moveTo>
                  <a:pt x="15700" y="15598"/>
                </a:moveTo>
                <a:lnTo>
                  <a:pt x="22298" y="18205"/>
                </a:lnTo>
                <a:lnTo>
                  <a:pt x="6598" y="58258"/>
                </a:lnTo>
                <a:lnTo>
                  <a:pt x="0" y="55651"/>
                </a:lnTo>
                <a:lnTo>
                  <a:pt x="15700" y="15598"/>
                </a:lnTo>
                <a:close/>
                <a:moveTo>
                  <a:pt x="21847" y="0"/>
                </a:moveTo>
                <a:lnTo>
                  <a:pt x="28386" y="2622"/>
                </a:lnTo>
                <a:lnTo>
                  <a:pt x="25138" y="10923"/>
                </a:lnTo>
                <a:lnTo>
                  <a:pt x="18540" y="8360"/>
                </a:lnTo>
                <a:lnTo>
                  <a:pt x="21847" y="0"/>
                </a:lnTo>
                <a:close/>
                <a:moveTo>
                  <a:pt x="218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F631A-ADC0-4A9E-9A00-19B29A53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731" y="2507883"/>
            <a:ext cx="39368" cy="42615"/>
          </a:xfrm>
          <a:custGeom xmlns:a="http://schemas.openxmlformats.org/drawingml/2006/main">
            <a:pathLst>
              <a:path w="39368" h="42615">
                <a:moveTo>
                  <a:pt x="36746" y="15307"/>
                </a:moveTo>
                <a:cubicBezTo>
                  <a:pt x="36178" y="14623"/>
                  <a:pt x="35493" y="13996"/>
                  <a:pt x="34707" y="13428"/>
                </a:cubicBezTo>
                <a:cubicBezTo>
                  <a:pt x="33906" y="12919"/>
                  <a:pt x="32988" y="12409"/>
                  <a:pt x="31969" y="12016"/>
                </a:cubicBezTo>
                <a:cubicBezTo>
                  <a:pt x="28211" y="10530"/>
                  <a:pt x="24920" y="10647"/>
                  <a:pt x="21963" y="12292"/>
                </a:cubicBezTo>
                <a:cubicBezTo>
                  <a:pt x="19050" y="13953"/>
                  <a:pt x="16662" y="17011"/>
                  <a:pt x="14899" y="21512"/>
                </a:cubicBezTo>
                <a:lnTo>
                  <a:pt x="6656" y="42615"/>
                </a:lnTo>
                <a:lnTo>
                  <a:pt x="0" y="40052"/>
                </a:lnTo>
                <a:lnTo>
                  <a:pt x="15700" y="0"/>
                </a:lnTo>
                <a:lnTo>
                  <a:pt x="22298" y="2563"/>
                </a:lnTo>
                <a:lnTo>
                  <a:pt x="19910" y="8826"/>
                </a:lnTo>
                <a:cubicBezTo>
                  <a:pt x="22240" y="6947"/>
                  <a:pt x="24745" y="5811"/>
                  <a:pt x="27425" y="5520"/>
                </a:cubicBezTo>
                <a:cubicBezTo>
                  <a:pt x="30090" y="5185"/>
                  <a:pt x="32988" y="5695"/>
                  <a:pt x="36178" y="6947"/>
                </a:cubicBezTo>
                <a:cubicBezTo>
                  <a:pt x="36629" y="7122"/>
                  <a:pt x="37154" y="7340"/>
                  <a:pt x="37664" y="7573"/>
                </a:cubicBezTo>
                <a:cubicBezTo>
                  <a:pt x="38173" y="7865"/>
                  <a:pt x="38741" y="8200"/>
                  <a:pt x="39368" y="8593"/>
                </a:cubicBezTo>
                <a:lnTo>
                  <a:pt x="36746" y="15307"/>
                </a:lnTo>
                <a:close/>
                <a:moveTo>
                  <a:pt x="36746" y="153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FF097-DB29-4ADD-8D60-5A1926FD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12" y="2504198"/>
            <a:ext cx="28386" cy="58199"/>
          </a:xfrm>
          <a:custGeom xmlns:a="http://schemas.openxmlformats.org/drawingml/2006/main">
            <a:pathLst>
              <a:path w="28386" h="58199">
                <a:moveTo>
                  <a:pt x="15700" y="15584"/>
                </a:moveTo>
                <a:lnTo>
                  <a:pt x="22240" y="18147"/>
                </a:lnTo>
                <a:lnTo>
                  <a:pt x="6598" y="58199"/>
                </a:lnTo>
                <a:lnTo>
                  <a:pt x="0" y="55636"/>
                </a:lnTo>
                <a:lnTo>
                  <a:pt x="15700" y="15584"/>
                </a:lnTo>
                <a:close/>
                <a:moveTo>
                  <a:pt x="21788" y="0"/>
                </a:moveTo>
                <a:lnTo>
                  <a:pt x="28386" y="2549"/>
                </a:lnTo>
                <a:lnTo>
                  <a:pt x="25080" y="10923"/>
                </a:lnTo>
                <a:lnTo>
                  <a:pt x="18540" y="8360"/>
                </a:lnTo>
                <a:lnTo>
                  <a:pt x="21788" y="0"/>
                </a:lnTo>
                <a:close/>
                <a:moveTo>
                  <a:pt x="217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9E5BE-80F8-4A52-B315-55AFAB3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91" y="2559091"/>
            <a:ext cx="11084" cy="12001"/>
          </a:xfrm>
          <a:custGeom xmlns:a="http://schemas.openxmlformats.org/drawingml/2006/main">
            <a:pathLst>
              <a:path w="11084" h="12001">
                <a:moveTo>
                  <a:pt x="3525" y="0"/>
                </a:moveTo>
                <a:lnTo>
                  <a:pt x="11084" y="2957"/>
                </a:lnTo>
                <a:lnTo>
                  <a:pt x="7559" y="12001"/>
                </a:lnTo>
                <a:lnTo>
                  <a:pt x="0" y="9044"/>
                </a:lnTo>
                <a:lnTo>
                  <a:pt x="3525" y="0"/>
                </a:lnTo>
                <a:close/>
                <a:moveTo>
                  <a:pt x="352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58231-762A-4DF6-821D-381CCD2E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71" y="2526380"/>
            <a:ext cx="53480" cy="60763"/>
          </a:xfrm>
          <a:custGeom xmlns:a="http://schemas.openxmlformats.org/drawingml/2006/main">
            <a:pathLst>
              <a:path w="53480" h="60763">
                <a:moveTo>
                  <a:pt x="53480" y="11550"/>
                </a:moveTo>
                <a:lnTo>
                  <a:pt x="50699" y="18599"/>
                </a:lnTo>
                <a:cubicBezTo>
                  <a:pt x="48485" y="16210"/>
                  <a:pt x="46315" y="14229"/>
                  <a:pt x="44101" y="12627"/>
                </a:cubicBezTo>
                <a:cubicBezTo>
                  <a:pt x="41931" y="11040"/>
                  <a:pt x="39717" y="9787"/>
                  <a:pt x="37445" y="8928"/>
                </a:cubicBezTo>
                <a:cubicBezTo>
                  <a:pt x="33513" y="7399"/>
                  <a:pt x="30163" y="6947"/>
                  <a:pt x="27425" y="7617"/>
                </a:cubicBezTo>
                <a:cubicBezTo>
                  <a:pt x="24701" y="8302"/>
                  <a:pt x="22822" y="10064"/>
                  <a:pt x="21686" y="12919"/>
                </a:cubicBezTo>
                <a:cubicBezTo>
                  <a:pt x="20769" y="15249"/>
                  <a:pt x="20769" y="17302"/>
                  <a:pt x="21745" y="19065"/>
                </a:cubicBezTo>
                <a:cubicBezTo>
                  <a:pt x="22648" y="20827"/>
                  <a:pt x="24978" y="22866"/>
                  <a:pt x="28619" y="25153"/>
                </a:cubicBezTo>
                <a:lnTo>
                  <a:pt x="32668" y="27760"/>
                </a:lnTo>
                <a:cubicBezTo>
                  <a:pt x="37605" y="30891"/>
                  <a:pt x="40911" y="34255"/>
                  <a:pt x="42441" y="37838"/>
                </a:cubicBezTo>
                <a:cubicBezTo>
                  <a:pt x="43984" y="41421"/>
                  <a:pt x="43926" y="45397"/>
                  <a:pt x="42222" y="49723"/>
                </a:cubicBezTo>
                <a:cubicBezTo>
                  <a:pt x="40169" y="54908"/>
                  <a:pt x="36935" y="58141"/>
                  <a:pt x="32435" y="59452"/>
                </a:cubicBezTo>
                <a:cubicBezTo>
                  <a:pt x="27876" y="60763"/>
                  <a:pt x="22313" y="60136"/>
                  <a:pt x="15598" y="57457"/>
                </a:cubicBezTo>
                <a:cubicBezTo>
                  <a:pt x="13093" y="56495"/>
                  <a:pt x="10472" y="55184"/>
                  <a:pt x="7865" y="53480"/>
                </a:cubicBezTo>
                <a:cubicBezTo>
                  <a:pt x="5243" y="51776"/>
                  <a:pt x="2622" y="49781"/>
                  <a:pt x="0" y="47451"/>
                </a:cubicBezTo>
                <a:lnTo>
                  <a:pt x="2971" y="40052"/>
                </a:lnTo>
                <a:cubicBezTo>
                  <a:pt x="5243" y="42834"/>
                  <a:pt x="7632" y="45179"/>
                  <a:pt x="10079" y="47101"/>
                </a:cubicBezTo>
                <a:cubicBezTo>
                  <a:pt x="12584" y="49038"/>
                  <a:pt x="15191" y="50582"/>
                  <a:pt x="17929" y="51602"/>
                </a:cubicBezTo>
                <a:cubicBezTo>
                  <a:pt x="22021" y="53247"/>
                  <a:pt x="25488" y="53655"/>
                  <a:pt x="28401" y="52912"/>
                </a:cubicBezTo>
                <a:cubicBezTo>
                  <a:pt x="31299" y="52170"/>
                  <a:pt x="33294" y="50291"/>
                  <a:pt x="34488" y="47334"/>
                </a:cubicBezTo>
                <a:cubicBezTo>
                  <a:pt x="35508" y="44713"/>
                  <a:pt x="35508" y="42324"/>
                  <a:pt x="34488" y="40227"/>
                </a:cubicBezTo>
                <a:cubicBezTo>
                  <a:pt x="33454" y="38115"/>
                  <a:pt x="31241" y="35959"/>
                  <a:pt x="27876" y="33789"/>
                </a:cubicBezTo>
                <a:lnTo>
                  <a:pt x="23784" y="31182"/>
                </a:lnTo>
                <a:cubicBezTo>
                  <a:pt x="18832" y="28051"/>
                  <a:pt x="15598" y="24803"/>
                  <a:pt x="14055" y="21555"/>
                </a:cubicBezTo>
                <a:cubicBezTo>
                  <a:pt x="12584" y="18380"/>
                  <a:pt x="12642" y="14681"/>
                  <a:pt x="14229" y="10632"/>
                </a:cubicBezTo>
                <a:cubicBezTo>
                  <a:pt x="16050" y="5913"/>
                  <a:pt x="19181" y="2840"/>
                  <a:pt x="23565" y="1427"/>
                </a:cubicBezTo>
                <a:cubicBezTo>
                  <a:pt x="27935" y="0"/>
                  <a:pt x="33061" y="451"/>
                  <a:pt x="38916" y="2738"/>
                </a:cubicBezTo>
                <a:cubicBezTo>
                  <a:pt x="41421" y="3699"/>
                  <a:pt x="43868" y="4952"/>
                  <a:pt x="46315" y="6423"/>
                </a:cubicBezTo>
                <a:cubicBezTo>
                  <a:pt x="48703" y="7908"/>
                  <a:pt x="51092" y="9612"/>
                  <a:pt x="53480" y="11550"/>
                </a:cubicBezTo>
                <a:close/>
                <a:moveTo>
                  <a:pt x="53480" y="11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FB210-CFF4-4BA9-822C-D2557ABD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74" y="2554999"/>
            <a:ext cx="52563" cy="57864"/>
          </a:xfrm>
          <a:custGeom xmlns:a="http://schemas.openxmlformats.org/drawingml/2006/main">
            <a:pathLst>
              <a:path w="52563" h="57864">
                <a:moveTo>
                  <a:pt x="14958" y="36629"/>
                </a:moveTo>
                <a:lnTo>
                  <a:pt x="6598" y="57864"/>
                </a:lnTo>
                <a:lnTo>
                  <a:pt x="0" y="55301"/>
                </a:lnTo>
                <a:lnTo>
                  <a:pt x="21672" y="0"/>
                </a:lnTo>
                <a:lnTo>
                  <a:pt x="28269" y="2622"/>
                </a:lnTo>
                <a:lnTo>
                  <a:pt x="25881" y="8651"/>
                </a:lnTo>
                <a:cubicBezTo>
                  <a:pt x="28211" y="6831"/>
                  <a:pt x="30658" y="5738"/>
                  <a:pt x="33221" y="5403"/>
                </a:cubicBezTo>
                <a:cubicBezTo>
                  <a:pt x="35785" y="5112"/>
                  <a:pt x="38508" y="5520"/>
                  <a:pt x="41465" y="6656"/>
                </a:cubicBezTo>
                <a:cubicBezTo>
                  <a:pt x="46300" y="8593"/>
                  <a:pt x="49548" y="12059"/>
                  <a:pt x="51019" y="17069"/>
                </a:cubicBezTo>
                <a:cubicBezTo>
                  <a:pt x="52563" y="22123"/>
                  <a:pt x="52111" y="27818"/>
                  <a:pt x="49665" y="34139"/>
                </a:cubicBezTo>
                <a:cubicBezTo>
                  <a:pt x="47160" y="40387"/>
                  <a:pt x="43693" y="44887"/>
                  <a:pt x="39076" y="47553"/>
                </a:cubicBezTo>
                <a:cubicBezTo>
                  <a:pt x="34590" y="50233"/>
                  <a:pt x="29857" y="50626"/>
                  <a:pt x="24963" y="48703"/>
                </a:cubicBezTo>
                <a:cubicBezTo>
                  <a:pt x="22065" y="47553"/>
                  <a:pt x="19735" y="45965"/>
                  <a:pt x="18089" y="43970"/>
                </a:cubicBezTo>
                <a:cubicBezTo>
                  <a:pt x="16429" y="41989"/>
                  <a:pt x="15409" y="39542"/>
                  <a:pt x="14958" y="36629"/>
                </a:cubicBezTo>
                <a:close/>
                <a:moveTo>
                  <a:pt x="42834" y="31401"/>
                </a:moveTo>
                <a:cubicBezTo>
                  <a:pt x="44713" y="26565"/>
                  <a:pt x="45222" y="22415"/>
                  <a:pt x="44319" y="18890"/>
                </a:cubicBezTo>
                <a:cubicBezTo>
                  <a:pt x="43402" y="15365"/>
                  <a:pt x="41188" y="12919"/>
                  <a:pt x="37707" y="11550"/>
                </a:cubicBezTo>
                <a:cubicBezTo>
                  <a:pt x="34241" y="10181"/>
                  <a:pt x="30949" y="10472"/>
                  <a:pt x="27876" y="12453"/>
                </a:cubicBezTo>
                <a:cubicBezTo>
                  <a:pt x="24803" y="14390"/>
                  <a:pt x="22298" y="17812"/>
                  <a:pt x="20419" y="22648"/>
                </a:cubicBezTo>
                <a:cubicBezTo>
                  <a:pt x="18540" y="27483"/>
                  <a:pt x="18031" y="31692"/>
                  <a:pt x="18934" y="35217"/>
                </a:cubicBezTo>
                <a:cubicBezTo>
                  <a:pt x="19851" y="38741"/>
                  <a:pt x="22065" y="41188"/>
                  <a:pt x="25531" y="42557"/>
                </a:cubicBezTo>
                <a:cubicBezTo>
                  <a:pt x="29012" y="43912"/>
                  <a:pt x="32304" y="43635"/>
                  <a:pt x="35377" y="41640"/>
                </a:cubicBezTo>
                <a:cubicBezTo>
                  <a:pt x="38450" y="39659"/>
                  <a:pt x="40897" y="36236"/>
                  <a:pt x="42834" y="31401"/>
                </a:cubicBezTo>
                <a:close/>
                <a:moveTo>
                  <a:pt x="42834" y="314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4BA42-A9A8-4C2A-935F-2B3A35FA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26" y="2576554"/>
            <a:ext cx="43125" cy="47684"/>
          </a:xfrm>
          <a:custGeom xmlns:a="http://schemas.openxmlformats.org/drawingml/2006/main">
            <a:pathLst>
              <a:path w="43125" h="47684">
                <a:moveTo>
                  <a:pt x="40504" y="28561"/>
                </a:moveTo>
                <a:lnTo>
                  <a:pt x="39251" y="31809"/>
                </a:lnTo>
                <a:lnTo>
                  <a:pt x="8986" y="19910"/>
                </a:lnTo>
                <a:cubicBezTo>
                  <a:pt x="7515" y="24585"/>
                  <a:pt x="7515" y="28561"/>
                  <a:pt x="9044" y="31867"/>
                </a:cubicBezTo>
                <a:cubicBezTo>
                  <a:pt x="10530" y="35217"/>
                  <a:pt x="13487" y="37722"/>
                  <a:pt x="17871" y="39426"/>
                </a:cubicBezTo>
                <a:cubicBezTo>
                  <a:pt x="20361" y="40460"/>
                  <a:pt x="22924" y="41086"/>
                  <a:pt x="25546" y="41421"/>
                </a:cubicBezTo>
                <a:cubicBezTo>
                  <a:pt x="28168" y="41712"/>
                  <a:pt x="30891" y="41712"/>
                  <a:pt x="33731" y="41363"/>
                </a:cubicBezTo>
                <a:lnTo>
                  <a:pt x="31284" y="47626"/>
                </a:lnTo>
                <a:cubicBezTo>
                  <a:pt x="28503" y="47684"/>
                  <a:pt x="25779" y="47509"/>
                  <a:pt x="23099" y="47058"/>
                </a:cubicBezTo>
                <a:cubicBezTo>
                  <a:pt x="20419" y="46606"/>
                  <a:pt x="17812" y="45863"/>
                  <a:pt x="15249" y="44887"/>
                </a:cubicBezTo>
                <a:cubicBezTo>
                  <a:pt x="8870" y="42382"/>
                  <a:pt x="4544" y="38523"/>
                  <a:pt x="2272" y="33338"/>
                </a:cubicBezTo>
                <a:cubicBezTo>
                  <a:pt x="0" y="28168"/>
                  <a:pt x="117" y="22415"/>
                  <a:pt x="2622" y="16050"/>
                </a:cubicBezTo>
                <a:cubicBezTo>
                  <a:pt x="5170" y="9511"/>
                  <a:pt x="8986" y="5010"/>
                  <a:pt x="13996" y="2563"/>
                </a:cubicBezTo>
                <a:cubicBezTo>
                  <a:pt x="19065" y="58"/>
                  <a:pt x="24585" y="0"/>
                  <a:pt x="30614" y="2389"/>
                </a:cubicBezTo>
                <a:cubicBezTo>
                  <a:pt x="36018" y="4500"/>
                  <a:pt x="39542" y="7908"/>
                  <a:pt x="41363" y="12584"/>
                </a:cubicBezTo>
                <a:cubicBezTo>
                  <a:pt x="43125" y="17302"/>
                  <a:pt x="42834" y="22589"/>
                  <a:pt x="40504" y="28561"/>
                </a:cubicBezTo>
                <a:close/>
                <a:moveTo>
                  <a:pt x="34707" y="24075"/>
                </a:moveTo>
                <a:cubicBezTo>
                  <a:pt x="36076" y="20434"/>
                  <a:pt x="36178" y="17186"/>
                  <a:pt x="35042" y="14288"/>
                </a:cubicBezTo>
                <a:cubicBezTo>
                  <a:pt x="33906" y="11331"/>
                  <a:pt x="31750" y="9278"/>
                  <a:pt x="28503" y="7967"/>
                </a:cubicBezTo>
                <a:cubicBezTo>
                  <a:pt x="24803" y="6554"/>
                  <a:pt x="21453" y="6437"/>
                  <a:pt x="18439" y="7632"/>
                </a:cubicBezTo>
                <a:cubicBezTo>
                  <a:pt x="15424" y="8826"/>
                  <a:pt x="13035" y="11273"/>
                  <a:pt x="11215" y="14914"/>
                </a:cubicBezTo>
                <a:lnTo>
                  <a:pt x="34707" y="24075"/>
                </a:lnTo>
                <a:close/>
                <a:moveTo>
                  <a:pt x="34707" y="240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F718F-69A0-457B-A4EF-696D1190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88" y="2594250"/>
            <a:ext cx="43125" cy="47626"/>
          </a:xfrm>
          <a:custGeom xmlns:a="http://schemas.openxmlformats.org/drawingml/2006/main">
            <a:pathLst>
              <a:path w="43125" h="47626">
                <a:moveTo>
                  <a:pt x="40504" y="28561"/>
                </a:moveTo>
                <a:lnTo>
                  <a:pt x="39251" y="31750"/>
                </a:lnTo>
                <a:lnTo>
                  <a:pt x="8986" y="19910"/>
                </a:lnTo>
                <a:cubicBezTo>
                  <a:pt x="7501" y="24526"/>
                  <a:pt x="7501" y="28503"/>
                  <a:pt x="9044" y="31867"/>
                </a:cubicBezTo>
                <a:cubicBezTo>
                  <a:pt x="10515" y="35158"/>
                  <a:pt x="13487" y="37722"/>
                  <a:pt x="17798" y="39426"/>
                </a:cubicBezTo>
                <a:cubicBezTo>
                  <a:pt x="20361" y="40402"/>
                  <a:pt x="22924" y="41028"/>
                  <a:pt x="25546" y="41363"/>
                </a:cubicBezTo>
                <a:cubicBezTo>
                  <a:pt x="28153" y="41654"/>
                  <a:pt x="30891" y="41654"/>
                  <a:pt x="33673" y="41363"/>
                </a:cubicBezTo>
                <a:lnTo>
                  <a:pt x="31284" y="47567"/>
                </a:lnTo>
                <a:cubicBezTo>
                  <a:pt x="28503" y="47626"/>
                  <a:pt x="25764" y="47451"/>
                  <a:pt x="23099" y="46999"/>
                </a:cubicBezTo>
                <a:cubicBezTo>
                  <a:pt x="20419" y="46533"/>
                  <a:pt x="17798" y="45863"/>
                  <a:pt x="15249" y="44829"/>
                </a:cubicBezTo>
                <a:cubicBezTo>
                  <a:pt x="8870" y="42324"/>
                  <a:pt x="4544" y="38523"/>
                  <a:pt x="2272" y="33338"/>
                </a:cubicBezTo>
                <a:cubicBezTo>
                  <a:pt x="0" y="28109"/>
                  <a:pt x="117" y="22356"/>
                  <a:pt x="2563" y="16050"/>
                </a:cubicBezTo>
                <a:cubicBezTo>
                  <a:pt x="5170" y="9452"/>
                  <a:pt x="8928" y="4952"/>
                  <a:pt x="13996" y="2505"/>
                </a:cubicBezTo>
                <a:cubicBezTo>
                  <a:pt x="19050" y="58"/>
                  <a:pt x="24570" y="0"/>
                  <a:pt x="30600" y="2330"/>
                </a:cubicBezTo>
                <a:cubicBezTo>
                  <a:pt x="35945" y="4442"/>
                  <a:pt x="39542" y="7850"/>
                  <a:pt x="41305" y="12569"/>
                </a:cubicBezTo>
                <a:cubicBezTo>
                  <a:pt x="43125" y="17244"/>
                  <a:pt x="42834" y="22589"/>
                  <a:pt x="40504" y="28561"/>
                </a:cubicBezTo>
                <a:close/>
                <a:moveTo>
                  <a:pt x="34649" y="24017"/>
                </a:moveTo>
                <a:cubicBezTo>
                  <a:pt x="36003" y="20419"/>
                  <a:pt x="36120" y="17128"/>
                  <a:pt x="35042" y="14229"/>
                </a:cubicBezTo>
                <a:cubicBezTo>
                  <a:pt x="33906" y="11331"/>
                  <a:pt x="31736" y="9219"/>
                  <a:pt x="28503" y="7967"/>
                </a:cubicBezTo>
                <a:cubicBezTo>
                  <a:pt x="24803" y="6481"/>
                  <a:pt x="21439" y="6379"/>
                  <a:pt x="18424" y="7632"/>
                </a:cubicBezTo>
                <a:cubicBezTo>
                  <a:pt x="15409" y="8826"/>
                  <a:pt x="13021" y="11215"/>
                  <a:pt x="11200" y="14856"/>
                </a:cubicBezTo>
                <a:lnTo>
                  <a:pt x="34649" y="24017"/>
                </a:lnTo>
                <a:close/>
                <a:moveTo>
                  <a:pt x="34649" y="240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67DDC-55EE-447D-817D-B4E4E0C1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92" y="2611946"/>
            <a:ext cx="41698" cy="46650"/>
          </a:xfrm>
          <a:custGeom xmlns:a="http://schemas.openxmlformats.org/drawingml/2006/main">
            <a:pathLst>
              <a:path w="41698" h="46650">
                <a:moveTo>
                  <a:pt x="41698" y="9496"/>
                </a:moveTo>
                <a:lnTo>
                  <a:pt x="39309" y="15700"/>
                </a:lnTo>
                <a:cubicBezTo>
                  <a:pt x="37824" y="13938"/>
                  <a:pt x="36294" y="12409"/>
                  <a:pt x="34590" y="11156"/>
                </a:cubicBezTo>
                <a:cubicBezTo>
                  <a:pt x="32930" y="9962"/>
                  <a:pt x="31168" y="8928"/>
                  <a:pt x="29231" y="8200"/>
                </a:cubicBezTo>
                <a:cubicBezTo>
                  <a:pt x="24963" y="6539"/>
                  <a:pt x="21104" y="6539"/>
                  <a:pt x="17681" y="8360"/>
                </a:cubicBezTo>
                <a:cubicBezTo>
                  <a:pt x="14273" y="10122"/>
                  <a:pt x="11593" y="13487"/>
                  <a:pt x="9729" y="18380"/>
                </a:cubicBezTo>
                <a:cubicBezTo>
                  <a:pt x="7792" y="23216"/>
                  <a:pt x="7442" y="27483"/>
                  <a:pt x="8753" y="31124"/>
                </a:cubicBezTo>
                <a:cubicBezTo>
                  <a:pt x="10064" y="34765"/>
                  <a:pt x="12846" y="37430"/>
                  <a:pt x="17113" y="39091"/>
                </a:cubicBezTo>
                <a:cubicBezTo>
                  <a:pt x="19050" y="39819"/>
                  <a:pt x="21046" y="40343"/>
                  <a:pt x="23099" y="40504"/>
                </a:cubicBezTo>
                <a:cubicBezTo>
                  <a:pt x="25138" y="40737"/>
                  <a:pt x="27308" y="40737"/>
                  <a:pt x="29580" y="40387"/>
                </a:cubicBezTo>
                <a:lnTo>
                  <a:pt x="27192" y="46475"/>
                </a:lnTo>
                <a:cubicBezTo>
                  <a:pt x="25022" y="46650"/>
                  <a:pt x="22866" y="46533"/>
                  <a:pt x="20754" y="46198"/>
                </a:cubicBezTo>
                <a:cubicBezTo>
                  <a:pt x="18599" y="45849"/>
                  <a:pt x="16429" y="45222"/>
                  <a:pt x="14215" y="44378"/>
                </a:cubicBezTo>
                <a:cubicBezTo>
                  <a:pt x="8185" y="42047"/>
                  <a:pt x="4151" y="38232"/>
                  <a:pt x="2039" y="33061"/>
                </a:cubicBezTo>
                <a:cubicBezTo>
                  <a:pt x="0" y="27876"/>
                  <a:pt x="218" y="22080"/>
                  <a:pt x="2782" y="15642"/>
                </a:cubicBezTo>
                <a:cubicBezTo>
                  <a:pt x="5345" y="9103"/>
                  <a:pt x="9146" y="4661"/>
                  <a:pt x="14157" y="2330"/>
                </a:cubicBezTo>
                <a:cubicBezTo>
                  <a:pt x="19225" y="0"/>
                  <a:pt x="24920" y="58"/>
                  <a:pt x="31110" y="2505"/>
                </a:cubicBezTo>
                <a:cubicBezTo>
                  <a:pt x="33163" y="3306"/>
                  <a:pt x="35042" y="4267"/>
                  <a:pt x="36804" y="5462"/>
                </a:cubicBezTo>
                <a:cubicBezTo>
                  <a:pt x="38567" y="6598"/>
                  <a:pt x="40212" y="7967"/>
                  <a:pt x="41698" y="9496"/>
                </a:cubicBezTo>
                <a:close/>
                <a:moveTo>
                  <a:pt x="41698" y="94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0F76D-60FA-4A21-9335-FFF91C32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57" y="2608698"/>
            <a:ext cx="45688" cy="68846"/>
          </a:xfrm>
          <a:custGeom xmlns:a="http://schemas.openxmlformats.org/drawingml/2006/main">
            <a:pathLst>
              <a:path w="45688" h="68846">
                <a:moveTo>
                  <a:pt x="43067" y="44669"/>
                </a:moveTo>
                <a:lnTo>
                  <a:pt x="33571" y="68846"/>
                </a:lnTo>
                <a:lnTo>
                  <a:pt x="26973" y="66224"/>
                </a:lnTo>
                <a:lnTo>
                  <a:pt x="36353" y="42280"/>
                </a:lnTo>
                <a:cubicBezTo>
                  <a:pt x="37897" y="38465"/>
                  <a:pt x="38232" y="35391"/>
                  <a:pt x="37503" y="32886"/>
                </a:cubicBezTo>
                <a:cubicBezTo>
                  <a:pt x="36761" y="30440"/>
                  <a:pt x="34940" y="28619"/>
                  <a:pt x="31983" y="27483"/>
                </a:cubicBezTo>
                <a:cubicBezTo>
                  <a:pt x="28401" y="26056"/>
                  <a:pt x="25153" y="26114"/>
                  <a:pt x="22196" y="27600"/>
                </a:cubicBezTo>
                <a:cubicBezTo>
                  <a:pt x="19298" y="29027"/>
                  <a:pt x="17069" y="31692"/>
                  <a:pt x="15540" y="35625"/>
                </a:cubicBezTo>
                <a:lnTo>
                  <a:pt x="6656" y="58258"/>
                </a:lnTo>
                <a:lnTo>
                  <a:pt x="0" y="55651"/>
                </a:lnTo>
                <a:lnTo>
                  <a:pt x="21847" y="0"/>
                </a:lnTo>
                <a:lnTo>
                  <a:pt x="28444" y="2622"/>
                </a:lnTo>
                <a:lnTo>
                  <a:pt x="19924" y="24468"/>
                </a:lnTo>
                <a:cubicBezTo>
                  <a:pt x="22415" y="22648"/>
                  <a:pt x="24978" y="21570"/>
                  <a:pt x="27600" y="21220"/>
                </a:cubicBezTo>
                <a:cubicBezTo>
                  <a:pt x="30163" y="20885"/>
                  <a:pt x="32886" y="21220"/>
                  <a:pt x="35683" y="22313"/>
                </a:cubicBezTo>
                <a:cubicBezTo>
                  <a:pt x="40285" y="24133"/>
                  <a:pt x="43183" y="26915"/>
                  <a:pt x="44436" y="30673"/>
                </a:cubicBezTo>
                <a:cubicBezTo>
                  <a:pt x="45688" y="34488"/>
                  <a:pt x="45237" y="39091"/>
                  <a:pt x="43067" y="44669"/>
                </a:cubicBezTo>
                <a:close/>
                <a:moveTo>
                  <a:pt x="43067" y="446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389CD-2489-4B15-B1FA-DD6314F8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398" y="2634244"/>
            <a:ext cx="57806" cy="61782"/>
          </a:xfrm>
          <a:custGeom xmlns:a="http://schemas.openxmlformats.org/drawingml/2006/main">
            <a:pathLst>
              <a:path w="57806" h="61782">
                <a:moveTo>
                  <a:pt x="35726" y="55184"/>
                </a:moveTo>
                <a:lnTo>
                  <a:pt x="41363" y="40853"/>
                </a:lnTo>
                <a:lnTo>
                  <a:pt x="29522" y="36193"/>
                </a:lnTo>
                <a:lnTo>
                  <a:pt x="31852" y="30265"/>
                </a:lnTo>
                <a:lnTo>
                  <a:pt x="50801" y="37722"/>
                </a:lnTo>
                <a:lnTo>
                  <a:pt x="41814" y="60646"/>
                </a:lnTo>
                <a:cubicBezTo>
                  <a:pt x="38290" y="61505"/>
                  <a:pt x="34590" y="61782"/>
                  <a:pt x="30833" y="61505"/>
                </a:cubicBezTo>
                <a:cubicBezTo>
                  <a:pt x="27075" y="61214"/>
                  <a:pt x="23318" y="60311"/>
                  <a:pt x="19516" y="58826"/>
                </a:cubicBezTo>
                <a:cubicBezTo>
                  <a:pt x="11156" y="55534"/>
                  <a:pt x="5578" y="50524"/>
                  <a:pt x="2782" y="43810"/>
                </a:cubicBezTo>
                <a:cubicBezTo>
                  <a:pt x="0" y="37096"/>
                  <a:pt x="277" y="29362"/>
                  <a:pt x="3699" y="20711"/>
                </a:cubicBezTo>
                <a:cubicBezTo>
                  <a:pt x="7107" y="11957"/>
                  <a:pt x="12118" y="6088"/>
                  <a:pt x="18774" y="3073"/>
                </a:cubicBezTo>
                <a:cubicBezTo>
                  <a:pt x="25371" y="0"/>
                  <a:pt x="32886" y="175"/>
                  <a:pt x="41188" y="3423"/>
                </a:cubicBezTo>
                <a:cubicBezTo>
                  <a:pt x="44654" y="4777"/>
                  <a:pt x="47844" y="6496"/>
                  <a:pt x="50626" y="8593"/>
                </a:cubicBezTo>
                <a:cubicBezTo>
                  <a:pt x="53422" y="10705"/>
                  <a:pt x="55811" y="13093"/>
                  <a:pt x="57806" y="15759"/>
                </a:cubicBezTo>
                <a:lnTo>
                  <a:pt x="54791" y="23507"/>
                </a:lnTo>
                <a:cubicBezTo>
                  <a:pt x="53029" y="20143"/>
                  <a:pt x="50859" y="17361"/>
                  <a:pt x="48296" y="15030"/>
                </a:cubicBezTo>
                <a:cubicBezTo>
                  <a:pt x="45747" y="12686"/>
                  <a:pt x="42776" y="10865"/>
                  <a:pt x="39484" y="9612"/>
                </a:cubicBezTo>
                <a:cubicBezTo>
                  <a:pt x="32945" y="7064"/>
                  <a:pt x="27308" y="6947"/>
                  <a:pt x="22648" y="9278"/>
                </a:cubicBezTo>
                <a:cubicBezTo>
                  <a:pt x="17914" y="11666"/>
                  <a:pt x="14171" y="16443"/>
                  <a:pt x="11317" y="23667"/>
                </a:cubicBezTo>
                <a:cubicBezTo>
                  <a:pt x="8476" y="30891"/>
                  <a:pt x="8025" y="36921"/>
                  <a:pt x="9846" y="41873"/>
                </a:cubicBezTo>
                <a:cubicBezTo>
                  <a:pt x="11724" y="46766"/>
                  <a:pt x="15875" y="50524"/>
                  <a:pt x="22415" y="53087"/>
                </a:cubicBezTo>
                <a:cubicBezTo>
                  <a:pt x="24978" y="54107"/>
                  <a:pt x="27308" y="54791"/>
                  <a:pt x="29522" y="55126"/>
                </a:cubicBezTo>
                <a:cubicBezTo>
                  <a:pt x="31692" y="55476"/>
                  <a:pt x="33731" y="55476"/>
                  <a:pt x="35726" y="55184"/>
                </a:cubicBezTo>
                <a:close/>
                <a:moveTo>
                  <a:pt x="35726" y="551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87D4B-3304-48E7-8796-5E05B8B0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93" y="2649274"/>
            <a:ext cx="28386" cy="58199"/>
          </a:xfrm>
          <a:custGeom xmlns:a="http://schemas.openxmlformats.org/drawingml/2006/main">
            <a:pathLst>
              <a:path w="28386" h="58199">
                <a:moveTo>
                  <a:pt x="21788" y="0"/>
                </a:moveTo>
                <a:lnTo>
                  <a:pt x="28386" y="2549"/>
                </a:lnTo>
                <a:lnTo>
                  <a:pt x="6598" y="58199"/>
                </a:lnTo>
                <a:lnTo>
                  <a:pt x="0" y="55636"/>
                </a:lnTo>
                <a:lnTo>
                  <a:pt x="21788" y="0"/>
                </a:lnTo>
                <a:close/>
                <a:moveTo>
                  <a:pt x="217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28ED2-E22B-42AB-B9C8-08ADB733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550" y="2675723"/>
            <a:ext cx="42674" cy="46533"/>
          </a:xfrm>
          <a:custGeom xmlns:a="http://schemas.openxmlformats.org/drawingml/2006/main">
            <a:pathLst>
              <a:path w="42674" h="46533">
                <a:moveTo>
                  <a:pt x="27366" y="7792"/>
                </a:moveTo>
                <a:cubicBezTo>
                  <a:pt x="23842" y="6423"/>
                  <a:pt x="20536" y="6714"/>
                  <a:pt x="17404" y="8651"/>
                </a:cubicBezTo>
                <a:cubicBezTo>
                  <a:pt x="14288" y="10574"/>
                  <a:pt x="11783" y="13996"/>
                  <a:pt x="9904" y="18774"/>
                </a:cubicBezTo>
                <a:cubicBezTo>
                  <a:pt x="8025" y="23551"/>
                  <a:pt x="7573" y="27701"/>
                  <a:pt x="8535" y="31284"/>
                </a:cubicBezTo>
                <a:cubicBezTo>
                  <a:pt x="9438" y="34823"/>
                  <a:pt x="11724" y="37314"/>
                  <a:pt x="15249" y="38683"/>
                </a:cubicBezTo>
                <a:cubicBezTo>
                  <a:pt x="18774" y="40052"/>
                  <a:pt x="22080" y="39761"/>
                  <a:pt x="25211" y="37838"/>
                </a:cubicBezTo>
                <a:cubicBezTo>
                  <a:pt x="28386" y="35843"/>
                  <a:pt x="30891" y="32479"/>
                  <a:pt x="32712" y="27701"/>
                </a:cubicBezTo>
                <a:cubicBezTo>
                  <a:pt x="34590" y="22983"/>
                  <a:pt x="35042" y="18832"/>
                  <a:pt x="34081" y="15249"/>
                </a:cubicBezTo>
                <a:cubicBezTo>
                  <a:pt x="33119" y="11666"/>
                  <a:pt x="30891" y="9161"/>
                  <a:pt x="27366" y="7792"/>
                </a:cubicBezTo>
                <a:close/>
                <a:moveTo>
                  <a:pt x="29580" y="2214"/>
                </a:moveTo>
                <a:cubicBezTo>
                  <a:pt x="35275" y="4486"/>
                  <a:pt x="39033" y="8083"/>
                  <a:pt x="40853" y="13079"/>
                </a:cubicBezTo>
                <a:cubicBezTo>
                  <a:pt x="42674" y="18089"/>
                  <a:pt x="42266" y="23900"/>
                  <a:pt x="39717" y="30440"/>
                </a:cubicBezTo>
                <a:cubicBezTo>
                  <a:pt x="37154" y="36979"/>
                  <a:pt x="33513" y="41523"/>
                  <a:pt x="28736" y="43970"/>
                </a:cubicBezTo>
                <a:cubicBezTo>
                  <a:pt x="24002" y="46417"/>
                  <a:pt x="18832" y="46533"/>
                  <a:pt x="13079" y="44261"/>
                </a:cubicBezTo>
                <a:cubicBezTo>
                  <a:pt x="7340" y="42047"/>
                  <a:pt x="3583" y="38406"/>
                  <a:pt x="1762" y="33396"/>
                </a:cubicBezTo>
                <a:cubicBezTo>
                  <a:pt x="0" y="28386"/>
                  <a:pt x="393" y="22589"/>
                  <a:pt x="2957" y="16035"/>
                </a:cubicBezTo>
                <a:cubicBezTo>
                  <a:pt x="5520" y="9438"/>
                  <a:pt x="9161" y="4952"/>
                  <a:pt x="13880" y="2505"/>
                </a:cubicBezTo>
                <a:cubicBezTo>
                  <a:pt x="18599" y="58"/>
                  <a:pt x="23842" y="0"/>
                  <a:pt x="29580" y="2214"/>
                </a:cubicBezTo>
                <a:close/>
                <a:moveTo>
                  <a:pt x="29580" y="22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C5531-A465-448A-A265-0CF32479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049" y="2674704"/>
            <a:ext cx="46650" cy="66210"/>
          </a:xfrm>
          <a:custGeom xmlns:a="http://schemas.openxmlformats.org/drawingml/2006/main">
            <a:pathLst>
              <a:path w="46650" h="66210">
                <a:moveTo>
                  <a:pt x="36862" y="47043"/>
                </a:moveTo>
                <a:cubicBezTo>
                  <a:pt x="38741" y="42208"/>
                  <a:pt x="39251" y="37998"/>
                  <a:pt x="38348" y="34474"/>
                </a:cubicBezTo>
                <a:cubicBezTo>
                  <a:pt x="37430" y="30949"/>
                  <a:pt x="35217" y="28503"/>
                  <a:pt x="31750" y="27133"/>
                </a:cubicBezTo>
                <a:cubicBezTo>
                  <a:pt x="28269" y="25764"/>
                  <a:pt x="24978" y="26056"/>
                  <a:pt x="21905" y="28036"/>
                </a:cubicBezTo>
                <a:cubicBezTo>
                  <a:pt x="18832" y="29974"/>
                  <a:pt x="16385" y="33396"/>
                  <a:pt x="14448" y="38232"/>
                </a:cubicBezTo>
                <a:cubicBezTo>
                  <a:pt x="12569" y="43067"/>
                  <a:pt x="12059" y="47276"/>
                  <a:pt x="12977" y="50801"/>
                </a:cubicBezTo>
                <a:cubicBezTo>
                  <a:pt x="13938" y="54325"/>
                  <a:pt x="16108" y="56772"/>
                  <a:pt x="19575" y="58141"/>
                </a:cubicBezTo>
                <a:cubicBezTo>
                  <a:pt x="23099" y="59510"/>
                  <a:pt x="26347" y="59219"/>
                  <a:pt x="29420" y="57223"/>
                </a:cubicBezTo>
                <a:cubicBezTo>
                  <a:pt x="32479" y="55243"/>
                  <a:pt x="34984" y="51878"/>
                  <a:pt x="36862" y="47043"/>
                </a:cubicBezTo>
                <a:close/>
                <a:moveTo>
                  <a:pt x="19968" y="24235"/>
                </a:moveTo>
                <a:cubicBezTo>
                  <a:pt x="22298" y="22415"/>
                  <a:pt x="24687" y="21322"/>
                  <a:pt x="27250" y="20987"/>
                </a:cubicBezTo>
                <a:cubicBezTo>
                  <a:pt x="29813" y="20696"/>
                  <a:pt x="32595" y="21104"/>
                  <a:pt x="35508" y="22240"/>
                </a:cubicBezTo>
                <a:cubicBezTo>
                  <a:pt x="40387" y="24177"/>
                  <a:pt x="43577" y="27643"/>
                  <a:pt x="45120" y="32653"/>
                </a:cubicBezTo>
                <a:cubicBezTo>
                  <a:pt x="46650" y="37707"/>
                  <a:pt x="46140" y="43402"/>
                  <a:pt x="43693" y="49723"/>
                </a:cubicBezTo>
                <a:cubicBezTo>
                  <a:pt x="41246" y="55971"/>
                  <a:pt x="37722" y="60471"/>
                  <a:pt x="33163" y="63151"/>
                </a:cubicBezTo>
                <a:cubicBezTo>
                  <a:pt x="28619" y="65816"/>
                  <a:pt x="23900" y="66210"/>
                  <a:pt x="19065" y="64287"/>
                </a:cubicBezTo>
                <a:cubicBezTo>
                  <a:pt x="16108" y="63151"/>
                  <a:pt x="13822" y="61549"/>
                  <a:pt x="12176" y="59554"/>
                </a:cubicBezTo>
                <a:cubicBezTo>
                  <a:pt x="10530" y="57631"/>
                  <a:pt x="9438" y="55126"/>
                  <a:pt x="8986" y="52228"/>
                </a:cubicBezTo>
                <a:lnTo>
                  <a:pt x="6656" y="58258"/>
                </a:lnTo>
                <a:lnTo>
                  <a:pt x="0" y="55636"/>
                </a:lnTo>
                <a:lnTo>
                  <a:pt x="21847" y="0"/>
                </a:lnTo>
                <a:lnTo>
                  <a:pt x="28444" y="2607"/>
                </a:lnTo>
                <a:lnTo>
                  <a:pt x="19968" y="24235"/>
                </a:lnTo>
                <a:close/>
                <a:moveTo>
                  <a:pt x="19968" y="242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0004C-7E45-42DB-B4A5-577640B7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83" y="2710590"/>
            <a:ext cx="42441" cy="50349"/>
          </a:xfrm>
          <a:custGeom xmlns:a="http://schemas.openxmlformats.org/drawingml/2006/main">
            <a:pathLst>
              <a:path w="42441" h="50349">
                <a:moveTo>
                  <a:pt x="25488" y="25094"/>
                </a:moveTo>
                <a:cubicBezTo>
                  <a:pt x="20201" y="22997"/>
                  <a:pt x="16268" y="22138"/>
                  <a:pt x="13763" y="22531"/>
                </a:cubicBezTo>
                <a:cubicBezTo>
                  <a:pt x="11215" y="22997"/>
                  <a:pt x="9394" y="24643"/>
                  <a:pt x="8243" y="27600"/>
                </a:cubicBezTo>
                <a:cubicBezTo>
                  <a:pt x="7340" y="29930"/>
                  <a:pt x="7340" y="32100"/>
                  <a:pt x="8360" y="34022"/>
                </a:cubicBezTo>
                <a:cubicBezTo>
                  <a:pt x="9394" y="36018"/>
                  <a:pt x="11215" y="37503"/>
                  <a:pt x="13822" y="38581"/>
                </a:cubicBezTo>
                <a:cubicBezTo>
                  <a:pt x="17463" y="40008"/>
                  <a:pt x="20944" y="39834"/>
                  <a:pt x="24119" y="38130"/>
                </a:cubicBezTo>
                <a:cubicBezTo>
                  <a:pt x="27366" y="36411"/>
                  <a:pt x="29813" y="33396"/>
                  <a:pt x="31459" y="29129"/>
                </a:cubicBezTo>
                <a:lnTo>
                  <a:pt x="32085" y="27658"/>
                </a:lnTo>
                <a:lnTo>
                  <a:pt x="25488" y="25094"/>
                </a:lnTo>
                <a:close/>
                <a:moveTo>
                  <a:pt x="39717" y="27483"/>
                </a:moveTo>
                <a:lnTo>
                  <a:pt x="30716" y="50349"/>
                </a:lnTo>
                <a:lnTo>
                  <a:pt x="24177" y="47800"/>
                </a:lnTo>
                <a:lnTo>
                  <a:pt x="26565" y="41712"/>
                </a:lnTo>
                <a:cubicBezTo>
                  <a:pt x="24119" y="43533"/>
                  <a:pt x="21512" y="44611"/>
                  <a:pt x="18832" y="44887"/>
                </a:cubicBezTo>
                <a:cubicBezTo>
                  <a:pt x="16152" y="45120"/>
                  <a:pt x="13137" y="44669"/>
                  <a:pt x="9904" y="43358"/>
                </a:cubicBezTo>
                <a:cubicBezTo>
                  <a:pt x="5797" y="41771"/>
                  <a:pt x="3015" y="39324"/>
                  <a:pt x="1486" y="36076"/>
                </a:cubicBezTo>
                <a:cubicBezTo>
                  <a:pt x="0" y="32828"/>
                  <a:pt x="0" y="29304"/>
                  <a:pt x="1486" y="25444"/>
                </a:cubicBezTo>
                <a:cubicBezTo>
                  <a:pt x="3248" y="20944"/>
                  <a:pt x="6088" y="18104"/>
                  <a:pt x="10020" y="17011"/>
                </a:cubicBezTo>
                <a:cubicBezTo>
                  <a:pt x="13938" y="15933"/>
                  <a:pt x="18890" y="16501"/>
                  <a:pt x="24861" y="18890"/>
                </a:cubicBezTo>
                <a:lnTo>
                  <a:pt x="34081" y="22473"/>
                </a:lnTo>
                <a:lnTo>
                  <a:pt x="34314" y="21847"/>
                </a:lnTo>
                <a:cubicBezTo>
                  <a:pt x="35508" y="18832"/>
                  <a:pt x="35450" y="16108"/>
                  <a:pt x="34081" y="13661"/>
                </a:cubicBezTo>
                <a:cubicBezTo>
                  <a:pt x="32770" y="11215"/>
                  <a:pt x="30265" y="9278"/>
                  <a:pt x="26682" y="7865"/>
                </a:cubicBezTo>
                <a:cubicBezTo>
                  <a:pt x="24410" y="7005"/>
                  <a:pt x="22080" y="6379"/>
                  <a:pt x="19691" y="6088"/>
                </a:cubicBezTo>
                <a:cubicBezTo>
                  <a:pt x="17302" y="5753"/>
                  <a:pt x="14899" y="5811"/>
                  <a:pt x="12467" y="6088"/>
                </a:cubicBezTo>
                <a:lnTo>
                  <a:pt x="14856" y="0"/>
                </a:lnTo>
                <a:cubicBezTo>
                  <a:pt x="17637" y="0"/>
                  <a:pt x="20201" y="233"/>
                  <a:pt x="22648" y="685"/>
                </a:cubicBezTo>
                <a:cubicBezTo>
                  <a:pt x="25094" y="1092"/>
                  <a:pt x="27425" y="1719"/>
                  <a:pt x="29522" y="2563"/>
                </a:cubicBezTo>
                <a:cubicBezTo>
                  <a:pt x="35333" y="4835"/>
                  <a:pt x="39091" y="8025"/>
                  <a:pt x="40795" y="12176"/>
                </a:cubicBezTo>
                <a:cubicBezTo>
                  <a:pt x="42441" y="16283"/>
                  <a:pt x="42106" y="21395"/>
                  <a:pt x="39717" y="27483"/>
                </a:cubicBezTo>
                <a:close/>
                <a:moveTo>
                  <a:pt x="39717" y="274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EE789-3E26-4D61-973A-DC58C137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2" y="2710590"/>
            <a:ext cx="28386" cy="58214"/>
          </a:xfrm>
          <a:custGeom xmlns:a="http://schemas.openxmlformats.org/drawingml/2006/main">
            <a:pathLst>
              <a:path w="28386" h="58214">
                <a:moveTo>
                  <a:pt x="21788" y="0"/>
                </a:moveTo>
                <a:lnTo>
                  <a:pt x="28386" y="2622"/>
                </a:lnTo>
                <a:lnTo>
                  <a:pt x="6539" y="58214"/>
                </a:lnTo>
                <a:lnTo>
                  <a:pt x="0" y="55651"/>
                </a:lnTo>
                <a:lnTo>
                  <a:pt x="21788" y="0"/>
                </a:lnTo>
                <a:close/>
                <a:moveTo>
                  <a:pt x="217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D77FD-AC03-41D0-8C5B-5C5298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296" y="2720946"/>
            <a:ext cx="61331" cy="69239"/>
          </a:xfrm>
          <a:custGeom xmlns:a="http://schemas.openxmlformats.org/drawingml/2006/main">
            <a:pathLst>
              <a:path w="61331" h="69239">
                <a:moveTo>
                  <a:pt x="20944" y="0"/>
                </a:moveTo>
                <a:lnTo>
                  <a:pt x="30673" y="3816"/>
                </a:lnTo>
                <a:lnTo>
                  <a:pt x="36804" y="57748"/>
                </a:lnTo>
                <a:lnTo>
                  <a:pt x="54340" y="13093"/>
                </a:lnTo>
                <a:lnTo>
                  <a:pt x="61331" y="15817"/>
                </a:lnTo>
                <a:lnTo>
                  <a:pt x="40387" y="69239"/>
                </a:lnTo>
                <a:lnTo>
                  <a:pt x="30673" y="65438"/>
                </a:lnTo>
                <a:lnTo>
                  <a:pt x="24526" y="11491"/>
                </a:lnTo>
                <a:lnTo>
                  <a:pt x="7005" y="56160"/>
                </a:lnTo>
                <a:lnTo>
                  <a:pt x="0" y="53364"/>
                </a:lnTo>
                <a:lnTo>
                  <a:pt x="20944" y="0"/>
                </a:lnTo>
                <a:close/>
                <a:moveTo>
                  <a:pt x="209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818B0-71EA-4733-8C15-D5217FEC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88" y="2742399"/>
            <a:ext cx="61331" cy="69239"/>
          </a:xfrm>
          <a:custGeom xmlns:a="http://schemas.openxmlformats.org/drawingml/2006/main">
            <a:pathLst>
              <a:path w="61331" h="69239">
                <a:moveTo>
                  <a:pt x="20929" y="0"/>
                </a:moveTo>
                <a:lnTo>
                  <a:pt x="30658" y="3816"/>
                </a:lnTo>
                <a:lnTo>
                  <a:pt x="36804" y="57748"/>
                </a:lnTo>
                <a:lnTo>
                  <a:pt x="54325" y="13079"/>
                </a:lnTo>
                <a:lnTo>
                  <a:pt x="61331" y="15875"/>
                </a:lnTo>
                <a:lnTo>
                  <a:pt x="40387" y="69239"/>
                </a:lnTo>
                <a:lnTo>
                  <a:pt x="30658" y="65423"/>
                </a:lnTo>
                <a:lnTo>
                  <a:pt x="24512" y="11491"/>
                </a:lnTo>
                <a:lnTo>
                  <a:pt x="6991" y="56160"/>
                </a:lnTo>
                <a:lnTo>
                  <a:pt x="0" y="53422"/>
                </a:lnTo>
                <a:lnTo>
                  <a:pt x="20929" y="0"/>
                </a:lnTo>
                <a:close/>
                <a:moveTo>
                  <a:pt x="209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C5F36-D3A1-426E-A6F1-93A0EFFD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864" y="2763910"/>
            <a:ext cx="35566" cy="66384"/>
          </a:xfrm>
          <a:custGeom xmlns:a="http://schemas.openxmlformats.org/drawingml/2006/main">
            <a:pathLst>
              <a:path w="35566" h="66384">
                <a:moveTo>
                  <a:pt x="20944" y="0"/>
                </a:moveTo>
                <a:lnTo>
                  <a:pt x="28109" y="2840"/>
                </a:lnTo>
                <a:lnTo>
                  <a:pt x="9569" y="50116"/>
                </a:lnTo>
                <a:lnTo>
                  <a:pt x="35566" y="60297"/>
                </a:lnTo>
                <a:lnTo>
                  <a:pt x="33236" y="66384"/>
                </a:lnTo>
                <a:lnTo>
                  <a:pt x="0" y="53364"/>
                </a:lnTo>
                <a:lnTo>
                  <a:pt x="20944" y="0"/>
                </a:lnTo>
                <a:close/>
                <a:moveTo>
                  <a:pt x="209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77621-EF80-41AB-929A-4D1164A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659" y="2779888"/>
            <a:ext cx="69749" cy="72545"/>
          </a:xfrm>
          <a:custGeom xmlns:a="http://schemas.openxmlformats.org/drawingml/2006/main">
            <a:pathLst>
              <a:path w="69749" h="72545">
                <a:moveTo>
                  <a:pt x="20944" y="0"/>
                </a:moveTo>
                <a:lnTo>
                  <a:pt x="31692" y="4209"/>
                </a:lnTo>
                <a:lnTo>
                  <a:pt x="31066" y="45863"/>
                </a:lnTo>
                <a:lnTo>
                  <a:pt x="59000" y="14914"/>
                </a:lnTo>
                <a:lnTo>
                  <a:pt x="69749" y="19123"/>
                </a:lnTo>
                <a:lnTo>
                  <a:pt x="48820" y="72545"/>
                </a:lnTo>
                <a:lnTo>
                  <a:pt x="41756" y="69749"/>
                </a:lnTo>
                <a:lnTo>
                  <a:pt x="60136" y="22881"/>
                </a:lnTo>
                <a:lnTo>
                  <a:pt x="32027" y="54107"/>
                </a:lnTo>
                <a:lnTo>
                  <a:pt x="24803" y="51267"/>
                </a:lnTo>
                <a:lnTo>
                  <a:pt x="25371" y="9278"/>
                </a:lnTo>
                <a:lnTo>
                  <a:pt x="7005" y="56160"/>
                </a:lnTo>
                <a:lnTo>
                  <a:pt x="0" y="53364"/>
                </a:lnTo>
                <a:lnTo>
                  <a:pt x="20944" y="0"/>
                </a:lnTo>
                <a:close/>
                <a:moveTo>
                  <a:pt x="209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BC005-044C-4F24-A6EB-CDD93707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95" y="2361569"/>
            <a:ext cx="57180" cy="74526"/>
          </a:xfrm>
          <a:custGeom xmlns:a="http://schemas.openxmlformats.org/drawingml/2006/main">
            <a:pathLst>
              <a:path w="57180" h="74526">
                <a:moveTo>
                  <a:pt x="37940" y="9044"/>
                </a:moveTo>
                <a:cubicBezTo>
                  <a:pt x="32770" y="6816"/>
                  <a:pt x="27818" y="6933"/>
                  <a:pt x="23099" y="9496"/>
                </a:cubicBezTo>
                <a:cubicBezTo>
                  <a:pt x="18439" y="12059"/>
                  <a:pt x="14623" y="16603"/>
                  <a:pt x="11724" y="23259"/>
                </a:cubicBezTo>
                <a:cubicBezTo>
                  <a:pt x="8870" y="29915"/>
                  <a:pt x="8127" y="35843"/>
                  <a:pt x="9496" y="40955"/>
                </a:cubicBezTo>
                <a:cubicBezTo>
                  <a:pt x="10923" y="46140"/>
                  <a:pt x="14171" y="49825"/>
                  <a:pt x="19342" y="52111"/>
                </a:cubicBezTo>
                <a:cubicBezTo>
                  <a:pt x="24526" y="54325"/>
                  <a:pt x="29464" y="54150"/>
                  <a:pt x="34139" y="51602"/>
                </a:cubicBezTo>
                <a:cubicBezTo>
                  <a:pt x="38800" y="49038"/>
                  <a:pt x="42615" y="44480"/>
                  <a:pt x="45455" y="37824"/>
                </a:cubicBezTo>
                <a:cubicBezTo>
                  <a:pt x="48296" y="31168"/>
                  <a:pt x="49097" y="25255"/>
                  <a:pt x="47728" y="20128"/>
                </a:cubicBezTo>
                <a:cubicBezTo>
                  <a:pt x="46373" y="14958"/>
                  <a:pt x="43125" y="11258"/>
                  <a:pt x="37940" y="9044"/>
                </a:cubicBezTo>
                <a:close/>
                <a:moveTo>
                  <a:pt x="27643" y="60180"/>
                </a:moveTo>
                <a:lnTo>
                  <a:pt x="32653" y="74526"/>
                </a:lnTo>
                <a:lnTo>
                  <a:pt x="24002" y="70768"/>
                </a:lnTo>
                <a:lnTo>
                  <a:pt x="19851" y="58986"/>
                </a:lnTo>
                <a:cubicBezTo>
                  <a:pt x="19050" y="58709"/>
                  <a:pt x="18482" y="58476"/>
                  <a:pt x="18031" y="58316"/>
                </a:cubicBezTo>
                <a:cubicBezTo>
                  <a:pt x="17637" y="58199"/>
                  <a:pt x="17244" y="58025"/>
                  <a:pt x="16836" y="57850"/>
                </a:cubicBezTo>
                <a:cubicBezTo>
                  <a:pt x="9438" y="54675"/>
                  <a:pt x="4602" y="49665"/>
                  <a:pt x="2272" y="42776"/>
                </a:cubicBezTo>
                <a:cubicBezTo>
                  <a:pt x="0" y="35887"/>
                  <a:pt x="626" y="28328"/>
                  <a:pt x="4209" y="20026"/>
                </a:cubicBezTo>
                <a:cubicBezTo>
                  <a:pt x="7792" y="11710"/>
                  <a:pt x="12919" y="6030"/>
                  <a:pt x="19458" y="3015"/>
                </a:cubicBezTo>
                <a:cubicBezTo>
                  <a:pt x="26056" y="0"/>
                  <a:pt x="33047" y="58"/>
                  <a:pt x="40445" y="3233"/>
                </a:cubicBezTo>
                <a:cubicBezTo>
                  <a:pt x="47786" y="6423"/>
                  <a:pt x="52621" y="11491"/>
                  <a:pt x="54893" y="18307"/>
                </a:cubicBezTo>
                <a:cubicBezTo>
                  <a:pt x="57180" y="25196"/>
                  <a:pt x="56554" y="32770"/>
                  <a:pt x="52971" y="41072"/>
                </a:cubicBezTo>
                <a:cubicBezTo>
                  <a:pt x="50349" y="47218"/>
                  <a:pt x="46825" y="51878"/>
                  <a:pt x="42499" y="55184"/>
                </a:cubicBezTo>
                <a:cubicBezTo>
                  <a:pt x="38173" y="58476"/>
                  <a:pt x="33221" y="60122"/>
                  <a:pt x="27643" y="60180"/>
                </a:cubicBezTo>
                <a:close/>
                <a:moveTo>
                  <a:pt x="27643" y="601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143EB-5881-41AE-94CE-5215B9E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72" y="2393815"/>
            <a:ext cx="46373" cy="53772"/>
          </a:xfrm>
          <a:custGeom xmlns:a="http://schemas.openxmlformats.org/drawingml/2006/main">
            <a:pathLst>
              <a:path w="46373" h="53772">
                <a:moveTo>
                  <a:pt x="2957" y="23900"/>
                </a:moveTo>
                <a:lnTo>
                  <a:pt x="13254" y="0"/>
                </a:lnTo>
                <a:lnTo>
                  <a:pt x="19749" y="2796"/>
                </a:lnTo>
                <a:lnTo>
                  <a:pt x="9569" y="26463"/>
                </a:lnTo>
                <a:cubicBezTo>
                  <a:pt x="7908" y="30221"/>
                  <a:pt x="7457" y="33352"/>
                  <a:pt x="8083" y="35843"/>
                </a:cubicBezTo>
                <a:cubicBezTo>
                  <a:pt x="8768" y="38348"/>
                  <a:pt x="10530" y="40227"/>
                  <a:pt x="13428" y="41479"/>
                </a:cubicBezTo>
                <a:cubicBezTo>
                  <a:pt x="16953" y="42965"/>
                  <a:pt x="20201" y="43067"/>
                  <a:pt x="23216" y="41712"/>
                </a:cubicBezTo>
                <a:cubicBezTo>
                  <a:pt x="26172" y="40343"/>
                  <a:pt x="28503" y="37722"/>
                  <a:pt x="30221" y="33862"/>
                </a:cubicBezTo>
                <a:lnTo>
                  <a:pt x="39892" y="11506"/>
                </a:lnTo>
                <a:lnTo>
                  <a:pt x="46373" y="14288"/>
                </a:lnTo>
                <a:lnTo>
                  <a:pt x="29304" y="53772"/>
                </a:lnTo>
                <a:lnTo>
                  <a:pt x="22822" y="50975"/>
                </a:lnTo>
                <a:lnTo>
                  <a:pt x="25429" y="44887"/>
                </a:lnTo>
                <a:cubicBezTo>
                  <a:pt x="22822" y="46606"/>
                  <a:pt x="20201" y="47626"/>
                  <a:pt x="17637" y="47917"/>
                </a:cubicBezTo>
                <a:cubicBezTo>
                  <a:pt x="15074" y="48135"/>
                  <a:pt x="12409" y="47684"/>
                  <a:pt x="9612" y="46490"/>
                </a:cubicBezTo>
                <a:cubicBezTo>
                  <a:pt x="5127" y="44552"/>
                  <a:pt x="2287" y="41654"/>
                  <a:pt x="1136" y="37838"/>
                </a:cubicBezTo>
                <a:cubicBezTo>
                  <a:pt x="0" y="33964"/>
                  <a:pt x="626" y="29362"/>
                  <a:pt x="2957" y="23900"/>
                </a:cubicBezTo>
                <a:close/>
                <a:moveTo>
                  <a:pt x="2957" y="239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DE8A6-4C6F-40F6-AF0F-A73DC123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46" y="2398490"/>
            <a:ext cx="30148" cy="57690"/>
          </a:xfrm>
          <a:custGeom xmlns:a="http://schemas.openxmlformats.org/drawingml/2006/main">
            <a:pathLst>
              <a:path w="30148" h="57690">
                <a:moveTo>
                  <a:pt x="17011" y="15351"/>
                </a:moveTo>
                <a:lnTo>
                  <a:pt x="23492" y="18205"/>
                </a:lnTo>
                <a:lnTo>
                  <a:pt x="6481" y="57690"/>
                </a:lnTo>
                <a:lnTo>
                  <a:pt x="0" y="54893"/>
                </a:lnTo>
                <a:lnTo>
                  <a:pt x="17011" y="15351"/>
                </a:lnTo>
                <a:close/>
                <a:moveTo>
                  <a:pt x="23667" y="0"/>
                </a:moveTo>
                <a:lnTo>
                  <a:pt x="30148" y="2782"/>
                </a:lnTo>
                <a:lnTo>
                  <a:pt x="26624" y="11040"/>
                </a:lnTo>
                <a:lnTo>
                  <a:pt x="20143" y="8243"/>
                </a:lnTo>
                <a:lnTo>
                  <a:pt x="23667" y="0"/>
                </a:lnTo>
                <a:close/>
                <a:moveTo>
                  <a:pt x="2366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EFC2A-EB44-42EF-B5FD-A7E3C62D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35" y="2426017"/>
            <a:ext cx="42266" cy="46825"/>
          </a:xfrm>
          <a:custGeom xmlns:a="http://schemas.openxmlformats.org/drawingml/2006/main">
            <a:pathLst>
              <a:path w="42266" h="46825">
                <a:moveTo>
                  <a:pt x="42266" y="10297"/>
                </a:moveTo>
                <a:lnTo>
                  <a:pt x="39644" y="16385"/>
                </a:lnTo>
                <a:cubicBezTo>
                  <a:pt x="38290" y="14564"/>
                  <a:pt x="36746" y="13035"/>
                  <a:pt x="35100" y="11724"/>
                </a:cubicBezTo>
                <a:cubicBezTo>
                  <a:pt x="33513" y="10414"/>
                  <a:pt x="31736" y="9336"/>
                  <a:pt x="29872" y="8535"/>
                </a:cubicBezTo>
                <a:cubicBezTo>
                  <a:pt x="25648" y="6714"/>
                  <a:pt x="21788" y="6656"/>
                  <a:pt x="18322" y="8316"/>
                </a:cubicBezTo>
                <a:cubicBezTo>
                  <a:pt x="14841" y="9962"/>
                  <a:pt x="12059" y="13210"/>
                  <a:pt x="10006" y="18045"/>
                </a:cubicBezTo>
                <a:cubicBezTo>
                  <a:pt x="7908" y="22881"/>
                  <a:pt x="7442" y="27090"/>
                  <a:pt x="8651" y="30789"/>
                </a:cubicBezTo>
                <a:cubicBezTo>
                  <a:pt x="9787" y="34430"/>
                  <a:pt x="12511" y="37212"/>
                  <a:pt x="16720" y="38974"/>
                </a:cubicBezTo>
                <a:cubicBezTo>
                  <a:pt x="18599" y="39834"/>
                  <a:pt x="20536" y="40343"/>
                  <a:pt x="22633" y="40678"/>
                </a:cubicBezTo>
                <a:cubicBezTo>
                  <a:pt x="24687" y="40970"/>
                  <a:pt x="26857" y="40970"/>
                  <a:pt x="29129" y="40737"/>
                </a:cubicBezTo>
                <a:lnTo>
                  <a:pt x="26507" y="46766"/>
                </a:lnTo>
                <a:cubicBezTo>
                  <a:pt x="24352" y="46825"/>
                  <a:pt x="22182" y="46650"/>
                  <a:pt x="20084" y="46198"/>
                </a:cubicBezTo>
                <a:cubicBezTo>
                  <a:pt x="17972" y="45805"/>
                  <a:pt x="15817" y="45120"/>
                  <a:pt x="13647" y="44217"/>
                </a:cubicBezTo>
                <a:cubicBezTo>
                  <a:pt x="7675" y="41654"/>
                  <a:pt x="3758" y="37722"/>
                  <a:pt x="1879" y="32493"/>
                </a:cubicBezTo>
                <a:cubicBezTo>
                  <a:pt x="0" y="27206"/>
                  <a:pt x="393" y="21453"/>
                  <a:pt x="3131" y="15089"/>
                </a:cubicBezTo>
                <a:cubicBezTo>
                  <a:pt x="5913" y="8651"/>
                  <a:pt x="9889" y="4326"/>
                  <a:pt x="15016" y="2170"/>
                </a:cubicBezTo>
                <a:cubicBezTo>
                  <a:pt x="20143" y="0"/>
                  <a:pt x="25764" y="291"/>
                  <a:pt x="31969" y="2913"/>
                </a:cubicBezTo>
                <a:cubicBezTo>
                  <a:pt x="33964" y="3758"/>
                  <a:pt x="35785" y="4835"/>
                  <a:pt x="37547" y="6088"/>
                </a:cubicBezTo>
                <a:cubicBezTo>
                  <a:pt x="39251" y="7282"/>
                  <a:pt x="40839" y="8710"/>
                  <a:pt x="42266" y="10297"/>
                </a:cubicBezTo>
                <a:close/>
                <a:moveTo>
                  <a:pt x="42266" y="10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F130B-D5D8-4691-8CD8-F1ACAE91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56" y="2424196"/>
            <a:ext cx="51208" cy="69982"/>
          </a:xfrm>
          <a:custGeom xmlns:a="http://schemas.openxmlformats.org/drawingml/2006/main">
            <a:pathLst>
              <a:path w="51208" h="69982">
                <a:moveTo>
                  <a:pt x="23667" y="0"/>
                </a:moveTo>
                <a:lnTo>
                  <a:pt x="30207" y="2796"/>
                </a:lnTo>
                <a:lnTo>
                  <a:pt x="16210" y="35217"/>
                </a:lnTo>
                <a:lnTo>
                  <a:pt x="42892" y="26522"/>
                </a:lnTo>
                <a:lnTo>
                  <a:pt x="51208" y="30105"/>
                </a:lnTo>
                <a:lnTo>
                  <a:pt x="22298" y="39542"/>
                </a:lnTo>
                <a:lnTo>
                  <a:pt x="35042" y="69982"/>
                </a:lnTo>
                <a:lnTo>
                  <a:pt x="26565" y="66341"/>
                </a:lnTo>
                <a:lnTo>
                  <a:pt x="14841" y="38406"/>
                </a:lnTo>
                <a:lnTo>
                  <a:pt x="6481" y="57690"/>
                </a:lnTo>
                <a:lnTo>
                  <a:pt x="0" y="54849"/>
                </a:lnTo>
                <a:lnTo>
                  <a:pt x="23667" y="0"/>
                </a:lnTo>
                <a:close/>
                <a:moveTo>
                  <a:pt x="2366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A11FC-BA34-4BB7-B0A7-F9E9F913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55" y="2441557"/>
            <a:ext cx="48587" cy="63777"/>
          </a:xfrm>
          <a:custGeom xmlns:a="http://schemas.openxmlformats.org/drawingml/2006/main">
            <a:pathLst>
              <a:path w="48587" h="63777">
                <a:moveTo>
                  <a:pt x="4049" y="0"/>
                </a:moveTo>
                <a:lnTo>
                  <a:pt x="48587" y="19225"/>
                </a:lnTo>
                <a:lnTo>
                  <a:pt x="45980" y="25196"/>
                </a:lnTo>
                <a:lnTo>
                  <a:pt x="27308" y="17128"/>
                </a:lnTo>
                <a:lnTo>
                  <a:pt x="7180" y="63777"/>
                </a:lnTo>
                <a:lnTo>
                  <a:pt x="0" y="60704"/>
                </a:lnTo>
                <a:lnTo>
                  <a:pt x="20143" y="14055"/>
                </a:lnTo>
                <a:lnTo>
                  <a:pt x="1486" y="5971"/>
                </a:lnTo>
                <a:lnTo>
                  <a:pt x="4049" y="0"/>
                </a:lnTo>
                <a:close/>
                <a:moveTo>
                  <a:pt x="404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4EDD3-37B9-41DC-8134-01D18356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58" y="2469885"/>
            <a:ext cx="58432" cy="59845"/>
          </a:xfrm>
          <a:custGeom xmlns:a="http://schemas.openxmlformats.org/drawingml/2006/main">
            <a:pathLst>
              <a:path w="58432" h="59845">
                <a:moveTo>
                  <a:pt x="22415" y="52286"/>
                </a:moveTo>
                <a:cubicBezTo>
                  <a:pt x="18540" y="56160"/>
                  <a:pt x="15482" y="58491"/>
                  <a:pt x="13079" y="59175"/>
                </a:cubicBezTo>
                <a:cubicBezTo>
                  <a:pt x="10749" y="59845"/>
                  <a:pt x="8083" y="59568"/>
                  <a:pt x="5170" y="58258"/>
                </a:cubicBezTo>
                <a:lnTo>
                  <a:pt x="0" y="56044"/>
                </a:lnTo>
                <a:lnTo>
                  <a:pt x="2330" y="50640"/>
                </a:lnTo>
                <a:lnTo>
                  <a:pt x="6146" y="52286"/>
                </a:lnTo>
                <a:cubicBezTo>
                  <a:pt x="7908" y="53029"/>
                  <a:pt x="9496" y="53189"/>
                  <a:pt x="10865" y="52796"/>
                </a:cubicBezTo>
                <a:cubicBezTo>
                  <a:pt x="12234" y="52344"/>
                  <a:pt x="14171" y="50859"/>
                  <a:pt x="16720" y="48194"/>
                </a:cubicBezTo>
                <a:lnTo>
                  <a:pt x="19167" y="45747"/>
                </a:lnTo>
                <a:lnTo>
                  <a:pt x="19968" y="0"/>
                </a:lnTo>
                <a:lnTo>
                  <a:pt x="26857" y="2957"/>
                </a:lnTo>
                <a:lnTo>
                  <a:pt x="25823" y="39193"/>
                </a:lnTo>
                <a:lnTo>
                  <a:pt x="51543" y="13661"/>
                </a:lnTo>
                <a:lnTo>
                  <a:pt x="58432" y="16618"/>
                </a:lnTo>
                <a:lnTo>
                  <a:pt x="22415" y="52286"/>
                </a:lnTo>
                <a:close/>
                <a:moveTo>
                  <a:pt x="22415" y="522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27955-BD51-4F29-BF88-D1C0CE0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35" y="2490260"/>
            <a:ext cx="53655" cy="57282"/>
          </a:xfrm>
          <a:custGeom xmlns:a="http://schemas.openxmlformats.org/drawingml/2006/main">
            <a:pathLst>
              <a:path w="53655" h="57282">
                <a:moveTo>
                  <a:pt x="15540" y="36353"/>
                </a:moveTo>
                <a:lnTo>
                  <a:pt x="6539" y="57282"/>
                </a:lnTo>
                <a:lnTo>
                  <a:pt x="0" y="54500"/>
                </a:lnTo>
                <a:lnTo>
                  <a:pt x="23551" y="0"/>
                </a:lnTo>
                <a:lnTo>
                  <a:pt x="30046" y="2782"/>
                </a:lnTo>
                <a:lnTo>
                  <a:pt x="27483" y="8811"/>
                </a:lnTo>
                <a:cubicBezTo>
                  <a:pt x="29872" y="7049"/>
                  <a:pt x="32318" y="6030"/>
                  <a:pt x="34882" y="5797"/>
                </a:cubicBezTo>
                <a:cubicBezTo>
                  <a:pt x="37445" y="5564"/>
                  <a:pt x="40169" y="6030"/>
                  <a:pt x="43067" y="7282"/>
                </a:cubicBezTo>
                <a:cubicBezTo>
                  <a:pt x="47902" y="9379"/>
                  <a:pt x="50975" y="12962"/>
                  <a:pt x="52286" y="18031"/>
                </a:cubicBezTo>
                <a:cubicBezTo>
                  <a:pt x="53655" y="23143"/>
                  <a:pt x="53029" y="28779"/>
                  <a:pt x="50349" y="35042"/>
                </a:cubicBezTo>
                <a:cubicBezTo>
                  <a:pt x="47626" y="41246"/>
                  <a:pt x="43984" y="45557"/>
                  <a:pt x="39309" y="48121"/>
                </a:cubicBezTo>
                <a:cubicBezTo>
                  <a:pt x="34707" y="50626"/>
                  <a:pt x="29988" y="50859"/>
                  <a:pt x="25211" y="48747"/>
                </a:cubicBezTo>
                <a:cubicBezTo>
                  <a:pt x="22298" y="47494"/>
                  <a:pt x="20026" y="45849"/>
                  <a:pt x="18497" y="43795"/>
                </a:cubicBezTo>
                <a:cubicBezTo>
                  <a:pt x="16895" y="41814"/>
                  <a:pt x="15933" y="39309"/>
                  <a:pt x="15540" y="36353"/>
                </a:cubicBezTo>
                <a:close/>
                <a:moveTo>
                  <a:pt x="43577" y="32085"/>
                </a:moveTo>
                <a:cubicBezTo>
                  <a:pt x="45630" y="27352"/>
                  <a:pt x="46257" y="23143"/>
                  <a:pt x="45514" y="19618"/>
                </a:cubicBezTo>
                <a:cubicBezTo>
                  <a:pt x="44727" y="16035"/>
                  <a:pt x="42615" y="13530"/>
                  <a:pt x="39149" y="12059"/>
                </a:cubicBezTo>
                <a:cubicBezTo>
                  <a:pt x="35726" y="10574"/>
                  <a:pt x="32435" y="10749"/>
                  <a:pt x="29304" y="12627"/>
                </a:cubicBezTo>
                <a:cubicBezTo>
                  <a:pt x="26172" y="14506"/>
                  <a:pt x="23551" y="17798"/>
                  <a:pt x="21512" y="22575"/>
                </a:cubicBezTo>
                <a:cubicBezTo>
                  <a:pt x="19458" y="27352"/>
                  <a:pt x="18832" y="31517"/>
                  <a:pt x="19633" y="35100"/>
                </a:cubicBezTo>
                <a:cubicBezTo>
                  <a:pt x="20434" y="38625"/>
                  <a:pt x="22531" y="41188"/>
                  <a:pt x="25939" y="42659"/>
                </a:cubicBezTo>
                <a:cubicBezTo>
                  <a:pt x="29362" y="44145"/>
                  <a:pt x="32653" y="43912"/>
                  <a:pt x="35785" y="42033"/>
                </a:cubicBezTo>
                <a:cubicBezTo>
                  <a:pt x="38916" y="40212"/>
                  <a:pt x="41538" y="36862"/>
                  <a:pt x="43577" y="32085"/>
                </a:cubicBezTo>
                <a:close/>
                <a:moveTo>
                  <a:pt x="43577" y="320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0DBDE-04CA-4B95-BDDE-A9077EB1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03" y="2513636"/>
            <a:ext cx="43475" cy="47902"/>
          </a:xfrm>
          <a:custGeom xmlns:a="http://schemas.openxmlformats.org/drawingml/2006/main">
            <a:pathLst>
              <a:path w="43475" h="47902">
                <a:moveTo>
                  <a:pt x="40518" y="29187"/>
                </a:moveTo>
                <a:lnTo>
                  <a:pt x="39149" y="32377"/>
                </a:lnTo>
                <a:lnTo>
                  <a:pt x="9278" y="19516"/>
                </a:lnTo>
                <a:cubicBezTo>
                  <a:pt x="7632" y="24060"/>
                  <a:pt x="7515" y="28051"/>
                  <a:pt x="8943" y="31459"/>
                </a:cubicBezTo>
                <a:cubicBezTo>
                  <a:pt x="10312" y="34823"/>
                  <a:pt x="13210" y="37430"/>
                  <a:pt x="17477" y="39309"/>
                </a:cubicBezTo>
                <a:cubicBezTo>
                  <a:pt x="19982" y="40387"/>
                  <a:pt x="22531" y="41130"/>
                  <a:pt x="25094" y="41538"/>
                </a:cubicBezTo>
                <a:cubicBezTo>
                  <a:pt x="27716" y="41931"/>
                  <a:pt x="30440" y="41989"/>
                  <a:pt x="33294" y="41756"/>
                </a:cubicBezTo>
                <a:lnTo>
                  <a:pt x="30614" y="47902"/>
                </a:lnTo>
                <a:cubicBezTo>
                  <a:pt x="27891" y="47902"/>
                  <a:pt x="25153" y="47626"/>
                  <a:pt x="22473" y="47043"/>
                </a:cubicBezTo>
                <a:cubicBezTo>
                  <a:pt x="19808" y="46533"/>
                  <a:pt x="17244" y="45747"/>
                  <a:pt x="14739" y="44654"/>
                </a:cubicBezTo>
                <a:cubicBezTo>
                  <a:pt x="8433" y="41931"/>
                  <a:pt x="4224" y="37940"/>
                  <a:pt x="2112" y="32653"/>
                </a:cubicBezTo>
                <a:cubicBezTo>
                  <a:pt x="0" y="27425"/>
                  <a:pt x="350" y="21672"/>
                  <a:pt x="3029" y="15424"/>
                </a:cubicBezTo>
                <a:cubicBezTo>
                  <a:pt x="5811" y="8928"/>
                  <a:pt x="9787" y="4559"/>
                  <a:pt x="14914" y="2272"/>
                </a:cubicBezTo>
                <a:cubicBezTo>
                  <a:pt x="20026" y="0"/>
                  <a:pt x="25546" y="117"/>
                  <a:pt x="31474" y="2680"/>
                </a:cubicBezTo>
                <a:cubicBezTo>
                  <a:pt x="36819" y="5010"/>
                  <a:pt x="40285" y="8535"/>
                  <a:pt x="41873" y="13254"/>
                </a:cubicBezTo>
                <a:cubicBezTo>
                  <a:pt x="43475" y="18031"/>
                  <a:pt x="43023" y="23332"/>
                  <a:pt x="40518" y="29187"/>
                </a:cubicBezTo>
                <a:close/>
                <a:moveTo>
                  <a:pt x="34823" y="24526"/>
                </a:moveTo>
                <a:cubicBezTo>
                  <a:pt x="36309" y="20929"/>
                  <a:pt x="36527" y="17696"/>
                  <a:pt x="35508" y="14739"/>
                </a:cubicBezTo>
                <a:cubicBezTo>
                  <a:pt x="34488" y="11783"/>
                  <a:pt x="32377" y="9612"/>
                  <a:pt x="29187" y="8200"/>
                </a:cubicBezTo>
                <a:cubicBezTo>
                  <a:pt x="25546" y="6656"/>
                  <a:pt x="22254" y="6423"/>
                  <a:pt x="19181" y="7515"/>
                </a:cubicBezTo>
                <a:cubicBezTo>
                  <a:pt x="16108" y="8651"/>
                  <a:pt x="13603" y="10982"/>
                  <a:pt x="11666" y="14564"/>
                </a:cubicBezTo>
                <a:lnTo>
                  <a:pt x="34823" y="24526"/>
                </a:lnTo>
                <a:close/>
                <a:moveTo>
                  <a:pt x="34823" y="245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A6496-3C04-4B3A-B364-DBD917A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25" y="2516258"/>
            <a:ext cx="59962" cy="64447"/>
          </a:xfrm>
          <a:custGeom xmlns:a="http://schemas.openxmlformats.org/drawingml/2006/main">
            <a:pathLst>
              <a:path w="59962" h="64447">
                <a:moveTo>
                  <a:pt x="27308" y="8928"/>
                </a:moveTo>
                <a:lnTo>
                  <a:pt x="9612" y="49883"/>
                </a:lnTo>
                <a:lnTo>
                  <a:pt x="18264" y="53582"/>
                </a:lnTo>
                <a:cubicBezTo>
                  <a:pt x="25488" y="56714"/>
                  <a:pt x="31517" y="57398"/>
                  <a:pt x="36294" y="55578"/>
                </a:cubicBezTo>
                <a:cubicBezTo>
                  <a:pt x="41130" y="53699"/>
                  <a:pt x="45062" y="49271"/>
                  <a:pt x="48135" y="42149"/>
                </a:cubicBezTo>
                <a:cubicBezTo>
                  <a:pt x="51150" y="35100"/>
                  <a:pt x="51718" y="29187"/>
                  <a:pt x="49723" y="24454"/>
                </a:cubicBezTo>
                <a:cubicBezTo>
                  <a:pt x="47786" y="19735"/>
                  <a:pt x="43183" y="15817"/>
                  <a:pt x="35901" y="12686"/>
                </a:cubicBezTo>
                <a:lnTo>
                  <a:pt x="27308" y="8928"/>
                </a:lnTo>
                <a:close/>
                <a:moveTo>
                  <a:pt x="22706" y="0"/>
                </a:moveTo>
                <a:lnTo>
                  <a:pt x="37314" y="6365"/>
                </a:lnTo>
                <a:cubicBezTo>
                  <a:pt x="47567" y="10749"/>
                  <a:pt x="54107" y="16094"/>
                  <a:pt x="57063" y="22415"/>
                </a:cubicBezTo>
                <a:cubicBezTo>
                  <a:pt x="59962" y="28721"/>
                  <a:pt x="59510" y="36353"/>
                  <a:pt x="55636" y="45397"/>
                </a:cubicBezTo>
                <a:cubicBezTo>
                  <a:pt x="51718" y="54442"/>
                  <a:pt x="46417" y="60078"/>
                  <a:pt x="39761" y="62292"/>
                </a:cubicBezTo>
                <a:cubicBezTo>
                  <a:pt x="33163" y="64447"/>
                  <a:pt x="24745" y="63370"/>
                  <a:pt x="14623" y="58986"/>
                </a:cubicBezTo>
                <a:lnTo>
                  <a:pt x="0" y="52679"/>
                </a:lnTo>
                <a:lnTo>
                  <a:pt x="22706" y="0"/>
                </a:lnTo>
                <a:close/>
                <a:moveTo>
                  <a:pt x="2270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2DA01-5C65-4299-890A-F9830EFA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03" y="2540260"/>
            <a:ext cx="55986" cy="67302"/>
          </a:xfrm>
          <a:custGeom xmlns:a="http://schemas.openxmlformats.org/drawingml/2006/main">
            <a:pathLst>
              <a:path w="55986" h="67302">
                <a:moveTo>
                  <a:pt x="22706" y="0"/>
                </a:moveTo>
                <a:lnTo>
                  <a:pt x="55986" y="14390"/>
                </a:lnTo>
                <a:lnTo>
                  <a:pt x="53422" y="20376"/>
                </a:lnTo>
                <a:lnTo>
                  <a:pt x="27250" y="9103"/>
                </a:lnTo>
                <a:lnTo>
                  <a:pt x="20536" y="24687"/>
                </a:lnTo>
                <a:lnTo>
                  <a:pt x="45572" y="35508"/>
                </a:lnTo>
                <a:lnTo>
                  <a:pt x="43009" y="41479"/>
                </a:lnTo>
                <a:lnTo>
                  <a:pt x="17929" y="30673"/>
                </a:lnTo>
                <a:lnTo>
                  <a:pt x="9729" y="49723"/>
                </a:lnTo>
                <a:lnTo>
                  <a:pt x="36527" y="61331"/>
                </a:lnTo>
                <a:lnTo>
                  <a:pt x="33906" y="67302"/>
                </a:lnTo>
                <a:lnTo>
                  <a:pt x="0" y="52679"/>
                </a:lnTo>
                <a:lnTo>
                  <a:pt x="22706" y="0"/>
                </a:lnTo>
                <a:close/>
                <a:moveTo>
                  <a:pt x="2270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C2D5F-7666-4D65-97A0-D22FA046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597" y="2562907"/>
            <a:ext cx="54675" cy="60704"/>
          </a:xfrm>
          <a:custGeom xmlns:a="http://schemas.openxmlformats.org/drawingml/2006/main">
            <a:pathLst>
              <a:path w="54675" h="60704">
                <a:moveTo>
                  <a:pt x="54675" y="12394"/>
                </a:moveTo>
                <a:lnTo>
                  <a:pt x="51660" y="19400"/>
                </a:lnTo>
                <a:cubicBezTo>
                  <a:pt x="49548" y="16895"/>
                  <a:pt x="47393" y="14841"/>
                  <a:pt x="45281" y="13195"/>
                </a:cubicBezTo>
                <a:cubicBezTo>
                  <a:pt x="43125" y="11491"/>
                  <a:pt x="40955" y="10181"/>
                  <a:pt x="38741" y="9219"/>
                </a:cubicBezTo>
                <a:cubicBezTo>
                  <a:pt x="34882" y="7559"/>
                  <a:pt x="31517" y="6991"/>
                  <a:pt x="28794" y="7617"/>
                </a:cubicBezTo>
                <a:cubicBezTo>
                  <a:pt x="26056" y="8185"/>
                  <a:pt x="24060" y="9904"/>
                  <a:pt x="22866" y="12686"/>
                </a:cubicBezTo>
                <a:cubicBezTo>
                  <a:pt x="21847" y="15016"/>
                  <a:pt x="21788" y="17069"/>
                  <a:pt x="22706" y="18832"/>
                </a:cubicBezTo>
                <a:cubicBezTo>
                  <a:pt x="23551" y="20652"/>
                  <a:pt x="25823" y="22750"/>
                  <a:pt x="29420" y="25138"/>
                </a:cubicBezTo>
                <a:lnTo>
                  <a:pt x="33280" y="27876"/>
                </a:lnTo>
                <a:cubicBezTo>
                  <a:pt x="38173" y="31168"/>
                  <a:pt x="41305" y="34649"/>
                  <a:pt x="42790" y="38290"/>
                </a:cubicBezTo>
                <a:cubicBezTo>
                  <a:pt x="44203" y="41931"/>
                  <a:pt x="43984" y="45907"/>
                  <a:pt x="42106" y="50174"/>
                </a:cubicBezTo>
                <a:cubicBezTo>
                  <a:pt x="39936" y="55301"/>
                  <a:pt x="36527" y="58432"/>
                  <a:pt x="31969" y="59568"/>
                </a:cubicBezTo>
                <a:cubicBezTo>
                  <a:pt x="27425" y="60704"/>
                  <a:pt x="21847" y="59903"/>
                  <a:pt x="15249" y="57005"/>
                </a:cubicBezTo>
                <a:cubicBezTo>
                  <a:pt x="12744" y="55986"/>
                  <a:pt x="10239" y="54558"/>
                  <a:pt x="7675" y="52738"/>
                </a:cubicBezTo>
                <a:cubicBezTo>
                  <a:pt x="5127" y="50975"/>
                  <a:pt x="2563" y="48864"/>
                  <a:pt x="0" y="46475"/>
                </a:cubicBezTo>
                <a:lnTo>
                  <a:pt x="3190" y="39135"/>
                </a:lnTo>
                <a:cubicBezTo>
                  <a:pt x="5403" y="41989"/>
                  <a:pt x="7675" y="44436"/>
                  <a:pt x="10122" y="46475"/>
                </a:cubicBezTo>
                <a:cubicBezTo>
                  <a:pt x="12511" y="48529"/>
                  <a:pt x="15074" y="50058"/>
                  <a:pt x="17754" y="51252"/>
                </a:cubicBezTo>
                <a:cubicBezTo>
                  <a:pt x="21788" y="53014"/>
                  <a:pt x="25313" y="53539"/>
                  <a:pt x="28226" y="52912"/>
                </a:cubicBezTo>
                <a:cubicBezTo>
                  <a:pt x="31124" y="52286"/>
                  <a:pt x="33163" y="50466"/>
                  <a:pt x="34474" y="47509"/>
                </a:cubicBezTo>
                <a:cubicBezTo>
                  <a:pt x="35552" y="44946"/>
                  <a:pt x="35668" y="42557"/>
                  <a:pt x="34707" y="40387"/>
                </a:cubicBezTo>
                <a:cubicBezTo>
                  <a:pt x="33731" y="38290"/>
                  <a:pt x="31634" y="36061"/>
                  <a:pt x="28328" y="33731"/>
                </a:cubicBezTo>
                <a:lnTo>
                  <a:pt x="24352" y="31066"/>
                </a:lnTo>
                <a:cubicBezTo>
                  <a:pt x="19458" y="27701"/>
                  <a:pt x="16327" y="24410"/>
                  <a:pt x="14958" y="21104"/>
                </a:cubicBezTo>
                <a:cubicBezTo>
                  <a:pt x="13545" y="17798"/>
                  <a:pt x="13705" y="14157"/>
                  <a:pt x="15467" y="10122"/>
                </a:cubicBezTo>
                <a:cubicBezTo>
                  <a:pt x="17463" y="5462"/>
                  <a:pt x="20711" y="2505"/>
                  <a:pt x="25153" y="1253"/>
                </a:cubicBezTo>
                <a:cubicBezTo>
                  <a:pt x="29580" y="0"/>
                  <a:pt x="34649" y="626"/>
                  <a:pt x="40387" y="3073"/>
                </a:cubicBezTo>
                <a:cubicBezTo>
                  <a:pt x="42892" y="4151"/>
                  <a:pt x="45281" y="5462"/>
                  <a:pt x="47669" y="7049"/>
                </a:cubicBezTo>
                <a:cubicBezTo>
                  <a:pt x="50072" y="8593"/>
                  <a:pt x="52403" y="10414"/>
                  <a:pt x="54675" y="12394"/>
                </a:cubicBezTo>
                <a:close/>
                <a:moveTo>
                  <a:pt x="54675" y="123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B2463-2A60-418B-9419-93CDB5E5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38" y="2579744"/>
            <a:ext cx="52330" cy="55752"/>
          </a:xfrm>
          <a:custGeom xmlns:a="http://schemas.openxmlformats.org/drawingml/2006/main">
            <a:pathLst>
              <a:path w="52330" h="55752">
                <a:moveTo>
                  <a:pt x="27366" y="8928"/>
                </a:moveTo>
                <a:lnTo>
                  <a:pt x="18832" y="28736"/>
                </a:lnTo>
                <a:lnTo>
                  <a:pt x="27760" y="32595"/>
                </a:lnTo>
                <a:cubicBezTo>
                  <a:pt x="31051" y="34022"/>
                  <a:pt x="34022" y="34314"/>
                  <a:pt x="36571" y="33338"/>
                </a:cubicBezTo>
                <a:cubicBezTo>
                  <a:pt x="39076" y="32435"/>
                  <a:pt x="41072" y="30381"/>
                  <a:pt x="42441" y="27192"/>
                </a:cubicBezTo>
                <a:cubicBezTo>
                  <a:pt x="43795" y="24002"/>
                  <a:pt x="43912" y="21220"/>
                  <a:pt x="42892" y="18715"/>
                </a:cubicBezTo>
                <a:cubicBezTo>
                  <a:pt x="41814" y="16210"/>
                  <a:pt x="39586" y="14288"/>
                  <a:pt x="36294" y="12802"/>
                </a:cubicBezTo>
                <a:lnTo>
                  <a:pt x="27366" y="8928"/>
                </a:lnTo>
                <a:close/>
                <a:moveTo>
                  <a:pt x="22750" y="0"/>
                </a:moveTo>
                <a:lnTo>
                  <a:pt x="38858" y="6947"/>
                </a:lnTo>
                <a:cubicBezTo>
                  <a:pt x="44713" y="9496"/>
                  <a:pt x="48631" y="12802"/>
                  <a:pt x="50466" y="16720"/>
                </a:cubicBezTo>
                <a:cubicBezTo>
                  <a:pt x="52330" y="20711"/>
                  <a:pt x="52170" y="25255"/>
                  <a:pt x="49941" y="30440"/>
                </a:cubicBezTo>
                <a:cubicBezTo>
                  <a:pt x="47728" y="35610"/>
                  <a:pt x="44480" y="38916"/>
                  <a:pt x="40329" y="40227"/>
                </a:cubicBezTo>
                <a:cubicBezTo>
                  <a:pt x="36178" y="41596"/>
                  <a:pt x="31110" y="41013"/>
                  <a:pt x="25255" y="38465"/>
                </a:cubicBezTo>
                <a:lnTo>
                  <a:pt x="16268" y="34590"/>
                </a:lnTo>
                <a:lnTo>
                  <a:pt x="7166" y="55752"/>
                </a:lnTo>
                <a:lnTo>
                  <a:pt x="0" y="52679"/>
                </a:lnTo>
                <a:lnTo>
                  <a:pt x="22750" y="0"/>
                </a:lnTo>
                <a:close/>
                <a:moveTo>
                  <a:pt x="227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618BA-810A-4CCF-9FC0-348561C1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23" y="2596245"/>
            <a:ext cx="30163" cy="57631"/>
          </a:xfrm>
          <a:custGeom xmlns:a="http://schemas.openxmlformats.org/drawingml/2006/main">
            <a:pathLst>
              <a:path w="30163" h="57631">
                <a:moveTo>
                  <a:pt x="23667" y="0"/>
                </a:moveTo>
                <a:lnTo>
                  <a:pt x="30163" y="2782"/>
                </a:lnTo>
                <a:lnTo>
                  <a:pt x="6496" y="57631"/>
                </a:lnTo>
                <a:lnTo>
                  <a:pt x="0" y="54835"/>
                </a:lnTo>
                <a:lnTo>
                  <a:pt x="23667" y="0"/>
                </a:lnTo>
                <a:close/>
                <a:moveTo>
                  <a:pt x="2366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7938B-1C90-439A-B28E-BE355F7A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981" y="2619971"/>
            <a:ext cx="46373" cy="53757"/>
          </a:xfrm>
          <a:custGeom xmlns:a="http://schemas.openxmlformats.org/drawingml/2006/main">
            <a:pathLst>
              <a:path w="46373" h="53757">
                <a:moveTo>
                  <a:pt x="2957" y="23886"/>
                </a:moveTo>
                <a:lnTo>
                  <a:pt x="13254" y="0"/>
                </a:lnTo>
                <a:lnTo>
                  <a:pt x="19749" y="2782"/>
                </a:lnTo>
                <a:lnTo>
                  <a:pt x="9554" y="26449"/>
                </a:lnTo>
                <a:cubicBezTo>
                  <a:pt x="7967" y="30207"/>
                  <a:pt x="7457" y="33338"/>
                  <a:pt x="8083" y="35843"/>
                </a:cubicBezTo>
                <a:cubicBezTo>
                  <a:pt x="8768" y="38348"/>
                  <a:pt x="10530" y="40227"/>
                  <a:pt x="13428" y="41465"/>
                </a:cubicBezTo>
                <a:cubicBezTo>
                  <a:pt x="16953" y="42950"/>
                  <a:pt x="20201" y="43067"/>
                  <a:pt x="23216" y="41698"/>
                </a:cubicBezTo>
                <a:cubicBezTo>
                  <a:pt x="26172" y="40329"/>
                  <a:pt x="28503" y="37722"/>
                  <a:pt x="30207" y="33848"/>
                </a:cubicBezTo>
                <a:lnTo>
                  <a:pt x="39877" y="11491"/>
                </a:lnTo>
                <a:lnTo>
                  <a:pt x="46373" y="14273"/>
                </a:lnTo>
                <a:lnTo>
                  <a:pt x="29304" y="53757"/>
                </a:lnTo>
                <a:lnTo>
                  <a:pt x="22822" y="50975"/>
                </a:lnTo>
                <a:lnTo>
                  <a:pt x="25429" y="44887"/>
                </a:lnTo>
                <a:cubicBezTo>
                  <a:pt x="22822" y="46591"/>
                  <a:pt x="20259" y="47611"/>
                  <a:pt x="17637" y="47902"/>
                </a:cubicBezTo>
                <a:cubicBezTo>
                  <a:pt x="15074" y="48121"/>
                  <a:pt x="12409" y="47669"/>
                  <a:pt x="9612" y="46475"/>
                </a:cubicBezTo>
                <a:cubicBezTo>
                  <a:pt x="5127" y="44538"/>
                  <a:pt x="2272" y="41640"/>
                  <a:pt x="1136" y="37824"/>
                </a:cubicBezTo>
                <a:cubicBezTo>
                  <a:pt x="0" y="33964"/>
                  <a:pt x="626" y="29347"/>
                  <a:pt x="2957" y="23886"/>
                </a:cubicBezTo>
                <a:close/>
                <a:moveTo>
                  <a:pt x="2957" y="23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C42A2-DDE8-4532-B2B9-AD589CB7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13" y="2642720"/>
            <a:ext cx="53131" cy="60937"/>
          </a:xfrm>
          <a:custGeom xmlns:a="http://schemas.openxmlformats.org/drawingml/2006/main">
            <a:pathLst>
              <a:path w="53131" h="60937">
                <a:moveTo>
                  <a:pt x="38348" y="27818"/>
                </a:moveTo>
                <a:cubicBezTo>
                  <a:pt x="40387" y="23099"/>
                  <a:pt x="40955" y="19065"/>
                  <a:pt x="40169" y="15598"/>
                </a:cubicBezTo>
                <a:cubicBezTo>
                  <a:pt x="39309" y="12176"/>
                  <a:pt x="37154" y="9729"/>
                  <a:pt x="33673" y="8200"/>
                </a:cubicBezTo>
                <a:cubicBezTo>
                  <a:pt x="30207" y="6714"/>
                  <a:pt x="26900" y="6831"/>
                  <a:pt x="23842" y="8593"/>
                </a:cubicBezTo>
                <a:cubicBezTo>
                  <a:pt x="20827" y="10355"/>
                  <a:pt x="18264" y="13545"/>
                  <a:pt x="16210" y="18264"/>
                </a:cubicBezTo>
                <a:cubicBezTo>
                  <a:pt x="14215" y="22924"/>
                  <a:pt x="13589" y="26973"/>
                  <a:pt x="14448" y="30381"/>
                </a:cubicBezTo>
                <a:cubicBezTo>
                  <a:pt x="15249" y="33848"/>
                  <a:pt x="17404" y="36294"/>
                  <a:pt x="20871" y="37780"/>
                </a:cubicBezTo>
                <a:cubicBezTo>
                  <a:pt x="24410" y="39324"/>
                  <a:pt x="27643" y="39207"/>
                  <a:pt x="30716" y="37445"/>
                </a:cubicBezTo>
                <a:cubicBezTo>
                  <a:pt x="33789" y="35683"/>
                  <a:pt x="36294" y="32493"/>
                  <a:pt x="38348" y="27818"/>
                </a:cubicBezTo>
                <a:close/>
                <a:moveTo>
                  <a:pt x="38232" y="45922"/>
                </a:moveTo>
                <a:cubicBezTo>
                  <a:pt x="35333" y="52636"/>
                  <a:pt x="31692" y="56947"/>
                  <a:pt x="27250" y="58942"/>
                </a:cubicBezTo>
                <a:cubicBezTo>
                  <a:pt x="22866" y="60937"/>
                  <a:pt x="17579" y="60646"/>
                  <a:pt x="11433" y="57981"/>
                </a:cubicBezTo>
                <a:cubicBezTo>
                  <a:pt x="9161" y="57005"/>
                  <a:pt x="7049" y="55869"/>
                  <a:pt x="5170" y="54675"/>
                </a:cubicBezTo>
                <a:cubicBezTo>
                  <a:pt x="3292" y="53480"/>
                  <a:pt x="1588" y="52111"/>
                  <a:pt x="0" y="50582"/>
                </a:cubicBezTo>
                <a:lnTo>
                  <a:pt x="2724" y="44261"/>
                </a:lnTo>
                <a:cubicBezTo>
                  <a:pt x="4151" y="46082"/>
                  <a:pt x="5738" y="47684"/>
                  <a:pt x="7340" y="48995"/>
                </a:cubicBezTo>
                <a:cubicBezTo>
                  <a:pt x="8986" y="50291"/>
                  <a:pt x="10807" y="51325"/>
                  <a:pt x="12744" y="52170"/>
                </a:cubicBezTo>
                <a:cubicBezTo>
                  <a:pt x="16953" y="53990"/>
                  <a:pt x="20652" y="54281"/>
                  <a:pt x="23725" y="52971"/>
                </a:cubicBezTo>
                <a:cubicBezTo>
                  <a:pt x="26798" y="51660"/>
                  <a:pt x="29304" y="48762"/>
                  <a:pt x="31226" y="44261"/>
                </a:cubicBezTo>
                <a:lnTo>
                  <a:pt x="32595" y="41086"/>
                </a:lnTo>
                <a:cubicBezTo>
                  <a:pt x="30265" y="42790"/>
                  <a:pt x="27818" y="43810"/>
                  <a:pt x="25196" y="44043"/>
                </a:cubicBezTo>
                <a:cubicBezTo>
                  <a:pt x="22648" y="44319"/>
                  <a:pt x="19851" y="43810"/>
                  <a:pt x="16953" y="42557"/>
                </a:cubicBezTo>
                <a:cubicBezTo>
                  <a:pt x="12118" y="40460"/>
                  <a:pt x="8986" y="36921"/>
                  <a:pt x="7617" y="31983"/>
                </a:cubicBezTo>
                <a:cubicBezTo>
                  <a:pt x="6263" y="26973"/>
                  <a:pt x="6889" y="21453"/>
                  <a:pt x="9554" y="15365"/>
                </a:cubicBezTo>
                <a:cubicBezTo>
                  <a:pt x="12176" y="9278"/>
                  <a:pt x="15759" y="5010"/>
                  <a:pt x="20303" y="2563"/>
                </a:cubicBezTo>
                <a:cubicBezTo>
                  <a:pt x="24861" y="175"/>
                  <a:pt x="29580" y="0"/>
                  <a:pt x="34416" y="2112"/>
                </a:cubicBezTo>
                <a:cubicBezTo>
                  <a:pt x="37314" y="3364"/>
                  <a:pt x="39601" y="5010"/>
                  <a:pt x="41188" y="7064"/>
                </a:cubicBezTo>
                <a:cubicBezTo>
                  <a:pt x="42776" y="9103"/>
                  <a:pt x="43751" y="11608"/>
                  <a:pt x="44086" y="14506"/>
                </a:cubicBezTo>
                <a:lnTo>
                  <a:pt x="46650" y="8535"/>
                </a:lnTo>
                <a:lnTo>
                  <a:pt x="53131" y="11331"/>
                </a:lnTo>
                <a:lnTo>
                  <a:pt x="38232" y="45922"/>
                </a:lnTo>
                <a:close/>
                <a:moveTo>
                  <a:pt x="38232" y="459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70CF0-3C5C-416F-9DB3-330A5715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45" y="2644424"/>
            <a:ext cx="30221" cy="57690"/>
          </a:xfrm>
          <a:custGeom xmlns:a="http://schemas.openxmlformats.org/drawingml/2006/main">
            <a:pathLst>
              <a:path w="30221" h="57690">
                <a:moveTo>
                  <a:pt x="17069" y="15365"/>
                </a:moveTo>
                <a:lnTo>
                  <a:pt x="23565" y="18162"/>
                </a:lnTo>
                <a:lnTo>
                  <a:pt x="6554" y="57690"/>
                </a:lnTo>
                <a:lnTo>
                  <a:pt x="0" y="54849"/>
                </a:lnTo>
                <a:lnTo>
                  <a:pt x="17069" y="15365"/>
                </a:lnTo>
                <a:close/>
                <a:moveTo>
                  <a:pt x="23725" y="0"/>
                </a:moveTo>
                <a:lnTo>
                  <a:pt x="30221" y="2796"/>
                </a:lnTo>
                <a:lnTo>
                  <a:pt x="26638" y="11040"/>
                </a:lnTo>
                <a:lnTo>
                  <a:pt x="20143" y="8258"/>
                </a:lnTo>
                <a:lnTo>
                  <a:pt x="23725" y="0"/>
                </a:lnTo>
                <a:close/>
                <a:moveTo>
                  <a:pt x="2372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7E706-2706-4BAE-B461-4500245D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311" y="2668383"/>
            <a:ext cx="46300" cy="53757"/>
          </a:xfrm>
          <a:custGeom xmlns:a="http://schemas.openxmlformats.org/drawingml/2006/main">
            <a:pathLst>
              <a:path w="46300" h="53757">
                <a:moveTo>
                  <a:pt x="43344" y="29930"/>
                </a:moveTo>
                <a:lnTo>
                  <a:pt x="33047" y="53757"/>
                </a:lnTo>
                <a:lnTo>
                  <a:pt x="26565" y="50917"/>
                </a:lnTo>
                <a:lnTo>
                  <a:pt x="36746" y="27308"/>
                </a:lnTo>
                <a:cubicBezTo>
                  <a:pt x="38392" y="23609"/>
                  <a:pt x="38858" y="20478"/>
                  <a:pt x="38232" y="17972"/>
                </a:cubicBezTo>
                <a:cubicBezTo>
                  <a:pt x="37547" y="15526"/>
                  <a:pt x="35785" y="13661"/>
                  <a:pt x="32828" y="12409"/>
                </a:cubicBezTo>
                <a:cubicBezTo>
                  <a:pt x="29347" y="10865"/>
                  <a:pt x="26114" y="10807"/>
                  <a:pt x="23099" y="12176"/>
                </a:cubicBezTo>
                <a:cubicBezTo>
                  <a:pt x="20128" y="13487"/>
                  <a:pt x="17798" y="16094"/>
                  <a:pt x="16152" y="19968"/>
                </a:cubicBezTo>
                <a:lnTo>
                  <a:pt x="6481" y="42266"/>
                </a:lnTo>
                <a:lnTo>
                  <a:pt x="0" y="39484"/>
                </a:lnTo>
                <a:lnTo>
                  <a:pt x="17011" y="0"/>
                </a:lnTo>
                <a:lnTo>
                  <a:pt x="23551" y="2782"/>
                </a:lnTo>
                <a:lnTo>
                  <a:pt x="20871" y="8928"/>
                </a:lnTo>
                <a:cubicBezTo>
                  <a:pt x="23492" y="7224"/>
                  <a:pt x="26056" y="6263"/>
                  <a:pt x="28663" y="5971"/>
                </a:cubicBezTo>
                <a:cubicBezTo>
                  <a:pt x="31284" y="5695"/>
                  <a:pt x="33964" y="6146"/>
                  <a:pt x="36746" y="7340"/>
                </a:cubicBezTo>
                <a:cubicBezTo>
                  <a:pt x="41246" y="9336"/>
                  <a:pt x="44086" y="12176"/>
                  <a:pt x="45222" y="15992"/>
                </a:cubicBezTo>
                <a:cubicBezTo>
                  <a:pt x="46300" y="19793"/>
                  <a:pt x="45674" y="24468"/>
                  <a:pt x="43344" y="29930"/>
                </a:cubicBezTo>
                <a:close/>
                <a:moveTo>
                  <a:pt x="43344" y="29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377CD-2EC8-4919-8EAA-E375918D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237" y="2719125"/>
            <a:ext cx="11273" cy="12176"/>
          </a:xfrm>
          <a:custGeom xmlns:a="http://schemas.openxmlformats.org/drawingml/2006/main">
            <a:pathLst>
              <a:path w="11273" h="12176">
                <a:moveTo>
                  <a:pt x="3874" y="0"/>
                </a:moveTo>
                <a:lnTo>
                  <a:pt x="11273" y="3248"/>
                </a:lnTo>
                <a:lnTo>
                  <a:pt x="7399" y="12176"/>
                </a:lnTo>
                <a:lnTo>
                  <a:pt x="0" y="9001"/>
                </a:lnTo>
                <a:lnTo>
                  <a:pt x="3874" y="0"/>
                </a:lnTo>
                <a:close/>
                <a:moveTo>
                  <a:pt x="38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4542A-FF8A-4C09-AA77-C045E178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642" y="2690229"/>
            <a:ext cx="56262" cy="61214"/>
          </a:xfrm>
          <a:custGeom xmlns:a="http://schemas.openxmlformats.org/drawingml/2006/main">
            <a:pathLst>
              <a:path w="56262" h="61214">
                <a:moveTo>
                  <a:pt x="56262" y="15933"/>
                </a:moveTo>
                <a:lnTo>
                  <a:pt x="53014" y="23434"/>
                </a:lnTo>
                <a:cubicBezTo>
                  <a:pt x="51602" y="20201"/>
                  <a:pt x="49781" y="17404"/>
                  <a:pt x="47553" y="15132"/>
                </a:cubicBezTo>
                <a:cubicBezTo>
                  <a:pt x="45281" y="12860"/>
                  <a:pt x="42674" y="11098"/>
                  <a:pt x="39601" y="9729"/>
                </a:cubicBezTo>
                <a:cubicBezTo>
                  <a:pt x="33556" y="7166"/>
                  <a:pt x="28153" y="6991"/>
                  <a:pt x="23376" y="9278"/>
                </a:cubicBezTo>
                <a:cubicBezTo>
                  <a:pt x="18599" y="11608"/>
                  <a:pt x="14739" y="16210"/>
                  <a:pt x="11710" y="23157"/>
                </a:cubicBezTo>
                <a:cubicBezTo>
                  <a:pt x="8695" y="30090"/>
                  <a:pt x="8025" y="36120"/>
                  <a:pt x="9612" y="41188"/>
                </a:cubicBezTo>
                <a:cubicBezTo>
                  <a:pt x="11258" y="46257"/>
                  <a:pt x="15074" y="50072"/>
                  <a:pt x="21046" y="52679"/>
                </a:cubicBezTo>
                <a:cubicBezTo>
                  <a:pt x="24119" y="53990"/>
                  <a:pt x="27250" y="54675"/>
                  <a:pt x="30440" y="54733"/>
                </a:cubicBezTo>
                <a:cubicBezTo>
                  <a:pt x="33615" y="54791"/>
                  <a:pt x="36921" y="54223"/>
                  <a:pt x="40271" y="53029"/>
                </a:cubicBezTo>
                <a:lnTo>
                  <a:pt x="37037" y="60471"/>
                </a:lnTo>
                <a:cubicBezTo>
                  <a:pt x="33848" y="61098"/>
                  <a:pt x="30658" y="61214"/>
                  <a:pt x="27483" y="60879"/>
                </a:cubicBezTo>
                <a:cubicBezTo>
                  <a:pt x="24352" y="60530"/>
                  <a:pt x="21220" y="59685"/>
                  <a:pt x="18147" y="58316"/>
                </a:cubicBezTo>
                <a:cubicBezTo>
                  <a:pt x="10181" y="54908"/>
                  <a:pt x="4952" y="49723"/>
                  <a:pt x="2447" y="42892"/>
                </a:cubicBezTo>
                <a:cubicBezTo>
                  <a:pt x="0" y="36018"/>
                  <a:pt x="568" y="28386"/>
                  <a:pt x="4209" y="19910"/>
                </a:cubicBezTo>
                <a:cubicBezTo>
                  <a:pt x="7850" y="11491"/>
                  <a:pt x="13021" y="5797"/>
                  <a:pt x="19676" y="2898"/>
                </a:cubicBezTo>
                <a:cubicBezTo>
                  <a:pt x="26391" y="0"/>
                  <a:pt x="33731" y="291"/>
                  <a:pt x="41698" y="3699"/>
                </a:cubicBezTo>
                <a:cubicBezTo>
                  <a:pt x="44829" y="5068"/>
                  <a:pt x="47611" y="6772"/>
                  <a:pt x="50058" y="8811"/>
                </a:cubicBezTo>
                <a:cubicBezTo>
                  <a:pt x="52505" y="10865"/>
                  <a:pt x="54558" y="13195"/>
                  <a:pt x="56262" y="15933"/>
                </a:cubicBezTo>
                <a:close/>
                <a:moveTo>
                  <a:pt x="56262" y="159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CB42D-4494-4127-B1F4-8BFB5693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957" y="2706847"/>
            <a:ext cx="62569" cy="69865"/>
          </a:xfrm>
          <a:custGeom xmlns:a="http://schemas.openxmlformats.org/drawingml/2006/main">
            <a:pathLst>
              <a:path w="62569" h="69865">
                <a:moveTo>
                  <a:pt x="22750" y="0"/>
                </a:moveTo>
                <a:lnTo>
                  <a:pt x="32304" y="4151"/>
                </a:lnTo>
                <a:lnTo>
                  <a:pt x="36629" y="58258"/>
                </a:lnTo>
                <a:lnTo>
                  <a:pt x="55636" y="14215"/>
                </a:lnTo>
                <a:lnTo>
                  <a:pt x="62569" y="17230"/>
                </a:lnTo>
                <a:lnTo>
                  <a:pt x="39819" y="69865"/>
                </a:lnTo>
                <a:lnTo>
                  <a:pt x="30265" y="65700"/>
                </a:lnTo>
                <a:lnTo>
                  <a:pt x="25939" y="11608"/>
                </a:lnTo>
                <a:lnTo>
                  <a:pt x="6933" y="55636"/>
                </a:lnTo>
                <a:lnTo>
                  <a:pt x="0" y="52679"/>
                </a:lnTo>
                <a:lnTo>
                  <a:pt x="22750" y="0"/>
                </a:lnTo>
                <a:close/>
                <a:moveTo>
                  <a:pt x="227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C691C-E8D8-4979-AD68-6F327BCA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947" y="2730165"/>
            <a:ext cx="62569" cy="69865"/>
          </a:xfrm>
          <a:custGeom xmlns:a="http://schemas.openxmlformats.org/drawingml/2006/main">
            <a:pathLst>
              <a:path w="62569" h="69865">
                <a:moveTo>
                  <a:pt x="22750" y="0"/>
                </a:moveTo>
                <a:lnTo>
                  <a:pt x="32304" y="4151"/>
                </a:lnTo>
                <a:lnTo>
                  <a:pt x="36688" y="58258"/>
                </a:lnTo>
                <a:lnTo>
                  <a:pt x="55694" y="14229"/>
                </a:lnTo>
                <a:lnTo>
                  <a:pt x="62569" y="17244"/>
                </a:lnTo>
                <a:lnTo>
                  <a:pt x="39877" y="69865"/>
                </a:lnTo>
                <a:lnTo>
                  <a:pt x="30265" y="65715"/>
                </a:lnTo>
                <a:lnTo>
                  <a:pt x="25939" y="11608"/>
                </a:lnTo>
                <a:lnTo>
                  <a:pt x="6933" y="55636"/>
                </a:lnTo>
                <a:lnTo>
                  <a:pt x="0" y="52679"/>
                </a:lnTo>
                <a:lnTo>
                  <a:pt x="22750" y="0"/>
                </a:lnTo>
                <a:close/>
                <a:moveTo>
                  <a:pt x="227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81B69-D34E-4C80-A0BD-13BD10C6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63" y="2161469"/>
            <a:ext cx="53364" cy="55126"/>
          </a:xfrm>
          <a:custGeom xmlns:a="http://schemas.openxmlformats.org/drawingml/2006/main">
            <a:pathLst>
              <a:path w="53364" h="55126">
                <a:moveTo>
                  <a:pt x="28779" y="9044"/>
                </a:moveTo>
                <a:lnTo>
                  <a:pt x="19575" y="28561"/>
                </a:lnTo>
                <a:lnTo>
                  <a:pt x="28386" y="32712"/>
                </a:lnTo>
                <a:cubicBezTo>
                  <a:pt x="31634" y="34255"/>
                  <a:pt x="34590" y="34590"/>
                  <a:pt x="37154" y="33746"/>
                </a:cubicBezTo>
                <a:cubicBezTo>
                  <a:pt x="39703" y="32945"/>
                  <a:pt x="41756" y="30949"/>
                  <a:pt x="43242" y="27818"/>
                </a:cubicBezTo>
                <a:cubicBezTo>
                  <a:pt x="44713" y="24701"/>
                  <a:pt x="44946" y="21905"/>
                  <a:pt x="43970" y="19342"/>
                </a:cubicBezTo>
                <a:cubicBezTo>
                  <a:pt x="42950" y="16851"/>
                  <a:pt x="40853" y="14797"/>
                  <a:pt x="37605" y="13254"/>
                </a:cubicBezTo>
                <a:lnTo>
                  <a:pt x="28779" y="9044"/>
                </a:lnTo>
                <a:close/>
                <a:moveTo>
                  <a:pt x="24468" y="0"/>
                </a:moveTo>
                <a:lnTo>
                  <a:pt x="40329" y="7457"/>
                </a:lnTo>
                <a:cubicBezTo>
                  <a:pt x="46140" y="10239"/>
                  <a:pt x="49898" y="13603"/>
                  <a:pt x="51602" y="17637"/>
                </a:cubicBezTo>
                <a:cubicBezTo>
                  <a:pt x="53364" y="21686"/>
                  <a:pt x="53029" y="26230"/>
                  <a:pt x="50626" y="31299"/>
                </a:cubicBezTo>
                <a:cubicBezTo>
                  <a:pt x="48179" y="36411"/>
                  <a:pt x="44887" y="39601"/>
                  <a:pt x="40678" y="40795"/>
                </a:cubicBezTo>
                <a:cubicBezTo>
                  <a:pt x="36469" y="41989"/>
                  <a:pt x="31459" y="41246"/>
                  <a:pt x="25662" y="38465"/>
                </a:cubicBezTo>
                <a:lnTo>
                  <a:pt x="16836" y="34314"/>
                </a:lnTo>
                <a:lnTo>
                  <a:pt x="6991" y="55126"/>
                </a:lnTo>
                <a:lnTo>
                  <a:pt x="0" y="51835"/>
                </a:lnTo>
                <a:lnTo>
                  <a:pt x="24468" y="0"/>
                </a:lnTo>
                <a:close/>
                <a:moveTo>
                  <a:pt x="244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BB6F1-D248-4F94-93E0-9C9EB73C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87" y="2179281"/>
            <a:ext cx="46999" cy="69472"/>
          </a:xfrm>
          <a:custGeom xmlns:a="http://schemas.openxmlformats.org/drawingml/2006/main">
            <a:pathLst>
              <a:path w="46999" h="69472">
                <a:moveTo>
                  <a:pt x="43693" y="45965"/>
                </a:moveTo>
                <a:lnTo>
                  <a:pt x="32595" y="69472"/>
                </a:lnTo>
                <a:lnTo>
                  <a:pt x="26172" y="66399"/>
                </a:lnTo>
                <a:lnTo>
                  <a:pt x="37212" y="43183"/>
                </a:lnTo>
                <a:cubicBezTo>
                  <a:pt x="38916" y="39484"/>
                  <a:pt x="39484" y="36411"/>
                  <a:pt x="38916" y="33906"/>
                </a:cubicBezTo>
                <a:cubicBezTo>
                  <a:pt x="38348" y="31343"/>
                  <a:pt x="36644" y="29464"/>
                  <a:pt x="33789" y="28109"/>
                </a:cubicBezTo>
                <a:cubicBezTo>
                  <a:pt x="30323" y="26449"/>
                  <a:pt x="27090" y="26289"/>
                  <a:pt x="24060" y="27541"/>
                </a:cubicBezTo>
                <a:cubicBezTo>
                  <a:pt x="21002" y="28794"/>
                  <a:pt x="18613" y="31284"/>
                  <a:pt x="16778" y="35100"/>
                </a:cubicBezTo>
                <a:lnTo>
                  <a:pt x="6437" y="57063"/>
                </a:lnTo>
                <a:lnTo>
                  <a:pt x="0" y="54048"/>
                </a:lnTo>
                <a:lnTo>
                  <a:pt x="25546" y="0"/>
                </a:lnTo>
                <a:lnTo>
                  <a:pt x="31969" y="3073"/>
                </a:lnTo>
                <a:lnTo>
                  <a:pt x="21963" y="24235"/>
                </a:lnTo>
                <a:cubicBezTo>
                  <a:pt x="24585" y="22648"/>
                  <a:pt x="27192" y="21730"/>
                  <a:pt x="29813" y="21555"/>
                </a:cubicBezTo>
                <a:cubicBezTo>
                  <a:pt x="32435" y="21395"/>
                  <a:pt x="35100" y="21905"/>
                  <a:pt x="37838" y="23216"/>
                </a:cubicBezTo>
                <a:cubicBezTo>
                  <a:pt x="42266" y="25313"/>
                  <a:pt x="45004" y="28269"/>
                  <a:pt x="45965" y="32144"/>
                </a:cubicBezTo>
                <a:cubicBezTo>
                  <a:pt x="46999" y="36018"/>
                  <a:pt x="46198" y="40620"/>
                  <a:pt x="43693" y="45965"/>
                </a:cubicBezTo>
                <a:close/>
                <a:moveTo>
                  <a:pt x="43693" y="459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46ABB-2EBD-4E7E-84CB-C6770671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89" y="2219159"/>
            <a:ext cx="43300" cy="46591"/>
          </a:xfrm>
          <a:custGeom xmlns:a="http://schemas.openxmlformats.org/drawingml/2006/main">
            <a:pathLst>
              <a:path w="43300" h="46591">
                <a:moveTo>
                  <a:pt x="28736" y="8316"/>
                </a:moveTo>
                <a:cubicBezTo>
                  <a:pt x="25327" y="6656"/>
                  <a:pt x="21963" y="6714"/>
                  <a:pt x="18715" y="8476"/>
                </a:cubicBezTo>
                <a:cubicBezTo>
                  <a:pt x="15482" y="10181"/>
                  <a:pt x="12744" y="13370"/>
                  <a:pt x="10530" y="18045"/>
                </a:cubicBezTo>
                <a:cubicBezTo>
                  <a:pt x="8360" y="22706"/>
                  <a:pt x="7632" y="26798"/>
                  <a:pt x="8316" y="30440"/>
                </a:cubicBezTo>
                <a:cubicBezTo>
                  <a:pt x="9044" y="34022"/>
                  <a:pt x="11098" y="36644"/>
                  <a:pt x="14564" y="38290"/>
                </a:cubicBezTo>
                <a:cubicBezTo>
                  <a:pt x="17987" y="39892"/>
                  <a:pt x="21279" y="39834"/>
                  <a:pt x="24585" y="38071"/>
                </a:cubicBezTo>
                <a:cubicBezTo>
                  <a:pt x="27818" y="36353"/>
                  <a:pt x="30556" y="33178"/>
                  <a:pt x="32712" y="28503"/>
                </a:cubicBezTo>
                <a:cubicBezTo>
                  <a:pt x="34940" y="23900"/>
                  <a:pt x="35625" y="19808"/>
                  <a:pt x="34940" y="16166"/>
                </a:cubicBezTo>
                <a:cubicBezTo>
                  <a:pt x="34197" y="12525"/>
                  <a:pt x="32144" y="9904"/>
                  <a:pt x="28736" y="8316"/>
                </a:cubicBezTo>
                <a:close/>
                <a:moveTo>
                  <a:pt x="31299" y="2898"/>
                </a:moveTo>
                <a:cubicBezTo>
                  <a:pt x="36862" y="5520"/>
                  <a:pt x="40343" y="9394"/>
                  <a:pt x="41814" y="14506"/>
                </a:cubicBezTo>
                <a:cubicBezTo>
                  <a:pt x="43300" y="19575"/>
                  <a:pt x="42499" y="25327"/>
                  <a:pt x="39484" y="31750"/>
                </a:cubicBezTo>
                <a:cubicBezTo>
                  <a:pt x="36527" y="38115"/>
                  <a:pt x="32551" y="42324"/>
                  <a:pt x="27658" y="44494"/>
                </a:cubicBezTo>
                <a:cubicBezTo>
                  <a:pt x="22764" y="46591"/>
                  <a:pt x="17579" y="46315"/>
                  <a:pt x="12001" y="43693"/>
                </a:cubicBezTo>
                <a:cubicBezTo>
                  <a:pt x="6437" y="41086"/>
                  <a:pt x="2898" y="37212"/>
                  <a:pt x="1486" y="32085"/>
                </a:cubicBezTo>
                <a:cubicBezTo>
                  <a:pt x="0" y="26973"/>
                  <a:pt x="801" y="21220"/>
                  <a:pt x="3816" y="14856"/>
                </a:cubicBezTo>
                <a:cubicBezTo>
                  <a:pt x="6831" y="8476"/>
                  <a:pt x="10763" y="4209"/>
                  <a:pt x="15642" y="2112"/>
                </a:cubicBezTo>
                <a:cubicBezTo>
                  <a:pt x="20478" y="0"/>
                  <a:pt x="25721" y="233"/>
                  <a:pt x="31299" y="2898"/>
                </a:cubicBezTo>
                <a:close/>
                <a:moveTo>
                  <a:pt x="31299" y="28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5CBF3-6A8B-46C9-AF3B-72FEF5FB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6" y="2225305"/>
            <a:ext cx="34867" cy="59233"/>
          </a:xfrm>
          <a:custGeom xmlns:a="http://schemas.openxmlformats.org/drawingml/2006/main">
            <a:pathLst>
              <a:path w="34867" h="59233">
                <a:moveTo>
                  <a:pt x="26900" y="3073"/>
                </a:moveTo>
                <a:lnTo>
                  <a:pt x="21672" y="14113"/>
                </a:lnTo>
                <a:lnTo>
                  <a:pt x="34867" y="20317"/>
                </a:lnTo>
                <a:lnTo>
                  <a:pt x="32479" y="25255"/>
                </a:lnTo>
                <a:lnTo>
                  <a:pt x="19342" y="19065"/>
                </a:lnTo>
                <a:lnTo>
                  <a:pt x="9379" y="40169"/>
                </a:lnTo>
                <a:cubicBezTo>
                  <a:pt x="7850" y="43358"/>
                  <a:pt x="7340" y="45572"/>
                  <a:pt x="7792" y="46883"/>
                </a:cubicBezTo>
                <a:cubicBezTo>
                  <a:pt x="8185" y="48194"/>
                  <a:pt x="9787" y="49504"/>
                  <a:pt x="12453" y="50742"/>
                </a:cubicBezTo>
                <a:lnTo>
                  <a:pt x="19007" y="53874"/>
                </a:lnTo>
                <a:lnTo>
                  <a:pt x="16443" y="59233"/>
                </a:lnTo>
                <a:lnTo>
                  <a:pt x="9904" y="56102"/>
                </a:lnTo>
                <a:cubicBezTo>
                  <a:pt x="5010" y="53772"/>
                  <a:pt x="1995" y="51267"/>
                  <a:pt x="1020" y="48529"/>
                </a:cubicBezTo>
                <a:cubicBezTo>
                  <a:pt x="0" y="45805"/>
                  <a:pt x="626" y="41989"/>
                  <a:pt x="2957" y="37154"/>
                </a:cubicBezTo>
                <a:lnTo>
                  <a:pt x="12919" y="16050"/>
                </a:lnTo>
                <a:lnTo>
                  <a:pt x="8243" y="13822"/>
                </a:lnTo>
                <a:lnTo>
                  <a:pt x="10574" y="8826"/>
                </a:lnTo>
                <a:lnTo>
                  <a:pt x="15249" y="11040"/>
                </a:lnTo>
                <a:lnTo>
                  <a:pt x="20478" y="0"/>
                </a:lnTo>
                <a:lnTo>
                  <a:pt x="26900" y="3073"/>
                </a:lnTo>
                <a:close/>
                <a:moveTo>
                  <a:pt x="26900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C2E7E-3E6D-423A-B21A-CAAC9332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99" y="2252904"/>
            <a:ext cx="43285" cy="46591"/>
          </a:xfrm>
          <a:custGeom xmlns:a="http://schemas.openxmlformats.org/drawingml/2006/main">
            <a:pathLst>
              <a:path w="43285" h="46591">
                <a:moveTo>
                  <a:pt x="28721" y="8302"/>
                </a:moveTo>
                <a:cubicBezTo>
                  <a:pt x="25313" y="6656"/>
                  <a:pt x="21949" y="6714"/>
                  <a:pt x="18715" y="8476"/>
                </a:cubicBezTo>
                <a:cubicBezTo>
                  <a:pt x="15467" y="10181"/>
                  <a:pt x="12744" y="13370"/>
                  <a:pt x="10515" y="18031"/>
                </a:cubicBezTo>
                <a:cubicBezTo>
                  <a:pt x="8302" y="22691"/>
                  <a:pt x="7559" y="26784"/>
                  <a:pt x="8302" y="30425"/>
                </a:cubicBezTo>
                <a:cubicBezTo>
                  <a:pt x="8986" y="34022"/>
                  <a:pt x="11084" y="36629"/>
                  <a:pt x="14564" y="38290"/>
                </a:cubicBezTo>
                <a:cubicBezTo>
                  <a:pt x="17972" y="39877"/>
                  <a:pt x="21264" y="39819"/>
                  <a:pt x="24512" y="38115"/>
                </a:cubicBezTo>
                <a:cubicBezTo>
                  <a:pt x="27818" y="36353"/>
                  <a:pt x="30483" y="33163"/>
                  <a:pt x="32712" y="28503"/>
                </a:cubicBezTo>
                <a:cubicBezTo>
                  <a:pt x="34867" y="23886"/>
                  <a:pt x="35610" y="19793"/>
                  <a:pt x="34867" y="16152"/>
                </a:cubicBezTo>
                <a:cubicBezTo>
                  <a:pt x="34183" y="12511"/>
                  <a:pt x="32144" y="9889"/>
                  <a:pt x="28721" y="8302"/>
                </a:cubicBezTo>
                <a:close/>
                <a:moveTo>
                  <a:pt x="31284" y="2898"/>
                </a:moveTo>
                <a:cubicBezTo>
                  <a:pt x="36804" y="5520"/>
                  <a:pt x="40329" y="9379"/>
                  <a:pt x="41814" y="14506"/>
                </a:cubicBezTo>
                <a:cubicBezTo>
                  <a:pt x="43285" y="19560"/>
                  <a:pt x="42499" y="25313"/>
                  <a:pt x="39470" y="31736"/>
                </a:cubicBezTo>
                <a:cubicBezTo>
                  <a:pt x="36455" y="38115"/>
                  <a:pt x="32537" y="42324"/>
                  <a:pt x="27643" y="44480"/>
                </a:cubicBezTo>
                <a:cubicBezTo>
                  <a:pt x="22750" y="46591"/>
                  <a:pt x="17521" y="46300"/>
                  <a:pt x="12001" y="43693"/>
                </a:cubicBezTo>
                <a:cubicBezTo>
                  <a:pt x="6423" y="41072"/>
                  <a:pt x="2898" y="37197"/>
                  <a:pt x="1413" y="32085"/>
                </a:cubicBezTo>
                <a:cubicBezTo>
                  <a:pt x="0" y="26959"/>
                  <a:pt x="786" y="21220"/>
                  <a:pt x="3801" y="14841"/>
                </a:cubicBezTo>
                <a:cubicBezTo>
                  <a:pt x="6816" y="8476"/>
                  <a:pt x="10749" y="4209"/>
                  <a:pt x="15584" y="2097"/>
                </a:cubicBezTo>
                <a:cubicBezTo>
                  <a:pt x="20478" y="0"/>
                  <a:pt x="25706" y="218"/>
                  <a:pt x="31284" y="2898"/>
                </a:cubicBezTo>
                <a:close/>
                <a:moveTo>
                  <a:pt x="31284" y="28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38805-E4A1-4A33-8D08-C2E454D2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9" y="2263653"/>
            <a:ext cx="52228" cy="64913"/>
          </a:xfrm>
          <a:custGeom xmlns:a="http://schemas.openxmlformats.org/drawingml/2006/main">
            <a:pathLst>
              <a:path w="52228" h="64913">
                <a:moveTo>
                  <a:pt x="45004" y="8753"/>
                </a:moveTo>
                <a:lnTo>
                  <a:pt x="23274" y="30090"/>
                </a:lnTo>
                <a:lnTo>
                  <a:pt x="42339" y="39091"/>
                </a:lnTo>
                <a:lnTo>
                  <a:pt x="45004" y="8753"/>
                </a:lnTo>
                <a:close/>
                <a:moveTo>
                  <a:pt x="44261" y="0"/>
                </a:moveTo>
                <a:lnTo>
                  <a:pt x="52228" y="3758"/>
                </a:lnTo>
                <a:lnTo>
                  <a:pt x="47509" y="64913"/>
                </a:lnTo>
                <a:lnTo>
                  <a:pt x="40227" y="61505"/>
                </a:lnTo>
                <a:lnTo>
                  <a:pt x="41756" y="45965"/>
                </a:lnTo>
                <a:lnTo>
                  <a:pt x="18380" y="34925"/>
                </a:lnTo>
                <a:lnTo>
                  <a:pt x="7399" y="45965"/>
                </a:lnTo>
                <a:lnTo>
                  <a:pt x="0" y="42499"/>
                </a:lnTo>
                <a:lnTo>
                  <a:pt x="44261" y="0"/>
                </a:lnTo>
                <a:close/>
                <a:moveTo>
                  <a:pt x="4426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80D55-670F-4137-B0D6-E099A6C2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07" y="2293015"/>
            <a:ext cx="46941" cy="54325"/>
          </a:xfrm>
          <a:custGeom xmlns:a="http://schemas.openxmlformats.org/drawingml/2006/main">
            <a:pathLst>
              <a:path w="46941" h="54325">
                <a:moveTo>
                  <a:pt x="43635" y="30833"/>
                </a:moveTo>
                <a:lnTo>
                  <a:pt x="32551" y="54325"/>
                </a:lnTo>
                <a:lnTo>
                  <a:pt x="26172" y="51252"/>
                </a:lnTo>
                <a:lnTo>
                  <a:pt x="37154" y="28036"/>
                </a:lnTo>
                <a:cubicBezTo>
                  <a:pt x="38916" y="24337"/>
                  <a:pt x="39484" y="21220"/>
                  <a:pt x="38916" y="18715"/>
                </a:cubicBezTo>
                <a:cubicBezTo>
                  <a:pt x="38348" y="16210"/>
                  <a:pt x="36644" y="14273"/>
                  <a:pt x="33746" y="12962"/>
                </a:cubicBezTo>
                <a:cubicBezTo>
                  <a:pt x="30265" y="11317"/>
                  <a:pt x="27032" y="11142"/>
                  <a:pt x="24017" y="12394"/>
                </a:cubicBezTo>
                <a:cubicBezTo>
                  <a:pt x="21002" y="13647"/>
                  <a:pt x="18613" y="16152"/>
                  <a:pt x="16793" y="19968"/>
                </a:cubicBezTo>
                <a:lnTo>
                  <a:pt x="6379" y="41916"/>
                </a:lnTo>
                <a:lnTo>
                  <a:pt x="0" y="38901"/>
                </a:lnTo>
                <a:lnTo>
                  <a:pt x="18380" y="0"/>
                </a:lnTo>
                <a:lnTo>
                  <a:pt x="24759" y="3073"/>
                </a:lnTo>
                <a:lnTo>
                  <a:pt x="21905" y="9103"/>
                </a:lnTo>
                <a:cubicBezTo>
                  <a:pt x="24585" y="7501"/>
                  <a:pt x="27206" y="6598"/>
                  <a:pt x="29813" y="6423"/>
                </a:cubicBezTo>
                <a:cubicBezTo>
                  <a:pt x="32435" y="6248"/>
                  <a:pt x="35115" y="6758"/>
                  <a:pt x="37780" y="8069"/>
                </a:cubicBezTo>
                <a:cubicBezTo>
                  <a:pt x="42280" y="10181"/>
                  <a:pt x="45004" y="13137"/>
                  <a:pt x="45980" y="17011"/>
                </a:cubicBezTo>
                <a:cubicBezTo>
                  <a:pt x="46941" y="20813"/>
                  <a:pt x="46198" y="25429"/>
                  <a:pt x="43635" y="30833"/>
                </a:cubicBezTo>
                <a:close/>
                <a:moveTo>
                  <a:pt x="43635" y="308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FC0A6-FACD-4183-ADCE-7A3A3FE2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06" y="2316390"/>
            <a:ext cx="43533" cy="51310"/>
          </a:xfrm>
          <a:custGeom xmlns:a="http://schemas.openxmlformats.org/drawingml/2006/main">
            <a:pathLst>
              <a:path w="43533" h="51310">
                <a:moveTo>
                  <a:pt x="25997" y="25779"/>
                </a:moveTo>
                <a:cubicBezTo>
                  <a:pt x="20827" y="23332"/>
                  <a:pt x="17011" y="22182"/>
                  <a:pt x="14448" y="22473"/>
                </a:cubicBezTo>
                <a:cubicBezTo>
                  <a:pt x="11899" y="22706"/>
                  <a:pt x="9962" y="24235"/>
                  <a:pt x="8593" y="27075"/>
                </a:cubicBezTo>
                <a:cubicBezTo>
                  <a:pt x="7515" y="29362"/>
                  <a:pt x="7399" y="31517"/>
                  <a:pt x="8316" y="33513"/>
                </a:cubicBezTo>
                <a:cubicBezTo>
                  <a:pt x="9161" y="35552"/>
                  <a:pt x="10865" y="37212"/>
                  <a:pt x="13428" y="38406"/>
                </a:cubicBezTo>
                <a:cubicBezTo>
                  <a:pt x="16953" y="40110"/>
                  <a:pt x="20434" y="40169"/>
                  <a:pt x="23725" y="38683"/>
                </a:cubicBezTo>
                <a:cubicBezTo>
                  <a:pt x="27090" y="37154"/>
                  <a:pt x="29697" y="34357"/>
                  <a:pt x="31692" y="30148"/>
                </a:cubicBezTo>
                <a:lnTo>
                  <a:pt x="32377" y="28736"/>
                </a:lnTo>
                <a:lnTo>
                  <a:pt x="25997" y="25779"/>
                </a:lnTo>
                <a:close/>
                <a:moveTo>
                  <a:pt x="39994" y="29129"/>
                </a:moveTo>
                <a:lnTo>
                  <a:pt x="29537" y="51310"/>
                </a:lnTo>
                <a:lnTo>
                  <a:pt x="23099" y="48296"/>
                </a:lnTo>
                <a:lnTo>
                  <a:pt x="25895" y="42382"/>
                </a:lnTo>
                <a:cubicBezTo>
                  <a:pt x="23332" y="44086"/>
                  <a:pt x="20711" y="44946"/>
                  <a:pt x="17987" y="45062"/>
                </a:cubicBezTo>
                <a:cubicBezTo>
                  <a:pt x="15249" y="45120"/>
                  <a:pt x="12351" y="44436"/>
                  <a:pt x="9219" y="42950"/>
                </a:cubicBezTo>
                <a:cubicBezTo>
                  <a:pt x="5243" y="41072"/>
                  <a:pt x="2563" y="38465"/>
                  <a:pt x="1311" y="35100"/>
                </a:cubicBezTo>
                <a:cubicBezTo>
                  <a:pt x="0" y="31750"/>
                  <a:pt x="233" y="28226"/>
                  <a:pt x="1995" y="24468"/>
                </a:cubicBezTo>
                <a:cubicBezTo>
                  <a:pt x="4107" y="20084"/>
                  <a:pt x="7122" y="17463"/>
                  <a:pt x="11098" y="16676"/>
                </a:cubicBezTo>
                <a:cubicBezTo>
                  <a:pt x="15074" y="15817"/>
                  <a:pt x="19968" y="16778"/>
                  <a:pt x="25779" y="19516"/>
                </a:cubicBezTo>
                <a:lnTo>
                  <a:pt x="34707" y="23784"/>
                </a:lnTo>
                <a:lnTo>
                  <a:pt x="35042" y="23099"/>
                </a:lnTo>
                <a:cubicBezTo>
                  <a:pt x="36411" y="20201"/>
                  <a:pt x="36527" y="17463"/>
                  <a:pt x="35333" y="14899"/>
                </a:cubicBezTo>
                <a:cubicBezTo>
                  <a:pt x="34197" y="12409"/>
                  <a:pt x="31867" y="10297"/>
                  <a:pt x="28342" y="8651"/>
                </a:cubicBezTo>
                <a:cubicBezTo>
                  <a:pt x="26114" y="7617"/>
                  <a:pt x="23842" y="6889"/>
                  <a:pt x="21453" y="6379"/>
                </a:cubicBezTo>
                <a:cubicBezTo>
                  <a:pt x="19123" y="5913"/>
                  <a:pt x="16734" y="5797"/>
                  <a:pt x="14288" y="5913"/>
                </a:cubicBezTo>
                <a:lnTo>
                  <a:pt x="17069" y="0"/>
                </a:lnTo>
                <a:cubicBezTo>
                  <a:pt x="19808" y="233"/>
                  <a:pt x="22415" y="626"/>
                  <a:pt x="24803" y="1194"/>
                </a:cubicBezTo>
                <a:cubicBezTo>
                  <a:pt x="27250" y="1821"/>
                  <a:pt x="29478" y="2563"/>
                  <a:pt x="31576" y="3583"/>
                </a:cubicBezTo>
                <a:cubicBezTo>
                  <a:pt x="37212" y="6263"/>
                  <a:pt x="40678" y="9671"/>
                  <a:pt x="42106" y="13880"/>
                </a:cubicBezTo>
                <a:cubicBezTo>
                  <a:pt x="43533" y="18147"/>
                  <a:pt x="42790" y="23216"/>
                  <a:pt x="39994" y="29129"/>
                </a:cubicBezTo>
                <a:close/>
                <a:moveTo>
                  <a:pt x="39994" y="291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F8F6B-8E6C-45FE-A1DB-C673A5F1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79" y="2319915"/>
            <a:ext cx="31911" cy="57005"/>
          </a:xfrm>
          <a:custGeom xmlns:a="http://schemas.openxmlformats.org/drawingml/2006/main">
            <a:pathLst>
              <a:path w="31911" h="57005">
                <a:moveTo>
                  <a:pt x="25546" y="0"/>
                </a:moveTo>
                <a:lnTo>
                  <a:pt x="31911" y="3015"/>
                </a:lnTo>
                <a:lnTo>
                  <a:pt x="6365" y="57005"/>
                </a:lnTo>
                <a:lnTo>
                  <a:pt x="0" y="53990"/>
                </a:lnTo>
                <a:lnTo>
                  <a:pt x="25546" y="0"/>
                </a:lnTo>
                <a:close/>
                <a:moveTo>
                  <a:pt x="255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8005D-FD8B-431D-8734-928EC782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45" y="2342213"/>
            <a:ext cx="59729" cy="59466"/>
          </a:xfrm>
          <a:custGeom xmlns:a="http://schemas.openxmlformats.org/drawingml/2006/main">
            <a:pathLst>
              <a:path w="59729" h="59466">
                <a:moveTo>
                  <a:pt x="22531" y="52286"/>
                </a:moveTo>
                <a:cubicBezTo>
                  <a:pt x="18540" y="56102"/>
                  <a:pt x="15351" y="58258"/>
                  <a:pt x="12962" y="58884"/>
                </a:cubicBezTo>
                <a:cubicBezTo>
                  <a:pt x="10632" y="59466"/>
                  <a:pt x="8025" y="59117"/>
                  <a:pt x="5112" y="57748"/>
                </a:cubicBezTo>
                <a:lnTo>
                  <a:pt x="0" y="55301"/>
                </a:lnTo>
                <a:lnTo>
                  <a:pt x="2549" y="49956"/>
                </a:lnTo>
                <a:lnTo>
                  <a:pt x="6306" y="51776"/>
                </a:lnTo>
                <a:cubicBezTo>
                  <a:pt x="8069" y="52577"/>
                  <a:pt x="9612" y="52796"/>
                  <a:pt x="10982" y="52461"/>
                </a:cubicBezTo>
                <a:cubicBezTo>
                  <a:pt x="12336" y="52068"/>
                  <a:pt x="14331" y="50582"/>
                  <a:pt x="17011" y="48077"/>
                </a:cubicBezTo>
                <a:lnTo>
                  <a:pt x="19516" y="45688"/>
                </a:lnTo>
                <a:lnTo>
                  <a:pt x="21905" y="0"/>
                </a:lnTo>
                <a:lnTo>
                  <a:pt x="28663" y="3190"/>
                </a:lnTo>
                <a:lnTo>
                  <a:pt x="26449" y="39382"/>
                </a:lnTo>
                <a:lnTo>
                  <a:pt x="52956" y="14681"/>
                </a:lnTo>
                <a:lnTo>
                  <a:pt x="59729" y="17871"/>
                </a:lnTo>
                <a:lnTo>
                  <a:pt x="22531" y="52286"/>
                </a:lnTo>
                <a:close/>
                <a:moveTo>
                  <a:pt x="22531" y="522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7E61F-C694-4B5F-9873-6331BAEB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64" y="2366171"/>
            <a:ext cx="44771" cy="46257"/>
          </a:xfrm>
          <a:custGeom xmlns:a="http://schemas.openxmlformats.org/drawingml/2006/main">
            <a:pathLst>
              <a:path w="44771" h="46257">
                <a:moveTo>
                  <a:pt x="44771" y="10982"/>
                </a:moveTo>
                <a:lnTo>
                  <a:pt x="41916" y="17011"/>
                </a:lnTo>
                <a:cubicBezTo>
                  <a:pt x="40562" y="15249"/>
                  <a:pt x="39018" y="13661"/>
                  <a:pt x="37256" y="12292"/>
                </a:cubicBezTo>
                <a:cubicBezTo>
                  <a:pt x="35552" y="10865"/>
                  <a:pt x="33673" y="9671"/>
                  <a:pt x="31576" y="8710"/>
                </a:cubicBezTo>
                <a:cubicBezTo>
                  <a:pt x="28386" y="7224"/>
                  <a:pt x="25764" y="6539"/>
                  <a:pt x="23711" y="6772"/>
                </a:cubicBezTo>
                <a:cubicBezTo>
                  <a:pt x="21672" y="6991"/>
                  <a:pt x="20186" y="8083"/>
                  <a:pt x="19283" y="10064"/>
                </a:cubicBezTo>
                <a:cubicBezTo>
                  <a:pt x="18599" y="11550"/>
                  <a:pt x="18599" y="12977"/>
                  <a:pt x="19342" y="14331"/>
                </a:cubicBezTo>
                <a:cubicBezTo>
                  <a:pt x="20070" y="15700"/>
                  <a:pt x="21949" y="17579"/>
                  <a:pt x="25022" y="19968"/>
                </a:cubicBezTo>
                <a:lnTo>
                  <a:pt x="27017" y="21512"/>
                </a:lnTo>
                <a:cubicBezTo>
                  <a:pt x="31051" y="24628"/>
                  <a:pt x="33673" y="27541"/>
                  <a:pt x="34692" y="30207"/>
                </a:cubicBezTo>
                <a:cubicBezTo>
                  <a:pt x="35785" y="32886"/>
                  <a:pt x="35610" y="35785"/>
                  <a:pt x="34066" y="38974"/>
                </a:cubicBezTo>
                <a:cubicBezTo>
                  <a:pt x="32362" y="42557"/>
                  <a:pt x="29580" y="44771"/>
                  <a:pt x="25764" y="45514"/>
                </a:cubicBezTo>
                <a:cubicBezTo>
                  <a:pt x="21905" y="46257"/>
                  <a:pt x="17463" y="45455"/>
                  <a:pt x="12453" y="43067"/>
                </a:cubicBezTo>
                <a:cubicBezTo>
                  <a:pt x="10399" y="42106"/>
                  <a:pt x="8302" y="40911"/>
                  <a:pt x="6248" y="39426"/>
                </a:cubicBezTo>
                <a:cubicBezTo>
                  <a:pt x="4151" y="37940"/>
                  <a:pt x="2097" y="36178"/>
                  <a:pt x="0" y="34197"/>
                </a:cubicBezTo>
                <a:lnTo>
                  <a:pt x="3073" y="27600"/>
                </a:lnTo>
                <a:cubicBezTo>
                  <a:pt x="4894" y="29988"/>
                  <a:pt x="6758" y="31969"/>
                  <a:pt x="8753" y="33673"/>
                </a:cubicBezTo>
                <a:cubicBezTo>
                  <a:pt x="10749" y="35391"/>
                  <a:pt x="12904" y="36746"/>
                  <a:pt x="15132" y="37838"/>
                </a:cubicBezTo>
                <a:cubicBezTo>
                  <a:pt x="18147" y="39251"/>
                  <a:pt x="20696" y="39819"/>
                  <a:pt x="22808" y="39542"/>
                </a:cubicBezTo>
                <a:cubicBezTo>
                  <a:pt x="24920" y="39251"/>
                  <a:pt x="26391" y="38232"/>
                  <a:pt x="27308" y="36353"/>
                </a:cubicBezTo>
                <a:cubicBezTo>
                  <a:pt x="28095" y="34590"/>
                  <a:pt x="28153" y="33003"/>
                  <a:pt x="27410" y="31517"/>
                </a:cubicBezTo>
                <a:cubicBezTo>
                  <a:pt x="26682" y="30032"/>
                  <a:pt x="24570" y="27935"/>
                  <a:pt x="20987" y="25196"/>
                </a:cubicBezTo>
                <a:lnTo>
                  <a:pt x="19050" y="23609"/>
                </a:lnTo>
                <a:cubicBezTo>
                  <a:pt x="15467" y="20944"/>
                  <a:pt x="13195" y="18322"/>
                  <a:pt x="12278" y="15759"/>
                </a:cubicBezTo>
                <a:cubicBezTo>
                  <a:pt x="11317" y="13195"/>
                  <a:pt x="11550" y="10414"/>
                  <a:pt x="12962" y="7399"/>
                </a:cubicBezTo>
                <a:cubicBezTo>
                  <a:pt x="14725" y="3758"/>
                  <a:pt x="17346" y="1529"/>
                  <a:pt x="20871" y="801"/>
                </a:cubicBezTo>
                <a:cubicBezTo>
                  <a:pt x="24395" y="0"/>
                  <a:pt x="28561" y="743"/>
                  <a:pt x="33338" y="3015"/>
                </a:cubicBezTo>
                <a:cubicBezTo>
                  <a:pt x="35668" y="4093"/>
                  <a:pt x="37824" y="5345"/>
                  <a:pt x="39761" y="6656"/>
                </a:cubicBezTo>
                <a:cubicBezTo>
                  <a:pt x="41640" y="8025"/>
                  <a:pt x="43344" y="9438"/>
                  <a:pt x="44771" y="10982"/>
                </a:cubicBezTo>
                <a:close/>
                <a:moveTo>
                  <a:pt x="44771" y="109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C5428-AEEB-4C9C-AFFD-57ABA89E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57" y="2366623"/>
            <a:ext cx="31911" cy="57063"/>
          </a:xfrm>
          <a:custGeom xmlns:a="http://schemas.openxmlformats.org/drawingml/2006/main">
            <a:pathLst>
              <a:path w="31911" h="57063">
                <a:moveTo>
                  <a:pt x="18380" y="15132"/>
                </a:moveTo>
                <a:lnTo>
                  <a:pt x="24745" y="18147"/>
                </a:lnTo>
                <a:lnTo>
                  <a:pt x="6365" y="57063"/>
                </a:lnTo>
                <a:lnTo>
                  <a:pt x="0" y="54048"/>
                </a:lnTo>
                <a:lnTo>
                  <a:pt x="18380" y="15132"/>
                </a:lnTo>
                <a:close/>
                <a:moveTo>
                  <a:pt x="25546" y="0"/>
                </a:moveTo>
                <a:lnTo>
                  <a:pt x="31911" y="3015"/>
                </a:lnTo>
                <a:lnTo>
                  <a:pt x="28109" y="11156"/>
                </a:lnTo>
                <a:lnTo>
                  <a:pt x="21672" y="8083"/>
                </a:lnTo>
                <a:lnTo>
                  <a:pt x="25546" y="0"/>
                </a:lnTo>
                <a:close/>
                <a:moveTo>
                  <a:pt x="255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2D749-3D53-4442-B4AC-E0242F01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36" y="2393028"/>
            <a:ext cx="44771" cy="46257"/>
          </a:xfrm>
          <a:custGeom xmlns:a="http://schemas.openxmlformats.org/drawingml/2006/main">
            <a:pathLst>
              <a:path w="44771" h="46257">
                <a:moveTo>
                  <a:pt x="44771" y="10923"/>
                </a:moveTo>
                <a:lnTo>
                  <a:pt x="41931" y="17011"/>
                </a:lnTo>
                <a:cubicBezTo>
                  <a:pt x="40562" y="15191"/>
                  <a:pt x="39033" y="13647"/>
                  <a:pt x="37329" y="12234"/>
                </a:cubicBezTo>
                <a:cubicBezTo>
                  <a:pt x="35552" y="10865"/>
                  <a:pt x="33687" y="9671"/>
                  <a:pt x="31576" y="8695"/>
                </a:cubicBezTo>
                <a:cubicBezTo>
                  <a:pt x="28386" y="7224"/>
                  <a:pt x="25823" y="6539"/>
                  <a:pt x="23784" y="6772"/>
                </a:cubicBezTo>
                <a:cubicBezTo>
                  <a:pt x="21730" y="6991"/>
                  <a:pt x="20259" y="8069"/>
                  <a:pt x="19342" y="10006"/>
                </a:cubicBezTo>
                <a:cubicBezTo>
                  <a:pt x="18599" y="11491"/>
                  <a:pt x="18657" y="12962"/>
                  <a:pt x="19342" y="14331"/>
                </a:cubicBezTo>
                <a:cubicBezTo>
                  <a:pt x="20084" y="15700"/>
                  <a:pt x="22021" y="17579"/>
                  <a:pt x="25094" y="19968"/>
                </a:cubicBezTo>
                <a:lnTo>
                  <a:pt x="27032" y="21497"/>
                </a:lnTo>
                <a:cubicBezTo>
                  <a:pt x="31124" y="24628"/>
                  <a:pt x="33687" y="27468"/>
                  <a:pt x="34765" y="30148"/>
                </a:cubicBezTo>
                <a:cubicBezTo>
                  <a:pt x="35843" y="32828"/>
                  <a:pt x="35610" y="35785"/>
                  <a:pt x="34139" y="38974"/>
                </a:cubicBezTo>
                <a:cubicBezTo>
                  <a:pt x="32435" y="42557"/>
                  <a:pt x="29639" y="44713"/>
                  <a:pt x="25779" y="45514"/>
                </a:cubicBezTo>
                <a:cubicBezTo>
                  <a:pt x="21905" y="46257"/>
                  <a:pt x="17463" y="45455"/>
                  <a:pt x="12511" y="43067"/>
                </a:cubicBezTo>
                <a:cubicBezTo>
                  <a:pt x="10414" y="42091"/>
                  <a:pt x="8360" y="40839"/>
                  <a:pt x="6263" y="39426"/>
                </a:cubicBezTo>
                <a:cubicBezTo>
                  <a:pt x="4209" y="37940"/>
                  <a:pt x="2112" y="36178"/>
                  <a:pt x="0" y="34183"/>
                </a:cubicBezTo>
                <a:lnTo>
                  <a:pt x="3131" y="27585"/>
                </a:lnTo>
                <a:cubicBezTo>
                  <a:pt x="4894" y="29915"/>
                  <a:pt x="6772" y="31969"/>
                  <a:pt x="8768" y="33673"/>
                </a:cubicBezTo>
                <a:cubicBezTo>
                  <a:pt x="10807" y="35377"/>
                  <a:pt x="12919" y="36746"/>
                  <a:pt x="15191" y="37780"/>
                </a:cubicBezTo>
                <a:cubicBezTo>
                  <a:pt x="18147" y="39193"/>
                  <a:pt x="20711" y="39819"/>
                  <a:pt x="22808" y="39542"/>
                </a:cubicBezTo>
                <a:cubicBezTo>
                  <a:pt x="24920" y="39251"/>
                  <a:pt x="26449" y="38173"/>
                  <a:pt x="27308" y="36353"/>
                </a:cubicBezTo>
                <a:cubicBezTo>
                  <a:pt x="28168" y="34590"/>
                  <a:pt x="28168" y="32988"/>
                  <a:pt x="27483" y="31517"/>
                </a:cubicBezTo>
                <a:cubicBezTo>
                  <a:pt x="26740" y="30032"/>
                  <a:pt x="24585" y="27935"/>
                  <a:pt x="21046" y="25196"/>
                </a:cubicBezTo>
                <a:lnTo>
                  <a:pt x="19065" y="23609"/>
                </a:lnTo>
                <a:cubicBezTo>
                  <a:pt x="15482" y="20929"/>
                  <a:pt x="13254" y="18322"/>
                  <a:pt x="12292" y="15759"/>
                </a:cubicBezTo>
                <a:cubicBezTo>
                  <a:pt x="11317" y="13195"/>
                  <a:pt x="11608" y="10414"/>
                  <a:pt x="13035" y="7399"/>
                </a:cubicBezTo>
                <a:cubicBezTo>
                  <a:pt x="14739" y="3758"/>
                  <a:pt x="17346" y="1529"/>
                  <a:pt x="20885" y="743"/>
                </a:cubicBezTo>
                <a:cubicBezTo>
                  <a:pt x="24410" y="0"/>
                  <a:pt x="28561" y="743"/>
                  <a:pt x="33338" y="3015"/>
                </a:cubicBezTo>
                <a:cubicBezTo>
                  <a:pt x="35726" y="4093"/>
                  <a:pt x="37838" y="5345"/>
                  <a:pt x="39761" y="6656"/>
                </a:cubicBezTo>
                <a:cubicBezTo>
                  <a:pt x="41698" y="8025"/>
                  <a:pt x="43358" y="9438"/>
                  <a:pt x="44771" y="10923"/>
                </a:cubicBezTo>
                <a:close/>
                <a:moveTo>
                  <a:pt x="44771" y="109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BA5D3-B063-414A-BFDF-568B804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" y="2395810"/>
            <a:ext cx="35042" cy="67084"/>
          </a:xfrm>
          <a:custGeom xmlns:a="http://schemas.openxmlformats.org/drawingml/2006/main">
            <a:pathLst>
              <a:path w="35042" h="67084">
                <a:moveTo>
                  <a:pt x="24526" y="0"/>
                </a:moveTo>
                <a:lnTo>
                  <a:pt x="31517" y="3306"/>
                </a:lnTo>
                <a:lnTo>
                  <a:pt x="9787" y="49213"/>
                </a:lnTo>
                <a:lnTo>
                  <a:pt x="35042" y="61156"/>
                </a:lnTo>
                <a:lnTo>
                  <a:pt x="32260" y="67084"/>
                </a:lnTo>
                <a:lnTo>
                  <a:pt x="0" y="51835"/>
                </a:lnTo>
                <a:lnTo>
                  <a:pt x="24526" y="0"/>
                </a:lnTo>
                <a:close/>
                <a:moveTo>
                  <a:pt x="245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1CF30-BD90-4FD5-A024-8EA4E926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88" y="2412195"/>
            <a:ext cx="31925" cy="57063"/>
          </a:xfrm>
          <a:custGeom xmlns:a="http://schemas.openxmlformats.org/drawingml/2006/main">
            <a:pathLst>
              <a:path w="31925" h="57063">
                <a:moveTo>
                  <a:pt x="18380" y="15132"/>
                </a:moveTo>
                <a:lnTo>
                  <a:pt x="24745" y="18147"/>
                </a:lnTo>
                <a:lnTo>
                  <a:pt x="6379" y="57063"/>
                </a:lnTo>
                <a:lnTo>
                  <a:pt x="0" y="54048"/>
                </a:lnTo>
                <a:lnTo>
                  <a:pt x="18380" y="15132"/>
                </a:lnTo>
                <a:close/>
                <a:moveTo>
                  <a:pt x="25488" y="0"/>
                </a:moveTo>
                <a:lnTo>
                  <a:pt x="31925" y="3015"/>
                </a:lnTo>
                <a:lnTo>
                  <a:pt x="28051" y="11156"/>
                </a:lnTo>
                <a:lnTo>
                  <a:pt x="21672" y="8083"/>
                </a:lnTo>
                <a:lnTo>
                  <a:pt x="25488" y="0"/>
                </a:lnTo>
                <a:close/>
                <a:moveTo>
                  <a:pt x="254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CFC11-C6A9-4541-9579-4A301961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30" y="2439678"/>
            <a:ext cx="54456" cy="60704"/>
          </a:xfrm>
          <a:custGeom xmlns:a="http://schemas.openxmlformats.org/drawingml/2006/main">
            <a:pathLst>
              <a:path w="54456" h="60704">
                <a:moveTo>
                  <a:pt x="39091" y="28109"/>
                </a:moveTo>
                <a:cubicBezTo>
                  <a:pt x="41246" y="23434"/>
                  <a:pt x="41989" y="19400"/>
                  <a:pt x="41305" y="15992"/>
                </a:cubicBezTo>
                <a:cubicBezTo>
                  <a:pt x="40620" y="12511"/>
                  <a:pt x="38523" y="10006"/>
                  <a:pt x="35056" y="8360"/>
                </a:cubicBezTo>
                <a:cubicBezTo>
                  <a:pt x="31634" y="6714"/>
                  <a:pt x="28401" y="6772"/>
                  <a:pt x="25269" y="8418"/>
                </a:cubicBezTo>
                <a:cubicBezTo>
                  <a:pt x="22138" y="10006"/>
                  <a:pt x="19516" y="13137"/>
                  <a:pt x="17302" y="17812"/>
                </a:cubicBezTo>
                <a:cubicBezTo>
                  <a:pt x="15132" y="22415"/>
                  <a:pt x="14404" y="26449"/>
                  <a:pt x="15132" y="29872"/>
                </a:cubicBezTo>
                <a:cubicBezTo>
                  <a:pt x="15817" y="33338"/>
                  <a:pt x="17871" y="35901"/>
                  <a:pt x="21279" y="37489"/>
                </a:cubicBezTo>
                <a:cubicBezTo>
                  <a:pt x="24759" y="39135"/>
                  <a:pt x="28051" y="39076"/>
                  <a:pt x="31124" y="37489"/>
                </a:cubicBezTo>
                <a:cubicBezTo>
                  <a:pt x="34255" y="35843"/>
                  <a:pt x="36921" y="32712"/>
                  <a:pt x="39091" y="28109"/>
                </a:cubicBezTo>
                <a:close/>
                <a:moveTo>
                  <a:pt x="38348" y="46198"/>
                </a:moveTo>
                <a:cubicBezTo>
                  <a:pt x="35217" y="52796"/>
                  <a:pt x="31415" y="57005"/>
                  <a:pt x="26973" y="58884"/>
                </a:cubicBezTo>
                <a:cubicBezTo>
                  <a:pt x="22473" y="60704"/>
                  <a:pt x="17244" y="60195"/>
                  <a:pt x="11156" y="57340"/>
                </a:cubicBezTo>
                <a:cubicBezTo>
                  <a:pt x="8943" y="56262"/>
                  <a:pt x="6889" y="55068"/>
                  <a:pt x="5068" y="53815"/>
                </a:cubicBezTo>
                <a:cubicBezTo>
                  <a:pt x="3190" y="52563"/>
                  <a:pt x="1544" y="51150"/>
                  <a:pt x="0" y="49548"/>
                </a:cubicBezTo>
                <a:lnTo>
                  <a:pt x="2913" y="43344"/>
                </a:lnTo>
                <a:cubicBezTo>
                  <a:pt x="4326" y="45222"/>
                  <a:pt x="5811" y="46883"/>
                  <a:pt x="7399" y="48179"/>
                </a:cubicBezTo>
                <a:cubicBezTo>
                  <a:pt x="9001" y="49548"/>
                  <a:pt x="10763" y="50684"/>
                  <a:pt x="12642" y="51543"/>
                </a:cubicBezTo>
                <a:cubicBezTo>
                  <a:pt x="16851" y="53539"/>
                  <a:pt x="20492" y="53932"/>
                  <a:pt x="23609" y="52738"/>
                </a:cubicBezTo>
                <a:cubicBezTo>
                  <a:pt x="26740" y="51543"/>
                  <a:pt x="29304" y="48762"/>
                  <a:pt x="31415" y="44319"/>
                </a:cubicBezTo>
                <a:lnTo>
                  <a:pt x="32886" y="41130"/>
                </a:lnTo>
                <a:cubicBezTo>
                  <a:pt x="30498" y="42834"/>
                  <a:pt x="27993" y="43751"/>
                  <a:pt x="25429" y="43868"/>
                </a:cubicBezTo>
                <a:cubicBezTo>
                  <a:pt x="22822" y="44028"/>
                  <a:pt x="20084" y="43460"/>
                  <a:pt x="17244" y="42106"/>
                </a:cubicBezTo>
                <a:cubicBezTo>
                  <a:pt x="12467" y="39819"/>
                  <a:pt x="9452" y="36236"/>
                  <a:pt x="8258" y="31182"/>
                </a:cubicBezTo>
                <a:cubicBezTo>
                  <a:pt x="7064" y="26172"/>
                  <a:pt x="7908" y="20652"/>
                  <a:pt x="10705" y="14681"/>
                </a:cubicBezTo>
                <a:cubicBezTo>
                  <a:pt x="13545" y="8651"/>
                  <a:pt x="17302" y="4544"/>
                  <a:pt x="21905" y="2272"/>
                </a:cubicBezTo>
                <a:cubicBezTo>
                  <a:pt x="26580" y="0"/>
                  <a:pt x="31299" y="0"/>
                  <a:pt x="36018" y="2272"/>
                </a:cubicBezTo>
                <a:cubicBezTo>
                  <a:pt x="38916" y="3641"/>
                  <a:pt x="41086" y="5345"/>
                  <a:pt x="42615" y="7457"/>
                </a:cubicBezTo>
                <a:cubicBezTo>
                  <a:pt x="44159" y="9554"/>
                  <a:pt x="45004" y="12059"/>
                  <a:pt x="45295" y="15016"/>
                </a:cubicBezTo>
                <a:lnTo>
                  <a:pt x="48077" y="9103"/>
                </a:lnTo>
                <a:lnTo>
                  <a:pt x="54456" y="12118"/>
                </a:lnTo>
                <a:lnTo>
                  <a:pt x="38348" y="46198"/>
                </a:lnTo>
                <a:close/>
                <a:moveTo>
                  <a:pt x="38348" y="461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7C13A-266A-4B51-8B30-192AF3C5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225" y="2442751"/>
            <a:ext cx="46985" cy="69399"/>
          </a:xfrm>
          <a:custGeom xmlns:a="http://schemas.openxmlformats.org/drawingml/2006/main">
            <a:pathLst>
              <a:path w="46985" h="69399">
                <a:moveTo>
                  <a:pt x="43693" y="45965"/>
                </a:moveTo>
                <a:lnTo>
                  <a:pt x="32595" y="69399"/>
                </a:lnTo>
                <a:lnTo>
                  <a:pt x="26158" y="66384"/>
                </a:lnTo>
                <a:lnTo>
                  <a:pt x="37139" y="43125"/>
                </a:lnTo>
                <a:cubicBezTo>
                  <a:pt x="38901" y="39484"/>
                  <a:pt x="39484" y="36353"/>
                  <a:pt x="38901" y="33848"/>
                </a:cubicBezTo>
                <a:cubicBezTo>
                  <a:pt x="38333" y="31343"/>
                  <a:pt x="36629" y="29406"/>
                  <a:pt x="33789" y="28109"/>
                </a:cubicBezTo>
                <a:cubicBezTo>
                  <a:pt x="30323" y="26449"/>
                  <a:pt x="27075" y="26274"/>
                  <a:pt x="24060" y="27527"/>
                </a:cubicBezTo>
                <a:cubicBezTo>
                  <a:pt x="20987" y="28779"/>
                  <a:pt x="18599" y="31284"/>
                  <a:pt x="16778" y="35100"/>
                </a:cubicBezTo>
                <a:lnTo>
                  <a:pt x="6423" y="57063"/>
                </a:lnTo>
                <a:lnTo>
                  <a:pt x="0" y="54048"/>
                </a:lnTo>
                <a:lnTo>
                  <a:pt x="25546" y="0"/>
                </a:lnTo>
                <a:lnTo>
                  <a:pt x="31969" y="3015"/>
                </a:lnTo>
                <a:lnTo>
                  <a:pt x="21949" y="24235"/>
                </a:lnTo>
                <a:cubicBezTo>
                  <a:pt x="24570" y="22589"/>
                  <a:pt x="27192" y="21730"/>
                  <a:pt x="29799" y="21555"/>
                </a:cubicBezTo>
                <a:cubicBezTo>
                  <a:pt x="32420" y="21337"/>
                  <a:pt x="35100" y="21905"/>
                  <a:pt x="37824" y="23216"/>
                </a:cubicBezTo>
                <a:cubicBezTo>
                  <a:pt x="42266" y="25313"/>
                  <a:pt x="44989" y="28269"/>
                  <a:pt x="45965" y="32144"/>
                </a:cubicBezTo>
                <a:cubicBezTo>
                  <a:pt x="46985" y="35959"/>
                  <a:pt x="46184" y="40562"/>
                  <a:pt x="43693" y="45965"/>
                </a:cubicBezTo>
                <a:close/>
                <a:moveTo>
                  <a:pt x="43693" y="459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3C703-2308-4F94-A4FA-F18FC75A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20" y="2468239"/>
            <a:ext cx="34882" cy="59161"/>
          </a:xfrm>
          <a:custGeom xmlns:a="http://schemas.openxmlformats.org/drawingml/2006/main">
            <a:pathLst>
              <a:path w="34882" h="59161">
                <a:moveTo>
                  <a:pt x="26915" y="3015"/>
                </a:moveTo>
                <a:lnTo>
                  <a:pt x="21730" y="14055"/>
                </a:lnTo>
                <a:lnTo>
                  <a:pt x="34882" y="20303"/>
                </a:lnTo>
                <a:lnTo>
                  <a:pt x="32479" y="25255"/>
                </a:lnTo>
                <a:lnTo>
                  <a:pt x="19342" y="19050"/>
                </a:lnTo>
                <a:lnTo>
                  <a:pt x="9394" y="40169"/>
                </a:lnTo>
                <a:cubicBezTo>
                  <a:pt x="7908" y="43285"/>
                  <a:pt x="7340" y="45572"/>
                  <a:pt x="7792" y="46883"/>
                </a:cubicBezTo>
                <a:cubicBezTo>
                  <a:pt x="8243" y="48179"/>
                  <a:pt x="9787" y="49432"/>
                  <a:pt x="12453" y="50742"/>
                </a:cubicBezTo>
                <a:lnTo>
                  <a:pt x="19007" y="53815"/>
                </a:lnTo>
                <a:lnTo>
                  <a:pt x="16501" y="59161"/>
                </a:lnTo>
                <a:lnTo>
                  <a:pt x="9904" y="56087"/>
                </a:lnTo>
                <a:cubicBezTo>
                  <a:pt x="5010" y="53757"/>
                  <a:pt x="2054" y="51194"/>
                  <a:pt x="1020" y="48470"/>
                </a:cubicBezTo>
                <a:cubicBezTo>
                  <a:pt x="0" y="45732"/>
                  <a:pt x="685" y="41989"/>
                  <a:pt x="2957" y="37096"/>
                </a:cubicBezTo>
                <a:lnTo>
                  <a:pt x="12919" y="15977"/>
                </a:lnTo>
                <a:lnTo>
                  <a:pt x="8243" y="13763"/>
                </a:lnTo>
                <a:lnTo>
                  <a:pt x="10588" y="8811"/>
                </a:lnTo>
                <a:lnTo>
                  <a:pt x="15307" y="11040"/>
                </a:lnTo>
                <a:lnTo>
                  <a:pt x="20478" y="0"/>
                </a:lnTo>
                <a:lnTo>
                  <a:pt x="26915" y="3015"/>
                </a:lnTo>
                <a:close/>
                <a:moveTo>
                  <a:pt x="26915" y="30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FF9F3-7A1F-429F-986A-C331DF13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49" y="2477225"/>
            <a:ext cx="46999" cy="69414"/>
          </a:xfrm>
          <a:custGeom xmlns:a="http://schemas.openxmlformats.org/drawingml/2006/main">
            <a:pathLst>
              <a:path w="46999" h="69414">
                <a:moveTo>
                  <a:pt x="43693" y="45965"/>
                </a:moveTo>
                <a:lnTo>
                  <a:pt x="32610" y="69414"/>
                </a:lnTo>
                <a:lnTo>
                  <a:pt x="26172" y="66399"/>
                </a:lnTo>
                <a:lnTo>
                  <a:pt x="37212" y="43125"/>
                </a:lnTo>
                <a:cubicBezTo>
                  <a:pt x="38916" y="39484"/>
                  <a:pt x="39484" y="36353"/>
                  <a:pt x="38916" y="33848"/>
                </a:cubicBezTo>
                <a:cubicBezTo>
                  <a:pt x="38348" y="31343"/>
                  <a:pt x="36644" y="29420"/>
                  <a:pt x="33804" y="28109"/>
                </a:cubicBezTo>
                <a:cubicBezTo>
                  <a:pt x="30323" y="26449"/>
                  <a:pt x="27090" y="26289"/>
                  <a:pt x="24075" y="27541"/>
                </a:cubicBezTo>
                <a:cubicBezTo>
                  <a:pt x="21060" y="28794"/>
                  <a:pt x="18613" y="31284"/>
                  <a:pt x="16851" y="35100"/>
                </a:cubicBezTo>
                <a:lnTo>
                  <a:pt x="6437" y="57063"/>
                </a:lnTo>
                <a:lnTo>
                  <a:pt x="0" y="54048"/>
                </a:lnTo>
                <a:lnTo>
                  <a:pt x="25546" y="0"/>
                </a:lnTo>
                <a:lnTo>
                  <a:pt x="31983" y="3015"/>
                </a:lnTo>
                <a:lnTo>
                  <a:pt x="21963" y="24235"/>
                </a:lnTo>
                <a:cubicBezTo>
                  <a:pt x="24585" y="22648"/>
                  <a:pt x="27206" y="21730"/>
                  <a:pt x="29813" y="21555"/>
                </a:cubicBezTo>
                <a:cubicBezTo>
                  <a:pt x="32435" y="21395"/>
                  <a:pt x="35115" y="21905"/>
                  <a:pt x="37838" y="23216"/>
                </a:cubicBezTo>
                <a:cubicBezTo>
                  <a:pt x="42280" y="25313"/>
                  <a:pt x="45004" y="28269"/>
                  <a:pt x="46038" y="32144"/>
                </a:cubicBezTo>
                <a:cubicBezTo>
                  <a:pt x="46999" y="35959"/>
                  <a:pt x="46198" y="40562"/>
                  <a:pt x="43693" y="45965"/>
                </a:cubicBezTo>
                <a:close/>
                <a:moveTo>
                  <a:pt x="43693" y="459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D48A6-81EC-40D1-87E6-438ADFB3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51" y="2517102"/>
            <a:ext cx="43300" cy="46591"/>
          </a:xfrm>
          <a:custGeom xmlns:a="http://schemas.openxmlformats.org/drawingml/2006/main">
            <a:pathLst>
              <a:path w="43300" h="46591">
                <a:moveTo>
                  <a:pt x="28736" y="8316"/>
                </a:moveTo>
                <a:cubicBezTo>
                  <a:pt x="25327" y="6656"/>
                  <a:pt x="21963" y="6714"/>
                  <a:pt x="18730" y="8476"/>
                </a:cubicBezTo>
                <a:cubicBezTo>
                  <a:pt x="15482" y="10181"/>
                  <a:pt x="12744" y="13370"/>
                  <a:pt x="10530" y="18045"/>
                </a:cubicBezTo>
                <a:cubicBezTo>
                  <a:pt x="8375" y="22706"/>
                  <a:pt x="7632" y="26798"/>
                  <a:pt x="8316" y="30440"/>
                </a:cubicBezTo>
                <a:cubicBezTo>
                  <a:pt x="9059" y="34022"/>
                  <a:pt x="11098" y="36644"/>
                  <a:pt x="14564" y="38290"/>
                </a:cubicBezTo>
                <a:cubicBezTo>
                  <a:pt x="17987" y="39892"/>
                  <a:pt x="21279" y="39834"/>
                  <a:pt x="24585" y="38071"/>
                </a:cubicBezTo>
                <a:cubicBezTo>
                  <a:pt x="27833" y="36353"/>
                  <a:pt x="30556" y="33178"/>
                  <a:pt x="32726" y="28503"/>
                </a:cubicBezTo>
                <a:cubicBezTo>
                  <a:pt x="34940" y="23900"/>
                  <a:pt x="35625" y="19808"/>
                  <a:pt x="34940" y="16166"/>
                </a:cubicBezTo>
                <a:cubicBezTo>
                  <a:pt x="34197" y="12525"/>
                  <a:pt x="32158" y="9904"/>
                  <a:pt x="28736" y="8316"/>
                </a:cubicBezTo>
                <a:close/>
                <a:moveTo>
                  <a:pt x="31299" y="2855"/>
                </a:moveTo>
                <a:cubicBezTo>
                  <a:pt x="36877" y="5520"/>
                  <a:pt x="40343" y="9394"/>
                  <a:pt x="41829" y="14506"/>
                </a:cubicBezTo>
                <a:cubicBezTo>
                  <a:pt x="43300" y="19575"/>
                  <a:pt x="42499" y="25327"/>
                  <a:pt x="39484" y="31750"/>
                </a:cubicBezTo>
                <a:cubicBezTo>
                  <a:pt x="36527" y="38071"/>
                  <a:pt x="32551" y="42339"/>
                  <a:pt x="27658" y="44436"/>
                </a:cubicBezTo>
                <a:cubicBezTo>
                  <a:pt x="22764" y="46591"/>
                  <a:pt x="17594" y="46315"/>
                  <a:pt x="12016" y="43693"/>
                </a:cubicBezTo>
                <a:cubicBezTo>
                  <a:pt x="6437" y="41086"/>
                  <a:pt x="2913" y="37212"/>
                  <a:pt x="1486" y="32085"/>
                </a:cubicBezTo>
                <a:cubicBezTo>
                  <a:pt x="0" y="26973"/>
                  <a:pt x="801" y="21220"/>
                  <a:pt x="3816" y="14856"/>
                </a:cubicBezTo>
                <a:cubicBezTo>
                  <a:pt x="6831" y="8476"/>
                  <a:pt x="10763" y="4209"/>
                  <a:pt x="15657" y="2112"/>
                </a:cubicBezTo>
                <a:cubicBezTo>
                  <a:pt x="20492" y="0"/>
                  <a:pt x="25721" y="233"/>
                  <a:pt x="31299" y="2855"/>
                </a:cubicBezTo>
                <a:close/>
                <a:moveTo>
                  <a:pt x="31299" y="28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AA144-365C-42B7-A496-D84AA859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268" y="2534055"/>
            <a:ext cx="46985" cy="54281"/>
          </a:xfrm>
          <a:custGeom xmlns:a="http://schemas.openxmlformats.org/drawingml/2006/main">
            <a:pathLst>
              <a:path w="46985" h="54281">
                <a:moveTo>
                  <a:pt x="3292" y="23565"/>
                </a:moveTo>
                <a:lnTo>
                  <a:pt x="14448" y="0"/>
                </a:lnTo>
                <a:lnTo>
                  <a:pt x="20813" y="3015"/>
                </a:lnTo>
                <a:lnTo>
                  <a:pt x="9787" y="26289"/>
                </a:lnTo>
                <a:cubicBezTo>
                  <a:pt x="8069" y="29988"/>
                  <a:pt x="7442" y="33119"/>
                  <a:pt x="8010" y="35625"/>
                </a:cubicBezTo>
                <a:cubicBezTo>
                  <a:pt x="8578" y="38130"/>
                  <a:pt x="10355" y="40052"/>
                  <a:pt x="13195" y="41421"/>
                </a:cubicBezTo>
                <a:cubicBezTo>
                  <a:pt x="16662" y="43067"/>
                  <a:pt x="19910" y="43242"/>
                  <a:pt x="22924" y="41989"/>
                </a:cubicBezTo>
                <a:cubicBezTo>
                  <a:pt x="25997" y="40737"/>
                  <a:pt x="28386" y="38173"/>
                  <a:pt x="30207" y="34430"/>
                </a:cubicBezTo>
                <a:lnTo>
                  <a:pt x="40620" y="12351"/>
                </a:lnTo>
                <a:lnTo>
                  <a:pt x="46985" y="15365"/>
                </a:lnTo>
                <a:lnTo>
                  <a:pt x="28604" y="54281"/>
                </a:lnTo>
                <a:lnTo>
                  <a:pt x="22240" y="51267"/>
                </a:lnTo>
                <a:lnTo>
                  <a:pt x="25022" y="45295"/>
                </a:lnTo>
                <a:cubicBezTo>
                  <a:pt x="22415" y="46883"/>
                  <a:pt x="19735" y="47800"/>
                  <a:pt x="17171" y="47961"/>
                </a:cubicBezTo>
                <a:cubicBezTo>
                  <a:pt x="14564" y="48194"/>
                  <a:pt x="11943" y="47626"/>
                  <a:pt x="9205" y="46315"/>
                </a:cubicBezTo>
                <a:cubicBezTo>
                  <a:pt x="4777" y="44203"/>
                  <a:pt x="1981" y="41246"/>
                  <a:pt x="1020" y="37387"/>
                </a:cubicBezTo>
                <a:cubicBezTo>
                  <a:pt x="0" y="33513"/>
                  <a:pt x="786" y="28910"/>
                  <a:pt x="3292" y="23565"/>
                </a:cubicBezTo>
                <a:close/>
                <a:moveTo>
                  <a:pt x="3292" y="235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4C0CD-0C67-4503-AB88-07B93325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54" y="2557562"/>
            <a:ext cx="44829" cy="46242"/>
          </a:xfrm>
          <a:custGeom xmlns:a="http://schemas.openxmlformats.org/drawingml/2006/main">
            <a:pathLst>
              <a:path w="44829" h="46242">
                <a:moveTo>
                  <a:pt x="44829" y="10982"/>
                </a:moveTo>
                <a:lnTo>
                  <a:pt x="41931" y="17011"/>
                </a:lnTo>
                <a:cubicBezTo>
                  <a:pt x="40576" y="15249"/>
                  <a:pt x="39033" y="13647"/>
                  <a:pt x="37329" y="12278"/>
                </a:cubicBezTo>
                <a:cubicBezTo>
                  <a:pt x="35625" y="10865"/>
                  <a:pt x="33687" y="9671"/>
                  <a:pt x="31576" y="8695"/>
                </a:cubicBezTo>
                <a:cubicBezTo>
                  <a:pt x="28459" y="7224"/>
                  <a:pt x="25837" y="6598"/>
                  <a:pt x="23784" y="6758"/>
                </a:cubicBezTo>
                <a:cubicBezTo>
                  <a:pt x="21745" y="6991"/>
                  <a:pt x="20259" y="8069"/>
                  <a:pt x="19342" y="10064"/>
                </a:cubicBezTo>
                <a:cubicBezTo>
                  <a:pt x="18613" y="11550"/>
                  <a:pt x="18672" y="12962"/>
                  <a:pt x="19400" y="14331"/>
                </a:cubicBezTo>
                <a:cubicBezTo>
                  <a:pt x="20143" y="15700"/>
                  <a:pt x="22021" y="17579"/>
                  <a:pt x="25094" y="19968"/>
                </a:cubicBezTo>
                <a:lnTo>
                  <a:pt x="27032" y="21497"/>
                </a:lnTo>
                <a:cubicBezTo>
                  <a:pt x="31124" y="24628"/>
                  <a:pt x="33687" y="27527"/>
                  <a:pt x="34765" y="30207"/>
                </a:cubicBezTo>
                <a:cubicBezTo>
                  <a:pt x="35843" y="32872"/>
                  <a:pt x="35625" y="35785"/>
                  <a:pt x="34139" y="38960"/>
                </a:cubicBezTo>
                <a:cubicBezTo>
                  <a:pt x="32435" y="42543"/>
                  <a:pt x="29653" y="44771"/>
                  <a:pt x="25779" y="45514"/>
                </a:cubicBezTo>
                <a:cubicBezTo>
                  <a:pt x="21905" y="46242"/>
                  <a:pt x="17536" y="45455"/>
                  <a:pt x="12525" y="43125"/>
                </a:cubicBezTo>
                <a:cubicBezTo>
                  <a:pt x="10414" y="42091"/>
                  <a:pt x="8375" y="40897"/>
                  <a:pt x="6263" y="39426"/>
                </a:cubicBezTo>
                <a:cubicBezTo>
                  <a:pt x="4209" y="37940"/>
                  <a:pt x="2112" y="36178"/>
                  <a:pt x="0" y="34183"/>
                </a:cubicBezTo>
                <a:lnTo>
                  <a:pt x="3131" y="27585"/>
                </a:lnTo>
                <a:cubicBezTo>
                  <a:pt x="4894" y="29974"/>
                  <a:pt x="6831" y="31969"/>
                  <a:pt x="8826" y="33673"/>
                </a:cubicBezTo>
                <a:cubicBezTo>
                  <a:pt x="10821" y="35377"/>
                  <a:pt x="12919" y="36746"/>
                  <a:pt x="15191" y="37824"/>
                </a:cubicBezTo>
                <a:cubicBezTo>
                  <a:pt x="18205" y="39251"/>
                  <a:pt x="20769" y="39819"/>
                  <a:pt x="22822" y="39528"/>
                </a:cubicBezTo>
                <a:cubicBezTo>
                  <a:pt x="24978" y="39251"/>
                  <a:pt x="26463" y="38232"/>
                  <a:pt x="27308" y="36353"/>
                </a:cubicBezTo>
                <a:cubicBezTo>
                  <a:pt x="28168" y="34590"/>
                  <a:pt x="28226" y="32988"/>
                  <a:pt x="27483" y="31517"/>
                </a:cubicBezTo>
                <a:cubicBezTo>
                  <a:pt x="26740" y="30032"/>
                  <a:pt x="24585" y="27935"/>
                  <a:pt x="21060" y="25196"/>
                </a:cubicBezTo>
                <a:lnTo>
                  <a:pt x="19065" y="23609"/>
                </a:lnTo>
                <a:cubicBezTo>
                  <a:pt x="15482" y="20929"/>
                  <a:pt x="13268" y="18307"/>
                  <a:pt x="12292" y="15759"/>
                </a:cubicBezTo>
                <a:cubicBezTo>
                  <a:pt x="11389" y="13195"/>
                  <a:pt x="11608" y="10399"/>
                  <a:pt x="13035" y="7384"/>
                </a:cubicBezTo>
                <a:cubicBezTo>
                  <a:pt x="14739" y="3743"/>
                  <a:pt x="17361" y="1529"/>
                  <a:pt x="20944" y="786"/>
                </a:cubicBezTo>
                <a:cubicBezTo>
                  <a:pt x="24468" y="0"/>
                  <a:pt x="28619" y="728"/>
                  <a:pt x="33338" y="3015"/>
                </a:cubicBezTo>
                <a:cubicBezTo>
                  <a:pt x="35741" y="4093"/>
                  <a:pt x="37838" y="5345"/>
                  <a:pt x="39775" y="6656"/>
                </a:cubicBezTo>
                <a:cubicBezTo>
                  <a:pt x="41712" y="8010"/>
                  <a:pt x="43358" y="9438"/>
                  <a:pt x="44829" y="10982"/>
                </a:cubicBezTo>
                <a:close/>
                <a:moveTo>
                  <a:pt x="44829" y="109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38D37-F5C5-4CA0-8DA7-AAF1C584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02" y="2576845"/>
            <a:ext cx="43751" cy="48237"/>
          </a:xfrm>
          <a:custGeom xmlns:a="http://schemas.openxmlformats.org/drawingml/2006/main">
            <a:pathLst>
              <a:path w="43751" h="48237">
                <a:moveTo>
                  <a:pt x="40402" y="29872"/>
                </a:moveTo>
                <a:lnTo>
                  <a:pt x="38916" y="32988"/>
                </a:lnTo>
                <a:lnTo>
                  <a:pt x="9554" y="19108"/>
                </a:lnTo>
                <a:cubicBezTo>
                  <a:pt x="7734" y="23667"/>
                  <a:pt x="7515" y="27643"/>
                  <a:pt x="8768" y="31066"/>
                </a:cubicBezTo>
                <a:cubicBezTo>
                  <a:pt x="10064" y="34474"/>
                  <a:pt x="12802" y="37212"/>
                  <a:pt x="17069" y="39193"/>
                </a:cubicBezTo>
                <a:cubicBezTo>
                  <a:pt x="19516" y="40329"/>
                  <a:pt x="22021" y="41188"/>
                  <a:pt x="24585" y="41640"/>
                </a:cubicBezTo>
                <a:cubicBezTo>
                  <a:pt x="27192" y="42149"/>
                  <a:pt x="29930" y="42324"/>
                  <a:pt x="32770" y="42208"/>
                </a:cubicBezTo>
                <a:lnTo>
                  <a:pt x="29872" y="48237"/>
                </a:lnTo>
                <a:cubicBezTo>
                  <a:pt x="27133" y="48135"/>
                  <a:pt x="24468" y="47728"/>
                  <a:pt x="21788" y="47101"/>
                </a:cubicBezTo>
                <a:cubicBezTo>
                  <a:pt x="19123" y="46475"/>
                  <a:pt x="16560" y="45630"/>
                  <a:pt x="14113" y="44436"/>
                </a:cubicBezTo>
                <a:cubicBezTo>
                  <a:pt x="7908" y="41523"/>
                  <a:pt x="3816" y="37372"/>
                  <a:pt x="1937" y="32085"/>
                </a:cubicBezTo>
                <a:cubicBezTo>
                  <a:pt x="0" y="26740"/>
                  <a:pt x="510" y="20987"/>
                  <a:pt x="3408" y="14841"/>
                </a:cubicBezTo>
                <a:cubicBezTo>
                  <a:pt x="6423" y="8476"/>
                  <a:pt x="10530" y="4209"/>
                  <a:pt x="15700" y="2097"/>
                </a:cubicBezTo>
                <a:cubicBezTo>
                  <a:pt x="20944" y="0"/>
                  <a:pt x="26463" y="335"/>
                  <a:pt x="32318" y="3073"/>
                </a:cubicBezTo>
                <a:cubicBezTo>
                  <a:pt x="37489" y="5578"/>
                  <a:pt x="40853" y="9219"/>
                  <a:pt x="42324" y="13996"/>
                </a:cubicBezTo>
                <a:cubicBezTo>
                  <a:pt x="43751" y="18832"/>
                  <a:pt x="43125" y="24119"/>
                  <a:pt x="40402" y="29872"/>
                </a:cubicBezTo>
                <a:close/>
                <a:moveTo>
                  <a:pt x="34882" y="24978"/>
                </a:moveTo>
                <a:cubicBezTo>
                  <a:pt x="36469" y="21497"/>
                  <a:pt x="36804" y="18205"/>
                  <a:pt x="35901" y="15249"/>
                </a:cubicBezTo>
                <a:cubicBezTo>
                  <a:pt x="34984" y="12234"/>
                  <a:pt x="32945" y="10006"/>
                  <a:pt x="29813" y="8535"/>
                </a:cubicBezTo>
                <a:cubicBezTo>
                  <a:pt x="26230" y="6831"/>
                  <a:pt x="22924" y="6481"/>
                  <a:pt x="19793" y="7501"/>
                </a:cubicBezTo>
                <a:cubicBezTo>
                  <a:pt x="16734" y="8535"/>
                  <a:pt x="14171" y="10749"/>
                  <a:pt x="12118" y="14273"/>
                </a:cubicBezTo>
                <a:lnTo>
                  <a:pt x="34882" y="24978"/>
                </a:lnTo>
                <a:close/>
                <a:moveTo>
                  <a:pt x="34882" y="249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F015F-02E0-4C73-BF8B-2F514584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90" y="2580996"/>
            <a:ext cx="53422" cy="55184"/>
          </a:xfrm>
          <a:custGeom xmlns:a="http://schemas.openxmlformats.org/drawingml/2006/main">
            <a:pathLst>
              <a:path w="53422" h="55184">
                <a:moveTo>
                  <a:pt x="28794" y="9103"/>
                </a:moveTo>
                <a:lnTo>
                  <a:pt x="19575" y="28561"/>
                </a:lnTo>
                <a:lnTo>
                  <a:pt x="28444" y="32770"/>
                </a:lnTo>
                <a:cubicBezTo>
                  <a:pt x="31692" y="34299"/>
                  <a:pt x="34590" y="34649"/>
                  <a:pt x="37212" y="33789"/>
                </a:cubicBezTo>
                <a:cubicBezTo>
                  <a:pt x="39775" y="32945"/>
                  <a:pt x="41814" y="30949"/>
                  <a:pt x="43300" y="27818"/>
                </a:cubicBezTo>
                <a:cubicBezTo>
                  <a:pt x="44727" y="24745"/>
                  <a:pt x="45004" y="21905"/>
                  <a:pt x="43984" y="19400"/>
                </a:cubicBezTo>
                <a:cubicBezTo>
                  <a:pt x="43009" y="16836"/>
                  <a:pt x="40911" y="14797"/>
                  <a:pt x="37605" y="13254"/>
                </a:cubicBezTo>
                <a:lnTo>
                  <a:pt x="28794" y="9103"/>
                </a:lnTo>
                <a:close/>
                <a:moveTo>
                  <a:pt x="24526" y="0"/>
                </a:moveTo>
                <a:lnTo>
                  <a:pt x="40343" y="7515"/>
                </a:lnTo>
                <a:cubicBezTo>
                  <a:pt x="46140" y="10239"/>
                  <a:pt x="49956" y="13661"/>
                  <a:pt x="51660" y="17696"/>
                </a:cubicBezTo>
                <a:cubicBezTo>
                  <a:pt x="53422" y="21730"/>
                  <a:pt x="53087" y="26289"/>
                  <a:pt x="50699" y="31343"/>
                </a:cubicBezTo>
                <a:cubicBezTo>
                  <a:pt x="48252" y="36469"/>
                  <a:pt x="44946" y="39601"/>
                  <a:pt x="40737" y="40795"/>
                </a:cubicBezTo>
                <a:cubicBezTo>
                  <a:pt x="36527" y="42047"/>
                  <a:pt x="31517" y="41246"/>
                  <a:pt x="25721" y="38523"/>
                </a:cubicBezTo>
                <a:lnTo>
                  <a:pt x="16895" y="34357"/>
                </a:lnTo>
                <a:lnTo>
                  <a:pt x="7064" y="55184"/>
                </a:lnTo>
                <a:lnTo>
                  <a:pt x="0" y="51878"/>
                </a:lnTo>
                <a:lnTo>
                  <a:pt x="24526" y="0"/>
                </a:lnTo>
                <a:close/>
                <a:moveTo>
                  <a:pt x="245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65019-A75E-4C48-8813-87C2A86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705" y="2598969"/>
            <a:ext cx="31911" cy="57063"/>
          </a:xfrm>
          <a:custGeom xmlns:a="http://schemas.openxmlformats.org/drawingml/2006/main">
            <a:pathLst>
              <a:path w="31911" h="57063">
                <a:moveTo>
                  <a:pt x="25546" y="0"/>
                </a:moveTo>
                <a:lnTo>
                  <a:pt x="31911" y="3015"/>
                </a:lnTo>
                <a:lnTo>
                  <a:pt x="6365" y="57063"/>
                </a:lnTo>
                <a:lnTo>
                  <a:pt x="0" y="53990"/>
                </a:lnTo>
                <a:lnTo>
                  <a:pt x="25546" y="0"/>
                </a:lnTo>
                <a:close/>
                <a:moveTo>
                  <a:pt x="255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291FE-32D4-4CEC-94ED-72F6C543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746" y="2623160"/>
            <a:ext cx="46999" cy="54267"/>
          </a:xfrm>
          <a:custGeom xmlns:a="http://schemas.openxmlformats.org/drawingml/2006/main">
            <a:pathLst>
              <a:path w="46999" h="54267">
                <a:moveTo>
                  <a:pt x="3306" y="23492"/>
                </a:moveTo>
                <a:lnTo>
                  <a:pt x="14448" y="0"/>
                </a:lnTo>
                <a:lnTo>
                  <a:pt x="20827" y="3015"/>
                </a:lnTo>
                <a:lnTo>
                  <a:pt x="9846" y="26274"/>
                </a:lnTo>
                <a:cubicBezTo>
                  <a:pt x="8083" y="29974"/>
                  <a:pt x="7515" y="33047"/>
                  <a:pt x="8025" y="35610"/>
                </a:cubicBezTo>
                <a:cubicBezTo>
                  <a:pt x="8593" y="38115"/>
                  <a:pt x="10355" y="40052"/>
                  <a:pt x="13195" y="41407"/>
                </a:cubicBezTo>
                <a:cubicBezTo>
                  <a:pt x="16676" y="43009"/>
                  <a:pt x="19910" y="43227"/>
                  <a:pt x="22924" y="41975"/>
                </a:cubicBezTo>
                <a:cubicBezTo>
                  <a:pt x="25997" y="40722"/>
                  <a:pt x="28386" y="38173"/>
                  <a:pt x="30207" y="34416"/>
                </a:cubicBezTo>
                <a:lnTo>
                  <a:pt x="40620" y="12336"/>
                </a:lnTo>
                <a:lnTo>
                  <a:pt x="46999" y="15351"/>
                </a:lnTo>
                <a:lnTo>
                  <a:pt x="28619" y="54267"/>
                </a:lnTo>
                <a:lnTo>
                  <a:pt x="22240" y="51252"/>
                </a:lnTo>
                <a:lnTo>
                  <a:pt x="25094" y="45281"/>
                </a:lnTo>
                <a:cubicBezTo>
                  <a:pt x="22415" y="46868"/>
                  <a:pt x="19793" y="47786"/>
                  <a:pt x="17186" y="47961"/>
                </a:cubicBezTo>
                <a:cubicBezTo>
                  <a:pt x="14564" y="48121"/>
                  <a:pt x="11943" y="47611"/>
                  <a:pt x="9219" y="46300"/>
                </a:cubicBezTo>
                <a:cubicBezTo>
                  <a:pt x="4777" y="44203"/>
                  <a:pt x="2054" y="41246"/>
                  <a:pt x="1020" y="37314"/>
                </a:cubicBezTo>
                <a:cubicBezTo>
                  <a:pt x="0" y="33440"/>
                  <a:pt x="801" y="28837"/>
                  <a:pt x="3306" y="23492"/>
                </a:cubicBezTo>
                <a:close/>
                <a:moveTo>
                  <a:pt x="3306" y="234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0BD28-6EAE-42CD-B875-F0386B1B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410" y="2647789"/>
            <a:ext cx="54500" cy="60646"/>
          </a:xfrm>
          <a:custGeom xmlns:a="http://schemas.openxmlformats.org/drawingml/2006/main">
            <a:pathLst>
              <a:path w="54500" h="60646">
                <a:moveTo>
                  <a:pt x="39135" y="28051"/>
                </a:moveTo>
                <a:cubicBezTo>
                  <a:pt x="41305" y="23376"/>
                  <a:pt x="42047" y="19342"/>
                  <a:pt x="41305" y="15933"/>
                </a:cubicBezTo>
                <a:cubicBezTo>
                  <a:pt x="40620" y="12453"/>
                  <a:pt x="38567" y="9962"/>
                  <a:pt x="35100" y="8302"/>
                </a:cubicBezTo>
                <a:cubicBezTo>
                  <a:pt x="31692" y="6714"/>
                  <a:pt x="28386" y="6714"/>
                  <a:pt x="25313" y="8360"/>
                </a:cubicBezTo>
                <a:cubicBezTo>
                  <a:pt x="22182" y="10006"/>
                  <a:pt x="19516" y="13137"/>
                  <a:pt x="17346" y="17754"/>
                </a:cubicBezTo>
                <a:cubicBezTo>
                  <a:pt x="15191" y="22356"/>
                  <a:pt x="14448" y="26391"/>
                  <a:pt x="15132" y="29813"/>
                </a:cubicBezTo>
                <a:cubicBezTo>
                  <a:pt x="15875" y="33280"/>
                  <a:pt x="17914" y="35843"/>
                  <a:pt x="21337" y="37430"/>
                </a:cubicBezTo>
                <a:cubicBezTo>
                  <a:pt x="24803" y="39091"/>
                  <a:pt x="28051" y="39091"/>
                  <a:pt x="31182" y="37430"/>
                </a:cubicBezTo>
                <a:cubicBezTo>
                  <a:pt x="34299" y="35785"/>
                  <a:pt x="36921" y="32653"/>
                  <a:pt x="39135" y="28051"/>
                </a:cubicBezTo>
                <a:close/>
                <a:moveTo>
                  <a:pt x="38406" y="46140"/>
                </a:moveTo>
                <a:cubicBezTo>
                  <a:pt x="35275" y="52738"/>
                  <a:pt x="31459" y="56947"/>
                  <a:pt x="26973" y="58826"/>
                </a:cubicBezTo>
                <a:cubicBezTo>
                  <a:pt x="22531" y="60646"/>
                  <a:pt x="17244" y="60136"/>
                  <a:pt x="11200" y="57296"/>
                </a:cubicBezTo>
                <a:cubicBezTo>
                  <a:pt x="8928" y="56204"/>
                  <a:pt x="6947" y="55068"/>
                  <a:pt x="5068" y="53757"/>
                </a:cubicBezTo>
                <a:cubicBezTo>
                  <a:pt x="3248" y="52505"/>
                  <a:pt x="1529" y="51092"/>
                  <a:pt x="0" y="49490"/>
                </a:cubicBezTo>
                <a:lnTo>
                  <a:pt x="2957" y="43300"/>
                </a:lnTo>
                <a:cubicBezTo>
                  <a:pt x="4326" y="45179"/>
                  <a:pt x="5855" y="46825"/>
                  <a:pt x="7457" y="48135"/>
                </a:cubicBezTo>
                <a:cubicBezTo>
                  <a:pt x="9044" y="49490"/>
                  <a:pt x="10807" y="50626"/>
                  <a:pt x="12686" y="51543"/>
                </a:cubicBezTo>
                <a:cubicBezTo>
                  <a:pt x="16895" y="53480"/>
                  <a:pt x="20536" y="53874"/>
                  <a:pt x="23667" y="52679"/>
                </a:cubicBezTo>
                <a:cubicBezTo>
                  <a:pt x="26740" y="51485"/>
                  <a:pt x="29362" y="48703"/>
                  <a:pt x="31459" y="44261"/>
                </a:cubicBezTo>
                <a:lnTo>
                  <a:pt x="32945" y="41072"/>
                </a:lnTo>
                <a:cubicBezTo>
                  <a:pt x="30556" y="42776"/>
                  <a:pt x="28051" y="43693"/>
                  <a:pt x="25429" y="43868"/>
                </a:cubicBezTo>
                <a:cubicBezTo>
                  <a:pt x="22866" y="43970"/>
                  <a:pt x="20143" y="43402"/>
                  <a:pt x="17244" y="42047"/>
                </a:cubicBezTo>
                <a:cubicBezTo>
                  <a:pt x="12453" y="39761"/>
                  <a:pt x="9496" y="36178"/>
                  <a:pt x="8302" y="31182"/>
                </a:cubicBezTo>
                <a:cubicBezTo>
                  <a:pt x="7107" y="26114"/>
                  <a:pt x="7908" y="20652"/>
                  <a:pt x="10749" y="14623"/>
                </a:cubicBezTo>
                <a:cubicBezTo>
                  <a:pt x="13603" y="8593"/>
                  <a:pt x="17346" y="4500"/>
                  <a:pt x="21963" y="2214"/>
                </a:cubicBezTo>
                <a:cubicBezTo>
                  <a:pt x="26624" y="0"/>
                  <a:pt x="31284" y="0"/>
                  <a:pt x="36076" y="2214"/>
                </a:cubicBezTo>
                <a:cubicBezTo>
                  <a:pt x="38916" y="3583"/>
                  <a:pt x="41130" y="5287"/>
                  <a:pt x="42674" y="7399"/>
                </a:cubicBezTo>
                <a:cubicBezTo>
                  <a:pt x="44203" y="9496"/>
                  <a:pt x="45062" y="12059"/>
                  <a:pt x="45281" y="14958"/>
                </a:cubicBezTo>
                <a:lnTo>
                  <a:pt x="48077" y="9044"/>
                </a:lnTo>
                <a:lnTo>
                  <a:pt x="54500" y="12059"/>
                </a:lnTo>
                <a:lnTo>
                  <a:pt x="38406" y="46140"/>
                </a:lnTo>
                <a:close/>
                <a:moveTo>
                  <a:pt x="38406" y="461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0C4AD-379D-407A-8DDE-9F822D29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681" y="2650920"/>
            <a:ext cx="31911" cy="57063"/>
          </a:xfrm>
          <a:custGeom xmlns:a="http://schemas.openxmlformats.org/drawingml/2006/main">
            <a:pathLst>
              <a:path w="31911" h="57063">
                <a:moveTo>
                  <a:pt x="18380" y="15132"/>
                </a:moveTo>
                <a:lnTo>
                  <a:pt x="24745" y="18205"/>
                </a:lnTo>
                <a:lnTo>
                  <a:pt x="6365" y="57063"/>
                </a:lnTo>
                <a:lnTo>
                  <a:pt x="0" y="54048"/>
                </a:lnTo>
                <a:lnTo>
                  <a:pt x="18380" y="15132"/>
                </a:lnTo>
                <a:close/>
                <a:moveTo>
                  <a:pt x="25546" y="0"/>
                </a:moveTo>
                <a:lnTo>
                  <a:pt x="31911" y="3015"/>
                </a:lnTo>
                <a:lnTo>
                  <a:pt x="28095" y="11142"/>
                </a:lnTo>
                <a:lnTo>
                  <a:pt x="21672" y="8127"/>
                </a:lnTo>
                <a:lnTo>
                  <a:pt x="25546" y="0"/>
                </a:lnTo>
                <a:close/>
                <a:moveTo>
                  <a:pt x="255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16806-06D0-4F60-B626-0896C418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97" y="2675330"/>
            <a:ext cx="46985" cy="54267"/>
          </a:xfrm>
          <a:custGeom xmlns:a="http://schemas.openxmlformats.org/drawingml/2006/main">
            <a:pathLst>
              <a:path w="46985" h="54267">
                <a:moveTo>
                  <a:pt x="43635" y="30775"/>
                </a:moveTo>
                <a:lnTo>
                  <a:pt x="32537" y="54267"/>
                </a:lnTo>
                <a:lnTo>
                  <a:pt x="26158" y="51252"/>
                </a:lnTo>
                <a:lnTo>
                  <a:pt x="37139" y="27978"/>
                </a:lnTo>
                <a:cubicBezTo>
                  <a:pt x="38916" y="24293"/>
                  <a:pt x="39484" y="21220"/>
                  <a:pt x="38916" y="18715"/>
                </a:cubicBezTo>
                <a:cubicBezTo>
                  <a:pt x="38333" y="16210"/>
                  <a:pt x="36629" y="14273"/>
                  <a:pt x="33731" y="12904"/>
                </a:cubicBezTo>
                <a:cubicBezTo>
                  <a:pt x="30323" y="11258"/>
                  <a:pt x="27075" y="11084"/>
                  <a:pt x="24002" y="12336"/>
                </a:cubicBezTo>
                <a:cubicBezTo>
                  <a:pt x="20987" y="13589"/>
                  <a:pt x="18599" y="16094"/>
                  <a:pt x="16778" y="19910"/>
                </a:cubicBezTo>
                <a:lnTo>
                  <a:pt x="6423" y="41873"/>
                </a:lnTo>
                <a:lnTo>
                  <a:pt x="0" y="38858"/>
                </a:lnTo>
                <a:lnTo>
                  <a:pt x="18366" y="0"/>
                </a:lnTo>
                <a:lnTo>
                  <a:pt x="24803" y="3015"/>
                </a:lnTo>
                <a:lnTo>
                  <a:pt x="21905" y="9044"/>
                </a:lnTo>
                <a:cubicBezTo>
                  <a:pt x="24570" y="7442"/>
                  <a:pt x="27192" y="6539"/>
                  <a:pt x="29799" y="6365"/>
                </a:cubicBezTo>
                <a:cubicBezTo>
                  <a:pt x="32420" y="6190"/>
                  <a:pt x="35100" y="6714"/>
                  <a:pt x="37824" y="8010"/>
                </a:cubicBezTo>
                <a:cubicBezTo>
                  <a:pt x="42266" y="10122"/>
                  <a:pt x="44989" y="13079"/>
                  <a:pt x="45965" y="16953"/>
                </a:cubicBezTo>
                <a:cubicBezTo>
                  <a:pt x="46985" y="20813"/>
                  <a:pt x="46198" y="25429"/>
                  <a:pt x="43635" y="30775"/>
                </a:cubicBezTo>
                <a:close/>
                <a:moveTo>
                  <a:pt x="43635" y="307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1BBCC-91E5-45BB-8167-8E7A237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396" y="2727208"/>
            <a:ext cx="11491" cy="12292"/>
          </a:xfrm>
          <a:custGeom xmlns:a="http://schemas.openxmlformats.org/drawingml/2006/main">
            <a:pathLst>
              <a:path w="11491" h="12292">
                <a:moveTo>
                  <a:pt x="4151" y="0"/>
                </a:moveTo>
                <a:lnTo>
                  <a:pt x="11491" y="3466"/>
                </a:lnTo>
                <a:lnTo>
                  <a:pt x="7326" y="12292"/>
                </a:lnTo>
                <a:lnTo>
                  <a:pt x="0" y="8826"/>
                </a:lnTo>
                <a:lnTo>
                  <a:pt x="4151" y="0"/>
                </a:lnTo>
                <a:close/>
                <a:moveTo>
                  <a:pt x="41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B598F-52EB-4408-AF1D-3CE4F877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383" y="2697686"/>
            <a:ext cx="55752" cy="60646"/>
          </a:xfrm>
          <a:custGeom xmlns:a="http://schemas.openxmlformats.org/drawingml/2006/main">
            <a:pathLst>
              <a:path w="55752" h="60646">
                <a:moveTo>
                  <a:pt x="55752" y="13254"/>
                </a:moveTo>
                <a:lnTo>
                  <a:pt x="52505" y="20143"/>
                </a:lnTo>
                <a:cubicBezTo>
                  <a:pt x="50466" y="17579"/>
                  <a:pt x="48412" y="15467"/>
                  <a:pt x="46358" y="13705"/>
                </a:cubicBezTo>
                <a:cubicBezTo>
                  <a:pt x="44261" y="11943"/>
                  <a:pt x="42149" y="10574"/>
                  <a:pt x="39936" y="9554"/>
                </a:cubicBezTo>
                <a:cubicBezTo>
                  <a:pt x="36120" y="7734"/>
                  <a:pt x="32828" y="7107"/>
                  <a:pt x="30032" y="7559"/>
                </a:cubicBezTo>
                <a:cubicBezTo>
                  <a:pt x="27308" y="8069"/>
                  <a:pt x="25255" y="9729"/>
                  <a:pt x="23944" y="12453"/>
                </a:cubicBezTo>
                <a:cubicBezTo>
                  <a:pt x="22866" y="14725"/>
                  <a:pt x="22750" y="16778"/>
                  <a:pt x="23551" y="18599"/>
                </a:cubicBezTo>
                <a:cubicBezTo>
                  <a:pt x="24410" y="20419"/>
                  <a:pt x="26565" y="22575"/>
                  <a:pt x="30032" y="25138"/>
                </a:cubicBezTo>
                <a:lnTo>
                  <a:pt x="33906" y="27993"/>
                </a:lnTo>
                <a:cubicBezTo>
                  <a:pt x="38625" y="31459"/>
                  <a:pt x="41698" y="35042"/>
                  <a:pt x="42950" y="38741"/>
                </a:cubicBezTo>
                <a:cubicBezTo>
                  <a:pt x="44261" y="42441"/>
                  <a:pt x="43926" y="46358"/>
                  <a:pt x="41931" y="50568"/>
                </a:cubicBezTo>
                <a:cubicBezTo>
                  <a:pt x="39601" y="55636"/>
                  <a:pt x="36061" y="58593"/>
                  <a:pt x="31517" y="59612"/>
                </a:cubicBezTo>
                <a:cubicBezTo>
                  <a:pt x="26915" y="60646"/>
                  <a:pt x="21337" y="59568"/>
                  <a:pt x="14841" y="56495"/>
                </a:cubicBezTo>
                <a:cubicBezTo>
                  <a:pt x="12394" y="55345"/>
                  <a:pt x="9904" y="53874"/>
                  <a:pt x="7399" y="51995"/>
                </a:cubicBezTo>
                <a:cubicBezTo>
                  <a:pt x="4894" y="50116"/>
                  <a:pt x="2447" y="47961"/>
                  <a:pt x="0" y="45455"/>
                </a:cubicBezTo>
                <a:lnTo>
                  <a:pt x="3408" y="38232"/>
                </a:lnTo>
                <a:cubicBezTo>
                  <a:pt x="5520" y="41188"/>
                  <a:pt x="7734" y="43693"/>
                  <a:pt x="10064" y="45790"/>
                </a:cubicBezTo>
                <a:cubicBezTo>
                  <a:pt x="12394" y="47902"/>
                  <a:pt x="14899" y="49548"/>
                  <a:pt x="17521" y="50801"/>
                </a:cubicBezTo>
                <a:cubicBezTo>
                  <a:pt x="21555" y="52738"/>
                  <a:pt x="25036" y="53364"/>
                  <a:pt x="27935" y="52854"/>
                </a:cubicBezTo>
                <a:cubicBezTo>
                  <a:pt x="30833" y="52286"/>
                  <a:pt x="33003" y="50568"/>
                  <a:pt x="34357" y="47611"/>
                </a:cubicBezTo>
                <a:cubicBezTo>
                  <a:pt x="35552" y="45106"/>
                  <a:pt x="35726" y="42717"/>
                  <a:pt x="34867" y="40562"/>
                </a:cubicBezTo>
                <a:cubicBezTo>
                  <a:pt x="33964" y="38392"/>
                  <a:pt x="31911" y="36120"/>
                  <a:pt x="28677" y="33673"/>
                </a:cubicBezTo>
                <a:lnTo>
                  <a:pt x="24803" y="30833"/>
                </a:lnTo>
                <a:cubicBezTo>
                  <a:pt x="20084" y="27366"/>
                  <a:pt x="17069" y="23886"/>
                  <a:pt x="15759" y="20594"/>
                </a:cubicBezTo>
                <a:cubicBezTo>
                  <a:pt x="14506" y="17288"/>
                  <a:pt x="14797" y="13589"/>
                  <a:pt x="16662" y="9671"/>
                </a:cubicBezTo>
                <a:cubicBezTo>
                  <a:pt x="18832" y="5054"/>
                  <a:pt x="22123" y="2214"/>
                  <a:pt x="26624" y="1136"/>
                </a:cubicBezTo>
                <a:cubicBezTo>
                  <a:pt x="31124" y="0"/>
                  <a:pt x="36178" y="786"/>
                  <a:pt x="41814" y="3466"/>
                </a:cubicBezTo>
                <a:cubicBezTo>
                  <a:pt x="44261" y="4602"/>
                  <a:pt x="46650" y="6030"/>
                  <a:pt x="48922" y="7617"/>
                </a:cubicBezTo>
                <a:cubicBezTo>
                  <a:pt x="51252" y="9263"/>
                  <a:pt x="53539" y="11142"/>
                  <a:pt x="55752" y="13254"/>
                </a:cubicBezTo>
                <a:close/>
                <a:moveTo>
                  <a:pt x="55752" y="132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955894-C062-478C-9FC7-14BC6494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013" y="2728636"/>
            <a:ext cx="71118" cy="65700"/>
          </a:xfrm>
          <a:custGeom xmlns:a="http://schemas.openxmlformats.org/drawingml/2006/main">
            <a:pathLst>
              <a:path w="71118" h="65700">
                <a:moveTo>
                  <a:pt x="45339" y="21847"/>
                </a:moveTo>
                <a:cubicBezTo>
                  <a:pt x="48296" y="19735"/>
                  <a:pt x="51194" y="18540"/>
                  <a:pt x="54107" y="18205"/>
                </a:cubicBezTo>
                <a:cubicBezTo>
                  <a:pt x="56947" y="17914"/>
                  <a:pt x="59903" y="18482"/>
                  <a:pt x="62860" y="19910"/>
                </a:cubicBezTo>
                <a:cubicBezTo>
                  <a:pt x="66953" y="21788"/>
                  <a:pt x="69399" y="24687"/>
                  <a:pt x="70259" y="28561"/>
                </a:cubicBezTo>
                <a:cubicBezTo>
                  <a:pt x="71118" y="32420"/>
                  <a:pt x="70317" y="36979"/>
                  <a:pt x="67812" y="42208"/>
                </a:cubicBezTo>
                <a:lnTo>
                  <a:pt x="56714" y="65700"/>
                </a:lnTo>
                <a:lnTo>
                  <a:pt x="50349" y="62641"/>
                </a:lnTo>
                <a:lnTo>
                  <a:pt x="61331" y="39426"/>
                </a:lnTo>
                <a:cubicBezTo>
                  <a:pt x="63093" y="35668"/>
                  <a:pt x="63719" y="32595"/>
                  <a:pt x="63253" y="30148"/>
                </a:cubicBezTo>
                <a:cubicBezTo>
                  <a:pt x="62802" y="27760"/>
                  <a:pt x="61214" y="25881"/>
                  <a:pt x="58476" y="24628"/>
                </a:cubicBezTo>
                <a:cubicBezTo>
                  <a:pt x="55184" y="23041"/>
                  <a:pt x="52053" y="22924"/>
                  <a:pt x="49097" y="24177"/>
                </a:cubicBezTo>
                <a:cubicBezTo>
                  <a:pt x="46140" y="25488"/>
                  <a:pt x="43751" y="28036"/>
                  <a:pt x="41989" y="31794"/>
                </a:cubicBezTo>
                <a:lnTo>
                  <a:pt x="31576" y="53815"/>
                </a:lnTo>
                <a:lnTo>
                  <a:pt x="25138" y="50742"/>
                </a:lnTo>
                <a:lnTo>
                  <a:pt x="36120" y="27468"/>
                </a:lnTo>
                <a:cubicBezTo>
                  <a:pt x="37882" y="23784"/>
                  <a:pt x="38567" y="20652"/>
                  <a:pt x="38115" y="18264"/>
                </a:cubicBezTo>
                <a:cubicBezTo>
                  <a:pt x="37605" y="15817"/>
                  <a:pt x="36003" y="13996"/>
                  <a:pt x="33280" y="12686"/>
                </a:cubicBezTo>
                <a:cubicBezTo>
                  <a:pt x="29974" y="11142"/>
                  <a:pt x="26842" y="11040"/>
                  <a:pt x="23886" y="12278"/>
                </a:cubicBezTo>
                <a:cubicBezTo>
                  <a:pt x="20929" y="13589"/>
                  <a:pt x="18540" y="16152"/>
                  <a:pt x="16778" y="19910"/>
                </a:cubicBezTo>
                <a:lnTo>
                  <a:pt x="6365" y="41931"/>
                </a:lnTo>
                <a:lnTo>
                  <a:pt x="0" y="38858"/>
                </a:lnTo>
                <a:lnTo>
                  <a:pt x="18366" y="0"/>
                </a:lnTo>
                <a:lnTo>
                  <a:pt x="24745" y="3015"/>
                </a:lnTo>
                <a:lnTo>
                  <a:pt x="21905" y="9044"/>
                </a:lnTo>
                <a:cubicBezTo>
                  <a:pt x="24512" y="7340"/>
                  <a:pt x="27075" y="6423"/>
                  <a:pt x="29639" y="6248"/>
                </a:cubicBezTo>
                <a:cubicBezTo>
                  <a:pt x="32202" y="6088"/>
                  <a:pt x="34925" y="6656"/>
                  <a:pt x="37722" y="7967"/>
                </a:cubicBezTo>
                <a:cubicBezTo>
                  <a:pt x="40562" y="9321"/>
                  <a:pt x="42615" y="11200"/>
                  <a:pt x="43912" y="13530"/>
                </a:cubicBezTo>
                <a:cubicBezTo>
                  <a:pt x="45222" y="15919"/>
                  <a:pt x="45674" y="18715"/>
                  <a:pt x="45339" y="21847"/>
                </a:cubicBezTo>
                <a:close/>
                <a:moveTo>
                  <a:pt x="45339" y="218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F5D0C-EC63-4E9B-931A-619E516E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388" y="2763444"/>
            <a:ext cx="43518" cy="51267"/>
          </a:xfrm>
          <a:custGeom xmlns:a="http://schemas.openxmlformats.org/drawingml/2006/main">
            <a:pathLst>
              <a:path w="43518" h="51267">
                <a:moveTo>
                  <a:pt x="25997" y="25721"/>
                </a:moveTo>
                <a:cubicBezTo>
                  <a:pt x="20871" y="23274"/>
                  <a:pt x="17011" y="22196"/>
                  <a:pt x="14448" y="22415"/>
                </a:cubicBezTo>
                <a:cubicBezTo>
                  <a:pt x="11885" y="22648"/>
                  <a:pt x="9947" y="24191"/>
                  <a:pt x="8593" y="27032"/>
                </a:cubicBezTo>
                <a:cubicBezTo>
                  <a:pt x="7501" y="29304"/>
                  <a:pt x="7442" y="31474"/>
                  <a:pt x="8302" y="33513"/>
                </a:cubicBezTo>
                <a:cubicBezTo>
                  <a:pt x="9161" y="35566"/>
                  <a:pt x="10865" y="37154"/>
                  <a:pt x="13428" y="38348"/>
                </a:cubicBezTo>
                <a:cubicBezTo>
                  <a:pt x="17011" y="40052"/>
                  <a:pt x="20419" y="40110"/>
                  <a:pt x="23784" y="38639"/>
                </a:cubicBezTo>
                <a:cubicBezTo>
                  <a:pt x="27075" y="37154"/>
                  <a:pt x="29755" y="34314"/>
                  <a:pt x="31692" y="30163"/>
                </a:cubicBezTo>
                <a:lnTo>
                  <a:pt x="32362" y="28736"/>
                </a:lnTo>
                <a:lnTo>
                  <a:pt x="25997" y="25721"/>
                </a:lnTo>
                <a:close/>
                <a:moveTo>
                  <a:pt x="39994" y="29071"/>
                </a:moveTo>
                <a:lnTo>
                  <a:pt x="29522" y="51267"/>
                </a:lnTo>
                <a:lnTo>
                  <a:pt x="23157" y="48252"/>
                </a:lnTo>
                <a:lnTo>
                  <a:pt x="25939" y="42397"/>
                </a:lnTo>
                <a:cubicBezTo>
                  <a:pt x="23376" y="44043"/>
                  <a:pt x="20711" y="44887"/>
                  <a:pt x="17972" y="45004"/>
                </a:cubicBezTo>
                <a:cubicBezTo>
                  <a:pt x="15307" y="45120"/>
                  <a:pt x="12336" y="44436"/>
                  <a:pt x="9219" y="42907"/>
                </a:cubicBezTo>
                <a:cubicBezTo>
                  <a:pt x="5229" y="41028"/>
                  <a:pt x="2607" y="38406"/>
                  <a:pt x="1311" y="35056"/>
                </a:cubicBezTo>
                <a:cubicBezTo>
                  <a:pt x="0" y="31750"/>
                  <a:pt x="218" y="28168"/>
                  <a:pt x="2039" y="24410"/>
                </a:cubicBezTo>
                <a:cubicBezTo>
                  <a:pt x="4093" y="20084"/>
                  <a:pt x="7107" y="17477"/>
                  <a:pt x="11084" y="16618"/>
                </a:cubicBezTo>
                <a:cubicBezTo>
                  <a:pt x="15074" y="15759"/>
                  <a:pt x="19968" y="16734"/>
                  <a:pt x="25764" y="19458"/>
                </a:cubicBezTo>
                <a:lnTo>
                  <a:pt x="34751" y="23725"/>
                </a:lnTo>
                <a:lnTo>
                  <a:pt x="35042" y="23099"/>
                </a:lnTo>
                <a:cubicBezTo>
                  <a:pt x="36411" y="20143"/>
                  <a:pt x="36527" y="17419"/>
                  <a:pt x="35377" y="14914"/>
                </a:cubicBezTo>
                <a:cubicBezTo>
                  <a:pt x="34183" y="12351"/>
                  <a:pt x="31852" y="10297"/>
                  <a:pt x="28328" y="8651"/>
                </a:cubicBezTo>
                <a:cubicBezTo>
                  <a:pt x="26114" y="7573"/>
                  <a:pt x="23827" y="6831"/>
                  <a:pt x="21497" y="6379"/>
                </a:cubicBezTo>
                <a:cubicBezTo>
                  <a:pt x="19108" y="5928"/>
                  <a:pt x="16720" y="5753"/>
                  <a:pt x="14273" y="5928"/>
                </a:cubicBezTo>
                <a:lnTo>
                  <a:pt x="17069" y="0"/>
                </a:lnTo>
                <a:cubicBezTo>
                  <a:pt x="19851" y="175"/>
                  <a:pt x="22415" y="568"/>
                  <a:pt x="24803" y="1194"/>
                </a:cubicBezTo>
                <a:cubicBezTo>
                  <a:pt x="27250" y="1762"/>
                  <a:pt x="29464" y="2563"/>
                  <a:pt x="31576" y="3539"/>
                </a:cubicBezTo>
                <a:cubicBezTo>
                  <a:pt x="37197" y="6204"/>
                  <a:pt x="40737" y="9627"/>
                  <a:pt x="42091" y="13880"/>
                </a:cubicBezTo>
                <a:cubicBezTo>
                  <a:pt x="43518" y="18104"/>
                  <a:pt x="42834" y="23157"/>
                  <a:pt x="39994" y="29071"/>
                </a:cubicBezTo>
                <a:close/>
                <a:moveTo>
                  <a:pt x="39994" y="290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3CE00-36B0-4BFF-9822-7B78812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047" y="2766925"/>
            <a:ext cx="31925" cy="57063"/>
          </a:xfrm>
          <a:custGeom xmlns:a="http://schemas.openxmlformats.org/drawingml/2006/main">
            <a:pathLst>
              <a:path w="31925" h="57063">
                <a:moveTo>
                  <a:pt x="25546" y="0"/>
                </a:moveTo>
                <a:lnTo>
                  <a:pt x="31925" y="3015"/>
                </a:lnTo>
                <a:lnTo>
                  <a:pt x="6437" y="57063"/>
                </a:lnTo>
                <a:lnTo>
                  <a:pt x="0" y="54048"/>
                </a:lnTo>
                <a:lnTo>
                  <a:pt x="25546" y="0"/>
                </a:lnTo>
                <a:close/>
                <a:moveTo>
                  <a:pt x="255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30BF9-20B8-4604-9128-4BA70C20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797" y="2776247"/>
            <a:ext cx="31969" cy="57063"/>
          </a:xfrm>
          <a:custGeom xmlns:a="http://schemas.openxmlformats.org/drawingml/2006/main">
            <a:pathLst>
              <a:path w="31969" h="57063">
                <a:moveTo>
                  <a:pt x="25546" y="0"/>
                </a:moveTo>
                <a:lnTo>
                  <a:pt x="31969" y="3015"/>
                </a:lnTo>
                <a:lnTo>
                  <a:pt x="6423" y="57063"/>
                </a:lnTo>
                <a:lnTo>
                  <a:pt x="0" y="54048"/>
                </a:lnTo>
                <a:lnTo>
                  <a:pt x="25546" y="0"/>
                </a:lnTo>
                <a:close/>
                <a:moveTo>
                  <a:pt x="255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5ECD1-791B-4271-8055-87848D12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60" y="2055659"/>
            <a:ext cx="54398" cy="54500"/>
          </a:xfrm>
          <a:custGeom xmlns:a="http://schemas.openxmlformats.org/drawingml/2006/main">
            <a:pathLst>
              <a:path w="54398" h="54500">
                <a:moveTo>
                  <a:pt x="30221" y="9205"/>
                </a:moveTo>
                <a:lnTo>
                  <a:pt x="20376" y="28386"/>
                </a:lnTo>
                <a:lnTo>
                  <a:pt x="29027" y="32828"/>
                </a:lnTo>
                <a:cubicBezTo>
                  <a:pt x="32260" y="34474"/>
                  <a:pt x="35173" y="34925"/>
                  <a:pt x="37780" y="34183"/>
                </a:cubicBezTo>
                <a:cubicBezTo>
                  <a:pt x="40402" y="33396"/>
                  <a:pt x="42455" y="31517"/>
                  <a:pt x="44043" y="28444"/>
                </a:cubicBezTo>
                <a:cubicBezTo>
                  <a:pt x="45630" y="25371"/>
                  <a:pt x="45980" y="22575"/>
                  <a:pt x="45062" y="20026"/>
                </a:cubicBezTo>
                <a:cubicBezTo>
                  <a:pt x="44159" y="17463"/>
                  <a:pt x="42106" y="15293"/>
                  <a:pt x="38916" y="13647"/>
                </a:cubicBezTo>
                <a:lnTo>
                  <a:pt x="30221" y="9205"/>
                </a:lnTo>
                <a:close/>
                <a:moveTo>
                  <a:pt x="26230" y="0"/>
                </a:moveTo>
                <a:lnTo>
                  <a:pt x="41829" y="8010"/>
                </a:lnTo>
                <a:cubicBezTo>
                  <a:pt x="47567" y="10923"/>
                  <a:pt x="51208" y="14448"/>
                  <a:pt x="52810" y="18540"/>
                </a:cubicBezTo>
                <a:cubicBezTo>
                  <a:pt x="54398" y="22633"/>
                  <a:pt x="53888" y="27192"/>
                  <a:pt x="51325" y="32144"/>
                </a:cubicBezTo>
                <a:cubicBezTo>
                  <a:pt x="48762" y="37197"/>
                  <a:pt x="45354" y="40212"/>
                  <a:pt x="41086" y="41305"/>
                </a:cubicBezTo>
                <a:cubicBezTo>
                  <a:pt x="36819" y="42382"/>
                  <a:pt x="31867" y="41407"/>
                  <a:pt x="26114" y="38508"/>
                </a:cubicBezTo>
                <a:lnTo>
                  <a:pt x="17477" y="34022"/>
                </a:lnTo>
                <a:lnTo>
                  <a:pt x="6889" y="54500"/>
                </a:lnTo>
                <a:lnTo>
                  <a:pt x="0" y="50975"/>
                </a:lnTo>
                <a:lnTo>
                  <a:pt x="26230" y="0"/>
                </a:lnTo>
                <a:close/>
                <a:moveTo>
                  <a:pt x="26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BD120-6B4C-4F8A-8649-674385B7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20" y="2089215"/>
            <a:ext cx="42324" cy="41479"/>
          </a:xfrm>
          <a:custGeom xmlns:a="http://schemas.openxmlformats.org/drawingml/2006/main">
            <a:pathLst>
              <a:path w="42324" h="41479">
                <a:moveTo>
                  <a:pt x="39033" y="17361"/>
                </a:moveTo>
                <a:cubicBezTo>
                  <a:pt x="38567" y="16618"/>
                  <a:pt x="37940" y="15933"/>
                  <a:pt x="37212" y="15307"/>
                </a:cubicBezTo>
                <a:cubicBezTo>
                  <a:pt x="36469" y="14681"/>
                  <a:pt x="35610" y="14113"/>
                  <a:pt x="34590" y="13603"/>
                </a:cubicBezTo>
                <a:cubicBezTo>
                  <a:pt x="31066" y="11783"/>
                  <a:pt x="27760" y="11491"/>
                  <a:pt x="24628" y="12860"/>
                </a:cubicBezTo>
                <a:cubicBezTo>
                  <a:pt x="21555" y="14171"/>
                  <a:pt x="18890" y="17011"/>
                  <a:pt x="16662" y="21337"/>
                </a:cubicBezTo>
                <a:lnTo>
                  <a:pt x="6306" y="41479"/>
                </a:lnTo>
                <a:lnTo>
                  <a:pt x="0" y="38232"/>
                </a:lnTo>
                <a:lnTo>
                  <a:pt x="19676" y="0"/>
                </a:lnTo>
                <a:lnTo>
                  <a:pt x="25997" y="3248"/>
                </a:lnTo>
                <a:lnTo>
                  <a:pt x="22924" y="9161"/>
                </a:lnTo>
                <a:cubicBezTo>
                  <a:pt x="25429" y="7515"/>
                  <a:pt x="28051" y="6714"/>
                  <a:pt x="30716" y="6656"/>
                </a:cubicBezTo>
                <a:cubicBezTo>
                  <a:pt x="33454" y="6612"/>
                  <a:pt x="36294" y="7399"/>
                  <a:pt x="39309" y="8943"/>
                </a:cubicBezTo>
                <a:cubicBezTo>
                  <a:pt x="39761" y="9161"/>
                  <a:pt x="40227" y="9452"/>
                  <a:pt x="40737" y="9787"/>
                </a:cubicBezTo>
                <a:cubicBezTo>
                  <a:pt x="41246" y="10079"/>
                  <a:pt x="41756" y="10472"/>
                  <a:pt x="42324" y="10923"/>
                </a:cubicBezTo>
                <a:lnTo>
                  <a:pt x="39033" y="17361"/>
                </a:lnTo>
                <a:close/>
                <a:moveTo>
                  <a:pt x="39033" y="173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8FCC71-7F7B-4D38-81FB-8D20C1D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84" y="2106751"/>
            <a:ext cx="43518" cy="46650"/>
          </a:xfrm>
          <a:custGeom xmlns:a="http://schemas.openxmlformats.org/drawingml/2006/main">
            <a:pathLst>
              <a:path w="43518" h="46650">
                <a:moveTo>
                  <a:pt x="29362" y="8578"/>
                </a:moveTo>
                <a:cubicBezTo>
                  <a:pt x="25997" y="6874"/>
                  <a:pt x="22648" y="6816"/>
                  <a:pt x="19342" y="8418"/>
                </a:cubicBezTo>
                <a:cubicBezTo>
                  <a:pt x="16050" y="10064"/>
                  <a:pt x="13195" y="13137"/>
                  <a:pt x="10865" y="17739"/>
                </a:cubicBezTo>
                <a:cubicBezTo>
                  <a:pt x="8476" y="22298"/>
                  <a:pt x="7617" y="26391"/>
                  <a:pt x="8185" y="30032"/>
                </a:cubicBezTo>
                <a:cubicBezTo>
                  <a:pt x="8811" y="33673"/>
                  <a:pt x="10807" y="36353"/>
                  <a:pt x="14171" y="38115"/>
                </a:cubicBezTo>
                <a:cubicBezTo>
                  <a:pt x="17521" y="39819"/>
                  <a:pt x="20885" y="39877"/>
                  <a:pt x="24177" y="38217"/>
                </a:cubicBezTo>
                <a:cubicBezTo>
                  <a:pt x="27483" y="36571"/>
                  <a:pt x="30323" y="33498"/>
                  <a:pt x="32653" y="28954"/>
                </a:cubicBezTo>
                <a:cubicBezTo>
                  <a:pt x="34984" y="24395"/>
                  <a:pt x="35843" y="20303"/>
                  <a:pt x="35275" y="16662"/>
                </a:cubicBezTo>
                <a:cubicBezTo>
                  <a:pt x="34707" y="13021"/>
                  <a:pt x="32712" y="10341"/>
                  <a:pt x="29362" y="8578"/>
                </a:cubicBezTo>
                <a:close/>
                <a:moveTo>
                  <a:pt x="32085" y="3292"/>
                </a:moveTo>
                <a:cubicBezTo>
                  <a:pt x="37547" y="6073"/>
                  <a:pt x="40955" y="10064"/>
                  <a:pt x="42208" y="15234"/>
                </a:cubicBezTo>
                <a:cubicBezTo>
                  <a:pt x="43518" y="20419"/>
                  <a:pt x="42557" y="26099"/>
                  <a:pt x="39309" y="32362"/>
                </a:cubicBezTo>
                <a:cubicBezTo>
                  <a:pt x="36120" y="38625"/>
                  <a:pt x="32027" y="42776"/>
                  <a:pt x="27075" y="44713"/>
                </a:cubicBezTo>
                <a:cubicBezTo>
                  <a:pt x="22138" y="46650"/>
                  <a:pt x="16895" y="46242"/>
                  <a:pt x="11433" y="43402"/>
                </a:cubicBezTo>
                <a:cubicBezTo>
                  <a:pt x="5971" y="40620"/>
                  <a:pt x="2563" y="36629"/>
                  <a:pt x="1311" y="31459"/>
                </a:cubicBezTo>
                <a:cubicBezTo>
                  <a:pt x="0" y="26274"/>
                  <a:pt x="1020" y="20594"/>
                  <a:pt x="4209" y="14331"/>
                </a:cubicBezTo>
                <a:cubicBezTo>
                  <a:pt x="7457" y="8010"/>
                  <a:pt x="11550" y="3918"/>
                  <a:pt x="16443" y="1981"/>
                </a:cubicBezTo>
                <a:cubicBezTo>
                  <a:pt x="21395" y="0"/>
                  <a:pt x="26624" y="451"/>
                  <a:pt x="32085" y="3292"/>
                </a:cubicBezTo>
                <a:close/>
                <a:moveTo>
                  <a:pt x="32085" y="32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F4FC6-75F2-4D9D-B5D5-6A4D546A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98" y="2127286"/>
            <a:ext cx="43926" cy="51704"/>
          </a:xfrm>
          <a:custGeom xmlns:a="http://schemas.openxmlformats.org/drawingml/2006/main">
            <a:pathLst>
              <a:path w="43926" h="51704">
                <a:moveTo>
                  <a:pt x="26172" y="26056"/>
                </a:moveTo>
                <a:cubicBezTo>
                  <a:pt x="21118" y="23434"/>
                  <a:pt x="17302" y="22182"/>
                  <a:pt x="14739" y="22356"/>
                </a:cubicBezTo>
                <a:cubicBezTo>
                  <a:pt x="12176" y="22473"/>
                  <a:pt x="10195" y="23944"/>
                  <a:pt x="8710" y="26740"/>
                </a:cubicBezTo>
                <a:cubicBezTo>
                  <a:pt x="7573" y="29012"/>
                  <a:pt x="7399" y="31110"/>
                  <a:pt x="8200" y="33221"/>
                </a:cubicBezTo>
                <a:cubicBezTo>
                  <a:pt x="9001" y="35275"/>
                  <a:pt x="10647" y="36979"/>
                  <a:pt x="13210" y="38232"/>
                </a:cubicBezTo>
                <a:cubicBezTo>
                  <a:pt x="16676" y="40052"/>
                  <a:pt x="20084" y="40271"/>
                  <a:pt x="23507" y="38858"/>
                </a:cubicBezTo>
                <a:cubicBezTo>
                  <a:pt x="26857" y="37489"/>
                  <a:pt x="29595" y="34751"/>
                  <a:pt x="31692" y="30658"/>
                </a:cubicBezTo>
                <a:lnTo>
                  <a:pt x="32435" y="29231"/>
                </a:lnTo>
                <a:lnTo>
                  <a:pt x="26172" y="26056"/>
                </a:lnTo>
                <a:close/>
                <a:moveTo>
                  <a:pt x="40052" y="29857"/>
                </a:moveTo>
                <a:lnTo>
                  <a:pt x="28794" y="51704"/>
                </a:lnTo>
                <a:lnTo>
                  <a:pt x="22531" y="48470"/>
                </a:lnTo>
                <a:lnTo>
                  <a:pt x="25488" y="42659"/>
                </a:lnTo>
                <a:cubicBezTo>
                  <a:pt x="22881" y="44261"/>
                  <a:pt x="20201" y="45048"/>
                  <a:pt x="17536" y="45048"/>
                </a:cubicBezTo>
                <a:cubicBezTo>
                  <a:pt x="14797" y="45048"/>
                  <a:pt x="11899" y="44261"/>
                  <a:pt x="8826" y="42659"/>
                </a:cubicBezTo>
                <a:cubicBezTo>
                  <a:pt x="4894" y="40620"/>
                  <a:pt x="2345" y="37940"/>
                  <a:pt x="1136" y="34532"/>
                </a:cubicBezTo>
                <a:cubicBezTo>
                  <a:pt x="0" y="31168"/>
                  <a:pt x="350" y="27585"/>
                  <a:pt x="2228" y="23944"/>
                </a:cubicBezTo>
                <a:cubicBezTo>
                  <a:pt x="4442" y="19618"/>
                  <a:pt x="7573" y="17113"/>
                  <a:pt x="11550" y="16443"/>
                </a:cubicBezTo>
                <a:cubicBezTo>
                  <a:pt x="15598" y="15759"/>
                  <a:pt x="20434" y="16836"/>
                  <a:pt x="26114" y="19793"/>
                </a:cubicBezTo>
                <a:lnTo>
                  <a:pt x="34940" y="24352"/>
                </a:lnTo>
                <a:lnTo>
                  <a:pt x="35275" y="23725"/>
                </a:lnTo>
                <a:cubicBezTo>
                  <a:pt x="36761" y="20813"/>
                  <a:pt x="36979" y="18089"/>
                  <a:pt x="35901" y="15526"/>
                </a:cubicBezTo>
                <a:cubicBezTo>
                  <a:pt x="34765" y="12962"/>
                  <a:pt x="32551" y="10807"/>
                  <a:pt x="29071" y="9044"/>
                </a:cubicBezTo>
                <a:cubicBezTo>
                  <a:pt x="26915" y="7908"/>
                  <a:pt x="24643" y="7049"/>
                  <a:pt x="22313" y="6539"/>
                </a:cubicBezTo>
                <a:cubicBezTo>
                  <a:pt x="19968" y="5971"/>
                  <a:pt x="17579" y="5738"/>
                  <a:pt x="15132" y="5797"/>
                </a:cubicBezTo>
                <a:lnTo>
                  <a:pt x="18104" y="0"/>
                </a:lnTo>
                <a:cubicBezTo>
                  <a:pt x="20885" y="277"/>
                  <a:pt x="23449" y="786"/>
                  <a:pt x="25837" y="1471"/>
                </a:cubicBezTo>
                <a:cubicBezTo>
                  <a:pt x="28226" y="2156"/>
                  <a:pt x="30440" y="3015"/>
                  <a:pt x="32493" y="4034"/>
                </a:cubicBezTo>
                <a:cubicBezTo>
                  <a:pt x="38013" y="6874"/>
                  <a:pt x="41421" y="10457"/>
                  <a:pt x="42674" y="14725"/>
                </a:cubicBezTo>
                <a:cubicBezTo>
                  <a:pt x="43926" y="18992"/>
                  <a:pt x="43067" y="24060"/>
                  <a:pt x="40052" y="29857"/>
                </a:cubicBezTo>
                <a:close/>
                <a:moveTo>
                  <a:pt x="40052" y="298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54785-D062-459A-A889-A50DF9FD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27" y="2151288"/>
            <a:ext cx="43358" cy="47058"/>
          </a:xfrm>
          <a:custGeom xmlns:a="http://schemas.openxmlformats.org/drawingml/2006/main">
            <a:pathLst>
              <a:path w="43358" h="47058">
                <a:moveTo>
                  <a:pt x="43358" y="11783"/>
                </a:moveTo>
                <a:lnTo>
                  <a:pt x="40343" y="17637"/>
                </a:lnTo>
                <a:cubicBezTo>
                  <a:pt x="39091" y="15700"/>
                  <a:pt x="37664" y="14055"/>
                  <a:pt x="36134" y="12686"/>
                </a:cubicBezTo>
                <a:cubicBezTo>
                  <a:pt x="34605" y="11273"/>
                  <a:pt x="32945" y="10079"/>
                  <a:pt x="31124" y="9161"/>
                </a:cubicBezTo>
                <a:cubicBezTo>
                  <a:pt x="27032" y="7049"/>
                  <a:pt x="23216" y="6714"/>
                  <a:pt x="19633" y="8141"/>
                </a:cubicBezTo>
                <a:cubicBezTo>
                  <a:pt x="16050" y="9554"/>
                  <a:pt x="13035" y="12569"/>
                  <a:pt x="10647" y="17302"/>
                </a:cubicBezTo>
                <a:cubicBezTo>
                  <a:pt x="8258" y="21963"/>
                  <a:pt x="7457" y="26172"/>
                  <a:pt x="8433" y="29872"/>
                </a:cubicBezTo>
                <a:cubicBezTo>
                  <a:pt x="9336" y="33629"/>
                  <a:pt x="11841" y="36527"/>
                  <a:pt x="15933" y="38625"/>
                </a:cubicBezTo>
                <a:cubicBezTo>
                  <a:pt x="17754" y="39601"/>
                  <a:pt x="19691" y="40285"/>
                  <a:pt x="21686" y="40678"/>
                </a:cubicBezTo>
                <a:cubicBezTo>
                  <a:pt x="23725" y="41130"/>
                  <a:pt x="25895" y="41305"/>
                  <a:pt x="28168" y="41246"/>
                </a:cubicBezTo>
                <a:lnTo>
                  <a:pt x="25211" y="47058"/>
                </a:lnTo>
                <a:cubicBezTo>
                  <a:pt x="22997" y="46999"/>
                  <a:pt x="20885" y="46650"/>
                  <a:pt x="18788" y="46082"/>
                </a:cubicBezTo>
                <a:cubicBezTo>
                  <a:pt x="16734" y="45514"/>
                  <a:pt x="14623" y="44713"/>
                  <a:pt x="12467" y="43635"/>
                </a:cubicBezTo>
                <a:cubicBezTo>
                  <a:pt x="6714" y="40678"/>
                  <a:pt x="3073" y="36469"/>
                  <a:pt x="1544" y="31124"/>
                </a:cubicBezTo>
                <a:cubicBezTo>
                  <a:pt x="0" y="25779"/>
                  <a:pt x="859" y="20026"/>
                  <a:pt x="3991" y="13880"/>
                </a:cubicBezTo>
                <a:cubicBezTo>
                  <a:pt x="7239" y="7632"/>
                  <a:pt x="11448" y="3583"/>
                  <a:pt x="16734" y="1821"/>
                </a:cubicBezTo>
                <a:cubicBezTo>
                  <a:pt x="21963" y="0"/>
                  <a:pt x="27600" y="626"/>
                  <a:pt x="33571" y="3699"/>
                </a:cubicBezTo>
                <a:cubicBezTo>
                  <a:pt x="35508" y="4661"/>
                  <a:pt x="37270" y="5855"/>
                  <a:pt x="38916" y="7224"/>
                </a:cubicBezTo>
                <a:cubicBezTo>
                  <a:pt x="40576" y="8535"/>
                  <a:pt x="42047" y="10079"/>
                  <a:pt x="43358" y="11783"/>
                </a:cubicBezTo>
                <a:close/>
                <a:moveTo>
                  <a:pt x="43358" y="117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C446F-22CF-4C1B-8D1B-A771E72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50" y="2156299"/>
            <a:ext cx="35668" cy="59000"/>
          </a:xfrm>
          <a:custGeom xmlns:a="http://schemas.openxmlformats.org/drawingml/2006/main">
            <a:pathLst>
              <a:path w="35668" h="59000">
                <a:moveTo>
                  <a:pt x="28328" y="3233"/>
                </a:moveTo>
                <a:lnTo>
                  <a:pt x="22764" y="14113"/>
                </a:lnTo>
                <a:lnTo>
                  <a:pt x="35668" y="20769"/>
                </a:lnTo>
                <a:lnTo>
                  <a:pt x="33163" y="25662"/>
                </a:lnTo>
                <a:lnTo>
                  <a:pt x="20259" y="19007"/>
                </a:lnTo>
                <a:lnTo>
                  <a:pt x="9554" y="39761"/>
                </a:lnTo>
                <a:cubicBezTo>
                  <a:pt x="7908" y="42834"/>
                  <a:pt x="7340" y="45062"/>
                  <a:pt x="7734" y="46417"/>
                </a:cubicBezTo>
                <a:cubicBezTo>
                  <a:pt x="8141" y="47728"/>
                  <a:pt x="9612" y="49097"/>
                  <a:pt x="12234" y="50407"/>
                </a:cubicBezTo>
                <a:lnTo>
                  <a:pt x="18715" y="53757"/>
                </a:lnTo>
                <a:lnTo>
                  <a:pt x="15992" y="59000"/>
                </a:lnTo>
                <a:lnTo>
                  <a:pt x="9554" y="55694"/>
                </a:lnTo>
                <a:cubicBezTo>
                  <a:pt x="4661" y="53189"/>
                  <a:pt x="1821" y="50568"/>
                  <a:pt x="918" y="47786"/>
                </a:cubicBezTo>
                <a:cubicBezTo>
                  <a:pt x="0" y="45062"/>
                  <a:pt x="743" y="41246"/>
                  <a:pt x="3248" y="36469"/>
                </a:cubicBezTo>
                <a:lnTo>
                  <a:pt x="13938" y="15759"/>
                </a:lnTo>
                <a:lnTo>
                  <a:pt x="9336" y="13370"/>
                </a:lnTo>
                <a:lnTo>
                  <a:pt x="11841" y="8476"/>
                </a:lnTo>
                <a:lnTo>
                  <a:pt x="16443" y="10865"/>
                </a:lnTo>
                <a:lnTo>
                  <a:pt x="22021" y="0"/>
                </a:lnTo>
                <a:lnTo>
                  <a:pt x="28328" y="3233"/>
                </a:lnTo>
                <a:close/>
                <a:moveTo>
                  <a:pt x="28328" y="32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77DDC-3481-4B18-8324-954B9DA9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85" y="2166421"/>
            <a:ext cx="33687" cy="56379"/>
          </a:xfrm>
          <a:custGeom xmlns:a="http://schemas.openxmlformats.org/drawingml/2006/main">
            <a:pathLst>
              <a:path w="33687" h="56379">
                <a:moveTo>
                  <a:pt x="19691" y="14914"/>
                </a:moveTo>
                <a:lnTo>
                  <a:pt x="25997" y="18147"/>
                </a:lnTo>
                <a:lnTo>
                  <a:pt x="6321" y="56379"/>
                </a:lnTo>
                <a:lnTo>
                  <a:pt x="0" y="53145"/>
                </a:lnTo>
                <a:lnTo>
                  <a:pt x="19691" y="14914"/>
                </a:lnTo>
                <a:close/>
                <a:moveTo>
                  <a:pt x="27366" y="0"/>
                </a:moveTo>
                <a:lnTo>
                  <a:pt x="33687" y="3248"/>
                </a:lnTo>
                <a:lnTo>
                  <a:pt x="29522" y="11215"/>
                </a:lnTo>
                <a:lnTo>
                  <a:pt x="23274" y="7967"/>
                </a:lnTo>
                <a:lnTo>
                  <a:pt x="27366" y="0"/>
                </a:lnTo>
                <a:close/>
                <a:moveTo>
                  <a:pt x="2736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F79AA-C11A-4708-ACD2-254D8634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89" y="2189010"/>
            <a:ext cx="42557" cy="50014"/>
          </a:xfrm>
          <a:custGeom xmlns:a="http://schemas.openxmlformats.org/drawingml/2006/main">
            <a:pathLst>
              <a:path w="42557" h="50014">
                <a:moveTo>
                  <a:pt x="5345" y="0"/>
                </a:moveTo>
                <a:lnTo>
                  <a:pt x="12001" y="3408"/>
                </a:lnTo>
                <a:lnTo>
                  <a:pt x="7399" y="41640"/>
                </a:lnTo>
                <a:lnTo>
                  <a:pt x="35901" y="15700"/>
                </a:lnTo>
                <a:lnTo>
                  <a:pt x="42557" y="19167"/>
                </a:lnTo>
                <a:lnTo>
                  <a:pt x="8535" y="50014"/>
                </a:lnTo>
                <a:lnTo>
                  <a:pt x="0" y="45630"/>
                </a:lnTo>
                <a:lnTo>
                  <a:pt x="5345" y="0"/>
                </a:lnTo>
                <a:close/>
                <a:moveTo>
                  <a:pt x="534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EA382-8D5B-42E4-B6B3-9E3FF375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37" y="2216493"/>
            <a:ext cx="43970" cy="48529"/>
          </a:xfrm>
          <a:custGeom xmlns:a="http://schemas.openxmlformats.org/drawingml/2006/main">
            <a:pathLst>
              <a:path w="43970" h="48529">
                <a:moveTo>
                  <a:pt x="40212" y="30542"/>
                </a:moveTo>
                <a:lnTo>
                  <a:pt x="38683" y="33556"/>
                </a:lnTo>
                <a:lnTo>
                  <a:pt x="9787" y="18715"/>
                </a:lnTo>
                <a:cubicBezTo>
                  <a:pt x="7850" y="23201"/>
                  <a:pt x="7442" y="27133"/>
                  <a:pt x="8593" y="30600"/>
                </a:cubicBezTo>
                <a:cubicBezTo>
                  <a:pt x="9787" y="34066"/>
                  <a:pt x="12394" y="36862"/>
                  <a:pt x="16603" y="39018"/>
                </a:cubicBezTo>
                <a:cubicBezTo>
                  <a:pt x="18992" y="40271"/>
                  <a:pt x="21497" y="41188"/>
                  <a:pt x="24060" y="41756"/>
                </a:cubicBezTo>
                <a:cubicBezTo>
                  <a:pt x="26624" y="42324"/>
                  <a:pt x="29347" y="42601"/>
                  <a:pt x="32202" y="42557"/>
                </a:cubicBezTo>
                <a:lnTo>
                  <a:pt x="29129" y="48529"/>
                </a:lnTo>
                <a:cubicBezTo>
                  <a:pt x="26391" y="48296"/>
                  <a:pt x="23667" y="47844"/>
                  <a:pt x="21046" y="47101"/>
                </a:cubicBezTo>
                <a:cubicBezTo>
                  <a:pt x="18424" y="46417"/>
                  <a:pt x="15919" y="45455"/>
                  <a:pt x="13487" y="44203"/>
                </a:cubicBezTo>
                <a:cubicBezTo>
                  <a:pt x="7399" y="41013"/>
                  <a:pt x="3466" y="36746"/>
                  <a:pt x="1704" y="31401"/>
                </a:cubicBezTo>
                <a:cubicBezTo>
                  <a:pt x="0" y="25997"/>
                  <a:pt x="685" y="20245"/>
                  <a:pt x="3801" y="14215"/>
                </a:cubicBezTo>
                <a:cubicBezTo>
                  <a:pt x="6991" y="7967"/>
                  <a:pt x="11258" y="3860"/>
                  <a:pt x="16545" y="1922"/>
                </a:cubicBezTo>
                <a:cubicBezTo>
                  <a:pt x="21788" y="0"/>
                  <a:pt x="27308" y="510"/>
                  <a:pt x="33047" y="3466"/>
                </a:cubicBezTo>
                <a:cubicBezTo>
                  <a:pt x="38173" y="6088"/>
                  <a:pt x="41407" y="9831"/>
                  <a:pt x="42717" y="14725"/>
                </a:cubicBezTo>
                <a:cubicBezTo>
                  <a:pt x="43970" y="19560"/>
                  <a:pt x="43183" y="24861"/>
                  <a:pt x="40212" y="30542"/>
                </a:cubicBezTo>
                <a:close/>
                <a:moveTo>
                  <a:pt x="34925" y="25429"/>
                </a:moveTo>
                <a:cubicBezTo>
                  <a:pt x="36629" y="22007"/>
                  <a:pt x="37096" y="18774"/>
                  <a:pt x="36236" y="15759"/>
                </a:cubicBezTo>
                <a:cubicBezTo>
                  <a:pt x="35435" y="12744"/>
                  <a:pt x="33454" y="10414"/>
                  <a:pt x="30381" y="8811"/>
                </a:cubicBezTo>
                <a:cubicBezTo>
                  <a:pt x="26842" y="6991"/>
                  <a:pt x="23551" y="6539"/>
                  <a:pt x="20419" y="7442"/>
                </a:cubicBezTo>
                <a:cubicBezTo>
                  <a:pt x="17288" y="8360"/>
                  <a:pt x="14681" y="10515"/>
                  <a:pt x="12511" y="13938"/>
                </a:cubicBezTo>
                <a:lnTo>
                  <a:pt x="34925" y="25429"/>
                </a:lnTo>
                <a:close/>
                <a:moveTo>
                  <a:pt x="34925" y="254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8A774-7500-46D0-B177-89FE88A0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18" y="2264789"/>
            <a:ext cx="11666" cy="12409"/>
          </a:xfrm>
          <a:custGeom xmlns:a="http://schemas.openxmlformats.org/drawingml/2006/main">
            <a:pathLst>
              <a:path w="11666" h="12409">
                <a:moveTo>
                  <a:pt x="4442" y="0"/>
                </a:moveTo>
                <a:lnTo>
                  <a:pt x="11666" y="3699"/>
                </a:lnTo>
                <a:lnTo>
                  <a:pt x="7239" y="12409"/>
                </a:lnTo>
                <a:lnTo>
                  <a:pt x="0" y="8710"/>
                </a:lnTo>
                <a:lnTo>
                  <a:pt x="4442" y="0"/>
                </a:lnTo>
                <a:close/>
                <a:moveTo>
                  <a:pt x="44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669F6-5F3C-4AAA-9B77-88C3D192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46" y="2233606"/>
            <a:ext cx="54383" cy="54573"/>
          </a:xfrm>
          <a:custGeom xmlns:a="http://schemas.openxmlformats.org/drawingml/2006/main">
            <a:pathLst>
              <a:path w="54383" h="54573">
                <a:moveTo>
                  <a:pt x="30207" y="9219"/>
                </a:moveTo>
                <a:lnTo>
                  <a:pt x="20361" y="28401"/>
                </a:lnTo>
                <a:lnTo>
                  <a:pt x="29012" y="32828"/>
                </a:lnTo>
                <a:cubicBezTo>
                  <a:pt x="32260" y="34488"/>
                  <a:pt x="35158" y="34940"/>
                  <a:pt x="37722" y="34197"/>
                </a:cubicBezTo>
                <a:cubicBezTo>
                  <a:pt x="40329" y="33454"/>
                  <a:pt x="42441" y="31517"/>
                  <a:pt x="44028" y="28459"/>
                </a:cubicBezTo>
                <a:cubicBezTo>
                  <a:pt x="45630" y="25386"/>
                  <a:pt x="45965" y="22589"/>
                  <a:pt x="45062" y="20026"/>
                </a:cubicBezTo>
                <a:cubicBezTo>
                  <a:pt x="44145" y="17477"/>
                  <a:pt x="42106" y="15365"/>
                  <a:pt x="38858" y="13720"/>
                </a:cubicBezTo>
                <a:lnTo>
                  <a:pt x="30207" y="9219"/>
                </a:lnTo>
                <a:close/>
                <a:moveTo>
                  <a:pt x="26230" y="0"/>
                </a:moveTo>
                <a:lnTo>
                  <a:pt x="41814" y="8025"/>
                </a:lnTo>
                <a:cubicBezTo>
                  <a:pt x="47509" y="10982"/>
                  <a:pt x="51194" y="14521"/>
                  <a:pt x="52738" y="18555"/>
                </a:cubicBezTo>
                <a:cubicBezTo>
                  <a:pt x="54383" y="22648"/>
                  <a:pt x="53874" y="27206"/>
                  <a:pt x="51310" y="32202"/>
                </a:cubicBezTo>
                <a:cubicBezTo>
                  <a:pt x="48703" y="37212"/>
                  <a:pt x="45281" y="40285"/>
                  <a:pt x="41013" y="41305"/>
                </a:cubicBezTo>
                <a:cubicBezTo>
                  <a:pt x="36804" y="42397"/>
                  <a:pt x="31794" y="41479"/>
                  <a:pt x="26114" y="38523"/>
                </a:cubicBezTo>
                <a:lnTo>
                  <a:pt x="17404" y="34022"/>
                </a:lnTo>
                <a:lnTo>
                  <a:pt x="6889" y="54573"/>
                </a:lnTo>
                <a:lnTo>
                  <a:pt x="0" y="50975"/>
                </a:lnTo>
                <a:lnTo>
                  <a:pt x="26230" y="0"/>
                </a:lnTo>
                <a:close/>
                <a:moveTo>
                  <a:pt x="26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1E870-FA4D-4068-82EC-2743558C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95" y="2255351"/>
            <a:ext cx="72880" cy="74977"/>
          </a:xfrm>
          <a:custGeom xmlns:a="http://schemas.openxmlformats.org/drawingml/2006/main">
            <a:pathLst>
              <a:path w="72880" h="74977">
                <a:moveTo>
                  <a:pt x="26230" y="0"/>
                </a:moveTo>
                <a:lnTo>
                  <a:pt x="36527" y="5287"/>
                </a:lnTo>
                <a:lnTo>
                  <a:pt x="31692" y="46650"/>
                </a:lnTo>
                <a:lnTo>
                  <a:pt x="62583" y="18715"/>
                </a:lnTo>
                <a:lnTo>
                  <a:pt x="72880" y="24002"/>
                </a:lnTo>
                <a:lnTo>
                  <a:pt x="46664" y="74977"/>
                </a:lnTo>
                <a:lnTo>
                  <a:pt x="39892" y="71511"/>
                </a:lnTo>
                <a:lnTo>
                  <a:pt x="62991" y="26740"/>
                </a:lnTo>
                <a:lnTo>
                  <a:pt x="31809" y="54951"/>
                </a:lnTo>
                <a:lnTo>
                  <a:pt x="24861" y="51369"/>
                </a:lnTo>
                <a:lnTo>
                  <a:pt x="29755" y="9671"/>
                </a:lnTo>
                <a:lnTo>
                  <a:pt x="6714" y="54383"/>
                </a:lnTo>
                <a:lnTo>
                  <a:pt x="0" y="50975"/>
                </a:lnTo>
                <a:lnTo>
                  <a:pt x="26230" y="0"/>
                </a:lnTo>
                <a:close/>
                <a:moveTo>
                  <a:pt x="26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E3E0A-CF1D-4D75-BE8C-63BA6E1A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06" y="2286402"/>
            <a:ext cx="34707" cy="67317"/>
          </a:xfrm>
          <a:custGeom xmlns:a="http://schemas.openxmlformats.org/drawingml/2006/main">
            <a:pathLst>
              <a:path w="34707" h="67317">
                <a:moveTo>
                  <a:pt x="26289" y="0"/>
                </a:moveTo>
                <a:lnTo>
                  <a:pt x="33163" y="3539"/>
                </a:lnTo>
                <a:lnTo>
                  <a:pt x="9904" y="48703"/>
                </a:lnTo>
                <a:lnTo>
                  <a:pt x="34707" y="61505"/>
                </a:lnTo>
                <a:lnTo>
                  <a:pt x="31750" y="67317"/>
                </a:lnTo>
                <a:lnTo>
                  <a:pt x="0" y="50975"/>
                </a:lnTo>
                <a:lnTo>
                  <a:pt x="26289" y="0"/>
                </a:lnTo>
                <a:close/>
                <a:moveTo>
                  <a:pt x="262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FE1ED-43BD-43E3-8EDD-1936995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80" y="2306428"/>
            <a:ext cx="61491" cy="65030"/>
          </a:xfrm>
          <a:custGeom xmlns:a="http://schemas.openxmlformats.org/drawingml/2006/main">
            <a:pathLst>
              <a:path w="61491" h="65030">
                <a:moveTo>
                  <a:pt x="30207" y="9219"/>
                </a:moveTo>
                <a:lnTo>
                  <a:pt x="9846" y="48878"/>
                </a:lnTo>
                <a:lnTo>
                  <a:pt x="18147" y="53145"/>
                </a:lnTo>
                <a:cubicBezTo>
                  <a:pt x="25196" y="56787"/>
                  <a:pt x="31168" y="57864"/>
                  <a:pt x="36061" y="56335"/>
                </a:cubicBezTo>
                <a:cubicBezTo>
                  <a:pt x="40955" y="54849"/>
                  <a:pt x="45164" y="50640"/>
                  <a:pt x="48747" y="43751"/>
                </a:cubicBezTo>
                <a:cubicBezTo>
                  <a:pt x="52228" y="36935"/>
                  <a:pt x="53189" y="31124"/>
                  <a:pt x="51543" y="26230"/>
                </a:cubicBezTo>
                <a:cubicBezTo>
                  <a:pt x="49956" y="21395"/>
                  <a:pt x="45572" y="17128"/>
                  <a:pt x="38567" y="13545"/>
                </a:cubicBezTo>
                <a:lnTo>
                  <a:pt x="30207" y="9219"/>
                </a:lnTo>
                <a:close/>
                <a:moveTo>
                  <a:pt x="26230" y="0"/>
                </a:moveTo>
                <a:lnTo>
                  <a:pt x="40445" y="7340"/>
                </a:lnTo>
                <a:cubicBezTo>
                  <a:pt x="50291" y="12409"/>
                  <a:pt x="56495" y="18205"/>
                  <a:pt x="59000" y="24701"/>
                </a:cubicBezTo>
                <a:cubicBezTo>
                  <a:pt x="61491" y="31182"/>
                  <a:pt x="60530" y="38800"/>
                  <a:pt x="55986" y="47509"/>
                </a:cubicBezTo>
                <a:cubicBezTo>
                  <a:pt x="51485" y="56335"/>
                  <a:pt x="45849" y="61564"/>
                  <a:pt x="39076" y="63326"/>
                </a:cubicBezTo>
                <a:cubicBezTo>
                  <a:pt x="32318" y="65030"/>
                  <a:pt x="24002" y="63384"/>
                  <a:pt x="14157" y="58316"/>
                </a:cubicBezTo>
                <a:lnTo>
                  <a:pt x="0" y="50975"/>
                </a:lnTo>
                <a:lnTo>
                  <a:pt x="26230" y="0"/>
                </a:lnTo>
                <a:close/>
                <a:moveTo>
                  <a:pt x="26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6903C-5CA0-4AD0-88A2-5CE4C15F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296" y="2334203"/>
            <a:ext cx="58491" cy="67870"/>
          </a:xfrm>
          <a:custGeom xmlns:a="http://schemas.openxmlformats.org/drawingml/2006/main">
            <a:pathLst>
              <a:path w="58491" h="67870">
                <a:moveTo>
                  <a:pt x="26289" y="0"/>
                </a:moveTo>
                <a:lnTo>
                  <a:pt x="58491" y="16545"/>
                </a:lnTo>
                <a:lnTo>
                  <a:pt x="55534" y="22356"/>
                </a:lnTo>
                <a:lnTo>
                  <a:pt x="30148" y="9321"/>
                </a:lnTo>
                <a:lnTo>
                  <a:pt x="22415" y="24395"/>
                </a:lnTo>
                <a:lnTo>
                  <a:pt x="46708" y="36921"/>
                </a:lnTo>
                <a:lnTo>
                  <a:pt x="43693" y="42717"/>
                </a:lnTo>
                <a:lnTo>
                  <a:pt x="19400" y="30207"/>
                </a:lnTo>
                <a:lnTo>
                  <a:pt x="9904" y="48689"/>
                </a:lnTo>
                <a:lnTo>
                  <a:pt x="35843" y="62059"/>
                </a:lnTo>
                <a:lnTo>
                  <a:pt x="32886" y="67870"/>
                </a:lnTo>
                <a:lnTo>
                  <a:pt x="0" y="50975"/>
                </a:lnTo>
                <a:lnTo>
                  <a:pt x="26289" y="0"/>
                </a:lnTo>
                <a:close/>
                <a:moveTo>
                  <a:pt x="262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7B989-28A7-4570-BE10-89D015F0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596" y="2360258"/>
            <a:ext cx="56830" cy="60413"/>
          </a:xfrm>
          <a:custGeom xmlns:a="http://schemas.openxmlformats.org/drawingml/2006/main">
            <a:pathLst>
              <a:path w="56830" h="60413">
                <a:moveTo>
                  <a:pt x="56830" y="14055"/>
                </a:moveTo>
                <a:lnTo>
                  <a:pt x="53364" y="20813"/>
                </a:lnTo>
                <a:cubicBezTo>
                  <a:pt x="51427" y="18205"/>
                  <a:pt x="49432" y="15977"/>
                  <a:pt x="47451" y="14157"/>
                </a:cubicBezTo>
                <a:cubicBezTo>
                  <a:pt x="45397" y="12394"/>
                  <a:pt x="43344" y="10923"/>
                  <a:pt x="41188" y="9787"/>
                </a:cubicBezTo>
                <a:cubicBezTo>
                  <a:pt x="37430" y="7850"/>
                  <a:pt x="34139" y="7107"/>
                  <a:pt x="31343" y="7501"/>
                </a:cubicBezTo>
                <a:cubicBezTo>
                  <a:pt x="28561" y="7908"/>
                  <a:pt x="26507" y="9438"/>
                  <a:pt x="25080" y="12176"/>
                </a:cubicBezTo>
                <a:cubicBezTo>
                  <a:pt x="23944" y="14390"/>
                  <a:pt x="23725" y="16443"/>
                  <a:pt x="24512" y="18322"/>
                </a:cubicBezTo>
                <a:cubicBezTo>
                  <a:pt x="25255" y="20143"/>
                  <a:pt x="27366" y="22415"/>
                  <a:pt x="30775" y="25022"/>
                </a:cubicBezTo>
                <a:lnTo>
                  <a:pt x="34474" y="28051"/>
                </a:lnTo>
                <a:cubicBezTo>
                  <a:pt x="39135" y="31692"/>
                  <a:pt x="42033" y="35333"/>
                  <a:pt x="43242" y="39076"/>
                </a:cubicBezTo>
                <a:cubicBezTo>
                  <a:pt x="44378" y="42834"/>
                  <a:pt x="43912" y="46766"/>
                  <a:pt x="41756" y="50859"/>
                </a:cubicBezTo>
                <a:cubicBezTo>
                  <a:pt x="39251" y="55811"/>
                  <a:pt x="35668" y="58709"/>
                  <a:pt x="31008" y="59568"/>
                </a:cubicBezTo>
                <a:cubicBezTo>
                  <a:pt x="26391" y="60413"/>
                  <a:pt x="20871" y="59161"/>
                  <a:pt x="14506" y="55927"/>
                </a:cubicBezTo>
                <a:cubicBezTo>
                  <a:pt x="12118" y="54675"/>
                  <a:pt x="9671" y="53073"/>
                  <a:pt x="7224" y="51092"/>
                </a:cubicBezTo>
                <a:cubicBezTo>
                  <a:pt x="4777" y="49155"/>
                  <a:pt x="2389" y="46926"/>
                  <a:pt x="0" y="44319"/>
                </a:cubicBezTo>
                <a:lnTo>
                  <a:pt x="3699" y="37256"/>
                </a:lnTo>
                <a:cubicBezTo>
                  <a:pt x="5680" y="40212"/>
                  <a:pt x="7792" y="42834"/>
                  <a:pt x="10064" y="45004"/>
                </a:cubicBezTo>
                <a:cubicBezTo>
                  <a:pt x="12336" y="47218"/>
                  <a:pt x="14783" y="48980"/>
                  <a:pt x="17404" y="50291"/>
                </a:cubicBezTo>
                <a:cubicBezTo>
                  <a:pt x="21337" y="52344"/>
                  <a:pt x="24745" y="53131"/>
                  <a:pt x="27701" y="52679"/>
                </a:cubicBezTo>
                <a:cubicBezTo>
                  <a:pt x="30600" y="52228"/>
                  <a:pt x="32828" y="50568"/>
                  <a:pt x="34299" y="47669"/>
                </a:cubicBezTo>
                <a:cubicBezTo>
                  <a:pt x="35610" y="45164"/>
                  <a:pt x="35843" y="42834"/>
                  <a:pt x="35042" y="40620"/>
                </a:cubicBezTo>
                <a:cubicBezTo>
                  <a:pt x="34241" y="38450"/>
                  <a:pt x="32260" y="36061"/>
                  <a:pt x="29129" y="33556"/>
                </a:cubicBezTo>
                <a:lnTo>
                  <a:pt x="25313" y="30600"/>
                </a:lnTo>
                <a:cubicBezTo>
                  <a:pt x="20711" y="26900"/>
                  <a:pt x="17798" y="23376"/>
                  <a:pt x="16603" y="20026"/>
                </a:cubicBezTo>
                <a:cubicBezTo>
                  <a:pt x="15467" y="16662"/>
                  <a:pt x="15875" y="13021"/>
                  <a:pt x="17914" y="9161"/>
                </a:cubicBezTo>
                <a:cubicBezTo>
                  <a:pt x="20186" y="4602"/>
                  <a:pt x="23609" y="1879"/>
                  <a:pt x="28153" y="903"/>
                </a:cubicBezTo>
                <a:cubicBezTo>
                  <a:pt x="32653" y="0"/>
                  <a:pt x="37722" y="903"/>
                  <a:pt x="43285" y="3801"/>
                </a:cubicBezTo>
                <a:cubicBezTo>
                  <a:pt x="45674" y="5010"/>
                  <a:pt x="47961" y="6481"/>
                  <a:pt x="50233" y="8185"/>
                </a:cubicBezTo>
                <a:cubicBezTo>
                  <a:pt x="52505" y="9889"/>
                  <a:pt x="54733" y="11885"/>
                  <a:pt x="56830" y="14055"/>
                </a:cubicBezTo>
                <a:close/>
                <a:moveTo>
                  <a:pt x="56830" y="140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E552B-8FFD-4E95-9397-560B27E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77" y="2379775"/>
            <a:ext cx="54398" cy="54558"/>
          </a:xfrm>
          <a:custGeom xmlns:a="http://schemas.openxmlformats.org/drawingml/2006/main">
            <a:pathLst>
              <a:path w="54398" h="54558">
                <a:moveTo>
                  <a:pt x="30207" y="9205"/>
                </a:moveTo>
                <a:lnTo>
                  <a:pt x="20376" y="28386"/>
                </a:lnTo>
                <a:lnTo>
                  <a:pt x="29071" y="32828"/>
                </a:lnTo>
                <a:cubicBezTo>
                  <a:pt x="32260" y="34474"/>
                  <a:pt x="35158" y="34925"/>
                  <a:pt x="37780" y="34183"/>
                </a:cubicBezTo>
                <a:cubicBezTo>
                  <a:pt x="40402" y="33440"/>
                  <a:pt x="42499" y="31517"/>
                  <a:pt x="44043" y="28444"/>
                </a:cubicBezTo>
                <a:cubicBezTo>
                  <a:pt x="45630" y="25371"/>
                  <a:pt x="45965" y="22575"/>
                  <a:pt x="45062" y="20026"/>
                </a:cubicBezTo>
                <a:cubicBezTo>
                  <a:pt x="44145" y="17463"/>
                  <a:pt x="42106" y="15351"/>
                  <a:pt x="38916" y="13705"/>
                </a:cubicBezTo>
                <a:lnTo>
                  <a:pt x="30207" y="9205"/>
                </a:lnTo>
                <a:close/>
                <a:moveTo>
                  <a:pt x="26289" y="0"/>
                </a:moveTo>
                <a:lnTo>
                  <a:pt x="41814" y="8010"/>
                </a:lnTo>
                <a:cubicBezTo>
                  <a:pt x="47567" y="10982"/>
                  <a:pt x="51208" y="14506"/>
                  <a:pt x="52796" y="18540"/>
                </a:cubicBezTo>
                <a:cubicBezTo>
                  <a:pt x="54398" y="22633"/>
                  <a:pt x="53874" y="27192"/>
                  <a:pt x="51325" y="32202"/>
                </a:cubicBezTo>
                <a:cubicBezTo>
                  <a:pt x="48762" y="37197"/>
                  <a:pt x="45339" y="40271"/>
                  <a:pt x="41072" y="41305"/>
                </a:cubicBezTo>
                <a:cubicBezTo>
                  <a:pt x="36804" y="42382"/>
                  <a:pt x="31867" y="41465"/>
                  <a:pt x="26114" y="38508"/>
                </a:cubicBezTo>
                <a:lnTo>
                  <a:pt x="17463" y="34022"/>
                </a:lnTo>
                <a:lnTo>
                  <a:pt x="6889" y="54558"/>
                </a:lnTo>
                <a:lnTo>
                  <a:pt x="0" y="50975"/>
                </a:lnTo>
                <a:lnTo>
                  <a:pt x="26289" y="0"/>
                </a:lnTo>
                <a:close/>
                <a:moveTo>
                  <a:pt x="262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8EC1B-CDB4-4C85-8FBD-F37B743D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07" y="2399174"/>
            <a:ext cx="33629" cy="56379"/>
          </a:xfrm>
          <a:custGeom xmlns:a="http://schemas.openxmlformats.org/drawingml/2006/main">
            <a:pathLst>
              <a:path w="33629" h="56379">
                <a:moveTo>
                  <a:pt x="27308" y="0"/>
                </a:moveTo>
                <a:lnTo>
                  <a:pt x="33629" y="3233"/>
                </a:lnTo>
                <a:lnTo>
                  <a:pt x="6263" y="56379"/>
                </a:lnTo>
                <a:lnTo>
                  <a:pt x="0" y="53131"/>
                </a:lnTo>
                <a:lnTo>
                  <a:pt x="27308" y="0"/>
                </a:lnTo>
                <a:close/>
                <a:moveTo>
                  <a:pt x="273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D0910-9447-4E3E-AEB8-17F551C4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673" y="2423745"/>
            <a:ext cx="47626" cy="54733"/>
          </a:xfrm>
          <a:custGeom xmlns:a="http://schemas.openxmlformats.org/drawingml/2006/main">
            <a:pathLst>
              <a:path w="47626" h="54733">
                <a:moveTo>
                  <a:pt x="3641" y="23157"/>
                </a:moveTo>
                <a:lnTo>
                  <a:pt x="15598" y="0"/>
                </a:lnTo>
                <a:lnTo>
                  <a:pt x="21847" y="3248"/>
                </a:lnTo>
                <a:lnTo>
                  <a:pt x="10079" y="26172"/>
                </a:lnTo>
                <a:cubicBezTo>
                  <a:pt x="8200" y="29755"/>
                  <a:pt x="7515" y="32828"/>
                  <a:pt x="7967" y="35391"/>
                </a:cubicBezTo>
                <a:cubicBezTo>
                  <a:pt x="8476" y="37955"/>
                  <a:pt x="10137" y="39936"/>
                  <a:pt x="12919" y="41363"/>
                </a:cubicBezTo>
                <a:cubicBezTo>
                  <a:pt x="16327" y="43125"/>
                  <a:pt x="19575" y="43416"/>
                  <a:pt x="22648" y="42266"/>
                </a:cubicBezTo>
                <a:cubicBezTo>
                  <a:pt x="25721" y="41130"/>
                  <a:pt x="28226" y="38683"/>
                  <a:pt x="30163" y="34940"/>
                </a:cubicBezTo>
                <a:lnTo>
                  <a:pt x="41305" y="13254"/>
                </a:lnTo>
                <a:lnTo>
                  <a:pt x="47626" y="16501"/>
                </a:lnTo>
                <a:lnTo>
                  <a:pt x="27935" y="54733"/>
                </a:lnTo>
                <a:lnTo>
                  <a:pt x="21628" y="51485"/>
                </a:lnTo>
                <a:lnTo>
                  <a:pt x="24643" y="45630"/>
                </a:lnTo>
                <a:cubicBezTo>
                  <a:pt x="21963" y="47160"/>
                  <a:pt x="19298" y="47961"/>
                  <a:pt x="16676" y="48077"/>
                </a:cubicBezTo>
                <a:cubicBezTo>
                  <a:pt x="14113" y="48194"/>
                  <a:pt x="11448" y="47509"/>
                  <a:pt x="8826" y="46140"/>
                </a:cubicBezTo>
                <a:cubicBezTo>
                  <a:pt x="4384" y="43868"/>
                  <a:pt x="1762" y="40795"/>
                  <a:pt x="918" y="36921"/>
                </a:cubicBezTo>
                <a:cubicBezTo>
                  <a:pt x="0" y="33003"/>
                  <a:pt x="976" y="28386"/>
                  <a:pt x="3641" y="23157"/>
                </a:cubicBezTo>
                <a:close/>
                <a:moveTo>
                  <a:pt x="3641" y="231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EF481-D16A-4D6E-87FD-CBAFA1B4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83" y="2450092"/>
            <a:ext cx="55694" cy="60471"/>
          </a:xfrm>
          <a:custGeom xmlns:a="http://schemas.openxmlformats.org/drawingml/2006/main">
            <a:pathLst>
              <a:path w="55694" h="60471">
                <a:moveTo>
                  <a:pt x="39761" y="28444"/>
                </a:moveTo>
                <a:cubicBezTo>
                  <a:pt x="42149" y="23886"/>
                  <a:pt x="43009" y="19851"/>
                  <a:pt x="42382" y="16443"/>
                </a:cubicBezTo>
                <a:cubicBezTo>
                  <a:pt x="41814" y="12962"/>
                  <a:pt x="39819" y="10355"/>
                  <a:pt x="36455" y="8593"/>
                </a:cubicBezTo>
                <a:cubicBezTo>
                  <a:pt x="33105" y="6874"/>
                  <a:pt x="29799" y="6772"/>
                  <a:pt x="26624" y="8302"/>
                </a:cubicBezTo>
                <a:cubicBezTo>
                  <a:pt x="23492" y="9846"/>
                  <a:pt x="20696" y="12860"/>
                  <a:pt x="18366" y="17404"/>
                </a:cubicBezTo>
                <a:cubicBezTo>
                  <a:pt x="16035" y="21963"/>
                  <a:pt x="15191" y="25939"/>
                  <a:pt x="15759" y="29406"/>
                </a:cubicBezTo>
                <a:cubicBezTo>
                  <a:pt x="16385" y="32886"/>
                  <a:pt x="18307" y="35493"/>
                  <a:pt x="21672" y="37256"/>
                </a:cubicBezTo>
                <a:cubicBezTo>
                  <a:pt x="25080" y="38974"/>
                  <a:pt x="28386" y="39076"/>
                  <a:pt x="31517" y="37547"/>
                </a:cubicBezTo>
                <a:cubicBezTo>
                  <a:pt x="34692" y="36003"/>
                  <a:pt x="37430" y="32988"/>
                  <a:pt x="39761" y="28444"/>
                </a:cubicBezTo>
                <a:close/>
                <a:moveTo>
                  <a:pt x="38450" y="46475"/>
                </a:moveTo>
                <a:cubicBezTo>
                  <a:pt x="35100" y="53014"/>
                  <a:pt x="31110" y="57122"/>
                  <a:pt x="26624" y="58767"/>
                </a:cubicBezTo>
                <a:cubicBezTo>
                  <a:pt x="22065" y="60471"/>
                  <a:pt x="16836" y="59787"/>
                  <a:pt x="10865" y="56714"/>
                </a:cubicBezTo>
                <a:cubicBezTo>
                  <a:pt x="8695" y="55578"/>
                  <a:pt x="6714" y="54325"/>
                  <a:pt x="4879" y="53014"/>
                </a:cubicBezTo>
                <a:cubicBezTo>
                  <a:pt x="3117" y="51660"/>
                  <a:pt x="1471" y="50174"/>
                  <a:pt x="0" y="48529"/>
                </a:cubicBezTo>
                <a:lnTo>
                  <a:pt x="3117" y="42441"/>
                </a:lnTo>
                <a:cubicBezTo>
                  <a:pt x="4428" y="44378"/>
                  <a:pt x="5913" y="46082"/>
                  <a:pt x="7442" y="47451"/>
                </a:cubicBezTo>
                <a:cubicBezTo>
                  <a:pt x="8986" y="48864"/>
                  <a:pt x="10690" y="50058"/>
                  <a:pt x="12569" y="51034"/>
                </a:cubicBezTo>
                <a:cubicBezTo>
                  <a:pt x="16662" y="53131"/>
                  <a:pt x="20303" y="53641"/>
                  <a:pt x="23492" y="52563"/>
                </a:cubicBezTo>
                <a:cubicBezTo>
                  <a:pt x="26624" y="51485"/>
                  <a:pt x="29347" y="48747"/>
                  <a:pt x="31576" y="44378"/>
                </a:cubicBezTo>
                <a:lnTo>
                  <a:pt x="33163" y="41305"/>
                </a:lnTo>
                <a:cubicBezTo>
                  <a:pt x="30716" y="42892"/>
                  <a:pt x="28153" y="43693"/>
                  <a:pt x="25590" y="43751"/>
                </a:cubicBezTo>
                <a:cubicBezTo>
                  <a:pt x="22983" y="43853"/>
                  <a:pt x="20245" y="43183"/>
                  <a:pt x="17463" y="41698"/>
                </a:cubicBezTo>
                <a:cubicBezTo>
                  <a:pt x="12744" y="39309"/>
                  <a:pt x="9889" y="35552"/>
                  <a:pt x="8870" y="30483"/>
                </a:cubicBezTo>
                <a:cubicBezTo>
                  <a:pt x="7850" y="25429"/>
                  <a:pt x="8870" y="19968"/>
                  <a:pt x="11885" y="14098"/>
                </a:cubicBezTo>
                <a:cubicBezTo>
                  <a:pt x="14958" y="8185"/>
                  <a:pt x="18832" y="4151"/>
                  <a:pt x="23492" y="2039"/>
                </a:cubicBezTo>
                <a:cubicBezTo>
                  <a:pt x="28211" y="0"/>
                  <a:pt x="32930" y="117"/>
                  <a:pt x="37605" y="2563"/>
                </a:cubicBezTo>
                <a:cubicBezTo>
                  <a:pt x="40445" y="3976"/>
                  <a:pt x="42543" y="5797"/>
                  <a:pt x="44028" y="7967"/>
                </a:cubicBezTo>
                <a:cubicBezTo>
                  <a:pt x="45455" y="10122"/>
                  <a:pt x="46242" y="12627"/>
                  <a:pt x="46417" y="15584"/>
                </a:cubicBezTo>
                <a:lnTo>
                  <a:pt x="49373" y="9787"/>
                </a:lnTo>
                <a:lnTo>
                  <a:pt x="55694" y="13021"/>
                </a:lnTo>
                <a:lnTo>
                  <a:pt x="38450" y="46475"/>
                </a:lnTo>
                <a:close/>
                <a:moveTo>
                  <a:pt x="38450" y="464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2F7A1-BF6D-471B-BD86-2442D58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904" y="2454869"/>
            <a:ext cx="33629" cy="56379"/>
          </a:xfrm>
          <a:custGeom xmlns:a="http://schemas.openxmlformats.org/drawingml/2006/main">
            <a:pathLst>
              <a:path w="33629" h="56379">
                <a:moveTo>
                  <a:pt x="19691" y="14899"/>
                </a:moveTo>
                <a:lnTo>
                  <a:pt x="25997" y="18147"/>
                </a:lnTo>
                <a:lnTo>
                  <a:pt x="6321" y="56379"/>
                </a:lnTo>
                <a:lnTo>
                  <a:pt x="0" y="53131"/>
                </a:lnTo>
                <a:lnTo>
                  <a:pt x="19691" y="14899"/>
                </a:lnTo>
                <a:close/>
                <a:moveTo>
                  <a:pt x="27366" y="0"/>
                </a:moveTo>
                <a:lnTo>
                  <a:pt x="33629" y="3233"/>
                </a:lnTo>
                <a:lnTo>
                  <a:pt x="29522" y="11200"/>
                </a:lnTo>
                <a:lnTo>
                  <a:pt x="23274" y="7967"/>
                </a:lnTo>
                <a:lnTo>
                  <a:pt x="27366" y="0"/>
                </a:lnTo>
                <a:close/>
                <a:moveTo>
                  <a:pt x="2736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4275A-3E31-4B3F-BC06-1B93366B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1" y="2479614"/>
            <a:ext cx="47567" cy="54733"/>
          </a:xfrm>
          <a:custGeom xmlns:a="http://schemas.openxmlformats.org/drawingml/2006/main">
            <a:pathLst>
              <a:path w="47567" h="54733">
                <a:moveTo>
                  <a:pt x="43926" y="31692"/>
                </a:moveTo>
                <a:lnTo>
                  <a:pt x="32042" y="54733"/>
                </a:lnTo>
                <a:lnTo>
                  <a:pt x="25779" y="51543"/>
                </a:lnTo>
                <a:lnTo>
                  <a:pt x="37547" y="28619"/>
                </a:lnTo>
                <a:cubicBezTo>
                  <a:pt x="39426" y="25036"/>
                  <a:pt x="40110" y="21963"/>
                  <a:pt x="39601" y="19458"/>
                </a:cubicBezTo>
                <a:cubicBezTo>
                  <a:pt x="39149" y="16895"/>
                  <a:pt x="37503" y="14899"/>
                  <a:pt x="34649" y="13487"/>
                </a:cubicBezTo>
                <a:cubicBezTo>
                  <a:pt x="31241" y="11724"/>
                  <a:pt x="28051" y="11433"/>
                  <a:pt x="24978" y="12569"/>
                </a:cubicBezTo>
                <a:cubicBezTo>
                  <a:pt x="21905" y="13705"/>
                  <a:pt x="19400" y="16152"/>
                  <a:pt x="17477" y="19910"/>
                </a:cubicBezTo>
                <a:lnTo>
                  <a:pt x="6321" y="41538"/>
                </a:lnTo>
                <a:lnTo>
                  <a:pt x="0" y="38290"/>
                </a:lnTo>
                <a:lnTo>
                  <a:pt x="19691" y="0"/>
                </a:lnTo>
                <a:lnTo>
                  <a:pt x="26012" y="3306"/>
                </a:lnTo>
                <a:lnTo>
                  <a:pt x="22983" y="9219"/>
                </a:lnTo>
                <a:cubicBezTo>
                  <a:pt x="25662" y="7675"/>
                  <a:pt x="28342" y="6889"/>
                  <a:pt x="30949" y="6772"/>
                </a:cubicBezTo>
                <a:cubicBezTo>
                  <a:pt x="33571" y="6714"/>
                  <a:pt x="36193" y="7340"/>
                  <a:pt x="38858" y="8710"/>
                </a:cubicBezTo>
                <a:cubicBezTo>
                  <a:pt x="43242" y="10982"/>
                  <a:pt x="45863" y="14055"/>
                  <a:pt x="46708" y="17929"/>
                </a:cubicBezTo>
                <a:cubicBezTo>
                  <a:pt x="47567" y="21788"/>
                  <a:pt x="46650" y="26405"/>
                  <a:pt x="43926" y="31692"/>
                </a:cubicBezTo>
                <a:close/>
                <a:moveTo>
                  <a:pt x="43926" y="316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5FE0C-D857-4E66-ABFD-6D1BACC3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527" y="2532584"/>
            <a:ext cx="11666" cy="12394"/>
          </a:xfrm>
          <a:custGeom xmlns:a="http://schemas.openxmlformats.org/drawingml/2006/main">
            <a:pathLst>
              <a:path w="11666" h="12394">
                <a:moveTo>
                  <a:pt x="4500" y="0"/>
                </a:moveTo>
                <a:lnTo>
                  <a:pt x="11666" y="3758"/>
                </a:lnTo>
                <a:lnTo>
                  <a:pt x="7239" y="12394"/>
                </a:lnTo>
                <a:lnTo>
                  <a:pt x="0" y="8695"/>
                </a:lnTo>
                <a:lnTo>
                  <a:pt x="4500" y="0"/>
                </a:lnTo>
                <a:close/>
                <a:moveTo>
                  <a:pt x="4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AE06C-31F1-4247-BF76-B85C6AD7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155" y="2501402"/>
            <a:ext cx="55519" cy="54558"/>
          </a:xfrm>
          <a:custGeom xmlns:a="http://schemas.openxmlformats.org/drawingml/2006/main">
            <a:pathLst>
              <a:path w="55519" h="54558">
                <a:moveTo>
                  <a:pt x="26230" y="0"/>
                </a:moveTo>
                <a:lnTo>
                  <a:pt x="55519" y="15074"/>
                </a:lnTo>
                <a:lnTo>
                  <a:pt x="52563" y="20944"/>
                </a:lnTo>
                <a:lnTo>
                  <a:pt x="30148" y="9394"/>
                </a:lnTo>
                <a:lnTo>
                  <a:pt x="22415" y="24410"/>
                </a:lnTo>
                <a:lnTo>
                  <a:pt x="42615" y="34823"/>
                </a:lnTo>
                <a:lnTo>
                  <a:pt x="39644" y="40620"/>
                </a:lnTo>
                <a:lnTo>
                  <a:pt x="19458" y="30207"/>
                </a:lnTo>
                <a:lnTo>
                  <a:pt x="6874" y="54558"/>
                </a:lnTo>
                <a:lnTo>
                  <a:pt x="0" y="50975"/>
                </a:lnTo>
                <a:lnTo>
                  <a:pt x="26230" y="0"/>
                </a:lnTo>
                <a:close/>
                <a:moveTo>
                  <a:pt x="26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E8800-30A4-4579-B8FF-0F72B798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22" y="2517219"/>
            <a:ext cx="33629" cy="56379"/>
          </a:xfrm>
          <a:custGeom xmlns:a="http://schemas.openxmlformats.org/drawingml/2006/main">
            <a:pathLst>
              <a:path w="33629" h="56379">
                <a:moveTo>
                  <a:pt x="19691" y="14914"/>
                </a:moveTo>
                <a:lnTo>
                  <a:pt x="26012" y="18147"/>
                </a:lnTo>
                <a:lnTo>
                  <a:pt x="6263" y="56379"/>
                </a:lnTo>
                <a:lnTo>
                  <a:pt x="0" y="53145"/>
                </a:lnTo>
                <a:lnTo>
                  <a:pt x="19691" y="14914"/>
                </a:lnTo>
                <a:close/>
                <a:moveTo>
                  <a:pt x="27366" y="0"/>
                </a:moveTo>
                <a:lnTo>
                  <a:pt x="33629" y="3248"/>
                </a:lnTo>
                <a:lnTo>
                  <a:pt x="29537" y="11215"/>
                </a:lnTo>
                <a:lnTo>
                  <a:pt x="23274" y="7967"/>
                </a:lnTo>
                <a:lnTo>
                  <a:pt x="27366" y="0"/>
                </a:lnTo>
                <a:close/>
                <a:moveTo>
                  <a:pt x="2736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0591F-991B-44F3-ADAC-82AC7987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558" y="2544076"/>
            <a:ext cx="43926" cy="51718"/>
          </a:xfrm>
          <a:custGeom xmlns:a="http://schemas.openxmlformats.org/drawingml/2006/main">
            <a:pathLst>
              <a:path w="43926" h="51718">
                <a:moveTo>
                  <a:pt x="26172" y="25997"/>
                </a:moveTo>
                <a:cubicBezTo>
                  <a:pt x="21118" y="23376"/>
                  <a:pt x="17302" y="22182"/>
                  <a:pt x="14739" y="22298"/>
                </a:cubicBezTo>
                <a:cubicBezTo>
                  <a:pt x="12176" y="22473"/>
                  <a:pt x="10195" y="23944"/>
                  <a:pt x="8710" y="26740"/>
                </a:cubicBezTo>
                <a:cubicBezTo>
                  <a:pt x="7573" y="28954"/>
                  <a:pt x="7399" y="31124"/>
                  <a:pt x="8200" y="33221"/>
                </a:cubicBezTo>
                <a:cubicBezTo>
                  <a:pt x="9001" y="35275"/>
                  <a:pt x="10647" y="36921"/>
                  <a:pt x="13210" y="38232"/>
                </a:cubicBezTo>
                <a:cubicBezTo>
                  <a:pt x="16676" y="40052"/>
                  <a:pt x="20084" y="40227"/>
                  <a:pt x="23507" y="38858"/>
                </a:cubicBezTo>
                <a:cubicBezTo>
                  <a:pt x="26857" y="37489"/>
                  <a:pt x="29595" y="34707"/>
                  <a:pt x="31692" y="30658"/>
                </a:cubicBezTo>
                <a:lnTo>
                  <a:pt x="32435" y="29245"/>
                </a:lnTo>
                <a:lnTo>
                  <a:pt x="26172" y="25997"/>
                </a:lnTo>
                <a:close/>
                <a:moveTo>
                  <a:pt x="40052" y="29872"/>
                </a:moveTo>
                <a:lnTo>
                  <a:pt x="28794" y="51718"/>
                </a:lnTo>
                <a:lnTo>
                  <a:pt x="22531" y="48470"/>
                </a:lnTo>
                <a:lnTo>
                  <a:pt x="25488" y="42674"/>
                </a:lnTo>
                <a:cubicBezTo>
                  <a:pt x="22881" y="44203"/>
                  <a:pt x="20201" y="45004"/>
                  <a:pt x="17536" y="45004"/>
                </a:cubicBezTo>
                <a:cubicBezTo>
                  <a:pt x="14797" y="45062"/>
                  <a:pt x="11899" y="44261"/>
                  <a:pt x="8826" y="42674"/>
                </a:cubicBezTo>
                <a:cubicBezTo>
                  <a:pt x="4894" y="40620"/>
                  <a:pt x="2345" y="37940"/>
                  <a:pt x="1151" y="34532"/>
                </a:cubicBezTo>
                <a:cubicBezTo>
                  <a:pt x="0" y="31124"/>
                  <a:pt x="350" y="27585"/>
                  <a:pt x="2228" y="23944"/>
                </a:cubicBezTo>
                <a:cubicBezTo>
                  <a:pt x="4442" y="19618"/>
                  <a:pt x="7573" y="17128"/>
                  <a:pt x="11550" y="16443"/>
                </a:cubicBezTo>
                <a:cubicBezTo>
                  <a:pt x="15598" y="15700"/>
                  <a:pt x="20434" y="16836"/>
                  <a:pt x="26114" y="19793"/>
                </a:cubicBezTo>
                <a:lnTo>
                  <a:pt x="34940" y="24352"/>
                </a:lnTo>
                <a:lnTo>
                  <a:pt x="35275" y="23725"/>
                </a:lnTo>
                <a:cubicBezTo>
                  <a:pt x="36761" y="20827"/>
                  <a:pt x="36994" y="18089"/>
                  <a:pt x="35901" y="15526"/>
                </a:cubicBezTo>
                <a:cubicBezTo>
                  <a:pt x="34765" y="12962"/>
                  <a:pt x="32551" y="10807"/>
                  <a:pt x="29085" y="9044"/>
                </a:cubicBezTo>
                <a:cubicBezTo>
                  <a:pt x="26915" y="7908"/>
                  <a:pt x="24643" y="7049"/>
                  <a:pt x="22313" y="6539"/>
                </a:cubicBezTo>
                <a:cubicBezTo>
                  <a:pt x="19982" y="5971"/>
                  <a:pt x="17594" y="5738"/>
                  <a:pt x="15147" y="5797"/>
                </a:cubicBezTo>
                <a:lnTo>
                  <a:pt x="18104" y="0"/>
                </a:lnTo>
                <a:cubicBezTo>
                  <a:pt x="20885" y="277"/>
                  <a:pt x="23449" y="801"/>
                  <a:pt x="25837" y="1471"/>
                </a:cubicBezTo>
                <a:cubicBezTo>
                  <a:pt x="28226" y="2097"/>
                  <a:pt x="30440" y="2957"/>
                  <a:pt x="32493" y="4034"/>
                </a:cubicBezTo>
                <a:cubicBezTo>
                  <a:pt x="38013" y="6889"/>
                  <a:pt x="41421" y="10472"/>
                  <a:pt x="42674" y="14739"/>
                </a:cubicBezTo>
                <a:cubicBezTo>
                  <a:pt x="43926" y="19007"/>
                  <a:pt x="43081" y="24060"/>
                  <a:pt x="40052" y="29872"/>
                </a:cubicBezTo>
                <a:close/>
                <a:moveTo>
                  <a:pt x="40052" y="298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DD065-3A73-4419-AA05-C2DCCEC3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173" y="2594192"/>
            <a:ext cx="11724" cy="12409"/>
          </a:xfrm>
          <a:custGeom xmlns:a="http://schemas.openxmlformats.org/drawingml/2006/main">
            <a:pathLst>
              <a:path w="11724" h="12409">
                <a:moveTo>
                  <a:pt x="4500" y="0"/>
                </a:moveTo>
                <a:lnTo>
                  <a:pt x="11724" y="3699"/>
                </a:lnTo>
                <a:lnTo>
                  <a:pt x="7224" y="12409"/>
                </a:lnTo>
                <a:lnTo>
                  <a:pt x="0" y="8710"/>
                </a:lnTo>
                <a:lnTo>
                  <a:pt x="4500" y="0"/>
                </a:lnTo>
                <a:close/>
                <a:moveTo>
                  <a:pt x="4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42919-6E92-4762-9A78-A1115866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01" y="2563024"/>
            <a:ext cx="54383" cy="54558"/>
          </a:xfrm>
          <a:custGeom xmlns:a="http://schemas.openxmlformats.org/drawingml/2006/main">
            <a:pathLst>
              <a:path w="54383" h="54558">
                <a:moveTo>
                  <a:pt x="30207" y="9205"/>
                </a:moveTo>
                <a:lnTo>
                  <a:pt x="20361" y="28386"/>
                </a:lnTo>
                <a:lnTo>
                  <a:pt x="29071" y="32828"/>
                </a:lnTo>
                <a:cubicBezTo>
                  <a:pt x="32260" y="34474"/>
                  <a:pt x="35158" y="34925"/>
                  <a:pt x="37765" y="34183"/>
                </a:cubicBezTo>
                <a:cubicBezTo>
                  <a:pt x="40387" y="33440"/>
                  <a:pt x="42499" y="31517"/>
                  <a:pt x="44028" y="28444"/>
                </a:cubicBezTo>
                <a:cubicBezTo>
                  <a:pt x="45616" y="25371"/>
                  <a:pt x="45965" y="22575"/>
                  <a:pt x="45048" y="20026"/>
                </a:cubicBezTo>
                <a:cubicBezTo>
                  <a:pt x="44145" y="17463"/>
                  <a:pt x="42091" y="15351"/>
                  <a:pt x="38916" y="13705"/>
                </a:cubicBezTo>
                <a:lnTo>
                  <a:pt x="30207" y="9205"/>
                </a:lnTo>
                <a:close/>
                <a:moveTo>
                  <a:pt x="26274" y="0"/>
                </a:moveTo>
                <a:lnTo>
                  <a:pt x="41814" y="8010"/>
                </a:lnTo>
                <a:cubicBezTo>
                  <a:pt x="47553" y="10982"/>
                  <a:pt x="51194" y="14506"/>
                  <a:pt x="52796" y="18599"/>
                </a:cubicBezTo>
                <a:cubicBezTo>
                  <a:pt x="54383" y="22633"/>
                  <a:pt x="53874" y="27192"/>
                  <a:pt x="51310" y="32202"/>
                </a:cubicBezTo>
                <a:cubicBezTo>
                  <a:pt x="48747" y="37197"/>
                  <a:pt x="45339" y="40271"/>
                  <a:pt x="41072" y="41348"/>
                </a:cubicBezTo>
                <a:cubicBezTo>
                  <a:pt x="36804" y="42382"/>
                  <a:pt x="31852" y="41465"/>
                  <a:pt x="26114" y="38508"/>
                </a:cubicBezTo>
                <a:lnTo>
                  <a:pt x="17463" y="34066"/>
                </a:lnTo>
                <a:lnTo>
                  <a:pt x="6874" y="54558"/>
                </a:lnTo>
                <a:lnTo>
                  <a:pt x="0" y="50975"/>
                </a:lnTo>
                <a:lnTo>
                  <a:pt x="26274" y="0"/>
                </a:lnTo>
                <a:close/>
                <a:moveTo>
                  <a:pt x="262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79102-500F-4211-BA11-38205F0A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441" y="2582307"/>
            <a:ext cx="47567" cy="69632"/>
          </a:xfrm>
          <a:custGeom xmlns:a="http://schemas.openxmlformats.org/drawingml/2006/main">
            <a:pathLst>
              <a:path w="47567" h="69632">
                <a:moveTo>
                  <a:pt x="43926" y="46533"/>
                </a:moveTo>
                <a:lnTo>
                  <a:pt x="32027" y="69632"/>
                </a:lnTo>
                <a:lnTo>
                  <a:pt x="25779" y="66384"/>
                </a:lnTo>
                <a:lnTo>
                  <a:pt x="37547" y="43518"/>
                </a:lnTo>
                <a:cubicBezTo>
                  <a:pt x="39426" y="39936"/>
                  <a:pt x="40110" y="36862"/>
                  <a:pt x="39601" y="34299"/>
                </a:cubicBezTo>
                <a:cubicBezTo>
                  <a:pt x="39149" y="31794"/>
                  <a:pt x="37489" y="29813"/>
                  <a:pt x="34649" y="28328"/>
                </a:cubicBezTo>
                <a:cubicBezTo>
                  <a:pt x="31241" y="26624"/>
                  <a:pt x="28051" y="26289"/>
                  <a:pt x="24978" y="27483"/>
                </a:cubicBezTo>
                <a:cubicBezTo>
                  <a:pt x="21905" y="28619"/>
                  <a:pt x="19400" y="31066"/>
                  <a:pt x="17463" y="34809"/>
                </a:cubicBezTo>
                <a:lnTo>
                  <a:pt x="6321" y="56379"/>
                </a:lnTo>
                <a:lnTo>
                  <a:pt x="0" y="53131"/>
                </a:lnTo>
                <a:lnTo>
                  <a:pt x="27366" y="0"/>
                </a:lnTo>
                <a:lnTo>
                  <a:pt x="33687" y="3233"/>
                </a:lnTo>
                <a:lnTo>
                  <a:pt x="22983" y="24119"/>
                </a:lnTo>
                <a:cubicBezTo>
                  <a:pt x="25662" y="22589"/>
                  <a:pt x="28328" y="21788"/>
                  <a:pt x="30949" y="21672"/>
                </a:cubicBezTo>
                <a:cubicBezTo>
                  <a:pt x="33571" y="21614"/>
                  <a:pt x="36178" y="22240"/>
                  <a:pt x="38858" y="23609"/>
                </a:cubicBezTo>
                <a:cubicBezTo>
                  <a:pt x="43242" y="25881"/>
                  <a:pt x="45849" y="28954"/>
                  <a:pt x="46708" y="32828"/>
                </a:cubicBezTo>
                <a:cubicBezTo>
                  <a:pt x="47567" y="36688"/>
                  <a:pt x="46650" y="41305"/>
                  <a:pt x="43926" y="46533"/>
                </a:cubicBezTo>
                <a:close/>
                <a:moveTo>
                  <a:pt x="43926" y="465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CACD76-173D-46C6-B832-6A918504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891" y="2623612"/>
            <a:ext cx="43518" cy="46650"/>
          </a:xfrm>
          <a:custGeom xmlns:a="http://schemas.openxmlformats.org/drawingml/2006/main">
            <a:pathLst>
              <a:path w="43518" h="46650">
                <a:moveTo>
                  <a:pt x="29347" y="8593"/>
                </a:moveTo>
                <a:cubicBezTo>
                  <a:pt x="25997" y="6831"/>
                  <a:pt x="22648" y="6772"/>
                  <a:pt x="19342" y="8418"/>
                </a:cubicBezTo>
                <a:cubicBezTo>
                  <a:pt x="16035" y="10006"/>
                  <a:pt x="13195" y="13137"/>
                  <a:pt x="10865" y="17696"/>
                </a:cubicBezTo>
                <a:cubicBezTo>
                  <a:pt x="8476" y="22298"/>
                  <a:pt x="7617" y="26391"/>
                  <a:pt x="8185" y="30032"/>
                </a:cubicBezTo>
                <a:cubicBezTo>
                  <a:pt x="8811" y="33615"/>
                  <a:pt x="10807" y="36353"/>
                  <a:pt x="14157" y="38057"/>
                </a:cubicBezTo>
                <a:cubicBezTo>
                  <a:pt x="17521" y="39819"/>
                  <a:pt x="20871" y="39819"/>
                  <a:pt x="24177" y="38232"/>
                </a:cubicBezTo>
                <a:cubicBezTo>
                  <a:pt x="27483" y="36586"/>
                  <a:pt x="30323" y="33513"/>
                  <a:pt x="32653" y="28954"/>
                </a:cubicBezTo>
                <a:cubicBezTo>
                  <a:pt x="34984" y="24410"/>
                  <a:pt x="35843" y="20303"/>
                  <a:pt x="35275" y="16662"/>
                </a:cubicBezTo>
                <a:cubicBezTo>
                  <a:pt x="34707" y="12962"/>
                  <a:pt x="32712" y="10297"/>
                  <a:pt x="29347" y="8593"/>
                </a:cubicBezTo>
                <a:close/>
                <a:moveTo>
                  <a:pt x="32085" y="3233"/>
                </a:moveTo>
                <a:cubicBezTo>
                  <a:pt x="37547" y="6088"/>
                  <a:pt x="40955" y="10064"/>
                  <a:pt x="42208" y="15191"/>
                </a:cubicBezTo>
                <a:cubicBezTo>
                  <a:pt x="43518" y="20361"/>
                  <a:pt x="42557" y="26114"/>
                  <a:pt x="39309" y="32362"/>
                </a:cubicBezTo>
                <a:cubicBezTo>
                  <a:pt x="36120" y="38625"/>
                  <a:pt x="32027" y="42717"/>
                  <a:pt x="27017" y="44713"/>
                </a:cubicBezTo>
                <a:cubicBezTo>
                  <a:pt x="22065" y="46650"/>
                  <a:pt x="16895" y="46198"/>
                  <a:pt x="11433" y="43402"/>
                </a:cubicBezTo>
                <a:cubicBezTo>
                  <a:pt x="5913" y="40562"/>
                  <a:pt x="2563" y="36586"/>
                  <a:pt x="1311" y="31401"/>
                </a:cubicBezTo>
                <a:cubicBezTo>
                  <a:pt x="0" y="26274"/>
                  <a:pt x="1020" y="20536"/>
                  <a:pt x="4209" y="14273"/>
                </a:cubicBezTo>
                <a:cubicBezTo>
                  <a:pt x="7457" y="8025"/>
                  <a:pt x="11550" y="3918"/>
                  <a:pt x="16443" y="1937"/>
                </a:cubicBezTo>
                <a:cubicBezTo>
                  <a:pt x="21395" y="0"/>
                  <a:pt x="26624" y="451"/>
                  <a:pt x="32085" y="3233"/>
                </a:cubicBezTo>
                <a:close/>
                <a:moveTo>
                  <a:pt x="32085" y="32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3E7CF-0741-4D61-A0C3-9A78F0D6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536" y="2642036"/>
            <a:ext cx="47567" cy="54733"/>
          </a:xfrm>
          <a:custGeom xmlns:a="http://schemas.openxmlformats.org/drawingml/2006/main">
            <a:pathLst>
              <a:path w="47567" h="54733">
                <a:moveTo>
                  <a:pt x="43926" y="31692"/>
                </a:moveTo>
                <a:lnTo>
                  <a:pt x="32042" y="54733"/>
                </a:lnTo>
                <a:lnTo>
                  <a:pt x="25779" y="51543"/>
                </a:lnTo>
                <a:lnTo>
                  <a:pt x="37562" y="28619"/>
                </a:lnTo>
                <a:cubicBezTo>
                  <a:pt x="39440" y="25036"/>
                  <a:pt x="40110" y="21963"/>
                  <a:pt x="39601" y="19458"/>
                </a:cubicBezTo>
                <a:cubicBezTo>
                  <a:pt x="39149" y="16909"/>
                  <a:pt x="37503" y="14914"/>
                  <a:pt x="34649" y="13487"/>
                </a:cubicBezTo>
                <a:cubicBezTo>
                  <a:pt x="31241" y="11724"/>
                  <a:pt x="27993" y="11448"/>
                  <a:pt x="24920" y="12584"/>
                </a:cubicBezTo>
                <a:cubicBezTo>
                  <a:pt x="21847" y="13720"/>
                  <a:pt x="19414" y="16166"/>
                  <a:pt x="17477" y="19924"/>
                </a:cubicBezTo>
                <a:lnTo>
                  <a:pt x="6321" y="41538"/>
                </a:lnTo>
                <a:lnTo>
                  <a:pt x="0" y="38232"/>
                </a:lnTo>
                <a:lnTo>
                  <a:pt x="19691" y="0"/>
                </a:lnTo>
                <a:lnTo>
                  <a:pt x="26012" y="3248"/>
                </a:lnTo>
                <a:lnTo>
                  <a:pt x="22997" y="9219"/>
                </a:lnTo>
                <a:cubicBezTo>
                  <a:pt x="25662" y="7690"/>
                  <a:pt x="28342" y="6889"/>
                  <a:pt x="30964" y="6772"/>
                </a:cubicBezTo>
                <a:cubicBezTo>
                  <a:pt x="33571" y="6714"/>
                  <a:pt x="36193" y="7340"/>
                  <a:pt x="38858" y="8710"/>
                </a:cubicBezTo>
                <a:cubicBezTo>
                  <a:pt x="43242" y="10982"/>
                  <a:pt x="45863" y="14055"/>
                  <a:pt x="46723" y="17929"/>
                </a:cubicBezTo>
                <a:cubicBezTo>
                  <a:pt x="47567" y="21803"/>
                  <a:pt x="46664" y="26405"/>
                  <a:pt x="43926" y="31692"/>
                </a:cubicBezTo>
                <a:close/>
                <a:moveTo>
                  <a:pt x="43926" y="316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C13E0-0CFF-4420-B5DF-AC964D8A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220" y="2668892"/>
            <a:ext cx="44028" cy="48470"/>
          </a:xfrm>
          <a:custGeom xmlns:a="http://schemas.openxmlformats.org/drawingml/2006/main">
            <a:pathLst>
              <a:path w="44028" h="48470">
                <a:moveTo>
                  <a:pt x="40285" y="30498"/>
                </a:moveTo>
                <a:lnTo>
                  <a:pt x="38683" y="33571"/>
                </a:lnTo>
                <a:lnTo>
                  <a:pt x="9787" y="18715"/>
                </a:lnTo>
                <a:cubicBezTo>
                  <a:pt x="7850" y="23157"/>
                  <a:pt x="7457" y="27133"/>
                  <a:pt x="8593" y="30614"/>
                </a:cubicBezTo>
                <a:cubicBezTo>
                  <a:pt x="9787" y="34081"/>
                  <a:pt x="12453" y="36862"/>
                  <a:pt x="16618" y="39033"/>
                </a:cubicBezTo>
                <a:cubicBezTo>
                  <a:pt x="19007" y="40227"/>
                  <a:pt x="21497" y="41130"/>
                  <a:pt x="24060" y="41756"/>
                </a:cubicBezTo>
                <a:cubicBezTo>
                  <a:pt x="26624" y="42324"/>
                  <a:pt x="29362" y="42557"/>
                  <a:pt x="32202" y="42557"/>
                </a:cubicBezTo>
                <a:lnTo>
                  <a:pt x="29129" y="48470"/>
                </a:lnTo>
                <a:cubicBezTo>
                  <a:pt x="26391" y="48310"/>
                  <a:pt x="23725" y="47844"/>
                  <a:pt x="21104" y="47116"/>
                </a:cubicBezTo>
                <a:cubicBezTo>
                  <a:pt x="18439" y="46373"/>
                  <a:pt x="15933" y="45397"/>
                  <a:pt x="13487" y="44145"/>
                </a:cubicBezTo>
                <a:cubicBezTo>
                  <a:pt x="7399" y="41028"/>
                  <a:pt x="3466" y="36761"/>
                  <a:pt x="1704" y="31357"/>
                </a:cubicBezTo>
                <a:cubicBezTo>
                  <a:pt x="0" y="25997"/>
                  <a:pt x="685" y="20259"/>
                  <a:pt x="3816" y="14171"/>
                </a:cubicBezTo>
                <a:cubicBezTo>
                  <a:pt x="7049" y="7908"/>
                  <a:pt x="11258" y="3874"/>
                  <a:pt x="16560" y="1937"/>
                </a:cubicBezTo>
                <a:cubicBezTo>
                  <a:pt x="21847" y="0"/>
                  <a:pt x="27308" y="451"/>
                  <a:pt x="33047" y="3423"/>
                </a:cubicBezTo>
                <a:cubicBezTo>
                  <a:pt x="38232" y="6088"/>
                  <a:pt x="41421" y="9846"/>
                  <a:pt x="42732" y="14681"/>
                </a:cubicBezTo>
                <a:cubicBezTo>
                  <a:pt x="44028" y="19516"/>
                  <a:pt x="43183" y="24803"/>
                  <a:pt x="40285" y="30498"/>
                </a:cubicBezTo>
                <a:close/>
                <a:moveTo>
                  <a:pt x="34925" y="25429"/>
                </a:moveTo>
                <a:cubicBezTo>
                  <a:pt x="36644" y="21963"/>
                  <a:pt x="37096" y="18715"/>
                  <a:pt x="36294" y="15700"/>
                </a:cubicBezTo>
                <a:cubicBezTo>
                  <a:pt x="35450" y="12686"/>
                  <a:pt x="33513" y="10414"/>
                  <a:pt x="30381" y="8826"/>
                </a:cubicBezTo>
                <a:cubicBezTo>
                  <a:pt x="26915" y="7005"/>
                  <a:pt x="23551" y="6539"/>
                  <a:pt x="20478" y="7457"/>
                </a:cubicBezTo>
                <a:cubicBezTo>
                  <a:pt x="17346" y="8302"/>
                  <a:pt x="14681" y="10472"/>
                  <a:pt x="12511" y="13938"/>
                </a:cubicBezTo>
                <a:lnTo>
                  <a:pt x="34925" y="25429"/>
                </a:lnTo>
                <a:close/>
                <a:moveTo>
                  <a:pt x="34925" y="254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40DA7-AFDE-4472-8139-48439CA2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014" y="2717202"/>
            <a:ext cx="11666" cy="12336"/>
          </a:xfrm>
          <a:custGeom xmlns:a="http://schemas.openxmlformats.org/drawingml/2006/main">
            <a:pathLst>
              <a:path w="11666" h="12336">
                <a:moveTo>
                  <a:pt x="4486" y="0"/>
                </a:moveTo>
                <a:lnTo>
                  <a:pt x="11666" y="3685"/>
                </a:lnTo>
                <a:lnTo>
                  <a:pt x="7224" y="12336"/>
                </a:lnTo>
                <a:lnTo>
                  <a:pt x="0" y="8637"/>
                </a:lnTo>
                <a:lnTo>
                  <a:pt x="4486" y="0"/>
                </a:lnTo>
                <a:close/>
                <a:moveTo>
                  <a:pt x="44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1126C-BE43-43A3-B87F-B13329B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628" y="2686020"/>
            <a:ext cx="58491" cy="67870"/>
          </a:xfrm>
          <a:custGeom xmlns:a="http://schemas.openxmlformats.org/drawingml/2006/main">
            <a:pathLst>
              <a:path w="58491" h="67870">
                <a:moveTo>
                  <a:pt x="26230" y="0"/>
                </a:moveTo>
                <a:lnTo>
                  <a:pt x="58491" y="16560"/>
                </a:lnTo>
                <a:lnTo>
                  <a:pt x="55476" y="22356"/>
                </a:lnTo>
                <a:lnTo>
                  <a:pt x="30148" y="9336"/>
                </a:lnTo>
                <a:lnTo>
                  <a:pt x="22356" y="24410"/>
                </a:lnTo>
                <a:lnTo>
                  <a:pt x="46650" y="36921"/>
                </a:lnTo>
                <a:lnTo>
                  <a:pt x="43693" y="42732"/>
                </a:lnTo>
                <a:lnTo>
                  <a:pt x="19400" y="30207"/>
                </a:lnTo>
                <a:lnTo>
                  <a:pt x="9904" y="48703"/>
                </a:lnTo>
                <a:lnTo>
                  <a:pt x="35843" y="62073"/>
                </a:lnTo>
                <a:lnTo>
                  <a:pt x="32828" y="67870"/>
                </a:lnTo>
                <a:lnTo>
                  <a:pt x="0" y="50975"/>
                </a:lnTo>
                <a:lnTo>
                  <a:pt x="26230" y="0"/>
                </a:lnTo>
                <a:close/>
                <a:moveTo>
                  <a:pt x="26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79CF1-3A05-429C-9A16-1CB3D81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831" y="2708726"/>
            <a:ext cx="64797" cy="70885"/>
          </a:xfrm>
          <a:custGeom xmlns:a="http://schemas.openxmlformats.org/drawingml/2006/main">
            <a:pathLst>
              <a:path w="64797" h="70885">
                <a:moveTo>
                  <a:pt x="26230" y="0"/>
                </a:moveTo>
                <a:lnTo>
                  <a:pt x="35508" y="4835"/>
                </a:lnTo>
                <a:lnTo>
                  <a:pt x="36193" y="59102"/>
                </a:lnTo>
                <a:lnTo>
                  <a:pt x="58141" y="16429"/>
                </a:lnTo>
                <a:lnTo>
                  <a:pt x="64797" y="19910"/>
                </a:lnTo>
                <a:lnTo>
                  <a:pt x="38581" y="70885"/>
                </a:lnTo>
                <a:lnTo>
                  <a:pt x="29245" y="66108"/>
                </a:lnTo>
                <a:lnTo>
                  <a:pt x="28619" y="11826"/>
                </a:lnTo>
                <a:lnTo>
                  <a:pt x="6656" y="54442"/>
                </a:lnTo>
                <a:lnTo>
                  <a:pt x="0" y="51019"/>
                </a:lnTo>
                <a:lnTo>
                  <a:pt x="26230" y="0"/>
                </a:lnTo>
                <a:close/>
                <a:moveTo>
                  <a:pt x="262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1400A-12BD-4657-99DA-EF4261CC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74" y="2096220"/>
            <a:ext cx="55286" cy="53874"/>
          </a:xfrm>
          <a:custGeom xmlns:a="http://schemas.openxmlformats.org/drawingml/2006/main">
            <a:pathLst>
              <a:path w="55286" h="53874">
                <a:moveTo>
                  <a:pt x="31619" y="9379"/>
                </a:moveTo>
                <a:lnTo>
                  <a:pt x="21104" y="28153"/>
                </a:lnTo>
                <a:lnTo>
                  <a:pt x="29639" y="32945"/>
                </a:lnTo>
                <a:cubicBezTo>
                  <a:pt x="32770" y="34707"/>
                  <a:pt x="35668" y="35217"/>
                  <a:pt x="38275" y="34590"/>
                </a:cubicBezTo>
                <a:cubicBezTo>
                  <a:pt x="40955" y="33906"/>
                  <a:pt x="43125" y="32027"/>
                  <a:pt x="44771" y="29012"/>
                </a:cubicBezTo>
                <a:cubicBezTo>
                  <a:pt x="46475" y="26056"/>
                  <a:pt x="46868" y="23259"/>
                  <a:pt x="46082" y="20652"/>
                </a:cubicBezTo>
                <a:cubicBezTo>
                  <a:pt x="45281" y="18031"/>
                  <a:pt x="43285" y="15875"/>
                  <a:pt x="40154" y="14113"/>
                </a:cubicBezTo>
                <a:lnTo>
                  <a:pt x="31619" y="9379"/>
                </a:lnTo>
                <a:close/>
                <a:moveTo>
                  <a:pt x="27978" y="0"/>
                </a:moveTo>
                <a:lnTo>
                  <a:pt x="43227" y="8535"/>
                </a:lnTo>
                <a:cubicBezTo>
                  <a:pt x="48864" y="11724"/>
                  <a:pt x="52388" y="15307"/>
                  <a:pt x="53874" y="19458"/>
                </a:cubicBezTo>
                <a:cubicBezTo>
                  <a:pt x="55286" y="23609"/>
                  <a:pt x="54660" y="28153"/>
                  <a:pt x="51937" y="33047"/>
                </a:cubicBezTo>
                <a:cubicBezTo>
                  <a:pt x="49155" y="37940"/>
                  <a:pt x="45616" y="40897"/>
                  <a:pt x="41348" y="41814"/>
                </a:cubicBezTo>
                <a:cubicBezTo>
                  <a:pt x="37081" y="42717"/>
                  <a:pt x="32144" y="41640"/>
                  <a:pt x="26507" y="38508"/>
                </a:cubicBezTo>
                <a:lnTo>
                  <a:pt x="18031" y="33731"/>
                </a:lnTo>
                <a:lnTo>
                  <a:pt x="6758" y="53874"/>
                </a:lnTo>
                <a:lnTo>
                  <a:pt x="0" y="50058"/>
                </a:lnTo>
                <a:lnTo>
                  <a:pt x="27978" y="0"/>
                </a:lnTo>
                <a:close/>
                <a:moveTo>
                  <a:pt x="2797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5CE50-4489-4EC4-BE83-4FD25592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1" y="2116989"/>
            <a:ext cx="48077" cy="69749"/>
          </a:xfrm>
          <a:custGeom xmlns:a="http://schemas.openxmlformats.org/drawingml/2006/main">
            <a:pathLst>
              <a:path w="48077" h="69749">
                <a:moveTo>
                  <a:pt x="44086" y="47043"/>
                </a:moveTo>
                <a:lnTo>
                  <a:pt x="31459" y="69749"/>
                </a:lnTo>
                <a:lnTo>
                  <a:pt x="25269" y="66268"/>
                </a:lnTo>
                <a:lnTo>
                  <a:pt x="37838" y="43795"/>
                </a:lnTo>
                <a:cubicBezTo>
                  <a:pt x="39834" y="40271"/>
                  <a:pt x="40620" y="37197"/>
                  <a:pt x="40227" y="34692"/>
                </a:cubicBezTo>
                <a:cubicBezTo>
                  <a:pt x="39834" y="32144"/>
                  <a:pt x="38232" y="30090"/>
                  <a:pt x="35450" y="28561"/>
                </a:cubicBezTo>
                <a:cubicBezTo>
                  <a:pt x="32144" y="26682"/>
                  <a:pt x="28910" y="26274"/>
                  <a:pt x="25779" y="27308"/>
                </a:cubicBezTo>
                <a:cubicBezTo>
                  <a:pt x="22706" y="28386"/>
                  <a:pt x="20084" y="30716"/>
                  <a:pt x="18031" y="34416"/>
                </a:cubicBezTo>
                <a:lnTo>
                  <a:pt x="6204" y="55636"/>
                </a:lnTo>
                <a:lnTo>
                  <a:pt x="0" y="52170"/>
                </a:lnTo>
                <a:lnTo>
                  <a:pt x="29129" y="0"/>
                </a:lnTo>
                <a:lnTo>
                  <a:pt x="35333" y="3466"/>
                </a:lnTo>
                <a:lnTo>
                  <a:pt x="23900" y="23886"/>
                </a:lnTo>
                <a:cubicBezTo>
                  <a:pt x="26682" y="22473"/>
                  <a:pt x="29362" y="21730"/>
                  <a:pt x="31969" y="21730"/>
                </a:cubicBezTo>
                <a:cubicBezTo>
                  <a:pt x="34590" y="21730"/>
                  <a:pt x="37212" y="22473"/>
                  <a:pt x="39834" y="23944"/>
                </a:cubicBezTo>
                <a:cubicBezTo>
                  <a:pt x="44145" y="26332"/>
                  <a:pt x="46650" y="29522"/>
                  <a:pt x="47393" y="33396"/>
                </a:cubicBezTo>
                <a:cubicBezTo>
                  <a:pt x="48077" y="37314"/>
                  <a:pt x="46999" y="41873"/>
                  <a:pt x="44086" y="47043"/>
                </a:cubicBezTo>
                <a:close/>
                <a:moveTo>
                  <a:pt x="44086" y="470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5C24B-B37E-4777-B497-0DE4EC4A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12" y="2159648"/>
            <a:ext cx="43693" cy="46650"/>
          </a:xfrm>
          <a:custGeom xmlns:a="http://schemas.openxmlformats.org/drawingml/2006/main">
            <a:pathLst>
              <a:path w="43693" h="46650">
                <a:moveTo>
                  <a:pt x="29915" y="8826"/>
                </a:moveTo>
                <a:cubicBezTo>
                  <a:pt x="26624" y="7005"/>
                  <a:pt x="23259" y="6831"/>
                  <a:pt x="19910" y="8316"/>
                </a:cubicBezTo>
                <a:cubicBezTo>
                  <a:pt x="16560" y="9846"/>
                  <a:pt x="13589" y="12802"/>
                  <a:pt x="11098" y="17302"/>
                </a:cubicBezTo>
                <a:cubicBezTo>
                  <a:pt x="8593" y="21788"/>
                  <a:pt x="7559" y="25895"/>
                  <a:pt x="8025" y="29537"/>
                </a:cubicBezTo>
                <a:cubicBezTo>
                  <a:pt x="8535" y="33178"/>
                  <a:pt x="10414" y="35959"/>
                  <a:pt x="13705" y="37780"/>
                </a:cubicBezTo>
                <a:cubicBezTo>
                  <a:pt x="17011" y="39659"/>
                  <a:pt x="20361" y="39775"/>
                  <a:pt x="23725" y="38290"/>
                </a:cubicBezTo>
                <a:cubicBezTo>
                  <a:pt x="27075" y="36761"/>
                  <a:pt x="30032" y="33746"/>
                  <a:pt x="32537" y="29304"/>
                </a:cubicBezTo>
                <a:cubicBezTo>
                  <a:pt x="34984" y="24861"/>
                  <a:pt x="36003" y="20769"/>
                  <a:pt x="35552" y="17128"/>
                </a:cubicBezTo>
                <a:cubicBezTo>
                  <a:pt x="35100" y="13428"/>
                  <a:pt x="33221" y="10705"/>
                  <a:pt x="29915" y="8826"/>
                </a:cubicBezTo>
                <a:close/>
                <a:moveTo>
                  <a:pt x="32828" y="3583"/>
                </a:moveTo>
                <a:cubicBezTo>
                  <a:pt x="38232" y="6598"/>
                  <a:pt x="41421" y="10705"/>
                  <a:pt x="42557" y="15875"/>
                </a:cubicBezTo>
                <a:cubicBezTo>
                  <a:pt x="43693" y="21118"/>
                  <a:pt x="42499" y="26798"/>
                  <a:pt x="39076" y="32945"/>
                </a:cubicBezTo>
                <a:cubicBezTo>
                  <a:pt x="35610" y="39091"/>
                  <a:pt x="31401" y="43067"/>
                  <a:pt x="26391" y="44829"/>
                </a:cubicBezTo>
                <a:cubicBezTo>
                  <a:pt x="21395" y="46650"/>
                  <a:pt x="16152" y="46023"/>
                  <a:pt x="10807" y="43009"/>
                </a:cubicBezTo>
                <a:cubicBezTo>
                  <a:pt x="5403" y="39994"/>
                  <a:pt x="2156" y="35901"/>
                  <a:pt x="1078" y="30731"/>
                </a:cubicBezTo>
                <a:cubicBezTo>
                  <a:pt x="0" y="25488"/>
                  <a:pt x="1194" y="19866"/>
                  <a:pt x="4602" y="13720"/>
                </a:cubicBezTo>
                <a:cubicBezTo>
                  <a:pt x="8025" y="7515"/>
                  <a:pt x="12292" y="3525"/>
                  <a:pt x="17230" y="1762"/>
                </a:cubicBezTo>
                <a:cubicBezTo>
                  <a:pt x="22240" y="0"/>
                  <a:pt x="27483" y="568"/>
                  <a:pt x="32828" y="3583"/>
                </a:cubicBezTo>
                <a:close/>
                <a:moveTo>
                  <a:pt x="32828" y="35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865AA-86FE-4EDC-83C1-23ABA149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3" y="2168751"/>
            <a:ext cx="36527" cy="58826"/>
          </a:xfrm>
          <a:custGeom xmlns:a="http://schemas.openxmlformats.org/drawingml/2006/main">
            <a:pathLst>
              <a:path w="36527" h="58826">
                <a:moveTo>
                  <a:pt x="29755" y="3481"/>
                </a:moveTo>
                <a:lnTo>
                  <a:pt x="23784" y="14171"/>
                </a:lnTo>
                <a:lnTo>
                  <a:pt x="36527" y="21279"/>
                </a:lnTo>
                <a:lnTo>
                  <a:pt x="33862" y="26056"/>
                </a:lnTo>
                <a:lnTo>
                  <a:pt x="21118" y="18948"/>
                </a:lnTo>
                <a:lnTo>
                  <a:pt x="9729" y="39324"/>
                </a:lnTo>
                <a:cubicBezTo>
                  <a:pt x="8025" y="42382"/>
                  <a:pt x="7340" y="44611"/>
                  <a:pt x="7690" y="45922"/>
                </a:cubicBezTo>
                <a:cubicBezTo>
                  <a:pt x="8025" y="47276"/>
                  <a:pt x="9511" y="48645"/>
                  <a:pt x="12074" y="50131"/>
                </a:cubicBezTo>
                <a:lnTo>
                  <a:pt x="18439" y="53655"/>
                </a:lnTo>
                <a:lnTo>
                  <a:pt x="15540" y="58826"/>
                </a:lnTo>
                <a:lnTo>
                  <a:pt x="9219" y="55243"/>
                </a:lnTo>
                <a:cubicBezTo>
                  <a:pt x="4442" y="52636"/>
                  <a:pt x="1660" y="49898"/>
                  <a:pt x="801" y="47116"/>
                </a:cubicBezTo>
                <a:cubicBezTo>
                  <a:pt x="0" y="44319"/>
                  <a:pt x="918" y="40562"/>
                  <a:pt x="3539" y="35843"/>
                </a:cubicBezTo>
                <a:lnTo>
                  <a:pt x="14914" y="15482"/>
                </a:lnTo>
                <a:lnTo>
                  <a:pt x="10414" y="12977"/>
                </a:lnTo>
                <a:lnTo>
                  <a:pt x="13093" y="8141"/>
                </a:lnTo>
                <a:lnTo>
                  <a:pt x="17579" y="10705"/>
                </a:lnTo>
                <a:lnTo>
                  <a:pt x="23565" y="0"/>
                </a:lnTo>
                <a:lnTo>
                  <a:pt x="29755" y="3481"/>
                </a:lnTo>
                <a:close/>
                <a:moveTo>
                  <a:pt x="29755" y="34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0F968-52ED-4FDD-97A6-FB4CD30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60" y="2198171"/>
            <a:ext cx="43635" cy="46591"/>
          </a:xfrm>
          <a:custGeom xmlns:a="http://schemas.openxmlformats.org/drawingml/2006/main">
            <a:pathLst>
              <a:path w="43635" h="46591">
                <a:moveTo>
                  <a:pt x="29872" y="8811"/>
                </a:moveTo>
                <a:cubicBezTo>
                  <a:pt x="26565" y="6991"/>
                  <a:pt x="23274" y="6831"/>
                  <a:pt x="19910" y="8302"/>
                </a:cubicBezTo>
                <a:cubicBezTo>
                  <a:pt x="16501" y="9846"/>
                  <a:pt x="13603" y="12802"/>
                  <a:pt x="11098" y="17288"/>
                </a:cubicBezTo>
                <a:cubicBezTo>
                  <a:pt x="8593" y="21788"/>
                  <a:pt x="7573" y="25881"/>
                  <a:pt x="8025" y="29522"/>
                </a:cubicBezTo>
                <a:cubicBezTo>
                  <a:pt x="8476" y="33163"/>
                  <a:pt x="10414" y="35959"/>
                  <a:pt x="13720" y="37780"/>
                </a:cubicBezTo>
                <a:cubicBezTo>
                  <a:pt x="17011" y="39601"/>
                  <a:pt x="20317" y="39761"/>
                  <a:pt x="23667" y="38290"/>
                </a:cubicBezTo>
                <a:cubicBezTo>
                  <a:pt x="27090" y="36746"/>
                  <a:pt x="29988" y="33731"/>
                  <a:pt x="32493" y="29304"/>
                </a:cubicBezTo>
                <a:cubicBezTo>
                  <a:pt x="34998" y="24803"/>
                  <a:pt x="36018" y="20769"/>
                  <a:pt x="35508" y="17069"/>
                </a:cubicBezTo>
                <a:cubicBezTo>
                  <a:pt x="35042" y="13428"/>
                  <a:pt x="33178" y="10632"/>
                  <a:pt x="29872" y="8811"/>
                </a:cubicBezTo>
                <a:close/>
                <a:moveTo>
                  <a:pt x="32828" y="3583"/>
                </a:moveTo>
                <a:cubicBezTo>
                  <a:pt x="38173" y="6598"/>
                  <a:pt x="41421" y="10690"/>
                  <a:pt x="42557" y="15875"/>
                </a:cubicBezTo>
                <a:cubicBezTo>
                  <a:pt x="43635" y="21104"/>
                  <a:pt x="42499" y="26798"/>
                  <a:pt x="39033" y="32945"/>
                </a:cubicBezTo>
                <a:cubicBezTo>
                  <a:pt x="35625" y="39076"/>
                  <a:pt x="31401" y="43067"/>
                  <a:pt x="26347" y="44829"/>
                </a:cubicBezTo>
                <a:cubicBezTo>
                  <a:pt x="21337" y="46591"/>
                  <a:pt x="16166" y="46023"/>
                  <a:pt x="10807" y="43009"/>
                </a:cubicBezTo>
                <a:cubicBezTo>
                  <a:pt x="5403" y="39994"/>
                  <a:pt x="2170" y="35901"/>
                  <a:pt x="1078" y="30716"/>
                </a:cubicBezTo>
                <a:cubicBezTo>
                  <a:pt x="0" y="25488"/>
                  <a:pt x="1136" y="19793"/>
                  <a:pt x="4559" y="13647"/>
                </a:cubicBezTo>
                <a:cubicBezTo>
                  <a:pt x="8025" y="7501"/>
                  <a:pt x="12234" y="3525"/>
                  <a:pt x="17244" y="1762"/>
                </a:cubicBezTo>
                <a:cubicBezTo>
                  <a:pt x="22254" y="0"/>
                  <a:pt x="27425" y="568"/>
                  <a:pt x="32828" y="3583"/>
                </a:cubicBezTo>
                <a:close/>
                <a:moveTo>
                  <a:pt x="32828" y="35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B284C-3887-4FBE-B376-3B2D4ED6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79" y="2220193"/>
            <a:ext cx="46242" cy="45965"/>
          </a:xfrm>
          <a:custGeom xmlns:a="http://schemas.openxmlformats.org/drawingml/2006/main">
            <a:pathLst>
              <a:path w="46242" h="45965">
                <a:moveTo>
                  <a:pt x="46242" y="12278"/>
                </a:moveTo>
                <a:lnTo>
                  <a:pt x="43009" y="18147"/>
                </a:lnTo>
                <a:cubicBezTo>
                  <a:pt x="41756" y="16268"/>
                  <a:pt x="40329" y="14564"/>
                  <a:pt x="38683" y="13079"/>
                </a:cubicBezTo>
                <a:cubicBezTo>
                  <a:pt x="37081" y="11593"/>
                  <a:pt x="35260" y="10297"/>
                  <a:pt x="33221" y="9146"/>
                </a:cubicBezTo>
                <a:cubicBezTo>
                  <a:pt x="30207" y="7442"/>
                  <a:pt x="27643" y="6656"/>
                  <a:pt x="25590" y="6714"/>
                </a:cubicBezTo>
                <a:cubicBezTo>
                  <a:pt x="23551" y="6758"/>
                  <a:pt x="21949" y="7792"/>
                  <a:pt x="20929" y="9671"/>
                </a:cubicBezTo>
                <a:cubicBezTo>
                  <a:pt x="20128" y="11084"/>
                  <a:pt x="20026" y="12511"/>
                  <a:pt x="20696" y="13938"/>
                </a:cubicBezTo>
                <a:cubicBezTo>
                  <a:pt x="21322" y="15351"/>
                  <a:pt x="23085" y="17346"/>
                  <a:pt x="25997" y="19968"/>
                </a:cubicBezTo>
                <a:lnTo>
                  <a:pt x="27818" y="21614"/>
                </a:lnTo>
                <a:cubicBezTo>
                  <a:pt x="31678" y="24963"/>
                  <a:pt x="34066" y="28036"/>
                  <a:pt x="34925" y="30775"/>
                </a:cubicBezTo>
                <a:cubicBezTo>
                  <a:pt x="35828" y="33556"/>
                  <a:pt x="35435" y="36455"/>
                  <a:pt x="33731" y="39484"/>
                </a:cubicBezTo>
                <a:cubicBezTo>
                  <a:pt x="31794" y="43009"/>
                  <a:pt x="28837" y="44989"/>
                  <a:pt x="24963" y="45455"/>
                </a:cubicBezTo>
                <a:cubicBezTo>
                  <a:pt x="21046" y="45965"/>
                  <a:pt x="16662" y="44887"/>
                  <a:pt x="11885" y="42149"/>
                </a:cubicBezTo>
                <a:cubicBezTo>
                  <a:pt x="9831" y="41013"/>
                  <a:pt x="7850" y="39644"/>
                  <a:pt x="5913" y="38057"/>
                </a:cubicBezTo>
                <a:cubicBezTo>
                  <a:pt x="3918" y="36455"/>
                  <a:pt x="1981" y="34590"/>
                  <a:pt x="0" y="32479"/>
                </a:cubicBezTo>
                <a:lnTo>
                  <a:pt x="3583" y="26114"/>
                </a:lnTo>
                <a:cubicBezTo>
                  <a:pt x="5170" y="28561"/>
                  <a:pt x="6933" y="30716"/>
                  <a:pt x="8811" y="32537"/>
                </a:cubicBezTo>
                <a:cubicBezTo>
                  <a:pt x="10690" y="34357"/>
                  <a:pt x="12744" y="35843"/>
                  <a:pt x="14899" y="37081"/>
                </a:cubicBezTo>
                <a:cubicBezTo>
                  <a:pt x="17798" y="38683"/>
                  <a:pt x="20303" y="39426"/>
                  <a:pt x="22415" y="39309"/>
                </a:cubicBezTo>
                <a:cubicBezTo>
                  <a:pt x="24512" y="39193"/>
                  <a:pt x="26099" y="38232"/>
                  <a:pt x="27133" y="36411"/>
                </a:cubicBezTo>
                <a:cubicBezTo>
                  <a:pt x="28036" y="34751"/>
                  <a:pt x="28211" y="33163"/>
                  <a:pt x="27585" y="31619"/>
                </a:cubicBezTo>
                <a:cubicBezTo>
                  <a:pt x="26959" y="30090"/>
                  <a:pt x="24963" y="27876"/>
                  <a:pt x="21614" y="24920"/>
                </a:cubicBezTo>
                <a:lnTo>
                  <a:pt x="19735" y="23201"/>
                </a:lnTo>
                <a:cubicBezTo>
                  <a:pt x="16385" y="20245"/>
                  <a:pt x="14273" y="17463"/>
                  <a:pt x="13530" y="14841"/>
                </a:cubicBezTo>
                <a:cubicBezTo>
                  <a:pt x="12744" y="12220"/>
                  <a:pt x="13195" y="9496"/>
                  <a:pt x="14783" y="6598"/>
                </a:cubicBezTo>
                <a:cubicBezTo>
                  <a:pt x="16778" y="3073"/>
                  <a:pt x="19560" y="1020"/>
                  <a:pt x="23143" y="510"/>
                </a:cubicBezTo>
                <a:cubicBezTo>
                  <a:pt x="26682" y="0"/>
                  <a:pt x="30775" y="1020"/>
                  <a:pt x="35377" y="3583"/>
                </a:cubicBezTo>
                <a:cubicBezTo>
                  <a:pt x="37649" y="4835"/>
                  <a:pt x="39703" y="6190"/>
                  <a:pt x="41523" y="7675"/>
                </a:cubicBezTo>
                <a:cubicBezTo>
                  <a:pt x="43402" y="9146"/>
                  <a:pt x="44931" y="10690"/>
                  <a:pt x="46242" y="12278"/>
                </a:cubicBezTo>
                <a:close/>
                <a:moveTo>
                  <a:pt x="46242" y="122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62915-AC28-4AE7-88D2-A90CC427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77" y="2225654"/>
            <a:ext cx="62175" cy="65132"/>
          </a:xfrm>
          <a:custGeom xmlns:a="http://schemas.openxmlformats.org/drawingml/2006/main">
            <a:pathLst>
              <a:path w="62175" h="65132">
                <a:moveTo>
                  <a:pt x="31634" y="9321"/>
                </a:moveTo>
                <a:lnTo>
                  <a:pt x="9904" y="48237"/>
                </a:lnTo>
                <a:lnTo>
                  <a:pt x="18089" y="52840"/>
                </a:lnTo>
                <a:cubicBezTo>
                  <a:pt x="24978" y="56655"/>
                  <a:pt x="30949" y="57966"/>
                  <a:pt x="35901" y="56597"/>
                </a:cubicBezTo>
                <a:cubicBezTo>
                  <a:pt x="40853" y="55243"/>
                  <a:pt x="45164" y="51194"/>
                  <a:pt x="48980" y="44480"/>
                </a:cubicBezTo>
                <a:cubicBezTo>
                  <a:pt x="52679" y="37765"/>
                  <a:pt x="53874" y="31969"/>
                  <a:pt x="52403" y="27075"/>
                </a:cubicBezTo>
                <a:cubicBezTo>
                  <a:pt x="50917" y="22123"/>
                  <a:pt x="46766" y="17739"/>
                  <a:pt x="39819" y="13880"/>
                </a:cubicBezTo>
                <a:lnTo>
                  <a:pt x="31634" y="9321"/>
                </a:lnTo>
                <a:close/>
                <a:moveTo>
                  <a:pt x="27993" y="0"/>
                </a:moveTo>
                <a:lnTo>
                  <a:pt x="41873" y="7734"/>
                </a:lnTo>
                <a:cubicBezTo>
                  <a:pt x="51602" y="13195"/>
                  <a:pt x="57573" y="19167"/>
                  <a:pt x="59845" y="25706"/>
                </a:cubicBezTo>
                <a:cubicBezTo>
                  <a:pt x="62175" y="32304"/>
                  <a:pt x="60923" y="39877"/>
                  <a:pt x="56087" y="48470"/>
                </a:cubicBezTo>
                <a:cubicBezTo>
                  <a:pt x="51252" y="57107"/>
                  <a:pt x="45455" y="62175"/>
                  <a:pt x="38625" y="63661"/>
                </a:cubicBezTo>
                <a:cubicBezTo>
                  <a:pt x="31794" y="65132"/>
                  <a:pt x="23609" y="63195"/>
                  <a:pt x="13938" y="57792"/>
                </a:cubicBezTo>
                <a:lnTo>
                  <a:pt x="0" y="50058"/>
                </a:lnTo>
                <a:lnTo>
                  <a:pt x="27993" y="0"/>
                </a:lnTo>
                <a:close/>
                <a:moveTo>
                  <a:pt x="279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DF76F-6C11-4F71-A4D8-72C42E97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9" y="2255176"/>
            <a:ext cx="59612" cy="68045"/>
          </a:xfrm>
          <a:custGeom xmlns:a="http://schemas.openxmlformats.org/drawingml/2006/main">
            <a:pathLst>
              <a:path w="59612" h="68045">
                <a:moveTo>
                  <a:pt x="27935" y="0"/>
                </a:moveTo>
                <a:lnTo>
                  <a:pt x="59612" y="17696"/>
                </a:lnTo>
                <a:lnTo>
                  <a:pt x="56379" y="23376"/>
                </a:lnTo>
                <a:lnTo>
                  <a:pt x="31517" y="9496"/>
                </a:lnTo>
                <a:lnTo>
                  <a:pt x="23259" y="24293"/>
                </a:lnTo>
                <a:lnTo>
                  <a:pt x="47101" y="37605"/>
                </a:lnTo>
                <a:lnTo>
                  <a:pt x="43912" y="43300"/>
                </a:lnTo>
                <a:lnTo>
                  <a:pt x="20084" y="29988"/>
                </a:lnTo>
                <a:lnTo>
                  <a:pt x="9947" y="48135"/>
                </a:lnTo>
                <a:lnTo>
                  <a:pt x="35377" y="62350"/>
                </a:lnTo>
                <a:lnTo>
                  <a:pt x="32260" y="68045"/>
                </a:lnTo>
                <a:lnTo>
                  <a:pt x="0" y="50058"/>
                </a:lnTo>
                <a:lnTo>
                  <a:pt x="27935" y="0"/>
                </a:lnTo>
                <a:close/>
                <a:moveTo>
                  <a:pt x="2793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16B3F-998D-4623-805D-25545A5A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05" y="2282878"/>
            <a:ext cx="57792" cy="60195"/>
          </a:xfrm>
          <a:custGeom xmlns:a="http://schemas.openxmlformats.org/drawingml/2006/main">
            <a:pathLst>
              <a:path w="57792" h="60195">
                <a:moveTo>
                  <a:pt x="57792" y="14914"/>
                </a:moveTo>
                <a:lnTo>
                  <a:pt x="54092" y="21512"/>
                </a:lnTo>
                <a:cubicBezTo>
                  <a:pt x="52213" y="18890"/>
                  <a:pt x="50349" y="16618"/>
                  <a:pt x="48354" y="14739"/>
                </a:cubicBezTo>
                <a:cubicBezTo>
                  <a:pt x="46417" y="12860"/>
                  <a:pt x="44363" y="11331"/>
                  <a:pt x="42266" y="10137"/>
                </a:cubicBezTo>
                <a:cubicBezTo>
                  <a:pt x="38567" y="8083"/>
                  <a:pt x="35319" y="7166"/>
                  <a:pt x="32537" y="7515"/>
                </a:cubicBezTo>
                <a:cubicBezTo>
                  <a:pt x="29740" y="7792"/>
                  <a:pt x="27585" y="9278"/>
                  <a:pt x="26099" y="11957"/>
                </a:cubicBezTo>
                <a:cubicBezTo>
                  <a:pt x="24905" y="14171"/>
                  <a:pt x="24628" y="16225"/>
                  <a:pt x="25313" y="18045"/>
                </a:cubicBezTo>
                <a:cubicBezTo>
                  <a:pt x="26056" y="19910"/>
                  <a:pt x="28036" y="22254"/>
                  <a:pt x="31343" y="25036"/>
                </a:cubicBezTo>
                <a:lnTo>
                  <a:pt x="34984" y="28109"/>
                </a:lnTo>
                <a:cubicBezTo>
                  <a:pt x="39470" y="31925"/>
                  <a:pt x="42266" y="35668"/>
                  <a:pt x="43344" y="39484"/>
                </a:cubicBezTo>
                <a:cubicBezTo>
                  <a:pt x="44363" y="43242"/>
                  <a:pt x="43737" y="47174"/>
                  <a:pt x="41465" y="51208"/>
                </a:cubicBezTo>
                <a:cubicBezTo>
                  <a:pt x="38800" y="56044"/>
                  <a:pt x="35100" y="58826"/>
                  <a:pt x="30425" y="59510"/>
                </a:cubicBezTo>
                <a:cubicBezTo>
                  <a:pt x="25764" y="60195"/>
                  <a:pt x="20303" y="58767"/>
                  <a:pt x="14040" y="55301"/>
                </a:cubicBezTo>
                <a:cubicBezTo>
                  <a:pt x="11652" y="53990"/>
                  <a:pt x="9321" y="52286"/>
                  <a:pt x="6933" y="50233"/>
                </a:cubicBezTo>
                <a:cubicBezTo>
                  <a:pt x="4544" y="48252"/>
                  <a:pt x="2272" y="45922"/>
                  <a:pt x="0" y="43242"/>
                </a:cubicBezTo>
                <a:lnTo>
                  <a:pt x="3860" y="36294"/>
                </a:lnTo>
                <a:cubicBezTo>
                  <a:pt x="5738" y="39368"/>
                  <a:pt x="7792" y="41989"/>
                  <a:pt x="10006" y="44261"/>
                </a:cubicBezTo>
                <a:cubicBezTo>
                  <a:pt x="12220" y="46548"/>
                  <a:pt x="14564" y="48368"/>
                  <a:pt x="17113" y="49781"/>
                </a:cubicBezTo>
                <a:cubicBezTo>
                  <a:pt x="20987" y="51951"/>
                  <a:pt x="24395" y="52854"/>
                  <a:pt x="27352" y="52519"/>
                </a:cubicBezTo>
                <a:cubicBezTo>
                  <a:pt x="30323" y="52170"/>
                  <a:pt x="32537" y="50582"/>
                  <a:pt x="34124" y="47742"/>
                </a:cubicBezTo>
                <a:cubicBezTo>
                  <a:pt x="35493" y="45295"/>
                  <a:pt x="35828" y="42950"/>
                  <a:pt x="35100" y="40737"/>
                </a:cubicBezTo>
                <a:cubicBezTo>
                  <a:pt x="34357" y="38523"/>
                  <a:pt x="32479" y="36076"/>
                  <a:pt x="29406" y="33454"/>
                </a:cubicBezTo>
                <a:lnTo>
                  <a:pt x="25706" y="30381"/>
                </a:lnTo>
                <a:cubicBezTo>
                  <a:pt x="21220" y="26522"/>
                  <a:pt x="18482" y="22924"/>
                  <a:pt x="17404" y="19516"/>
                </a:cubicBezTo>
                <a:cubicBezTo>
                  <a:pt x="16327" y="16108"/>
                  <a:pt x="16895" y="12525"/>
                  <a:pt x="19050" y="8651"/>
                </a:cubicBezTo>
                <a:cubicBezTo>
                  <a:pt x="21497" y="4209"/>
                  <a:pt x="25022" y="1602"/>
                  <a:pt x="29522" y="801"/>
                </a:cubicBezTo>
                <a:cubicBezTo>
                  <a:pt x="34066" y="0"/>
                  <a:pt x="39076" y="1136"/>
                  <a:pt x="44538" y="4209"/>
                </a:cubicBezTo>
                <a:cubicBezTo>
                  <a:pt x="46926" y="5520"/>
                  <a:pt x="49199" y="7064"/>
                  <a:pt x="51369" y="8826"/>
                </a:cubicBezTo>
                <a:cubicBezTo>
                  <a:pt x="53582" y="10647"/>
                  <a:pt x="55752" y="12627"/>
                  <a:pt x="57792" y="14914"/>
                </a:cubicBezTo>
                <a:close/>
                <a:moveTo>
                  <a:pt x="57792" y="14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44F61-9370-47D8-93D5-8B2F07DD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10" y="2303763"/>
            <a:ext cx="55301" cy="53815"/>
          </a:xfrm>
          <a:custGeom xmlns:a="http://schemas.openxmlformats.org/drawingml/2006/main">
            <a:pathLst>
              <a:path w="55301" h="53815">
                <a:moveTo>
                  <a:pt x="31634" y="9321"/>
                </a:moveTo>
                <a:lnTo>
                  <a:pt x="21118" y="28153"/>
                </a:lnTo>
                <a:lnTo>
                  <a:pt x="29653" y="32886"/>
                </a:lnTo>
                <a:cubicBezTo>
                  <a:pt x="32828" y="34649"/>
                  <a:pt x="35683" y="35217"/>
                  <a:pt x="38348" y="34532"/>
                </a:cubicBezTo>
                <a:cubicBezTo>
                  <a:pt x="40970" y="33848"/>
                  <a:pt x="43125" y="32027"/>
                  <a:pt x="44844" y="29012"/>
                </a:cubicBezTo>
                <a:cubicBezTo>
                  <a:pt x="46490" y="25997"/>
                  <a:pt x="46941" y="23216"/>
                  <a:pt x="46096" y="20594"/>
                </a:cubicBezTo>
                <a:cubicBezTo>
                  <a:pt x="45295" y="18031"/>
                  <a:pt x="43300" y="15875"/>
                  <a:pt x="40169" y="14113"/>
                </a:cubicBezTo>
                <a:lnTo>
                  <a:pt x="31634" y="9321"/>
                </a:lnTo>
                <a:close/>
                <a:moveTo>
                  <a:pt x="27993" y="0"/>
                </a:moveTo>
                <a:lnTo>
                  <a:pt x="43300" y="8535"/>
                </a:lnTo>
                <a:cubicBezTo>
                  <a:pt x="48878" y="11666"/>
                  <a:pt x="52403" y="15307"/>
                  <a:pt x="53888" y="19458"/>
                </a:cubicBezTo>
                <a:cubicBezTo>
                  <a:pt x="55301" y="23609"/>
                  <a:pt x="54675" y="28109"/>
                  <a:pt x="51951" y="32988"/>
                </a:cubicBezTo>
                <a:cubicBezTo>
                  <a:pt x="49213" y="37940"/>
                  <a:pt x="45688" y="40853"/>
                  <a:pt x="41363" y="41814"/>
                </a:cubicBezTo>
                <a:cubicBezTo>
                  <a:pt x="37096" y="42717"/>
                  <a:pt x="32158" y="41581"/>
                  <a:pt x="26580" y="38450"/>
                </a:cubicBezTo>
                <a:lnTo>
                  <a:pt x="18045" y="33731"/>
                </a:lnTo>
                <a:lnTo>
                  <a:pt x="6772" y="53815"/>
                </a:lnTo>
                <a:lnTo>
                  <a:pt x="0" y="50058"/>
                </a:lnTo>
                <a:lnTo>
                  <a:pt x="27993" y="0"/>
                </a:lnTo>
                <a:close/>
                <a:moveTo>
                  <a:pt x="279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8F941-D5EF-499C-B3C8-A9BE1167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554" y="2324634"/>
            <a:ext cx="35319" cy="55592"/>
          </a:xfrm>
          <a:custGeom xmlns:a="http://schemas.openxmlformats.org/drawingml/2006/main">
            <a:pathLst>
              <a:path w="35319" h="55592">
                <a:moveTo>
                  <a:pt x="29187" y="0"/>
                </a:moveTo>
                <a:lnTo>
                  <a:pt x="35319" y="3423"/>
                </a:lnTo>
                <a:lnTo>
                  <a:pt x="6190" y="55592"/>
                </a:lnTo>
                <a:lnTo>
                  <a:pt x="0" y="52170"/>
                </a:lnTo>
                <a:lnTo>
                  <a:pt x="29187" y="0"/>
                </a:lnTo>
                <a:close/>
                <a:moveTo>
                  <a:pt x="291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1EB2E-7247-4B3B-8D57-2771482A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304" y="2349554"/>
            <a:ext cx="48135" cy="55083"/>
          </a:xfrm>
          <a:custGeom xmlns:a="http://schemas.openxmlformats.org/drawingml/2006/main">
            <a:pathLst>
              <a:path w="48135" h="55083">
                <a:moveTo>
                  <a:pt x="3991" y="22706"/>
                </a:moveTo>
                <a:lnTo>
                  <a:pt x="16676" y="0"/>
                </a:lnTo>
                <a:lnTo>
                  <a:pt x="22881" y="3423"/>
                </a:lnTo>
                <a:lnTo>
                  <a:pt x="10297" y="25954"/>
                </a:lnTo>
                <a:cubicBezTo>
                  <a:pt x="8316" y="29478"/>
                  <a:pt x="7515" y="32551"/>
                  <a:pt x="7908" y="35115"/>
                </a:cubicBezTo>
                <a:cubicBezTo>
                  <a:pt x="8316" y="37605"/>
                  <a:pt x="9846" y="39659"/>
                  <a:pt x="12627" y="41246"/>
                </a:cubicBezTo>
                <a:cubicBezTo>
                  <a:pt x="15992" y="43067"/>
                  <a:pt x="19181" y="43533"/>
                  <a:pt x="22298" y="42441"/>
                </a:cubicBezTo>
                <a:cubicBezTo>
                  <a:pt x="25429" y="41421"/>
                  <a:pt x="27993" y="39033"/>
                  <a:pt x="30046" y="35391"/>
                </a:cubicBezTo>
                <a:lnTo>
                  <a:pt x="41931" y="14113"/>
                </a:lnTo>
                <a:lnTo>
                  <a:pt x="48135" y="17521"/>
                </a:lnTo>
                <a:lnTo>
                  <a:pt x="27133" y="55083"/>
                </a:lnTo>
                <a:lnTo>
                  <a:pt x="21002" y="51660"/>
                </a:lnTo>
                <a:lnTo>
                  <a:pt x="24177" y="45863"/>
                </a:lnTo>
                <a:cubicBezTo>
                  <a:pt x="21453" y="47334"/>
                  <a:pt x="18774" y="48077"/>
                  <a:pt x="16166" y="48077"/>
                </a:cubicBezTo>
                <a:cubicBezTo>
                  <a:pt x="13545" y="48077"/>
                  <a:pt x="10982" y="47334"/>
                  <a:pt x="8360" y="45863"/>
                </a:cubicBezTo>
                <a:cubicBezTo>
                  <a:pt x="4049" y="43475"/>
                  <a:pt x="1486" y="40285"/>
                  <a:pt x="743" y="36353"/>
                </a:cubicBezTo>
                <a:cubicBezTo>
                  <a:pt x="0" y="32435"/>
                  <a:pt x="1078" y="27876"/>
                  <a:pt x="3991" y="22706"/>
                </a:cubicBezTo>
                <a:close/>
                <a:moveTo>
                  <a:pt x="3991" y="227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567A0-56DC-4B6D-AA56-4EA61F33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27" y="2377488"/>
            <a:ext cx="56889" cy="60253"/>
          </a:xfrm>
          <a:custGeom xmlns:a="http://schemas.openxmlformats.org/drawingml/2006/main">
            <a:pathLst>
              <a:path w="56889" h="60253">
                <a:moveTo>
                  <a:pt x="40445" y="28852"/>
                </a:moveTo>
                <a:cubicBezTo>
                  <a:pt x="42950" y="24352"/>
                  <a:pt x="43970" y="20434"/>
                  <a:pt x="43518" y="16909"/>
                </a:cubicBezTo>
                <a:cubicBezTo>
                  <a:pt x="43067" y="13428"/>
                  <a:pt x="41130" y="10763"/>
                  <a:pt x="37824" y="8884"/>
                </a:cubicBezTo>
                <a:cubicBezTo>
                  <a:pt x="34532" y="7064"/>
                  <a:pt x="31226" y="6831"/>
                  <a:pt x="28051" y="8258"/>
                </a:cubicBezTo>
                <a:cubicBezTo>
                  <a:pt x="24803" y="9671"/>
                  <a:pt x="21963" y="12642"/>
                  <a:pt x="19458" y="17128"/>
                </a:cubicBezTo>
                <a:cubicBezTo>
                  <a:pt x="16953" y="21570"/>
                  <a:pt x="15977" y="25546"/>
                  <a:pt x="16443" y="29027"/>
                </a:cubicBezTo>
                <a:cubicBezTo>
                  <a:pt x="16895" y="32493"/>
                  <a:pt x="18774" y="35158"/>
                  <a:pt x="22123" y="37037"/>
                </a:cubicBezTo>
                <a:cubicBezTo>
                  <a:pt x="25429" y="38858"/>
                  <a:pt x="28721" y="39091"/>
                  <a:pt x="31911" y="37664"/>
                </a:cubicBezTo>
                <a:cubicBezTo>
                  <a:pt x="35158" y="36251"/>
                  <a:pt x="37998" y="33280"/>
                  <a:pt x="40445" y="28852"/>
                </a:cubicBezTo>
                <a:close/>
                <a:moveTo>
                  <a:pt x="38508" y="46825"/>
                </a:moveTo>
                <a:cubicBezTo>
                  <a:pt x="34925" y="53262"/>
                  <a:pt x="30891" y="57180"/>
                  <a:pt x="26274" y="58724"/>
                </a:cubicBezTo>
                <a:cubicBezTo>
                  <a:pt x="21730" y="60253"/>
                  <a:pt x="16501" y="59394"/>
                  <a:pt x="10632" y="56160"/>
                </a:cubicBezTo>
                <a:cubicBezTo>
                  <a:pt x="8476" y="54908"/>
                  <a:pt x="6539" y="53597"/>
                  <a:pt x="4777" y="52228"/>
                </a:cubicBezTo>
                <a:cubicBezTo>
                  <a:pt x="3015" y="50815"/>
                  <a:pt x="1413" y="49271"/>
                  <a:pt x="0" y="47626"/>
                </a:cubicBezTo>
                <a:lnTo>
                  <a:pt x="3350" y="41596"/>
                </a:lnTo>
                <a:cubicBezTo>
                  <a:pt x="4602" y="43591"/>
                  <a:pt x="6030" y="45295"/>
                  <a:pt x="7501" y="46766"/>
                </a:cubicBezTo>
                <a:cubicBezTo>
                  <a:pt x="8986" y="48252"/>
                  <a:pt x="10690" y="49446"/>
                  <a:pt x="12511" y="50466"/>
                </a:cubicBezTo>
                <a:cubicBezTo>
                  <a:pt x="16560" y="52738"/>
                  <a:pt x="20201" y="53364"/>
                  <a:pt x="23376" y="52403"/>
                </a:cubicBezTo>
                <a:cubicBezTo>
                  <a:pt x="26565" y="51441"/>
                  <a:pt x="29347" y="48762"/>
                  <a:pt x="31750" y="44494"/>
                </a:cubicBezTo>
                <a:lnTo>
                  <a:pt x="33454" y="41479"/>
                </a:lnTo>
                <a:cubicBezTo>
                  <a:pt x="30949" y="42965"/>
                  <a:pt x="28386" y="43693"/>
                  <a:pt x="25764" y="43693"/>
                </a:cubicBezTo>
                <a:cubicBezTo>
                  <a:pt x="23157" y="43693"/>
                  <a:pt x="20478" y="42907"/>
                  <a:pt x="17696" y="41363"/>
                </a:cubicBezTo>
                <a:cubicBezTo>
                  <a:pt x="13079" y="38756"/>
                  <a:pt x="10355" y="34940"/>
                  <a:pt x="9496" y="29872"/>
                </a:cubicBezTo>
                <a:cubicBezTo>
                  <a:pt x="8651" y="24803"/>
                  <a:pt x="9846" y="19342"/>
                  <a:pt x="13079" y="13545"/>
                </a:cubicBezTo>
                <a:cubicBezTo>
                  <a:pt x="16327" y="7748"/>
                  <a:pt x="20361" y="3874"/>
                  <a:pt x="25138" y="1937"/>
                </a:cubicBezTo>
                <a:cubicBezTo>
                  <a:pt x="29915" y="0"/>
                  <a:pt x="34590" y="350"/>
                  <a:pt x="39193" y="2913"/>
                </a:cubicBezTo>
                <a:cubicBezTo>
                  <a:pt x="41989" y="4442"/>
                  <a:pt x="44028" y="6321"/>
                  <a:pt x="45397" y="8535"/>
                </a:cubicBezTo>
                <a:cubicBezTo>
                  <a:pt x="46766" y="10705"/>
                  <a:pt x="47509" y="13312"/>
                  <a:pt x="47553" y="16225"/>
                </a:cubicBezTo>
                <a:lnTo>
                  <a:pt x="50742" y="10530"/>
                </a:lnTo>
                <a:lnTo>
                  <a:pt x="56889" y="13938"/>
                </a:lnTo>
                <a:lnTo>
                  <a:pt x="38508" y="46825"/>
                </a:lnTo>
                <a:close/>
                <a:moveTo>
                  <a:pt x="38508" y="468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E07EC-8618-431E-8D3A-275F57C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72" y="2383925"/>
            <a:ext cx="35275" cy="55636"/>
          </a:xfrm>
          <a:custGeom xmlns:a="http://schemas.openxmlformats.org/drawingml/2006/main">
            <a:pathLst>
              <a:path w="35275" h="55636">
                <a:moveTo>
                  <a:pt x="20929" y="14623"/>
                </a:moveTo>
                <a:lnTo>
                  <a:pt x="27133" y="18089"/>
                </a:lnTo>
                <a:lnTo>
                  <a:pt x="6146" y="55636"/>
                </a:lnTo>
                <a:lnTo>
                  <a:pt x="0" y="52170"/>
                </a:lnTo>
                <a:lnTo>
                  <a:pt x="20929" y="14623"/>
                </a:lnTo>
                <a:close/>
                <a:moveTo>
                  <a:pt x="29129" y="0"/>
                </a:moveTo>
                <a:lnTo>
                  <a:pt x="35275" y="3466"/>
                </a:lnTo>
                <a:lnTo>
                  <a:pt x="30949" y="11258"/>
                </a:lnTo>
                <a:lnTo>
                  <a:pt x="24745" y="7850"/>
                </a:lnTo>
                <a:lnTo>
                  <a:pt x="29129" y="0"/>
                </a:lnTo>
                <a:close/>
                <a:moveTo>
                  <a:pt x="29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28797-B951-4FC8-84DC-334BD39E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04" y="2409064"/>
            <a:ext cx="48062" cy="55126"/>
          </a:xfrm>
          <a:custGeom xmlns:a="http://schemas.openxmlformats.org/drawingml/2006/main">
            <a:pathLst>
              <a:path w="48062" h="55126">
                <a:moveTo>
                  <a:pt x="44086" y="32493"/>
                </a:moveTo>
                <a:lnTo>
                  <a:pt x="31459" y="55126"/>
                </a:lnTo>
                <a:lnTo>
                  <a:pt x="25255" y="51660"/>
                </a:lnTo>
                <a:lnTo>
                  <a:pt x="37824" y="29245"/>
                </a:lnTo>
                <a:cubicBezTo>
                  <a:pt x="39819" y="25662"/>
                  <a:pt x="40620" y="22648"/>
                  <a:pt x="40212" y="20084"/>
                </a:cubicBezTo>
                <a:cubicBezTo>
                  <a:pt x="39761" y="17521"/>
                  <a:pt x="38232" y="15482"/>
                  <a:pt x="35435" y="13938"/>
                </a:cubicBezTo>
                <a:cubicBezTo>
                  <a:pt x="32085" y="12059"/>
                  <a:pt x="28896" y="11666"/>
                  <a:pt x="25764" y="12744"/>
                </a:cubicBezTo>
                <a:cubicBezTo>
                  <a:pt x="22633" y="13778"/>
                  <a:pt x="20084" y="16108"/>
                  <a:pt x="18031" y="19808"/>
                </a:cubicBezTo>
                <a:lnTo>
                  <a:pt x="6190" y="41028"/>
                </a:lnTo>
                <a:lnTo>
                  <a:pt x="0" y="37547"/>
                </a:lnTo>
                <a:lnTo>
                  <a:pt x="20929" y="0"/>
                </a:lnTo>
                <a:lnTo>
                  <a:pt x="27133" y="3481"/>
                </a:lnTo>
                <a:lnTo>
                  <a:pt x="23886" y="9336"/>
                </a:lnTo>
                <a:cubicBezTo>
                  <a:pt x="26624" y="7850"/>
                  <a:pt x="29289" y="7180"/>
                  <a:pt x="31969" y="7180"/>
                </a:cubicBezTo>
                <a:cubicBezTo>
                  <a:pt x="34590" y="7180"/>
                  <a:pt x="37197" y="7908"/>
                  <a:pt x="39819" y="9336"/>
                </a:cubicBezTo>
                <a:cubicBezTo>
                  <a:pt x="44145" y="11783"/>
                  <a:pt x="46650" y="14914"/>
                  <a:pt x="47334" y="18832"/>
                </a:cubicBezTo>
                <a:cubicBezTo>
                  <a:pt x="48062" y="22706"/>
                  <a:pt x="46985" y="27250"/>
                  <a:pt x="44086" y="32493"/>
                </a:cubicBezTo>
                <a:close/>
                <a:moveTo>
                  <a:pt x="44086" y="324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8563E-1164-4502-BB8C-03C2A1E6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200" y="2463054"/>
            <a:ext cx="11841" cy="12467"/>
          </a:xfrm>
          <a:custGeom xmlns:a="http://schemas.openxmlformats.org/drawingml/2006/main">
            <a:pathLst>
              <a:path w="11841" h="12467">
                <a:moveTo>
                  <a:pt x="4777" y="0"/>
                </a:moveTo>
                <a:lnTo>
                  <a:pt x="11841" y="3932"/>
                </a:lnTo>
                <a:lnTo>
                  <a:pt x="7107" y="12467"/>
                </a:lnTo>
                <a:lnTo>
                  <a:pt x="0" y="8476"/>
                </a:lnTo>
                <a:lnTo>
                  <a:pt x="4777" y="0"/>
                </a:lnTo>
                <a:close/>
                <a:moveTo>
                  <a:pt x="477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723B0-F879-4F1F-B2DB-8A538462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78" y="2436838"/>
            <a:ext cx="57806" cy="60180"/>
          </a:xfrm>
          <a:custGeom xmlns:a="http://schemas.openxmlformats.org/drawingml/2006/main">
            <a:pathLst>
              <a:path w="57806" h="60180">
                <a:moveTo>
                  <a:pt x="57806" y="14899"/>
                </a:moveTo>
                <a:lnTo>
                  <a:pt x="54107" y="21497"/>
                </a:lnTo>
                <a:cubicBezTo>
                  <a:pt x="52228" y="18875"/>
                  <a:pt x="50291" y="16603"/>
                  <a:pt x="48368" y="14725"/>
                </a:cubicBezTo>
                <a:cubicBezTo>
                  <a:pt x="46431" y="12846"/>
                  <a:pt x="44378" y="11317"/>
                  <a:pt x="42280" y="10122"/>
                </a:cubicBezTo>
                <a:cubicBezTo>
                  <a:pt x="38581" y="8069"/>
                  <a:pt x="35333" y="7166"/>
                  <a:pt x="32551" y="7501"/>
                </a:cubicBezTo>
                <a:cubicBezTo>
                  <a:pt x="29755" y="7792"/>
                  <a:pt x="27600" y="9263"/>
                  <a:pt x="26114" y="11943"/>
                </a:cubicBezTo>
                <a:cubicBezTo>
                  <a:pt x="24920" y="14157"/>
                  <a:pt x="24643" y="16152"/>
                  <a:pt x="25327" y="18031"/>
                </a:cubicBezTo>
                <a:cubicBezTo>
                  <a:pt x="26012" y="19910"/>
                  <a:pt x="28051" y="22240"/>
                  <a:pt x="31357" y="25022"/>
                </a:cubicBezTo>
                <a:lnTo>
                  <a:pt x="34998" y="28095"/>
                </a:lnTo>
                <a:cubicBezTo>
                  <a:pt x="39484" y="31911"/>
                  <a:pt x="42280" y="35668"/>
                  <a:pt x="43300" y="39470"/>
                </a:cubicBezTo>
                <a:cubicBezTo>
                  <a:pt x="44378" y="43227"/>
                  <a:pt x="43751" y="47160"/>
                  <a:pt x="41479" y="51194"/>
                </a:cubicBezTo>
                <a:cubicBezTo>
                  <a:pt x="38800" y="56029"/>
                  <a:pt x="35115" y="58826"/>
                  <a:pt x="30440" y="59510"/>
                </a:cubicBezTo>
                <a:cubicBezTo>
                  <a:pt x="25779" y="60180"/>
                  <a:pt x="20317" y="58767"/>
                  <a:pt x="14055" y="55286"/>
                </a:cubicBezTo>
                <a:cubicBezTo>
                  <a:pt x="11666" y="53990"/>
                  <a:pt x="9336" y="52272"/>
                  <a:pt x="6947" y="50233"/>
                </a:cubicBezTo>
                <a:cubicBezTo>
                  <a:pt x="4559" y="48237"/>
                  <a:pt x="2287" y="45907"/>
                  <a:pt x="0" y="43227"/>
                </a:cubicBezTo>
                <a:lnTo>
                  <a:pt x="3874" y="36294"/>
                </a:lnTo>
                <a:cubicBezTo>
                  <a:pt x="5753" y="39368"/>
                  <a:pt x="7807" y="41975"/>
                  <a:pt x="10020" y="44261"/>
                </a:cubicBezTo>
                <a:cubicBezTo>
                  <a:pt x="12234" y="46533"/>
                  <a:pt x="14564" y="48354"/>
                  <a:pt x="17128" y="49781"/>
                </a:cubicBezTo>
                <a:cubicBezTo>
                  <a:pt x="21002" y="51937"/>
                  <a:pt x="24410" y="52840"/>
                  <a:pt x="27366" y="52505"/>
                </a:cubicBezTo>
                <a:cubicBezTo>
                  <a:pt x="30323" y="52170"/>
                  <a:pt x="32551" y="50568"/>
                  <a:pt x="34139" y="47728"/>
                </a:cubicBezTo>
                <a:cubicBezTo>
                  <a:pt x="35508" y="45281"/>
                  <a:pt x="35843" y="42950"/>
                  <a:pt x="35115" y="40722"/>
                </a:cubicBezTo>
                <a:cubicBezTo>
                  <a:pt x="34372" y="38508"/>
                  <a:pt x="32493" y="36061"/>
                  <a:pt x="29420" y="33440"/>
                </a:cubicBezTo>
                <a:lnTo>
                  <a:pt x="25721" y="30323"/>
                </a:lnTo>
                <a:cubicBezTo>
                  <a:pt x="21220" y="26507"/>
                  <a:pt x="18497" y="22924"/>
                  <a:pt x="17419" y="19502"/>
                </a:cubicBezTo>
                <a:cubicBezTo>
                  <a:pt x="16327" y="16094"/>
                  <a:pt x="16909" y="12453"/>
                  <a:pt x="19007" y="8637"/>
                </a:cubicBezTo>
                <a:cubicBezTo>
                  <a:pt x="21512" y="4209"/>
                  <a:pt x="25036" y="1588"/>
                  <a:pt x="29537" y="786"/>
                </a:cubicBezTo>
                <a:cubicBezTo>
                  <a:pt x="34081" y="0"/>
                  <a:pt x="39091" y="1136"/>
                  <a:pt x="44552" y="4209"/>
                </a:cubicBezTo>
                <a:cubicBezTo>
                  <a:pt x="46941" y="5505"/>
                  <a:pt x="49213" y="7049"/>
                  <a:pt x="51383" y="8811"/>
                </a:cubicBezTo>
                <a:cubicBezTo>
                  <a:pt x="53597" y="10632"/>
                  <a:pt x="55767" y="12627"/>
                  <a:pt x="57806" y="14899"/>
                </a:cubicBezTo>
                <a:close/>
                <a:moveTo>
                  <a:pt x="57806" y="14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652DE-B177-4921-B634-4AA1E349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87" y="2469943"/>
            <a:ext cx="71453" cy="68161"/>
          </a:xfrm>
          <a:custGeom xmlns:a="http://schemas.openxmlformats.org/drawingml/2006/main">
            <a:pathLst>
              <a:path w="71453" h="68161">
                <a:moveTo>
                  <a:pt x="46431" y="23667"/>
                </a:moveTo>
                <a:cubicBezTo>
                  <a:pt x="49563" y="21730"/>
                  <a:pt x="52519" y="20711"/>
                  <a:pt x="55418" y="20594"/>
                </a:cubicBezTo>
                <a:cubicBezTo>
                  <a:pt x="58258" y="20478"/>
                  <a:pt x="61156" y="21220"/>
                  <a:pt x="64069" y="22866"/>
                </a:cubicBezTo>
                <a:cubicBezTo>
                  <a:pt x="67987" y="25036"/>
                  <a:pt x="70259" y="28109"/>
                  <a:pt x="70827" y="32027"/>
                </a:cubicBezTo>
                <a:cubicBezTo>
                  <a:pt x="71453" y="35959"/>
                  <a:pt x="70317" y="40445"/>
                  <a:pt x="67535" y="45455"/>
                </a:cubicBezTo>
                <a:lnTo>
                  <a:pt x="54849" y="68161"/>
                </a:lnTo>
                <a:lnTo>
                  <a:pt x="48645" y="64680"/>
                </a:lnTo>
                <a:lnTo>
                  <a:pt x="61214" y="42208"/>
                </a:lnTo>
                <a:cubicBezTo>
                  <a:pt x="63209" y="38625"/>
                  <a:pt x="64069" y="35610"/>
                  <a:pt x="63719" y="33163"/>
                </a:cubicBezTo>
                <a:cubicBezTo>
                  <a:pt x="63442" y="30658"/>
                  <a:pt x="62015" y="28736"/>
                  <a:pt x="59394" y="27250"/>
                </a:cubicBezTo>
                <a:cubicBezTo>
                  <a:pt x="56160" y="25488"/>
                  <a:pt x="53087" y="25153"/>
                  <a:pt x="50014" y="26230"/>
                </a:cubicBezTo>
                <a:cubicBezTo>
                  <a:pt x="46999" y="27308"/>
                  <a:pt x="44436" y="29697"/>
                  <a:pt x="42382" y="33338"/>
                </a:cubicBezTo>
                <a:lnTo>
                  <a:pt x="30556" y="54558"/>
                </a:lnTo>
                <a:lnTo>
                  <a:pt x="24352" y="51092"/>
                </a:lnTo>
                <a:lnTo>
                  <a:pt x="36862" y="28619"/>
                </a:lnTo>
                <a:cubicBezTo>
                  <a:pt x="38916" y="25036"/>
                  <a:pt x="39775" y="22021"/>
                  <a:pt x="39426" y="19575"/>
                </a:cubicBezTo>
                <a:cubicBezTo>
                  <a:pt x="39149" y="17128"/>
                  <a:pt x="37664" y="15132"/>
                  <a:pt x="34998" y="13647"/>
                </a:cubicBezTo>
                <a:cubicBezTo>
                  <a:pt x="31867" y="11885"/>
                  <a:pt x="28736" y="11550"/>
                  <a:pt x="25721" y="12627"/>
                </a:cubicBezTo>
                <a:cubicBezTo>
                  <a:pt x="22648" y="13763"/>
                  <a:pt x="20143" y="16094"/>
                  <a:pt x="18089" y="19793"/>
                </a:cubicBezTo>
                <a:lnTo>
                  <a:pt x="6204" y="41013"/>
                </a:lnTo>
                <a:lnTo>
                  <a:pt x="0" y="37547"/>
                </a:lnTo>
                <a:lnTo>
                  <a:pt x="21002" y="0"/>
                </a:lnTo>
                <a:lnTo>
                  <a:pt x="27192" y="3466"/>
                </a:lnTo>
                <a:lnTo>
                  <a:pt x="23958" y="9278"/>
                </a:lnTo>
                <a:cubicBezTo>
                  <a:pt x="26624" y="7734"/>
                  <a:pt x="29245" y="6991"/>
                  <a:pt x="31867" y="6991"/>
                </a:cubicBezTo>
                <a:cubicBezTo>
                  <a:pt x="34416" y="6991"/>
                  <a:pt x="37096" y="7792"/>
                  <a:pt x="39775" y="9278"/>
                </a:cubicBezTo>
                <a:cubicBezTo>
                  <a:pt x="42499" y="10807"/>
                  <a:pt x="44436" y="12802"/>
                  <a:pt x="45572" y="15249"/>
                </a:cubicBezTo>
                <a:cubicBezTo>
                  <a:pt x="46708" y="17696"/>
                  <a:pt x="46999" y="20478"/>
                  <a:pt x="46431" y="23667"/>
                </a:cubicBezTo>
                <a:close/>
                <a:moveTo>
                  <a:pt x="46431" y="236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C37A3-4DE1-4899-8969-441DBF39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867" y="2509369"/>
            <a:ext cx="44319" cy="51995"/>
          </a:xfrm>
          <a:custGeom xmlns:a="http://schemas.openxmlformats.org/drawingml/2006/main">
            <a:pathLst>
              <a:path w="44319" h="51995">
                <a:moveTo>
                  <a:pt x="26347" y="26289"/>
                </a:moveTo>
                <a:cubicBezTo>
                  <a:pt x="21395" y="23492"/>
                  <a:pt x="17637" y="22138"/>
                  <a:pt x="15089" y="22182"/>
                </a:cubicBezTo>
                <a:cubicBezTo>
                  <a:pt x="12525" y="22240"/>
                  <a:pt x="10472" y="23667"/>
                  <a:pt x="8884" y="26405"/>
                </a:cubicBezTo>
                <a:cubicBezTo>
                  <a:pt x="7690" y="28619"/>
                  <a:pt x="7457" y="30716"/>
                  <a:pt x="8141" y="32828"/>
                </a:cubicBezTo>
                <a:cubicBezTo>
                  <a:pt x="8884" y="34925"/>
                  <a:pt x="10472" y="36644"/>
                  <a:pt x="12977" y="37998"/>
                </a:cubicBezTo>
                <a:cubicBezTo>
                  <a:pt x="16400" y="39936"/>
                  <a:pt x="19808" y="40285"/>
                  <a:pt x="23216" y="38974"/>
                </a:cubicBezTo>
                <a:cubicBezTo>
                  <a:pt x="26697" y="37722"/>
                  <a:pt x="29478" y="35100"/>
                  <a:pt x="31750" y="31066"/>
                </a:cubicBezTo>
                <a:lnTo>
                  <a:pt x="32493" y="29697"/>
                </a:lnTo>
                <a:lnTo>
                  <a:pt x="26347" y="26289"/>
                </a:lnTo>
                <a:close/>
                <a:moveTo>
                  <a:pt x="40110" y="30614"/>
                </a:moveTo>
                <a:lnTo>
                  <a:pt x="28109" y="51995"/>
                </a:lnTo>
                <a:lnTo>
                  <a:pt x="21963" y="48587"/>
                </a:lnTo>
                <a:lnTo>
                  <a:pt x="25153" y="42834"/>
                </a:lnTo>
                <a:cubicBezTo>
                  <a:pt x="22473" y="44378"/>
                  <a:pt x="19749" y="45062"/>
                  <a:pt x="17069" y="44946"/>
                </a:cubicBezTo>
                <a:cubicBezTo>
                  <a:pt x="14346" y="44887"/>
                  <a:pt x="11506" y="43984"/>
                  <a:pt x="8433" y="42266"/>
                </a:cubicBezTo>
                <a:cubicBezTo>
                  <a:pt x="4617" y="40169"/>
                  <a:pt x="2170" y="37372"/>
                  <a:pt x="1092" y="33906"/>
                </a:cubicBezTo>
                <a:cubicBezTo>
                  <a:pt x="0" y="30498"/>
                  <a:pt x="524" y="26973"/>
                  <a:pt x="2505" y="23332"/>
                </a:cubicBezTo>
                <a:cubicBezTo>
                  <a:pt x="4894" y="19123"/>
                  <a:pt x="8083" y="16720"/>
                  <a:pt x="12074" y="16152"/>
                </a:cubicBezTo>
                <a:cubicBezTo>
                  <a:pt x="16108" y="15584"/>
                  <a:pt x="20944" y="16895"/>
                  <a:pt x="26580" y="20026"/>
                </a:cubicBezTo>
                <a:lnTo>
                  <a:pt x="35217" y="24861"/>
                </a:lnTo>
                <a:lnTo>
                  <a:pt x="35566" y="24235"/>
                </a:lnTo>
                <a:cubicBezTo>
                  <a:pt x="37154" y="21395"/>
                  <a:pt x="37445" y="18715"/>
                  <a:pt x="36411" y="16108"/>
                </a:cubicBezTo>
                <a:cubicBezTo>
                  <a:pt x="35450" y="13487"/>
                  <a:pt x="33236" y="11258"/>
                  <a:pt x="29872" y="9394"/>
                </a:cubicBezTo>
                <a:cubicBezTo>
                  <a:pt x="27716" y="8200"/>
                  <a:pt x="25488" y="7282"/>
                  <a:pt x="23157" y="6656"/>
                </a:cubicBezTo>
                <a:cubicBezTo>
                  <a:pt x="20827" y="6030"/>
                  <a:pt x="18439" y="5695"/>
                  <a:pt x="15992" y="5695"/>
                </a:cubicBezTo>
                <a:lnTo>
                  <a:pt x="19181" y="0"/>
                </a:lnTo>
                <a:cubicBezTo>
                  <a:pt x="21905" y="335"/>
                  <a:pt x="24468" y="961"/>
                  <a:pt x="26857" y="1704"/>
                </a:cubicBezTo>
                <a:cubicBezTo>
                  <a:pt x="29187" y="2447"/>
                  <a:pt x="31415" y="3350"/>
                  <a:pt x="33396" y="4500"/>
                </a:cubicBezTo>
                <a:cubicBezTo>
                  <a:pt x="38858" y="7573"/>
                  <a:pt x="42106" y="11215"/>
                  <a:pt x="43242" y="15526"/>
                </a:cubicBezTo>
                <a:cubicBezTo>
                  <a:pt x="44319" y="19851"/>
                  <a:pt x="43300" y="24861"/>
                  <a:pt x="40110" y="30614"/>
                </a:cubicBezTo>
                <a:close/>
                <a:moveTo>
                  <a:pt x="40110" y="306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6F5A9-A47D-43CB-9DE5-2D2E0C03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720" y="2516316"/>
            <a:ext cx="35275" cy="55578"/>
          </a:xfrm>
          <a:custGeom xmlns:a="http://schemas.openxmlformats.org/drawingml/2006/main">
            <a:pathLst>
              <a:path w="35275" h="55578">
                <a:moveTo>
                  <a:pt x="29129" y="0"/>
                </a:moveTo>
                <a:lnTo>
                  <a:pt x="35275" y="3408"/>
                </a:lnTo>
                <a:lnTo>
                  <a:pt x="6146" y="55578"/>
                </a:lnTo>
                <a:lnTo>
                  <a:pt x="0" y="52170"/>
                </a:lnTo>
                <a:lnTo>
                  <a:pt x="29129" y="0"/>
                </a:lnTo>
                <a:close/>
                <a:moveTo>
                  <a:pt x="29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FB18D-3C63-4A2A-AA25-A67663CB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785" y="2526948"/>
            <a:ext cx="35333" cy="55636"/>
          </a:xfrm>
          <a:custGeom xmlns:a="http://schemas.openxmlformats.org/drawingml/2006/main">
            <a:pathLst>
              <a:path w="35333" h="55636">
                <a:moveTo>
                  <a:pt x="29129" y="0"/>
                </a:moveTo>
                <a:lnTo>
                  <a:pt x="35333" y="3466"/>
                </a:lnTo>
                <a:lnTo>
                  <a:pt x="6146" y="55636"/>
                </a:lnTo>
                <a:lnTo>
                  <a:pt x="0" y="52170"/>
                </a:lnTo>
                <a:lnTo>
                  <a:pt x="29129" y="0"/>
                </a:lnTo>
                <a:close/>
                <a:moveTo>
                  <a:pt x="291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60625-40FA-43C5-ADC8-3C985695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05" y="2087919"/>
            <a:ext cx="56146" cy="53073"/>
          </a:xfrm>
          <a:custGeom xmlns:a="http://schemas.openxmlformats.org/drawingml/2006/main">
            <a:pathLst>
              <a:path w="56146" h="53073">
                <a:moveTo>
                  <a:pt x="32945" y="9438"/>
                </a:moveTo>
                <a:lnTo>
                  <a:pt x="21847" y="27876"/>
                </a:lnTo>
                <a:lnTo>
                  <a:pt x="30148" y="32930"/>
                </a:lnTo>
                <a:cubicBezTo>
                  <a:pt x="33280" y="34809"/>
                  <a:pt x="36120" y="35435"/>
                  <a:pt x="38800" y="34867"/>
                </a:cubicBezTo>
                <a:cubicBezTo>
                  <a:pt x="41421" y="34299"/>
                  <a:pt x="43635" y="32537"/>
                  <a:pt x="45455" y="29580"/>
                </a:cubicBezTo>
                <a:cubicBezTo>
                  <a:pt x="47218" y="26624"/>
                  <a:pt x="47728" y="23827"/>
                  <a:pt x="47043" y="21220"/>
                </a:cubicBezTo>
                <a:cubicBezTo>
                  <a:pt x="46315" y="18599"/>
                  <a:pt x="44378" y="16385"/>
                  <a:pt x="41305" y="14506"/>
                </a:cubicBezTo>
                <a:lnTo>
                  <a:pt x="32945" y="9438"/>
                </a:lnTo>
                <a:close/>
                <a:moveTo>
                  <a:pt x="29639" y="0"/>
                </a:moveTo>
                <a:lnTo>
                  <a:pt x="44596" y="9044"/>
                </a:lnTo>
                <a:cubicBezTo>
                  <a:pt x="50116" y="12394"/>
                  <a:pt x="53539" y="16152"/>
                  <a:pt x="54849" y="20303"/>
                </a:cubicBezTo>
                <a:cubicBezTo>
                  <a:pt x="56146" y="24512"/>
                  <a:pt x="55359" y="29012"/>
                  <a:pt x="52461" y="33789"/>
                </a:cubicBezTo>
                <a:cubicBezTo>
                  <a:pt x="49548" y="38625"/>
                  <a:pt x="45907" y="41465"/>
                  <a:pt x="41581" y="42208"/>
                </a:cubicBezTo>
                <a:cubicBezTo>
                  <a:pt x="37270" y="43009"/>
                  <a:pt x="32377" y="41756"/>
                  <a:pt x="26857" y="38392"/>
                </a:cubicBezTo>
                <a:lnTo>
                  <a:pt x="18540" y="33338"/>
                </a:lnTo>
                <a:lnTo>
                  <a:pt x="6598" y="53073"/>
                </a:lnTo>
                <a:lnTo>
                  <a:pt x="0" y="49097"/>
                </a:lnTo>
                <a:lnTo>
                  <a:pt x="29639" y="0"/>
                </a:lnTo>
                <a:close/>
                <a:moveTo>
                  <a:pt x="296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3DFC3-35E5-4CFA-A28A-8F9A43AB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57" y="2110042"/>
            <a:ext cx="48587" cy="69807"/>
          </a:xfrm>
          <a:custGeom xmlns:a="http://schemas.openxmlformats.org/drawingml/2006/main">
            <a:pathLst>
              <a:path w="48587" h="69807">
                <a:moveTo>
                  <a:pt x="44261" y="47567"/>
                </a:moveTo>
                <a:lnTo>
                  <a:pt x="30833" y="69807"/>
                </a:lnTo>
                <a:lnTo>
                  <a:pt x="24803" y="66166"/>
                </a:lnTo>
                <a:lnTo>
                  <a:pt x="38115" y="44086"/>
                </a:lnTo>
                <a:cubicBezTo>
                  <a:pt x="40227" y="40620"/>
                  <a:pt x="41130" y="37605"/>
                  <a:pt x="40795" y="35042"/>
                </a:cubicBezTo>
                <a:cubicBezTo>
                  <a:pt x="40504" y="32537"/>
                  <a:pt x="38974" y="30440"/>
                  <a:pt x="36236" y="28794"/>
                </a:cubicBezTo>
                <a:cubicBezTo>
                  <a:pt x="33003" y="26798"/>
                  <a:pt x="29813" y="26289"/>
                  <a:pt x="26624" y="27250"/>
                </a:cubicBezTo>
                <a:cubicBezTo>
                  <a:pt x="23492" y="28168"/>
                  <a:pt x="20827" y="30440"/>
                  <a:pt x="18657" y="34022"/>
                </a:cubicBezTo>
                <a:lnTo>
                  <a:pt x="6088" y="54849"/>
                </a:lnTo>
                <a:lnTo>
                  <a:pt x="0" y="51150"/>
                </a:lnTo>
                <a:lnTo>
                  <a:pt x="30891" y="0"/>
                </a:lnTo>
                <a:lnTo>
                  <a:pt x="36979" y="3699"/>
                </a:lnTo>
                <a:lnTo>
                  <a:pt x="24861" y="23725"/>
                </a:lnTo>
                <a:cubicBezTo>
                  <a:pt x="27643" y="22415"/>
                  <a:pt x="30381" y="21788"/>
                  <a:pt x="33003" y="21847"/>
                </a:cubicBezTo>
                <a:cubicBezTo>
                  <a:pt x="35610" y="21963"/>
                  <a:pt x="38232" y="22764"/>
                  <a:pt x="40795" y="24352"/>
                </a:cubicBezTo>
                <a:cubicBezTo>
                  <a:pt x="45004" y="26915"/>
                  <a:pt x="47393" y="30148"/>
                  <a:pt x="48019" y="34081"/>
                </a:cubicBezTo>
                <a:cubicBezTo>
                  <a:pt x="48587" y="37998"/>
                  <a:pt x="47334" y="42499"/>
                  <a:pt x="44261" y="47567"/>
                </a:cubicBezTo>
                <a:close/>
                <a:moveTo>
                  <a:pt x="44261" y="475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DFA02-2C2A-4C88-8537-09E14C49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70" y="2152599"/>
            <a:ext cx="46941" cy="45747"/>
          </a:xfrm>
          <a:custGeom xmlns:a="http://schemas.openxmlformats.org/drawingml/2006/main">
            <a:pathLst>
              <a:path w="46941" h="45747">
                <a:moveTo>
                  <a:pt x="46941" y="12977"/>
                </a:moveTo>
                <a:lnTo>
                  <a:pt x="43475" y="18715"/>
                </a:lnTo>
                <a:cubicBezTo>
                  <a:pt x="42339" y="16778"/>
                  <a:pt x="40970" y="15074"/>
                  <a:pt x="39382" y="13487"/>
                </a:cubicBezTo>
                <a:cubicBezTo>
                  <a:pt x="37780" y="11943"/>
                  <a:pt x="36018" y="10574"/>
                  <a:pt x="34022" y="9379"/>
                </a:cubicBezTo>
                <a:cubicBezTo>
                  <a:pt x="31066" y="7559"/>
                  <a:pt x="28503" y="6656"/>
                  <a:pt x="26463" y="6714"/>
                </a:cubicBezTo>
                <a:cubicBezTo>
                  <a:pt x="24410" y="6714"/>
                  <a:pt x="22822" y="7617"/>
                  <a:pt x="21686" y="9496"/>
                </a:cubicBezTo>
                <a:cubicBezTo>
                  <a:pt x="20827" y="10865"/>
                  <a:pt x="20711" y="12292"/>
                  <a:pt x="21337" y="13763"/>
                </a:cubicBezTo>
                <a:cubicBezTo>
                  <a:pt x="21905" y="15191"/>
                  <a:pt x="23623" y="17244"/>
                  <a:pt x="26405" y="19968"/>
                </a:cubicBezTo>
                <a:lnTo>
                  <a:pt x="28226" y="21672"/>
                </a:lnTo>
                <a:cubicBezTo>
                  <a:pt x="31925" y="25138"/>
                  <a:pt x="34197" y="28328"/>
                  <a:pt x="34998" y="31066"/>
                </a:cubicBezTo>
                <a:cubicBezTo>
                  <a:pt x="35785" y="33848"/>
                  <a:pt x="35275" y="36746"/>
                  <a:pt x="33513" y="39703"/>
                </a:cubicBezTo>
                <a:cubicBezTo>
                  <a:pt x="31415" y="43183"/>
                  <a:pt x="28459" y="45062"/>
                  <a:pt x="24526" y="45397"/>
                </a:cubicBezTo>
                <a:cubicBezTo>
                  <a:pt x="20594" y="45747"/>
                  <a:pt x="16283" y="44494"/>
                  <a:pt x="11550" y="41640"/>
                </a:cubicBezTo>
                <a:cubicBezTo>
                  <a:pt x="9569" y="40445"/>
                  <a:pt x="7632" y="39033"/>
                  <a:pt x="5753" y="37372"/>
                </a:cubicBezTo>
                <a:cubicBezTo>
                  <a:pt x="3816" y="35668"/>
                  <a:pt x="1937" y="33731"/>
                  <a:pt x="0" y="31576"/>
                </a:cubicBezTo>
                <a:lnTo>
                  <a:pt x="3816" y="25313"/>
                </a:lnTo>
                <a:cubicBezTo>
                  <a:pt x="5360" y="27818"/>
                  <a:pt x="7005" y="30032"/>
                  <a:pt x="8826" y="31911"/>
                </a:cubicBezTo>
                <a:cubicBezTo>
                  <a:pt x="10647" y="33789"/>
                  <a:pt x="12642" y="35391"/>
                  <a:pt x="14739" y="36688"/>
                </a:cubicBezTo>
                <a:cubicBezTo>
                  <a:pt x="17579" y="38406"/>
                  <a:pt x="20084" y="39193"/>
                  <a:pt x="22196" y="39193"/>
                </a:cubicBezTo>
                <a:cubicBezTo>
                  <a:pt x="24293" y="39135"/>
                  <a:pt x="25895" y="38232"/>
                  <a:pt x="26973" y="36469"/>
                </a:cubicBezTo>
                <a:cubicBezTo>
                  <a:pt x="27993" y="34823"/>
                  <a:pt x="28168" y="33221"/>
                  <a:pt x="27600" y="31692"/>
                </a:cubicBezTo>
                <a:cubicBezTo>
                  <a:pt x="27032" y="30090"/>
                  <a:pt x="25094" y="27818"/>
                  <a:pt x="21847" y="24745"/>
                </a:cubicBezTo>
                <a:lnTo>
                  <a:pt x="20026" y="22983"/>
                </a:lnTo>
                <a:cubicBezTo>
                  <a:pt x="16793" y="19910"/>
                  <a:pt x="14797" y="17069"/>
                  <a:pt x="14113" y="14448"/>
                </a:cubicBezTo>
                <a:cubicBezTo>
                  <a:pt x="13428" y="11783"/>
                  <a:pt x="13996" y="9044"/>
                  <a:pt x="15715" y="6204"/>
                </a:cubicBezTo>
                <a:cubicBezTo>
                  <a:pt x="17812" y="2724"/>
                  <a:pt x="20652" y="801"/>
                  <a:pt x="24235" y="393"/>
                </a:cubicBezTo>
                <a:cubicBezTo>
                  <a:pt x="27833" y="0"/>
                  <a:pt x="31867" y="1194"/>
                  <a:pt x="36353" y="3918"/>
                </a:cubicBezTo>
                <a:cubicBezTo>
                  <a:pt x="38639" y="5229"/>
                  <a:pt x="40620" y="6656"/>
                  <a:pt x="42397" y="8185"/>
                </a:cubicBezTo>
                <a:cubicBezTo>
                  <a:pt x="44159" y="9729"/>
                  <a:pt x="45688" y="11317"/>
                  <a:pt x="46941" y="12977"/>
                </a:cubicBezTo>
                <a:close/>
                <a:moveTo>
                  <a:pt x="46941" y="129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2ADE8-4308-4AFF-8686-9F7446DE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09" y="2200443"/>
            <a:ext cx="12001" cy="12569"/>
          </a:xfrm>
          <a:custGeom xmlns:a="http://schemas.openxmlformats.org/drawingml/2006/main">
            <a:pathLst>
              <a:path w="12001" h="12569">
                <a:moveTo>
                  <a:pt x="5068" y="0"/>
                </a:moveTo>
                <a:lnTo>
                  <a:pt x="12001" y="4209"/>
                </a:lnTo>
                <a:lnTo>
                  <a:pt x="6947" y="12569"/>
                </a:lnTo>
                <a:lnTo>
                  <a:pt x="0" y="8360"/>
                </a:lnTo>
                <a:lnTo>
                  <a:pt x="5068" y="0"/>
                </a:lnTo>
                <a:close/>
                <a:moveTo>
                  <a:pt x="50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52E45-FD76-47DD-B02F-B7D0DD77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63" y="2168649"/>
            <a:ext cx="55869" cy="64957"/>
          </a:xfrm>
          <a:custGeom xmlns:a="http://schemas.openxmlformats.org/drawingml/2006/main">
            <a:pathLst>
              <a:path w="55869" h="64957">
                <a:moveTo>
                  <a:pt x="0" y="60413"/>
                </a:moveTo>
                <a:lnTo>
                  <a:pt x="10923" y="0"/>
                </a:lnTo>
                <a:lnTo>
                  <a:pt x="17871" y="4209"/>
                </a:lnTo>
                <a:lnTo>
                  <a:pt x="8418" y="54893"/>
                </a:lnTo>
                <a:lnTo>
                  <a:pt x="48980" y="22983"/>
                </a:lnTo>
                <a:lnTo>
                  <a:pt x="55869" y="27133"/>
                </a:lnTo>
                <a:lnTo>
                  <a:pt x="7515" y="64957"/>
                </a:lnTo>
                <a:lnTo>
                  <a:pt x="0" y="60413"/>
                </a:lnTo>
                <a:close/>
                <a:moveTo>
                  <a:pt x="0" y="604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A7DE1-8C9C-49F6-8861-8E197E6F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764" y="2212852"/>
            <a:ext cx="43810" cy="46591"/>
          </a:xfrm>
          <a:custGeom xmlns:a="http://schemas.openxmlformats.org/drawingml/2006/main">
            <a:pathLst>
              <a:path w="43810" h="46591">
                <a:moveTo>
                  <a:pt x="30440" y="9103"/>
                </a:moveTo>
                <a:cubicBezTo>
                  <a:pt x="27192" y="7107"/>
                  <a:pt x="23900" y="6874"/>
                  <a:pt x="20478" y="8243"/>
                </a:cubicBezTo>
                <a:cubicBezTo>
                  <a:pt x="17069" y="9612"/>
                  <a:pt x="13996" y="12511"/>
                  <a:pt x="11375" y="16953"/>
                </a:cubicBezTo>
                <a:cubicBezTo>
                  <a:pt x="8710" y="21337"/>
                  <a:pt x="7573" y="25371"/>
                  <a:pt x="7908" y="29012"/>
                </a:cubicBezTo>
                <a:cubicBezTo>
                  <a:pt x="8258" y="32712"/>
                  <a:pt x="10020" y="35493"/>
                  <a:pt x="13312" y="37489"/>
                </a:cubicBezTo>
                <a:cubicBezTo>
                  <a:pt x="16501" y="39426"/>
                  <a:pt x="19851" y="39703"/>
                  <a:pt x="23274" y="38290"/>
                </a:cubicBezTo>
                <a:cubicBezTo>
                  <a:pt x="26682" y="36921"/>
                  <a:pt x="29697" y="34022"/>
                  <a:pt x="32377" y="29639"/>
                </a:cubicBezTo>
                <a:cubicBezTo>
                  <a:pt x="34998" y="25255"/>
                  <a:pt x="36134" y="21220"/>
                  <a:pt x="35785" y="17521"/>
                </a:cubicBezTo>
                <a:cubicBezTo>
                  <a:pt x="35450" y="13880"/>
                  <a:pt x="33687" y="11025"/>
                  <a:pt x="30440" y="9103"/>
                </a:cubicBezTo>
                <a:close/>
                <a:moveTo>
                  <a:pt x="33571" y="3976"/>
                </a:moveTo>
                <a:cubicBezTo>
                  <a:pt x="38800" y="7166"/>
                  <a:pt x="41931" y="11375"/>
                  <a:pt x="42848" y="16603"/>
                </a:cubicBezTo>
                <a:cubicBezTo>
                  <a:pt x="43810" y="21847"/>
                  <a:pt x="42441" y="27468"/>
                  <a:pt x="38800" y="33498"/>
                </a:cubicBezTo>
                <a:cubicBezTo>
                  <a:pt x="35158" y="39542"/>
                  <a:pt x="30775" y="43344"/>
                  <a:pt x="25721" y="44946"/>
                </a:cubicBezTo>
                <a:cubicBezTo>
                  <a:pt x="20652" y="46591"/>
                  <a:pt x="15482" y="45790"/>
                  <a:pt x="10181" y="42601"/>
                </a:cubicBezTo>
                <a:cubicBezTo>
                  <a:pt x="4894" y="39426"/>
                  <a:pt x="1821" y="35217"/>
                  <a:pt x="918" y="29974"/>
                </a:cubicBezTo>
                <a:cubicBezTo>
                  <a:pt x="0" y="24745"/>
                  <a:pt x="1369" y="19108"/>
                  <a:pt x="5010" y="13079"/>
                </a:cubicBezTo>
                <a:cubicBezTo>
                  <a:pt x="8651" y="7049"/>
                  <a:pt x="12977" y="3233"/>
                  <a:pt x="18031" y="1588"/>
                </a:cubicBezTo>
                <a:cubicBezTo>
                  <a:pt x="23099" y="0"/>
                  <a:pt x="28284" y="786"/>
                  <a:pt x="33571" y="3976"/>
                </a:cubicBezTo>
                <a:close/>
                <a:moveTo>
                  <a:pt x="33571" y="39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A67AF-C7AD-48B0-BEE7-5A311506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127" y="2238223"/>
            <a:ext cx="44203" cy="47160"/>
          </a:xfrm>
          <a:custGeom xmlns:a="http://schemas.openxmlformats.org/drawingml/2006/main">
            <a:pathLst>
              <a:path w="44203" h="47160">
                <a:moveTo>
                  <a:pt x="44203" y="13137"/>
                </a:moveTo>
                <a:lnTo>
                  <a:pt x="40795" y="18832"/>
                </a:lnTo>
                <a:cubicBezTo>
                  <a:pt x="39659" y="16836"/>
                  <a:pt x="38406" y="15074"/>
                  <a:pt x="36921" y="13589"/>
                </a:cubicBezTo>
                <a:cubicBezTo>
                  <a:pt x="35508" y="12059"/>
                  <a:pt x="33906" y="10807"/>
                  <a:pt x="32144" y="9729"/>
                </a:cubicBezTo>
                <a:cubicBezTo>
                  <a:pt x="28226" y="7340"/>
                  <a:pt x="24410" y="6772"/>
                  <a:pt x="20769" y="7967"/>
                </a:cubicBezTo>
                <a:cubicBezTo>
                  <a:pt x="17069" y="9103"/>
                  <a:pt x="13880" y="11943"/>
                  <a:pt x="11215" y="16443"/>
                </a:cubicBezTo>
                <a:cubicBezTo>
                  <a:pt x="8476" y="20929"/>
                  <a:pt x="7457" y="25094"/>
                  <a:pt x="8083" y="28896"/>
                </a:cubicBezTo>
                <a:cubicBezTo>
                  <a:pt x="8768" y="32653"/>
                  <a:pt x="11098" y="35785"/>
                  <a:pt x="15016" y="38115"/>
                </a:cubicBezTo>
                <a:cubicBezTo>
                  <a:pt x="16778" y="39193"/>
                  <a:pt x="18657" y="39994"/>
                  <a:pt x="20652" y="40562"/>
                </a:cubicBezTo>
                <a:cubicBezTo>
                  <a:pt x="22648" y="41130"/>
                  <a:pt x="24803" y="41465"/>
                  <a:pt x="27075" y="41581"/>
                </a:cubicBezTo>
                <a:lnTo>
                  <a:pt x="23667" y="47160"/>
                </a:lnTo>
                <a:cubicBezTo>
                  <a:pt x="21512" y="46941"/>
                  <a:pt x="19400" y="46475"/>
                  <a:pt x="17346" y="45732"/>
                </a:cubicBezTo>
                <a:cubicBezTo>
                  <a:pt x="15307" y="45062"/>
                  <a:pt x="13312" y="44086"/>
                  <a:pt x="11258" y="42892"/>
                </a:cubicBezTo>
                <a:cubicBezTo>
                  <a:pt x="5695" y="39542"/>
                  <a:pt x="2330" y="35100"/>
                  <a:pt x="1194" y="29639"/>
                </a:cubicBezTo>
                <a:cubicBezTo>
                  <a:pt x="0" y="24177"/>
                  <a:pt x="1253" y="18482"/>
                  <a:pt x="4835" y="12569"/>
                </a:cubicBezTo>
                <a:cubicBezTo>
                  <a:pt x="8418" y="6598"/>
                  <a:pt x="12919" y="2840"/>
                  <a:pt x="18322" y="1413"/>
                </a:cubicBezTo>
                <a:cubicBezTo>
                  <a:pt x="23667" y="0"/>
                  <a:pt x="29245" y="961"/>
                  <a:pt x="34984" y="4442"/>
                </a:cubicBezTo>
                <a:cubicBezTo>
                  <a:pt x="36862" y="5578"/>
                  <a:pt x="38567" y="6889"/>
                  <a:pt x="40110" y="8302"/>
                </a:cubicBezTo>
                <a:cubicBezTo>
                  <a:pt x="41640" y="9787"/>
                  <a:pt x="43009" y="11375"/>
                  <a:pt x="44203" y="13137"/>
                </a:cubicBezTo>
                <a:close/>
                <a:moveTo>
                  <a:pt x="44203" y="131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574F7-1BA0-40CC-899A-3C311EF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92" y="2258249"/>
            <a:ext cx="44654" cy="52286"/>
          </a:xfrm>
          <a:custGeom xmlns:a="http://schemas.openxmlformats.org/drawingml/2006/main">
            <a:pathLst>
              <a:path w="44654" h="52286">
                <a:moveTo>
                  <a:pt x="26507" y="26507"/>
                </a:moveTo>
                <a:cubicBezTo>
                  <a:pt x="21614" y="23551"/>
                  <a:pt x="17856" y="22065"/>
                  <a:pt x="15307" y="22021"/>
                </a:cubicBezTo>
                <a:cubicBezTo>
                  <a:pt x="12744" y="22021"/>
                  <a:pt x="10690" y="23318"/>
                  <a:pt x="9044" y="26056"/>
                </a:cubicBezTo>
                <a:cubicBezTo>
                  <a:pt x="7734" y="28211"/>
                  <a:pt x="7442" y="30323"/>
                  <a:pt x="8069" y="32420"/>
                </a:cubicBezTo>
                <a:cubicBezTo>
                  <a:pt x="8753" y="34532"/>
                  <a:pt x="10297" y="36353"/>
                  <a:pt x="12686" y="37838"/>
                </a:cubicBezTo>
                <a:cubicBezTo>
                  <a:pt x="16035" y="39819"/>
                  <a:pt x="19458" y="40271"/>
                  <a:pt x="22924" y="39135"/>
                </a:cubicBezTo>
                <a:cubicBezTo>
                  <a:pt x="26391" y="37940"/>
                  <a:pt x="29289" y="35435"/>
                  <a:pt x="31692" y="31459"/>
                </a:cubicBezTo>
                <a:lnTo>
                  <a:pt x="32537" y="30148"/>
                </a:lnTo>
                <a:lnTo>
                  <a:pt x="26507" y="26507"/>
                </a:lnTo>
                <a:close/>
                <a:moveTo>
                  <a:pt x="40052" y="31284"/>
                </a:moveTo>
                <a:lnTo>
                  <a:pt x="27366" y="52286"/>
                </a:lnTo>
                <a:lnTo>
                  <a:pt x="21337" y="48645"/>
                </a:lnTo>
                <a:lnTo>
                  <a:pt x="24687" y="43067"/>
                </a:lnTo>
                <a:cubicBezTo>
                  <a:pt x="21963" y="44436"/>
                  <a:pt x="19283" y="45062"/>
                  <a:pt x="16545" y="44887"/>
                </a:cubicBezTo>
                <a:cubicBezTo>
                  <a:pt x="13880" y="44713"/>
                  <a:pt x="11040" y="43693"/>
                  <a:pt x="8025" y="41931"/>
                </a:cubicBezTo>
                <a:cubicBezTo>
                  <a:pt x="4267" y="39644"/>
                  <a:pt x="1937" y="36746"/>
                  <a:pt x="961" y="33280"/>
                </a:cubicBezTo>
                <a:cubicBezTo>
                  <a:pt x="0" y="29813"/>
                  <a:pt x="626" y="26332"/>
                  <a:pt x="2782" y="22750"/>
                </a:cubicBezTo>
                <a:cubicBezTo>
                  <a:pt x="5229" y="18657"/>
                  <a:pt x="8535" y="16385"/>
                  <a:pt x="12569" y="15933"/>
                </a:cubicBezTo>
                <a:cubicBezTo>
                  <a:pt x="16603" y="15526"/>
                  <a:pt x="21381" y="16953"/>
                  <a:pt x="26900" y="20245"/>
                </a:cubicBezTo>
                <a:lnTo>
                  <a:pt x="35377" y="25429"/>
                </a:lnTo>
                <a:lnTo>
                  <a:pt x="35726" y="24803"/>
                </a:lnTo>
                <a:cubicBezTo>
                  <a:pt x="37430" y="22021"/>
                  <a:pt x="37824" y="19283"/>
                  <a:pt x="36921" y="16662"/>
                </a:cubicBezTo>
                <a:cubicBezTo>
                  <a:pt x="36003" y="14055"/>
                  <a:pt x="33848" y="11724"/>
                  <a:pt x="30542" y="9729"/>
                </a:cubicBezTo>
                <a:cubicBezTo>
                  <a:pt x="28444" y="8476"/>
                  <a:pt x="26274" y="7501"/>
                  <a:pt x="23944" y="6772"/>
                </a:cubicBezTo>
                <a:cubicBezTo>
                  <a:pt x="21672" y="6088"/>
                  <a:pt x="19283" y="5680"/>
                  <a:pt x="16836" y="5578"/>
                </a:cubicBezTo>
                <a:lnTo>
                  <a:pt x="20186" y="0"/>
                </a:lnTo>
                <a:cubicBezTo>
                  <a:pt x="22924" y="451"/>
                  <a:pt x="25488" y="1136"/>
                  <a:pt x="27818" y="1995"/>
                </a:cubicBezTo>
                <a:cubicBezTo>
                  <a:pt x="30148" y="2782"/>
                  <a:pt x="32304" y="3816"/>
                  <a:pt x="34299" y="5010"/>
                </a:cubicBezTo>
                <a:cubicBezTo>
                  <a:pt x="39586" y="8185"/>
                  <a:pt x="42776" y="12001"/>
                  <a:pt x="43693" y="16327"/>
                </a:cubicBezTo>
                <a:cubicBezTo>
                  <a:pt x="44654" y="20711"/>
                  <a:pt x="43460" y="25662"/>
                  <a:pt x="40052" y="31284"/>
                </a:cubicBezTo>
                <a:close/>
                <a:moveTo>
                  <a:pt x="40052" y="312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A3B73-4203-4D8E-B7B7-E05C3138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711" y="2266901"/>
            <a:ext cx="36979" cy="54835"/>
          </a:xfrm>
          <a:custGeom xmlns:a="http://schemas.openxmlformats.org/drawingml/2006/main">
            <a:pathLst>
              <a:path w="36979" h="54835">
                <a:moveTo>
                  <a:pt x="30891" y="0"/>
                </a:moveTo>
                <a:lnTo>
                  <a:pt x="36979" y="3641"/>
                </a:lnTo>
                <a:lnTo>
                  <a:pt x="6088" y="54835"/>
                </a:lnTo>
                <a:lnTo>
                  <a:pt x="0" y="51136"/>
                </a:lnTo>
                <a:lnTo>
                  <a:pt x="30891" y="0"/>
                </a:lnTo>
                <a:close/>
                <a:moveTo>
                  <a:pt x="3089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4A053-F05B-4DE7-9286-E34B0B33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38" y="2286635"/>
            <a:ext cx="60588" cy="62758"/>
          </a:xfrm>
          <a:custGeom xmlns:a="http://schemas.openxmlformats.org/drawingml/2006/main">
            <a:pathLst>
              <a:path w="60588" h="62758">
                <a:moveTo>
                  <a:pt x="32144" y="56102"/>
                </a:moveTo>
                <a:lnTo>
                  <a:pt x="40110" y="42892"/>
                </a:lnTo>
                <a:lnTo>
                  <a:pt x="29289" y="36353"/>
                </a:lnTo>
                <a:lnTo>
                  <a:pt x="32537" y="30891"/>
                </a:lnTo>
                <a:lnTo>
                  <a:pt x="50000" y="41421"/>
                </a:lnTo>
                <a:lnTo>
                  <a:pt x="37256" y="62525"/>
                </a:lnTo>
                <a:cubicBezTo>
                  <a:pt x="33615" y="62758"/>
                  <a:pt x="29915" y="62408"/>
                  <a:pt x="26274" y="61505"/>
                </a:cubicBezTo>
                <a:cubicBezTo>
                  <a:pt x="22633" y="60588"/>
                  <a:pt x="19050" y="59059"/>
                  <a:pt x="15526" y="56947"/>
                </a:cubicBezTo>
                <a:cubicBezTo>
                  <a:pt x="7908" y="52286"/>
                  <a:pt x="3233" y="46431"/>
                  <a:pt x="1588" y="39309"/>
                </a:cubicBezTo>
                <a:cubicBezTo>
                  <a:pt x="0" y="32202"/>
                  <a:pt x="1588" y="24687"/>
                  <a:pt x="6423" y="16676"/>
                </a:cubicBezTo>
                <a:cubicBezTo>
                  <a:pt x="11258" y="8651"/>
                  <a:pt x="17230" y="3699"/>
                  <a:pt x="24235" y="1879"/>
                </a:cubicBezTo>
                <a:cubicBezTo>
                  <a:pt x="31284" y="0"/>
                  <a:pt x="38625" y="1369"/>
                  <a:pt x="46300" y="6030"/>
                </a:cubicBezTo>
                <a:cubicBezTo>
                  <a:pt x="49490" y="7967"/>
                  <a:pt x="52286" y="10181"/>
                  <a:pt x="54733" y="12686"/>
                </a:cubicBezTo>
                <a:cubicBezTo>
                  <a:pt x="57122" y="15249"/>
                  <a:pt x="59044" y="17972"/>
                  <a:pt x="60588" y="20987"/>
                </a:cubicBezTo>
                <a:lnTo>
                  <a:pt x="56321" y="28051"/>
                </a:lnTo>
                <a:cubicBezTo>
                  <a:pt x="55126" y="24526"/>
                  <a:pt x="53480" y="21395"/>
                  <a:pt x="51310" y="18657"/>
                </a:cubicBezTo>
                <a:cubicBezTo>
                  <a:pt x="49213" y="15933"/>
                  <a:pt x="46591" y="13661"/>
                  <a:pt x="43577" y="11783"/>
                </a:cubicBezTo>
                <a:cubicBezTo>
                  <a:pt x="37547" y="8200"/>
                  <a:pt x="32027" y="7107"/>
                  <a:pt x="27017" y="8651"/>
                </a:cubicBezTo>
                <a:cubicBezTo>
                  <a:pt x="21963" y="10181"/>
                  <a:pt x="17463" y="14288"/>
                  <a:pt x="13428" y="20944"/>
                </a:cubicBezTo>
                <a:cubicBezTo>
                  <a:pt x="9438" y="27541"/>
                  <a:pt x="7908" y="33454"/>
                  <a:pt x="8928" y="38581"/>
                </a:cubicBezTo>
                <a:cubicBezTo>
                  <a:pt x="9889" y="43751"/>
                  <a:pt x="13428" y="48194"/>
                  <a:pt x="19400" y="51835"/>
                </a:cubicBezTo>
                <a:cubicBezTo>
                  <a:pt x="21730" y="53189"/>
                  <a:pt x="23944" y="54281"/>
                  <a:pt x="26056" y="54951"/>
                </a:cubicBezTo>
                <a:cubicBezTo>
                  <a:pt x="28153" y="55694"/>
                  <a:pt x="30148" y="56044"/>
                  <a:pt x="32144" y="56102"/>
                </a:cubicBezTo>
                <a:close/>
                <a:moveTo>
                  <a:pt x="32144" y="561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CB108-122E-4CDF-AEC3-6D2E3797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887" y="2311948"/>
            <a:ext cx="57864" cy="64404"/>
          </a:xfrm>
          <a:custGeom xmlns:a="http://schemas.openxmlformats.org/drawingml/2006/main">
            <a:pathLst>
              <a:path w="57864" h="64404">
                <a:moveTo>
                  <a:pt x="20769" y="29639"/>
                </a:moveTo>
                <a:lnTo>
                  <a:pt x="9904" y="47626"/>
                </a:lnTo>
                <a:lnTo>
                  <a:pt x="20594" y="54048"/>
                </a:lnTo>
                <a:cubicBezTo>
                  <a:pt x="24119" y="56219"/>
                  <a:pt x="27250" y="57063"/>
                  <a:pt x="29872" y="56612"/>
                </a:cubicBezTo>
                <a:cubicBezTo>
                  <a:pt x="32479" y="56219"/>
                  <a:pt x="34707" y="54456"/>
                  <a:pt x="36527" y="51441"/>
                </a:cubicBezTo>
                <a:cubicBezTo>
                  <a:pt x="38406" y="48368"/>
                  <a:pt x="38858" y="45572"/>
                  <a:pt x="38057" y="43067"/>
                </a:cubicBezTo>
                <a:cubicBezTo>
                  <a:pt x="37212" y="40562"/>
                  <a:pt x="34984" y="38232"/>
                  <a:pt x="31401" y="36076"/>
                </a:cubicBezTo>
                <a:lnTo>
                  <a:pt x="20769" y="29639"/>
                </a:lnTo>
                <a:close/>
                <a:moveTo>
                  <a:pt x="32945" y="9452"/>
                </a:moveTo>
                <a:lnTo>
                  <a:pt x="24002" y="24235"/>
                </a:lnTo>
                <a:lnTo>
                  <a:pt x="33848" y="30221"/>
                </a:lnTo>
                <a:cubicBezTo>
                  <a:pt x="37096" y="32144"/>
                  <a:pt x="39877" y="33003"/>
                  <a:pt x="42208" y="32770"/>
                </a:cubicBezTo>
                <a:cubicBezTo>
                  <a:pt x="44538" y="32493"/>
                  <a:pt x="46417" y="31124"/>
                  <a:pt x="47961" y="28619"/>
                </a:cubicBezTo>
                <a:cubicBezTo>
                  <a:pt x="49432" y="26114"/>
                  <a:pt x="49781" y="23784"/>
                  <a:pt x="48922" y="21628"/>
                </a:cubicBezTo>
                <a:cubicBezTo>
                  <a:pt x="48077" y="19458"/>
                  <a:pt x="46023" y="17361"/>
                  <a:pt x="42776" y="15424"/>
                </a:cubicBezTo>
                <a:lnTo>
                  <a:pt x="32945" y="9452"/>
                </a:lnTo>
                <a:close/>
                <a:moveTo>
                  <a:pt x="29639" y="0"/>
                </a:moveTo>
                <a:lnTo>
                  <a:pt x="46591" y="10239"/>
                </a:lnTo>
                <a:cubicBezTo>
                  <a:pt x="51660" y="13312"/>
                  <a:pt x="54893" y="16734"/>
                  <a:pt x="56379" y="20492"/>
                </a:cubicBezTo>
                <a:cubicBezTo>
                  <a:pt x="57864" y="24235"/>
                  <a:pt x="57398" y="28051"/>
                  <a:pt x="55068" y="31925"/>
                </a:cubicBezTo>
                <a:cubicBezTo>
                  <a:pt x="53247" y="34940"/>
                  <a:pt x="51092" y="36921"/>
                  <a:pt x="48645" y="37838"/>
                </a:cubicBezTo>
                <a:cubicBezTo>
                  <a:pt x="46140" y="38756"/>
                  <a:pt x="43402" y="38639"/>
                  <a:pt x="40445" y="37387"/>
                </a:cubicBezTo>
                <a:cubicBezTo>
                  <a:pt x="43300" y="40052"/>
                  <a:pt x="44946" y="43067"/>
                  <a:pt x="45397" y="46431"/>
                </a:cubicBezTo>
                <a:cubicBezTo>
                  <a:pt x="45849" y="49723"/>
                  <a:pt x="45106" y="53029"/>
                  <a:pt x="43067" y="56379"/>
                </a:cubicBezTo>
                <a:cubicBezTo>
                  <a:pt x="40445" y="60763"/>
                  <a:pt x="36921" y="63268"/>
                  <a:pt x="32479" y="63836"/>
                </a:cubicBezTo>
                <a:cubicBezTo>
                  <a:pt x="28051" y="64404"/>
                  <a:pt x="23099" y="63035"/>
                  <a:pt x="17579" y="59743"/>
                </a:cubicBezTo>
                <a:lnTo>
                  <a:pt x="0" y="49097"/>
                </a:lnTo>
                <a:lnTo>
                  <a:pt x="29639" y="0"/>
                </a:lnTo>
                <a:close/>
                <a:moveTo>
                  <a:pt x="296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4022C-604A-47B6-A9BF-F7DF8BA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027" y="2339825"/>
            <a:ext cx="62743" cy="65321"/>
          </a:xfrm>
          <a:custGeom xmlns:a="http://schemas.openxmlformats.org/drawingml/2006/main">
            <a:pathLst>
              <a:path w="62743" h="65321">
                <a:moveTo>
                  <a:pt x="32988" y="9511"/>
                </a:moveTo>
                <a:lnTo>
                  <a:pt x="9947" y="47684"/>
                </a:lnTo>
                <a:lnTo>
                  <a:pt x="17972" y="52519"/>
                </a:lnTo>
                <a:cubicBezTo>
                  <a:pt x="24745" y="56612"/>
                  <a:pt x="30658" y="58039"/>
                  <a:pt x="35610" y="56903"/>
                </a:cubicBezTo>
                <a:cubicBezTo>
                  <a:pt x="40620" y="55709"/>
                  <a:pt x="45106" y="51835"/>
                  <a:pt x="49097" y="45179"/>
                </a:cubicBezTo>
                <a:cubicBezTo>
                  <a:pt x="53073" y="38639"/>
                  <a:pt x="54442" y="32886"/>
                  <a:pt x="53131" y="27876"/>
                </a:cubicBezTo>
                <a:cubicBezTo>
                  <a:pt x="51820" y="22939"/>
                  <a:pt x="47786" y="18439"/>
                  <a:pt x="41013" y="14346"/>
                </a:cubicBezTo>
                <a:lnTo>
                  <a:pt x="32988" y="9511"/>
                </a:lnTo>
                <a:close/>
                <a:moveTo>
                  <a:pt x="29639" y="0"/>
                </a:moveTo>
                <a:lnTo>
                  <a:pt x="43285" y="8258"/>
                </a:lnTo>
                <a:cubicBezTo>
                  <a:pt x="52796" y="13996"/>
                  <a:pt x="58593" y="20201"/>
                  <a:pt x="60646" y="26857"/>
                </a:cubicBezTo>
                <a:cubicBezTo>
                  <a:pt x="62743" y="33454"/>
                  <a:pt x="61214" y="41028"/>
                  <a:pt x="56146" y="49446"/>
                </a:cubicBezTo>
                <a:cubicBezTo>
                  <a:pt x="51034" y="57923"/>
                  <a:pt x="45004" y="62758"/>
                  <a:pt x="38173" y="64011"/>
                </a:cubicBezTo>
                <a:cubicBezTo>
                  <a:pt x="31284" y="65321"/>
                  <a:pt x="23157" y="63049"/>
                  <a:pt x="13647" y="57355"/>
                </a:cubicBezTo>
                <a:lnTo>
                  <a:pt x="0" y="49097"/>
                </a:lnTo>
                <a:lnTo>
                  <a:pt x="29639" y="0"/>
                </a:lnTo>
                <a:close/>
                <a:moveTo>
                  <a:pt x="296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3BADC-5F08-4031-BCF0-FECE0357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94" y="2367031"/>
            <a:ext cx="53757" cy="63661"/>
          </a:xfrm>
          <a:custGeom xmlns:a="http://schemas.openxmlformats.org/drawingml/2006/main">
            <a:pathLst>
              <a:path w="53757" h="63661">
                <a:moveTo>
                  <a:pt x="12234" y="0"/>
                </a:moveTo>
                <a:lnTo>
                  <a:pt x="53757" y="25080"/>
                </a:lnTo>
                <a:lnTo>
                  <a:pt x="50349" y="30716"/>
                </a:lnTo>
                <a:lnTo>
                  <a:pt x="32945" y="20186"/>
                </a:lnTo>
                <a:lnTo>
                  <a:pt x="6656" y="63661"/>
                </a:lnTo>
                <a:lnTo>
                  <a:pt x="0" y="59612"/>
                </a:lnTo>
                <a:lnTo>
                  <a:pt x="26289" y="16152"/>
                </a:lnTo>
                <a:lnTo>
                  <a:pt x="8870" y="5622"/>
                </a:lnTo>
                <a:lnTo>
                  <a:pt x="12234" y="0"/>
                </a:lnTo>
                <a:close/>
                <a:moveTo>
                  <a:pt x="1223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85564-0FA4-4302-A9C5-B11BD878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78" y="1916889"/>
            <a:ext cx="58141" cy="74584"/>
          </a:xfrm>
          <a:custGeom xmlns:a="http://schemas.openxmlformats.org/drawingml/2006/main">
            <a:pathLst>
              <a:path w="58141" h="74584">
                <a:moveTo>
                  <a:pt x="41931" y="10982"/>
                </a:moveTo>
                <a:cubicBezTo>
                  <a:pt x="37197" y="7850"/>
                  <a:pt x="32304" y="7180"/>
                  <a:pt x="27192" y="8943"/>
                </a:cubicBezTo>
                <a:cubicBezTo>
                  <a:pt x="22123" y="10647"/>
                  <a:pt x="17637" y="14506"/>
                  <a:pt x="13705" y="20594"/>
                </a:cubicBezTo>
                <a:cubicBezTo>
                  <a:pt x="9729" y="26624"/>
                  <a:pt x="8010" y="32318"/>
                  <a:pt x="8476" y="37664"/>
                </a:cubicBezTo>
                <a:cubicBezTo>
                  <a:pt x="8986" y="42965"/>
                  <a:pt x="11593" y="47174"/>
                  <a:pt x="16327" y="50247"/>
                </a:cubicBezTo>
                <a:cubicBezTo>
                  <a:pt x="21046" y="53306"/>
                  <a:pt x="25881" y="53990"/>
                  <a:pt x="30949" y="52286"/>
                </a:cubicBezTo>
                <a:cubicBezTo>
                  <a:pt x="36003" y="50582"/>
                  <a:pt x="40504" y="46650"/>
                  <a:pt x="44421" y="40620"/>
                </a:cubicBezTo>
                <a:cubicBezTo>
                  <a:pt x="48412" y="34532"/>
                  <a:pt x="50174" y="28852"/>
                  <a:pt x="49665" y="23565"/>
                </a:cubicBezTo>
                <a:cubicBezTo>
                  <a:pt x="49213" y="18205"/>
                  <a:pt x="46650" y="14055"/>
                  <a:pt x="41931" y="10982"/>
                </a:cubicBezTo>
                <a:close/>
                <a:moveTo>
                  <a:pt x="23143" y="59685"/>
                </a:moveTo>
                <a:lnTo>
                  <a:pt x="25590" y="74584"/>
                </a:lnTo>
                <a:lnTo>
                  <a:pt x="17739" y="69472"/>
                </a:lnTo>
                <a:lnTo>
                  <a:pt x="15642" y="57180"/>
                </a:lnTo>
                <a:cubicBezTo>
                  <a:pt x="14899" y="56728"/>
                  <a:pt x="14331" y="56437"/>
                  <a:pt x="13996" y="56219"/>
                </a:cubicBezTo>
                <a:cubicBezTo>
                  <a:pt x="13589" y="55986"/>
                  <a:pt x="13195" y="55752"/>
                  <a:pt x="12846" y="55534"/>
                </a:cubicBezTo>
                <a:cubicBezTo>
                  <a:pt x="6132" y="51150"/>
                  <a:pt x="2156" y="45354"/>
                  <a:pt x="1078" y="38173"/>
                </a:cubicBezTo>
                <a:cubicBezTo>
                  <a:pt x="0" y="31066"/>
                  <a:pt x="1879" y="23667"/>
                  <a:pt x="6816" y="16108"/>
                </a:cubicBezTo>
                <a:cubicBezTo>
                  <a:pt x="11768" y="8535"/>
                  <a:pt x="17739" y="3816"/>
                  <a:pt x="24745" y="1879"/>
                </a:cubicBezTo>
                <a:cubicBezTo>
                  <a:pt x="31678" y="0"/>
                  <a:pt x="38567" y="1311"/>
                  <a:pt x="45339" y="5695"/>
                </a:cubicBezTo>
                <a:cubicBezTo>
                  <a:pt x="52053" y="10079"/>
                  <a:pt x="55971" y="15817"/>
                  <a:pt x="57063" y="22983"/>
                </a:cubicBezTo>
                <a:cubicBezTo>
                  <a:pt x="58141" y="30105"/>
                  <a:pt x="56262" y="37503"/>
                  <a:pt x="51310" y="45062"/>
                </a:cubicBezTo>
                <a:cubicBezTo>
                  <a:pt x="47669" y="50640"/>
                  <a:pt x="43402" y="54675"/>
                  <a:pt x="38567" y="57238"/>
                </a:cubicBezTo>
                <a:cubicBezTo>
                  <a:pt x="33789" y="59743"/>
                  <a:pt x="28604" y="60544"/>
                  <a:pt x="23143" y="59685"/>
                </a:cubicBezTo>
                <a:close/>
                <a:moveTo>
                  <a:pt x="23143" y="596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E9B02-19A9-4B67-BDAE-817231F6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84" y="1955980"/>
            <a:ext cx="49038" cy="55694"/>
          </a:xfrm>
          <a:custGeom xmlns:a="http://schemas.openxmlformats.org/drawingml/2006/main">
            <a:pathLst>
              <a:path w="49038" h="55694">
                <a:moveTo>
                  <a:pt x="4661" y="21788"/>
                </a:moveTo>
                <a:lnTo>
                  <a:pt x="18832" y="0"/>
                </a:lnTo>
                <a:lnTo>
                  <a:pt x="24745" y="3874"/>
                </a:lnTo>
                <a:lnTo>
                  <a:pt x="10690" y="25429"/>
                </a:lnTo>
                <a:cubicBezTo>
                  <a:pt x="8476" y="28837"/>
                  <a:pt x="7457" y="31852"/>
                  <a:pt x="7675" y="34416"/>
                </a:cubicBezTo>
                <a:cubicBezTo>
                  <a:pt x="7908" y="36979"/>
                  <a:pt x="9321" y="39135"/>
                  <a:pt x="12001" y="40853"/>
                </a:cubicBezTo>
                <a:cubicBezTo>
                  <a:pt x="15191" y="42950"/>
                  <a:pt x="18380" y="43577"/>
                  <a:pt x="21555" y="42732"/>
                </a:cubicBezTo>
                <a:cubicBezTo>
                  <a:pt x="24745" y="41931"/>
                  <a:pt x="27527" y="39761"/>
                  <a:pt x="29813" y="36236"/>
                </a:cubicBezTo>
                <a:lnTo>
                  <a:pt x="43125" y="15817"/>
                </a:lnTo>
                <a:lnTo>
                  <a:pt x="49038" y="19633"/>
                </a:lnTo>
                <a:lnTo>
                  <a:pt x="25546" y="55694"/>
                </a:lnTo>
                <a:lnTo>
                  <a:pt x="19618" y="51835"/>
                </a:lnTo>
                <a:lnTo>
                  <a:pt x="23259" y="46315"/>
                </a:lnTo>
                <a:cubicBezTo>
                  <a:pt x="20361" y="47567"/>
                  <a:pt x="17637" y="48077"/>
                  <a:pt x="15074" y="47902"/>
                </a:cubicBezTo>
                <a:cubicBezTo>
                  <a:pt x="12453" y="47728"/>
                  <a:pt x="9904" y="46825"/>
                  <a:pt x="7399" y="45222"/>
                </a:cubicBezTo>
                <a:cubicBezTo>
                  <a:pt x="3248" y="42499"/>
                  <a:pt x="961" y="39193"/>
                  <a:pt x="510" y="35217"/>
                </a:cubicBezTo>
                <a:cubicBezTo>
                  <a:pt x="0" y="31226"/>
                  <a:pt x="1413" y="26740"/>
                  <a:pt x="4661" y="21788"/>
                </a:cubicBezTo>
                <a:close/>
                <a:moveTo>
                  <a:pt x="4661" y="217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2EBB4-EE52-4E5A-A7D3-E92EBA7B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864" y="1969525"/>
            <a:ext cx="38508" cy="53932"/>
          </a:xfrm>
          <a:custGeom xmlns:a="http://schemas.openxmlformats.org/drawingml/2006/main">
            <a:pathLst>
              <a:path w="38508" h="53932">
                <a:moveTo>
                  <a:pt x="23434" y="14040"/>
                </a:moveTo>
                <a:lnTo>
                  <a:pt x="29347" y="17914"/>
                </a:lnTo>
                <a:lnTo>
                  <a:pt x="5913" y="53932"/>
                </a:lnTo>
                <a:lnTo>
                  <a:pt x="0" y="50058"/>
                </a:lnTo>
                <a:lnTo>
                  <a:pt x="23434" y="14040"/>
                </a:lnTo>
                <a:close/>
                <a:moveTo>
                  <a:pt x="32595" y="0"/>
                </a:moveTo>
                <a:lnTo>
                  <a:pt x="38508" y="3860"/>
                </a:lnTo>
                <a:lnTo>
                  <a:pt x="33615" y="11375"/>
                </a:lnTo>
                <a:lnTo>
                  <a:pt x="27701" y="7501"/>
                </a:lnTo>
                <a:lnTo>
                  <a:pt x="32595" y="0"/>
                </a:lnTo>
                <a:close/>
                <a:moveTo>
                  <a:pt x="325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DDC33-8070-417B-A6B1-4CC22CE5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04" y="1999906"/>
            <a:ext cx="44552" cy="47160"/>
          </a:xfrm>
          <a:custGeom xmlns:a="http://schemas.openxmlformats.org/drawingml/2006/main">
            <a:pathLst>
              <a:path w="44552" h="47160">
                <a:moveTo>
                  <a:pt x="44552" y="13880"/>
                </a:moveTo>
                <a:lnTo>
                  <a:pt x="40955" y="19400"/>
                </a:lnTo>
                <a:cubicBezTo>
                  <a:pt x="39877" y="17404"/>
                  <a:pt x="38625" y="15584"/>
                  <a:pt x="37270" y="14040"/>
                </a:cubicBezTo>
                <a:cubicBezTo>
                  <a:pt x="35901" y="12511"/>
                  <a:pt x="34299" y="11142"/>
                  <a:pt x="32595" y="10064"/>
                </a:cubicBezTo>
                <a:cubicBezTo>
                  <a:pt x="28779" y="7559"/>
                  <a:pt x="24978" y="6816"/>
                  <a:pt x="21279" y="7850"/>
                </a:cubicBezTo>
                <a:cubicBezTo>
                  <a:pt x="17579" y="8928"/>
                  <a:pt x="14273" y="11652"/>
                  <a:pt x="11433" y="16035"/>
                </a:cubicBezTo>
                <a:cubicBezTo>
                  <a:pt x="8535" y="20419"/>
                  <a:pt x="7399" y="24512"/>
                  <a:pt x="7908" y="28386"/>
                </a:cubicBezTo>
                <a:cubicBezTo>
                  <a:pt x="8476" y="32187"/>
                  <a:pt x="10632" y="35319"/>
                  <a:pt x="14506" y="37824"/>
                </a:cubicBezTo>
                <a:cubicBezTo>
                  <a:pt x="16210" y="38960"/>
                  <a:pt x="18089" y="39819"/>
                  <a:pt x="20026" y="40445"/>
                </a:cubicBezTo>
                <a:cubicBezTo>
                  <a:pt x="22021" y="41130"/>
                  <a:pt x="24177" y="41523"/>
                  <a:pt x="26449" y="41698"/>
                </a:cubicBezTo>
                <a:lnTo>
                  <a:pt x="22866" y="47160"/>
                </a:lnTo>
                <a:cubicBezTo>
                  <a:pt x="20711" y="46810"/>
                  <a:pt x="18599" y="46300"/>
                  <a:pt x="16618" y="45514"/>
                </a:cubicBezTo>
                <a:cubicBezTo>
                  <a:pt x="14564" y="44771"/>
                  <a:pt x="12569" y="43737"/>
                  <a:pt x="10574" y="42441"/>
                </a:cubicBezTo>
                <a:cubicBezTo>
                  <a:pt x="5170" y="38901"/>
                  <a:pt x="1937" y="34416"/>
                  <a:pt x="961" y="28896"/>
                </a:cubicBezTo>
                <a:cubicBezTo>
                  <a:pt x="0" y="23376"/>
                  <a:pt x="1427" y="17739"/>
                  <a:pt x="5170" y="11943"/>
                </a:cubicBezTo>
                <a:cubicBezTo>
                  <a:pt x="8986" y="6088"/>
                  <a:pt x="13647" y="2491"/>
                  <a:pt x="19065" y="1253"/>
                </a:cubicBezTo>
                <a:cubicBezTo>
                  <a:pt x="24468" y="0"/>
                  <a:pt x="29988" y="1194"/>
                  <a:pt x="35610" y="4835"/>
                </a:cubicBezTo>
                <a:cubicBezTo>
                  <a:pt x="37430" y="6030"/>
                  <a:pt x="39091" y="7384"/>
                  <a:pt x="40562" y="8928"/>
                </a:cubicBezTo>
                <a:cubicBezTo>
                  <a:pt x="42106" y="10399"/>
                  <a:pt x="43402" y="12059"/>
                  <a:pt x="44552" y="13880"/>
                </a:cubicBezTo>
                <a:close/>
                <a:moveTo>
                  <a:pt x="44552" y="138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F1E24-5FCB-4A7B-B084-F4F37DB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31" y="2004902"/>
            <a:ext cx="54675" cy="70943"/>
          </a:xfrm>
          <a:custGeom xmlns:a="http://schemas.openxmlformats.org/drawingml/2006/main">
            <a:pathLst>
              <a:path w="54675" h="70943">
                <a:moveTo>
                  <a:pt x="32653" y="0"/>
                </a:moveTo>
                <a:lnTo>
                  <a:pt x="38581" y="3874"/>
                </a:lnTo>
                <a:lnTo>
                  <a:pt x="19342" y="33454"/>
                </a:lnTo>
                <a:lnTo>
                  <a:pt x="47116" y="29420"/>
                </a:lnTo>
                <a:lnTo>
                  <a:pt x="54675" y="34372"/>
                </a:lnTo>
                <a:lnTo>
                  <a:pt x="24585" y="38741"/>
                </a:lnTo>
                <a:lnTo>
                  <a:pt x="32027" y="70943"/>
                </a:lnTo>
                <a:lnTo>
                  <a:pt x="24293" y="65889"/>
                </a:lnTo>
                <a:lnTo>
                  <a:pt x="17404" y="36353"/>
                </a:lnTo>
                <a:lnTo>
                  <a:pt x="5971" y="53990"/>
                </a:lnTo>
                <a:lnTo>
                  <a:pt x="0" y="50072"/>
                </a:lnTo>
                <a:lnTo>
                  <a:pt x="32653" y="0"/>
                </a:lnTo>
                <a:close/>
                <a:moveTo>
                  <a:pt x="326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5EC9D-FC3C-4E53-BB3C-1E40D1EA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70" y="2027782"/>
            <a:ext cx="54908" cy="63428"/>
          </a:xfrm>
          <a:custGeom xmlns:a="http://schemas.openxmlformats.org/drawingml/2006/main">
            <a:pathLst>
              <a:path w="54908" h="63428">
                <a:moveTo>
                  <a:pt x="14229" y="0"/>
                </a:moveTo>
                <a:lnTo>
                  <a:pt x="54908" y="26449"/>
                </a:lnTo>
                <a:lnTo>
                  <a:pt x="51325" y="31969"/>
                </a:lnTo>
                <a:lnTo>
                  <a:pt x="34255" y="20871"/>
                </a:lnTo>
                <a:lnTo>
                  <a:pt x="6554" y="63428"/>
                </a:lnTo>
                <a:lnTo>
                  <a:pt x="0" y="59161"/>
                </a:lnTo>
                <a:lnTo>
                  <a:pt x="27774" y="16603"/>
                </a:lnTo>
                <a:lnTo>
                  <a:pt x="10705" y="5462"/>
                </a:lnTo>
                <a:lnTo>
                  <a:pt x="14229" y="0"/>
                </a:lnTo>
                <a:close/>
                <a:moveTo>
                  <a:pt x="142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4E6C4-C8DC-47CA-95E5-332DFA87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64" y="2060713"/>
            <a:ext cx="64229" cy="57413"/>
          </a:xfrm>
          <a:custGeom xmlns:a="http://schemas.openxmlformats.org/drawingml/2006/main">
            <a:pathLst>
              <a:path w="64229" h="57413">
                <a:moveTo>
                  <a:pt x="22750" y="51893"/>
                </a:moveTo>
                <a:cubicBezTo>
                  <a:pt x="18264" y="55126"/>
                  <a:pt x="14841" y="56845"/>
                  <a:pt x="12394" y="57122"/>
                </a:cubicBezTo>
                <a:cubicBezTo>
                  <a:pt x="9947" y="57413"/>
                  <a:pt x="7399" y="56670"/>
                  <a:pt x="4719" y="54966"/>
                </a:cubicBezTo>
                <a:lnTo>
                  <a:pt x="0" y="51835"/>
                </a:lnTo>
                <a:lnTo>
                  <a:pt x="3248" y="46883"/>
                </a:lnTo>
                <a:lnTo>
                  <a:pt x="6714" y="49155"/>
                </a:lnTo>
                <a:cubicBezTo>
                  <a:pt x="8360" y="50247"/>
                  <a:pt x="9846" y="50640"/>
                  <a:pt x="11258" y="50466"/>
                </a:cubicBezTo>
                <a:cubicBezTo>
                  <a:pt x="12686" y="50291"/>
                  <a:pt x="14841" y="49097"/>
                  <a:pt x="17812" y="46941"/>
                </a:cubicBezTo>
                <a:lnTo>
                  <a:pt x="20652" y="44946"/>
                </a:lnTo>
                <a:lnTo>
                  <a:pt x="29187" y="0"/>
                </a:lnTo>
                <a:lnTo>
                  <a:pt x="35435" y="4107"/>
                </a:lnTo>
                <a:lnTo>
                  <a:pt x="28328" y="39601"/>
                </a:lnTo>
                <a:lnTo>
                  <a:pt x="57966" y="18774"/>
                </a:lnTo>
                <a:lnTo>
                  <a:pt x="64229" y="22822"/>
                </a:lnTo>
                <a:lnTo>
                  <a:pt x="22750" y="51893"/>
                </a:lnTo>
                <a:close/>
                <a:moveTo>
                  <a:pt x="22750" y="518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FE660-B84E-4161-8D3B-8992CE6B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24" y="2088705"/>
            <a:ext cx="58199" cy="53655"/>
          </a:xfrm>
          <a:custGeom xmlns:a="http://schemas.openxmlformats.org/drawingml/2006/main">
            <a:pathLst>
              <a:path w="58199" h="53655">
                <a:moveTo>
                  <a:pt x="18439" y="34532"/>
                </a:moveTo>
                <a:lnTo>
                  <a:pt x="5986" y="53655"/>
                </a:lnTo>
                <a:lnTo>
                  <a:pt x="0" y="49781"/>
                </a:lnTo>
                <a:lnTo>
                  <a:pt x="32435" y="0"/>
                </a:lnTo>
                <a:lnTo>
                  <a:pt x="38348" y="3932"/>
                </a:lnTo>
                <a:lnTo>
                  <a:pt x="34823" y="9394"/>
                </a:lnTo>
                <a:cubicBezTo>
                  <a:pt x="37445" y="8025"/>
                  <a:pt x="40052" y="7457"/>
                  <a:pt x="42615" y="7690"/>
                </a:cubicBezTo>
                <a:cubicBezTo>
                  <a:pt x="45237" y="7850"/>
                  <a:pt x="47800" y="8826"/>
                  <a:pt x="50466" y="10530"/>
                </a:cubicBezTo>
                <a:cubicBezTo>
                  <a:pt x="54849" y="13370"/>
                  <a:pt x="57238" y="17463"/>
                  <a:pt x="57748" y="22706"/>
                </a:cubicBezTo>
                <a:cubicBezTo>
                  <a:pt x="58199" y="27935"/>
                  <a:pt x="56612" y="33396"/>
                  <a:pt x="52912" y="39091"/>
                </a:cubicBezTo>
                <a:cubicBezTo>
                  <a:pt x="49213" y="44771"/>
                  <a:pt x="44887" y="48412"/>
                  <a:pt x="39892" y="50131"/>
                </a:cubicBezTo>
                <a:cubicBezTo>
                  <a:pt x="34882" y="51835"/>
                  <a:pt x="30163" y="51267"/>
                  <a:pt x="25779" y="48368"/>
                </a:cubicBezTo>
                <a:cubicBezTo>
                  <a:pt x="23157" y="46650"/>
                  <a:pt x="21220" y="44669"/>
                  <a:pt x="20026" y="42382"/>
                </a:cubicBezTo>
                <a:cubicBezTo>
                  <a:pt x="18774" y="40110"/>
                  <a:pt x="18264" y="37489"/>
                  <a:pt x="18439" y="34532"/>
                </a:cubicBezTo>
                <a:close/>
                <a:moveTo>
                  <a:pt x="46766" y="35100"/>
                </a:moveTo>
                <a:cubicBezTo>
                  <a:pt x="49621" y="30731"/>
                  <a:pt x="50917" y="26740"/>
                  <a:pt x="50757" y="23099"/>
                </a:cubicBezTo>
                <a:cubicBezTo>
                  <a:pt x="50582" y="19458"/>
                  <a:pt x="48936" y="16618"/>
                  <a:pt x="45805" y="14564"/>
                </a:cubicBezTo>
                <a:cubicBezTo>
                  <a:pt x="42615" y="12525"/>
                  <a:pt x="39368" y="12118"/>
                  <a:pt x="35959" y="13487"/>
                </a:cubicBezTo>
                <a:cubicBezTo>
                  <a:pt x="32551" y="14797"/>
                  <a:pt x="29420" y="17579"/>
                  <a:pt x="26624" y="21963"/>
                </a:cubicBezTo>
                <a:cubicBezTo>
                  <a:pt x="23784" y="26289"/>
                  <a:pt x="22415" y="30323"/>
                  <a:pt x="22648" y="33964"/>
                </a:cubicBezTo>
                <a:cubicBezTo>
                  <a:pt x="22822" y="37605"/>
                  <a:pt x="24468" y="40460"/>
                  <a:pt x="27600" y="42499"/>
                </a:cubicBezTo>
                <a:cubicBezTo>
                  <a:pt x="30731" y="44552"/>
                  <a:pt x="33964" y="44887"/>
                  <a:pt x="37387" y="43577"/>
                </a:cubicBezTo>
                <a:cubicBezTo>
                  <a:pt x="40795" y="42280"/>
                  <a:pt x="43926" y="39426"/>
                  <a:pt x="46766" y="35100"/>
                </a:cubicBezTo>
                <a:close/>
                <a:moveTo>
                  <a:pt x="46766" y="351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9BB05-9DE1-4295-9835-0733208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90" y="2120514"/>
            <a:ext cx="44436" cy="48980"/>
          </a:xfrm>
          <a:custGeom xmlns:a="http://schemas.openxmlformats.org/drawingml/2006/main">
            <a:pathLst>
              <a:path w="44436" h="48980">
                <a:moveTo>
                  <a:pt x="39542" y="32260"/>
                </a:moveTo>
                <a:lnTo>
                  <a:pt x="37664" y="35100"/>
                </a:lnTo>
                <a:lnTo>
                  <a:pt x="10472" y="17404"/>
                </a:lnTo>
                <a:cubicBezTo>
                  <a:pt x="8069" y="21614"/>
                  <a:pt x="7282" y="25546"/>
                  <a:pt x="8069" y="29129"/>
                </a:cubicBezTo>
                <a:cubicBezTo>
                  <a:pt x="8870" y="32653"/>
                  <a:pt x="11258" y="35726"/>
                  <a:pt x="15191" y="38290"/>
                </a:cubicBezTo>
                <a:cubicBezTo>
                  <a:pt x="17463" y="39761"/>
                  <a:pt x="19793" y="40955"/>
                  <a:pt x="22298" y="41756"/>
                </a:cubicBezTo>
                <a:cubicBezTo>
                  <a:pt x="24803" y="42615"/>
                  <a:pt x="27483" y="43125"/>
                  <a:pt x="30323" y="43402"/>
                </a:cubicBezTo>
                <a:lnTo>
                  <a:pt x="26682" y="48980"/>
                </a:lnTo>
                <a:cubicBezTo>
                  <a:pt x="23944" y="48529"/>
                  <a:pt x="21337" y="47786"/>
                  <a:pt x="18774" y="46825"/>
                </a:cubicBezTo>
                <a:cubicBezTo>
                  <a:pt x="16268" y="45849"/>
                  <a:pt x="13822" y="44596"/>
                  <a:pt x="11550" y="43125"/>
                </a:cubicBezTo>
                <a:cubicBezTo>
                  <a:pt x="5797" y="39368"/>
                  <a:pt x="2330" y="34707"/>
                  <a:pt x="1136" y="29187"/>
                </a:cubicBezTo>
                <a:cubicBezTo>
                  <a:pt x="0" y="23667"/>
                  <a:pt x="1253" y="18031"/>
                  <a:pt x="4952" y="12292"/>
                </a:cubicBezTo>
                <a:cubicBezTo>
                  <a:pt x="8811" y="6423"/>
                  <a:pt x="13428" y="2782"/>
                  <a:pt x="18890" y="1369"/>
                </a:cubicBezTo>
                <a:cubicBezTo>
                  <a:pt x="24352" y="0"/>
                  <a:pt x="29755" y="1078"/>
                  <a:pt x="35158" y="4602"/>
                </a:cubicBezTo>
                <a:cubicBezTo>
                  <a:pt x="39994" y="7734"/>
                  <a:pt x="42834" y="11768"/>
                  <a:pt x="43635" y="16778"/>
                </a:cubicBezTo>
                <a:cubicBezTo>
                  <a:pt x="44436" y="21730"/>
                  <a:pt x="43067" y="26857"/>
                  <a:pt x="39542" y="32260"/>
                </a:cubicBezTo>
                <a:close/>
                <a:moveTo>
                  <a:pt x="34765" y="26624"/>
                </a:moveTo>
                <a:cubicBezTo>
                  <a:pt x="36862" y="23376"/>
                  <a:pt x="37605" y="20201"/>
                  <a:pt x="37096" y="17128"/>
                </a:cubicBezTo>
                <a:cubicBezTo>
                  <a:pt x="36571" y="14055"/>
                  <a:pt x="34867" y="11550"/>
                  <a:pt x="31969" y="9612"/>
                </a:cubicBezTo>
                <a:cubicBezTo>
                  <a:pt x="28677" y="7501"/>
                  <a:pt x="25429" y="6714"/>
                  <a:pt x="22182" y="7282"/>
                </a:cubicBezTo>
                <a:cubicBezTo>
                  <a:pt x="18992" y="7850"/>
                  <a:pt x="16152" y="9729"/>
                  <a:pt x="13647" y="12919"/>
                </a:cubicBezTo>
                <a:lnTo>
                  <a:pt x="34765" y="26624"/>
                </a:lnTo>
                <a:close/>
                <a:moveTo>
                  <a:pt x="34765" y="266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B981A-448B-4360-A821-53F053F9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095" y="2130694"/>
            <a:ext cx="63209" cy="65307"/>
          </a:xfrm>
          <a:custGeom xmlns:a="http://schemas.openxmlformats.org/drawingml/2006/main">
            <a:pathLst>
              <a:path w="63209" h="65307">
                <a:moveTo>
                  <a:pt x="34372" y="9554"/>
                </a:moveTo>
                <a:lnTo>
                  <a:pt x="10020" y="46941"/>
                </a:lnTo>
                <a:lnTo>
                  <a:pt x="17871" y="52053"/>
                </a:lnTo>
                <a:cubicBezTo>
                  <a:pt x="24468" y="56379"/>
                  <a:pt x="30323" y="58025"/>
                  <a:pt x="35333" y="57063"/>
                </a:cubicBezTo>
                <a:cubicBezTo>
                  <a:pt x="40402" y="56044"/>
                  <a:pt x="45004" y="52286"/>
                  <a:pt x="49213" y="45805"/>
                </a:cubicBezTo>
                <a:cubicBezTo>
                  <a:pt x="53422" y="39368"/>
                  <a:pt x="54966" y="33687"/>
                  <a:pt x="53815" y="28677"/>
                </a:cubicBezTo>
                <a:cubicBezTo>
                  <a:pt x="52679" y="23667"/>
                  <a:pt x="48820" y="19007"/>
                  <a:pt x="42222" y="14681"/>
                </a:cubicBezTo>
                <a:lnTo>
                  <a:pt x="34372" y="9554"/>
                </a:lnTo>
                <a:close/>
                <a:moveTo>
                  <a:pt x="31343" y="0"/>
                </a:moveTo>
                <a:lnTo>
                  <a:pt x="44669" y="8710"/>
                </a:lnTo>
                <a:cubicBezTo>
                  <a:pt x="53990" y="14797"/>
                  <a:pt x="59568" y="21162"/>
                  <a:pt x="61389" y="27876"/>
                </a:cubicBezTo>
                <a:cubicBezTo>
                  <a:pt x="63209" y="34590"/>
                  <a:pt x="61447" y="42047"/>
                  <a:pt x="56102" y="50291"/>
                </a:cubicBezTo>
                <a:cubicBezTo>
                  <a:pt x="50699" y="58549"/>
                  <a:pt x="44552" y="63209"/>
                  <a:pt x="37605" y="64287"/>
                </a:cubicBezTo>
                <a:cubicBezTo>
                  <a:pt x="30731" y="65307"/>
                  <a:pt x="22648" y="62816"/>
                  <a:pt x="13370" y="56772"/>
                </a:cubicBezTo>
                <a:lnTo>
                  <a:pt x="0" y="48077"/>
                </a:lnTo>
                <a:lnTo>
                  <a:pt x="31343" y="0"/>
                </a:lnTo>
                <a:close/>
                <a:moveTo>
                  <a:pt x="3134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75A24-A0F6-4D31-93AF-EDC439B3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37" y="2163756"/>
            <a:ext cx="61680" cy="68205"/>
          </a:xfrm>
          <a:custGeom xmlns:a="http://schemas.openxmlformats.org/drawingml/2006/main">
            <a:pathLst>
              <a:path w="61680" h="68205">
                <a:moveTo>
                  <a:pt x="31299" y="0"/>
                </a:moveTo>
                <a:lnTo>
                  <a:pt x="61680" y="19793"/>
                </a:lnTo>
                <a:lnTo>
                  <a:pt x="58156" y="25255"/>
                </a:lnTo>
                <a:lnTo>
                  <a:pt x="34255" y="9729"/>
                </a:lnTo>
                <a:lnTo>
                  <a:pt x="24978" y="23944"/>
                </a:lnTo>
                <a:lnTo>
                  <a:pt x="47859" y="38858"/>
                </a:lnTo>
                <a:lnTo>
                  <a:pt x="44319" y="44319"/>
                </a:lnTo>
                <a:lnTo>
                  <a:pt x="21395" y="29406"/>
                </a:lnTo>
                <a:lnTo>
                  <a:pt x="10079" y="46810"/>
                </a:lnTo>
                <a:lnTo>
                  <a:pt x="34547" y="62743"/>
                </a:lnTo>
                <a:lnTo>
                  <a:pt x="30964" y="68205"/>
                </a:lnTo>
                <a:lnTo>
                  <a:pt x="0" y="48062"/>
                </a:lnTo>
                <a:lnTo>
                  <a:pt x="31299" y="0"/>
                </a:lnTo>
                <a:close/>
                <a:moveTo>
                  <a:pt x="312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918A3-595E-4F14-A028-24B37EF6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981" y="2194749"/>
            <a:ext cx="59568" cy="59452"/>
          </a:xfrm>
          <a:custGeom xmlns:a="http://schemas.openxmlformats.org/drawingml/2006/main">
            <a:pathLst>
              <a:path w="59568" h="59452">
                <a:moveTo>
                  <a:pt x="59568" y="16443"/>
                </a:moveTo>
                <a:lnTo>
                  <a:pt x="55461" y="22822"/>
                </a:lnTo>
                <a:cubicBezTo>
                  <a:pt x="53757" y="20026"/>
                  <a:pt x="51995" y="17637"/>
                  <a:pt x="50174" y="15657"/>
                </a:cubicBezTo>
                <a:cubicBezTo>
                  <a:pt x="48412" y="13603"/>
                  <a:pt x="46475" y="11957"/>
                  <a:pt x="44436" y="10647"/>
                </a:cubicBezTo>
                <a:cubicBezTo>
                  <a:pt x="40897" y="8316"/>
                  <a:pt x="37722" y="7239"/>
                  <a:pt x="34867" y="7340"/>
                </a:cubicBezTo>
                <a:cubicBezTo>
                  <a:pt x="32085" y="7457"/>
                  <a:pt x="29872" y="8768"/>
                  <a:pt x="28211" y="11331"/>
                </a:cubicBezTo>
                <a:cubicBezTo>
                  <a:pt x="26798" y="13428"/>
                  <a:pt x="26391" y="15482"/>
                  <a:pt x="26959" y="17419"/>
                </a:cubicBezTo>
                <a:cubicBezTo>
                  <a:pt x="27527" y="19298"/>
                  <a:pt x="29406" y="21745"/>
                  <a:pt x="32537" y="24759"/>
                </a:cubicBezTo>
                <a:lnTo>
                  <a:pt x="35945" y="28109"/>
                </a:lnTo>
                <a:cubicBezTo>
                  <a:pt x="40169" y="32202"/>
                  <a:pt x="42659" y="36134"/>
                  <a:pt x="43460" y="39950"/>
                </a:cubicBezTo>
                <a:cubicBezTo>
                  <a:pt x="44261" y="43810"/>
                  <a:pt x="43402" y="47684"/>
                  <a:pt x="40839" y="51558"/>
                </a:cubicBezTo>
                <a:cubicBezTo>
                  <a:pt x="37824" y="56219"/>
                  <a:pt x="33964" y="58724"/>
                  <a:pt x="29245" y="59117"/>
                </a:cubicBezTo>
                <a:cubicBezTo>
                  <a:pt x="24570" y="59452"/>
                  <a:pt x="19225" y="57690"/>
                  <a:pt x="13195" y="53772"/>
                </a:cubicBezTo>
                <a:cubicBezTo>
                  <a:pt x="10923" y="52286"/>
                  <a:pt x="8695" y="50466"/>
                  <a:pt x="6423" y="48252"/>
                </a:cubicBezTo>
                <a:cubicBezTo>
                  <a:pt x="4209" y="46096"/>
                  <a:pt x="2039" y="43591"/>
                  <a:pt x="0" y="40795"/>
                </a:cubicBezTo>
                <a:lnTo>
                  <a:pt x="4326" y="34081"/>
                </a:lnTo>
                <a:cubicBezTo>
                  <a:pt x="6030" y="37329"/>
                  <a:pt x="7850" y="40110"/>
                  <a:pt x="9889" y="42499"/>
                </a:cubicBezTo>
                <a:cubicBezTo>
                  <a:pt x="11943" y="44887"/>
                  <a:pt x="14215" y="46883"/>
                  <a:pt x="16662" y="48485"/>
                </a:cubicBezTo>
                <a:cubicBezTo>
                  <a:pt x="20361" y="50932"/>
                  <a:pt x="23667" y="52068"/>
                  <a:pt x="26682" y="51893"/>
                </a:cubicBezTo>
                <a:cubicBezTo>
                  <a:pt x="29639" y="51776"/>
                  <a:pt x="31969" y="50364"/>
                  <a:pt x="33731" y="47626"/>
                </a:cubicBezTo>
                <a:cubicBezTo>
                  <a:pt x="35275" y="45295"/>
                  <a:pt x="35785" y="42965"/>
                  <a:pt x="35158" y="40678"/>
                </a:cubicBezTo>
                <a:cubicBezTo>
                  <a:pt x="34590" y="38406"/>
                  <a:pt x="32886" y="35843"/>
                  <a:pt x="29974" y="33061"/>
                </a:cubicBezTo>
                <a:lnTo>
                  <a:pt x="26565" y="29711"/>
                </a:lnTo>
                <a:cubicBezTo>
                  <a:pt x="22298" y="25546"/>
                  <a:pt x="19793" y="21803"/>
                  <a:pt x="18992" y="18322"/>
                </a:cubicBezTo>
                <a:cubicBezTo>
                  <a:pt x="18147" y="14856"/>
                  <a:pt x="18948" y="11273"/>
                  <a:pt x="21337" y="7573"/>
                </a:cubicBezTo>
                <a:cubicBezTo>
                  <a:pt x="24119" y="3364"/>
                  <a:pt x="27760" y="976"/>
                  <a:pt x="32362" y="466"/>
                </a:cubicBezTo>
                <a:cubicBezTo>
                  <a:pt x="36921" y="0"/>
                  <a:pt x="41873" y="1427"/>
                  <a:pt x="47101" y="4835"/>
                </a:cubicBezTo>
                <a:cubicBezTo>
                  <a:pt x="49373" y="6321"/>
                  <a:pt x="51543" y="8025"/>
                  <a:pt x="53582" y="9962"/>
                </a:cubicBezTo>
                <a:cubicBezTo>
                  <a:pt x="55694" y="11899"/>
                  <a:pt x="57690" y="14055"/>
                  <a:pt x="59568" y="16443"/>
                </a:cubicBezTo>
                <a:close/>
                <a:moveTo>
                  <a:pt x="59568" y="164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7AAA2-84FC-4908-AEBB-E47F5B8B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05" y="2218139"/>
            <a:ext cx="57005" cy="52286"/>
          </a:xfrm>
          <a:custGeom xmlns:a="http://schemas.openxmlformats.org/drawingml/2006/main">
            <a:pathLst>
              <a:path w="57005" h="52286">
                <a:moveTo>
                  <a:pt x="34357" y="9554"/>
                </a:moveTo>
                <a:lnTo>
                  <a:pt x="22589" y="27585"/>
                </a:lnTo>
                <a:lnTo>
                  <a:pt x="30775" y="32945"/>
                </a:lnTo>
                <a:cubicBezTo>
                  <a:pt x="33789" y="34925"/>
                  <a:pt x="36644" y="35668"/>
                  <a:pt x="39309" y="35158"/>
                </a:cubicBezTo>
                <a:cubicBezTo>
                  <a:pt x="41989" y="34707"/>
                  <a:pt x="44261" y="33003"/>
                  <a:pt x="46140" y="30090"/>
                </a:cubicBezTo>
                <a:cubicBezTo>
                  <a:pt x="48019" y="27192"/>
                  <a:pt x="48645" y="24468"/>
                  <a:pt x="48019" y="21788"/>
                </a:cubicBezTo>
                <a:cubicBezTo>
                  <a:pt x="47393" y="19167"/>
                  <a:pt x="45514" y="16836"/>
                  <a:pt x="42499" y="14899"/>
                </a:cubicBezTo>
                <a:lnTo>
                  <a:pt x="34357" y="9554"/>
                </a:lnTo>
                <a:close/>
                <a:moveTo>
                  <a:pt x="31343" y="0"/>
                </a:moveTo>
                <a:lnTo>
                  <a:pt x="45965" y="9554"/>
                </a:lnTo>
                <a:cubicBezTo>
                  <a:pt x="51369" y="13079"/>
                  <a:pt x="54675" y="16953"/>
                  <a:pt x="55811" y="21162"/>
                </a:cubicBezTo>
                <a:cubicBezTo>
                  <a:pt x="57005" y="25371"/>
                  <a:pt x="56044" y="29872"/>
                  <a:pt x="53029" y="34532"/>
                </a:cubicBezTo>
                <a:cubicBezTo>
                  <a:pt x="49898" y="39309"/>
                  <a:pt x="46198" y="41989"/>
                  <a:pt x="41873" y="42615"/>
                </a:cubicBezTo>
                <a:cubicBezTo>
                  <a:pt x="37547" y="43242"/>
                  <a:pt x="32653" y="41814"/>
                  <a:pt x="27250" y="38290"/>
                </a:cubicBezTo>
                <a:lnTo>
                  <a:pt x="19108" y="32945"/>
                </a:lnTo>
                <a:lnTo>
                  <a:pt x="6539" y="52286"/>
                </a:lnTo>
                <a:lnTo>
                  <a:pt x="0" y="48019"/>
                </a:lnTo>
                <a:lnTo>
                  <a:pt x="31343" y="0"/>
                </a:lnTo>
                <a:close/>
                <a:moveTo>
                  <a:pt x="3134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E8CB6-E60A-49ED-85CB-8228C9B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790" y="2241806"/>
            <a:ext cx="38567" cy="53932"/>
          </a:xfrm>
          <a:custGeom xmlns:a="http://schemas.openxmlformats.org/drawingml/2006/main">
            <a:pathLst>
              <a:path w="38567" h="53932">
                <a:moveTo>
                  <a:pt x="32653" y="0"/>
                </a:moveTo>
                <a:lnTo>
                  <a:pt x="38567" y="3874"/>
                </a:lnTo>
                <a:lnTo>
                  <a:pt x="5913" y="53932"/>
                </a:lnTo>
                <a:lnTo>
                  <a:pt x="0" y="50058"/>
                </a:lnTo>
                <a:lnTo>
                  <a:pt x="32653" y="0"/>
                </a:lnTo>
                <a:close/>
                <a:moveTo>
                  <a:pt x="326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6BFCA-91EF-476F-8A39-021A5C85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46" y="2267410"/>
            <a:ext cx="49038" cy="55694"/>
          </a:xfrm>
          <a:custGeom xmlns:a="http://schemas.openxmlformats.org/drawingml/2006/main">
            <a:pathLst>
              <a:path w="49038" h="55694">
                <a:moveTo>
                  <a:pt x="4602" y="21788"/>
                </a:moveTo>
                <a:lnTo>
                  <a:pt x="18832" y="0"/>
                </a:lnTo>
                <a:lnTo>
                  <a:pt x="24745" y="3801"/>
                </a:lnTo>
                <a:lnTo>
                  <a:pt x="10690" y="25429"/>
                </a:lnTo>
                <a:cubicBezTo>
                  <a:pt x="8476" y="28837"/>
                  <a:pt x="7457" y="31852"/>
                  <a:pt x="7675" y="34416"/>
                </a:cubicBezTo>
                <a:cubicBezTo>
                  <a:pt x="7908" y="36979"/>
                  <a:pt x="9336" y="39135"/>
                  <a:pt x="12001" y="40839"/>
                </a:cubicBezTo>
                <a:cubicBezTo>
                  <a:pt x="15191" y="42950"/>
                  <a:pt x="18380" y="43577"/>
                  <a:pt x="21570" y="42717"/>
                </a:cubicBezTo>
                <a:cubicBezTo>
                  <a:pt x="24745" y="41931"/>
                  <a:pt x="27483" y="39703"/>
                  <a:pt x="29813" y="36178"/>
                </a:cubicBezTo>
                <a:lnTo>
                  <a:pt x="43125" y="15759"/>
                </a:lnTo>
                <a:lnTo>
                  <a:pt x="49038" y="19618"/>
                </a:lnTo>
                <a:lnTo>
                  <a:pt x="25546" y="55694"/>
                </a:lnTo>
                <a:lnTo>
                  <a:pt x="19633" y="51820"/>
                </a:lnTo>
                <a:lnTo>
                  <a:pt x="23216" y="46257"/>
                </a:lnTo>
                <a:cubicBezTo>
                  <a:pt x="20376" y="47553"/>
                  <a:pt x="17637" y="48077"/>
                  <a:pt x="15074" y="47902"/>
                </a:cubicBezTo>
                <a:cubicBezTo>
                  <a:pt x="12467" y="47728"/>
                  <a:pt x="9904" y="46825"/>
                  <a:pt x="7399" y="45164"/>
                </a:cubicBezTo>
                <a:cubicBezTo>
                  <a:pt x="3248" y="42499"/>
                  <a:pt x="961" y="39135"/>
                  <a:pt x="510" y="35158"/>
                </a:cubicBezTo>
                <a:cubicBezTo>
                  <a:pt x="0" y="31226"/>
                  <a:pt x="1427" y="26740"/>
                  <a:pt x="4602" y="21788"/>
                </a:cubicBezTo>
                <a:close/>
                <a:moveTo>
                  <a:pt x="4602" y="217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F46C3-A5E1-467D-87C8-B3C86A85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955" y="2298520"/>
            <a:ext cx="59044" cy="59568"/>
          </a:xfrm>
          <a:custGeom xmlns:a="http://schemas.openxmlformats.org/drawingml/2006/main">
            <a:pathLst>
              <a:path w="59044" h="59568">
                <a:moveTo>
                  <a:pt x="41640" y="29537"/>
                </a:moveTo>
                <a:cubicBezTo>
                  <a:pt x="44421" y="25211"/>
                  <a:pt x="45732" y="21337"/>
                  <a:pt x="45514" y="17812"/>
                </a:cubicBezTo>
                <a:cubicBezTo>
                  <a:pt x="45281" y="14288"/>
                  <a:pt x="43577" y="11506"/>
                  <a:pt x="40329" y="9452"/>
                </a:cubicBezTo>
                <a:cubicBezTo>
                  <a:pt x="37197" y="7340"/>
                  <a:pt x="33964" y="6947"/>
                  <a:pt x="30658" y="8141"/>
                </a:cubicBezTo>
                <a:cubicBezTo>
                  <a:pt x="27308" y="9336"/>
                  <a:pt x="24293" y="12074"/>
                  <a:pt x="21497" y="16385"/>
                </a:cubicBezTo>
                <a:cubicBezTo>
                  <a:pt x="18715" y="20652"/>
                  <a:pt x="17404" y="24526"/>
                  <a:pt x="17696" y="28051"/>
                </a:cubicBezTo>
                <a:cubicBezTo>
                  <a:pt x="17914" y="31576"/>
                  <a:pt x="19618" y="34372"/>
                  <a:pt x="22750" y="36411"/>
                </a:cubicBezTo>
                <a:cubicBezTo>
                  <a:pt x="25997" y="38523"/>
                  <a:pt x="29231" y="38916"/>
                  <a:pt x="32537" y="37722"/>
                </a:cubicBezTo>
                <a:cubicBezTo>
                  <a:pt x="35843" y="36527"/>
                  <a:pt x="38858" y="33804"/>
                  <a:pt x="41640" y="29537"/>
                </a:cubicBezTo>
                <a:close/>
                <a:moveTo>
                  <a:pt x="38450" y="47334"/>
                </a:moveTo>
                <a:cubicBezTo>
                  <a:pt x="34474" y="53480"/>
                  <a:pt x="30148" y="57122"/>
                  <a:pt x="25488" y="58374"/>
                </a:cubicBezTo>
                <a:cubicBezTo>
                  <a:pt x="20813" y="59568"/>
                  <a:pt x="15642" y="58374"/>
                  <a:pt x="10064" y="54675"/>
                </a:cubicBezTo>
                <a:cubicBezTo>
                  <a:pt x="7967" y="53378"/>
                  <a:pt x="6088" y="51893"/>
                  <a:pt x="4428" y="50407"/>
                </a:cubicBezTo>
                <a:cubicBezTo>
                  <a:pt x="2782" y="48878"/>
                  <a:pt x="1296" y="47232"/>
                  <a:pt x="0" y="45470"/>
                </a:cubicBezTo>
                <a:lnTo>
                  <a:pt x="3743" y="39717"/>
                </a:lnTo>
                <a:cubicBezTo>
                  <a:pt x="4894" y="41771"/>
                  <a:pt x="6146" y="43591"/>
                  <a:pt x="7559" y="45120"/>
                </a:cubicBezTo>
                <a:cubicBezTo>
                  <a:pt x="8928" y="46708"/>
                  <a:pt x="10515" y="48077"/>
                  <a:pt x="12278" y="49213"/>
                </a:cubicBezTo>
                <a:cubicBezTo>
                  <a:pt x="16152" y="51718"/>
                  <a:pt x="19735" y="52636"/>
                  <a:pt x="22983" y="51835"/>
                </a:cubicBezTo>
                <a:cubicBezTo>
                  <a:pt x="26216" y="51092"/>
                  <a:pt x="29187" y="48645"/>
                  <a:pt x="31852" y="44552"/>
                </a:cubicBezTo>
                <a:lnTo>
                  <a:pt x="33789" y="41596"/>
                </a:lnTo>
                <a:cubicBezTo>
                  <a:pt x="31168" y="42965"/>
                  <a:pt x="28561" y="43533"/>
                  <a:pt x="25997" y="43300"/>
                </a:cubicBezTo>
                <a:cubicBezTo>
                  <a:pt x="23376" y="43125"/>
                  <a:pt x="20754" y="42164"/>
                  <a:pt x="18089" y="40460"/>
                </a:cubicBezTo>
                <a:cubicBezTo>
                  <a:pt x="13705" y="37562"/>
                  <a:pt x="11200" y="33571"/>
                  <a:pt x="10690" y="28459"/>
                </a:cubicBezTo>
                <a:cubicBezTo>
                  <a:pt x="10181" y="23274"/>
                  <a:pt x="11768" y="17929"/>
                  <a:pt x="15351" y="12409"/>
                </a:cubicBezTo>
                <a:cubicBezTo>
                  <a:pt x="18992" y="6831"/>
                  <a:pt x="23259" y="3248"/>
                  <a:pt x="28153" y="1602"/>
                </a:cubicBezTo>
                <a:cubicBezTo>
                  <a:pt x="33047" y="0"/>
                  <a:pt x="37707" y="626"/>
                  <a:pt x="42149" y="3539"/>
                </a:cubicBezTo>
                <a:cubicBezTo>
                  <a:pt x="44771" y="5243"/>
                  <a:pt x="46766" y="7282"/>
                  <a:pt x="47961" y="9569"/>
                </a:cubicBezTo>
                <a:cubicBezTo>
                  <a:pt x="49213" y="11841"/>
                  <a:pt x="49723" y="14462"/>
                  <a:pt x="49548" y="17361"/>
                </a:cubicBezTo>
                <a:lnTo>
                  <a:pt x="53131" y="11899"/>
                </a:lnTo>
                <a:lnTo>
                  <a:pt x="59044" y="15773"/>
                </a:lnTo>
                <a:lnTo>
                  <a:pt x="38450" y="47334"/>
                </a:lnTo>
                <a:close/>
                <a:moveTo>
                  <a:pt x="38450" y="473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A1F90-97E9-40F3-B3D6-098CAAA3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740" y="2308205"/>
            <a:ext cx="38508" cy="53932"/>
          </a:xfrm>
          <a:custGeom xmlns:a="http://schemas.openxmlformats.org/drawingml/2006/main">
            <a:pathLst>
              <a:path w="38508" h="53932">
                <a:moveTo>
                  <a:pt x="23434" y="14040"/>
                </a:moveTo>
                <a:lnTo>
                  <a:pt x="29362" y="17914"/>
                </a:lnTo>
                <a:lnTo>
                  <a:pt x="5913" y="53932"/>
                </a:lnTo>
                <a:lnTo>
                  <a:pt x="0" y="50058"/>
                </a:lnTo>
                <a:lnTo>
                  <a:pt x="23434" y="14040"/>
                </a:lnTo>
                <a:close/>
                <a:moveTo>
                  <a:pt x="32595" y="0"/>
                </a:moveTo>
                <a:lnTo>
                  <a:pt x="38508" y="3860"/>
                </a:lnTo>
                <a:lnTo>
                  <a:pt x="33615" y="11375"/>
                </a:lnTo>
                <a:lnTo>
                  <a:pt x="27701" y="7501"/>
                </a:lnTo>
                <a:lnTo>
                  <a:pt x="32595" y="0"/>
                </a:lnTo>
                <a:close/>
                <a:moveTo>
                  <a:pt x="325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69ADE-946E-434E-BBAD-5CE04081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71" y="2334028"/>
            <a:ext cx="49038" cy="55694"/>
          </a:xfrm>
          <a:custGeom xmlns:a="http://schemas.openxmlformats.org/drawingml/2006/main">
            <a:pathLst>
              <a:path w="49038" h="55694">
                <a:moveTo>
                  <a:pt x="44378" y="33964"/>
                </a:moveTo>
                <a:lnTo>
                  <a:pt x="30207" y="55694"/>
                </a:lnTo>
                <a:lnTo>
                  <a:pt x="24293" y="51835"/>
                </a:lnTo>
                <a:lnTo>
                  <a:pt x="38348" y="30265"/>
                </a:lnTo>
                <a:cubicBezTo>
                  <a:pt x="40562" y="26857"/>
                  <a:pt x="41538" y="23900"/>
                  <a:pt x="41305" y="21337"/>
                </a:cubicBezTo>
                <a:cubicBezTo>
                  <a:pt x="41072" y="18774"/>
                  <a:pt x="39659" y="16618"/>
                  <a:pt x="36979" y="14899"/>
                </a:cubicBezTo>
                <a:cubicBezTo>
                  <a:pt x="33789" y="12802"/>
                  <a:pt x="30614" y="12176"/>
                  <a:pt x="27425" y="13035"/>
                </a:cubicBezTo>
                <a:cubicBezTo>
                  <a:pt x="24293" y="13822"/>
                  <a:pt x="21570" y="16050"/>
                  <a:pt x="19225" y="19516"/>
                </a:cubicBezTo>
                <a:lnTo>
                  <a:pt x="5971" y="39877"/>
                </a:lnTo>
                <a:lnTo>
                  <a:pt x="0" y="36018"/>
                </a:lnTo>
                <a:lnTo>
                  <a:pt x="23492" y="0"/>
                </a:lnTo>
                <a:lnTo>
                  <a:pt x="29478" y="3874"/>
                </a:lnTo>
                <a:lnTo>
                  <a:pt x="25837" y="9438"/>
                </a:lnTo>
                <a:cubicBezTo>
                  <a:pt x="28619" y="8243"/>
                  <a:pt x="31357" y="7675"/>
                  <a:pt x="33964" y="7850"/>
                </a:cubicBezTo>
                <a:cubicBezTo>
                  <a:pt x="36586" y="8025"/>
                  <a:pt x="39149" y="8928"/>
                  <a:pt x="41654" y="10588"/>
                </a:cubicBezTo>
                <a:cubicBezTo>
                  <a:pt x="45805" y="13312"/>
                  <a:pt x="48135" y="16618"/>
                  <a:pt x="48587" y="20536"/>
                </a:cubicBezTo>
                <a:cubicBezTo>
                  <a:pt x="49038" y="24526"/>
                  <a:pt x="47626" y="28954"/>
                  <a:pt x="44378" y="33964"/>
                </a:cubicBezTo>
                <a:close/>
                <a:moveTo>
                  <a:pt x="44378" y="339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A3532-A5D1-48E5-B957-BBA5C0A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619" y="2389780"/>
            <a:ext cx="12118" cy="12569"/>
          </a:xfrm>
          <a:custGeom xmlns:a="http://schemas.openxmlformats.org/drawingml/2006/main">
            <a:pathLst>
              <a:path w="12118" h="12569">
                <a:moveTo>
                  <a:pt x="5345" y="0"/>
                </a:moveTo>
                <a:lnTo>
                  <a:pt x="12118" y="4442"/>
                </a:lnTo>
                <a:lnTo>
                  <a:pt x="6816" y="12569"/>
                </a:lnTo>
                <a:lnTo>
                  <a:pt x="0" y="8200"/>
                </a:lnTo>
                <a:lnTo>
                  <a:pt x="5345" y="0"/>
                </a:lnTo>
                <a:close/>
                <a:moveTo>
                  <a:pt x="534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A4C8A-B155-4E6D-A9C5-8CB0747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980" y="2363157"/>
            <a:ext cx="37838" cy="67535"/>
          </a:xfrm>
          <a:custGeom xmlns:a="http://schemas.openxmlformats.org/drawingml/2006/main">
            <a:pathLst>
              <a:path w="37838" h="67535">
                <a:moveTo>
                  <a:pt x="31284" y="0"/>
                </a:moveTo>
                <a:lnTo>
                  <a:pt x="37838" y="4267"/>
                </a:lnTo>
                <a:lnTo>
                  <a:pt x="10064" y="46825"/>
                </a:lnTo>
                <a:lnTo>
                  <a:pt x="33454" y="62073"/>
                </a:lnTo>
                <a:lnTo>
                  <a:pt x="29930" y="67535"/>
                </a:lnTo>
                <a:lnTo>
                  <a:pt x="0" y="48077"/>
                </a:lnTo>
                <a:lnTo>
                  <a:pt x="31284" y="0"/>
                </a:lnTo>
                <a:close/>
                <a:moveTo>
                  <a:pt x="312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01566-C972-40D7-B3A7-5CFE96AD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26" y="2387115"/>
            <a:ext cx="75225" cy="76682"/>
          </a:xfrm>
          <a:custGeom xmlns:a="http://schemas.openxmlformats.org/drawingml/2006/main">
            <a:pathLst>
              <a:path w="75225" h="76682">
                <a:moveTo>
                  <a:pt x="31299" y="0"/>
                </a:moveTo>
                <a:lnTo>
                  <a:pt x="40970" y="6306"/>
                </a:lnTo>
                <a:lnTo>
                  <a:pt x="31925" y="46985"/>
                </a:lnTo>
                <a:lnTo>
                  <a:pt x="65540" y="22298"/>
                </a:lnTo>
                <a:lnTo>
                  <a:pt x="75225" y="28604"/>
                </a:lnTo>
                <a:lnTo>
                  <a:pt x="43926" y="76682"/>
                </a:lnTo>
                <a:lnTo>
                  <a:pt x="37620" y="72531"/>
                </a:lnTo>
                <a:lnTo>
                  <a:pt x="65088" y="30323"/>
                </a:lnTo>
                <a:lnTo>
                  <a:pt x="31241" y="55228"/>
                </a:lnTo>
                <a:lnTo>
                  <a:pt x="24701" y="50975"/>
                </a:lnTo>
                <a:lnTo>
                  <a:pt x="33804" y="9947"/>
                </a:lnTo>
                <a:lnTo>
                  <a:pt x="6321" y="52170"/>
                </a:lnTo>
                <a:lnTo>
                  <a:pt x="0" y="48004"/>
                </a:lnTo>
                <a:lnTo>
                  <a:pt x="31299" y="0"/>
                </a:lnTo>
                <a:close/>
                <a:moveTo>
                  <a:pt x="312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398A9-DC7E-47FE-86E6-BFD4E8E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64" y="1832751"/>
            <a:ext cx="57690" cy="51369"/>
          </a:xfrm>
          <a:custGeom xmlns:a="http://schemas.openxmlformats.org/drawingml/2006/main">
            <a:pathLst>
              <a:path w="57690" h="51369">
                <a:moveTo>
                  <a:pt x="35610" y="9671"/>
                </a:moveTo>
                <a:lnTo>
                  <a:pt x="23216" y="27308"/>
                </a:lnTo>
                <a:lnTo>
                  <a:pt x="31226" y="32886"/>
                </a:lnTo>
                <a:cubicBezTo>
                  <a:pt x="34197" y="34984"/>
                  <a:pt x="36979" y="35785"/>
                  <a:pt x="39717" y="35391"/>
                </a:cubicBezTo>
                <a:cubicBezTo>
                  <a:pt x="42382" y="34984"/>
                  <a:pt x="44713" y="33396"/>
                  <a:pt x="46708" y="30556"/>
                </a:cubicBezTo>
                <a:cubicBezTo>
                  <a:pt x="48645" y="27760"/>
                  <a:pt x="49388" y="25036"/>
                  <a:pt x="48820" y="22356"/>
                </a:cubicBezTo>
                <a:cubicBezTo>
                  <a:pt x="48296" y="19691"/>
                  <a:pt x="46533" y="17346"/>
                  <a:pt x="43577" y="15249"/>
                </a:cubicBezTo>
                <a:lnTo>
                  <a:pt x="35610" y="9671"/>
                </a:lnTo>
                <a:close/>
                <a:moveTo>
                  <a:pt x="32886" y="0"/>
                </a:moveTo>
                <a:lnTo>
                  <a:pt x="47276" y="10006"/>
                </a:lnTo>
                <a:cubicBezTo>
                  <a:pt x="52505" y="13705"/>
                  <a:pt x="55636" y="17696"/>
                  <a:pt x="56670" y="21963"/>
                </a:cubicBezTo>
                <a:cubicBezTo>
                  <a:pt x="57690" y="26230"/>
                  <a:pt x="56612" y="30658"/>
                  <a:pt x="53422" y="35275"/>
                </a:cubicBezTo>
                <a:cubicBezTo>
                  <a:pt x="50116" y="39877"/>
                  <a:pt x="46373" y="42441"/>
                  <a:pt x="41989" y="42950"/>
                </a:cubicBezTo>
                <a:cubicBezTo>
                  <a:pt x="37664" y="43402"/>
                  <a:pt x="32828" y="41814"/>
                  <a:pt x="27585" y="38115"/>
                </a:cubicBezTo>
                <a:lnTo>
                  <a:pt x="19575" y="32537"/>
                </a:lnTo>
                <a:lnTo>
                  <a:pt x="6365" y="51369"/>
                </a:lnTo>
                <a:lnTo>
                  <a:pt x="0" y="46941"/>
                </a:lnTo>
                <a:lnTo>
                  <a:pt x="32886" y="0"/>
                </a:lnTo>
                <a:close/>
                <a:moveTo>
                  <a:pt x="328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30A12-64C7-4D98-8F0A-A73E8D42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12" y="1857670"/>
            <a:ext cx="49373" cy="69574"/>
          </a:xfrm>
          <a:custGeom xmlns:a="http://schemas.openxmlformats.org/drawingml/2006/main">
            <a:pathLst>
              <a:path w="49373" h="69574">
                <a:moveTo>
                  <a:pt x="44436" y="48296"/>
                </a:moveTo>
                <a:lnTo>
                  <a:pt x="29522" y="69574"/>
                </a:lnTo>
                <a:lnTo>
                  <a:pt x="23725" y="65540"/>
                </a:lnTo>
                <a:lnTo>
                  <a:pt x="38508" y="44436"/>
                </a:lnTo>
                <a:cubicBezTo>
                  <a:pt x="40839" y="41130"/>
                  <a:pt x="41931" y="38173"/>
                  <a:pt x="41814" y="35610"/>
                </a:cubicBezTo>
                <a:cubicBezTo>
                  <a:pt x="41640" y="33047"/>
                  <a:pt x="40271" y="30833"/>
                  <a:pt x="37722" y="29012"/>
                </a:cubicBezTo>
                <a:cubicBezTo>
                  <a:pt x="34590" y="26857"/>
                  <a:pt x="31401" y="26114"/>
                  <a:pt x="28211" y="26857"/>
                </a:cubicBezTo>
                <a:cubicBezTo>
                  <a:pt x="25036" y="27541"/>
                  <a:pt x="22182" y="29639"/>
                  <a:pt x="19793" y="33047"/>
                </a:cubicBezTo>
                <a:lnTo>
                  <a:pt x="5855" y="52971"/>
                </a:lnTo>
                <a:lnTo>
                  <a:pt x="0" y="48922"/>
                </a:lnTo>
                <a:lnTo>
                  <a:pt x="34299" y="0"/>
                </a:lnTo>
                <a:lnTo>
                  <a:pt x="40110" y="4034"/>
                </a:lnTo>
                <a:lnTo>
                  <a:pt x="26682" y="23216"/>
                </a:lnTo>
                <a:cubicBezTo>
                  <a:pt x="29580" y="22080"/>
                  <a:pt x="32318" y="21672"/>
                  <a:pt x="34925" y="21905"/>
                </a:cubicBezTo>
                <a:cubicBezTo>
                  <a:pt x="37489" y="22182"/>
                  <a:pt x="40052" y="23157"/>
                  <a:pt x="42499" y="24920"/>
                </a:cubicBezTo>
                <a:cubicBezTo>
                  <a:pt x="46533" y="27760"/>
                  <a:pt x="48747" y="31124"/>
                  <a:pt x="49038" y="35100"/>
                </a:cubicBezTo>
                <a:cubicBezTo>
                  <a:pt x="49373" y="39033"/>
                  <a:pt x="47844" y="43460"/>
                  <a:pt x="44436" y="48296"/>
                </a:cubicBezTo>
                <a:close/>
                <a:moveTo>
                  <a:pt x="44436" y="482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10F7B-5235-45C0-B544-C21AD44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74" y="1904145"/>
            <a:ext cx="43912" cy="46315"/>
          </a:xfrm>
          <a:custGeom xmlns:a="http://schemas.openxmlformats.org/drawingml/2006/main">
            <a:pathLst>
              <a:path w="43912" h="46315">
                <a:moveTo>
                  <a:pt x="31517" y="9627"/>
                </a:moveTo>
                <a:cubicBezTo>
                  <a:pt x="28386" y="7399"/>
                  <a:pt x="25080" y="6889"/>
                  <a:pt x="21555" y="8083"/>
                </a:cubicBezTo>
                <a:cubicBezTo>
                  <a:pt x="18089" y="9219"/>
                  <a:pt x="14841" y="11899"/>
                  <a:pt x="11885" y="16108"/>
                </a:cubicBezTo>
                <a:cubicBezTo>
                  <a:pt x="8928" y="20317"/>
                  <a:pt x="7501" y="24293"/>
                  <a:pt x="7617" y="27935"/>
                </a:cubicBezTo>
                <a:cubicBezTo>
                  <a:pt x="7734" y="31634"/>
                  <a:pt x="9321" y="34590"/>
                  <a:pt x="12453" y="36761"/>
                </a:cubicBezTo>
                <a:cubicBezTo>
                  <a:pt x="15526" y="38916"/>
                  <a:pt x="18832" y="39426"/>
                  <a:pt x="22298" y="38232"/>
                </a:cubicBezTo>
                <a:cubicBezTo>
                  <a:pt x="25823" y="37096"/>
                  <a:pt x="29071" y="34430"/>
                  <a:pt x="31969" y="30221"/>
                </a:cubicBezTo>
                <a:cubicBezTo>
                  <a:pt x="34925" y="26056"/>
                  <a:pt x="36353" y="22080"/>
                  <a:pt x="36236" y="18380"/>
                </a:cubicBezTo>
                <a:cubicBezTo>
                  <a:pt x="36178" y="14681"/>
                  <a:pt x="34590" y="11783"/>
                  <a:pt x="31517" y="9627"/>
                </a:cubicBezTo>
                <a:close/>
                <a:moveTo>
                  <a:pt x="34925" y="4675"/>
                </a:moveTo>
                <a:cubicBezTo>
                  <a:pt x="39936" y="8200"/>
                  <a:pt x="42776" y="12642"/>
                  <a:pt x="43344" y="17929"/>
                </a:cubicBezTo>
                <a:cubicBezTo>
                  <a:pt x="43912" y="23216"/>
                  <a:pt x="42208" y="28736"/>
                  <a:pt x="38115" y="34532"/>
                </a:cubicBezTo>
                <a:cubicBezTo>
                  <a:pt x="34066" y="40285"/>
                  <a:pt x="29464" y="43810"/>
                  <a:pt x="24279" y="45062"/>
                </a:cubicBezTo>
                <a:cubicBezTo>
                  <a:pt x="19108" y="46315"/>
                  <a:pt x="14040" y="45179"/>
                  <a:pt x="8986" y="41654"/>
                </a:cubicBezTo>
                <a:cubicBezTo>
                  <a:pt x="3918" y="38130"/>
                  <a:pt x="1136" y="33746"/>
                  <a:pt x="568" y="28444"/>
                </a:cubicBezTo>
                <a:cubicBezTo>
                  <a:pt x="0" y="23157"/>
                  <a:pt x="1762" y="17637"/>
                  <a:pt x="5797" y="11841"/>
                </a:cubicBezTo>
                <a:cubicBezTo>
                  <a:pt x="9831" y="6088"/>
                  <a:pt x="14448" y="2563"/>
                  <a:pt x="19618" y="1253"/>
                </a:cubicBezTo>
                <a:cubicBezTo>
                  <a:pt x="24745" y="0"/>
                  <a:pt x="29857" y="1136"/>
                  <a:pt x="34925" y="4675"/>
                </a:cubicBezTo>
                <a:close/>
                <a:moveTo>
                  <a:pt x="34925" y="46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2FEA3-D791-410D-B514-6ED67F6A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51" y="1917690"/>
            <a:ext cx="38625" cy="57631"/>
          </a:xfrm>
          <a:custGeom xmlns:a="http://schemas.openxmlformats.org/drawingml/2006/main">
            <a:pathLst>
              <a:path w="38625" h="57631">
                <a:moveTo>
                  <a:pt x="33746" y="4034"/>
                </a:moveTo>
                <a:lnTo>
                  <a:pt x="26740" y="14055"/>
                </a:lnTo>
                <a:lnTo>
                  <a:pt x="38625" y="22415"/>
                </a:lnTo>
                <a:lnTo>
                  <a:pt x="35508" y="26915"/>
                </a:lnTo>
                <a:lnTo>
                  <a:pt x="23551" y="18540"/>
                </a:lnTo>
                <a:lnTo>
                  <a:pt x="10181" y="37664"/>
                </a:lnTo>
                <a:cubicBezTo>
                  <a:pt x="8200" y="40562"/>
                  <a:pt x="7282" y="42674"/>
                  <a:pt x="7457" y="44028"/>
                </a:cubicBezTo>
                <a:cubicBezTo>
                  <a:pt x="7675" y="45397"/>
                  <a:pt x="8986" y="46941"/>
                  <a:pt x="11433" y="48645"/>
                </a:cubicBezTo>
                <a:lnTo>
                  <a:pt x="17361" y="52796"/>
                </a:lnTo>
                <a:lnTo>
                  <a:pt x="13938" y="57631"/>
                </a:lnTo>
                <a:lnTo>
                  <a:pt x="8025" y="53480"/>
                </a:lnTo>
                <a:cubicBezTo>
                  <a:pt x="3525" y="50349"/>
                  <a:pt x="1078" y="47334"/>
                  <a:pt x="510" y="44494"/>
                </a:cubicBezTo>
                <a:cubicBezTo>
                  <a:pt x="0" y="41640"/>
                  <a:pt x="1253" y="37998"/>
                  <a:pt x="4384" y="33629"/>
                </a:cubicBezTo>
                <a:lnTo>
                  <a:pt x="17754" y="14506"/>
                </a:lnTo>
                <a:lnTo>
                  <a:pt x="13545" y="11491"/>
                </a:lnTo>
                <a:lnTo>
                  <a:pt x="16676" y="7005"/>
                </a:lnTo>
                <a:lnTo>
                  <a:pt x="20944" y="10020"/>
                </a:lnTo>
                <a:lnTo>
                  <a:pt x="27935" y="0"/>
                </a:lnTo>
                <a:lnTo>
                  <a:pt x="33746" y="4034"/>
                </a:lnTo>
                <a:close/>
                <a:moveTo>
                  <a:pt x="33746" y="40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A5DAF-41E8-46C3-8A22-47E4CF3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55" y="1949499"/>
            <a:ext cx="43926" cy="46300"/>
          </a:xfrm>
          <a:custGeom xmlns:a="http://schemas.openxmlformats.org/drawingml/2006/main">
            <a:pathLst>
              <a:path w="43926" h="46300">
                <a:moveTo>
                  <a:pt x="31459" y="9554"/>
                </a:moveTo>
                <a:cubicBezTo>
                  <a:pt x="28328" y="7384"/>
                  <a:pt x="25036" y="6874"/>
                  <a:pt x="21555" y="8010"/>
                </a:cubicBezTo>
                <a:cubicBezTo>
                  <a:pt x="18031" y="9205"/>
                  <a:pt x="14841" y="11885"/>
                  <a:pt x="11885" y="16094"/>
                </a:cubicBezTo>
                <a:cubicBezTo>
                  <a:pt x="8928" y="20303"/>
                  <a:pt x="7515" y="24235"/>
                  <a:pt x="7559" y="27935"/>
                </a:cubicBezTo>
                <a:cubicBezTo>
                  <a:pt x="7675" y="31619"/>
                  <a:pt x="9278" y="34532"/>
                  <a:pt x="12409" y="36746"/>
                </a:cubicBezTo>
                <a:cubicBezTo>
                  <a:pt x="15467" y="38901"/>
                  <a:pt x="18774" y="39368"/>
                  <a:pt x="22298" y="38232"/>
                </a:cubicBezTo>
                <a:cubicBezTo>
                  <a:pt x="25823" y="37037"/>
                  <a:pt x="29012" y="34357"/>
                  <a:pt x="31969" y="30207"/>
                </a:cubicBezTo>
                <a:cubicBezTo>
                  <a:pt x="34867" y="25997"/>
                  <a:pt x="36294" y="22065"/>
                  <a:pt x="36236" y="18366"/>
                </a:cubicBezTo>
                <a:cubicBezTo>
                  <a:pt x="36120" y="14666"/>
                  <a:pt x="34532" y="11710"/>
                  <a:pt x="31459" y="9554"/>
                </a:cubicBezTo>
                <a:close/>
                <a:moveTo>
                  <a:pt x="34867" y="4661"/>
                </a:moveTo>
                <a:cubicBezTo>
                  <a:pt x="39936" y="8185"/>
                  <a:pt x="42732" y="12569"/>
                  <a:pt x="43300" y="17856"/>
                </a:cubicBezTo>
                <a:cubicBezTo>
                  <a:pt x="43926" y="23143"/>
                  <a:pt x="42149" y="28721"/>
                  <a:pt x="38115" y="34474"/>
                </a:cubicBezTo>
                <a:cubicBezTo>
                  <a:pt x="34081" y="40212"/>
                  <a:pt x="29464" y="43751"/>
                  <a:pt x="24293" y="45048"/>
                </a:cubicBezTo>
                <a:cubicBezTo>
                  <a:pt x="19108" y="46300"/>
                  <a:pt x="13996" y="45164"/>
                  <a:pt x="8986" y="41640"/>
                </a:cubicBezTo>
                <a:cubicBezTo>
                  <a:pt x="3918" y="38115"/>
                  <a:pt x="1136" y="33673"/>
                  <a:pt x="568" y="28386"/>
                </a:cubicBezTo>
                <a:cubicBezTo>
                  <a:pt x="0" y="23099"/>
                  <a:pt x="1762" y="17579"/>
                  <a:pt x="5797" y="11826"/>
                </a:cubicBezTo>
                <a:cubicBezTo>
                  <a:pt x="9846" y="6030"/>
                  <a:pt x="14448" y="2491"/>
                  <a:pt x="19575" y="1253"/>
                </a:cubicBezTo>
                <a:cubicBezTo>
                  <a:pt x="24745" y="0"/>
                  <a:pt x="29872" y="1136"/>
                  <a:pt x="34867" y="4661"/>
                </a:cubicBezTo>
                <a:close/>
                <a:moveTo>
                  <a:pt x="34867" y="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743B3-64AC-4968-89C6-19DF8541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728" y="1975613"/>
            <a:ext cx="48077" cy="45164"/>
          </a:xfrm>
          <a:custGeom xmlns:a="http://schemas.openxmlformats.org/drawingml/2006/main">
            <a:pathLst>
              <a:path w="48077" h="45164">
                <a:moveTo>
                  <a:pt x="48077" y="14215"/>
                </a:moveTo>
                <a:lnTo>
                  <a:pt x="44276" y="19676"/>
                </a:lnTo>
                <a:cubicBezTo>
                  <a:pt x="43242" y="17681"/>
                  <a:pt x="41989" y="15861"/>
                  <a:pt x="40518" y="14215"/>
                </a:cubicBezTo>
                <a:cubicBezTo>
                  <a:pt x="39033" y="12569"/>
                  <a:pt x="37387" y="11084"/>
                  <a:pt x="35450" y="9773"/>
                </a:cubicBezTo>
                <a:cubicBezTo>
                  <a:pt x="32610" y="7734"/>
                  <a:pt x="30163" y="6714"/>
                  <a:pt x="28109" y="6539"/>
                </a:cubicBezTo>
                <a:cubicBezTo>
                  <a:pt x="26012" y="6423"/>
                  <a:pt x="24410" y="7282"/>
                  <a:pt x="23157" y="9044"/>
                </a:cubicBezTo>
                <a:cubicBezTo>
                  <a:pt x="22196" y="10355"/>
                  <a:pt x="21963" y="11768"/>
                  <a:pt x="22473" y="13254"/>
                </a:cubicBezTo>
                <a:cubicBezTo>
                  <a:pt x="22997" y="14725"/>
                  <a:pt x="24526" y="16895"/>
                  <a:pt x="27148" y="19793"/>
                </a:cubicBezTo>
                <a:lnTo>
                  <a:pt x="28794" y="21614"/>
                </a:lnTo>
                <a:cubicBezTo>
                  <a:pt x="32318" y="25371"/>
                  <a:pt x="34372" y="28663"/>
                  <a:pt x="34940" y="31459"/>
                </a:cubicBezTo>
                <a:cubicBezTo>
                  <a:pt x="35566" y="34299"/>
                  <a:pt x="34882" y="37139"/>
                  <a:pt x="32828" y="39994"/>
                </a:cubicBezTo>
                <a:cubicBezTo>
                  <a:pt x="30556" y="43285"/>
                  <a:pt x="27425" y="44946"/>
                  <a:pt x="23507" y="45048"/>
                </a:cubicBezTo>
                <a:cubicBezTo>
                  <a:pt x="19575" y="45164"/>
                  <a:pt x="15365" y="43635"/>
                  <a:pt x="10821" y="40445"/>
                </a:cubicBezTo>
                <a:cubicBezTo>
                  <a:pt x="8943" y="39135"/>
                  <a:pt x="7122" y="37547"/>
                  <a:pt x="5360" y="35726"/>
                </a:cubicBezTo>
                <a:cubicBezTo>
                  <a:pt x="3539" y="33964"/>
                  <a:pt x="1777" y="31911"/>
                  <a:pt x="0" y="29580"/>
                </a:cubicBezTo>
                <a:lnTo>
                  <a:pt x="4224" y="23609"/>
                </a:lnTo>
                <a:cubicBezTo>
                  <a:pt x="5578" y="26216"/>
                  <a:pt x="7122" y="28503"/>
                  <a:pt x="8768" y="30542"/>
                </a:cubicBezTo>
                <a:cubicBezTo>
                  <a:pt x="10472" y="32537"/>
                  <a:pt x="12351" y="34241"/>
                  <a:pt x="14346" y="35668"/>
                </a:cubicBezTo>
                <a:cubicBezTo>
                  <a:pt x="17069" y="37605"/>
                  <a:pt x="19516" y="38567"/>
                  <a:pt x="21628" y="38683"/>
                </a:cubicBezTo>
                <a:cubicBezTo>
                  <a:pt x="23725" y="38800"/>
                  <a:pt x="25386" y="37998"/>
                  <a:pt x="26580" y="36294"/>
                </a:cubicBezTo>
                <a:cubicBezTo>
                  <a:pt x="27716" y="34692"/>
                  <a:pt x="27993" y="33163"/>
                  <a:pt x="27541" y="31576"/>
                </a:cubicBezTo>
                <a:cubicBezTo>
                  <a:pt x="27090" y="29974"/>
                  <a:pt x="25327" y="27527"/>
                  <a:pt x="22254" y="24235"/>
                </a:cubicBezTo>
                <a:lnTo>
                  <a:pt x="20594" y="22356"/>
                </a:lnTo>
                <a:cubicBezTo>
                  <a:pt x="17536" y="19108"/>
                  <a:pt x="15759" y="16152"/>
                  <a:pt x="15249" y="13414"/>
                </a:cubicBezTo>
                <a:cubicBezTo>
                  <a:pt x="14739" y="10749"/>
                  <a:pt x="15482" y="8069"/>
                  <a:pt x="17361" y="5345"/>
                </a:cubicBezTo>
                <a:cubicBezTo>
                  <a:pt x="19691" y="2039"/>
                  <a:pt x="22648" y="277"/>
                  <a:pt x="26289" y="160"/>
                </a:cubicBezTo>
                <a:cubicBezTo>
                  <a:pt x="29872" y="0"/>
                  <a:pt x="33862" y="1413"/>
                  <a:pt x="38188" y="4428"/>
                </a:cubicBezTo>
                <a:cubicBezTo>
                  <a:pt x="40285" y="5971"/>
                  <a:pt x="42222" y="7501"/>
                  <a:pt x="43868" y="9146"/>
                </a:cubicBezTo>
                <a:cubicBezTo>
                  <a:pt x="45572" y="10807"/>
                  <a:pt x="46941" y="12453"/>
                  <a:pt x="48077" y="14215"/>
                </a:cubicBezTo>
                <a:close/>
                <a:moveTo>
                  <a:pt x="48077" y="142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C22D6-ED7C-43E1-88E0-38B741BA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236" y="1984992"/>
            <a:ext cx="63603" cy="65263"/>
          </a:xfrm>
          <a:custGeom xmlns:a="http://schemas.openxmlformats.org/drawingml/2006/main">
            <a:pathLst>
              <a:path w="63603" h="65263">
                <a:moveTo>
                  <a:pt x="35610" y="9671"/>
                </a:moveTo>
                <a:lnTo>
                  <a:pt x="10006" y="46198"/>
                </a:lnTo>
                <a:lnTo>
                  <a:pt x="17696" y="51602"/>
                </a:lnTo>
                <a:cubicBezTo>
                  <a:pt x="24177" y="56160"/>
                  <a:pt x="29930" y="57981"/>
                  <a:pt x="34984" y="57180"/>
                </a:cubicBezTo>
                <a:cubicBezTo>
                  <a:pt x="40052" y="56321"/>
                  <a:pt x="44829" y="52738"/>
                  <a:pt x="49271" y="46431"/>
                </a:cubicBezTo>
                <a:cubicBezTo>
                  <a:pt x="53655" y="40110"/>
                  <a:pt x="55359" y="34474"/>
                  <a:pt x="54442" y="29420"/>
                </a:cubicBezTo>
                <a:cubicBezTo>
                  <a:pt x="53480" y="24410"/>
                  <a:pt x="49781" y="19633"/>
                  <a:pt x="43300" y="15074"/>
                </a:cubicBezTo>
                <a:lnTo>
                  <a:pt x="35610" y="9671"/>
                </a:lnTo>
                <a:close/>
                <a:moveTo>
                  <a:pt x="32886" y="0"/>
                </a:moveTo>
                <a:lnTo>
                  <a:pt x="45965" y="9161"/>
                </a:lnTo>
                <a:cubicBezTo>
                  <a:pt x="55068" y="15540"/>
                  <a:pt x="60413" y="22138"/>
                  <a:pt x="62015" y="28896"/>
                </a:cubicBezTo>
                <a:cubicBezTo>
                  <a:pt x="63603" y="35668"/>
                  <a:pt x="61607" y="43067"/>
                  <a:pt x="55986" y="51092"/>
                </a:cubicBezTo>
                <a:cubicBezTo>
                  <a:pt x="50291" y="59233"/>
                  <a:pt x="43970" y="63661"/>
                  <a:pt x="37037" y="64462"/>
                </a:cubicBezTo>
                <a:cubicBezTo>
                  <a:pt x="30090" y="65263"/>
                  <a:pt x="22123" y="62467"/>
                  <a:pt x="13021" y="56160"/>
                </a:cubicBezTo>
                <a:lnTo>
                  <a:pt x="0" y="46999"/>
                </a:lnTo>
                <a:lnTo>
                  <a:pt x="32886" y="0"/>
                </a:lnTo>
                <a:close/>
                <a:moveTo>
                  <a:pt x="328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95940-DB6C-4E00-B19E-6FE4FE41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842" y="2019757"/>
            <a:ext cx="62583" cy="68161"/>
          </a:xfrm>
          <a:custGeom xmlns:a="http://schemas.openxmlformats.org/drawingml/2006/main">
            <a:pathLst>
              <a:path w="62583" h="68161">
                <a:moveTo>
                  <a:pt x="32886" y="0"/>
                </a:moveTo>
                <a:lnTo>
                  <a:pt x="62583" y="20827"/>
                </a:lnTo>
                <a:lnTo>
                  <a:pt x="58826" y="26172"/>
                </a:lnTo>
                <a:lnTo>
                  <a:pt x="35508" y="9846"/>
                </a:lnTo>
                <a:lnTo>
                  <a:pt x="25779" y="23725"/>
                </a:lnTo>
                <a:lnTo>
                  <a:pt x="48135" y="39368"/>
                </a:lnTo>
                <a:lnTo>
                  <a:pt x="44378" y="44713"/>
                </a:lnTo>
                <a:lnTo>
                  <a:pt x="22021" y="29071"/>
                </a:lnTo>
                <a:lnTo>
                  <a:pt x="10079" y="46082"/>
                </a:lnTo>
                <a:lnTo>
                  <a:pt x="33964" y="62802"/>
                </a:lnTo>
                <a:lnTo>
                  <a:pt x="30207" y="68161"/>
                </a:lnTo>
                <a:lnTo>
                  <a:pt x="0" y="46985"/>
                </a:lnTo>
                <a:lnTo>
                  <a:pt x="32886" y="0"/>
                </a:lnTo>
                <a:close/>
                <a:moveTo>
                  <a:pt x="328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BF777-F677-454E-B5E6-6F286718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069" y="2052294"/>
            <a:ext cx="60413" cy="59059"/>
          </a:xfrm>
          <a:custGeom xmlns:a="http://schemas.openxmlformats.org/drawingml/2006/main">
            <a:pathLst>
              <a:path w="60413" h="59059">
                <a:moveTo>
                  <a:pt x="60413" y="17302"/>
                </a:moveTo>
                <a:lnTo>
                  <a:pt x="56087" y="23492"/>
                </a:lnTo>
                <a:cubicBezTo>
                  <a:pt x="54500" y="20652"/>
                  <a:pt x="52796" y="18147"/>
                  <a:pt x="51092" y="16108"/>
                </a:cubicBezTo>
                <a:cubicBezTo>
                  <a:pt x="49330" y="14055"/>
                  <a:pt x="47451" y="12292"/>
                  <a:pt x="45455" y="10923"/>
                </a:cubicBezTo>
                <a:cubicBezTo>
                  <a:pt x="41989" y="8476"/>
                  <a:pt x="38858" y="7282"/>
                  <a:pt x="36061" y="7340"/>
                </a:cubicBezTo>
                <a:cubicBezTo>
                  <a:pt x="33221" y="7340"/>
                  <a:pt x="30949" y="8593"/>
                  <a:pt x="29245" y="11098"/>
                </a:cubicBezTo>
                <a:cubicBezTo>
                  <a:pt x="27760" y="13152"/>
                  <a:pt x="27308" y="15132"/>
                  <a:pt x="27818" y="17069"/>
                </a:cubicBezTo>
                <a:cubicBezTo>
                  <a:pt x="28269" y="19007"/>
                  <a:pt x="30090" y="21512"/>
                  <a:pt x="33105" y="24643"/>
                </a:cubicBezTo>
                <a:lnTo>
                  <a:pt x="36353" y="28109"/>
                </a:lnTo>
                <a:cubicBezTo>
                  <a:pt x="40504" y="32318"/>
                  <a:pt x="42834" y="36353"/>
                  <a:pt x="43518" y="40227"/>
                </a:cubicBezTo>
                <a:cubicBezTo>
                  <a:pt x="44203" y="44043"/>
                  <a:pt x="43183" y="47902"/>
                  <a:pt x="40504" y="51718"/>
                </a:cubicBezTo>
                <a:cubicBezTo>
                  <a:pt x="37314" y="56262"/>
                  <a:pt x="33396" y="58665"/>
                  <a:pt x="28677" y="58826"/>
                </a:cubicBezTo>
                <a:cubicBezTo>
                  <a:pt x="23944" y="59059"/>
                  <a:pt x="18657" y="57122"/>
                  <a:pt x="12802" y="52971"/>
                </a:cubicBezTo>
                <a:cubicBezTo>
                  <a:pt x="10574" y="51427"/>
                  <a:pt x="8360" y="49504"/>
                  <a:pt x="6263" y="47276"/>
                </a:cubicBezTo>
                <a:cubicBezTo>
                  <a:pt x="4093" y="45004"/>
                  <a:pt x="1995" y="42441"/>
                  <a:pt x="0" y="39542"/>
                </a:cubicBezTo>
                <a:lnTo>
                  <a:pt x="4602" y="33003"/>
                </a:lnTo>
                <a:cubicBezTo>
                  <a:pt x="6146" y="36294"/>
                  <a:pt x="7908" y="39149"/>
                  <a:pt x="9904" y="41596"/>
                </a:cubicBezTo>
                <a:cubicBezTo>
                  <a:pt x="11826" y="44101"/>
                  <a:pt x="14055" y="46140"/>
                  <a:pt x="16443" y="47786"/>
                </a:cubicBezTo>
                <a:cubicBezTo>
                  <a:pt x="20026" y="50349"/>
                  <a:pt x="23318" y="51602"/>
                  <a:pt x="26289" y="51543"/>
                </a:cubicBezTo>
                <a:cubicBezTo>
                  <a:pt x="29304" y="51543"/>
                  <a:pt x="31692" y="50189"/>
                  <a:pt x="33571" y="47509"/>
                </a:cubicBezTo>
                <a:cubicBezTo>
                  <a:pt x="35158" y="45237"/>
                  <a:pt x="35726" y="42950"/>
                  <a:pt x="35217" y="40620"/>
                </a:cubicBezTo>
                <a:cubicBezTo>
                  <a:pt x="34707" y="38348"/>
                  <a:pt x="33047" y="35726"/>
                  <a:pt x="30323" y="32828"/>
                </a:cubicBezTo>
                <a:lnTo>
                  <a:pt x="26959" y="29362"/>
                </a:lnTo>
                <a:cubicBezTo>
                  <a:pt x="22866" y="25094"/>
                  <a:pt x="20478" y="21220"/>
                  <a:pt x="19793" y="17696"/>
                </a:cubicBezTo>
                <a:cubicBezTo>
                  <a:pt x="19050" y="14229"/>
                  <a:pt x="19968" y="10705"/>
                  <a:pt x="22473" y="7122"/>
                </a:cubicBezTo>
                <a:cubicBezTo>
                  <a:pt x="25371" y="2957"/>
                  <a:pt x="29129" y="685"/>
                  <a:pt x="33731" y="350"/>
                </a:cubicBezTo>
                <a:cubicBezTo>
                  <a:pt x="38348" y="0"/>
                  <a:pt x="43242" y="1646"/>
                  <a:pt x="48354" y="5243"/>
                </a:cubicBezTo>
                <a:cubicBezTo>
                  <a:pt x="50582" y="6772"/>
                  <a:pt x="52679" y="8593"/>
                  <a:pt x="54675" y="10588"/>
                </a:cubicBezTo>
                <a:cubicBezTo>
                  <a:pt x="56670" y="12569"/>
                  <a:pt x="58593" y="14797"/>
                  <a:pt x="60413" y="17302"/>
                </a:cubicBezTo>
                <a:close/>
                <a:moveTo>
                  <a:pt x="60413" y="173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74353-5019-45B0-9048-47E99BCD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374" y="2076937"/>
            <a:ext cx="57748" cy="51427"/>
          </a:xfrm>
          <a:custGeom xmlns:a="http://schemas.openxmlformats.org/drawingml/2006/main">
            <a:pathLst>
              <a:path w="57748" h="51427">
                <a:moveTo>
                  <a:pt x="35610" y="9671"/>
                </a:moveTo>
                <a:lnTo>
                  <a:pt x="23274" y="27308"/>
                </a:lnTo>
                <a:lnTo>
                  <a:pt x="31226" y="32930"/>
                </a:lnTo>
                <a:cubicBezTo>
                  <a:pt x="34197" y="34984"/>
                  <a:pt x="37037" y="35843"/>
                  <a:pt x="39703" y="35435"/>
                </a:cubicBezTo>
                <a:cubicBezTo>
                  <a:pt x="42382" y="35042"/>
                  <a:pt x="44713" y="33454"/>
                  <a:pt x="46708" y="30600"/>
                </a:cubicBezTo>
                <a:cubicBezTo>
                  <a:pt x="48703" y="27818"/>
                  <a:pt x="49373" y="25022"/>
                  <a:pt x="48864" y="22415"/>
                </a:cubicBezTo>
                <a:cubicBezTo>
                  <a:pt x="48296" y="19735"/>
                  <a:pt x="46591" y="17346"/>
                  <a:pt x="43635" y="15293"/>
                </a:cubicBezTo>
                <a:lnTo>
                  <a:pt x="35610" y="9671"/>
                </a:lnTo>
                <a:close/>
                <a:moveTo>
                  <a:pt x="32945" y="0"/>
                </a:moveTo>
                <a:lnTo>
                  <a:pt x="47276" y="10064"/>
                </a:lnTo>
                <a:cubicBezTo>
                  <a:pt x="52563" y="13763"/>
                  <a:pt x="55694" y="17739"/>
                  <a:pt x="56714" y="22007"/>
                </a:cubicBezTo>
                <a:cubicBezTo>
                  <a:pt x="57748" y="26274"/>
                  <a:pt x="56655" y="30716"/>
                  <a:pt x="53422" y="35260"/>
                </a:cubicBezTo>
                <a:cubicBezTo>
                  <a:pt x="50174" y="39936"/>
                  <a:pt x="46358" y="42499"/>
                  <a:pt x="41989" y="42950"/>
                </a:cubicBezTo>
                <a:cubicBezTo>
                  <a:pt x="37664" y="43460"/>
                  <a:pt x="32886" y="41873"/>
                  <a:pt x="27585" y="38173"/>
                </a:cubicBezTo>
                <a:lnTo>
                  <a:pt x="19633" y="32537"/>
                </a:lnTo>
                <a:lnTo>
                  <a:pt x="6365" y="51427"/>
                </a:lnTo>
                <a:lnTo>
                  <a:pt x="0" y="46985"/>
                </a:lnTo>
                <a:lnTo>
                  <a:pt x="32945" y="0"/>
                </a:lnTo>
                <a:close/>
                <a:moveTo>
                  <a:pt x="3294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E7AAB-9E7D-4E39-B4F6-1072A4AC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998" y="2102017"/>
            <a:ext cx="40052" cy="52971"/>
          </a:xfrm>
          <a:custGeom xmlns:a="http://schemas.openxmlformats.org/drawingml/2006/main">
            <a:pathLst>
              <a:path w="40052" h="52971">
                <a:moveTo>
                  <a:pt x="34314" y="0"/>
                </a:moveTo>
                <a:lnTo>
                  <a:pt x="40052" y="4049"/>
                </a:lnTo>
                <a:lnTo>
                  <a:pt x="5753" y="52971"/>
                </a:lnTo>
                <a:lnTo>
                  <a:pt x="0" y="48936"/>
                </a:lnTo>
                <a:lnTo>
                  <a:pt x="34314" y="0"/>
                </a:lnTo>
                <a:close/>
                <a:moveTo>
                  <a:pt x="343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48C92-0C53-4A89-B524-6E4E5C3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78" y="2127854"/>
            <a:ext cx="49373" cy="55927"/>
          </a:xfrm>
          <a:custGeom xmlns:a="http://schemas.openxmlformats.org/drawingml/2006/main">
            <a:pathLst>
              <a:path w="49373" h="55927">
                <a:moveTo>
                  <a:pt x="4952" y="21337"/>
                </a:moveTo>
                <a:lnTo>
                  <a:pt x="19910" y="0"/>
                </a:lnTo>
                <a:lnTo>
                  <a:pt x="25662" y="4034"/>
                </a:lnTo>
                <a:lnTo>
                  <a:pt x="10865" y="25138"/>
                </a:lnTo>
                <a:cubicBezTo>
                  <a:pt x="8535" y="28503"/>
                  <a:pt x="7457" y="31459"/>
                  <a:pt x="7559" y="34022"/>
                </a:cubicBezTo>
                <a:cubicBezTo>
                  <a:pt x="7675" y="36571"/>
                  <a:pt x="9044" y="38800"/>
                  <a:pt x="11666" y="40620"/>
                </a:cubicBezTo>
                <a:cubicBezTo>
                  <a:pt x="14783" y="42834"/>
                  <a:pt x="17972" y="43577"/>
                  <a:pt x="21162" y="42834"/>
                </a:cubicBezTo>
                <a:cubicBezTo>
                  <a:pt x="24410" y="42091"/>
                  <a:pt x="27192" y="40052"/>
                  <a:pt x="29580" y="36571"/>
                </a:cubicBezTo>
                <a:lnTo>
                  <a:pt x="43577" y="16603"/>
                </a:lnTo>
                <a:lnTo>
                  <a:pt x="49373" y="20652"/>
                </a:lnTo>
                <a:lnTo>
                  <a:pt x="24687" y="55927"/>
                </a:lnTo>
                <a:lnTo>
                  <a:pt x="18890" y="51820"/>
                </a:lnTo>
                <a:lnTo>
                  <a:pt x="22691" y="46417"/>
                </a:lnTo>
                <a:cubicBezTo>
                  <a:pt x="19793" y="47553"/>
                  <a:pt x="17069" y="48019"/>
                  <a:pt x="14448" y="47786"/>
                </a:cubicBezTo>
                <a:cubicBezTo>
                  <a:pt x="11885" y="47494"/>
                  <a:pt x="9379" y="46533"/>
                  <a:pt x="6933" y="44829"/>
                </a:cubicBezTo>
                <a:cubicBezTo>
                  <a:pt x="2898" y="41989"/>
                  <a:pt x="685" y="38567"/>
                  <a:pt x="335" y="34590"/>
                </a:cubicBezTo>
                <a:cubicBezTo>
                  <a:pt x="0" y="30600"/>
                  <a:pt x="1529" y="26172"/>
                  <a:pt x="4952" y="21337"/>
                </a:cubicBezTo>
                <a:close/>
                <a:moveTo>
                  <a:pt x="4952" y="213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2D7B1-2E9B-4BB8-85B8-4914B980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343" y="2160566"/>
            <a:ext cx="60020" cy="59102"/>
          </a:xfrm>
          <a:custGeom xmlns:a="http://schemas.openxmlformats.org/drawingml/2006/main">
            <a:pathLst>
              <a:path w="60020" h="59102">
                <a:moveTo>
                  <a:pt x="42149" y="29755"/>
                </a:moveTo>
                <a:cubicBezTo>
                  <a:pt x="45120" y="25546"/>
                  <a:pt x="46475" y="21730"/>
                  <a:pt x="46373" y="18205"/>
                </a:cubicBezTo>
                <a:cubicBezTo>
                  <a:pt x="46315" y="14681"/>
                  <a:pt x="44654" y="11826"/>
                  <a:pt x="41538" y="9612"/>
                </a:cubicBezTo>
                <a:cubicBezTo>
                  <a:pt x="38465" y="7457"/>
                  <a:pt x="35217" y="6933"/>
                  <a:pt x="31852" y="8025"/>
                </a:cubicBezTo>
                <a:cubicBezTo>
                  <a:pt x="28503" y="9103"/>
                  <a:pt x="25371" y="11768"/>
                  <a:pt x="22473" y="15933"/>
                </a:cubicBezTo>
                <a:cubicBezTo>
                  <a:pt x="19516" y="20143"/>
                  <a:pt x="18089" y="23944"/>
                  <a:pt x="18205" y="27483"/>
                </a:cubicBezTo>
                <a:cubicBezTo>
                  <a:pt x="18322" y="31008"/>
                  <a:pt x="19968" y="33848"/>
                  <a:pt x="23041" y="36003"/>
                </a:cubicBezTo>
                <a:cubicBezTo>
                  <a:pt x="26172" y="38232"/>
                  <a:pt x="29406" y="38741"/>
                  <a:pt x="32770" y="37664"/>
                </a:cubicBezTo>
                <a:cubicBezTo>
                  <a:pt x="36061" y="36586"/>
                  <a:pt x="39251" y="33906"/>
                  <a:pt x="42149" y="29755"/>
                </a:cubicBezTo>
                <a:close/>
                <a:moveTo>
                  <a:pt x="38348" y="47451"/>
                </a:moveTo>
                <a:cubicBezTo>
                  <a:pt x="34197" y="53480"/>
                  <a:pt x="29697" y="57005"/>
                  <a:pt x="25036" y="58025"/>
                </a:cubicBezTo>
                <a:cubicBezTo>
                  <a:pt x="20303" y="59102"/>
                  <a:pt x="15191" y="57690"/>
                  <a:pt x="9729" y="53874"/>
                </a:cubicBezTo>
                <a:cubicBezTo>
                  <a:pt x="7675" y="52446"/>
                  <a:pt x="5855" y="50917"/>
                  <a:pt x="4267" y="49373"/>
                </a:cubicBezTo>
                <a:cubicBezTo>
                  <a:pt x="2680" y="47786"/>
                  <a:pt x="1253" y="46140"/>
                  <a:pt x="0" y="44319"/>
                </a:cubicBezTo>
                <a:lnTo>
                  <a:pt x="3918" y="38683"/>
                </a:lnTo>
                <a:cubicBezTo>
                  <a:pt x="5010" y="40795"/>
                  <a:pt x="6204" y="42615"/>
                  <a:pt x="7559" y="44203"/>
                </a:cubicBezTo>
                <a:cubicBezTo>
                  <a:pt x="8870" y="45849"/>
                  <a:pt x="10414" y="47218"/>
                  <a:pt x="12118" y="48412"/>
                </a:cubicBezTo>
                <a:cubicBezTo>
                  <a:pt x="15933" y="51092"/>
                  <a:pt x="19458" y="52111"/>
                  <a:pt x="22750" y="51427"/>
                </a:cubicBezTo>
                <a:cubicBezTo>
                  <a:pt x="25997" y="50801"/>
                  <a:pt x="29071" y="48470"/>
                  <a:pt x="31852" y="44436"/>
                </a:cubicBezTo>
                <a:lnTo>
                  <a:pt x="33848" y="41581"/>
                </a:lnTo>
                <a:cubicBezTo>
                  <a:pt x="31226" y="42834"/>
                  <a:pt x="28619" y="43285"/>
                  <a:pt x="25997" y="43009"/>
                </a:cubicBezTo>
                <a:cubicBezTo>
                  <a:pt x="23434" y="42717"/>
                  <a:pt x="20827" y="41698"/>
                  <a:pt x="18264" y="39877"/>
                </a:cubicBezTo>
                <a:cubicBezTo>
                  <a:pt x="13938" y="36862"/>
                  <a:pt x="11608" y="32770"/>
                  <a:pt x="11258" y="27643"/>
                </a:cubicBezTo>
                <a:cubicBezTo>
                  <a:pt x="10923" y="22473"/>
                  <a:pt x="12686" y="17171"/>
                  <a:pt x="16443" y="11768"/>
                </a:cubicBezTo>
                <a:cubicBezTo>
                  <a:pt x="20303" y="6306"/>
                  <a:pt x="24687" y="2840"/>
                  <a:pt x="29639" y="1413"/>
                </a:cubicBezTo>
                <a:cubicBezTo>
                  <a:pt x="34590" y="0"/>
                  <a:pt x="39193" y="801"/>
                  <a:pt x="43518" y="3816"/>
                </a:cubicBezTo>
                <a:cubicBezTo>
                  <a:pt x="46140" y="5636"/>
                  <a:pt x="48019" y="7675"/>
                  <a:pt x="49155" y="10006"/>
                </a:cubicBezTo>
                <a:cubicBezTo>
                  <a:pt x="50291" y="12394"/>
                  <a:pt x="50742" y="15016"/>
                  <a:pt x="50466" y="17914"/>
                </a:cubicBezTo>
                <a:lnTo>
                  <a:pt x="54223" y="12569"/>
                </a:lnTo>
                <a:lnTo>
                  <a:pt x="60020" y="16603"/>
                </a:lnTo>
                <a:lnTo>
                  <a:pt x="38348" y="47451"/>
                </a:lnTo>
                <a:close/>
                <a:moveTo>
                  <a:pt x="38348" y="474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CB633-910E-47C3-8FD0-145DD693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60" y="2171824"/>
            <a:ext cx="40110" cy="52971"/>
          </a:xfrm>
          <a:custGeom xmlns:a="http://schemas.openxmlformats.org/drawingml/2006/main">
            <a:pathLst>
              <a:path w="40110" h="52971">
                <a:moveTo>
                  <a:pt x="24687" y="13720"/>
                </a:moveTo>
                <a:lnTo>
                  <a:pt x="30498" y="17754"/>
                </a:lnTo>
                <a:lnTo>
                  <a:pt x="5811" y="52971"/>
                </a:lnTo>
                <a:lnTo>
                  <a:pt x="0" y="48936"/>
                </a:lnTo>
                <a:lnTo>
                  <a:pt x="24687" y="13720"/>
                </a:lnTo>
                <a:close/>
                <a:moveTo>
                  <a:pt x="34314" y="0"/>
                </a:moveTo>
                <a:lnTo>
                  <a:pt x="40110" y="4049"/>
                </a:lnTo>
                <a:lnTo>
                  <a:pt x="34940" y="11389"/>
                </a:lnTo>
                <a:lnTo>
                  <a:pt x="29187" y="7340"/>
                </a:lnTo>
                <a:lnTo>
                  <a:pt x="34314" y="0"/>
                </a:lnTo>
                <a:close/>
                <a:moveTo>
                  <a:pt x="343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1DCC7-3900-4DD7-9483-9E50EE9A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56" y="2197938"/>
            <a:ext cx="49330" cy="55869"/>
          </a:xfrm>
          <a:custGeom xmlns:a="http://schemas.openxmlformats.org/drawingml/2006/main">
            <a:pathLst>
              <a:path w="49330" h="55869">
                <a:moveTo>
                  <a:pt x="44378" y="34649"/>
                </a:moveTo>
                <a:lnTo>
                  <a:pt x="29464" y="55869"/>
                </a:lnTo>
                <a:lnTo>
                  <a:pt x="23725" y="51835"/>
                </a:lnTo>
                <a:lnTo>
                  <a:pt x="38465" y="30775"/>
                </a:lnTo>
                <a:cubicBezTo>
                  <a:pt x="40795" y="27425"/>
                  <a:pt x="41931" y="24468"/>
                  <a:pt x="41756" y="21905"/>
                </a:cubicBezTo>
                <a:cubicBezTo>
                  <a:pt x="41640" y="19342"/>
                  <a:pt x="40285" y="17128"/>
                  <a:pt x="37664" y="15307"/>
                </a:cubicBezTo>
                <a:cubicBezTo>
                  <a:pt x="34532" y="13152"/>
                  <a:pt x="31343" y="12409"/>
                  <a:pt x="28168" y="13152"/>
                </a:cubicBezTo>
                <a:cubicBezTo>
                  <a:pt x="24978" y="13822"/>
                  <a:pt x="22182" y="15933"/>
                  <a:pt x="19735" y="19400"/>
                </a:cubicBezTo>
                <a:lnTo>
                  <a:pt x="5797" y="39266"/>
                </a:lnTo>
                <a:lnTo>
                  <a:pt x="0" y="35217"/>
                </a:lnTo>
                <a:lnTo>
                  <a:pt x="24687" y="0"/>
                </a:lnTo>
                <a:lnTo>
                  <a:pt x="30498" y="4049"/>
                </a:lnTo>
                <a:lnTo>
                  <a:pt x="26682" y="9554"/>
                </a:lnTo>
                <a:cubicBezTo>
                  <a:pt x="29522" y="8360"/>
                  <a:pt x="32260" y="7967"/>
                  <a:pt x="34882" y="8200"/>
                </a:cubicBezTo>
                <a:cubicBezTo>
                  <a:pt x="37489" y="8476"/>
                  <a:pt x="39994" y="9511"/>
                  <a:pt x="42499" y="11215"/>
                </a:cubicBezTo>
                <a:cubicBezTo>
                  <a:pt x="46533" y="14055"/>
                  <a:pt x="48703" y="17419"/>
                  <a:pt x="49038" y="21395"/>
                </a:cubicBezTo>
                <a:cubicBezTo>
                  <a:pt x="49330" y="25327"/>
                  <a:pt x="47786" y="29755"/>
                  <a:pt x="44378" y="34649"/>
                </a:cubicBezTo>
                <a:close/>
                <a:moveTo>
                  <a:pt x="44378" y="346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083C2-D778-44D1-9782-A9FDAF2D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071" y="2254492"/>
            <a:ext cx="12292" cy="12627"/>
          </a:xfrm>
          <a:custGeom xmlns:a="http://schemas.openxmlformats.org/drawingml/2006/main">
            <a:pathLst>
              <a:path w="12292" h="12627">
                <a:moveTo>
                  <a:pt x="5636" y="0"/>
                </a:moveTo>
                <a:lnTo>
                  <a:pt x="12292" y="4661"/>
                </a:lnTo>
                <a:lnTo>
                  <a:pt x="6656" y="12627"/>
                </a:lnTo>
                <a:lnTo>
                  <a:pt x="0" y="7967"/>
                </a:lnTo>
                <a:lnTo>
                  <a:pt x="5636" y="0"/>
                </a:lnTo>
                <a:close/>
                <a:moveTo>
                  <a:pt x="56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12C1F-0782-48AD-B1EC-1B84A840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980" y="2229456"/>
            <a:ext cx="39309" cy="67477"/>
          </a:xfrm>
          <a:custGeom xmlns:a="http://schemas.openxmlformats.org/drawingml/2006/main">
            <a:pathLst>
              <a:path w="39309" h="67477">
                <a:moveTo>
                  <a:pt x="32945" y="0"/>
                </a:moveTo>
                <a:lnTo>
                  <a:pt x="39309" y="4500"/>
                </a:lnTo>
                <a:lnTo>
                  <a:pt x="10137" y="46082"/>
                </a:lnTo>
                <a:lnTo>
                  <a:pt x="33003" y="62132"/>
                </a:lnTo>
                <a:lnTo>
                  <a:pt x="29245" y="67477"/>
                </a:lnTo>
                <a:lnTo>
                  <a:pt x="0" y="46999"/>
                </a:lnTo>
                <a:lnTo>
                  <a:pt x="32945" y="0"/>
                </a:lnTo>
                <a:close/>
                <a:moveTo>
                  <a:pt x="3294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0D221-CF42-4586-BAFD-58E4214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25" y="2268037"/>
            <a:ext cx="45164" cy="52679"/>
          </a:xfrm>
          <a:custGeom xmlns:a="http://schemas.openxmlformats.org/drawingml/2006/main">
            <a:pathLst>
              <a:path w="45164" h="52679">
                <a:moveTo>
                  <a:pt x="26624" y="26900"/>
                </a:moveTo>
                <a:cubicBezTo>
                  <a:pt x="21949" y="23609"/>
                  <a:pt x="18307" y="21905"/>
                  <a:pt x="15817" y="21672"/>
                </a:cubicBezTo>
                <a:cubicBezTo>
                  <a:pt x="13254" y="21497"/>
                  <a:pt x="11025" y="22691"/>
                  <a:pt x="9263" y="25255"/>
                </a:cubicBezTo>
                <a:cubicBezTo>
                  <a:pt x="7792" y="27308"/>
                  <a:pt x="7326" y="29406"/>
                  <a:pt x="7850" y="31576"/>
                </a:cubicBezTo>
                <a:cubicBezTo>
                  <a:pt x="8360" y="33731"/>
                  <a:pt x="9773" y="35610"/>
                  <a:pt x="12118" y="37256"/>
                </a:cubicBezTo>
                <a:cubicBezTo>
                  <a:pt x="15293" y="39484"/>
                  <a:pt x="18715" y="40169"/>
                  <a:pt x="22240" y="39251"/>
                </a:cubicBezTo>
                <a:cubicBezTo>
                  <a:pt x="25764" y="38348"/>
                  <a:pt x="28837" y="36003"/>
                  <a:pt x="31459" y="32202"/>
                </a:cubicBezTo>
                <a:lnTo>
                  <a:pt x="32362" y="30949"/>
                </a:lnTo>
                <a:lnTo>
                  <a:pt x="26624" y="26900"/>
                </a:lnTo>
                <a:close/>
                <a:moveTo>
                  <a:pt x="39877" y="32595"/>
                </a:moveTo>
                <a:lnTo>
                  <a:pt x="25764" y="52679"/>
                </a:lnTo>
                <a:lnTo>
                  <a:pt x="19968" y="48645"/>
                </a:lnTo>
                <a:lnTo>
                  <a:pt x="23711" y="43285"/>
                </a:lnTo>
                <a:cubicBezTo>
                  <a:pt x="20929" y="44480"/>
                  <a:pt x="18147" y="44887"/>
                  <a:pt x="15467" y="44538"/>
                </a:cubicBezTo>
                <a:cubicBezTo>
                  <a:pt x="12788" y="44203"/>
                  <a:pt x="10006" y="43009"/>
                  <a:pt x="7166" y="41013"/>
                </a:cubicBezTo>
                <a:cubicBezTo>
                  <a:pt x="3583" y="38450"/>
                  <a:pt x="1413" y="35435"/>
                  <a:pt x="670" y="31911"/>
                </a:cubicBezTo>
                <a:cubicBezTo>
                  <a:pt x="0" y="28444"/>
                  <a:pt x="786" y="24978"/>
                  <a:pt x="3175" y="21555"/>
                </a:cubicBezTo>
                <a:cubicBezTo>
                  <a:pt x="5971" y="17637"/>
                  <a:pt x="9379" y="15584"/>
                  <a:pt x="13414" y="15409"/>
                </a:cubicBezTo>
                <a:cubicBezTo>
                  <a:pt x="17521" y="15249"/>
                  <a:pt x="22182" y="17011"/>
                  <a:pt x="27410" y="20711"/>
                </a:cubicBezTo>
                <a:lnTo>
                  <a:pt x="35552" y="26391"/>
                </a:lnTo>
                <a:lnTo>
                  <a:pt x="35945" y="25823"/>
                </a:lnTo>
                <a:cubicBezTo>
                  <a:pt x="37824" y="23157"/>
                  <a:pt x="38392" y="20478"/>
                  <a:pt x="37664" y="17798"/>
                </a:cubicBezTo>
                <a:cubicBezTo>
                  <a:pt x="36921" y="15132"/>
                  <a:pt x="34984" y="12686"/>
                  <a:pt x="31794" y="10457"/>
                </a:cubicBezTo>
                <a:cubicBezTo>
                  <a:pt x="29799" y="9044"/>
                  <a:pt x="27701" y="7908"/>
                  <a:pt x="25429" y="7049"/>
                </a:cubicBezTo>
                <a:cubicBezTo>
                  <a:pt x="23201" y="6204"/>
                  <a:pt x="20813" y="5622"/>
                  <a:pt x="18424" y="5345"/>
                </a:cubicBezTo>
                <a:lnTo>
                  <a:pt x="22182" y="0"/>
                </a:lnTo>
                <a:cubicBezTo>
                  <a:pt x="24861" y="685"/>
                  <a:pt x="27308" y="1529"/>
                  <a:pt x="29580" y="2505"/>
                </a:cubicBezTo>
                <a:cubicBezTo>
                  <a:pt x="31852" y="3466"/>
                  <a:pt x="33964" y="4661"/>
                  <a:pt x="35828" y="5971"/>
                </a:cubicBezTo>
                <a:cubicBezTo>
                  <a:pt x="40955" y="9554"/>
                  <a:pt x="43795" y="13530"/>
                  <a:pt x="44480" y="17914"/>
                </a:cubicBezTo>
                <a:cubicBezTo>
                  <a:pt x="45164" y="22356"/>
                  <a:pt x="43635" y="27250"/>
                  <a:pt x="39877" y="32595"/>
                </a:cubicBezTo>
                <a:close/>
                <a:moveTo>
                  <a:pt x="39877" y="325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D9C48-5268-4CCE-B4B5-06A5E5AE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56" y="2293685"/>
            <a:ext cx="45688" cy="39324"/>
          </a:xfrm>
          <a:custGeom xmlns:a="http://schemas.openxmlformats.org/drawingml/2006/main">
            <a:pathLst>
              <a:path w="45688" h="39324">
                <a:moveTo>
                  <a:pt x="41523" y="19866"/>
                </a:moveTo>
                <a:cubicBezTo>
                  <a:pt x="41188" y="19065"/>
                  <a:pt x="40678" y="18264"/>
                  <a:pt x="39994" y="17579"/>
                </a:cubicBezTo>
                <a:cubicBezTo>
                  <a:pt x="39368" y="16851"/>
                  <a:pt x="38567" y="16166"/>
                  <a:pt x="37664" y="15540"/>
                </a:cubicBezTo>
                <a:cubicBezTo>
                  <a:pt x="34416" y="13210"/>
                  <a:pt x="31124" y="12525"/>
                  <a:pt x="27876" y="13428"/>
                </a:cubicBezTo>
                <a:cubicBezTo>
                  <a:pt x="24628" y="14346"/>
                  <a:pt x="21614" y="16793"/>
                  <a:pt x="18832" y="20769"/>
                </a:cubicBezTo>
                <a:lnTo>
                  <a:pt x="5855" y="39324"/>
                </a:lnTo>
                <a:lnTo>
                  <a:pt x="0" y="35217"/>
                </a:lnTo>
                <a:lnTo>
                  <a:pt x="24687" y="0"/>
                </a:lnTo>
                <a:lnTo>
                  <a:pt x="30556" y="4107"/>
                </a:lnTo>
                <a:lnTo>
                  <a:pt x="26682" y="9569"/>
                </a:lnTo>
                <a:cubicBezTo>
                  <a:pt x="29406" y="8258"/>
                  <a:pt x="32085" y="7807"/>
                  <a:pt x="34765" y="8141"/>
                </a:cubicBezTo>
                <a:cubicBezTo>
                  <a:pt x="37430" y="8476"/>
                  <a:pt x="40227" y="9627"/>
                  <a:pt x="43009" y="11550"/>
                </a:cubicBezTo>
                <a:cubicBezTo>
                  <a:pt x="43402" y="11841"/>
                  <a:pt x="43810" y="12176"/>
                  <a:pt x="44261" y="12584"/>
                </a:cubicBezTo>
                <a:cubicBezTo>
                  <a:pt x="44713" y="12919"/>
                  <a:pt x="45164" y="13370"/>
                  <a:pt x="45688" y="13894"/>
                </a:cubicBezTo>
                <a:lnTo>
                  <a:pt x="41523" y="19866"/>
                </a:lnTo>
                <a:close/>
                <a:moveTo>
                  <a:pt x="41523" y="198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F104D-09FD-4BDD-A2A9-2C76E45E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081" y="2315313"/>
            <a:ext cx="60020" cy="59102"/>
          </a:xfrm>
          <a:custGeom xmlns:a="http://schemas.openxmlformats.org/drawingml/2006/main">
            <a:pathLst>
              <a:path w="60020" h="59102">
                <a:moveTo>
                  <a:pt x="42164" y="29755"/>
                </a:moveTo>
                <a:cubicBezTo>
                  <a:pt x="45120" y="25546"/>
                  <a:pt x="46548" y="21672"/>
                  <a:pt x="46431" y="18205"/>
                </a:cubicBezTo>
                <a:cubicBezTo>
                  <a:pt x="46315" y="14681"/>
                  <a:pt x="44669" y="11826"/>
                  <a:pt x="41596" y="9612"/>
                </a:cubicBezTo>
                <a:cubicBezTo>
                  <a:pt x="38465" y="7457"/>
                  <a:pt x="35217" y="6933"/>
                  <a:pt x="31925" y="8025"/>
                </a:cubicBezTo>
                <a:cubicBezTo>
                  <a:pt x="28561" y="9103"/>
                  <a:pt x="25429" y="11710"/>
                  <a:pt x="22473" y="15933"/>
                </a:cubicBezTo>
                <a:cubicBezTo>
                  <a:pt x="19516" y="20084"/>
                  <a:pt x="18147" y="23944"/>
                  <a:pt x="18264" y="27483"/>
                </a:cubicBezTo>
                <a:cubicBezTo>
                  <a:pt x="18380" y="31008"/>
                  <a:pt x="19968" y="33848"/>
                  <a:pt x="23041" y="36003"/>
                </a:cubicBezTo>
                <a:cubicBezTo>
                  <a:pt x="26172" y="38173"/>
                  <a:pt x="29420" y="38741"/>
                  <a:pt x="32770" y="37664"/>
                </a:cubicBezTo>
                <a:cubicBezTo>
                  <a:pt x="36134" y="36586"/>
                  <a:pt x="39266" y="33906"/>
                  <a:pt x="42164" y="29755"/>
                </a:cubicBezTo>
                <a:close/>
                <a:moveTo>
                  <a:pt x="38406" y="47451"/>
                </a:moveTo>
                <a:cubicBezTo>
                  <a:pt x="34197" y="53480"/>
                  <a:pt x="29755" y="56947"/>
                  <a:pt x="25036" y="58025"/>
                </a:cubicBezTo>
                <a:cubicBezTo>
                  <a:pt x="20317" y="59102"/>
                  <a:pt x="15191" y="57690"/>
                  <a:pt x="9729" y="53874"/>
                </a:cubicBezTo>
                <a:cubicBezTo>
                  <a:pt x="7690" y="52446"/>
                  <a:pt x="5869" y="50917"/>
                  <a:pt x="4267" y="49373"/>
                </a:cubicBezTo>
                <a:cubicBezTo>
                  <a:pt x="2680" y="47786"/>
                  <a:pt x="1253" y="46082"/>
                  <a:pt x="0" y="44261"/>
                </a:cubicBezTo>
                <a:lnTo>
                  <a:pt x="3991" y="38625"/>
                </a:lnTo>
                <a:cubicBezTo>
                  <a:pt x="5010" y="40795"/>
                  <a:pt x="6204" y="42615"/>
                  <a:pt x="7573" y="44203"/>
                </a:cubicBezTo>
                <a:cubicBezTo>
                  <a:pt x="8928" y="45790"/>
                  <a:pt x="10472" y="47218"/>
                  <a:pt x="12176" y="48412"/>
                </a:cubicBezTo>
                <a:cubicBezTo>
                  <a:pt x="15933" y="51092"/>
                  <a:pt x="19516" y="52111"/>
                  <a:pt x="22764" y="51427"/>
                </a:cubicBezTo>
                <a:cubicBezTo>
                  <a:pt x="26056" y="50801"/>
                  <a:pt x="29071" y="48470"/>
                  <a:pt x="31867" y="44436"/>
                </a:cubicBezTo>
                <a:lnTo>
                  <a:pt x="33906" y="41581"/>
                </a:lnTo>
                <a:cubicBezTo>
                  <a:pt x="31241" y="42834"/>
                  <a:pt x="28619" y="43285"/>
                  <a:pt x="26056" y="43009"/>
                </a:cubicBezTo>
                <a:cubicBezTo>
                  <a:pt x="23449" y="42717"/>
                  <a:pt x="20885" y="41698"/>
                  <a:pt x="18264" y="39877"/>
                </a:cubicBezTo>
                <a:cubicBezTo>
                  <a:pt x="13938" y="36804"/>
                  <a:pt x="11608" y="32770"/>
                  <a:pt x="11273" y="27585"/>
                </a:cubicBezTo>
                <a:cubicBezTo>
                  <a:pt x="10923" y="22473"/>
                  <a:pt x="12686" y="17186"/>
                  <a:pt x="16501" y="11710"/>
                </a:cubicBezTo>
                <a:cubicBezTo>
                  <a:pt x="20317" y="6306"/>
                  <a:pt x="24701" y="2840"/>
                  <a:pt x="29639" y="1413"/>
                </a:cubicBezTo>
                <a:cubicBezTo>
                  <a:pt x="34590" y="0"/>
                  <a:pt x="39207" y="786"/>
                  <a:pt x="43518" y="3816"/>
                </a:cubicBezTo>
                <a:cubicBezTo>
                  <a:pt x="46140" y="5636"/>
                  <a:pt x="48019" y="7675"/>
                  <a:pt x="49155" y="10006"/>
                </a:cubicBezTo>
                <a:cubicBezTo>
                  <a:pt x="50291" y="12336"/>
                  <a:pt x="50757" y="14958"/>
                  <a:pt x="50466" y="17914"/>
                </a:cubicBezTo>
                <a:lnTo>
                  <a:pt x="54223" y="12569"/>
                </a:lnTo>
                <a:lnTo>
                  <a:pt x="60020" y="16603"/>
                </a:lnTo>
                <a:lnTo>
                  <a:pt x="38406" y="47451"/>
                </a:lnTo>
                <a:close/>
                <a:moveTo>
                  <a:pt x="38406" y="474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E31E6F-F948-4D86-AFE4-8B4756DE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566" y="2344835"/>
            <a:ext cx="44436" cy="49038"/>
          </a:xfrm>
          <a:custGeom xmlns:a="http://schemas.openxmlformats.org/drawingml/2006/main">
            <a:pathLst>
              <a:path w="44436" h="49038">
                <a:moveTo>
                  <a:pt x="39266" y="32712"/>
                </a:moveTo>
                <a:lnTo>
                  <a:pt x="37270" y="35566"/>
                </a:lnTo>
                <a:lnTo>
                  <a:pt x="10647" y="16895"/>
                </a:lnTo>
                <a:cubicBezTo>
                  <a:pt x="8141" y="21046"/>
                  <a:pt x="7224" y="24920"/>
                  <a:pt x="7908" y="28503"/>
                </a:cubicBezTo>
                <a:cubicBezTo>
                  <a:pt x="8593" y="32085"/>
                  <a:pt x="10821" y="35275"/>
                  <a:pt x="14681" y="37955"/>
                </a:cubicBezTo>
                <a:cubicBezTo>
                  <a:pt x="16909" y="39484"/>
                  <a:pt x="19240" y="40737"/>
                  <a:pt x="21686" y="41654"/>
                </a:cubicBezTo>
                <a:cubicBezTo>
                  <a:pt x="24191" y="42557"/>
                  <a:pt x="26798" y="43242"/>
                  <a:pt x="29639" y="43577"/>
                </a:cubicBezTo>
                <a:lnTo>
                  <a:pt x="25779" y="49038"/>
                </a:lnTo>
                <a:cubicBezTo>
                  <a:pt x="23099" y="48470"/>
                  <a:pt x="20492" y="47626"/>
                  <a:pt x="17987" y="46591"/>
                </a:cubicBezTo>
                <a:cubicBezTo>
                  <a:pt x="15482" y="45514"/>
                  <a:pt x="13152" y="44203"/>
                  <a:pt x="10865" y="42615"/>
                </a:cubicBezTo>
                <a:cubicBezTo>
                  <a:pt x="5243" y="38683"/>
                  <a:pt x="1937" y="33906"/>
                  <a:pt x="976" y="28328"/>
                </a:cubicBezTo>
                <a:cubicBezTo>
                  <a:pt x="0" y="22764"/>
                  <a:pt x="1427" y="17186"/>
                  <a:pt x="5360" y="11608"/>
                </a:cubicBezTo>
                <a:cubicBezTo>
                  <a:pt x="9394" y="5869"/>
                  <a:pt x="14171" y="2389"/>
                  <a:pt x="19633" y="1194"/>
                </a:cubicBezTo>
                <a:cubicBezTo>
                  <a:pt x="25153" y="0"/>
                  <a:pt x="30498" y="1253"/>
                  <a:pt x="35785" y="4952"/>
                </a:cubicBezTo>
                <a:cubicBezTo>
                  <a:pt x="40518" y="8258"/>
                  <a:pt x="43183" y="12409"/>
                  <a:pt x="43810" y="17404"/>
                </a:cubicBezTo>
                <a:cubicBezTo>
                  <a:pt x="44436" y="22356"/>
                  <a:pt x="42907" y="27483"/>
                  <a:pt x="39266" y="32712"/>
                </a:cubicBezTo>
                <a:close/>
                <a:moveTo>
                  <a:pt x="34649" y="26973"/>
                </a:moveTo>
                <a:cubicBezTo>
                  <a:pt x="36819" y="23784"/>
                  <a:pt x="37722" y="20652"/>
                  <a:pt x="37329" y="17521"/>
                </a:cubicBezTo>
                <a:cubicBezTo>
                  <a:pt x="36921" y="14390"/>
                  <a:pt x="35275" y="11899"/>
                  <a:pt x="32435" y="9904"/>
                </a:cubicBezTo>
                <a:cubicBezTo>
                  <a:pt x="29187" y="7632"/>
                  <a:pt x="25997" y="6714"/>
                  <a:pt x="22764" y="7166"/>
                </a:cubicBezTo>
                <a:cubicBezTo>
                  <a:pt x="19516" y="7632"/>
                  <a:pt x="16618" y="9452"/>
                  <a:pt x="13996" y="12525"/>
                </a:cubicBezTo>
                <a:lnTo>
                  <a:pt x="34649" y="26973"/>
                </a:lnTo>
                <a:close/>
                <a:moveTo>
                  <a:pt x="34649" y="269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343A4-F255-409A-8550-F0924A3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05" y="1713221"/>
            <a:ext cx="59568" cy="51835"/>
          </a:xfrm>
          <a:custGeom xmlns:a="http://schemas.openxmlformats.org/drawingml/2006/main">
            <a:pathLst>
              <a:path w="59568" h="51835">
                <a:moveTo>
                  <a:pt x="19400" y="33513"/>
                </a:moveTo>
                <a:lnTo>
                  <a:pt x="5680" y="51718"/>
                </a:lnTo>
                <a:lnTo>
                  <a:pt x="0" y="47451"/>
                </a:lnTo>
                <a:lnTo>
                  <a:pt x="35726" y="0"/>
                </a:lnTo>
                <a:lnTo>
                  <a:pt x="41363" y="4267"/>
                </a:lnTo>
                <a:lnTo>
                  <a:pt x="37430" y="9496"/>
                </a:lnTo>
                <a:cubicBezTo>
                  <a:pt x="40169" y="8360"/>
                  <a:pt x="42834" y="7967"/>
                  <a:pt x="45397" y="8360"/>
                </a:cubicBezTo>
                <a:cubicBezTo>
                  <a:pt x="47961" y="8710"/>
                  <a:pt x="50466" y="9846"/>
                  <a:pt x="52971" y="11724"/>
                </a:cubicBezTo>
                <a:cubicBezTo>
                  <a:pt x="57180" y="14899"/>
                  <a:pt x="59335" y="19108"/>
                  <a:pt x="59394" y="24352"/>
                </a:cubicBezTo>
                <a:cubicBezTo>
                  <a:pt x="59568" y="29639"/>
                  <a:pt x="57573" y="34984"/>
                  <a:pt x="53480" y="40387"/>
                </a:cubicBezTo>
                <a:cubicBezTo>
                  <a:pt x="49432" y="45790"/>
                  <a:pt x="44829" y="49155"/>
                  <a:pt x="39761" y="50524"/>
                </a:cubicBezTo>
                <a:cubicBezTo>
                  <a:pt x="34649" y="51835"/>
                  <a:pt x="29974" y="50975"/>
                  <a:pt x="25823" y="47786"/>
                </a:cubicBezTo>
                <a:cubicBezTo>
                  <a:pt x="23318" y="45907"/>
                  <a:pt x="21497" y="43810"/>
                  <a:pt x="20478" y="41421"/>
                </a:cubicBezTo>
                <a:cubicBezTo>
                  <a:pt x="19400" y="39091"/>
                  <a:pt x="19050" y="36411"/>
                  <a:pt x="19400" y="33513"/>
                </a:cubicBezTo>
                <a:close/>
                <a:moveTo>
                  <a:pt x="47611" y="35959"/>
                </a:moveTo>
                <a:cubicBezTo>
                  <a:pt x="50742" y="31809"/>
                  <a:pt x="52344" y="27935"/>
                  <a:pt x="52446" y="24293"/>
                </a:cubicBezTo>
                <a:cubicBezTo>
                  <a:pt x="52505" y="20594"/>
                  <a:pt x="51034" y="17696"/>
                  <a:pt x="48077" y="15424"/>
                </a:cubicBezTo>
                <a:cubicBezTo>
                  <a:pt x="45062" y="13195"/>
                  <a:pt x="41814" y="12569"/>
                  <a:pt x="38348" y="13647"/>
                </a:cubicBezTo>
                <a:cubicBezTo>
                  <a:pt x="34867" y="14739"/>
                  <a:pt x="31576" y="17346"/>
                  <a:pt x="28444" y="21512"/>
                </a:cubicBezTo>
                <a:cubicBezTo>
                  <a:pt x="25313" y="25662"/>
                  <a:pt x="23725" y="29522"/>
                  <a:pt x="23609" y="33221"/>
                </a:cubicBezTo>
                <a:cubicBezTo>
                  <a:pt x="23551" y="36862"/>
                  <a:pt x="25036" y="39819"/>
                  <a:pt x="27993" y="42047"/>
                </a:cubicBezTo>
                <a:cubicBezTo>
                  <a:pt x="31008" y="44319"/>
                  <a:pt x="34241" y="44887"/>
                  <a:pt x="37722" y="43810"/>
                </a:cubicBezTo>
                <a:cubicBezTo>
                  <a:pt x="41188" y="42732"/>
                  <a:pt x="44494" y="40110"/>
                  <a:pt x="47611" y="35959"/>
                </a:cubicBezTo>
                <a:close/>
                <a:moveTo>
                  <a:pt x="47611" y="359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516F2-C94C-4523-B999-74AFC690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28" y="1743252"/>
            <a:ext cx="46373" cy="38639"/>
          </a:xfrm>
          <a:custGeom xmlns:a="http://schemas.openxmlformats.org/drawingml/2006/main">
            <a:pathLst>
              <a:path w="46373" h="38639">
                <a:moveTo>
                  <a:pt x="42047" y="20434"/>
                </a:moveTo>
                <a:cubicBezTo>
                  <a:pt x="41640" y="19575"/>
                  <a:pt x="41188" y="18788"/>
                  <a:pt x="40562" y="18104"/>
                </a:cubicBezTo>
                <a:cubicBezTo>
                  <a:pt x="39936" y="17361"/>
                  <a:pt x="39193" y="16618"/>
                  <a:pt x="38290" y="15933"/>
                </a:cubicBezTo>
                <a:cubicBezTo>
                  <a:pt x="35100" y="13545"/>
                  <a:pt x="31852" y="12744"/>
                  <a:pt x="28619" y="13545"/>
                </a:cubicBezTo>
                <a:cubicBezTo>
                  <a:pt x="25313" y="14346"/>
                  <a:pt x="22240" y="16676"/>
                  <a:pt x="19283" y="20550"/>
                </a:cubicBezTo>
                <a:lnTo>
                  <a:pt x="5695" y="38639"/>
                </a:lnTo>
                <a:lnTo>
                  <a:pt x="0" y="34372"/>
                </a:lnTo>
                <a:lnTo>
                  <a:pt x="25881" y="0"/>
                </a:lnTo>
                <a:lnTo>
                  <a:pt x="31517" y="4267"/>
                </a:lnTo>
                <a:lnTo>
                  <a:pt x="27541" y="9627"/>
                </a:lnTo>
                <a:cubicBezTo>
                  <a:pt x="30265" y="8433"/>
                  <a:pt x="33003" y="8025"/>
                  <a:pt x="35668" y="8476"/>
                </a:cubicBezTo>
                <a:cubicBezTo>
                  <a:pt x="38348" y="8884"/>
                  <a:pt x="41013" y="10137"/>
                  <a:pt x="43751" y="12176"/>
                </a:cubicBezTo>
                <a:cubicBezTo>
                  <a:pt x="44145" y="12467"/>
                  <a:pt x="44538" y="12802"/>
                  <a:pt x="44946" y="13210"/>
                </a:cubicBezTo>
                <a:cubicBezTo>
                  <a:pt x="45397" y="13603"/>
                  <a:pt x="45849" y="14113"/>
                  <a:pt x="46373" y="14623"/>
                </a:cubicBezTo>
                <a:lnTo>
                  <a:pt x="42047" y="20434"/>
                </a:lnTo>
                <a:close/>
                <a:moveTo>
                  <a:pt x="42047" y="204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4A893-2C60-4D5B-ABC0-B8CA1144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83" y="1749515"/>
            <a:ext cx="41581" cy="51951"/>
          </a:xfrm>
          <a:custGeom xmlns:a="http://schemas.openxmlformats.org/drawingml/2006/main">
            <a:pathLst>
              <a:path w="41581" h="51951">
                <a:moveTo>
                  <a:pt x="25881" y="13370"/>
                </a:moveTo>
                <a:lnTo>
                  <a:pt x="31517" y="17579"/>
                </a:lnTo>
                <a:lnTo>
                  <a:pt x="5636" y="51951"/>
                </a:lnTo>
                <a:lnTo>
                  <a:pt x="0" y="47742"/>
                </a:lnTo>
                <a:lnTo>
                  <a:pt x="25881" y="13370"/>
                </a:lnTo>
                <a:close/>
                <a:moveTo>
                  <a:pt x="35959" y="0"/>
                </a:moveTo>
                <a:lnTo>
                  <a:pt x="41581" y="4209"/>
                </a:lnTo>
                <a:lnTo>
                  <a:pt x="36178" y="11375"/>
                </a:lnTo>
                <a:lnTo>
                  <a:pt x="30556" y="7107"/>
                </a:lnTo>
                <a:lnTo>
                  <a:pt x="35959" y="0"/>
                </a:lnTo>
                <a:close/>
                <a:moveTo>
                  <a:pt x="359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F1217-B383-4E79-AF18-9466B5F0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28" y="1775862"/>
            <a:ext cx="70943" cy="72137"/>
          </a:xfrm>
          <a:custGeom xmlns:a="http://schemas.openxmlformats.org/drawingml/2006/main">
            <a:pathLst>
              <a:path w="70943" h="72137">
                <a:moveTo>
                  <a:pt x="47844" y="26900"/>
                </a:moveTo>
                <a:cubicBezTo>
                  <a:pt x="51194" y="25429"/>
                  <a:pt x="54267" y="24803"/>
                  <a:pt x="57165" y="25080"/>
                </a:cubicBezTo>
                <a:cubicBezTo>
                  <a:pt x="60020" y="25371"/>
                  <a:pt x="62802" y="26507"/>
                  <a:pt x="65423" y="28503"/>
                </a:cubicBezTo>
                <a:cubicBezTo>
                  <a:pt x="69006" y="31168"/>
                  <a:pt x="70827" y="34532"/>
                  <a:pt x="70885" y="38508"/>
                </a:cubicBezTo>
                <a:cubicBezTo>
                  <a:pt x="70943" y="42441"/>
                  <a:pt x="69225" y="46766"/>
                  <a:pt x="65758" y="51369"/>
                </a:cubicBezTo>
                <a:lnTo>
                  <a:pt x="50174" y="72137"/>
                </a:lnTo>
                <a:lnTo>
                  <a:pt x="44480" y="67870"/>
                </a:lnTo>
                <a:lnTo>
                  <a:pt x="59962" y="47276"/>
                </a:lnTo>
                <a:cubicBezTo>
                  <a:pt x="62467" y="43970"/>
                  <a:pt x="63719" y="41130"/>
                  <a:pt x="63719" y="38625"/>
                </a:cubicBezTo>
                <a:cubicBezTo>
                  <a:pt x="63763" y="36178"/>
                  <a:pt x="62569" y="34022"/>
                  <a:pt x="60180" y="32260"/>
                </a:cubicBezTo>
                <a:cubicBezTo>
                  <a:pt x="57282" y="30032"/>
                  <a:pt x="54209" y="29245"/>
                  <a:pt x="51019" y="29915"/>
                </a:cubicBezTo>
                <a:cubicBezTo>
                  <a:pt x="47902" y="30600"/>
                  <a:pt x="45048" y="32595"/>
                  <a:pt x="42543" y="35959"/>
                </a:cubicBezTo>
                <a:lnTo>
                  <a:pt x="27935" y="55359"/>
                </a:lnTo>
                <a:lnTo>
                  <a:pt x="22240" y="51092"/>
                </a:lnTo>
                <a:lnTo>
                  <a:pt x="37707" y="30542"/>
                </a:lnTo>
                <a:cubicBezTo>
                  <a:pt x="40212" y="27250"/>
                  <a:pt x="41465" y="24352"/>
                  <a:pt x="41465" y="21905"/>
                </a:cubicBezTo>
                <a:cubicBezTo>
                  <a:pt x="41523" y="19400"/>
                  <a:pt x="40329" y="17288"/>
                  <a:pt x="37882" y="15467"/>
                </a:cubicBezTo>
                <a:cubicBezTo>
                  <a:pt x="34984" y="13254"/>
                  <a:pt x="31969" y="12511"/>
                  <a:pt x="28779" y="13195"/>
                </a:cubicBezTo>
                <a:cubicBezTo>
                  <a:pt x="25648" y="13880"/>
                  <a:pt x="22808" y="15875"/>
                  <a:pt x="20303" y="19225"/>
                </a:cubicBezTo>
                <a:lnTo>
                  <a:pt x="5680" y="38625"/>
                </a:lnTo>
                <a:lnTo>
                  <a:pt x="0" y="34357"/>
                </a:lnTo>
                <a:lnTo>
                  <a:pt x="25881" y="0"/>
                </a:lnTo>
                <a:lnTo>
                  <a:pt x="31517" y="4267"/>
                </a:lnTo>
                <a:lnTo>
                  <a:pt x="27527" y="9612"/>
                </a:lnTo>
                <a:cubicBezTo>
                  <a:pt x="30367" y="8476"/>
                  <a:pt x="33105" y="8069"/>
                  <a:pt x="35668" y="8418"/>
                </a:cubicBezTo>
                <a:cubicBezTo>
                  <a:pt x="38232" y="8753"/>
                  <a:pt x="40722" y="9889"/>
                  <a:pt x="43169" y="11768"/>
                </a:cubicBezTo>
                <a:cubicBezTo>
                  <a:pt x="45674" y="13647"/>
                  <a:pt x="47334" y="15875"/>
                  <a:pt x="48121" y="18424"/>
                </a:cubicBezTo>
                <a:cubicBezTo>
                  <a:pt x="48922" y="21046"/>
                  <a:pt x="48864" y="23827"/>
                  <a:pt x="47844" y="26900"/>
                </a:cubicBezTo>
                <a:close/>
                <a:moveTo>
                  <a:pt x="47844" y="269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D1F61-63DF-4135-BF0B-2924B214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360" y="1808690"/>
            <a:ext cx="41596" cy="51995"/>
          </a:xfrm>
          <a:custGeom xmlns:a="http://schemas.openxmlformats.org/drawingml/2006/main">
            <a:pathLst>
              <a:path w="41596" h="51995">
                <a:moveTo>
                  <a:pt x="35901" y="0"/>
                </a:moveTo>
                <a:lnTo>
                  <a:pt x="41596" y="4267"/>
                </a:lnTo>
                <a:lnTo>
                  <a:pt x="5636" y="51995"/>
                </a:lnTo>
                <a:lnTo>
                  <a:pt x="0" y="47786"/>
                </a:lnTo>
                <a:lnTo>
                  <a:pt x="35901" y="0"/>
                </a:lnTo>
                <a:close/>
                <a:moveTo>
                  <a:pt x="3590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1123B-E854-49C8-874F-221A385A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66" y="1862389"/>
            <a:ext cx="12351" cy="12686"/>
          </a:xfrm>
          <a:custGeom xmlns:a="http://schemas.openxmlformats.org/drawingml/2006/main">
            <a:pathLst>
              <a:path w="12351" h="12686">
                <a:moveTo>
                  <a:pt x="5928" y="0"/>
                </a:moveTo>
                <a:lnTo>
                  <a:pt x="12351" y="4894"/>
                </a:lnTo>
                <a:lnTo>
                  <a:pt x="6496" y="12686"/>
                </a:lnTo>
                <a:lnTo>
                  <a:pt x="0" y="7792"/>
                </a:lnTo>
                <a:lnTo>
                  <a:pt x="5928" y="0"/>
                </a:lnTo>
                <a:close/>
                <a:moveTo>
                  <a:pt x="59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8E8A2-29A7-4C0C-83B8-430E3CE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024" y="1839013"/>
            <a:ext cx="58374" cy="50466"/>
          </a:xfrm>
          <a:custGeom xmlns:a="http://schemas.openxmlformats.org/drawingml/2006/main">
            <a:pathLst>
              <a:path w="58374" h="50466">
                <a:moveTo>
                  <a:pt x="36819" y="9787"/>
                </a:moveTo>
                <a:lnTo>
                  <a:pt x="23900" y="26959"/>
                </a:lnTo>
                <a:lnTo>
                  <a:pt x="31692" y="32828"/>
                </a:lnTo>
                <a:cubicBezTo>
                  <a:pt x="34532" y="34984"/>
                  <a:pt x="37387" y="35945"/>
                  <a:pt x="40052" y="35610"/>
                </a:cubicBezTo>
                <a:cubicBezTo>
                  <a:pt x="42732" y="35319"/>
                  <a:pt x="45120" y="33789"/>
                  <a:pt x="47218" y="31008"/>
                </a:cubicBezTo>
                <a:cubicBezTo>
                  <a:pt x="49271" y="28269"/>
                  <a:pt x="50072" y="25590"/>
                  <a:pt x="49621" y="22924"/>
                </a:cubicBezTo>
                <a:cubicBezTo>
                  <a:pt x="49155" y="20245"/>
                  <a:pt x="47509" y="17798"/>
                  <a:pt x="44611" y="15642"/>
                </a:cubicBezTo>
                <a:lnTo>
                  <a:pt x="36819" y="9787"/>
                </a:lnTo>
                <a:close/>
                <a:moveTo>
                  <a:pt x="34474" y="0"/>
                </a:moveTo>
                <a:lnTo>
                  <a:pt x="48470" y="10515"/>
                </a:lnTo>
                <a:cubicBezTo>
                  <a:pt x="53597" y="14390"/>
                  <a:pt x="56612" y="18482"/>
                  <a:pt x="57471" y="22750"/>
                </a:cubicBezTo>
                <a:cubicBezTo>
                  <a:pt x="58374" y="27075"/>
                  <a:pt x="57122" y="31459"/>
                  <a:pt x="53772" y="35945"/>
                </a:cubicBezTo>
                <a:cubicBezTo>
                  <a:pt x="50349" y="40445"/>
                  <a:pt x="46490" y="42892"/>
                  <a:pt x="42106" y="43227"/>
                </a:cubicBezTo>
                <a:cubicBezTo>
                  <a:pt x="37722" y="43577"/>
                  <a:pt x="33003" y="41814"/>
                  <a:pt x="27818" y="37940"/>
                </a:cubicBezTo>
                <a:lnTo>
                  <a:pt x="20026" y="32085"/>
                </a:lnTo>
                <a:lnTo>
                  <a:pt x="6204" y="50466"/>
                </a:lnTo>
                <a:lnTo>
                  <a:pt x="0" y="45790"/>
                </a:lnTo>
                <a:lnTo>
                  <a:pt x="34474" y="0"/>
                </a:lnTo>
                <a:close/>
                <a:moveTo>
                  <a:pt x="344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26784-14BF-4F50-A35A-9690828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920" y="1867516"/>
            <a:ext cx="60821" cy="50509"/>
          </a:xfrm>
          <a:custGeom xmlns:a="http://schemas.openxmlformats.org/drawingml/2006/main">
            <a:pathLst>
              <a:path w="60821" h="50509">
                <a:moveTo>
                  <a:pt x="34474" y="0"/>
                </a:moveTo>
                <a:lnTo>
                  <a:pt x="60821" y="19851"/>
                </a:lnTo>
                <a:lnTo>
                  <a:pt x="56889" y="25022"/>
                </a:lnTo>
                <a:lnTo>
                  <a:pt x="36746" y="9889"/>
                </a:lnTo>
                <a:lnTo>
                  <a:pt x="26565" y="23376"/>
                </a:lnTo>
                <a:lnTo>
                  <a:pt x="44713" y="37096"/>
                </a:lnTo>
                <a:lnTo>
                  <a:pt x="40795" y="42266"/>
                </a:lnTo>
                <a:lnTo>
                  <a:pt x="22648" y="28619"/>
                </a:lnTo>
                <a:lnTo>
                  <a:pt x="6204" y="50509"/>
                </a:lnTo>
                <a:lnTo>
                  <a:pt x="0" y="45849"/>
                </a:lnTo>
                <a:lnTo>
                  <a:pt x="34474" y="0"/>
                </a:lnTo>
                <a:close/>
                <a:moveTo>
                  <a:pt x="344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6B6AF-8225-4490-83F2-57D7C642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40" y="1894766"/>
            <a:ext cx="40678" cy="67244"/>
          </a:xfrm>
          <a:custGeom xmlns:a="http://schemas.openxmlformats.org/drawingml/2006/main">
            <a:pathLst>
              <a:path w="40678" h="67244">
                <a:moveTo>
                  <a:pt x="34474" y="0"/>
                </a:moveTo>
                <a:lnTo>
                  <a:pt x="40678" y="4661"/>
                </a:lnTo>
                <a:lnTo>
                  <a:pt x="10137" y="45222"/>
                </a:lnTo>
                <a:lnTo>
                  <a:pt x="32435" y="62015"/>
                </a:lnTo>
                <a:lnTo>
                  <a:pt x="28503" y="67244"/>
                </a:lnTo>
                <a:lnTo>
                  <a:pt x="0" y="45790"/>
                </a:lnTo>
                <a:lnTo>
                  <a:pt x="34474" y="0"/>
                </a:lnTo>
                <a:close/>
                <a:moveTo>
                  <a:pt x="344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24140-32A5-4EBC-86F3-3BF2AE68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038" y="1921098"/>
            <a:ext cx="69399" cy="72094"/>
          </a:xfrm>
          <a:custGeom xmlns:a="http://schemas.openxmlformats.org/drawingml/2006/main">
            <a:pathLst>
              <a:path w="69399" h="72094">
                <a:moveTo>
                  <a:pt x="34532" y="0"/>
                </a:moveTo>
                <a:lnTo>
                  <a:pt x="40678" y="4675"/>
                </a:lnTo>
                <a:lnTo>
                  <a:pt x="26565" y="23449"/>
                </a:lnTo>
                <a:lnTo>
                  <a:pt x="49097" y="40402"/>
                </a:lnTo>
                <a:lnTo>
                  <a:pt x="63195" y="21628"/>
                </a:lnTo>
                <a:lnTo>
                  <a:pt x="69399" y="26289"/>
                </a:lnTo>
                <a:lnTo>
                  <a:pt x="34925" y="72094"/>
                </a:lnTo>
                <a:lnTo>
                  <a:pt x="28721" y="67419"/>
                </a:lnTo>
                <a:lnTo>
                  <a:pt x="45164" y="45630"/>
                </a:lnTo>
                <a:lnTo>
                  <a:pt x="22633" y="28677"/>
                </a:lnTo>
                <a:lnTo>
                  <a:pt x="6190" y="50466"/>
                </a:lnTo>
                <a:lnTo>
                  <a:pt x="0" y="45805"/>
                </a:lnTo>
                <a:lnTo>
                  <a:pt x="34532" y="0"/>
                </a:lnTo>
                <a:close/>
                <a:moveTo>
                  <a:pt x="3453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AE16B-1278-4744-B9D2-6159FE19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14" y="1956664"/>
            <a:ext cx="58651" cy="72647"/>
          </a:xfrm>
          <a:custGeom xmlns:a="http://schemas.openxmlformats.org/drawingml/2006/main">
            <a:pathLst>
              <a:path w="58651" h="72647">
                <a:moveTo>
                  <a:pt x="37882" y="40678"/>
                </a:moveTo>
                <a:cubicBezTo>
                  <a:pt x="38858" y="42149"/>
                  <a:pt x="39426" y="44086"/>
                  <a:pt x="39586" y="46475"/>
                </a:cubicBezTo>
                <a:cubicBezTo>
                  <a:pt x="39761" y="48922"/>
                  <a:pt x="39484" y="51878"/>
                  <a:pt x="38800" y="55418"/>
                </a:cubicBezTo>
                <a:lnTo>
                  <a:pt x="35668" y="72647"/>
                </a:lnTo>
                <a:lnTo>
                  <a:pt x="29012" y="67637"/>
                </a:lnTo>
                <a:lnTo>
                  <a:pt x="32027" y="51485"/>
                </a:lnTo>
                <a:cubicBezTo>
                  <a:pt x="32828" y="47276"/>
                  <a:pt x="32886" y="44145"/>
                  <a:pt x="32202" y="42091"/>
                </a:cubicBezTo>
                <a:cubicBezTo>
                  <a:pt x="31517" y="39994"/>
                  <a:pt x="29974" y="38057"/>
                  <a:pt x="27527" y="36178"/>
                </a:cubicBezTo>
                <a:lnTo>
                  <a:pt x="20769" y="31124"/>
                </a:lnTo>
                <a:lnTo>
                  <a:pt x="6204" y="50466"/>
                </a:lnTo>
                <a:lnTo>
                  <a:pt x="0" y="45790"/>
                </a:lnTo>
                <a:lnTo>
                  <a:pt x="34474" y="0"/>
                </a:lnTo>
                <a:lnTo>
                  <a:pt x="48470" y="10515"/>
                </a:lnTo>
                <a:cubicBezTo>
                  <a:pt x="53699" y="14448"/>
                  <a:pt x="56772" y="18482"/>
                  <a:pt x="57690" y="22648"/>
                </a:cubicBezTo>
                <a:cubicBezTo>
                  <a:pt x="58651" y="26798"/>
                  <a:pt x="57457" y="31066"/>
                  <a:pt x="54107" y="35435"/>
                </a:cubicBezTo>
                <a:cubicBezTo>
                  <a:pt x="51937" y="38348"/>
                  <a:pt x="49490" y="40227"/>
                  <a:pt x="46708" y="41130"/>
                </a:cubicBezTo>
                <a:cubicBezTo>
                  <a:pt x="43912" y="42047"/>
                  <a:pt x="41013" y="41873"/>
                  <a:pt x="37882" y="40678"/>
                </a:cubicBezTo>
                <a:close/>
                <a:moveTo>
                  <a:pt x="36804" y="9787"/>
                </a:moveTo>
                <a:lnTo>
                  <a:pt x="24570" y="25997"/>
                </a:lnTo>
                <a:lnTo>
                  <a:pt x="32362" y="31852"/>
                </a:lnTo>
                <a:cubicBezTo>
                  <a:pt x="35377" y="34139"/>
                  <a:pt x="38173" y="35158"/>
                  <a:pt x="40737" y="34925"/>
                </a:cubicBezTo>
                <a:cubicBezTo>
                  <a:pt x="43285" y="34649"/>
                  <a:pt x="45572" y="33221"/>
                  <a:pt x="47553" y="30542"/>
                </a:cubicBezTo>
                <a:cubicBezTo>
                  <a:pt x="49606" y="27876"/>
                  <a:pt x="50349" y="25255"/>
                  <a:pt x="49839" y="22750"/>
                </a:cubicBezTo>
                <a:cubicBezTo>
                  <a:pt x="49373" y="20245"/>
                  <a:pt x="47611" y="17856"/>
                  <a:pt x="44654" y="15642"/>
                </a:cubicBezTo>
                <a:lnTo>
                  <a:pt x="36804" y="9787"/>
                </a:lnTo>
                <a:close/>
                <a:moveTo>
                  <a:pt x="36804" y="97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1A9ED-BEBA-4235-9AFB-E9C44606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949" y="1989551"/>
            <a:ext cx="58374" cy="50451"/>
          </a:xfrm>
          <a:custGeom xmlns:a="http://schemas.openxmlformats.org/drawingml/2006/main">
            <a:pathLst>
              <a:path w="58374" h="50451">
                <a:moveTo>
                  <a:pt x="36862" y="9729"/>
                </a:moveTo>
                <a:lnTo>
                  <a:pt x="23886" y="26959"/>
                </a:lnTo>
                <a:lnTo>
                  <a:pt x="31692" y="32828"/>
                </a:lnTo>
                <a:cubicBezTo>
                  <a:pt x="34590" y="34984"/>
                  <a:pt x="37372" y="35887"/>
                  <a:pt x="40052" y="35610"/>
                </a:cubicBezTo>
                <a:cubicBezTo>
                  <a:pt x="42776" y="35319"/>
                  <a:pt x="45164" y="33789"/>
                  <a:pt x="47218" y="31008"/>
                </a:cubicBezTo>
                <a:cubicBezTo>
                  <a:pt x="49330" y="28269"/>
                  <a:pt x="50116" y="25546"/>
                  <a:pt x="49665" y="22866"/>
                </a:cubicBezTo>
                <a:cubicBezTo>
                  <a:pt x="49213" y="20186"/>
                  <a:pt x="47553" y="17798"/>
                  <a:pt x="44654" y="15584"/>
                </a:cubicBezTo>
                <a:lnTo>
                  <a:pt x="36862" y="9729"/>
                </a:lnTo>
                <a:close/>
                <a:moveTo>
                  <a:pt x="34474" y="0"/>
                </a:moveTo>
                <a:lnTo>
                  <a:pt x="48470" y="10515"/>
                </a:lnTo>
                <a:cubicBezTo>
                  <a:pt x="53641" y="14390"/>
                  <a:pt x="56612" y="18482"/>
                  <a:pt x="57515" y="22750"/>
                </a:cubicBezTo>
                <a:cubicBezTo>
                  <a:pt x="58374" y="27075"/>
                  <a:pt x="57122" y="31459"/>
                  <a:pt x="53757" y="35945"/>
                </a:cubicBezTo>
                <a:cubicBezTo>
                  <a:pt x="50349" y="40445"/>
                  <a:pt x="46475" y="42892"/>
                  <a:pt x="42091" y="43227"/>
                </a:cubicBezTo>
                <a:cubicBezTo>
                  <a:pt x="37780" y="43577"/>
                  <a:pt x="32988" y="41756"/>
                  <a:pt x="27876" y="37882"/>
                </a:cubicBezTo>
                <a:lnTo>
                  <a:pt x="20084" y="32027"/>
                </a:lnTo>
                <a:lnTo>
                  <a:pt x="6204" y="50451"/>
                </a:lnTo>
                <a:lnTo>
                  <a:pt x="0" y="45790"/>
                </a:lnTo>
                <a:lnTo>
                  <a:pt x="34474" y="0"/>
                </a:lnTo>
                <a:close/>
                <a:moveTo>
                  <a:pt x="344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60497-74B3-41EE-AA25-CF962291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26" y="2032268"/>
            <a:ext cx="44436" cy="49097"/>
          </a:xfrm>
          <a:custGeom xmlns:a="http://schemas.openxmlformats.org/drawingml/2006/main">
            <a:pathLst>
              <a:path w="44436" h="49097">
                <a:moveTo>
                  <a:pt x="38916" y="33221"/>
                </a:moveTo>
                <a:lnTo>
                  <a:pt x="36804" y="36018"/>
                </a:lnTo>
                <a:lnTo>
                  <a:pt x="10865" y="16443"/>
                </a:lnTo>
                <a:cubicBezTo>
                  <a:pt x="8200" y="20536"/>
                  <a:pt x="7107" y="24352"/>
                  <a:pt x="7675" y="27993"/>
                </a:cubicBezTo>
                <a:cubicBezTo>
                  <a:pt x="8243" y="31576"/>
                  <a:pt x="10414" y="34823"/>
                  <a:pt x="14171" y="37605"/>
                </a:cubicBezTo>
                <a:cubicBezTo>
                  <a:pt x="16327" y="39266"/>
                  <a:pt x="18599" y="40562"/>
                  <a:pt x="21046" y="41596"/>
                </a:cubicBezTo>
                <a:cubicBezTo>
                  <a:pt x="23492" y="42557"/>
                  <a:pt x="26114" y="43300"/>
                  <a:pt x="28896" y="43751"/>
                </a:cubicBezTo>
                <a:lnTo>
                  <a:pt x="24920" y="49097"/>
                </a:lnTo>
                <a:cubicBezTo>
                  <a:pt x="22240" y="48412"/>
                  <a:pt x="19633" y="47509"/>
                  <a:pt x="17186" y="46373"/>
                </a:cubicBezTo>
                <a:cubicBezTo>
                  <a:pt x="14739" y="45237"/>
                  <a:pt x="12409" y="43810"/>
                  <a:pt x="10181" y="42164"/>
                </a:cubicBezTo>
                <a:cubicBezTo>
                  <a:pt x="4719" y="38013"/>
                  <a:pt x="1588" y="33178"/>
                  <a:pt x="801" y="27600"/>
                </a:cubicBezTo>
                <a:cubicBezTo>
                  <a:pt x="0" y="21963"/>
                  <a:pt x="1646" y="16443"/>
                  <a:pt x="5753" y="10982"/>
                </a:cubicBezTo>
                <a:cubicBezTo>
                  <a:pt x="9962" y="5345"/>
                  <a:pt x="14856" y="2054"/>
                  <a:pt x="20376" y="1034"/>
                </a:cubicBezTo>
                <a:cubicBezTo>
                  <a:pt x="25881" y="0"/>
                  <a:pt x="31241" y="1486"/>
                  <a:pt x="36353" y="5345"/>
                </a:cubicBezTo>
                <a:cubicBezTo>
                  <a:pt x="41013" y="8826"/>
                  <a:pt x="43518" y="13093"/>
                  <a:pt x="43984" y="18089"/>
                </a:cubicBezTo>
                <a:cubicBezTo>
                  <a:pt x="44436" y="23041"/>
                  <a:pt x="42732" y="28109"/>
                  <a:pt x="38916" y="33221"/>
                </a:cubicBezTo>
                <a:close/>
                <a:moveTo>
                  <a:pt x="34474" y="27308"/>
                </a:moveTo>
                <a:cubicBezTo>
                  <a:pt x="36761" y="24177"/>
                  <a:pt x="37780" y="21104"/>
                  <a:pt x="37430" y="17987"/>
                </a:cubicBezTo>
                <a:cubicBezTo>
                  <a:pt x="37154" y="14856"/>
                  <a:pt x="35610" y="12292"/>
                  <a:pt x="32828" y="10181"/>
                </a:cubicBezTo>
                <a:cubicBezTo>
                  <a:pt x="29697" y="7792"/>
                  <a:pt x="26507" y="6772"/>
                  <a:pt x="23274" y="7166"/>
                </a:cubicBezTo>
                <a:cubicBezTo>
                  <a:pt x="20026" y="7515"/>
                  <a:pt x="17069" y="9219"/>
                  <a:pt x="14331" y="12234"/>
                </a:cubicBezTo>
                <a:lnTo>
                  <a:pt x="34474" y="27308"/>
                </a:lnTo>
                <a:close/>
                <a:moveTo>
                  <a:pt x="34474" y="273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12F66-1D5A-4EE3-8D11-B7CB463D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791" y="2056562"/>
            <a:ext cx="46315" cy="38639"/>
          </a:xfrm>
          <a:custGeom xmlns:a="http://schemas.openxmlformats.org/drawingml/2006/main">
            <a:pathLst>
              <a:path w="46315" h="38639">
                <a:moveTo>
                  <a:pt x="41989" y="20434"/>
                </a:moveTo>
                <a:cubicBezTo>
                  <a:pt x="41654" y="19575"/>
                  <a:pt x="41130" y="18774"/>
                  <a:pt x="40562" y="18031"/>
                </a:cubicBezTo>
                <a:cubicBezTo>
                  <a:pt x="39936" y="17302"/>
                  <a:pt x="39149" y="16618"/>
                  <a:pt x="38290" y="15933"/>
                </a:cubicBezTo>
                <a:cubicBezTo>
                  <a:pt x="35100" y="13487"/>
                  <a:pt x="31867" y="12686"/>
                  <a:pt x="28561" y="13487"/>
                </a:cubicBezTo>
                <a:cubicBezTo>
                  <a:pt x="25313" y="14288"/>
                  <a:pt x="22196" y="16618"/>
                  <a:pt x="19283" y="20478"/>
                </a:cubicBezTo>
                <a:lnTo>
                  <a:pt x="5636" y="38639"/>
                </a:lnTo>
                <a:lnTo>
                  <a:pt x="0" y="34372"/>
                </a:lnTo>
                <a:lnTo>
                  <a:pt x="25837" y="0"/>
                </a:lnTo>
                <a:lnTo>
                  <a:pt x="31517" y="4267"/>
                </a:lnTo>
                <a:lnTo>
                  <a:pt x="27483" y="9612"/>
                </a:lnTo>
                <a:cubicBezTo>
                  <a:pt x="30265" y="8418"/>
                  <a:pt x="33003" y="8025"/>
                  <a:pt x="35610" y="8418"/>
                </a:cubicBezTo>
                <a:cubicBezTo>
                  <a:pt x="38290" y="8884"/>
                  <a:pt x="41028" y="10079"/>
                  <a:pt x="43693" y="12118"/>
                </a:cubicBezTo>
                <a:cubicBezTo>
                  <a:pt x="44086" y="12409"/>
                  <a:pt x="44494" y="12802"/>
                  <a:pt x="44946" y="13195"/>
                </a:cubicBezTo>
                <a:cubicBezTo>
                  <a:pt x="45397" y="13603"/>
                  <a:pt x="45863" y="14055"/>
                  <a:pt x="46315" y="14564"/>
                </a:cubicBezTo>
                <a:lnTo>
                  <a:pt x="41989" y="20434"/>
                </a:lnTo>
                <a:close/>
                <a:moveTo>
                  <a:pt x="41989" y="204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F38E6-0CE3-4ABA-BB9E-0D0BB197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788" y="2062766"/>
            <a:ext cx="41596" cy="51995"/>
          </a:xfrm>
          <a:custGeom xmlns:a="http://schemas.openxmlformats.org/drawingml/2006/main">
            <a:pathLst>
              <a:path w="41596" h="51995">
                <a:moveTo>
                  <a:pt x="25895" y="13370"/>
                </a:moveTo>
                <a:lnTo>
                  <a:pt x="31517" y="17637"/>
                </a:lnTo>
                <a:lnTo>
                  <a:pt x="5695" y="51995"/>
                </a:lnTo>
                <a:lnTo>
                  <a:pt x="0" y="47728"/>
                </a:lnTo>
                <a:lnTo>
                  <a:pt x="25895" y="13370"/>
                </a:lnTo>
                <a:close/>
                <a:moveTo>
                  <a:pt x="35959" y="0"/>
                </a:moveTo>
                <a:lnTo>
                  <a:pt x="41596" y="4267"/>
                </a:lnTo>
                <a:lnTo>
                  <a:pt x="36251" y="11433"/>
                </a:lnTo>
                <a:lnTo>
                  <a:pt x="30556" y="7166"/>
                </a:lnTo>
                <a:lnTo>
                  <a:pt x="35959" y="0"/>
                </a:lnTo>
                <a:close/>
                <a:moveTo>
                  <a:pt x="359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B2204-89D0-452D-92B2-4587E0CB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6" y="2093482"/>
            <a:ext cx="43868" cy="46082"/>
          </a:xfrm>
          <a:custGeom xmlns:a="http://schemas.openxmlformats.org/drawingml/2006/main">
            <a:pathLst>
              <a:path w="43868" h="46082">
                <a:moveTo>
                  <a:pt x="31925" y="9787"/>
                </a:moveTo>
                <a:cubicBezTo>
                  <a:pt x="28852" y="7515"/>
                  <a:pt x="25604" y="6889"/>
                  <a:pt x="22080" y="7908"/>
                </a:cubicBezTo>
                <a:cubicBezTo>
                  <a:pt x="18497" y="9001"/>
                  <a:pt x="15191" y="11550"/>
                  <a:pt x="12118" y="15657"/>
                </a:cubicBezTo>
                <a:cubicBezTo>
                  <a:pt x="9001" y="19749"/>
                  <a:pt x="7457" y="23667"/>
                  <a:pt x="7399" y="27308"/>
                </a:cubicBezTo>
                <a:cubicBezTo>
                  <a:pt x="7399" y="31008"/>
                  <a:pt x="8884" y="34022"/>
                  <a:pt x="11957" y="36309"/>
                </a:cubicBezTo>
                <a:cubicBezTo>
                  <a:pt x="14972" y="38581"/>
                  <a:pt x="18205" y="39149"/>
                  <a:pt x="21788" y="38130"/>
                </a:cubicBezTo>
                <a:cubicBezTo>
                  <a:pt x="25327" y="37096"/>
                  <a:pt x="28619" y="34488"/>
                  <a:pt x="31692" y="30381"/>
                </a:cubicBezTo>
                <a:cubicBezTo>
                  <a:pt x="34765" y="26347"/>
                  <a:pt x="36309" y="22473"/>
                  <a:pt x="36353" y="18715"/>
                </a:cubicBezTo>
                <a:cubicBezTo>
                  <a:pt x="36411" y="15030"/>
                  <a:pt x="34940" y="12059"/>
                  <a:pt x="31925" y="9787"/>
                </a:cubicBezTo>
                <a:close/>
                <a:moveTo>
                  <a:pt x="35508" y="5010"/>
                </a:moveTo>
                <a:cubicBezTo>
                  <a:pt x="40402" y="8710"/>
                  <a:pt x="43067" y="13210"/>
                  <a:pt x="43475" y="18497"/>
                </a:cubicBezTo>
                <a:cubicBezTo>
                  <a:pt x="43868" y="23784"/>
                  <a:pt x="41931" y="29304"/>
                  <a:pt x="37722" y="34940"/>
                </a:cubicBezTo>
                <a:cubicBezTo>
                  <a:pt x="33454" y="40562"/>
                  <a:pt x="28736" y="43926"/>
                  <a:pt x="23507" y="45004"/>
                </a:cubicBezTo>
                <a:cubicBezTo>
                  <a:pt x="18322" y="46082"/>
                  <a:pt x="13268" y="44786"/>
                  <a:pt x="8316" y="41086"/>
                </a:cubicBezTo>
                <a:cubicBezTo>
                  <a:pt x="3423" y="37387"/>
                  <a:pt x="743" y="32886"/>
                  <a:pt x="350" y="27541"/>
                </a:cubicBezTo>
                <a:cubicBezTo>
                  <a:pt x="0" y="22254"/>
                  <a:pt x="1937" y="16793"/>
                  <a:pt x="6146" y="11156"/>
                </a:cubicBezTo>
                <a:cubicBezTo>
                  <a:pt x="10414" y="5520"/>
                  <a:pt x="15132" y="2170"/>
                  <a:pt x="20317" y="1092"/>
                </a:cubicBezTo>
                <a:cubicBezTo>
                  <a:pt x="25488" y="0"/>
                  <a:pt x="30556" y="1311"/>
                  <a:pt x="35508" y="5010"/>
                </a:cubicBezTo>
                <a:close/>
                <a:moveTo>
                  <a:pt x="35508" y="50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7E199-72C7-4AE9-92C5-D4A0B4DE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157" y="2121883"/>
            <a:ext cx="59729" cy="51995"/>
          </a:xfrm>
          <a:custGeom xmlns:a="http://schemas.openxmlformats.org/drawingml/2006/main">
            <a:pathLst>
              <a:path w="59729" h="51995">
                <a:moveTo>
                  <a:pt x="40110" y="18599"/>
                </a:moveTo>
                <a:lnTo>
                  <a:pt x="54107" y="0"/>
                </a:lnTo>
                <a:lnTo>
                  <a:pt x="59729" y="4267"/>
                </a:lnTo>
                <a:lnTo>
                  <a:pt x="23842" y="51995"/>
                </a:lnTo>
                <a:lnTo>
                  <a:pt x="18147" y="47728"/>
                </a:lnTo>
                <a:lnTo>
                  <a:pt x="22065" y="42601"/>
                </a:lnTo>
                <a:cubicBezTo>
                  <a:pt x="19342" y="43737"/>
                  <a:pt x="16662" y="44145"/>
                  <a:pt x="14113" y="43737"/>
                </a:cubicBezTo>
                <a:cubicBezTo>
                  <a:pt x="11550" y="43402"/>
                  <a:pt x="9044" y="42266"/>
                  <a:pt x="6481" y="40329"/>
                </a:cubicBezTo>
                <a:cubicBezTo>
                  <a:pt x="2330" y="37197"/>
                  <a:pt x="218" y="32988"/>
                  <a:pt x="58" y="27760"/>
                </a:cubicBezTo>
                <a:cubicBezTo>
                  <a:pt x="0" y="22473"/>
                  <a:pt x="1937" y="17113"/>
                  <a:pt x="6030" y="11710"/>
                </a:cubicBezTo>
                <a:cubicBezTo>
                  <a:pt x="10064" y="6306"/>
                  <a:pt x="14681" y="2957"/>
                  <a:pt x="19735" y="1588"/>
                </a:cubicBezTo>
                <a:cubicBezTo>
                  <a:pt x="24861" y="218"/>
                  <a:pt x="29464" y="1136"/>
                  <a:pt x="33615" y="4267"/>
                </a:cubicBezTo>
                <a:cubicBezTo>
                  <a:pt x="36178" y="6132"/>
                  <a:pt x="37998" y="8302"/>
                  <a:pt x="39033" y="10632"/>
                </a:cubicBezTo>
                <a:cubicBezTo>
                  <a:pt x="40110" y="13021"/>
                  <a:pt x="40445" y="15642"/>
                  <a:pt x="40110" y="18599"/>
                </a:cubicBezTo>
                <a:close/>
                <a:moveTo>
                  <a:pt x="11826" y="16094"/>
                </a:moveTo>
                <a:cubicBezTo>
                  <a:pt x="8695" y="20245"/>
                  <a:pt x="7107" y="24177"/>
                  <a:pt x="7049" y="27818"/>
                </a:cubicBezTo>
                <a:cubicBezTo>
                  <a:pt x="6991" y="31459"/>
                  <a:pt x="8418" y="34416"/>
                  <a:pt x="11433" y="36629"/>
                </a:cubicBezTo>
                <a:cubicBezTo>
                  <a:pt x="14390" y="38901"/>
                  <a:pt x="17637" y="39484"/>
                  <a:pt x="21162" y="38392"/>
                </a:cubicBezTo>
                <a:cubicBezTo>
                  <a:pt x="24628" y="37314"/>
                  <a:pt x="27935" y="34751"/>
                  <a:pt x="31066" y="30600"/>
                </a:cubicBezTo>
                <a:cubicBezTo>
                  <a:pt x="34183" y="26449"/>
                  <a:pt x="35785" y="22517"/>
                  <a:pt x="35843" y="18875"/>
                </a:cubicBezTo>
                <a:cubicBezTo>
                  <a:pt x="35901" y="15234"/>
                  <a:pt x="34474" y="12278"/>
                  <a:pt x="31459" y="10006"/>
                </a:cubicBezTo>
                <a:cubicBezTo>
                  <a:pt x="28503" y="7792"/>
                  <a:pt x="25255" y="7166"/>
                  <a:pt x="21788" y="8243"/>
                </a:cubicBezTo>
                <a:cubicBezTo>
                  <a:pt x="18264" y="9321"/>
                  <a:pt x="14958" y="11943"/>
                  <a:pt x="11826" y="16094"/>
                </a:cubicBezTo>
                <a:close/>
                <a:moveTo>
                  <a:pt x="11826" y="160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6B8C3-99A7-4D86-8DD6-AF0BED19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26" y="2137015"/>
            <a:ext cx="58374" cy="50451"/>
          </a:xfrm>
          <a:custGeom xmlns:a="http://schemas.openxmlformats.org/drawingml/2006/main">
            <a:pathLst>
              <a:path w="58374" h="50451">
                <a:moveTo>
                  <a:pt x="36862" y="9729"/>
                </a:moveTo>
                <a:lnTo>
                  <a:pt x="23900" y="26959"/>
                </a:lnTo>
                <a:lnTo>
                  <a:pt x="31692" y="32828"/>
                </a:lnTo>
                <a:cubicBezTo>
                  <a:pt x="34590" y="34984"/>
                  <a:pt x="37372" y="35945"/>
                  <a:pt x="40052" y="35610"/>
                </a:cubicBezTo>
                <a:cubicBezTo>
                  <a:pt x="42790" y="35319"/>
                  <a:pt x="45179" y="33789"/>
                  <a:pt x="47218" y="31008"/>
                </a:cubicBezTo>
                <a:cubicBezTo>
                  <a:pt x="49330" y="28269"/>
                  <a:pt x="50116" y="25546"/>
                  <a:pt x="49665" y="22866"/>
                </a:cubicBezTo>
                <a:cubicBezTo>
                  <a:pt x="49213" y="20186"/>
                  <a:pt x="47567" y="17798"/>
                  <a:pt x="44654" y="15584"/>
                </a:cubicBezTo>
                <a:lnTo>
                  <a:pt x="36862" y="9729"/>
                </a:lnTo>
                <a:close/>
                <a:moveTo>
                  <a:pt x="34532" y="0"/>
                </a:moveTo>
                <a:lnTo>
                  <a:pt x="48470" y="10515"/>
                </a:lnTo>
                <a:cubicBezTo>
                  <a:pt x="53655" y="14390"/>
                  <a:pt x="56670" y="18482"/>
                  <a:pt x="57515" y="22750"/>
                </a:cubicBezTo>
                <a:cubicBezTo>
                  <a:pt x="58374" y="27075"/>
                  <a:pt x="57180" y="31459"/>
                  <a:pt x="53757" y="35945"/>
                </a:cubicBezTo>
                <a:cubicBezTo>
                  <a:pt x="50407" y="40445"/>
                  <a:pt x="46475" y="42892"/>
                  <a:pt x="42106" y="43227"/>
                </a:cubicBezTo>
                <a:cubicBezTo>
                  <a:pt x="37780" y="43577"/>
                  <a:pt x="33003" y="41756"/>
                  <a:pt x="27876" y="37940"/>
                </a:cubicBezTo>
                <a:lnTo>
                  <a:pt x="20084" y="32027"/>
                </a:lnTo>
                <a:lnTo>
                  <a:pt x="6204" y="50451"/>
                </a:lnTo>
                <a:lnTo>
                  <a:pt x="0" y="45790"/>
                </a:lnTo>
                <a:lnTo>
                  <a:pt x="34532" y="0"/>
                </a:lnTo>
                <a:close/>
                <a:moveTo>
                  <a:pt x="3453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25781-9360-4B2A-ACB4-D56C0D77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178" y="2175815"/>
            <a:ext cx="46373" cy="38625"/>
          </a:xfrm>
          <a:custGeom xmlns:a="http://schemas.openxmlformats.org/drawingml/2006/main">
            <a:pathLst>
              <a:path w="46373" h="38625">
                <a:moveTo>
                  <a:pt x="42047" y="20419"/>
                </a:moveTo>
                <a:cubicBezTo>
                  <a:pt x="41640" y="19560"/>
                  <a:pt x="41188" y="18774"/>
                  <a:pt x="40562" y="18031"/>
                </a:cubicBezTo>
                <a:cubicBezTo>
                  <a:pt x="39936" y="17288"/>
                  <a:pt x="39207" y="16603"/>
                  <a:pt x="38290" y="15919"/>
                </a:cubicBezTo>
                <a:cubicBezTo>
                  <a:pt x="35100" y="13530"/>
                  <a:pt x="31867" y="12686"/>
                  <a:pt x="28619" y="13472"/>
                </a:cubicBezTo>
                <a:cubicBezTo>
                  <a:pt x="25313" y="14273"/>
                  <a:pt x="22240" y="16603"/>
                  <a:pt x="19283" y="20536"/>
                </a:cubicBezTo>
                <a:lnTo>
                  <a:pt x="5695" y="38625"/>
                </a:lnTo>
                <a:lnTo>
                  <a:pt x="0" y="34357"/>
                </a:lnTo>
                <a:lnTo>
                  <a:pt x="25881" y="0"/>
                </a:lnTo>
                <a:lnTo>
                  <a:pt x="31517" y="4267"/>
                </a:lnTo>
                <a:lnTo>
                  <a:pt x="27541" y="9612"/>
                </a:lnTo>
                <a:cubicBezTo>
                  <a:pt x="30265" y="8418"/>
                  <a:pt x="33003" y="8010"/>
                  <a:pt x="35668" y="8418"/>
                </a:cubicBezTo>
                <a:cubicBezTo>
                  <a:pt x="38290" y="8870"/>
                  <a:pt x="41028" y="10064"/>
                  <a:pt x="43751" y="12118"/>
                </a:cubicBezTo>
                <a:cubicBezTo>
                  <a:pt x="44145" y="12453"/>
                  <a:pt x="44552" y="12802"/>
                  <a:pt x="44946" y="13195"/>
                </a:cubicBezTo>
                <a:cubicBezTo>
                  <a:pt x="45397" y="13589"/>
                  <a:pt x="45863" y="14055"/>
                  <a:pt x="46373" y="14564"/>
                </a:cubicBezTo>
                <a:lnTo>
                  <a:pt x="42047" y="20419"/>
                </a:lnTo>
                <a:close/>
                <a:moveTo>
                  <a:pt x="42047" y="204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7F397-AD7E-4FA0-8F5A-7FAD4DEA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307" y="2199016"/>
            <a:ext cx="44436" cy="49053"/>
          </a:xfrm>
          <a:custGeom xmlns:a="http://schemas.openxmlformats.org/drawingml/2006/main">
            <a:pathLst>
              <a:path w="44436" h="49053">
                <a:moveTo>
                  <a:pt x="38916" y="33236"/>
                </a:moveTo>
                <a:lnTo>
                  <a:pt x="36804" y="35959"/>
                </a:lnTo>
                <a:lnTo>
                  <a:pt x="10865" y="16443"/>
                </a:lnTo>
                <a:cubicBezTo>
                  <a:pt x="8200" y="20492"/>
                  <a:pt x="7107" y="24352"/>
                  <a:pt x="7675" y="27935"/>
                </a:cubicBezTo>
                <a:cubicBezTo>
                  <a:pt x="8258" y="31576"/>
                  <a:pt x="10414" y="34765"/>
                  <a:pt x="14171" y="37605"/>
                </a:cubicBezTo>
                <a:cubicBezTo>
                  <a:pt x="16327" y="39266"/>
                  <a:pt x="18599" y="40576"/>
                  <a:pt x="21046" y="41538"/>
                </a:cubicBezTo>
                <a:cubicBezTo>
                  <a:pt x="23492" y="42557"/>
                  <a:pt x="26114" y="43300"/>
                  <a:pt x="28910" y="43751"/>
                </a:cubicBezTo>
                <a:lnTo>
                  <a:pt x="24920" y="49053"/>
                </a:lnTo>
                <a:cubicBezTo>
                  <a:pt x="22240" y="48427"/>
                  <a:pt x="19633" y="47509"/>
                  <a:pt x="17186" y="46315"/>
                </a:cubicBezTo>
                <a:cubicBezTo>
                  <a:pt x="14739" y="45179"/>
                  <a:pt x="12409" y="43810"/>
                  <a:pt x="10181" y="42164"/>
                </a:cubicBezTo>
                <a:cubicBezTo>
                  <a:pt x="4719" y="38013"/>
                  <a:pt x="1588" y="33178"/>
                  <a:pt x="801" y="27541"/>
                </a:cubicBezTo>
                <a:cubicBezTo>
                  <a:pt x="0" y="21963"/>
                  <a:pt x="1646" y="16443"/>
                  <a:pt x="5753" y="10982"/>
                </a:cubicBezTo>
                <a:cubicBezTo>
                  <a:pt x="9962" y="5360"/>
                  <a:pt x="14856" y="2054"/>
                  <a:pt x="20376" y="1034"/>
                </a:cubicBezTo>
                <a:cubicBezTo>
                  <a:pt x="25881" y="0"/>
                  <a:pt x="31241" y="1427"/>
                  <a:pt x="36411" y="5360"/>
                </a:cubicBezTo>
                <a:cubicBezTo>
                  <a:pt x="41028" y="8826"/>
                  <a:pt x="43518" y="13035"/>
                  <a:pt x="43984" y="18045"/>
                </a:cubicBezTo>
                <a:cubicBezTo>
                  <a:pt x="44436" y="23041"/>
                  <a:pt x="42732" y="28109"/>
                  <a:pt x="38916" y="33236"/>
                </a:cubicBezTo>
                <a:close/>
                <a:moveTo>
                  <a:pt x="34474" y="27308"/>
                </a:moveTo>
                <a:cubicBezTo>
                  <a:pt x="36761" y="24191"/>
                  <a:pt x="37780" y="21118"/>
                  <a:pt x="37489" y="17987"/>
                </a:cubicBezTo>
                <a:cubicBezTo>
                  <a:pt x="37154" y="14856"/>
                  <a:pt x="35610" y="12234"/>
                  <a:pt x="32828" y="10137"/>
                </a:cubicBezTo>
                <a:cubicBezTo>
                  <a:pt x="29697" y="7807"/>
                  <a:pt x="26507" y="6772"/>
                  <a:pt x="23274" y="7122"/>
                </a:cubicBezTo>
                <a:cubicBezTo>
                  <a:pt x="20026" y="7515"/>
                  <a:pt x="17069" y="9161"/>
                  <a:pt x="14346" y="12176"/>
                </a:cubicBezTo>
                <a:lnTo>
                  <a:pt x="34474" y="27308"/>
                </a:lnTo>
                <a:close/>
                <a:moveTo>
                  <a:pt x="34474" y="273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7355A-5FA3-4C4A-9962-26434BF4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888" y="2227067"/>
            <a:ext cx="59787" cy="52009"/>
          </a:xfrm>
          <a:custGeom xmlns:a="http://schemas.openxmlformats.org/drawingml/2006/main">
            <a:pathLst>
              <a:path w="59787" h="52009">
                <a:moveTo>
                  <a:pt x="40154" y="18613"/>
                </a:moveTo>
                <a:lnTo>
                  <a:pt x="54150" y="0"/>
                </a:lnTo>
                <a:lnTo>
                  <a:pt x="59787" y="4267"/>
                </a:lnTo>
                <a:lnTo>
                  <a:pt x="23827" y="52009"/>
                </a:lnTo>
                <a:lnTo>
                  <a:pt x="18205" y="47742"/>
                </a:lnTo>
                <a:lnTo>
                  <a:pt x="22065" y="42615"/>
                </a:lnTo>
                <a:cubicBezTo>
                  <a:pt x="19342" y="43751"/>
                  <a:pt x="16720" y="44145"/>
                  <a:pt x="14157" y="43751"/>
                </a:cubicBezTo>
                <a:cubicBezTo>
                  <a:pt x="11593" y="43416"/>
                  <a:pt x="9044" y="42280"/>
                  <a:pt x="6481" y="40343"/>
                </a:cubicBezTo>
                <a:cubicBezTo>
                  <a:pt x="2330" y="37212"/>
                  <a:pt x="218" y="33061"/>
                  <a:pt x="102" y="27760"/>
                </a:cubicBezTo>
                <a:cubicBezTo>
                  <a:pt x="0" y="22473"/>
                  <a:pt x="1981" y="17128"/>
                  <a:pt x="6030" y="11724"/>
                </a:cubicBezTo>
                <a:cubicBezTo>
                  <a:pt x="10122" y="6321"/>
                  <a:pt x="14666" y="2957"/>
                  <a:pt x="19793" y="1602"/>
                </a:cubicBezTo>
                <a:cubicBezTo>
                  <a:pt x="24905" y="291"/>
                  <a:pt x="29522" y="1136"/>
                  <a:pt x="33673" y="4267"/>
                </a:cubicBezTo>
                <a:cubicBezTo>
                  <a:pt x="36178" y="6204"/>
                  <a:pt x="37998" y="8316"/>
                  <a:pt x="39076" y="10705"/>
                </a:cubicBezTo>
                <a:cubicBezTo>
                  <a:pt x="40096" y="13035"/>
                  <a:pt x="40504" y="15642"/>
                  <a:pt x="40154" y="18613"/>
                </a:cubicBezTo>
                <a:close/>
                <a:moveTo>
                  <a:pt x="11885" y="16108"/>
                </a:moveTo>
                <a:cubicBezTo>
                  <a:pt x="8753" y="20259"/>
                  <a:pt x="7166" y="24177"/>
                  <a:pt x="7107" y="27818"/>
                </a:cubicBezTo>
                <a:cubicBezTo>
                  <a:pt x="6991" y="31459"/>
                  <a:pt x="8476" y="34416"/>
                  <a:pt x="11433" y="36644"/>
                </a:cubicBezTo>
                <a:cubicBezTo>
                  <a:pt x="14448" y="38916"/>
                  <a:pt x="17681" y="39484"/>
                  <a:pt x="21162" y="38406"/>
                </a:cubicBezTo>
                <a:cubicBezTo>
                  <a:pt x="24687" y="37387"/>
                  <a:pt x="27978" y="34765"/>
                  <a:pt x="31110" y="30614"/>
                </a:cubicBezTo>
                <a:cubicBezTo>
                  <a:pt x="34241" y="26463"/>
                  <a:pt x="35828" y="22531"/>
                  <a:pt x="35887" y="18890"/>
                </a:cubicBezTo>
                <a:cubicBezTo>
                  <a:pt x="35945" y="15249"/>
                  <a:pt x="34474" y="12292"/>
                  <a:pt x="31517" y="10020"/>
                </a:cubicBezTo>
                <a:cubicBezTo>
                  <a:pt x="28503" y="7792"/>
                  <a:pt x="25255" y="7224"/>
                  <a:pt x="21788" y="8316"/>
                </a:cubicBezTo>
                <a:cubicBezTo>
                  <a:pt x="18307" y="9394"/>
                  <a:pt x="15016" y="11957"/>
                  <a:pt x="11885" y="16108"/>
                </a:cubicBezTo>
                <a:close/>
                <a:moveTo>
                  <a:pt x="11885" y="161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7A64E-BE8F-46AF-BC20-90D9F5A7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615" y="2242199"/>
            <a:ext cx="76405" cy="77381"/>
          </a:xfrm>
          <a:custGeom xmlns:a="http://schemas.openxmlformats.org/drawingml/2006/main">
            <a:pathLst>
              <a:path w="76405" h="77381">
                <a:moveTo>
                  <a:pt x="34474" y="0"/>
                </a:moveTo>
                <a:lnTo>
                  <a:pt x="43693" y="6947"/>
                </a:lnTo>
                <a:lnTo>
                  <a:pt x="31911" y="46941"/>
                </a:lnTo>
                <a:lnTo>
                  <a:pt x="67127" y="24585"/>
                </a:lnTo>
                <a:lnTo>
                  <a:pt x="76405" y="31576"/>
                </a:lnTo>
                <a:lnTo>
                  <a:pt x="41873" y="77381"/>
                </a:lnTo>
                <a:lnTo>
                  <a:pt x="35843" y="72822"/>
                </a:lnTo>
                <a:lnTo>
                  <a:pt x="66108" y="32610"/>
                </a:lnTo>
                <a:lnTo>
                  <a:pt x="30658" y="55126"/>
                </a:lnTo>
                <a:lnTo>
                  <a:pt x="24454" y="50407"/>
                </a:lnTo>
                <a:lnTo>
                  <a:pt x="36294" y="10137"/>
                </a:lnTo>
                <a:lnTo>
                  <a:pt x="6030" y="50349"/>
                </a:lnTo>
                <a:lnTo>
                  <a:pt x="0" y="45805"/>
                </a:lnTo>
                <a:lnTo>
                  <a:pt x="34474" y="0"/>
                </a:lnTo>
                <a:close/>
                <a:moveTo>
                  <a:pt x="344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FC36C-B4C4-4D79-ACA7-79997FC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823" y="2282994"/>
            <a:ext cx="40678" cy="67302"/>
          </a:xfrm>
          <a:custGeom xmlns:a="http://schemas.openxmlformats.org/drawingml/2006/main">
            <a:pathLst>
              <a:path w="40678" h="67302">
                <a:moveTo>
                  <a:pt x="34488" y="0"/>
                </a:moveTo>
                <a:lnTo>
                  <a:pt x="40678" y="4661"/>
                </a:lnTo>
                <a:lnTo>
                  <a:pt x="10137" y="45281"/>
                </a:lnTo>
                <a:lnTo>
                  <a:pt x="32435" y="62073"/>
                </a:lnTo>
                <a:lnTo>
                  <a:pt x="28503" y="67302"/>
                </a:lnTo>
                <a:lnTo>
                  <a:pt x="0" y="45863"/>
                </a:lnTo>
                <a:lnTo>
                  <a:pt x="34488" y="0"/>
                </a:lnTo>
                <a:close/>
                <a:moveTo>
                  <a:pt x="344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3BB86-A53D-439D-979C-BF4B2FC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22" y="2309399"/>
            <a:ext cx="69399" cy="72079"/>
          </a:xfrm>
          <a:custGeom xmlns:a="http://schemas.openxmlformats.org/drawingml/2006/main">
            <a:pathLst>
              <a:path w="69399" h="72079">
                <a:moveTo>
                  <a:pt x="34474" y="0"/>
                </a:moveTo>
                <a:lnTo>
                  <a:pt x="40678" y="4661"/>
                </a:lnTo>
                <a:lnTo>
                  <a:pt x="26565" y="23434"/>
                </a:lnTo>
                <a:lnTo>
                  <a:pt x="49038" y="40387"/>
                </a:lnTo>
                <a:lnTo>
                  <a:pt x="63209" y="21614"/>
                </a:lnTo>
                <a:lnTo>
                  <a:pt x="69399" y="26274"/>
                </a:lnTo>
                <a:lnTo>
                  <a:pt x="34925" y="72079"/>
                </a:lnTo>
                <a:lnTo>
                  <a:pt x="28721" y="67404"/>
                </a:lnTo>
                <a:lnTo>
                  <a:pt x="45106" y="45557"/>
                </a:lnTo>
                <a:lnTo>
                  <a:pt x="22633" y="28604"/>
                </a:lnTo>
                <a:lnTo>
                  <a:pt x="6190" y="50451"/>
                </a:lnTo>
                <a:lnTo>
                  <a:pt x="0" y="45790"/>
                </a:lnTo>
                <a:lnTo>
                  <a:pt x="34474" y="0"/>
                </a:lnTo>
                <a:close/>
                <a:moveTo>
                  <a:pt x="344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4DCB5-B1BA-41B1-8634-185EC5F2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81" y="1516936"/>
            <a:ext cx="59000" cy="49446"/>
          </a:xfrm>
          <a:custGeom xmlns:a="http://schemas.openxmlformats.org/drawingml/2006/main">
            <a:pathLst>
              <a:path w="59000" h="49446">
                <a:moveTo>
                  <a:pt x="38057" y="9787"/>
                </a:moveTo>
                <a:lnTo>
                  <a:pt x="24526" y="26580"/>
                </a:lnTo>
                <a:lnTo>
                  <a:pt x="32144" y="32726"/>
                </a:lnTo>
                <a:cubicBezTo>
                  <a:pt x="34940" y="34998"/>
                  <a:pt x="37722" y="36018"/>
                  <a:pt x="40402" y="35785"/>
                </a:cubicBezTo>
                <a:cubicBezTo>
                  <a:pt x="43125" y="35566"/>
                  <a:pt x="45572" y="34139"/>
                  <a:pt x="47728" y="31415"/>
                </a:cubicBezTo>
                <a:cubicBezTo>
                  <a:pt x="49898" y="28736"/>
                  <a:pt x="50801" y="26056"/>
                  <a:pt x="50407" y="23390"/>
                </a:cubicBezTo>
                <a:cubicBezTo>
                  <a:pt x="50072" y="20711"/>
                  <a:pt x="48470" y="18205"/>
                  <a:pt x="45688" y="15933"/>
                </a:cubicBezTo>
                <a:lnTo>
                  <a:pt x="38057" y="9787"/>
                </a:lnTo>
                <a:close/>
                <a:moveTo>
                  <a:pt x="36076" y="0"/>
                </a:moveTo>
                <a:lnTo>
                  <a:pt x="49665" y="10982"/>
                </a:lnTo>
                <a:cubicBezTo>
                  <a:pt x="54675" y="15030"/>
                  <a:pt x="57515" y="19240"/>
                  <a:pt x="58258" y="23565"/>
                </a:cubicBezTo>
                <a:cubicBezTo>
                  <a:pt x="59000" y="27876"/>
                  <a:pt x="57631" y="32202"/>
                  <a:pt x="54107" y="36586"/>
                </a:cubicBezTo>
                <a:cubicBezTo>
                  <a:pt x="50524" y="40970"/>
                  <a:pt x="46591" y="43242"/>
                  <a:pt x="42222" y="43475"/>
                </a:cubicBezTo>
                <a:cubicBezTo>
                  <a:pt x="37838" y="43649"/>
                  <a:pt x="33119" y="41712"/>
                  <a:pt x="28109" y="37664"/>
                </a:cubicBezTo>
                <a:lnTo>
                  <a:pt x="20536" y="31517"/>
                </a:lnTo>
                <a:lnTo>
                  <a:pt x="6088" y="49446"/>
                </a:lnTo>
                <a:lnTo>
                  <a:pt x="0" y="44611"/>
                </a:lnTo>
                <a:lnTo>
                  <a:pt x="36076" y="0"/>
                </a:lnTo>
                <a:close/>
                <a:moveTo>
                  <a:pt x="360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8AD73-90CA-4259-9823-3A5DD82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72" y="1556653"/>
            <a:ext cx="46985" cy="37897"/>
          </a:xfrm>
          <a:custGeom xmlns:a="http://schemas.openxmlformats.org/drawingml/2006/main">
            <a:pathLst>
              <a:path w="46985" h="37897">
                <a:moveTo>
                  <a:pt x="42499" y="20929"/>
                </a:moveTo>
                <a:cubicBezTo>
                  <a:pt x="42149" y="20084"/>
                  <a:pt x="41698" y="19283"/>
                  <a:pt x="41130" y="18540"/>
                </a:cubicBezTo>
                <a:cubicBezTo>
                  <a:pt x="40504" y="17754"/>
                  <a:pt x="39761" y="17069"/>
                  <a:pt x="38916" y="16327"/>
                </a:cubicBezTo>
                <a:cubicBezTo>
                  <a:pt x="35785" y="13822"/>
                  <a:pt x="32595" y="12919"/>
                  <a:pt x="29289" y="13603"/>
                </a:cubicBezTo>
                <a:cubicBezTo>
                  <a:pt x="25997" y="14273"/>
                  <a:pt x="22808" y="16501"/>
                  <a:pt x="19793" y="20259"/>
                </a:cubicBezTo>
                <a:lnTo>
                  <a:pt x="5520" y="37897"/>
                </a:lnTo>
                <a:lnTo>
                  <a:pt x="0" y="33454"/>
                </a:lnTo>
                <a:lnTo>
                  <a:pt x="27017" y="0"/>
                </a:lnTo>
                <a:lnTo>
                  <a:pt x="32537" y="4442"/>
                </a:lnTo>
                <a:lnTo>
                  <a:pt x="28386" y="9671"/>
                </a:lnTo>
                <a:cubicBezTo>
                  <a:pt x="31168" y="8535"/>
                  <a:pt x="33906" y="8243"/>
                  <a:pt x="36527" y="8768"/>
                </a:cubicBezTo>
                <a:cubicBezTo>
                  <a:pt x="39193" y="9278"/>
                  <a:pt x="41814" y="10588"/>
                  <a:pt x="44480" y="12744"/>
                </a:cubicBezTo>
                <a:cubicBezTo>
                  <a:pt x="44887" y="13021"/>
                  <a:pt x="45281" y="13428"/>
                  <a:pt x="45688" y="13822"/>
                </a:cubicBezTo>
                <a:cubicBezTo>
                  <a:pt x="46082" y="14229"/>
                  <a:pt x="46533" y="14739"/>
                  <a:pt x="46985" y="15307"/>
                </a:cubicBezTo>
                <a:lnTo>
                  <a:pt x="42499" y="20929"/>
                </a:lnTo>
                <a:close/>
                <a:moveTo>
                  <a:pt x="42499" y="209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D7BFA-D914-4DBF-9103-4EE5A910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33" y="1580321"/>
            <a:ext cx="43810" cy="45805"/>
          </a:xfrm>
          <a:custGeom xmlns:a="http://schemas.openxmlformats.org/drawingml/2006/main">
            <a:pathLst>
              <a:path w="43810" h="45805">
                <a:moveTo>
                  <a:pt x="32304" y="10006"/>
                </a:moveTo>
                <a:cubicBezTo>
                  <a:pt x="29347" y="7617"/>
                  <a:pt x="26114" y="6889"/>
                  <a:pt x="22531" y="7792"/>
                </a:cubicBezTo>
                <a:cubicBezTo>
                  <a:pt x="18992" y="8768"/>
                  <a:pt x="15584" y="11200"/>
                  <a:pt x="12336" y="15191"/>
                </a:cubicBezTo>
                <a:cubicBezTo>
                  <a:pt x="9103" y="19167"/>
                  <a:pt x="7399" y="23041"/>
                  <a:pt x="7282" y="26740"/>
                </a:cubicBezTo>
                <a:cubicBezTo>
                  <a:pt x="7107" y="30381"/>
                  <a:pt x="8535" y="33454"/>
                  <a:pt x="11491" y="35843"/>
                </a:cubicBezTo>
                <a:cubicBezTo>
                  <a:pt x="14390" y="38173"/>
                  <a:pt x="17637" y="38916"/>
                  <a:pt x="21220" y="37998"/>
                </a:cubicBezTo>
                <a:cubicBezTo>
                  <a:pt x="24803" y="37037"/>
                  <a:pt x="28211" y="34590"/>
                  <a:pt x="31459" y="30614"/>
                </a:cubicBezTo>
                <a:cubicBezTo>
                  <a:pt x="34649" y="26624"/>
                  <a:pt x="36294" y="22808"/>
                  <a:pt x="36469" y="19108"/>
                </a:cubicBezTo>
                <a:cubicBezTo>
                  <a:pt x="36629" y="15424"/>
                  <a:pt x="35275" y="12409"/>
                  <a:pt x="32304" y="10006"/>
                </a:cubicBezTo>
                <a:close/>
                <a:moveTo>
                  <a:pt x="36061" y="5345"/>
                </a:moveTo>
                <a:cubicBezTo>
                  <a:pt x="40839" y="9219"/>
                  <a:pt x="43344" y="13822"/>
                  <a:pt x="43577" y="19108"/>
                </a:cubicBezTo>
                <a:cubicBezTo>
                  <a:pt x="43810" y="24410"/>
                  <a:pt x="41698" y="29813"/>
                  <a:pt x="37256" y="35333"/>
                </a:cubicBezTo>
                <a:cubicBezTo>
                  <a:pt x="32828" y="40795"/>
                  <a:pt x="27993" y="43970"/>
                  <a:pt x="22750" y="44887"/>
                </a:cubicBezTo>
                <a:cubicBezTo>
                  <a:pt x="17521" y="45805"/>
                  <a:pt x="12511" y="44378"/>
                  <a:pt x="7734" y="40504"/>
                </a:cubicBezTo>
                <a:cubicBezTo>
                  <a:pt x="2898" y="36644"/>
                  <a:pt x="393" y="32027"/>
                  <a:pt x="218" y="26682"/>
                </a:cubicBezTo>
                <a:cubicBezTo>
                  <a:pt x="0" y="21395"/>
                  <a:pt x="2097" y="15992"/>
                  <a:pt x="6539" y="10530"/>
                </a:cubicBezTo>
                <a:cubicBezTo>
                  <a:pt x="10982" y="5010"/>
                  <a:pt x="15817" y="1821"/>
                  <a:pt x="21046" y="903"/>
                </a:cubicBezTo>
                <a:cubicBezTo>
                  <a:pt x="26274" y="0"/>
                  <a:pt x="31284" y="1486"/>
                  <a:pt x="36061" y="5345"/>
                </a:cubicBezTo>
                <a:close/>
                <a:moveTo>
                  <a:pt x="36061" y="53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FF4A2-91E6-4249-8AEC-9EB5594E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17" y="1608022"/>
            <a:ext cx="45514" cy="52796"/>
          </a:xfrm>
          <a:custGeom xmlns:a="http://schemas.openxmlformats.org/drawingml/2006/main">
            <a:pathLst>
              <a:path w="45514" h="52796">
                <a:moveTo>
                  <a:pt x="26682" y="27148"/>
                </a:moveTo>
                <a:cubicBezTo>
                  <a:pt x="22240" y="23551"/>
                  <a:pt x="18774" y="21570"/>
                  <a:pt x="16210" y="21220"/>
                </a:cubicBezTo>
                <a:cubicBezTo>
                  <a:pt x="13705" y="20827"/>
                  <a:pt x="11433" y="21847"/>
                  <a:pt x="9438" y="24352"/>
                </a:cubicBezTo>
                <a:cubicBezTo>
                  <a:pt x="7908" y="26289"/>
                  <a:pt x="7282" y="28342"/>
                  <a:pt x="7632" y="30556"/>
                </a:cubicBezTo>
                <a:cubicBezTo>
                  <a:pt x="8025" y="32712"/>
                  <a:pt x="9278" y="34707"/>
                  <a:pt x="11491" y="36469"/>
                </a:cubicBezTo>
                <a:cubicBezTo>
                  <a:pt x="14564" y="38916"/>
                  <a:pt x="17871" y="39834"/>
                  <a:pt x="21453" y="39149"/>
                </a:cubicBezTo>
                <a:cubicBezTo>
                  <a:pt x="25036" y="38523"/>
                  <a:pt x="28269" y="36353"/>
                  <a:pt x="31182" y="32770"/>
                </a:cubicBezTo>
                <a:lnTo>
                  <a:pt x="32144" y="31576"/>
                </a:lnTo>
                <a:lnTo>
                  <a:pt x="26682" y="27148"/>
                </a:lnTo>
                <a:close/>
                <a:moveTo>
                  <a:pt x="39484" y="33746"/>
                </a:moveTo>
                <a:lnTo>
                  <a:pt x="24060" y="52796"/>
                </a:lnTo>
                <a:lnTo>
                  <a:pt x="18599" y="48368"/>
                </a:lnTo>
                <a:lnTo>
                  <a:pt x="22706" y="43300"/>
                </a:lnTo>
                <a:cubicBezTo>
                  <a:pt x="19793" y="44319"/>
                  <a:pt x="17011" y="44552"/>
                  <a:pt x="14331" y="43984"/>
                </a:cubicBezTo>
                <a:cubicBezTo>
                  <a:pt x="11724" y="43475"/>
                  <a:pt x="8986" y="42106"/>
                  <a:pt x="6321" y="39892"/>
                </a:cubicBezTo>
                <a:cubicBezTo>
                  <a:pt x="2898" y="37154"/>
                  <a:pt x="918" y="33964"/>
                  <a:pt x="451" y="30440"/>
                </a:cubicBezTo>
                <a:cubicBezTo>
                  <a:pt x="0" y="26857"/>
                  <a:pt x="1078" y="23449"/>
                  <a:pt x="3699" y="20259"/>
                </a:cubicBezTo>
                <a:cubicBezTo>
                  <a:pt x="6714" y="16501"/>
                  <a:pt x="10239" y="14681"/>
                  <a:pt x="14331" y="14797"/>
                </a:cubicBezTo>
                <a:cubicBezTo>
                  <a:pt x="18380" y="14914"/>
                  <a:pt x="22924" y="17011"/>
                  <a:pt x="27935" y="21060"/>
                </a:cubicBezTo>
                <a:lnTo>
                  <a:pt x="35610" y="27250"/>
                </a:lnTo>
                <a:lnTo>
                  <a:pt x="36076" y="26682"/>
                </a:lnTo>
                <a:cubicBezTo>
                  <a:pt x="38115" y="24177"/>
                  <a:pt x="38858" y="21570"/>
                  <a:pt x="38348" y="18832"/>
                </a:cubicBezTo>
                <a:cubicBezTo>
                  <a:pt x="37780" y="16108"/>
                  <a:pt x="36018" y="13545"/>
                  <a:pt x="33003" y="11098"/>
                </a:cubicBezTo>
                <a:cubicBezTo>
                  <a:pt x="31066" y="9569"/>
                  <a:pt x="29012" y="8258"/>
                  <a:pt x="26857" y="7282"/>
                </a:cubicBezTo>
                <a:cubicBezTo>
                  <a:pt x="24628" y="6263"/>
                  <a:pt x="22356" y="5520"/>
                  <a:pt x="19968" y="5127"/>
                </a:cubicBezTo>
                <a:lnTo>
                  <a:pt x="24060" y="0"/>
                </a:lnTo>
                <a:cubicBezTo>
                  <a:pt x="26682" y="859"/>
                  <a:pt x="29129" y="1879"/>
                  <a:pt x="31284" y="3015"/>
                </a:cubicBezTo>
                <a:cubicBezTo>
                  <a:pt x="33513" y="4151"/>
                  <a:pt x="35508" y="5462"/>
                  <a:pt x="37329" y="6889"/>
                </a:cubicBezTo>
                <a:cubicBezTo>
                  <a:pt x="42164" y="10821"/>
                  <a:pt x="44771" y="14972"/>
                  <a:pt x="45120" y="19400"/>
                </a:cubicBezTo>
                <a:cubicBezTo>
                  <a:pt x="45514" y="23842"/>
                  <a:pt x="43635" y="28619"/>
                  <a:pt x="39484" y="33746"/>
                </a:cubicBezTo>
                <a:close/>
                <a:moveTo>
                  <a:pt x="39484" y="33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7B988-A5D0-4E3D-8C85-2320348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485" y="1641418"/>
            <a:ext cx="45281" cy="46708"/>
          </a:xfrm>
          <a:custGeom xmlns:a="http://schemas.openxmlformats.org/drawingml/2006/main">
            <a:pathLst>
              <a:path w="45281" h="46708">
                <a:moveTo>
                  <a:pt x="45281" y="15817"/>
                </a:moveTo>
                <a:lnTo>
                  <a:pt x="41130" y="20944"/>
                </a:lnTo>
                <a:cubicBezTo>
                  <a:pt x="40285" y="18832"/>
                  <a:pt x="39251" y="16953"/>
                  <a:pt x="37998" y="15249"/>
                </a:cubicBezTo>
                <a:cubicBezTo>
                  <a:pt x="36804" y="13603"/>
                  <a:pt x="35391" y="12059"/>
                  <a:pt x="33789" y="10807"/>
                </a:cubicBezTo>
                <a:cubicBezTo>
                  <a:pt x="30265" y="7908"/>
                  <a:pt x="26565" y="6831"/>
                  <a:pt x="22750" y="7457"/>
                </a:cubicBezTo>
                <a:cubicBezTo>
                  <a:pt x="18948" y="8141"/>
                  <a:pt x="15409" y="10530"/>
                  <a:pt x="12118" y="14623"/>
                </a:cubicBezTo>
                <a:cubicBezTo>
                  <a:pt x="8811" y="18672"/>
                  <a:pt x="7224" y="22648"/>
                  <a:pt x="7399" y="26522"/>
                </a:cubicBezTo>
                <a:cubicBezTo>
                  <a:pt x="7559" y="30381"/>
                  <a:pt x="9379" y="33746"/>
                  <a:pt x="12962" y="36586"/>
                </a:cubicBezTo>
                <a:cubicBezTo>
                  <a:pt x="14564" y="37897"/>
                  <a:pt x="16327" y="38974"/>
                  <a:pt x="18205" y="39775"/>
                </a:cubicBezTo>
                <a:cubicBezTo>
                  <a:pt x="20143" y="40620"/>
                  <a:pt x="22182" y="41246"/>
                  <a:pt x="24468" y="41654"/>
                </a:cubicBezTo>
                <a:lnTo>
                  <a:pt x="20361" y="46708"/>
                </a:lnTo>
                <a:cubicBezTo>
                  <a:pt x="18264" y="46198"/>
                  <a:pt x="16210" y="45455"/>
                  <a:pt x="14273" y="44494"/>
                </a:cubicBezTo>
                <a:cubicBezTo>
                  <a:pt x="12351" y="43533"/>
                  <a:pt x="10472" y="42280"/>
                  <a:pt x="8593" y="40795"/>
                </a:cubicBezTo>
                <a:cubicBezTo>
                  <a:pt x="3583" y="36702"/>
                  <a:pt x="845" y="31925"/>
                  <a:pt x="393" y="26347"/>
                </a:cubicBezTo>
                <a:cubicBezTo>
                  <a:pt x="0" y="20769"/>
                  <a:pt x="1995" y="15307"/>
                  <a:pt x="6306" y="9904"/>
                </a:cubicBezTo>
                <a:cubicBezTo>
                  <a:pt x="10749" y="4442"/>
                  <a:pt x="15700" y="1369"/>
                  <a:pt x="21220" y="685"/>
                </a:cubicBezTo>
                <a:cubicBezTo>
                  <a:pt x="26740" y="0"/>
                  <a:pt x="32085" y="1704"/>
                  <a:pt x="37314" y="5971"/>
                </a:cubicBezTo>
                <a:cubicBezTo>
                  <a:pt x="39033" y="7282"/>
                  <a:pt x="40504" y="8826"/>
                  <a:pt x="41873" y="10472"/>
                </a:cubicBezTo>
                <a:cubicBezTo>
                  <a:pt x="43183" y="12118"/>
                  <a:pt x="44319" y="13880"/>
                  <a:pt x="45281" y="15817"/>
                </a:cubicBezTo>
                <a:close/>
                <a:moveTo>
                  <a:pt x="45281" y="158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71EF2-03F2-41B4-9448-61F0A17A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55" y="1654104"/>
            <a:ext cx="39877" cy="56554"/>
          </a:xfrm>
          <a:custGeom xmlns:a="http://schemas.openxmlformats.org/drawingml/2006/main">
            <a:pathLst>
              <a:path w="39877" h="56554">
                <a:moveTo>
                  <a:pt x="36236" y="4442"/>
                </a:moveTo>
                <a:lnTo>
                  <a:pt x="28561" y="13938"/>
                </a:lnTo>
                <a:lnTo>
                  <a:pt x="39877" y="23099"/>
                </a:lnTo>
                <a:lnTo>
                  <a:pt x="36411" y="27366"/>
                </a:lnTo>
                <a:lnTo>
                  <a:pt x="25094" y="18264"/>
                </a:lnTo>
                <a:lnTo>
                  <a:pt x="10472" y="36411"/>
                </a:lnTo>
                <a:cubicBezTo>
                  <a:pt x="8243" y="39149"/>
                  <a:pt x="7224" y="41203"/>
                  <a:pt x="7340" y="42557"/>
                </a:cubicBezTo>
                <a:cubicBezTo>
                  <a:pt x="7457" y="43926"/>
                  <a:pt x="8651" y="45572"/>
                  <a:pt x="10923" y="47393"/>
                </a:cubicBezTo>
                <a:lnTo>
                  <a:pt x="16560" y="51951"/>
                </a:lnTo>
                <a:lnTo>
                  <a:pt x="12860" y="56554"/>
                </a:lnTo>
                <a:lnTo>
                  <a:pt x="7224" y="52009"/>
                </a:lnTo>
                <a:cubicBezTo>
                  <a:pt x="2957" y="48587"/>
                  <a:pt x="685" y="45455"/>
                  <a:pt x="335" y="42557"/>
                </a:cubicBezTo>
                <a:cubicBezTo>
                  <a:pt x="0" y="39659"/>
                  <a:pt x="1529" y="36134"/>
                  <a:pt x="4894" y="31925"/>
                </a:cubicBezTo>
                <a:lnTo>
                  <a:pt x="19575" y="13778"/>
                </a:lnTo>
                <a:lnTo>
                  <a:pt x="15526" y="10530"/>
                </a:lnTo>
                <a:lnTo>
                  <a:pt x="19007" y="6263"/>
                </a:lnTo>
                <a:lnTo>
                  <a:pt x="23041" y="9511"/>
                </a:lnTo>
                <a:lnTo>
                  <a:pt x="30716" y="0"/>
                </a:lnTo>
                <a:lnTo>
                  <a:pt x="36236" y="4442"/>
                </a:lnTo>
                <a:close/>
                <a:moveTo>
                  <a:pt x="36236" y="44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C6B82-3D59-406E-9970-90C5EA14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40" y="1670037"/>
            <a:ext cx="43067" cy="50917"/>
          </a:xfrm>
          <a:custGeom xmlns:a="http://schemas.openxmlformats.org/drawingml/2006/main">
            <a:pathLst>
              <a:path w="43067" h="50917">
                <a:moveTo>
                  <a:pt x="27017" y="13035"/>
                </a:moveTo>
                <a:lnTo>
                  <a:pt x="32537" y="17463"/>
                </a:lnTo>
                <a:lnTo>
                  <a:pt x="5520" y="50917"/>
                </a:lnTo>
                <a:lnTo>
                  <a:pt x="0" y="46490"/>
                </a:lnTo>
                <a:lnTo>
                  <a:pt x="27017" y="13035"/>
                </a:lnTo>
                <a:close/>
                <a:moveTo>
                  <a:pt x="37547" y="0"/>
                </a:moveTo>
                <a:lnTo>
                  <a:pt x="43067" y="4442"/>
                </a:lnTo>
                <a:lnTo>
                  <a:pt x="37430" y="11375"/>
                </a:lnTo>
                <a:lnTo>
                  <a:pt x="31911" y="6947"/>
                </a:lnTo>
                <a:lnTo>
                  <a:pt x="37547" y="0"/>
                </a:lnTo>
                <a:close/>
                <a:moveTo>
                  <a:pt x="375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F06CF-747D-43DD-9570-2C559739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944" y="1693588"/>
            <a:ext cx="47043" cy="49621"/>
          </a:xfrm>
          <a:custGeom xmlns:a="http://schemas.openxmlformats.org/drawingml/2006/main">
            <a:pathLst>
              <a:path w="47043" h="49621">
                <a:moveTo>
                  <a:pt x="14506" y="0"/>
                </a:moveTo>
                <a:lnTo>
                  <a:pt x="20303" y="4733"/>
                </a:lnTo>
                <a:lnTo>
                  <a:pt x="8069" y="41246"/>
                </a:lnTo>
                <a:lnTo>
                  <a:pt x="41246" y="21628"/>
                </a:lnTo>
                <a:lnTo>
                  <a:pt x="47043" y="26289"/>
                </a:lnTo>
                <a:lnTo>
                  <a:pt x="7501" y="49621"/>
                </a:lnTo>
                <a:lnTo>
                  <a:pt x="0" y="43577"/>
                </a:lnTo>
                <a:lnTo>
                  <a:pt x="14506" y="0"/>
                </a:lnTo>
                <a:close/>
                <a:moveTo>
                  <a:pt x="1450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B1599-4D88-4609-B8B0-2217E4E8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06" y="1730858"/>
            <a:ext cx="44378" cy="48980"/>
          </a:xfrm>
          <a:custGeom xmlns:a="http://schemas.openxmlformats.org/drawingml/2006/main">
            <a:pathLst>
              <a:path w="44378" h="48980">
                <a:moveTo>
                  <a:pt x="38523" y="33629"/>
                </a:moveTo>
                <a:lnTo>
                  <a:pt x="36353" y="36294"/>
                </a:lnTo>
                <a:lnTo>
                  <a:pt x="11040" y="15933"/>
                </a:lnTo>
                <a:cubicBezTo>
                  <a:pt x="8258" y="19910"/>
                  <a:pt x="7064" y="23667"/>
                  <a:pt x="7515" y="27308"/>
                </a:cubicBezTo>
                <a:cubicBezTo>
                  <a:pt x="7908" y="30949"/>
                  <a:pt x="9962" y="34241"/>
                  <a:pt x="13603" y="37212"/>
                </a:cubicBezTo>
                <a:cubicBezTo>
                  <a:pt x="15700" y="38858"/>
                  <a:pt x="17987" y="40285"/>
                  <a:pt x="20376" y="41363"/>
                </a:cubicBezTo>
                <a:cubicBezTo>
                  <a:pt x="22764" y="42441"/>
                  <a:pt x="25371" y="43242"/>
                  <a:pt x="28168" y="43810"/>
                </a:cubicBezTo>
                <a:lnTo>
                  <a:pt x="23958" y="48980"/>
                </a:lnTo>
                <a:cubicBezTo>
                  <a:pt x="21337" y="48237"/>
                  <a:pt x="18774" y="47218"/>
                  <a:pt x="16327" y="46023"/>
                </a:cubicBezTo>
                <a:cubicBezTo>
                  <a:pt x="13938" y="44771"/>
                  <a:pt x="11666" y="43300"/>
                  <a:pt x="9511" y="41581"/>
                </a:cubicBezTo>
                <a:cubicBezTo>
                  <a:pt x="4151" y="37270"/>
                  <a:pt x="1194" y="32318"/>
                  <a:pt x="568" y="26682"/>
                </a:cubicBezTo>
                <a:cubicBezTo>
                  <a:pt x="0" y="21046"/>
                  <a:pt x="1821" y="15584"/>
                  <a:pt x="6088" y="10297"/>
                </a:cubicBezTo>
                <a:cubicBezTo>
                  <a:pt x="10530" y="4835"/>
                  <a:pt x="15540" y="1646"/>
                  <a:pt x="21060" y="859"/>
                </a:cubicBezTo>
                <a:cubicBezTo>
                  <a:pt x="26624" y="0"/>
                  <a:pt x="31925" y="1588"/>
                  <a:pt x="36921" y="5695"/>
                </a:cubicBezTo>
                <a:cubicBezTo>
                  <a:pt x="41421" y="9336"/>
                  <a:pt x="43810" y="13647"/>
                  <a:pt x="44101" y="18657"/>
                </a:cubicBezTo>
                <a:cubicBezTo>
                  <a:pt x="44378" y="23667"/>
                  <a:pt x="42499" y="28677"/>
                  <a:pt x="38523" y="33629"/>
                </a:cubicBezTo>
                <a:close/>
                <a:moveTo>
                  <a:pt x="34314" y="27585"/>
                </a:moveTo>
                <a:cubicBezTo>
                  <a:pt x="36702" y="24512"/>
                  <a:pt x="37780" y="21453"/>
                  <a:pt x="37605" y="18322"/>
                </a:cubicBezTo>
                <a:cubicBezTo>
                  <a:pt x="37387" y="15249"/>
                  <a:pt x="35959" y="12569"/>
                  <a:pt x="33221" y="10355"/>
                </a:cubicBezTo>
                <a:cubicBezTo>
                  <a:pt x="30163" y="7908"/>
                  <a:pt x="27032" y="6772"/>
                  <a:pt x="23784" y="7049"/>
                </a:cubicBezTo>
                <a:cubicBezTo>
                  <a:pt x="20536" y="7282"/>
                  <a:pt x="17521" y="8870"/>
                  <a:pt x="14681" y="11783"/>
                </a:cubicBezTo>
                <a:lnTo>
                  <a:pt x="34314" y="27585"/>
                </a:lnTo>
                <a:close/>
                <a:moveTo>
                  <a:pt x="34314" y="275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2BFAB-A3E7-4B8D-AD7B-D9C38F3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93" y="1782911"/>
            <a:ext cx="12453" cy="12686"/>
          </a:xfrm>
          <a:custGeom xmlns:a="http://schemas.openxmlformats.org/drawingml/2006/main">
            <a:pathLst>
              <a:path w="12453" h="12686">
                <a:moveTo>
                  <a:pt x="6146" y="0"/>
                </a:moveTo>
                <a:lnTo>
                  <a:pt x="12453" y="5127"/>
                </a:lnTo>
                <a:lnTo>
                  <a:pt x="6306" y="12686"/>
                </a:lnTo>
                <a:lnTo>
                  <a:pt x="0" y="7573"/>
                </a:lnTo>
                <a:lnTo>
                  <a:pt x="6146" y="0"/>
                </a:lnTo>
                <a:close/>
                <a:moveTo>
                  <a:pt x="61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7D385-8354-43CF-B36F-F6E876B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83" y="1761181"/>
            <a:ext cx="58986" cy="49490"/>
          </a:xfrm>
          <a:custGeom xmlns:a="http://schemas.openxmlformats.org/drawingml/2006/main">
            <a:pathLst>
              <a:path w="58986" h="49490">
                <a:moveTo>
                  <a:pt x="38057" y="9846"/>
                </a:moveTo>
                <a:lnTo>
                  <a:pt x="24512" y="26565"/>
                </a:lnTo>
                <a:lnTo>
                  <a:pt x="32144" y="32712"/>
                </a:lnTo>
                <a:cubicBezTo>
                  <a:pt x="34925" y="34984"/>
                  <a:pt x="37707" y="36018"/>
                  <a:pt x="40387" y="35785"/>
                </a:cubicBezTo>
                <a:cubicBezTo>
                  <a:pt x="43125" y="35552"/>
                  <a:pt x="45572" y="34139"/>
                  <a:pt x="47728" y="31401"/>
                </a:cubicBezTo>
                <a:cubicBezTo>
                  <a:pt x="49883" y="28794"/>
                  <a:pt x="50742" y="26056"/>
                  <a:pt x="50407" y="23376"/>
                </a:cubicBezTo>
                <a:cubicBezTo>
                  <a:pt x="50058" y="20711"/>
                  <a:pt x="48470" y="18205"/>
                  <a:pt x="45674" y="15933"/>
                </a:cubicBezTo>
                <a:lnTo>
                  <a:pt x="38057" y="9846"/>
                </a:lnTo>
                <a:close/>
                <a:moveTo>
                  <a:pt x="36061" y="0"/>
                </a:moveTo>
                <a:lnTo>
                  <a:pt x="49665" y="10982"/>
                </a:lnTo>
                <a:cubicBezTo>
                  <a:pt x="54675" y="15016"/>
                  <a:pt x="57515" y="19225"/>
                  <a:pt x="58258" y="23551"/>
                </a:cubicBezTo>
                <a:cubicBezTo>
                  <a:pt x="58986" y="27876"/>
                  <a:pt x="57631" y="32202"/>
                  <a:pt x="54092" y="36586"/>
                </a:cubicBezTo>
                <a:cubicBezTo>
                  <a:pt x="50509" y="40955"/>
                  <a:pt x="46533" y="43300"/>
                  <a:pt x="42149" y="43460"/>
                </a:cubicBezTo>
                <a:cubicBezTo>
                  <a:pt x="37824" y="43635"/>
                  <a:pt x="33105" y="41698"/>
                  <a:pt x="28095" y="37664"/>
                </a:cubicBezTo>
                <a:lnTo>
                  <a:pt x="20536" y="31517"/>
                </a:lnTo>
                <a:lnTo>
                  <a:pt x="6030" y="49490"/>
                </a:lnTo>
                <a:lnTo>
                  <a:pt x="0" y="44596"/>
                </a:lnTo>
                <a:lnTo>
                  <a:pt x="36061" y="0"/>
                </a:lnTo>
                <a:close/>
                <a:moveTo>
                  <a:pt x="3606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906BE-4CB7-4E1E-9C3F-0EAC047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804" y="1790936"/>
            <a:ext cx="76856" cy="77599"/>
          </a:xfrm>
          <a:custGeom xmlns:a="http://schemas.openxmlformats.org/drawingml/2006/main">
            <a:pathLst>
              <a:path w="76856" h="77599">
                <a:moveTo>
                  <a:pt x="36003" y="0"/>
                </a:moveTo>
                <a:lnTo>
                  <a:pt x="45004" y="7282"/>
                </a:lnTo>
                <a:lnTo>
                  <a:pt x="31852" y="46825"/>
                </a:lnTo>
                <a:lnTo>
                  <a:pt x="67812" y="25721"/>
                </a:lnTo>
                <a:lnTo>
                  <a:pt x="76856" y="33003"/>
                </a:lnTo>
                <a:lnTo>
                  <a:pt x="40795" y="77599"/>
                </a:lnTo>
                <a:lnTo>
                  <a:pt x="34925" y="72822"/>
                </a:lnTo>
                <a:lnTo>
                  <a:pt x="66559" y="33673"/>
                </a:lnTo>
                <a:lnTo>
                  <a:pt x="30323" y="54951"/>
                </a:lnTo>
                <a:lnTo>
                  <a:pt x="24293" y="50058"/>
                </a:lnTo>
                <a:lnTo>
                  <a:pt x="37489" y="10181"/>
                </a:lnTo>
                <a:lnTo>
                  <a:pt x="5855" y="49388"/>
                </a:lnTo>
                <a:lnTo>
                  <a:pt x="0" y="44654"/>
                </a:lnTo>
                <a:lnTo>
                  <a:pt x="36003" y="0"/>
                </a:lnTo>
                <a:close/>
                <a:moveTo>
                  <a:pt x="360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608AD-975E-4CC2-905D-2BAA759A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00" y="1833610"/>
            <a:ext cx="42047" cy="67011"/>
          </a:xfrm>
          <a:custGeom xmlns:a="http://schemas.openxmlformats.org/drawingml/2006/main">
            <a:pathLst>
              <a:path w="42047" h="67011">
                <a:moveTo>
                  <a:pt x="36003" y="0"/>
                </a:moveTo>
                <a:lnTo>
                  <a:pt x="42047" y="4835"/>
                </a:lnTo>
                <a:lnTo>
                  <a:pt x="10122" y="44363"/>
                </a:lnTo>
                <a:lnTo>
                  <a:pt x="31852" y="61957"/>
                </a:lnTo>
                <a:lnTo>
                  <a:pt x="27760" y="67011"/>
                </a:lnTo>
                <a:lnTo>
                  <a:pt x="0" y="44596"/>
                </a:lnTo>
                <a:lnTo>
                  <a:pt x="36003" y="0"/>
                </a:lnTo>
                <a:close/>
                <a:moveTo>
                  <a:pt x="360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1CF78B-02F3-4CAA-B052-79AB4D68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81" y="1861137"/>
            <a:ext cx="64229" cy="64855"/>
          </a:xfrm>
          <a:custGeom xmlns:a="http://schemas.openxmlformats.org/drawingml/2006/main">
            <a:pathLst>
              <a:path w="64229" h="64855">
                <a:moveTo>
                  <a:pt x="38057" y="9787"/>
                </a:moveTo>
                <a:lnTo>
                  <a:pt x="10064" y="44494"/>
                </a:lnTo>
                <a:lnTo>
                  <a:pt x="17346" y="50407"/>
                </a:lnTo>
                <a:cubicBezTo>
                  <a:pt x="23492" y="55359"/>
                  <a:pt x="29129" y="57631"/>
                  <a:pt x="34241" y="57122"/>
                </a:cubicBezTo>
                <a:cubicBezTo>
                  <a:pt x="39368" y="56670"/>
                  <a:pt x="44319" y="53364"/>
                  <a:pt x="49213" y="47393"/>
                </a:cubicBezTo>
                <a:cubicBezTo>
                  <a:pt x="53990" y="41421"/>
                  <a:pt x="56087" y="35843"/>
                  <a:pt x="55519" y="30789"/>
                </a:cubicBezTo>
                <a:cubicBezTo>
                  <a:pt x="54893" y="25721"/>
                  <a:pt x="51485" y="20652"/>
                  <a:pt x="45339" y="15700"/>
                </a:cubicBezTo>
                <a:lnTo>
                  <a:pt x="38057" y="9787"/>
                </a:lnTo>
                <a:close/>
                <a:moveTo>
                  <a:pt x="36003" y="0"/>
                </a:moveTo>
                <a:lnTo>
                  <a:pt x="48412" y="10020"/>
                </a:lnTo>
                <a:cubicBezTo>
                  <a:pt x="57063" y="16953"/>
                  <a:pt x="61957" y="23900"/>
                  <a:pt x="63093" y="30731"/>
                </a:cubicBezTo>
                <a:cubicBezTo>
                  <a:pt x="64229" y="37605"/>
                  <a:pt x="61724" y="44887"/>
                  <a:pt x="55578" y="52519"/>
                </a:cubicBezTo>
                <a:cubicBezTo>
                  <a:pt x="49315" y="60195"/>
                  <a:pt x="42717" y="64229"/>
                  <a:pt x="35785" y="64520"/>
                </a:cubicBezTo>
                <a:cubicBezTo>
                  <a:pt x="28779" y="64855"/>
                  <a:pt x="20987" y="61564"/>
                  <a:pt x="12394" y="54616"/>
                </a:cubicBezTo>
                <a:lnTo>
                  <a:pt x="0" y="44611"/>
                </a:lnTo>
                <a:lnTo>
                  <a:pt x="36003" y="0"/>
                </a:lnTo>
                <a:close/>
                <a:moveTo>
                  <a:pt x="360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97DDB-9817-4A47-B10B-7D24BCD7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782" y="1899150"/>
            <a:ext cx="64229" cy="67812"/>
          </a:xfrm>
          <a:custGeom xmlns:a="http://schemas.openxmlformats.org/drawingml/2006/main">
            <a:pathLst>
              <a:path w="64229" h="67812">
                <a:moveTo>
                  <a:pt x="36076" y="0"/>
                </a:moveTo>
                <a:lnTo>
                  <a:pt x="64229" y="22808"/>
                </a:lnTo>
                <a:lnTo>
                  <a:pt x="60136" y="27876"/>
                </a:lnTo>
                <a:lnTo>
                  <a:pt x="37940" y="9947"/>
                </a:lnTo>
                <a:lnTo>
                  <a:pt x="27308" y="23143"/>
                </a:lnTo>
                <a:lnTo>
                  <a:pt x="48529" y="40329"/>
                </a:lnTo>
                <a:lnTo>
                  <a:pt x="44436" y="45397"/>
                </a:lnTo>
                <a:lnTo>
                  <a:pt x="23216" y="28269"/>
                </a:lnTo>
                <a:lnTo>
                  <a:pt x="10122" y="44421"/>
                </a:lnTo>
                <a:lnTo>
                  <a:pt x="32886" y="62743"/>
                </a:lnTo>
                <a:lnTo>
                  <a:pt x="28794" y="67812"/>
                </a:lnTo>
                <a:lnTo>
                  <a:pt x="0" y="44596"/>
                </a:lnTo>
                <a:lnTo>
                  <a:pt x="36076" y="0"/>
                </a:lnTo>
                <a:close/>
                <a:moveTo>
                  <a:pt x="360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F286A-7A29-4099-BBB3-09BF6867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247" y="1934701"/>
            <a:ext cx="61782" cy="58199"/>
          </a:xfrm>
          <a:custGeom xmlns:a="http://schemas.openxmlformats.org/drawingml/2006/main">
            <a:pathLst>
              <a:path w="61782" h="58199">
                <a:moveTo>
                  <a:pt x="61782" y="18715"/>
                </a:moveTo>
                <a:lnTo>
                  <a:pt x="57063" y="24628"/>
                </a:lnTo>
                <a:cubicBezTo>
                  <a:pt x="55636" y="21672"/>
                  <a:pt x="54150" y="19123"/>
                  <a:pt x="52563" y="16953"/>
                </a:cubicBezTo>
                <a:cubicBezTo>
                  <a:pt x="50975" y="14739"/>
                  <a:pt x="49213" y="12919"/>
                  <a:pt x="47334" y="11375"/>
                </a:cubicBezTo>
                <a:cubicBezTo>
                  <a:pt x="44028" y="8710"/>
                  <a:pt x="40955" y="7340"/>
                  <a:pt x="38173" y="7166"/>
                </a:cubicBezTo>
                <a:cubicBezTo>
                  <a:pt x="35319" y="6991"/>
                  <a:pt x="32988" y="8083"/>
                  <a:pt x="31110" y="10414"/>
                </a:cubicBezTo>
                <a:cubicBezTo>
                  <a:pt x="29522" y="12409"/>
                  <a:pt x="28896" y="14390"/>
                  <a:pt x="29231" y="16327"/>
                </a:cubicBezTo>
                <a:cubicBezTo>
                  <a:pt x="29639" y="18322"/>
                  <a:pt x="31226" y="20929"/>
                  <a:pt x="34022" y="24177"/>
                </a:cubicBezTo>
                <a:lnTo>
                  <a:pt x="37081" y="27876"/>
                </a:lnTo>
                <a:cubicBezTo>
                  <a:pt x="40897" y="32377"/>
                  <a:pt x="43009" y="36586"/>
                  <a:pt x="43402" y="40445"/>
                </a:cubicBezTo>
                <a:cubicBezTo>
                  <a:pt x="43795" y="44378"/>
                  <a:pt x="42499" y="48135"/>
                  <a:pt x="39586" y="51718"/>
                </a:cubicBezTo>
                <a:cubicBezTo>
                  <a:pt x="36120" y="56044"/>
                  <a:pt x="32027" y="58199"/>
                  <a:pt x="27308" y="58083"/>
                </a:cubicBezTo>
                <a:cubicBezTo>
                  <a:pt x="22575" y="57966"/>
                  <a:pt x="17463" y="55636"/>
                  <a:pt x="11885" y="51150"/>
                </a:cubicBezTo>
                <a:cubicBezTo>
                  <a:pt x="9729" y="49446"/>
                  <a:pt x="7675" y="47393"/>
                  <a:pt x="5680" y="44946"/>
                </a:cubicBezTo>
                <a:cubicBezTo>
                  <a:pt x="3699" y="42557"/>
                  <a:pt x="1821" y="39877"/>
                  <a:pt x="0" y="36862"/>
                </a:cubicBezTo>
                <a:lnTo>
                  <a:pt x="5054" y="30658"/>
                </a:lnTo>
                <a:cubicBezTo>
                  <a:pt x="6365" y="34022"/>
                  <a:pt x="7952" y="36979"/>
                  <a:pt x="9729" y="39601"/>
                </a:cubicBezTo>
                <a:cubicBezTo>
                  <a:pt x="11550" y="42164"/>
                  <a:pt x="13530" y="44378"/>
                  <a:pt x="15817" y="46198"/>
                </a:cubicBezTo>
                <a:cubicBezTo>
                  <a:pt x="19283" y="48980"/>
                  <a:pt x="22473" y="50466"/>
                  <a:pt x="25429" y="50640"/>
                </a:cubicBezTo>
                <a:cubicBezTo>
                  <a:pt x="28386" y="50801"/>
                  <a:pt x="30891" y="49606"/>
                  <a:pt x="32930" y="47101"/>
                </a:cubicBezTo>
                <a:cubicBezTo>
                  <a:pt x="34692" y="44887"/>
                  <a:pt x="35377" y="42674"/>
                  <a:pt x="35042" y="40343"/>
                </a:cubicBezTo>
                <a:cubicBezTo>
                  <a:pt x="34692" y="37998"/>
                  <a:pt x="33280" y="35333"/>
                  <a:pt x="30658" y="32202"/>
                </a:cubicBezTo>
                <a:lnTo>
                  <a:pt x="27585" y="28503"/>
                </a:lnTo>
                <a:cubicBezTo>
                  <a:pt x="23827" y="24002"/>
                  <a:pt x="21672" y="19968"/>
                  <a:pt x="21220" y="16443"/>
                </a:cubicBezTo>
                <a:cubicBezTo>
                  <a:pt x="20754" y="12919"/>
                  <a:pt x="21905" y="9438"/>
                  <a:pt x="24628" y="6030"/>
                </a:cubicBezTo>
                <a:cubicBezTo>
                  <a:pt x="27818" y="2054"/>
                  <a:pt x="31736" y="58"/>
                  <a:pt x="36353" y="58"/>
                </a:cubicBezTo>
                <a:cubicBezTo>
                  <a:pt x="40955" y="0"/>
                  <a:pt x="45674" y="1995"/>
                  <a:pt x="50568" y="5913"/>
                </a:cubicBezTo>
                <a:cubicBezTo>
                  <a:pt x="52679" y="7617"/>
                  <a:pt x="54675" y="9496"/>
                  <a:pt x="56495" y="11666"/>
                </a:cubicBezTo>
                <a:cubicBezTo>
                  <a:pt x="58360" y="13763"/>
                  <a:pt x="60136" y="16152"/>
                  <a:pt x="61782" y="18715"/>
                </a:cubicBezTo>
                <a:close/>
                <a:moveTo>
                  <a:pt x="61782" y="187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E6525-3D90-40AB-91D5-9AC9568D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323" y="1961718"/>
            <a:ext cx="58942" cy="49504"/>
          </a:xfrm>
          <a:custGeom xmlns:a="http://schemas.openxmlformats.org/drawingml/2006/main">
            <a:pathLst>
              <a:path w="58942" h="49504">
                <a:moveTo>
                  <a:pt x="38013" y="9846"/>
                </a:moveTo>
                <a:lnTo>
                  <a:pt x="24526" y="26638"/>
                </a:lnTo>
                <a:lnTo>
                  <a:pt x="32085" y="32726"/>
                </a:lnTo>
                <a:cubicBezTo>
                  <a:pt x="34882" y="34998"/>
                  <a:pt x="37664" y="36018"/>
                  <a:pt x="40343" y="35843"/>
                </a:cubicBezTo>
                <a:cubicBezTo>
                  <a:pt x="43067" y="35625"/>
                  <a:pt x="45514" y="34139"/>
                  <a:pt x="47684" y="31474"/>
                </a:cubicBezTo>
                <a:cubicBezTo>
                  <a:pt x="49839" y="28794"/>
                  <a:pt x="50757" y="26114"/>
                  <a:pt x="50349" y="23449"/>
                </a:cubicBezTo>
                <a:cubicBezTo>
                  <a:pt x="50014" y="20711"/>
                  <a:pt x="48412" y="18264"/>
                  <a:pt x="45630" y="15992"/>
                </a:cubicBezTo>
                <a:lnTo>
                  <a:pt x="38013" y="9846"/>
                </a:lnTo>
                <a:close/>
                <a:moveTo>
                  <a:pt x="36018" y="0"/>
                </a:moveTo>
                <a:lnTo>
                  <a:pt x="49606" y="11040"/>
                </a:lnTo>
                <a:cubicBezTo>
                  <a:pt x="54616" y="15089"/>
                  <a:pt x="57515" y="19240"/>
                  <a:pt x="58199" y="23565"/>
                </a:cubicBezTo>
                <a:cubicBezTo>
                  <a:pt x="58942" y="27891"/>
                  <a:pt x="57573" y="32260"/>
                  <a:pt x="54048" y="36586"/>
                </a:cubicBezTo>
                <a:cubicBezTo>
                  <a:pt x="50466" y="41028"/>
                  <a:pt x="46548" y="43300"/>
                  <a:pt x="42164" y="43475"/>
                </a:cubicBezTo>
                <a:cubicBezTo>
                  <a:pt x="37780" y="43693"/>
                  <a:pt x="33119" y="41771"/>
                  <a:pt x="28109" y="37722"/>
                </a:cubicBezTo>
                <a:lnTo>
                  <a:pt x="20478" y="31576"/>
                </a:lnTo>
                <a:lnTo>
                  <a:pt x="6030" y="49504"/>
                </a:lnTo>
                <a:lnTo>
                  <a:pt x="0" y="44611"/>
                </a:lnTo>
                <a:lnTo>
                  <a:pt x="36018" y="0"/>
                </a:lnTo>
                <a:close/>
                <a:moveTo>
                  <a:pt x="3601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A34F9-A1EC-4E79-B791-20D4B2EA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967" y="1989434"/>
            <a:ext cx="43067" cy="50975"/>
          </a:xfrm>
          <a:custGeom xmlns:a="http://schemas.openxmlformats.org/drawingml/2006/main">
            <a:pathLst>
              <a:path w="43067" h="50975">
                <a:moveTo>
                  <a:pt x="37547" y="0"/>
                </a:moveTo>
                <a:lnTo>
                  <a:pt x="43067" y="4486"/>
                </a:lnTo>
                <a:lnTo>
                  <a:pt x="5520" y="50975"/>
                </a:lnTo>
                <a:lnTo>
                  <a:pt x="0" y="46533"/>
                </a:lnTo>
                <a:lnTo>
                  <a:pt x="37547" y="0"/>
                </a:lnTo>
                <a:close/>
                <a:moveTo>
                  <a:pt x="375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A4427-FEF6-4B12-8F29-26DDFCF9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2" y="2015767"/>
            <a:ext cx="49898" cy="56102"/>
          </a:xfrm>
          <a:custGeom xmlns:a="http://schemas.openxmlformats.org/drawingml/2006/main">
            <a:pathLst>
              <a:path w="49898" h="56102">
                <a:moveTo>
                  <a:pt x="5520" y="20259"/>
                </a:moveTo>
                <a:lnTo>
                  <a:pt x="21905" y="0"/>
                </a:lnTo>
                <a:lnTo>
                  <a:pt x="27425" y="4442"/>
                </a:lnTo>
                <a:lnTo>
                  <a:pt x="11215" y="24468"/>
                </a:lnTo>
                <a:cubicBezTo>
                  <a:pt x="8651" y="27658"/>
                  <a:pt x="7340" y="30498"/>
                  <a:pt x="7282" y="33119"/>
                </a:cubicBezTo>
                <a:cubicBezTo>
                  <a:pt x="7224" y="35683"/>
                  <a:pt x="8476" y="37955"/>
                  <a:pt x="10923" y="39950"/>
                </a:cubicBezTo>
                <a:cubicBezTo>
                  <a:pt x="13880" y="42397"/>
                  <a:pt x="17011" y="43300"/>
                  <a:pt x="20259" y="42790"/>
                </a:cubicBezTo>
                <a:cubicBezTo>
                  <a:pt x="23507" y="42339"/>
                  <a:pt x="26463" y="40402"/>
                  <a:pt x="29129" y="37154"/>
                </a:cubicBezTo>
                <a:lnTo>
                  <a:pt x="44436" y="18205"/>
                </a:lnTo>
                <a:lnTo>
                  <a:pt x="49898" y="22648"/>
                </a:lnTo>
                <a:lnTo>
                  <a:pt x="22939" y="56102"/>
                </a:lnTo>
                <a:lnTo>
                  <a:pt x="17419" y="51660"/>
                </a:lnTo>
                <a:lnTo>
                  <a:pt x="21570" y="46490"/>
                </a:lnTo>
                <a:cubicBezTo>
                  <a:pt x="18613" y="47451"/>
                  <a:pt x="15817" y="47742"/>
                  <a:pt x="13254" y="47291"/>
                </a:cubicBezTo>
                <a:cubicBezTo>
                  <a:pt x="10705" y="46825"/>
                  <a:pt x="8258" y="45688"/>
                  <a:pt x="5928" y="43810"/>
                </a:cubicBezTo>
                <a:cubicBezTo>
                  <a:pt x="2054" y="40678"/>
                  <a:pt x="117" y="37154"/>
                  <a:pt x="58" y="33178"/>
                </a:cubicBezTo>
                <a:cubicBezTo>
                  <a:pt x="0" y="29129"/>
                  <a:pt x="1821" y="24861"/>
                  <a:pt x="5520" y="20259"/>
                </a:cubicBezTo>
                <a:close/>
                <a:moveTo>
                  <a:pt x="5520" y="202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0E067-9066-4478-95CA-B684F1E2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554" y="2051450"/>
            <a:ext cx="61724" cy="58025"/>
          </a:xfrm>
          <a:custGeom xmlns:a="http://schemas.openxmlformats.org/drawingml/2006/main">
            <a:pathLst>
              <a:path w="61724" h="58025">
                <a:moveTo>
                  <a:pt x="43067" y="30207"/>
                </a:moveTo>
                <a:cubicBezTo>
                  <a:pt x="46257" y="26216"/>
                  <a:pt x="47902" y="22473"/>
                  <a:pt x="48077" y="18934"/>
                </a:cubicBezTo>
                <a:cubicBezTo>
                  <a:pt x="48179" y="15409"/>
                  <a:pt x="46766" y="12511"/>
                  <a:pt x="43810" y="10064"/>
                </a:cubicBezTo>
                <a:cubicBezTo>
                  <a:pt x="40839" y="7734"/>
                  <a:pt x="37664" y="6933"/>
                  <a:pt x="34241" y="7792"/>
                </a:cubicBezTo>
                <a:cubicBezTo>
                  <a:pt x="30833" y="8695"/>
                  <a:pt x="27527" y="11084"/>
                  <a:pt x="24293" y="15074"/>
                </a:cubicBezTo>
                <a:cubicBezTo>
                  <a:pt x="21104" y="19050"/>
                  <a:pt x="19458" y="22808"/>
                  <a:pt x="19342" y="26274"/>
                </a:cubicBezTo>
                <a:cubicBezTo>
                  <a:pt x="19167" y="29813"/>
                  <a:pt x="20594" y="32770"/>
                  <a:pt x="23551" y="35158"/>
                </a:cubicBezTo>
                <a:cubicBezTo>
                  <a:pt x="26507" y="37547"/>
                  <a:pt x="29697" y="38333"/>
                  <a:pt x="33105" y="37430"/>
                </a:cubicBezTo>
                <a:cubicBezTo>
                  <a:pt x="36527" y="36571"/>
                  <a:pt x="39819" y="34183"/>
                  <a:pt x="43067" y="30207"/>
                </a:cubicBezTo>
                <a:close/>
                <a:moveTo>
                  <a:pt x="38057" y="47611"/>
                </a:moveTo>
                <a:cubicBezTo>
                  <a:pt x="33454" y="53306"/>
                  <a:pt x="28779" y="56539"/>
                  <a:pt x="24002" y="57282"/>
                </a:cubicBezTo>
                <a:cubicBezTo>
                  <a:pt x="19225" y="58025"/>
                  <a:pt x="14215" y="56262"/>
                  <a:pt x="9044" y="52053"/>
                </a:cubicBezTo>
                <a:cubicBezTo>
                  <a:pt x="7107" y="50451"/>
                  <a:pt x="5403" y="48864"/>
                  <a:pt x="3918" y="47218"/>
                </a:cubicBezTo>
                <a:cubicBezTo>
                  <a:pt x="2447" y="45514"/>
                  <a:pt x="1136" y="43751"/>
                  <a:pt x="0" y="41873"/>
                </a:cubicBezTo>
                <a:lnTo>
                  <a:pt x="4326" y="36513"/>
                </a:lnTo>
                <a:cubicBezTo>
                  <a:pt x="5229" y="38683"/>
                  <a:pt x="6248" y="40620"/>
                  <a:pt x="7501" y="42266"/>
                </a:cubicBezTo>
                <a:cubicBezTo>
                  <a:pt x="8753" y="43970"/>
                  <a:pt x="10181" y="45514"/>
                  <a:pt x="11826" y="46810"/>
                </a:cubicBezTo>
                <a:cubicBezTo>
                  <a:pt x="15409" y="49723"/>
                  <a:pt x="18890" y="50975"/>
                  <a:pt x="22182" y="50509"/>
                </a:cubicBezTo>
                <a:cubicBezTo>
                  <a:pt x="25488" y="50058"/>
                  <a:pt x="28677" y="47961"/>
                  <a:pt x="31736" y="44145"/>
                </a:cubicBezTo>
                <a:lnTo>
                  <a:pt x="33964" y="41407"/>
                </a:lnTo>
                <a:cubicBezTo>
                  <a:pt x="31226" y="42499"/>
                  <a:pt x="28619" y="42776"/>
                  <a:pt x="26056" y="42324"/>
                </a:cubicBezTo>
                <a:cubicBezTo>
                  <a:pt x="23492" y="41873"/>
                  <a:pt x="20929" y="40678"/>
                  <a:pt x="18482" y="38683"/>
                </a:cubicBezTo>
                <a:cubicBezTo>
                  <a:pt x="14390" y="35377"/>
                  <a:pt x="12336" y="31110"/>
                  <a:pt x="12336" y="25997"/>
                </a:cubicBezTo>
                <a:cubicBezTo>
                  <a:pt x="12394" y="20813"/>
                  <a:pt x="14448" y="15642"/>
                  <a:pt x="18657" y="10515"/>
                </a:cubicBezTo>
                <a:cubicBezTo>
                  <a:pt x="22808" y="5345"/>
                  <a:pt x="27425" y="2156"/>
                  <a:pt x="32420" y="1078"/>
                </a:cubicBezTo>
                <a:cubicBezTo>
                  <a:pt x="37489" y="0"/>
                  <a:pt x="42047" y="1078"/>
                  <a:pt x="46140" y="4369"/>
                </a:cubicBezTo>
                <a:cubicBezTo>
                  <a:pt x="48645" y="6365"/>
                  <a:pt x="50349" y="8578"/>
                  <a:pt x="51369" y="10982"/>
                </a:cubicBezTo>
                <a:cubicBezTo>
                  <a:pt x="52344" y="13414"/>
                  <a:pt x="52563" y="16035"/>
                  <a:pt x="52111" y="18934"/>
                </a:cubicBezTo>
                <a:lnTo>
                  <a:pt x="56262" y="13880"/>
                </a:lnTo>
                <a:lnTo>
                  <a:pt x="61724" y="18307"/>
                </a:lnTo>
                <a:lnTo>
                  <a:pt x="38057" y="47611"/>
                </a:lnTo>
                <a:close/>
                <a:moveTo>
                  <a:pt x="38057" y="476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9BC16-A4E6-4C5A-96CA-6BEA36CA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577" y="2065839"/>
            <a:ext cx="43067" cy="50975"/>
          </a:xfrm>
          <a:custGeom xmlns:a="http://schemas.openxmlformats.org/drawingml/2006/main">
            <a:pathLst>
              <a:path w="43067" h="50975">
                <a:moveTo>
                  <a:pt x="27017" y="13079"/>
                </a:moveTo>
                <a:lnTo>
                  <a:pt x="32537" y="17521"/>
                </a:lnTo>
                <a:lnTo>
                  <a:pt x="5520" y="50975"/>
                </a:lnTo>
                <a:lnTo>
                  <a:pt x="0" y="46533"/>
                </a:lnTo>
                <a:lnTo>
                  <a:pt x="27017" y="13079"/>
                </a:lnTo>
                <a:close/>
                <a:moveTo>
                  <a:pt x="37547" y="0"/>
                </a:moveTo>
                <a:lnTo>
                  <a:pt x="43067" y="4442"/>
                </a:lnTo>
                <a:lnTo>
                  <a:pt x="37430" y="11433"/>
                </a:lnTo>
                <a:lnTo>
                  <a:pt x="31911" y="6991"/>
                </a:lnTo>
                <a:lnTo>
                  <a:pt x="37547" y="0"/>
                </a:lnTo>
                <a:close/>
                <a:moveTo>
                  <a:pt x="375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4F45E-36D6-462B-9734-22764F01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355" y="2092463"/>
            <a:ext cx="49956" cy="56102"/>
          </a:xfrm>
          <a:custGeom xmlns:a="http://schemas.openxmlformats.org/drawingml/2006/main">
            <a:pathLst>
              <a:path w="49956" h="56102">
                <a:moveTo>
                  <a:pt x="44378" y="35901"/>
                </a:moveTo>
                <a:lnTo>
                  <a:pt x="28051" y="56102"/>
                </a:lnTo>
                <a:lnTo>
                  <a:pt x="22589" y="51660"/>
                </a:lnTo>
                <a:lnTo>
                  <a:pt x="38741" y="31634"/>
                </a:lnTo>
                <a:cubicBezTo>
                  <a:pt x="41305" y="28444"/>
                  <a:pt x="42557" y="25604"/>
                  <a:pt x="42615" y="23041"/>
                </a:cubicBezTo>
                <a:cubicBezTo>
                  <a:pt x="42615" y="20478"/>
                  <a:pt x="41421" y="18147"/>
                  <a:pt x="38974" y="16152"/>
                </a:cubicBezTo>
                <a:cubicBezTo>
                  <a:pt x="36018" y="13763"/>
                  <a:pt x="32886" y="12860"/>
                  <a:pt x="29639" y="13370"/>
                </a:cubicBezTo>
                <a:cubicBezTo>
                  <a:pt x="26405" y="13822"/>
                  <a:pt x="23449" y="15759"/>
                  <a:pt x="20827" y="19007"/>
                </a:cubicBezTo>
                <a:lnTo>
                  <a:pt x="5578" y="37897"/>
                </a:lnTo>
                <a:lnTo>
                  <a:pt x="0" y="33454"/>
                </a:lnTo>
                <a:lnTo>
                  <a:pt x="27032" y="0"/>
                </a:lnTo>
                <a:lnTo>
                  <a:pt x="32551" y="4442"/>
                </a:lnTo>
                <a:lnTo>
                  <a:pt x="28386" y="9671"/>
                </a:lnTo>
                <a:cubicBezTo>
                  <a:pt x="31299" y="8710"/>
                  <a:pt x="34081" y="8476"/>
                  <a:pt x="36644" y="8870"/>
                </a:cubicBezTo>
                <a:cubicBezTo>
                  <a:pt x="39266" y="9336"/>
                  <a:pt x="41712" y="10530"/>
                  <a:pt x="44043" y="12409"/>
                </a:cubicBezTo>
                <a:cubicBezTo>
                  <a:pt x="47902" y="15482"/>
                  <a:pt x="49839" y="19007"/>
                  <a:pt x="49898" y="22983"/>
                </a:cubicBezTo>
                <a:cubicBezTo>
                  <a:pt x="49956" y="26973"/>
                  <a:pt x="48077" y="31284"/>
                  <a:pt x="44378" y="35901"/>
                </a:cubicBezTo>
                <a:close/>
                <a:moveTo>
                  <a:pt x="44378" y="359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0006B-FD0A-43C5-9F10-2E123626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31" y="2150444"/>
            <a:ext cx="12453" cy="12686"/>
          </a:xfrm>
          <a:custGeom xmlns:a="http://schemas.openxmlformats.org/drawingml/2006/main">
            <a:pathLst>
              <a:path w="12453" h="12686">
                <a:moveTo>
                  <a:pt x="6146" y="0"/>
                </a:moveTo>
                <a:lnTo>
                  <a:pt x="12453" y="5112"/>
                </a:lnTo>
                <a:lnTo>
                  <a:pt x="6306" y="12686"/>
                </a:lnTo>
                <a:lnTo>
                  <a:pt x="0" y="7559"/>
                </a:lnTo>
                <a:lnTo>
                  <a:pt x="6146" y="0"/>
                </a:lnTo>
                <a:close/>
                <a:moveTo>
                  <a:pt x="61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EE64C-C387-44D0-AC19-E610CC08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079" y="2128699"/>
            <a:ext cx="59277" cy="72662"/>
          </a:xfrm>
          <a:custGeom xmlns:a="http://schemas.openxmlformats.org/drawingml/2006/main">
            <a:pathLst>
              <a:path w="59277" h="72662">
                <a:moveTo>
                  <a:pt x="38057" y="40737"/>
                </a:moveTo>
                <a:cubicBezTo>
                  <a:pt x="38960" y="42280"/>
                  <a:pt x="39470" y="44203"/>
                  <a:pt x="39528" y="46606"/>
                </a:cubicBezTo>
                <a:cubicBezTo>
                  <a:pt x="39586" y="49038"/>
                  <a:pt x="39251" y="52009"/>
                  <a:pt x="38450" y="55534"/>
                </a:cubicBezTo>
                <a:lnTo>
                  <a:pt x="34751" y="72662"/>
                </a:lnTo>
                <a:lnTo>
                  <a:pt x="28269" y="67419"/>
                </a:lnTo>
                <a:lnTo>
                  <a:pt x="31794" y="51383"/>
                </a:lnTo>
                <a:cubicBezTo>
                  <a:pt x="32712" y="47174"/>
                  <a:pt x="32872" y="44043"/>
                  <a:pt x="32304" y="41931"/>
                </a:cubicBezTo>
                <a:cubicBezTo>
                  <a:pt x="31678" y="39892"/>
                  <a:pt x="30207" y="37838"/>
                  <a:pt x="27818" y="35901"/>
                </a:cubicBezTo>
                <a:lnTo>
                  <a:pt x="21264" y="30614"/>
                </a:lnTo>
                <a:lnTo>
                  <a:pt x="6030" y="49446"/>
                </a:lnTo>
                <a:lnTo>
                  <a:pt x="0" y="44611"/>
                </a:lnTo>
                <a:lnTo>
                  <a:pt x="36003" y="0"/>
                </a:lnTo>
                <a:lnTo>
                  <a:pt x="49665" y="10982"/>
                </a:lnTo>
                <a:cubicBezTo>
                  <a:pt x="54718" y="15074"/>
                  <a:pt x="57675" y="19240"/>
                  <a:pt x="58476" y="23390"/>
                </a:cubicBezTo>
                <a:cubicBezTo>
                  <a:pt x="59277" y="27541"/>
                  <a:pt x="57908" y="31809"/>
                  <a:pt x="54442" y="36076"/>
                </a:cubicBezTo>
                <a:cubicBezTo>
                  <a:pt x="52170" y="38916"/>
                  <a:pt x="49665" y="40737"/>
                  <a:pt x="46810" y="41538"/>
                </a:cubicBezTo>
                <a:cubicBezTo>
                  <a:pt x="44028" y="42339"/>
                  <a:pt x="41130" y="42047"/>
                  <a:pt x="38057" y="40737"/>
                </a:cubicBezTo>
                <a:close/>
                <a:moveTo>
                  <a:pt x="38057" y="9846"/>
                </a:moveTo>
                <a:lnTo>
                  <a:pt x="25255" y="25662"/>
                </a:lnTo>
                <a:lnTo>
                  <a:pt x="32814" y="31809"/>
                </a:lnTo>
                <a:cubicBezTo>
                  <a:pt x="35726" y="34139"/>
                  <a:pt x="38508" y="35217"/>
                  <a:pt x="41072" y="35100"/>
                </a:cubicBezTo>
                <a:cubicBezTo>
                  <a:pt x="43635" y="34940"/>
                  <a:pt x="45965" y="33571"/>
                  <a:pt x="48062" y="30949"/>
                </a:cubicBezTo>
                <a:cubicBezTo>
                  <a:pt x="50174" y="28342"/>
                  <a:pt x="51019" y="25779"/>
                  <a:pt x="50626" y="23274"/>
                </a:cubicBezTo>
                <a:cubicBezTo>
                  <a:pt x="50174" y="20711"/>
                  <a:pt x="48529" y="18322"/>
                  <a:pt x="45616" y="15933"/>
                </a:cubicBezTo>
                <a:lnTo>
                  <a:pt x="38057" y="9846"/>
                </a:lnTo>
                <a:close/>
                <a:moveTo>
                  <a:pt x="38057" y="98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A8D04-7E90-485B-B912-F2167DD9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340" y="2176601"/>
            <a:ext cx="44363" cy="48995"/>
          </a:xfrm>
          <a:custGeom xmlns:a="http://schemas.openxmlformats.org/drawingml/2006/main">
            <a:pathLst>
              <a:path w="44363" h="48995">
                <a:moveTo>
                  <a:pt x="38508" y="33629"/>
                </a:moveTo>
                <a:lnTo>
                  <a:pt x="36353" y="36309"/>
                </a:lnTo>
                <a:lnTo>
                  <a:pt x="11025" y="15875"/>
                </a:lnTo>
                <a:cubicBezTo>
                  <a:pt x="8243" y="19866"/>
                  <a:pt x="7049" y="23667"/>
                  <a:pt x="7501" y="27308"/>
                </a:cubicBezTo>
                <a:cubicBezTo>
                  <a:pt x="7908" y="30949"/>
                  <a:pt x="9947" y="34197"/>
                  <a:pt x="13589" y="37154"/>
                </a:cubicBezTo>
                <a:cubicBezTo>
                  <a:pt x="15700" y="38858"/>
                  <a:pt x="17972" y="40285"/>
                  <a:pt x="20361" y="41363"/>
                </a:cubicBezTo>
                <a:cubicBezTo>
                  <a:pt x="22750" y="42441"/>
                  <a:pt x="25371" y="43242"/>
                  <a:pt x="28153" y="43810"/>
                </a:cubicBezTo>
                <a:lnTo>
                  <a:pt x="23944" y="48995"/>
                </a:lnTo>
                <a:cubicBezTo>
                  <a:pt x="21322" y="48252"/>
                  <a:pt x="18774" y="47232"/>
                  <a:pt x="16385" y="45980"/>
                </a:cubicBezTo>
                <a:cubicBezTo>
                  <a:pt x="13938" y="44786"/>
                  <a:pt x="11652" y="43300"/>
                  <a:pt x="9496" y="41596"/>
                </a:cubicBezTo>
                <a:cubicBezTo>
                  <a:pt x="4209" y="37270"/>
                  <a:pt x="1194" y="32260"/>
                  <a:pt x="568" y="26682"/>
                </a:cubicBezTo>
                <a:cubicBezTo>
                  <a:pt x="0" y="21060"/>
                  <a:pt x="1821" y="15598"/>
                  <a:pt x="6088" y="10253"/>
                </a:cubicBezTo>
                <a:cubicBezTo>
                  <a:pt x="10515" y="4777"/>
                  <a:pt x="15526" y="1660"/>
                  <a:pt x="21046" y="801"/>
                </a:cubicBezTo>
                <a:cubicBezTo>
                  <a:pt x="26624" y="0"/>
                  <a:pt x="31911" y="1602"/>
                  <a:pt x="36921" y="5636"/>
                </a:cubicBezTo>
                <a:cubicBezTo>
                  <a:pt x="41407" y="9278"/>
                  <a:pt x="43795" y="13603"/>
                  <a:pt x="44086" y="18613"/>
                </a:cubicBezTo>
                <a:cubicBezTo>
                  <a:pt x="44363" y="23609"/>
                  <a:pt x="42499" y="28619"/>
                  <a:pt x="38508" y="33629"/>
                </a:cubicBezTo>
                <a:close/>
                <a:moveTo>
                  <a:pt x="34299" y="27541"/>
                </a:moveTo>
                <a:cubicBezTo>
                  <a:pt x="36688" y="24526"/>
                  <a:pt x="37765" y="21453"/>
                  <a:pt x="37605" y="18322"/>
                </a:cubicBezTo>
                <a:cubicBezTo>
                  <a:pt x="37372" y="15191"/>
                  <a:pt x="35945" y="12584"/>
                  <a:pt x="33221" y="10355"/>
                </a:cubicBezTo>
                <a:cubicBezTo>
                  <a:pt x="30148" y="7908"/>
                  <a:pt x="27017" y="6772"/>
                  <a:pt x="23769" y="7005"/>
                </a:cubicBezTo>
                <a:cubicBezTo>
                  <a:pt x="20536" y="7282"/>
                  <a:pt x="17521" y="8826"/>
                  <a:pt x="14666" y="11783"/>
                </a:cubicBezTo>
                <a:lnTo>
                  <a:pt x="34299" y="27541"/>
                </a:lnTo>
                <a:close/>
                <a:moveTo>
                  <a:pt x="34299" y="275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3F2FC-4A28-4D07-BF50-2D8BA53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799" y="2204711"/>
            <a:ext cx="48980" cy="44946"/>
          </a:xfrm>
          <a:custGeom xmlns:a="http://schemas.openxmlformats.org/drawingml/2006/main">
            <a:pathLst>
              <a:path w="48980" h="44946">
                <a:moveTo>
                  <a:pt x="48980" y="15642"/>
                </a:moveTo>
                <a:lnTo>
                  <a:pt x="44771" y="20827"/>
                </a:lnTo>
                <a:cubicBezTo>
                  <a:pt x="43853" y="18774"/>
                  <a:pt x="42776" y="16895"/>
                  <a:pt x="41421" y="15132"/>
                </a:cubicBezTo>
                <a:cubicBezTo>
                  <a:pt x="40052" y="13428"/>
                  <a:pt x="38450" y="11783"/>
                  <a:pt x="36688" y="10355"/>
                </a:cubicBezTo>
                <a:cubicBezTo>
                  <a:pt x="33964" y="8141"/>
                  <a:pt x="31576" y="6889"/>
                  <a:pt x="29522" y="6656"/>
                </a:cubicBezTo>
                <a:cubicBezTo>
                  <a:pt x="27468" y="6379"/>
                  <a:pt x="25823" y="7049"/>
                  <a:pt x="24454" y="8768"/>
                </a:cubicBezTo>
                <a:cubicBezTo>
                  <a:pt x="23434" y="10020"/>
                  <a:pt x="23099" y="11433"/>
                  <a:pt x="23492" y="12919"/>
                </a:cubicBezTo>
                <a:cubicBezTo>
                  <a:pt x="23886" y="14448"/>
                  <a:pt x="25255" y="16720"/>
                  <a:pt x="27701" y="19793"/>
                </a:cubicBezTo>
                <a:lnTo>
                  <a:pt x="29245" y="21730"/>
                </a:lnTo>
                <a:cubicBezTo>
                  <a:pt x="32479" y="25721"/>
                  <a:pt x="34299" y="29129"/>
                  <a:pt x="34707" y="31969"/>
                </a:cubicBezTo>
                <a:cubicBezTo>
                  <a:pt x="35100" y="34823"/>
                  <a:pt x="34241" y="37605"/>
                  <a:pt x="32027" y="40343"/>
                </a:cubicBezTo>
                <a:cubicBezTo>
                  <a:pt x="29522" y="43460"/>
                  <a:pt x="26274" y="44946"/>
                  <a:pt x="22356" y="44771"/>
                </a:cubicBezTo>
                <a:cubicBezTo>
                  <a:pt x="18424" y="44552"/>
                  <a:pt x="14331" y="42732"/>
                  <a:pt x="10006" y="39251"/>
                </a:cubicBezTo>
                <a:cubicBezTo>
                  <a:pt x="8243" y="37838"/>
                  <a:pt x="6481" y="36134"/>
                  <a:pt x="4835" y="34255"/>
                </a:cubicBezTo>
                <a:cubicBezTo>
                  <a:pt x="3175" y="32318"/>
                  <a:pt x="1588" y="30148"/>
                  <a:pt x="0" y="27701"/>
                </a:cubicBezTo>
                <a:lnTo>
                  <a:pt x="4544" y="22021"/>
                </a:lnTo>
                <a:cubicBezTo>
                  <a:pt x="5738" y="24687"/>
                  <a:pt x="7107" y="27133"/>
                  <a:pt x="8651" y="29245"/>
                </a:cubicBezTo>
                <a:cubicBezTo>
                  <a:pt x="10181" y="31343"/>
                  <a:pt x="11943" y="33221"/>
                  <a:pt x="13880" y="34765"/>
                </a:cubicBezTo>
                <a:cubicBezTo>
                  <a:pt x="16443" y="36862"/>
                  <a:pt x="18832" y="37998"/>
                  <a:pt x="20929" y="38232"/>
                </a:cubicBezTo>
                <a:cubicBezTo>
                  <a:pt x="23041" y="38523"/>
                  <a:pt x="24745" y="37838"/>
                  <a:pt x="26056" y="36178"/>
                </a:cubicBezTo>
                <a:cubicBezTo>
                  <a:pt x="27250" y="34707"/>
                  <a:pt x="27643" y="33163"/>
                  <a:pt x="27308" y="31517"/>
                </a:cubicBezTo>
                <a:cubicBezTo>
                  <a:pt x="26959" y="29930"/>
                  <a:pt x="25371" y="27366"/>
                  <a:pt x="22531" y="23900"/>
                </a:cubicBezTo>
                <a:lnTo>
                  <a:pt x="20987" y="21905"/>
                </a:lnTo>
                <a:cubicBezTo>
                  <a:pt x="18147" y="18439"/>
                  <a:pt x="16603" y="15365"/>
                  <a:pt x="16268" y="12627"/>
                </a:cubicBezTo>
                <a:cubicBezTo>
                  <a:pt x="15977" y="9962"/>
                  <a:pt x="16836" y="7282"/>
                  <a:pt x="18948" y="4719"/>
                </a:cubicBezTo>
                <a:cubicBezTo>
                  <a:pt x="21497" y="1544"/>
                  <a:pt x="24570" y="0"/>
                  <a:pt x="28153" y="117"/>
                </a:cubicBezTo>
                <a:cubicBezTo>
                  <a:pt x="31794" y="233"/>
                  <a:pt x="35668" y="1937"/>
                  <a:pt x="39761" y="5229"/>
                </a:cubicBezTo>
                <a:cubicBezTo>
                  <a:pt x="41756" y="6889"/>
                  <a:pt x="43577" y="8535"/>
                  <a:pt x="45106" y="10297"/>
                </a:cubicBezTo>
                <a:cubicBezTo>
                  <a:pt x="46650" y="12059"/>
                  <a:pt x="47961" y="13822"/>
                  <a:pt x="48980" y="15642"/>
                </a:cubicBezTo>
                <a:close/>
                <a:moveTo>
                  <a:pt x="48980" y="156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915AF-6D8C-4B37-AEDB-E41683BC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607" y="2227693"/>
            <a:ext cx="60253" cy="51776"/>
          </a:xfrm>
          <a:custGeom xmlns:a="http://schemas.openxmlformats.org/drawingml/2006/main">
            <a:pathLst>
              <a:path w="60253" h="51776">
                <a:moveTo>
                  <a:pt x="19851" y="32945"/>
                </a:moveTo>
                <a:lnTo>
                  <a:pt x="5520" y="50699"/>
                </a:lnTo>
                <a:lnTo>
                  <a:pt x="0" y="46198"/>
                </a:lnTo>
                <a:lnTo>
                  <a:pt x="37329" y="0"/>
                </a:lnTo>
                <a:lnTo>
                  <a:pt x="42848" y="4500"/>
                </a:lnTo>
                <a:lnTo>
                  <a:pt x="38741" y="9554"/>
                </a:lnTo>
                <a:cubicBezTo>
                  <a:pt x="41538" y="8535"/>
                  <a:pt x="44145" y="8200"/>
                  <a:pt x="46708" y="8651"/>
                </a:cubicBezTo>
                <a:cubicBezTo>
                  <a:pt x="49271" y="9103"/>
                  <a:pt x="51718" y="10355"/>
                  <a:pt x="54165" y="12351"/>
                </a:cubicBezTo>
                <a:cubicBezTo>
                  <a:pt x="58258" y="15584"/>
                  <a:pt x="60253" y="19851"/>
                  <a:pt x="60195" y="25153"/>
                </a:cubicBezTo>
                <a:cubicBezTo>
                  <a:pt x="60136" y="30440"/>
                  <a:pt x="57981" y="35726"/>
                  <a:pt x="53713" y="40970"/>
                </a:cubicBezTo>
                <a:cubicBezTo>
                  <a:pt x="49504" y="46198"/>
                  <a:pt x="44771" y="49446"/>
                  <a:pt x="39659" y="50640"/>
                </a:cubicBezTo>
                <a:cubicBezTo>
                  <a:pt x="34474" y="51776"/>
                  <a:pt x="29872" y="50757"/>
                  <a:pt x="25837" y="47451"/>
                </a:cubicBezTo>
                <a:cubicBezTo>
                  <a:pt x="23390" y="45455"/>
                  <a:pt x="21672" y="43300"/>
                  <a:pt x="20652" y="40911"/>
                </a:cubicBezTo>
                <a:cubicBezTo>
                  <a:pt x="19691" y="38523"/>
                  <a:pt x="19458" y="35843"/>
                  <a:pt x="19851" y="32945"/>
                </a:cubicBezTo>
                <a:close/>
                <a:moveTo>
                  <a:pt x="48019" y="36353"/>
                </a:moveTo>
                <a:cubicBezTo>
                  <a:pt x="51267" y="32318"/>
                  <a:pt x="53029" y="28444"/>
                  <a:pt x="53189" y="24803"/>
                </a:cubicBezTo>
                <a:cubicBezTo>
                  <a:pt x="53422" y="21162"/>
                  <a:pt x="52053" y="18205"/>
                  <a:pt x="49155" y="15817"/>
                </a:cubicBezTo>
                <a:cubicBezTo>
                  <a:pt x="46198" y="13487"/>
                  <a:pt x="43009" y="12802"/>
                  <a:pt x="39484" y="13778"/>
                </a:cubicBezTo>
                <a:cubicBezTo>
                  <a:pt x="35959" y="14681"/>
                  <a:pt x="32595" y="17186"/>
                  <a:pt x="29304" y="21220"/>
                </a:cubicBezTo>
                <a:cubicBezTo>
                  <a:pt x="26056" y="25269"/>
                  <a:pt x="24293" y="29129"/>
                  <a:pt x="24119" y="32770"/>
                </a:cubicBezTo>
                <a:cubicBezTo>
                  <a:pt x="23958" y="36411"/>
                  <a:pt x="25269" y="39426"/>
                  <a:pt x="28226" y="41756"/>
                </a:cubicBezTo>
                <a:cubicBezTo>
                  <a:pt x="31124" y="44101"/>
                  <a:pt x="34314" y="44829"/>
                  <a:pt x="37838" y="43868"/>
                </a:cubicBezTo>
                <a:cubicBezTo>
                  <a:pt x="41363" y="42907"/>
                  <a:pt x="44771" y="40402"/>
                  <a:pt x="48019" y="36353"/>
                </a:cubicBezTo>
                <a:close/>
                <a:moveTo>
                  <a:pt x="48019" y="363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B0254-89FA-4AD4-AF86-CF7D58FF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539" y="2263536"/>
            <a:ext cx="43751" cy="45863"/>
          </a:xfrm>
          <a:custGeom xmlns:a="http://schemas.openxmlformats.org/drawingml/2006/main">
            <a:pathLst>
              <a:path w="43751" h="45863">
                <a:moveTo>
                  <a:pt x="32318" y="10020"/>
                </a:moveTo>
                <a:cubicBezTo>
                  <a:pt x="29362" y="7675"/>
                  <a:pt x="26056" y="6947"/>
                  <a:pt x="22531" y="7850"/>
                </a:cubicBezTo>
                <a:cubicBezTo>
                  <a:pt x="18948" y="8768"/>
                  <a:pt x="15540" y="11215"/>
                  <a:pt x="12292" y="15249"/>
                </a:cubicBezTo>
                <a:cubicBezTo>
                  <a:pt x="9044" y="19225"/>
                  <a:pt x="7399" y="23041"/>
                  <a:pt x="7224" y="26740"/>
                </a:cubicBezTo>
                <a:cubicBezTo>
                  <a:pt x="7064" y="30440"/>
                  <a:pt x="8476" y="33454"/>
                  <a:pt x="11433" y="35843"/>
                </a:cubicBezTo>
                <a:cubicBezTo>
                  <a:pt x="14404" y="38232"/>
                  <a:pt x="17637" y="38916"/>
                  <a:pt x="21220" y="37998"/>
                </a:cubicBezTo>
                <a:cubicBezTo>
                  <a:pt x="24803" y="37096"/>
                  <a:pt x="28168" y="34649"/>
                  <a:pt x="31415" y="30673"/>
                </a:cubicBezTo>
                <a:cubicBezTo>
                  <a:pt x="34590" y="26682"/>
                  <a:pt x="36294" y="22822"/>
                  <a:pt x="36411" y="19123"/>
                </a:cubicBezTo>
                <a:cubicBezTo>
                  <a:pt x="36586" y="15424"/>
                  <a:pt x="35217" y="12409"/>
                  <a:pt x="32318" y="10020"/>
                </a:cubicBezTo>
                <a:close/>
                <a:moveTo>
                  <a:pt x="36076" y="5403"/>
                </a:moveTo>
                <a:cubicBezTo>
                  <a:pt x="40853" y="9219"/>
                  <a:pt x="43358" y="13822"/>
                  <a:pt x="43533" y="19123"/>
                </a:cubicBezTo>
                <a:cubicBezTo>
                  <a:pt x="43751" y="24468"/>
                  <a:pt x="41654" y="29872"/>
                  <a:pt x="37212" y="35333"/>
                </a:cubicBezTo>
                <a:cubicBezTo>
                  <a:pt x="32828" y="40853"/>
                  <a:pt x="27993" y="44043"/>
                  <a:pt x="22706" y="44946"/>
                </a:cubicBezTo>
                <a:cubicBezTo>
                  <a:pt x="17463" y="45863"/>
                  <a:pt x="12467" y="44378"/>
                  <a:pt x="7690" y="40504"/>
                </a:cubicBezTo>
                <a:cubicBezTo>
                  <a:pt x="2898" y="36644"/>
                  <a:pt x="408" y="32027"/>
                  <a:pt x="175" y="26740"/>
                </a:cubicBezTo>
                <a:cubicBezTo>
                  <a:pt x="0" y="21395"/>
                  <a:pt x="2112" y="16050"/>
                  <a:pt x="6496" y="10530"/>
                </a:cubicBezTo>
                <a:cubicBezTo>
                  <a:pt x="10923" y="5068"/>
                  <a:pt x="15759" y="1821"/>
                  <a:pt x="21002" y="918"/>
                </a:cubicBezTo>
                <a:cubicBezTo>
                  <a:pt x="26230" y="0"/>
                  <a:pt x="31241" y="1486"/>
                  <a:pt x="36076" y="5403"/>
                </a:cubicBezTo>
                <a:close/>
                <a:moveTo>
                  <a:pt x="36076" y="54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42F12-9799-4ABC-9AD4-C826118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192" y="2289315"/>
            <a:ext cx="49898" cy="56087"/>
          </a:xfrm>
          <a:custGeom xmlns:a="http://schemas.openxmlformats.org/drawingml/2006/main">
            <a:pathLst>
              <a:path w="49898" h="56087">
                <a:moveTo>
                  <a:pt x="44319" y="35901"/>
                </a:moveTo>
                <a:lnTo>
                  <a:pt x="27993" y="56087"/>
                </a:lnTo>
                <a:lnTo>
                  <a:pt x="22531" y="51660"/>
                </a:lnTo>
                <a:lnTo>
                  <a:pt x="38698" y="31634"/>
                </a:lnTo>
                <a:cubicBezTo>
                  <a:pt x="41261" y="28444"/>
                  <a:pt x="42557" y="25590"/>
                  <a:pt x="42557" y="23041"/>
                </a:cubicBezTo>
                <a:cubicBezTo>
                  <a:pt x="42615" y="20478"/>
                  <a:pt x="41363" y="18205"/>
                  <a:pt x="38916" y="16210"/>
                </a:cubicBezTo>
                <a:cubicBezTo>
                  <a:pt x="35959" y="13763"/>
                  <a:pt x="32828" y="12846"/>
                  <a:pt x="29595" y="13370"/>
                </a:cubicBezTo>
                <a:cubicBezTo>
                  <a:pt x="26347" y="13880"/>
                  <a:pt x="23449" y="15759"/>
                  <a:pt x="20769" y="18992"/>
                </a:cubicBezTo>
                <a:lnTo>
                  <a:pt x="5520" y="37940"/>
                </a:lnTo>
                <a:lnTo>
                  <a:pt x="0" y="33454"/>
                </a:lnTo>
                <a:lnTo>
                  <a:pt x="27032" y="0"/>
                </a:lnTo>
                <a:lnTo>
                  <a:pt x="32551" y="4428"/>
                </a:lnTo>
                <a:lnTo>
                  <a:pt x="28342" y="9671"/>
                </a:lnTo>
                <a:cubicBezTo>
                  <a:pt x="31299" y="8695"/>
                  <a:pt x="34022" y="8476"/>
                  <a:pt x="36644" y="8870"/>
                </a:cubicBezTo>
                <a:cubicBezTo>
                  <a:pt x="39207" y="9321"/>
                  <a:pt x="41654" y="10515"/>
                  <a:pt x="43984" y="12394"/>
                </a:cubicBezTo>
                <a:cubicBezTo>
                  <a:pt x="47859" y="15467"/>
                  <a:pt x="49781" y="19050"/>
                  <a:pt x="49839" y="22983"/>
                </a:cubicBezTo>
                <a:cubicBezTo>
                  <a:pt x="49898" y="26959"/>
                  <a:pt x="48077" y="31284"/>
                  <a:pt x="44319" y="35901"/>
                </a:cubicBezTo>
                <a:close/>
                <a:moveTo>
                  <a:pt x="44319" y="359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FCF53-23F5-4849-99D7-0A14B929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696" y="2323381"/>
            <a:ext cx="49038" cy="44902"/>
          </a:xfrm>
          <a:custGeom xmlns:a="http://schemas.openxmlformats.org/drawingml/2006/main">
            <a:pathLst>
              <a:path w="49038" h="44902">
                <a:moveTo>
                  <a:pt x="49038" y="15598"/>
                </a:moveTo>
                <a:lnTo>
                  <a:pt x="44829" y="20827"/>
                </a:lnTo>
                <a:cubicBezTo>
                  <a:pt x="43912" y="18788"/>
                  <a:pt x="42776" y="16851"/>
                  <a:pt x="41465" y="15147"/>
                </a:cubicBezTo>
                <a:cubicBezTo>
                  <a:pt x="40110" y="13370"/>
                  <a:pt x="38508" y="11783"/>
                  <a:pt x="36746" y="10312"/>
                </a:cubicBezTo>
                <a:cubicBezTo>
                  <a:pt x="34022" y="8141"/>
                  <a:pt x="31634" y="6889"/>
                  <a:pt x="29580" y="6612"/>
                </a:cubicBezTo>
                <a:cubicBezTo>
                  <a:pt x="27527" y="6379"/>
                  <a:pt x="25823" y="7064"/>
                  <a:pt x="24512" y="8710"/>
                </a:cubicBezTo>
                <a:cubicBezTo>
                  <a:pt x="23434" y="10020"/>
                  <a:pt x="23157" y="11389"/>
                  <a:pt x="23551" y="12919"/>
                </a:cubicBezTo>
                <a:cubicBezTo>
                  <a:pt x="23886" y="14462"/>
                  <a:pt x="25313" y="16734"/>
                  <a:pt x="27760" y="19749"/>
                </a:cubicBezTo>
                <a:lnTo>
                  <a:pt x="29289" y="21686"/>
                </a:lnTo>
                <a:cubicBezTo>
                  <a:pt x="32537" y="25662"/>
                  <a:pt x="34357" y="29085"/>
                  <a:pt x="34751" y="31925"/>
                </a:cubicBezTo>
                <a:cubicBezTo>
                  <a:pt x="35158" y="34765"/>
                  <a:pt x="34241" y="37620"/>
                  <a:pt x="32085" y="40285"/>
                </a:cubicBezTo>
                <a:cubicBezTo>
                  <a:pt x="29580" y="43416"/>
                  <a:pt x="26332" y="44902"/>
                  <a:pt x="22415" y="44727"/>
                </a:cubicBezTo>
                <a:cubicBezTo>
                  <a:pt x="18482" y="44552"/>
                  <a:pt x="14390" y="42732"/>
                  <a:pt x="10064" y="39266"/>
                </a:cubicBezTo>
                <a:cubicBezTo>
                  <a:pt x="8302" y="37780"/>
                  <a:pt x="6539" y="36134"/>
                  <a:pt x="4894" y="34197"/>
                </a:cubicBezTo>
                <a:cubicBezTo>
                  <a:pt x="3233" y="32260"/>
                  <a:pt x="1588" y="30105"/>
                  <a:pt x="0" y="27658"/>
                </a:cubicBezTo>
                <a:lnTo>
                  <a:pt x="4602" y="21963"/>
                </a:lnTo>
                <a:cubicBezTo>
                  <a:pt x="5797" y="24701"/>
                  <a:pt x="7166" y="27090"/>
                  <a:pt x="8695" y="29245"/>
                </a:cubicBezTo>
                <a:cubicBezTo>
                  <a:pt x="10239" y="31357"/>
                  <a:pt x="12001" y="33178"/>
                  <a:pt x="13938" y="34765"/>
                </a:cubicBezTo>
                <a:cubicBezTo>
                  <a:pt x="16487" y="36819"/>
                  <a:pt x="18832" y="38013"/>
                  <a:pt x="20929" y="38246"/>
                </a:cubicBezTo>
                <a:cubicBezTo>
                  <a:pt x="23099" y="38465"/>
                  <a:pt x="24803" y="37780"/>
                  <a:pt x="26056" y="36193"/>
                </a:cubicBezTo>
                <a:cubicBezTo>
                  <a:pt x="27308" y="34649"/>
                  <a:pt x="27701" y="33119"/>
                  <a:pt x="27366" y="31532"/>
                </a:cubicBezTo>
                <a:cubicBezTo>
                  <a:pt x="26959" y="29930"/>
                  <a:pt x="25371" y="27366"/>
                  <a:pt x="22575" y="23842"/>
                </a:cubicBezTo>
                <a:lnTo>
                  <a:pt x="21046" y="21847"/>
                </a:lnTo>
                <a:cubicBezTo>
                  <a:pt x="18205" y="18439"/>
                  <a:pt x="16603" y="15307"/>
                  <a:pt x="16327" y="12642"/>
                </a:cubicBezTo>
                <a:cubicBezTo>
                  <a:pt x="15977" y="9904"/>
                  <a:pt x="16895" y="7282"/>
                  <a:pt x="18992" y="4675"/>
                </a:cubicBezTo>
                <a:cubicBezTo>
                  <a:pt x="21497" y="1544"/>
                  <a:pt x="24570" y="0"/>
                  <a:pt x="28211" y="117"/>
                </a:cubicBezTo>
                <a:cubicBezTo>
                  <a:pt x="31794" y="175"/>
                  <a:pt x="35668" y="1879"/>
                  <a:pt x="39761" y="5185"/>
                </a:cubicBezTo>
                <a:cubicBezTo>
                  <a:pt x="41814" y="6831"/>
                  <a:pt x="43635" y="8535"/>
                  <a:pt x="45164" y="10253"/>
                </a:cubicBezTo>
                <a:cubicBezTo>
                  <a:pt x="46708" y="12016"/>
                  <a:pt x="48019" y="13778"/>
                  <a:pt x="49038" y="15598"/>
                </a:cubicBezTo>
                <a:close/>
                <a:moveTo>
                  <a:pt x="49038" y="155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65E4C-F343-426B-8088-BA3E4D89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811" y="2351374"/>
            <a:ext cx="44378" cy="48995"/>
          </a:xfrm>
          <a:custGeom xmlns:a="http://schemas.openxmlformats.org/drawingml/2006/main">
            <a:pathLst>
              <a:path w="44378" h="48995">
                <a:moveTo>
                  <a:pt x="38508" y="33629"/>
                </a:moveTo>
                <a:lnTo>
                  <a:pt x="36353" y="36309"/>
                </a:lnTo>
                <a:lnTo>
                  <a:pt x="11040" y="15875"/>
                </a:lnTo>
                <a:cubicBezTo>
                  <a:pt x="8243" y="19866"/>
                  <a:pt x="7049" y="23667"/>
                  <a:pt x="7501" y="27308"/>
                </a:cubicBezTo>
                <a:cubicBezTo>
                  <a:pt x="7908" y="30949"/>
                  <a:pt x="9947" y="34255"/>
                  <a:pt x="13589" y="37154"/>
                </a:cubicBezTo>
                <a:cubicBezTo>
                  <a:pt x="15700" y="38858"/>
                  <a:pt x="17972" y="40285"/>
                  <a:pt x="20361" y="41363"/>
                </a:cubicBezTo>
                <a:cubicBezTo>
                  <a:pt x="22750" y="42441"/>
                  <a:pt x="25371" y="43242"/>
                  <a:pt x="28153" y="43810"/>
                </a:cubicBezTo>
                <a:lnTo>
                  <a:pt x="23944" y="48995"/>
                </a:lnTo>
                <a:cubicBezTo>
                  <a:pt x="21337" y="48252"/>
                  <a:pt x="18774" y="47232"/>
                  <a:pt x="16327" y="46038"/>
                </a:cubicBezTo>
                <a:cubicBezTo>
                  <a:pt x="13938" y="44786"/>
                  <a:pt x="11666" y="43300"/>
                  <a:pt x="9496" y="41596"/>
                </a:cubicBezTo>
                <a:cubicBezTo>
                  <a:pt x="4151" y="37270"/>
                  <a:pt x="1194" y="32318"/>
                  <a:pt x="568" y="26682"/>
                </a:cubicBezTo>
                <a:cubicBezTo>
                  <a:pt x="0" y="21060"/>
                  <a:pt x="1821" y="15598"/>
                  <a:pt x="6088" y="10297"/>
                </a:cubicBezTo>
                <a:cubicBezTo>
                  <a:pt x="10530" y="4777"/>
                  <a:pt x="15526" y="1660"/>
                  <a:pt x="21046" y="859"/>
                </a:cubicBezTo>
                <a:cubicBezTo>
                  <a:pt x="26624" y="0"/>
                  <a:pt x="31911" y="1602"/>
                  <a:pt x="36921" y="5695"/>
                </a:cubicBezTo>
                <a:cubicBezTo>
                  <a:pt x="41421" y="9336"/>
                  <a:pt x="43810" y="13661"/>
                  <a:pt x="44086" y="18672"/>
                </a:cubicBezTo>
                <a:cubicBezTo>
                  <a:pt x="44378" y="23667"/>
                  <a:pt x="42499" y="28619"/>
                  <a:pt x="38508" y="33629"/>
                </a:cubicBezTo>
                <a:close/>
                <a:moveTo>
                  <a:pt x="34299" y="27600"/>
                </a:moveTo>
                <a:cubicBezTo>
                  <a:pt x="36688" y="24526"/>
                  <a:pt x="37780" y="21453"/>
                  <a:pt x="37605" y="18322"/>
                </a:cubicBezTo>
                <a:cubicBezTo>
                  <a:pt x="37372" y="15191"/>
                  <a:pt x="35959" y="12584"/>
                  <a:pt x="33221" y="10355"/>
                </a:cubicBezTo>
                <a:cubicBezTo>
                  <a:pt x="30148" y="7908"/>
                  <a:pt x="27017" y="6772"/>
                  <a:pt x="23784" y="7064"/>
                </a:cubicBezTo>
                <a:cubicBezTo>
                  <a:pt x="20536" y="7282"/>
                  <a:pt x="17521" y="8884"/>
                  <a:pt x="14681" y="11783"/>
                </a:cubicBezTo>
                <a:lnTo>
                  <a:pt x="34299" y="27600"/>
                </a:lnTo>
                <a:close/>
                <a:moveTo>
                  <a:pt x="34299" y="276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4C912-15D7-4191-9FA0-E25F84AD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270" y="2379542"/>
            <a:ext cx="48980" cy="44887"/>
          </a:xfrm>
          <a:custGeom xmlns:a="http://schemas.openxmlformats.org/drawingml/2006/main">
            <a:pathLst>
              <a:path w="48980" h="44887">
                <a:moveTo>
                  <a:pt x="48980" y="15584"/>
                </a:moveTo>
                <a:lnTo>
                  <a:pt x="44771" y="20827"/>
                </a:lnTo>
                <a:cubicBezTo>
                  <a:pt x="43868" y="18774"/>
                  <a:pt x="42732" y="16836"/>
                  <a:pt x="41421" y="15132"/>
                </a:cubicBezTo>
                <a:cubicBezTo>
                  <a:pt x="40052" y="13370"/>
                  <a:pt x="38465" y="11783"/>
                  <a:pt x="36702" y="10297"/>
                </a:cubicBezTo>
                <a:cubicBezTo>
                  <a:pt x="33964" y="8083"/>
                  <a:pt x="31576" y="6889"/>
                  <a:pt x="29522" y="6598"/>
                </a:cubicBezTo>
                <a:cubicBezTo>
                  <a:pt x="27483" y="6321"/>
                  <a:pt x="25779" y="7049"/>
                  <a:pt x="24468" y="8710"/>
                </a:cubicBezTo>
                <a:cubicBezTo>
                  <a:pt x="23434" y="10006"/>
                  <a:pt x="23099" y="11375"/>
                  <a:pt x="23492" y="12919"/>
                </a:cubicBezTo>
                <a:cubicBezTo>
                  <a:pt x="23900" y="14390"/>
                  <a:pt x="25255" y="16662"/>
                  <a:pt x="27701" y="19735"/>
                </a:cubicBezTo>
                <a:lnTo>
                  <a:pt x="29245" y="21672"/>
                </a:lnTo>
                <a:cubicBezTo>
                  <a:pt x="32493" y="25662"/>
                  <a:pt x="34299" y="29071"/>
                  <a:pt x="34707" y="31911"/>
                </a:cubicBezTo>
                <a:cubicBezTo>
                  <a:pt x="35100" y="34765"/>
                  <a:pt x="34255" y="37547"/>
                  <a:pt x="32027" y="40285"/>
                </a:cubicBezTo>
                <a:cubicBezTo>
                  <a:pt x="29522" y="43402"/>
                  <a:pt x="26289" y="44887"/>
                  <a:pt x="22356" y="44713"/>
                </a:cubicBezTo>
                <a:cubicBezTo>
                  <a:pt x="18439" y="44552"/>
                  <a:pt x="14331" y="42732"/>
                  <a:pt x="10020" y="39251"/>
                </a:cubicBezTo>
                <a:cubicBezTo>
                  <a:pt x="8243" y="37780"/>
                  <a:pt x="6481" y="36120"/>
                  <a:pt x="4835" y="34197"/>
                </a:cubicBezTo>
                <a:cubicBezTo>
                  <a:pt x="3190" y="32260"/>
                  <a:pt x="1529" y="30090"/>
                  <a:pt x="0" y="27643"/>
                </a:cubicBezTo>
                <a:lnTo>
                  <a:pt x="4559" y="21963"/>
                </a:lnTo>
                <a:cubicBezTo>
                  <a:pt x="5753" y="24687"/>
                  <a:pt x="7107" y="27075"/>
                  <a:pt x="8651" y="29187"/>
                </a:cubicBezTo>
                <a:cubicBezTo>
                  <a:pt x="10181" y="31284"/>
                  <a:pt x="11943" y="33163"/>
                  <a:pt x="13880" y="34707"/>
                </a:cubicBezTo>
                <a:cubicBezTo>
                  <a:pt x="16443" y="36804"/>
                  <a:pt x="18832" y="37940"/>
                  <a:pt x="20944" y="38232"/>
                </a:cubicBezTo>
                <a:cubicBezTo>
                  <a:pt x="23041" y="38465"/>
                  <a:pt x="24745" y="37780"/>
                  <a:pt x="26056" y="36120"/>
                </a:cubicBezTo>
                <a:cubicBezTo>
                  <a:pt x="27250" y="34649"/>
                  <a:pt x="27643" y="33105"/>
                  <a:pt x="27308" y="31517"/>
                </a:cubicBezTo>
                <a:cubicBezTo>
                  <a:pt x="26915" y="29872"/>
                  <a:pt x="25371" y="27366"/>
                  <a:pt x="22531" y="23842"/>
                </a:cubicBezTo>
                <a:lnTo>
                  <a:pt x="20987" y="21847"/>
                </a:lnTo>
                <a:cubicBezTo>
                  <a:pt x="18147" y="18380"/>
                  <a:pt x="16618" y="15307"/>
                  <a:pt x="16268" y="12569"/>
                </a:cubicBezTo>
                <a:cubicBezTo>
                  <a:pt x="15933" y="9904"/>
                  <a:pt x="16836" y="7224"/>
                  <a:pt x="18948" y="4661"/>
                </a:cubicBezTo>
                <a:cubicBezTo>
                  <a:pt x="21453" y="1529"/>
                  <a:pt x="24585" y="0"/>
                  <a:pt x="28168" y="58"/>
                </a:cubicBezTo>
                <a:cubicBezTo>
                  <a:pt x="31809" y="175"/>
                  <a:pt x="35610" y="1879"/>
                  <a:pt x="39775" y="5170"/>
                </a:cubicBezTo>
                <a:cubicBezTo>
                  <a:pt x="41756" y="6831"/>
                  <a:pt x="43577" y="8535"/>
                  <a:pt x="45120" y="10239"/>
                </a:cubicBezTo>
                <a:cubicBezTo>
                  <a:pt x="46650" y="12001"/>
                  <a:pt x="47961" y="13763"/>
                  <a:pt x="48980" y="15584"/>
                </a:cubicBezTo>
                <a:close/>
                <a:moveTo>
                  <a:pt x="48980" y="155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301D5-9127-48C7-830A-E3ADA97C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824" y="1715158"/>
            <a:ext cx="59510" cy="48412"/>
          </a:xfrm>
          <a:custGeom xmlns:a="http://schemas.openxmlformats.org/drawingml/2006/main">
            <a:pathLst>
              <a:path w="59510" h="48412">
                <a:moveTo>
                  <a:pt x="39193" y="9889"/>
                </a:moveTo>
                <a:lnTo>
                  <a:pt x="25094" y="26172"/>
                </a:lnTo>
                <a:lnTo>
                  <a:pt x="32479" y="32537"/>
                </a:lnTo>
                <a:cubicBezTo>
                  <a:pt x="35217" y="34925"/>
                  <a:pt x="37882" y="36061"/>
                  <a:pt x="40620" y="35901"/>
                </a:cubicBezTo>
                <a:cubicBezTo>
                  <a:pt x="43344" y="35785"/>
                  <a:pt x="45849" y="34416"/>
                  <a:pt x="48077" y="31794"/>
                </a:cubicBezTo>
                <a:cubicBezTo>
                  <a:pt x="50349" y="29245"/>
                  <a:pt x="51310" y="26565"/>
                  <a:pt x="51034" y="23886"/>
                </a:cubicBezTo>
                <a:cubicBezTo>
                  <a:pt x="50801" y="21162"/>
                  <a:pt x="49271" y="18657"/>
                  <a:pt x="46533" y="16268"/>
                </a:cubicBezTo>
                <a:lnTo>
                  <a:pt x="39193" y="9889"/>
                </a:lnTo>
                <a:close/>
                <a:moveTo>
                  <a:pt x="37489" y="0"/>
                </a:moveTo>
                <a:lnTo>
                  <a:pt x="50742" y="11433"/>
                </a:lnTo>
                <a:cubicBezTo>
                  <a:pt x="55578" y="15642"/>
                  <a:pt x="58316" y="19968"/>
                  <a:pt x="58884" y="24293"/>
                </a:cubicBezTo>
                <a:cubicBezTo>
                  <a:pt x="59510" y="28677"/>
                  <a:pt x="57966" y="32930"/>
                  <a:pt x="54267" y="37154"/>
                </a:cubicBezTo>
                <a:cubicBezTo>
                  <a:pt x="50582" y="41465"/>
                  <a:pt x="46533" y="43635"/>
                  <a:pt x="42149" y="43635"/>
                </a:cubicBezTo>
                <a:cubicBezTo>
                  <a:pt x="37780" y="43693"/>
                  <a:pt x="33163" y="41581"/>
                  <a:pt x="28269" y="37372"/>
                </a:cubicBezTo>
                <a:lnTo>
                  <a:pt x="20929" y="31008"/>
                </a:lnTo>
                <a:lnTo>
                  <a:pt x="5855" y="48412"/>
                </a:lnTo>
                <a:lnTo>
                  <a:pt x="0" y="43344"/>
                </a:lnTo>
                <a:lnTo>
                  <a:pt x="37489" y="0"/>
                </a:lnTo>
                <a:close/>
                <a:moveTo>
                  <a:pt x="374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EDD5D-7F2E-43FA-8A19-BBFD0103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67" y="1746165"/>
            <a:ext cx="62408" cy="48470"/>
          </a:xfrm>
          <a:custGeom xmlns:a="http://schemas.openxmlformats.org/drawingml/2006/main">
            <a:pathLst>
              <a:path w="62408" h="48470">
                <a:moveTo>
                  <a:pt x="37489" y="0"/>
                </a:moveTo>
                <a:lnTo>
                  <a:pt x="62408" y="21555"/>
                </a:lnTo>
                <a:lnTo>
                  <a:pt x="58141" y="26507"/>
                </a:lnTo>
                <a:lnTo>
                  <a:pt x="39076" y="10006"/>
                </a:lnTo>
                <a:lnTo>
                  <a:pt x="28051" y="22808"/>
                </a:lnTo>
                <a:lnTo>
                  <a:pt x="45222" y="37722"/>
                </a:lnTo>
                <a:lnTo>
                  <a:pt x="40955" y="42601"/>
                </a:lnTo>
                <a:lnTo>
                  <a:pt x="23784" y="27760"/>
                </a:lnTo>
                <a:lnTo>
                  <a:pt x="5855" y="48470"/>
                </a:lnTo>
                <a:lnTo>
                  <a:pt x="0" y="43402"/>
                </a:lnTo>
                <a:lnTo>
                  <a:pt x="37489" y="0"/>
                </a:lnTo>
                <a:close/>
                <a:moveTo>
                  <a:pt x="374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DEBB14-49BF-4F7A-B474-AB8E974A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50" y="1775804"/>
            <a:ext cx="43416" cy="66676"/>
          </a:xfrm>
          <a:custGeom xmlns:a="http://schemas.openxmlformats.org/drawingml/2006/main">
            <a:pathLst>
              <a:path w="43416" h="66676">
                <a:moveTo>
                  <a:pt x="37562" y="0"/>
                </a:moveTo>
                <a:lnTo>
                  <a:pt x="43416" y="5054"/>
                </a:lnTo>
                <a:lnTo>
                  <a:pt x="10137" y="43460"/>
                </a:lnTo>
                <a:lnTo>
                  <a:pt x="31299" y="61724"/>
                </a:lnTo>
                <a:lnTo>
                  <a:pt x="26973" y="66676"/>
                </a:lnTo>
                <a:lnTo>
                  <a:pt x="0" y="43344"/>
                </a:lnTo>
                <a:lnTo>
                  <a:pt x="37562" y="0"/>
                </a:lnTo>
                <a:close/>
                <a:moveTo>
                  <a:pt x="3756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6BA92-1462-4B92-81A3-D6F5D7AE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537" y="1840892"/>
            <a:ext cx="12511" cy="12686"/>
          </a:xfrm>
          <a:custGeom xmlns:a="http://schemas.openxmlformats.org/drawingml/2006/main">
            <a:pathLst>
              <a:path w="12511" h="12686">
                <a:moveTo>
                  <a:pt x="6365" y="0"/>
                </a:moveTo>
                <a:lnTo>
                  <a:pt x="12511" y="5287"/>
                </a:lnTo>
                <a:lnTo>
                  <a:pt x="6146" y="12686"/>
                </a:lnTo>
                <a:lnTo>
                  <a:pt x="0" y="7384"/>
                </a:lnTo>
                <a:lnTo>
                  <a:pt x="6365" y="0"/>
                </a:lnTo>
                <a:close/>
                <a:moveTo>
                  <a:pt x="636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84749-FE6F-4A8E-951D-9B888DE6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917" y="1820808"/>
            <a:ext cx="62408" cy="48412"/>
          </a:xfrm>
          <a:custGeom xmlns:a="http://schemas.openxmlformats.org/drawingml/2006/main">
            <a:pathLst>
              <a:path w="62408" h="48412">
                <a:moveTo>
                  <a:pt x="37489" y="0"/>
                </a:moveTo>
                <a:lnTo>
                  <a:pt x="62408" y="21555"/>
                </a:lnTo>
                <a:lnTo>
                  <a:pt x="58141" y="26507"/>
                </a:lnTo>
                <a:lnTo>
                  <a:pt x="39076" y="10006"/>
                </a:lnTo>
                <a:lnTo>
                  <a:pt x="28036" y="22808"/>
                </a:lnTo>
                <a:lnTo>
                  <a:pt x="45222" y="37664"/>
                </a:lnTo>
                <a:lnTo>
                  <a:pt x="40955" y="42601"/>
                </a:lnTo>
                <a:lnTo>
                  <a:pt x="23769" y="27701"/>
                </a:lnTo>
                <a:lnTo>
                  <a:pt x="5855" y="48412"/>
                </a:lnTo>
                <a:lnTo>
                  <a:pt x="0" y="43344"/>
                </a:lnTo>
                <a:lnTo>
                  <a:pt x="37489" y="0"/>
                </a:lnTo>
                <a:close/>
                <a:moveTo>
                  <a:pt x="374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63599-916B-4107-91D2-23F61AB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614" y="1844635"/>
            <a:ext cx="44436" cy="49839"/>
          </a:xfrm>
          <a:custGeom xmlns:a="http://schemas.openxmlformats.org/drawingml/2006/main">
            <a:pathLst>
              <a:path w="44436" h="49839">
                <a:moveTo>
                  <a:pt x="28095" y="12686"/>
                </a:moveTo>
                <a:lnTo>
                  <a:pt x="33454" y="17302"/>
                </a:lnTo>
                <a:lnTo>
                  <a:pt x="5287" y="49839"/>
                </a:lnTo>
                <a:lnTo>
                  <a:pt x="0" y="45179"/>
                </a:lnTo>
                <a:lnTo>
                  <a:pt x="28095" y="12686"/>
                </a:lnTo>
                <a:close/>
                <a:moveTo>
                  <a:pt x="39076" y="0"/>
                </a:moveTo>
                <a:lnTo>
                  <a:pt x="44436" y="4617"/>
                </a:lnTo>
                <a:lnTo>
                  <a:pt x="38567" y="11389"/>
                </a:lnTo>
                <a:lnTo>
                  <a:pt x="33221" y="6772"/>
                </a:lnTo>
                <a:lnTo>
                  <a:pt x="39076" y="0"/>
                </a:lnTo>
                <a:close/>
                <a:moveTo>
                  <a:pt x="390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16CDC-5352-4867-AF10-CAEB79B1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601" y="1875701"/>
            <a:ext cx="61331" cy="51543"/>
          </a:xfrm>
          <a:custGeom xmlns:a="http://schemas.openxmlformats.org/drawingml/2006/main">
            <a:pathLst>
              <a:path w="61331" h="51543">
                <a:moveTo>
                  <a:pt x="40795" y="19342"/>
                </a:moveTo>
                <a:lnTo>
                  <a:pt x="55986" y="1762"/>
                </a:lnTo>
                <a:lnTo>
                  <a:pt x="61331" y="6379"/>
                </a:lnTo>
                <a:lnTo>
                  <a:pt x="22254" y="51543"/>
                </a:lnTo>
                <a:lnTo>
                  <a:pt x="16895" y="46941"/>
                </a:lnTo>
                <a:lnTo>
                  <a:pt x="21104" y="42047"/>
                </a:lnTo>
                <a:cubicBezTo>
                  <a:pt x="18322" y="43009"/>
                  <a:pt x="15642" y="43242"/>
                  <a:pt x="13137" y="42674"/>
                </a:cubicBezTo>
                <a:cubicBezTo>
                  <a:pt x="10647" y="42164"/>
                  <a:pt x="8141" y="40853"/>
                  <a:pt x="5753" y="38741"/>
                </a:cubicBezTo>
                <a:cubicBezTo>
                  <a:pt x="1821" y="35391"/>
                  <a:pt x="0" y="31066"/>
                  <a:pt x="233" y="25779"/>
                </a:cubicBezTo>
                <a:cubicBezTo>
                  <a:pt x="451" y="20478"/>
                  <a:pt x="2796" y="15307"/>
                  <a:pt x="7224" y="10181"/>
                </a:cubicBezTo>
                <a:cubicBezTo>
                  <a:pt x="11666" y="5068"/>
                  <a:pt x="16443" y="1995"/>
                  <a:pt x="21628" y="1034"/>
                </a:cubicBezTo>
                <a:cubicBezTo>
                  <a:pt x="26798" y="0"/>
                  <a:pt x="31343" y="1194"/>
                  <a:pt x="35275" y="4617"/>
                </a:cubicBezTo>
                <a:cubicBezTo>
                  <a:pt x="37722" y="6714"/>
                  <a:pt x="39368" y="8943"/>
                  <a:pt x="40227" y="11375"/>
                </a:cubicBezTo>
                <a:cubicBezTo>
                  <a:pt x="41130" y="13778"/>
                  <a:pt x="41305" y="16443"/>
                  <a:pt x="40795" y="19342"/>
                </a:cubicBezTo>
                <a:close/>
                <a:moveTo>
                  <a:pt x="12744" y="14972"/>
                </a:moveTo>
                <a:cubicBezTo>
                  <a:pt x="9336" y="18890"/>
                  <a:pt x="7515" y="22648"/>
                  <a:pt x="7166" y="26289"/>
                </a:cubicBezTo>
                <a:cubicBezTo>
                  <a:pt x="6831" y="29930"/>
                  <a:pt x="8141" y="33003"/>
                  <a:pt x="10923" y="35450"/>
                </a:cubicBezTo>
                <a:cubicBezTo>
                  <a:pt x="13763" y="37897"/>
                  <a:pt x="16953" y="38683"/>
                  <a:pt x="20478" y="37838"/>
                </a:cubicBezTo>
                <a:cubicBezTo>
                  <a:pt x="24060" y="37037"/>
                  <a:pt x="27541" y="34649"/>
                  <a:pt x="30949" y="30731"/>
                </a:cubicBezTo>
                <a:cubicBezTo>
                  <a:pt x="34372" y="26798"/>
                  <a:pt x="36193" y="22983"/>
                  <a:pt x="36527" y="19342"/>
                </a:cubicBezTo>
                <a:cubicBezTo>
                  <a:pt x="36819" y="15700"/>
                  <a:pt x="35566" y="12686"/>
                  <a:pt x="32712" y="10239"/>
                </a:cubicBezTo>
                <a:cubicBezTo>
                  <a:pt x="29930" y="7792"/>
                  <a:pt x="26740" y="7005"/>
                  <a:pt x="23157" y="7792"/>
                </a:cubicBezTo>
                <a:cubicBezTo>
                  <a:pt x="19633" y="8651"/>
                  <a:pt x="16166" y="11040"/>
                  <a:pt x="12744" y="14972"/>
                </a:cubicBezTo>
                <a:close/>
                <a:moveTo>
                  <a:pt x="12744" y="149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7484F-28CF-45A4-B177-133C5B8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833" y="1909272"/>
            <a:ext cx="44319" cy="48864"/>
          </a:xfrm>
          <a:custGeom xmlns:a="http://schemas.openxmlformats.org/drawingml/2006/main">
            <a:pathLst>
              <a:path w="44319" h="48864">
                <a:moveTo>
                  <a:pt x="38057" y="34022"/>
                </a:moveTo>
                <a:lnTo>
                  <a:pt x="35843" y="36586"/>
                </a:lnTo>
                <a:lnTo>
                  <a:pt x="11273" y="15365"/>
                </a:lnTo>
                <a:cubicBezTo>
                  <a:pt x="8302" y="19225"/>
                  <a:pt x="7005" y="22983"/>
                  <a:pt x="7282" y="26624"/>
                </a:cubicBezTo>
                <a:cubicBezTo>
                  <a:pt x="7632" y="30265"/>
                  <a:pt x="9554" y="33629"/>
                  <a:pt x="13093" y="36688"/>
                </a:cubicBezTo>
                <a:cubicBezTo>
                  <a:pt x="15132" y="38465"/>
                  <a:pt x="17361" y="39936"/>
                  <a:pt x="19691" y="41130"/>
                </a:cubicBezTo>
                <a:cubicBezTo>
                  <a:pt x="22080" y="42266"/>
                  <a:pt x="24643" y="43183"/>
                  <a:pt x="27425" y="43810"/>
                </a:cubicBezTo>
                <a:lnTo>
                  <a:pt x="23041" y="48864"/>
                </a:lnTo>
                <a:cubicBezTo>
                  <a:pt x="20434" y="48019"/>
                  <a:pt x="17929" y="46941"/>
                  <a:pt x="15540" y="45630"/>
                </a:cubicBezTo>
                <a:cubicBezTo>
                  <a:pt x="13152" y="44319"/>
                  <a:pt x="10923" y="42717"/>
                  <a:pt x="8884" y="40955"/>
                </a:cubicBezTo>
                <a:cubicBezTo>
                  <a:pt x="3641" y="36469"/>
                  <a:pt x="859" y="31401"/>
                  <a:pt x="451" y="25764"/>
                </a:cubicBezTo>
                <a:cubicBezTo>
                  <a:pt x="0" y="20143"/>
                  <a:pt x="2054" y="14739"/>
                  <a:pt x="6481" y="9554"/>
                </a:cubicBezTo>
                <a:cubicBezTo>
                  <a:pt x="11098" y="4267"/>
                  <a:pt x="16210" y="1253"/>
                  <a:pt x="21788" y="626"/>
                </a:cubicBezTo>
                <a:cubicBezTo>
                  <a:pt x="27366" y="0"/>
                  <a:pt x="32595" y="1762"/>
                  <a:pt x="37489" y="6030"/>
                </a:cubicBezTo>
                <a:cubicBezTo>
                  <a:pt x="41814" y="9787"/>
                  <a:pt x="44086" y="14171"/>
                  <a:pt x="44203" y="19225"/>
                </a:cubicBezTo>
                <a:cubicBezTo>
                  <a:pt x="44319" y="24235"/>
                  <a:pt x="42280" y="29187"/>
                  <a:pt x="38057" y="34022"/>
                </a:cubicBezTo>
                <a:close/>
                <a:moveTo>
                  <a:pt x="34081" y="27818"/>
                </a:moveTo>
                <a:cubicBezTo>
                  <a:pt x="36586" y="24861"/>
                  <a:pt x="37780" y="21788"/>
                  <a:pt x="37664" y="18715"/>
                </a:cubicBezTo>
                <a:cubicBezTo>
                  <a:pt x="37605" y="15584"/>
                  <a:pt x="36236" y="12860"/>
                  <a:pt x="33629" y="10574"/>
                </a:cubicBezTo>
                <a:cubicBezTo>
                  <a:pt x="30614" y="8025"/>
                  <a:pt x="27541" y="6772"/>
                  <a:pt x="24235" y="6933"/>
                </a:cubicBezTo>
                <a:cubicBezTo>
                  <a:pt x="21002" y="7049"/>
                  <a:pt x="17929" y="8535"/>
                  <a:pt x="15016" y="11375"/>
                </a:cubicBezTo>
                <a:lnTo>
                  <a:pt x="34081" y="27818"/>
                </a:lnTo>
                <a:close/>
                <a:moveTo>
                  <a:pt x="34081" y="278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5638F-3F35-4E7D-AE73-844ABEF3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098" y="1938401"/>
            <a:ext cx="49388" cy="44887"/>
          </a:xfrm>
          <a:custGeom xmlns:a="http://schemas.openxmlformats.org/drawingml/2006/main">
            <a:pathLst>
              <a:path w="49388" h="44887">
                <a:moveTo>
                  <a:pt x="49388" y="16443"/>
                </a:moveTo>
                <a:lnTo>
                  <a:pt x="45004" y="21497"/>
                </a:lnTo>
                <a:cubicBezTo>
                  <a:pt x="44203" y="19400"/>
                  <a:pt x="43125" y="17463"/>
                  <a:pt x="41814" y="15642"/>
                </a:cubicBezTo>
                <a:cubicBezTo>
                  <a:pt x="40562" y="13880"/>
                  <a:pt x="39033" y="12234"/>
                  <a:pt x="37270" y="10690"/>
                </a:cubicBezTo>
                <a:cubicBezTo>
                  <a:pt x="34649" y="8418"/>
                  <a:pt x="32260" y="7107"/>
                  <a:pt x="30265" y="6772"/>
                </a:cubicBezTo>
                <a:cubicBezTo>
                  <a:pt x="28226" y="6423"/>
                  <a:pt x="26522" y="7049"/>
                  <a:pt x="25094" y="8710"/>
                </a:cubicBezTo>
                <a:cubicBezTo>
                  <a:pt x="24017" y="9947"/>
                  <a:pt x="23667" y="11317"/>
                  <a:pt x="24017" y="12860"/>
                </a:cubicBezTo>
                <a:cubicBezTo>
                  <a:pt x="24352" y="14390"/>
                  <a:pt x="25662" y="16720"/>
                  <a:pt x="27993" y="19851"/>
                </a:cubicBezTo>
                <a:lnTo>
                  <a:pt x="29478" y="21847"/>
                </a:lnTo>
                <a:cubicBezTo>
                  <a:pt x="32551" y="25881"/>
                  <a:pt x="34255" y="29406"/>
                  <a:pt x="34590" y="32260"/>
                </a:cubicBezTo>
                <a:cubicBezTo>
                  <a:pt x="34882" y="35100"/>
                  <a:pt x="33906" y="37882"/>
                  <a:pt x="31576" y="40504"/>
                </a:cubicBezTo>
                <a:cubicBezTo>
                  <a:pt x="28969" y="43518"/>
                  <a:pt x="25721" y="44887"/>
                  <a:pt x="21788" y="44596"/>
                </a:cubicBezTo>
                <a:cubicBezTo>
                  <a:pt x="17871" y="44319"/>
                  <a:pt x="13822" y="42324"/>
                  <a:pt x="9671" y="38741"/>
                </a:cubicBezTo>
                <a:cubicBezTo>
                  <a:pt x="7908" y="37212"/>
                  <a:pt x="6263" y="35435"/>
                  <a:pt x="4675" y="33513"/>
                </a:cubicBezTo>
                <a:cubicBezTo>
                  <a:pt x="3073" y="31517"/>
                  <a:pt x="1486" y="29304"/>
                  <a:pt x="0" y="26798"/>
                </a:cubicBezTo>
                <a:lnTo>
                  <a:pt x="4777" y="21279"/>
                </a:lnTo>
                <a:cubicBezTo>
                  <a:pt x="5869" y="24002"/>
                  <a:pt x="7166" y="26449"/>
                  <a:pt x="8593" y="28677"/>
                </a:cubicBezTo>
                <a:cubicBezTo>
                  <a:pt x="10079" y="30833"/>
                  <a:pt x="11783" y="32712"/>
                  <a:pt x="13661" y="34357"/>
                </a:cubicBezTo>
                <a:cubicBezTo>
                  <a:pt x="16166" y="36527"/>
                  <a:pt x="18497" y="37780"/>
                  <a:pt x="20594" y="38057"/>
                </a:cubicBezTo>
                <a:cubicBezTo>
                  <a:pt x="22648" y="38406"/>
                  <a:pt x="24410" y="37780"/>
                  <a:pt x="25779" y="36178"/>
                </a:cubicBezTo>
                <a:cubicBezTo>
                  <a:pt x="27032" y="34765"/>
                  <a:pt x="27483" y="33221"/>
                  <a:pt x="27192" y="31576"/>
                </a:cubicBezTo>
                <a:cubicBezTo>
                  <a:pt x="26857" y="29988"/>
                  <a:pt x="25371" y="27366"/>
                  <a:pt x="22706" y="23784"/>
                </a:cubicBezTo>
                <a:lnTo>
                  <a:pt x="21220" y="21730"/>
                </a:lnTo>
                <a:cubicBezTo>
                  <a:pt x="18497" y="18147"/>
                  <a:pt x="17011" y="15016"/>
                  <a:pt x="16793" y="12292"/>
                </a:cubicBezTo>
                <a:cubicBezTo>
                  <a:pt x="16560" y="9612"/>
                  <a:pt x="17579" y="6991"/>
                  <a:pt x="19749" y="4500"/>
                </a:cubicBezTo>
                <a:cubicBezTo>
                  <a:pt x="22356" y="1427"/>
                  <a:pt x="25488" y="0"/>
                  <a:pt x="29129" y="233"/>
                </a:cubicBezTo>
                <a:cubicBezTo>
                  <a:pt x="32712" y="393"/>
                  <a:pt x="36527" y="2214"/>
                  <a:pt x="40518" y="5695"/>
                </a:cubicBezTo>
                <a:cubicBezTo>
                  <a:pt x="42499" y="7399"/>
                  <a:pt x="44203" y="9161"/>
                  <a:pt x="45688" y="10923"/>
                </a:cubicBezTo>
                <a:cubicBezTo>
                  <a:pt x="47218" y="12744"/>
                  <a:pt x="48427" y="14564"/>
                  <a:pt x="49388" y="16443"/>
                </a:cubicBezTo>
                <a:close/>
                <a:moveTo>
                  <a:pt x="49388" y="164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0094A-C08F-41B4-80DA-95F5D198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217" y="1988517"/>
            <a:ext cx="12511" cy="12686"/>
          </a:xfrm>
          <a:custGeom xmlns:a="http://schemas.openxmlformats.org/drawingml/2006/main">
            <a:pathLst>
              <a:path w="12511" h="12686">
                <a:moveTo>
                  <a:pt x="6365" y="0"/>
                </a:moveTo>
                <a:lnTo>
                  <a:pt x="12511" y="5360"/>
                </a:lnTo>
                <a:lnTo>
                  <a:pt x="6088" y="12686"/>
                </a:lnTo>
                <a:lnTo>
                  <a:pt x="0" y="7399"/>
                </a:lnTo>
                <a:lnTo>
                  <a:pt x="6365" y="0"/>
                </a:lnTo>
                <a:close/>
                <a:moveTo>
                  <a:pt x="636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F59EE-74F0-40CF-AA58-C1DD0E92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583" y="1968433"/>
            <a:ext cx="59510" cy="48485"/>
          </a:xfrm>
          <a:custGeom xmlns:a="http://schemas.openxmlformats.org/drawingml/2006/main">
            <a:pathLst>
              <a:path w="59510" h="48485">
                <a:moveTo>
                  <a:pt x="39207" y="9904"/>
                </a:moveTo>
                <a:lnTo>
                  <a:pt x="25094" y="26230"/>
                </a:lnTo>
                <a:lnTo>
                  <a:pt x="32493" y="32610"/>
                </a:lnTo>
                <a:cubicBezTo>
                  <a:pt x="35217" y="34940"/>
                  <a:pt x="37955" y="36076"/>
                  <a:pt x="40635" y="35959"/>
                </a:cubicBezTo>
                <a:cubicBezTo>
                  <a:pt x="43358" y="35843"/>
                  <a:pt x="45863" y="34488"/>
                  <a:pt x="48135" y="31867"/>
                </a:cubicBezTo>
                <a:cubicBezTo>
                  <a:pt x="50349" y="29245"/>
                  <a:pt x="51325" y="26638"/>
                  <a:pt x="51092" y="23900"/>
                </a:cubicBezTo>
                <a:cubicBezTo>
                  <a:pt x="50815" y="21220"/>
                  <a:pt x="49330" y="18672"/>
                  <a:pt x="46606" y="16327"/>
                </a:cubicBezTo>
                <a:lnTo>
                  <a:pt x="39207" y="9904"/>
                </a:lnTo>
                <a:close/>
                <a:moveTo>
                  <a:pt x="37503" y="0"/>
                </a:moveTo>
                <a:lnTo>
                  <a:pt x="50757" y="11491"/>
                </a:lnTo>
                <a:cubicBezTo>
                  <a:pt x="55651" y="15715"/>
                  <a:pt x="58316" y="19968"/>
                  <a:pt x="58942" y="24293"/>
                </a:cubicBezTo>
                <a:cubicBezTo>
                  <a:pt x="59510" y="28677"/>
                  <a:pt x="57981" y="32945"/>
                  <a:pt x="54281" y="37212"/>
                </a:cubicBezTo>
                <a:cubicBezTo>
                  <a:pt x="50582" y="41479"/>
                  <a:pt x="46548" y="43649"/>
                  <a:pt x="42164" y="43693"/>
                </a:cubicBezTo>
                <a:cubicBezTo>
                  <a:pt x="37780" y="43693"/>
                  <a:pt x="33178" y="41654"/>
                  <a:pt x="28342" y="37445"/>
                </a:cubicBezTo>
                <a:lnTo>
                  <a:pt x="20944" y="31008"/>
                </a:lnTo>
                <a:lnTo>
                  <a:pt x="5869" y="48485"/>
                </a:lnTo>
                <a:lnTo>
                  <a:pt x="0" y="43416"/>
                </a:lnTo>
                <a:lnTo>
                  <a:pt x="37503" y="0"/>
                </a:lnTo>
                <a:close/>
                <a:moveTo>
                  <a:pt x="375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0648E-D601-4FAD-87EA-ED3AAADA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033" y="1997285"/>
            <a:ext cx="50233" cy="68788"/>
          </a:xfrm>
          <a:custGeom xmlns:a="http://schemas.openxmlformats.org/drawingml/2006/main">
            <a:pathLst>
              <a:path w="50233" h="68788">
                <a:moveTo>
                  <a:pt x="44203" y="49155"/>
                </a:moveTo>
                <a:lnTo>
                  <a:pt x="27250" y="68788"/>
                </a:lnTo>
                <a:lnTo>
                  <a:pt x="21905" y="64112"/>
                </a:lnTo>
                <a:lnTo>
                  <a:pt x="38741" y="44654"/>
                </a:lnTo>
                <a:cubicBezTo>
                  <a:pt x="41363" y="41581"/>
                  <a:pt x="42790" y="38800"/>
                  <a:pt x="42892" y="36236"/>
                </a:cubicBezTo>
                <a:cubicBezTo>
                  <a:pt x="43009" y="33615"/>
                  <a:pt x="41873" y="31343"/>
                  <a:pt x="39484" y="29245"/>
                </a:cubicBezTo>
                <a:cubicBezTo>
                  <a:pt x="36586" y="26740"/>
                  <a:pt x="33513" y="25721"/>
                  <a:pt x="30265" y="26114"/>
                </a:cubicBezTo>
                <a:cubicBezTo>
                  <a:pt x="27032" y="26507"/>
                  <a:pt x="24002" y="28269"/>
                  <a:pt x="21279" y="31459"/>
                </a:cubicBezTo>
                <a:lnTo>
                  <a:pt x="5345" y="49839"/>
                </a:lnTo>
                <a:lnTo>
                  <a:pt x="0" y="45164"/>
                </a:lnTo>
                <a:lnTo>
                  <a:pt x="39091" y="0"/>
                </a:lnTo>
                <a:lnTo>
                  <a:pt x="44436" y="4661"/>
                </a:lnTo>
                <a:lnTo>
                  <a:pt x="29129" y="22356"/>
                </a:lnTo>
                <a:cubicBezTo>
                  <a:pt x="32085" y="21497"/>
                  <a:pt x="34882" y="21337"/>
                  <a:pt x="37430" y="21905"/>
                </a:cubicBezTo>
                <a:cubicBezTo>
                  <a:pt x="39994" y="22415"/>
                  <a:pt x="42441" y="23667"/>
                  <a:pt x="44654" y="25662"/>
                </a:cubicBezTo>
                <a:cubicBezTo>
                  <a:pt x="48412" y="28837"/>
                  <a:pt x="50233" y="32479"/>
                  <a:pt x="50174" y="36411"/>
                </a:cubicBezTo>
                <a:cubicBezTo>
                  <a:pt x="50072" y="40387"/>
                  <a:pt x="48077" y="44654"/>
                  <a:pt x="44203" y="49155"/>
                </a:cubicBezTo>
                <a:close/>
                <a:moveTo>
                  <a:pt x="44203" y="491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903AE-C429-479C-B659-B08643ED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60" y="2045187"/>
            <a:ext cx="49373" cy="44946"/>
          </a:xfrm>
          <a:custGeom xmlns:a="http://schemas.openxmlformats.org/drawingml/2006/main">
            <a:pathLst>
              <a:path w="49373" h="44946">
                <a:moveTo>
                  <a:pt x="49373" y="16443"/>
                </a:moveTo>
                <a:lnTo>
                  <a:pt x="45004" y="21512"/>
                </a:lnTo>
                <a:cubicBezTo>
                  <a:pt x="44203" y="19400"/>
                  <a:pt x="43125" y="17463"/>
                  <a:pt x="41814" y="15700"/>
                </a:cubicBezTo>
                <a:cubicBezTo>
                  <a:pt x="40562" y="13880"/>
                  <a:pt x="39033" y="12234"/>
                  <a:pt x="37256" y="10749"/>
                </a:cubicBezTo>
                <a:cubicBezTo>
                  <a:pt x="34649" y="8418"/>
                  <a:pt x="32260" y="7107"/>
                  <a:pt x="30265" y="6772"/>
                </a:cubicBezTo>
                <a:cubicBezTo>
                  <a:pt x="28211" y="6423"/>
                  <a:pt x="26507" y="7107"/>
                  <a:pt x="25080" y="8710"/>
                </a:cubicBezTo>
                <a:cubicBezTo>
                  <a:pt x="24002" y="9962"/>
                  <a:pt x="23667" y="11375"/>
                  <a:pt x="24002" y="12860"/>
                </a:cubicBezTo>
                <a:cubicBezTo>
                  <a:pt x="24352" y="14390"/>
                  <a:pt x="25662" y="16720"/>
                  <a:pt x="27993" y="19851"/>
                </a:cubicBezTo>
                <a:lnTo>
                  <a:pt x="29464" y="21847"/>
                </a:lnTo>
                <a:cubicBezTo>
                  <a:pt x="32537" y="25939"/>
                  <a:pt x="34241" y="29406"/>
                  <a:pt x="34590" y="32260"/>
                </a:cubicBezTo>
                <a:cubicBezTo>
                  <a:pt x="34867" y="35158"/>
                  <a:pt x="33906" y="37882"/>
                  <a:pt x="31576" y="40562"/>
                </a:cubicBezTo>
                <a:cubicBezTo>
                  <a:pt x="28954" y="43577"/>
                  <a:pt x="25706" y="44946"/>
                  <a:pt x="21788" y="44596"/>
                </a:cubicBezTo>
                <a:cubicBezTo>
                  <a:pt x="17856" y="44319"/>
                  <a:pt x="13822" y="42382"/>
                  <a:pt x="9671" y="38741"/>
                </a:cubicBezTo>
                <a:cubicBezTo>
                  <a:pt x="7908" y="37212"/>
                  <a:pt x="6263" y="35493"/>
                  <a:pt x="4661" y="33513"/>
                </a:cubicBezTo>
                <a:cubicBezTo>
                  <a:pt x="3073" y="31517"/>
                  <a:pt x="1471" y="29304"/>
                  <a:pt x="0" y="26857"/>
                </a:cubicBezTo>
                <a:lnTo>
                  <a:pt x="4777" y="21337"/>
                </a:lnTo>
                <a:cubicBezTo>
                  <a:pt x="5855" y="24060"/>
                  <a:pt x="7166" y="26507"/>
                  <a:pt x="8593" y="28677"/>
                </a:cubicBezTo>
                <a:cubicBezTo>
                  <a:pt x="10064" y="30833"/>
                  <a:pt x="11768" y="32712"/>
                  <a:pt x="13647" y="34357"/>
                </a:cubicBezTo>
                <a:cubicBezTo>
                  <a:pt x="16152" y="36527"/>
                  <a:pt x="18482" y="37780"/>
                  <a:pt x="20594" y="38057"/>
                </a:cubicBezTo>
                <a:cubicBezTo>
                  <a:pt x="22648" y="38406"/>
                  <a:pt x="24410" y="37780"/>
                  <a:pt x="25764" y="36178"/>
                </a:cubicBezTo>
                <a:cubicBezTo>
                  <a:pt x="27017" y="34765"/>
                  <a:pt x="27483" y="33221"/>
                  <a:pt x="27192" y="31576"/>
                </a:cubicBezTo>
                <a:cubicBezTo>
                  <a:pt x="26857" y="29988"/>
                  <a:pt x="25371" y="27366"/>
                  <a:pt x="22691" y="23784"/>
                </a:cubicBezTo>
                <a:lnTo>
                  <a:pt x="21220" y="21730"/>
                </a:lnTo>
                <a:cubicBezTo>
                  <a:pt x="18482" y="18205"/>
                  <a:pt x="17011" y="15074"/>
                  <a:pt x="16778" y="12351"/>
                </a:cubicBezTo>
                <a:cubicBezTo>
                  <a:pt x="16560" y="9612"/>
                  <a:pt x="17579" y="6991"/>
                  <a:pt x="19735" y="4500"/>
                </a:cubicBezTo>
                <a:cubicBezTo>
                  <a:pt x="22356" y="1427"/>
                  <a:pt x="25488" y="0"/>
                  <a:pt x="29129" y="233"/>
                </a:cubicBezTo>
                <a:cubicBezTo>
                  <a:pt x="32712" y="451"/>
                  <a:pt x="36527" y="2272"/>
                  <a:pt x="40504" y="5738"/>
                </a:cubicBezTo>
                <a:cubicBezTo>
                  <a:pt x="42499" y="7399"/>
                  <a:pt x="44203" y="9161"/>
                  <a:pt x="45688" y="10982"/>
                </a:cubicBezTo>
                <a:cubicBezTo>
                  <a:pt x="47218" y="12744"/>
                  <a:pt x="48412" y="14623"/>
                  <a:pt x="49373" y="16443"/>
                </a:cubicBezTo>
                <a:close/>
                <a:moveTo>
                  <a:pt x="49373" y="164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6F1AE-B5DE-4859-93B5-53BE31FE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554" y="1603536"/>
            <a:ext cx="59962" cy="47334"/>
          </a:xfrm>
          <a:custGeom xmlns:a="http://schemas.openxmlformats.org/drawingml/2006/main">
            <a:pathLst>
              <a:path w="59962" h="47334">
                <a:moveTo>
                  <a:pt x="40343" y="9947"/>
                </a:moveTo>
                <a:lnTo>
                  <a:pt x="25662" y="25764"/>
                </a:lnTo>
                <a:lnTo>
                  <a:pt x="32828" y="32362"/>
                </a:lnTo>
                <a:cubicBezTo>
                  <a:pt x="35508" y="34867"/>
                  <a:pt x="38173" y="36061"/>
                  <a:pt x="40911" y="36003"/>
                </a:cubicBezTo>
                <a:cubicBezTo>
                  <a:pt x="43577" y="36003"/>
                  <a:pt x="46140" y="34707"/>
                  <a:pt x="48470" y="32202"/>
                </a:cubicBezTo>
                <a:cubicBezTo>
                  <a:pt x="50801" y="29639"/>
                  <a:pt x="51893" y="27017"/>
                  <a:pt x="51718" y="24352"/>
                </a:cubicBezTo>
                <a:cubicBezTo>
                  <a:pt x="51543" y="21614"/>
                  <a:pt x="50116" y="19050"/>
                  <a:pt x="47509" y="16603"/>
                </a:cubicBezTo>
                <a:lnTo>
                  <a:pt x="40343" y="9947"/>
                </a:lnTo>
                <a:close/>
                <a:moveTo>
                  <a:pt x="38974" y="0"/>
                </a:moveTo>
                <a:lnTo>
                  <a:pt x="51835" y="11885"/>
                </a:lnTo>
                <a:cubicBezTo>
                  <a:pt x="56554" y="16268"/>
                  <a:pt x="59117" y="20652"/>
                  <a:pt x="59568" y="25022"/>
                </a:cubicBezTo>
                <a:cubicBezTo>
                  <a:pt x="59962" y="29406"/>
                  <a:pt x="58316" y="33615"/>
                  <a:pt x="54500" y="37722"/>
                </a:cubicBezTo>
                <a:cubicBezTo>
                  <a:pt x="50640" y="41873"/>
                  <a:pt x="46533" y="43912"/>
                  <a:pt x="42164" y="43810"/>
                </a:cubicBezTo>
                <a:cubicBezTo>
                  <a:pt x="37780" y="43693"/>
                  <a:pt x="33221" y="41465"/>
                  <a:pt x="28503" y="37096"/>
                </a:cubicBezTo>
                <a:lnTo>
                  <a:pt x="21337" y="30440"/>
                </a:lnTo>
                <a:lnTo>
                  <a:pt x="5695" y="47334"/>
                </a:lnTo>
                <a:lnTo>
                  <a:pt x="0" y="42091"/>
                </a:lnTo>
                <a:lnTo>
                  <a:pt x="38974" y="0"/>
                </a:lnTo>
                <a:close/>
                <a:moveTo>
                  <a:pt x="389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1FD23-04E8-463A-9239-294C78A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378" y="1635796"/>
            <a:ext cx="63093" cy="47334"/>
          </a:xfrm>
          <a:custGeom xmlns:a="http://schemas.openxmlformats.org/drawingml/2006/main">
            <a:pathLst>
              <a:path w="63093" h="47334">
                <a:moveTo>
                  <a:pt x="38960" y="0"/>
                </a:moveTo>
                <a:lnTo>
                  <a:pt x="63093" y="22356"/>
                </a:lnTo>
                <a:lnTo>
                  <a:pt x="58651" y="27192"/>
                </a:lnTo>
                <a:lnTo>
                  <a:pt x="40169" y="10064"/>
                </a:lnTo>
                <a:lnTo>
                  <a:pt x="28721" y="22473"/>
                </a:lnTo>
                <a:lnTo>
                  <a:pt x="45397" y="37882"/>
                </a:lnTo>
                <a:lnTo>
                  <a:pt x="40955" y="42659"/>
                </a:lnTo>
                <a:lnTo>
                  <a:pt x="24293" y="27250"/>
                </a:lnTo>
                <a:lnTo>
                  <a:pt x="5680" y="47334"/>
                </a:lnTo>
                <a:lnTo>
                  <a:pt x="0" y="42033"/>
                </a:lnTo>
                <a:lnTo>
                  <a:pt x="38960" y="0"/>
                </a:lnTo>
                <a:close/>
                <a:moveTo>
                  <a:pt x="389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CB897-81C3-46F9-A1F4-C905F94D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541" y="1666513"/>
            <a:ext cx="44654" cy="66341"/>
          </a:xfrm>
          <a:custGeom xmlns:a="http://schemas.openxmlformats.org/drawingml/2006/main">
            <a:pathLst>
              <a:path w="44654" h="66341">
                <a:moveTo>
                  <a:pt x="38974" y="0"/>
                </a:moveTo>
                <a:lnTo>
                  <a:pt x="44654" y="5287"/>
                </a:lnTo>
                <a:lnTo>
                  <a:pt x="10122" y="42557"/>
                </a:lnTo>
                <a:lnTo>
                  <a:pt x="30614" y="61564"/>
                </a:lnTo>
                <a:lnTo>
                  <a:pt x="26172" y="66341"/>
                </a:lnTo>
                <a:lnTo>
                  <a:pt x="0" y="42106"/>
                </a:lnTo>
                <a:lnTo>
                  <a:pt x="38974" y="0"/>
                </a:lnTo>
                <a:close/>
                <a:moveTo>
                  <a:pt x="389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524EC-6889-4E12-BA5C-4C87F870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194" y="1731659"/>
            <a:ext cx="12569" cy="12686"/>
          </a:xfrm>
          <a:custGeom xmlns:a="http://schemas.openxmlformats.org/drawingml/2006/main">
            <a:pathLst>
              <a:path w="12569" h="12686">
                <a:moveTo>
                  <a:pt x="6598" y="0"/>
                </a:moveTo>
                <a:lnTo>
                  <a:pt x="12569" y="5505"/>
                </a:lnTo>
                <a:lnTo>
                  <a:pt x="5913" y="12686"/>
                </a:lnTo>
                <a:lnTo>
                  <a:pt x="0" y="7166"/>
                </a:lnTo>
                <a:lnTo>
                  <a:pt x="6598" y="0"/>
                </a:lnTo>
                <a:close/>
                <a:moveTo>
                  <a:pt x="65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F5A77-61AA-42EE-A5C8-5B2F48C3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006" y="1713279"/>
            <a:ext cx="60020" cy="47334"/>
          </a:xfrm>
          <a:custGeom xmlns:a="http://schemas.openxmlformats.org/drawingml/2006/main">
            <a:pathLst>
              <a:path w="60020" h="47334">
                <a:moveTo>
                  <a:pt x="40329" y="9947"/>
                </a:moveTo>
                <a:lnTo>
                  <a:pt x="25721" y="25764"/>
                </a:lnTo>
                <a:lnTo>
                  <a:pt x="32886" y="32377"/>
                </a:lnTo>
                <a:cubicBezTo>
                  <a:pt x="35493" y="34867"/>
                  <a:pt x="38173" y="36061"/>
                  <a:pt x="40897" y="36018"/>
                </a:cubicBezTo>
                <a:cubicBezTo>
                  <a:pt x="43635" y="36018"/>
                  <a:pt x="46140" y="34707"/>
                  <a:pt x="48529" y="32202"/>
                </a:cubicBezTo>
                <a:cubicBezTo>
                  <a:pt x="50859" y="29639"/>
                  <a:pt x="51878" y="27017"/>
                  <a:pt x="51718" y="24352"/>
                </a:cubicBezTo>
                <a:cubicBezTo>
                  <a:pt x="51543" y="21614"/>
                  <a:pt x="50116" y="19050"/>
                  <a:pt x="47509" y="16603"/>
                </a:cubicBezTo>
                <a:lnTo>
                  <a:pt x="40329" y="9947"/>
                </a:lnTo>
                <a:close/>
                <a:moveTo>
                  <a:pt x="38974" y="0"/>
                </a:moveTo>
                <a:lnTo>
                  <a:pt x="51820" y="11885"/>
                </a:lnTo>
                <a:cubicBezTo>
                  <a:pt x="56554" y="16268"/>
                  <a:pt x="59102" y="20652"/>
                  <a:pt x="59568" y="25036"/>
                </a:cubicBezTo>
                <a:cubicBezTo>
                  <a:pt x="60020" y="29406"/>
                  <a:pt x="58316" y="33615"/>
                  <a:pt x="54500" y="37722"/>
                </a:cubicBezTo>
                <a:cubicBezTo>
                  <a:pt x="50626" y="41873"/>
                  <a:pt x="46533" y="43926"/>
                  <a:pt x="42149" y="43810"/>
                </a:cubicBezTo>
                <a:cubicBezTo>
                  <a:pt x="37780" y="43693"/>
                  <a:pt x="33221" y="41421"/>
                  <a:pt x="28503" y="37096"/>
                </a:cubicBezTo>
                <a:lnTo>
                  <a:pt x="21395" y="30440"/>
                </a:lnTo>
                <a:lnTo>
                  <a:pt x="5680" y="47334"/>
                </a:lnTo>
                <a:lnTo>
                  <a:pt x="0" y="42091"/>
                </a:lnTo>
                <a:lnTo>
                  <a:pt x="38974" y="0"/>
                </a:lnTo>
                <a:close/>
                <a:moveTo>
                  <a:pt x="389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448AE-1433-4C42-9E61-F190A6C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402" y="1754700"/>
            <a:ext cx="48135" cy="36411"/>
          </a:xfrm>
          <a:custGeom xmlns:a="http://schemas.openxmlformats.org/drawingml/2006/main">
            <a:pathLst>
              <a:path w="48135" h="36411">
                <a:moveTo>
                  <a:pt x="43183" y="21949"/>
                </a:moveTo>
                <a:cubicBezTo>
                  <a:pt x="42950" y="21104"/>
                  <a:pt x="42557" y="20245"/>
                  <a:pt x="41989" y="19458"/>
                </a:cubicBezTo>
                <a:cubicBezTo>
                  <a:pt x="41465" y="18657"/>
                  <a:pt x="40795" y="17856"/>
                  <a:pt x="39936" y="17113"/>
                </a:cubicBezTo>
                <a:cubicBezTo>
                  <a:pt x="37037" y="14390"/>
                  <a:pt x="33906" y="13254"/>
                  <a:pt x="30542" y="13705"/>
                </a:cubicBezTo>
                <a:cubicBezTo>
                  <a:pt x="27192" y="14157"/>
                  <a:pt x="23886" y="16210"/>
                  <a:pt x="20594" y="19735"/>
                </a:cubicBezTo>
                <a:lnTo>
                  <a:pt x="5170" y="36411"/>
                </a:lnTo>
                <a:lnTo>
                  <a:pt x="0" y="31576"/>
                </a:lnTo>
                <a:lnTo>
                  <a:pt x="29187" y="0"/>
                </a:lnTo>
                <a:lnTo>
                  <a:pt x="34416" y="4835"/>
                </a:lnTo>
                <a:lnTo>
                  <a:pt x="29872" y="9729"/>
                </a:lnTo>
                <a:cubicBezTo>
                  <a:pt x="32770" y="8811"/>
                  <a:pt x="35493" y="8695"/>
                  <a:pt x="38057" y="9438"/>
                </a:cubicBezTo>
                <a:cubicBezTo>
                  <a:pt x="40678" y="10122"/>
                  <a:pt x="43242" y="11593"/>
                  <a:pt x="45732" y="13938"/>
                </a:cubicBezTo>
                <a:cubicBezTo>
                  <a:pt x="46082" y="14215"/>
                  <a:pt x="46475" y="14623"/>
                  <a:pt x="46883" y="15074"/>
                </a:cubicBezTo>
                <a:cubicBezTo>
                  <a:pt x="47276" y="15526"/>
                  <a:pt x="47669" y="16035"/>
                  <a:pt x="48135" y="16603"/>
                </a:cubicBezTo>
                <a:lnTo>
                  <a:pt x="43183" y="21949"/>
                </a:lnTo>
                <a:close/>
                <a:moveTo>
                  <a:pt x="43183" y="219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C6B54-655E-42BA-B3B6-8CFEC64B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288" y="1764589"/>
            <a:ext cx="45805" cy="48645"/>
          </a:xfrm>
          <a:custGeom xmlns:a="http://schemas.openxmlformats.org/drawingml/2006/main">
            <a:pathLst>
              <a:path w="45805" h="48645">
                <a:moveTo>
                  <a:pt x="29245" y="12292"/>
                </a:moveTo>
                <a:lnTo>
                  <a:pt x="34430" y="17069"/>
                </a:lnTo>
                <a:lnTo>
                  <a:pt x="5185" y="48645"/>
                </a:lnTo>
                <a:lnTo>
                  <a:pt x="0" y="43810"/>
                </a:lnTo>
                <a:lnTo>
                  <a:pt x="29245" y="12292"/>
                </a:lnTo>
                <a:close/>
                <a:moveTo>
                  <a:pt x="40635" y="0"/>
                </a:moveTo>
                <a:lnTo>
                  <a:pt x="45805" y="4777"/>
                </a:lnTo>
                <a:lnTo>
                  <a:pt x="39717" y="11389"/>
                </a:lnTo>
                <a:lnTo>
                  <a:pt x="34547" y="6554"/>
                </a:lnTo>
                <a:lnTo>
                  <a:pt x="40635" y="0"/>
                </a:lnTo>
                <a:close/>
                <a:moveTo>
                  <a:pt x="4063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88C3F-957F-4B14-A993-F7E976D7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05" y="1791504"/>
            <a:ext cx="70492" cy="74249"/>
          </a:xfrm>
          <a:custGeom xmlns:a="http://schemas.openxmlformats.org/drawingml/2006/main">
            <a:pathLst>
              <a:path w="70492" h="74249">
                <a:moveTo>
                  <a:pt x="48427" y="29012"/>
                </a:moveTo>
                <a:cubicBezTo>
                  <a:pt x="51893" y="27876"/>
                  <a:pt x="55024" y="27600"/>
                  <a:pt x="57864" y="28168"/>
                </a:cubicBezTo>
                <a:cubicBezTo>
                  <a:pt x="60646" y="28736"/>
                  <a:pt x="63268" y="30148"/>
                  <a:pt x="65715" y="32435"/>
                </a:cubicBezTo>
                <a:cubicBezTo>
                  <a:pt x="69021" y="35450"/>
                  <a:pt x="70492" y="38974"/>
                  <a:pt x="70157" y="42892"/>
                </a:cubicBezTo>
                <a:cubicBezTo>
                  <a:pt x="69807" y="46883"/>
                  <a:pt x="67652" y="50975"/>
                  <a:pt x="63719" y="55184"/>
                </a:cubicBezTo>
                <a:lnTo>
                  <a:pt x="46082" y="74249"/>
                </a:lnTo>
                <a:lnTo>
                  <a:pt x="40911" y="69414"/>
                </a:lnTo>
                <a:lnTo>
                  <a:pt x="58374" y="50524"/>
                </a:lnTo>
                <a:cubicBezTo>
                  <a:pt x="61170" y="47509"/>
                  <a:pt x="62700" y="44771"/>
                  <a:pt x="62991" y="42324"/>
                </a:cubicBezTo>
                <a:cubicBezTo>
                  <a:pt x="63268" y="39877"/>
                  <a:pt x="62306" y="37605"/>
                  <a:pt x="60136" y="35610"/>
                </a:cubicBezTo>
                <a:cubicBezTo>
                  <a:pt x="57471" y="33105"/>
                  <a:pt x="54515" y="32027"/>
                  <a:pt x="51267" y="32377"/>
                </a:cubicBezTo>
                <a:cubicBezTo>
                  <a:pt x="48077" y="32712"/>
                  <a:pt x="45062" y="34416"/>
                  <a:pt x="42164" y="37489"/>
                </a:cubicBezTo>
                <a:lnTo>
                  <a:pt x="25662" y="55301"/>
                </a:lnTo>
                <a:lnTo>
                  <a:pt x="20434" y="50524"/>
                </a:lnTo>
                <a:lnTo>
                  <a:pt x="37955" y="31634"/>
                </a:lnTo>
                <a:cubicBezTo>
                  <a:pt x="40737" y="28561"/>
                  <a:pt x="42339" y="25823"/>
                  <a:pt x="42557" y="23376"/>
                </a:cubicBezTo>
                <a:cubicBezTo>
                  <a:pt x="42848" y="20929"/>
                  <a:pt x="41873" y="18657"/>
                  <a:pt x="39659" y="16618"/>
                </a:cubicBezTo>
                <a:cubicBezTo>
                  <a:pt x="36979" y="14171"/>
                  <a:pt x="34081" y="13079"/>
                  <a:pt x="30847" y="13428"/>
                </a:cubicBezTo>
                <a:cubicBezTo>
                  <a:pt x="27600" y="13822"/>
                  <a:pt x="24585" y="15526"/>
                  <a:pt x="21745" y="18540"/>
                </a:cubicBezTo>
                <a:lnTo>
                  <a:pt x="5243" y="36411"/>
                </a:lnTo>
                <a:lnTo>
                  <a:pt x="0" y="31576"/>
                </a:lnTo>
                <a:lnTo>
                  <a:pt x="29245" y="0"/>
                </a:lnTo>
                <a:lnTo>
                  <a:pt x="34488" y="4835"/>
                </a:lnTo>
                <a:lnTo>
                  <a:pt x="29930" y="9729"/>
                </a:lnTo>
                <a:cubicBezTo>
                  <a:pt x="32886" y="8928"/>
                  <a:pt x="35625" y="8811"/>
                  <a:pt x="38130" y="9394"/>
                </a:cubicBezTo>
                <a:cubicBezTo>
                  <a:pt x="40620" y="10006"/>
                  <a:pt x="43023" y="11375"/>
                  <a:pt x="45295" y="13487"/>
                </a:cubicBezTo>
                <a:cubicBezTo>
                  <a:pt x="47626" y="15584"/>
                  <a:pt x="48995" y="17972"/>
                  <a:pt x="49563" y="20652"/>
                </a:cubicBezTo>
                <a:cubicBezTo>
                  <a:pt x="50072" y="23332"/>
                  <a:pt x="49679" y="26114"/>
                  <a:pt x="48427" y="29012"/>
                </a:cubicBezTo>
                <a:close/>
                <a:moveTo>
                  <a:pt x="48427" y="290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520C6-7FE2-475D-9A19-ACB7603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542" y="1831498"/>
            <a:ext cx="45805" cy="48645"/>
          </a:xfrm>
          <a:custGeom xmlns:a="http://schemas.openxmlformats.org/drawingml/2006/main">
            <a:pathLst>
              <a:path w="45805" h="48645">
                <a:moveTo>
                  <a:pt x="40620" y="0"/>
                </a:moveTo>
                <a:lnTo>
                  <a:pt x="45805" y="4777"/>
                </a:lnTo>
                <a:lnTo>
                  <a:pt x="5185" y="48645"/>
                </a:lnTo>
                <a:lnTo>
                  <a:pt x="0" y="43810"/>
                </a:lnTo>
                <a:lnTo>
                  <a:pt x="40620" y="0"/>
                </a:lnTo>
                <a:close/>
                <a:moveTo>
                  <a:pt x="406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B694E-0933-4DEB-BCA6-3BE7D665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276" y="1883668"/>
            <a:ext cx="12569" cy="12686"/>
          </a:xfrm>
          <a:custGeom xmlns:a="http://schemas.openxmlformats.org/drawingml/2006/main">
            <a:pathLst>
              <a:path w="12569" h="12686">
                <a:moveTo>
                  <a:pt x="6656" y="0"/>
                </a:moveTo>
                <a:lnTo>
                  <a:pt x="12569" y="5520"/>
                </a:lnTo>
                <a:lnTo>
                  <a:pt x="5971" y="12686"/>
                </a:lnTo>
                <a:lnTo>
                  <a:pt x="0" y="7166"/>
                </a:lnTo>
                <a:lnTo>
                  <a:pt x="6656" y="0"/>
                </a:lnTo>
                <a:close/>
                <a:moveTo>
                  <a:pt x="665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78971-AD3A-4CAC-8673-6D15A931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132" y="1865288"/>
            <a:ext cx="65540" cy="67200"/>
          </a:xfrm>
          <a:custGeom xmlns:a="http://schemas.openxmlformats.org/drawingml/2006/main">
            <a:pathLst>
              <a:path w="65540" h="67200">
                <a:moveTo>
                  <a:pt x="38974" y="0"/>
                </a:moveTo>
                <a:lnTo>
                  <a:pt x="65540" y="24643"/>
                </a:lnTo>
                <a:lnTo>
                  <a:pt x="61112" y="29478"/>
                </a:lnTo>
                <a:lnTo>
                  <a:pt x="40227" y="10079"/>
                </a:lnTo>
                <a:lnTo>
                  <a:pt x="28677" y="22531"/>
                </a:lnTo>
                <a:lnTo>
                  <a:pt x="48703" y="41086"/>
                </a:lnTo>
                <a:lnTo>
                  <a:pt x="44261" y="45863"/>
                </a:lnTo>
                <a:lnTo>
                  <a:pt x="24235" y="27308"/>
                </a:lnTo>
                <a:lnTo>
                  <a:pt x="10137" y="42557"/>
                </a:lnTo>
                <a:lnTo>
                  <a:pt x="31517" y="62423"/>
                </a:lnTo>
                <a:lnTo>
                  <a:pt x="27090" y="67200"/>
                </a:lnTo>
                <a:lnTo>
                  <a:pt x="0" y="42106"/>
                </a:lnTo>
                <a:lnTo>
                  <a:pt x="38974" y="0"/>
                </a:lnTo>
                <a:close/>
                <a:moveTo>
                  <a:pt x="389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D9036-F2E1-48CA-B7B4-DC94E903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150" y="1909214"/>
            <a:ext cx="70492" cy="74191"/>
          </a:xfrm>
          <a:custGeom xmlns:a="http://schemas.openxmlformats.org/drawingml/2006/main">
            <a:pathLst>
              <a:path w="70492" h="74191">
                <a:moveTo>
                  <a:pt x="48412" y="28954"/>
                </a:moveTo>
                <a:cubicBezTo>
                  <a:pt x="51835" y="27876"/>
                  <a:pt x="55010" y="27600"/>
                  <a:pt x="57806" y="28168"/>
                </a:cubicBezTo>
                <a:cubicBezTo>
                  <a:pt x="60646" y="28677"/>
                  <a:pt x="63268" y="30090"/>
                  <a:pt x="65715" y="32377"/>
                </a:cubicBezTo>
                <a:cubicBezTo>
                  <a:pt x="69006" y="35450"/>
                  <a:pt x="70492" y="38916"/>
                  <a:pt x="70142" y="42892"/>
                </a:cubicBezTo>
                <a:cubicBezTo>
                  <a:pt x="69807" y="46825"/>
                  <a:pt x="67652" y="50917"/>
                  <a:pt x="63719" y="55184"/>
                </a:cubicBezTo>
                <a:lnTo>
                  <a:pt x="46082" y="74191"/>
                </a:lnTo>
                <a:lnTo>
                  <a:pt x="40853" y="69414"/>
                </a:lnTo>
                <a:lnTo>
                  <a:pt x="58374" y="50524"/>
                </a:lnTo>
                <a:cubicBezTo>
                  <a:pt x="61156" y="47509"/>
                  <a:pt x="62700" y="44713"/>
                  <a:pt x="62976" y="42266"/>
                </a:cubicBezTo>
                <a:cubicBezTo>
                  <a:pt x="63268" y="39819"/>
                  <a:pt x="62292" y="37605"/>
                  <a:pt x="60136" y="35552"/>
                </a:cubicBezTo>
                <a:cubicBezTo>
                  <a:pt x="57398" y="33061"/>
                  <a:pt x="54442" y="31969"/>
                  <a:pt x="51267" y="32318"/>
                </a:cubicBezTo>
                <a:cubicBezTo>
                  <a:pt x="48077" y="32653"/>
                  <a:pt x="45004" y="34357"/>
                  <a:pt x="42164" y="37430"/>
                </a:cubicBezTo>
                <a:lnTo>
                  <a:pt x="25662" y="55301"/>
                </a:lnTo>
                <a:lnTo>
                  <a:pt x="20419" y="50466"/>
                </a:lnTo>
                <a:lnTo>
                  <a:pt x="37955" y="31576"/>
                </a:lnTo>
                <a:cubicBezTo>
                  <a:pt x="40737" y="28561"/>
                  <a:pt x="42266" y="25779"/>
                  <a:pt x="42557" y="23332"/>
                </a:cubicBezTo>
                <a:cubicBezTo>
                  <a:pt x="42834" y="20929"/>
                  <a:pt x="41873" y="18657"/>
                  <a:pt x="39659" y="16560"/>
                </a:cubicBezTo>
                <a:cubicBezTo>
                  <a:pt x="36979" y="14113"/>
                  <a:pt x="34022" y="13079"/>
                  <a:pt x="30833" y="13428"/>
                </a:cubicBezTo>
                <a:cubicBezTo>
                  <a:pt x="27600" y="13763"/>
                  <a:pt x="24585" y="15482"/>
                  <a:pt x="21730" y="18540"/>
                </a:cubicBezTo>
                <a:lnTo>
                  <a:pt x="5229" y="36353"/>
                </a:lnTo>
                <a:lnTo>
                  <a:pt x="0" y="31517"/>
                </a:lnTo>
                <a:lnTo>
                  <a:pt x="29245" y="0"/>
                </a:lnTo>
                <a:lnTo>
                  <a:pt x="34416" y="4835"/>
                </a:lnTo>
                <a:lnTo>
                  <a:pt x="29930" y="9729"/>
                </a:lnTo>
                <a:cubicBezTo>
                  <a:pt x="32886" y="8870"/>
                  <a:pt x="35610" y="8768"/>
                  <a:pt x="38115" y="9394"/>
                </a:cubicBezTo>
                <a:cubicBezTo>
                  <a:pt x="40620" y="10006"/>
                  <a:pt x="43009" y="11317"/>
                  <a:pt x="45281" y="13428"/>
                </a:cubicBezTo>
                <a:cubicBezTo>
                  <a:pt x="47567" y="15584"/>
                  <a:pt x="48980" y="17972"/>
                  <a:pt x="49490" y="20594"/>
                </a:cubicBezTo>
                <a:cubicBezTo>
                  <a:pt x="50072" y="23274"/>
                  <a:pt x="49665" y="26056"/>
                  <a:pt x="48412" y="28954"/>
                </a:cubicBezTo>
                <a:close/>
                <a:moveTo>
                  <a:pt x="48412" y="289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6BE33-00FA-4228-A8EB-D89DF92A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354" y="1948974"/>
            <a:ext cx="50757" cy="63719"/>
          </a:xfrm>
          <a:custGeom xmlns:a="http://schemas.openxmlformats.org/drawingml/2006/main">
            <a:pathLst>
              <a:path w="50757" h="63719">
                <a:moveTo>
                  <a:pt x="37445" y="49271"/>
                </a:moveTo>
                <a:cubicBezTo>
                  <a:pt x="40970" y="45470"/>
                  <a:pt x="42965" y="41712"/>
                  <a:pt x="43416" y="38130"/>
                </a:cubicBezTo>
                <a:cubicBezTo>
                  <a:pt x="43868" y="34488"/>
                  <a:pt x="42674" y="31415"/>
                  <a:pt x="39950" y="28852"/>
                </a:cubicBezTo>
                <a:cubicBezTo>
                  <a:pt x="37212" y="26347"/>
                  <a:pt x="34022" y="25444"/>
                  <a:pt x="30440" y="26114"/>
                </a:cubicBezTo>
                <a:cubicBezTo>
                  <a:pt x="26915" y="26857"/>
                  <a:pt x="23332" y="29129"/>
                  <a:pt x="19808" y="32886"/>
                </a:cubicBezTo>
                <a:cubicBezTo>
                  <a:pt x="16283" y="36702"/>
                  <a:pt x="14288" y="40460"/>
                  <a:pt x="13836" y="44043"/>
                </a:cubicBezTo>
                <a:cubicBezTo>
                  <a:pt x="13428" y="47684"/>
                  <a:pt x="14564" y="50757"/>
                  <a:pt x="17302" y="53320"/>
                </a:cubicBezTo>
                <a:cubicBezTo>
                  <a:pt x="20026" y="55869"/>
                  <a:pt x="23216" y="56787"/>
                  <a:pt x="26798" y="56044"/>
                </a:cubicBezTo>
                <a:cubicBezTo>
                  <a:pt x="30381" y="55359"/>
                  <a:pt x="33920" y="53087"/>
                  <a:pt x="37445" y="49271"/>
                </a:cubicBezTo>
                <a:close/>
                <a:moveTo>
                  <a:pt x="29988" y="21905"/>
                </a:moveTo>
                <a:cubicBezTo>
                  <a:pt x="32828" y="21060"/>
                  <a:pt x="35508" y="20944"/>
                  <a:pt x="38013" y="21570"/>
                </a:cubicBezTo>
                <a:cubicBezTo>
                  <a:pt x="40518" y="22196"/>
                  <a:pt x="42907" y="23565"/>
                  <a:pt x="45237" y="25721"/>
                </a:cubicBezTo>
                <a:cubicBezTo>
                  <a:pt x="49053" y="29245"/>
                  <a:pt x="50757" y="33687"/>
                  <a:pt x="50349" y="38916"/>
                </a:cubicBezTo>
                <a:cubicBezTo>
                  <a:pt x="49956" y="44159"/>
                  <a:pt x="47393" y="49271"/>
                  <a:pt x="42848" y="54223"/>
                </a:cubicBezTo>
                <a:cubicBezTo>
                  <a:pt x="38232" y="59233"/>
                  <a:pt x="33338" y="62073"/>
                  <a:pt x="28109" y="62933"/>
                </a:cubicBezTo>
                <a:cubicBezTo>
                  <a:pt x="22881" y="63719"/>
                  <a:pt x="18380" y="62365"/>
                  <a:pt x="14564" y="58840"/>
                </a:cubicBezTo>
                <a:cubicBezTo>
                  <a:pt x="12234" y="56670"/>
                  <a:pt x="10705" y="54398"/>
                  <a:pt x="9846" y="51951"/>
                </a:cubicBezTo>
                <a:cubicBezTo>
                  <a:pt x="9059" y="49504"/>
                  <a:pt x="8943" y="46825"/>
                  <a:pt x="9627" y="43926"/>
                </a:cubicBezTo>
                <a:lnTo>
                  <a:pt x="5243" y="48645"/>
                </a:lnTo>
                <a:lnTo>
                  <a:pt x="0" y="43810"/>
                </a:lnTo>
                <a:lnTo>
                  <a:pt x="40620" y="0"/>
                </a:lnTo>
                <a:lnTo>
                  <a:pt x="45805" y="4850"/>
                </a:lnTo>
                <a:lnTo>
                  <a:pt x="29988" y="21905"/>
                </a:lnTo>
                <a:close/>
                <a:moveTo>
                  <a:pt x="29988" y="21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B91F7-90D9-44FF-98D9-AFF7C3B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402" y="2000532"/>
            <a:ext cx="44261" cy="48689"/>
          </a:xfrm>
          <a:custGeom xmlns:a="http://schemas.openxmlformats.org/drawingml/2006/main">
            <a:pathLst>
              <a:path w="44261" h="48689">
                <a:moveTo>
                  <a:pt x="37605" y="34299"/>
                </a:moveTo>
                <a:lnTo>
                  <a:pt x="35217" y="36862"/>
                </a:lnTo>
                <a:lnTo>
                  <a:pt x="11375" y="14783"/>
                </a:lnTo>
                <a:cubicBezTo>
                  <a:pt x="8302" y="18540"/>
                  <a:pt x="6889" y="22298"/>
                  <a:pt x="7064" y="25939"/>
                </a:cubicBezTo>
                <a:cubicBezTo>
                  <a:pt x="7282" y="29580"/>
                  <a:pt x="9103" y="32988"/>
                  <a:pt x="12525" y="36178"/>
                </a:cubicBezTo>
                <a:cubicBezTo>
                  <a:pt x="14506" y="37998"/>
                  <a:pt x="16676" y="39586"/>
                  <a:pt x="19007" y="40780"/>
                </a:cubicBezTo>
                <a:cubicBezTo>
                  <a:pt x="21279" y="42033"/>
                  <a:pt x="23842" y="43067"/>
                  <a:pt x="26565" y="43737"/>
                </a:cubicBezTo>
                <a:lnTo>
                  <a:pt x="22080" y="48689"/>
                </a:lnTo>
                <a:cubicBezTo>
                  <a:pt x="19458" y="47728"/>
                  <a:pt x="17011" y="46591"/>
                  <a:pt x="14681" y="45164"/>
                </a:cubicBezTo>
                <a:cubicBezTo>
                  <a:pt x="12351" y="43795"/>
                  <a:pt x="10122" y="42149"/>
                  <a:pt x="8141" y="40271"/>
                </a:cubicBezTo>
                <a:cubicBezTo>
                  <a:pt x="3131" y="35610"/>
                  <a:pt x="451" y="30483"/>
                  <a:pt x="233" y="24803"/>
                </a:cubicBezTo>
                <a:cubicBezTo>
                  <a:pt x="0" y="19167"/>
                  <a:pt x="2214" y="13822"/>
                  <a:pt x="6889" y="8811"/>
                </a:cubicBezTo>
                <a:cubicBezTo>
                  <a:pt x="11666" y="3685"/>
                  <a:pt x="16836" y="845"/>
                  <a:pt x="22415" y="451"/>
                </a:cubicBezTo>
                <a:cubicBezTo>
                  <a:pt x="28051" y="0"/>
                  <a:pt x="33178" y="1922"/>
                  <a:pt x="37955" y="6306"/>
                </a:cubicBezTo>
                <a:cubicBezTo>
                  <a:pt x="42164" y="10239"/>
                  <a:pt x="44261" y="14725"/>
                  <a:pt x="44203" y="19735"/>
                </a:cubicBezTo>
                <a:cubicBezTo>
                  <a:pt x="44145" y="24803"/>
                  <a:pt x="41931" y="29639"/>
                  <a:pt x="37605" y="34299"/>
                </a:cubicBezTo>
                <a:close/>
                <a:moveTo>
                  <a:pt x="33789" y="27978"/>
                </a:moveTo>
                <a:cubicBezTo>
                  <a:pt x="36411" y="25138"/>
                  <a:pt x="37722" y="22123"/>
                  <a:pt x="37722" y="18992"/>
                </a:cubicBezTo>
                <a:cubicBezTo>
                  <a:pt x="37722" y="15861"/>
                  <a:pt x="36469" y="13137"/>
                  <a:pt x="33906" y="10749"/>
                </a:cubicBezTo>
                <a:cubicBezTo>
                  <a:pt x="31008" y="8069"/>
                  <a:pt x="27935" y="6758"/>
                  <a:pt x="24687" y="6758"/>
                </a:cubicBezTo>
                <a:cubicBezTo>
                  <a:pt x="21453" y="6816"/>
                  <a:pt x="18322" y="8185"/>
                  <a:pt x="15307" y="10923"/>
                </a:cubicBezTo>
                <a:lnTo>
                  <a:pt x="33789" y="27978"/>
                </a:lnTo>
                <a:close/>
                <a:moveTo>
                  <a:pt x="33789" y="279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096BF-6E3B-45F1-8FC4-498733D0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506" y="2028059"/>
            <a:ext cx="48121" cy="36411"/>
          </a:xfrm>
          <a:custGeom xmlns:a="http://schemas.openxmlformats.org/drawingml/2006/main">
            <a:pathLst>
              <a:path w="48121" h="36411">
                <a:moveTo>
                  <a:pt x="43169" y="21963"/>
                </a:moveTo>
                <a:cubicBezTo>
                  <a:pt x="42950" y="21104"/>
                  <a:pt x="42543" y="20259"/>
                  <a:pt x="41975" y="19458"/>
                </a:cubicBezTo>
                <a:cubicBezTo>
                  <a:pt x="41465" y="18657"/>
                  <a:pt x="40780" y="17929"/>
                  <a:pt x="39936" y="17128"/>
                </a:cubicBezTo>
                <a:cubicBezTo>
                  <a:pt x="37037" y="14390"/>
                  <a:pt x="33906" y="13254"/>
                  <a:pt x="30542" y="13720"/>
                </a:cubicBezTo>
                <a:cubicBezTo>
                  <a:pt x="27192" y="14171"/>
                  <a:pt x="23886" y="16210"/>
                  <a:pt x="20594" y="19749"/>
                </a:cubicBezTo>
                <a:lnTo>
                  <a:pt x="5170" y="36411"/>
                </a:lnTo>
                <a:lnTo>
                  <a:pt x="0" y="31576"/>
                </a:lnTo>
                <a:lnTo>
                  <a:pt x="29172" y="0"/>
                </a:lnTo>
                <a:lnTo>
                  <a:pt x="34416" y="4835"/>
                </a:lnTo>
                <a:lnTo>
                  <a:pt x="29857" y="9729"/>
                </a:lnTo>
                <a:cubicBezTo>
                  <a:pt x="32770" y="8826"/>
                  <a:pt x="35493" y="8710"/>
                  <a:pt x="38057" y="9452"/>
                </a:cubicBezTo>
                <a:cubicBezTo>
                  <a:pt x="40678" y="10122"/>
                  <a:pt x="43227" y="11608"/>
                  <a:pt x="45732" y="13938"/>
                </a:cubicBezTo>
                <a:cubicBezTo>
                  <a:pt x="46082" y="14288"/>
                  <a:pt x="46475" y="14623"/>
                  <a:pt x="46868" y="15074"/>
                </a:cubicBezTo>
                <a:cubicBezTo>
                  <a:pt x="47276" y="15540"/>
                  <a:pt x="47669" y="16050"/>
                  <a:pt x="48121" y="16618"/>
                </a:cubicBezTo>
                <a:lnTo>
                  <a:pt x="43169" y="21963"/>
                </a:lnTo>
                <a:close/>
                <a:moveTo>
                  <a:pt x="43169" y="219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6267A-C6BE-4917-801E-498E67F5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510" y="1499823"/>
            <a:ext cx="60355" cy="60588"/>
          </a:xfrm>
          <a:custGeom xmlns:a="http://schemas.openxmlformats.org/drawingml/2006/main">
            <a:pathLst>
              <a:path w="60355" h="60588">
                <a:moveTo>
                  <a:pt x="25939" y="0"/>
                </a:moveTo>
                <a:lnTo>
                  <a:pt x="60355" y="34183"/>
                </a:lnTo>
                <a:lnTo>
                  <a:pt x="55752" y="38800"/>
                </a:lnTo>
                <a:lnTo>
                  <a:pt x="41305" y="24454"/>
                </a:lnTo>
                <a:lnTo>
                  <a:pt x="5578" y="60588"/>
                </a:lnTo>
                <a:lnTo>
                  <a:pt x="0" y="55068"/>
                </a:lnTo>
                <a:lnTo>
                  <a:pt x="35785" y="18992"/>
                </a:lnTo>
                <a:lnTo>
                  <a:pt x="21337" y="4661"/>
                </a:lnTo>
                <a:lnTo>
                  <a:pt x="25939" y="0"/>
                </a:lnTo>
                <a:close/>
                <a:moveTo>
                  <a:pt x="259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F9CD9-C2C8-4646-B10D-E22AC43E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886" y="1535608"/>
            <a:ext cx="47058" cy="47393"/>
          </a:xfrm>
          <a:custGeom xmlns:a="http://schemas.openxmlformats.org/drawingml/2006/main">
            <a:pathLst>
              <a:path w="47058" h="47393">
                <a:moveTo>
                  <a:pt x="30265" y="11885"/>
                </a:moveTo>
                <a:lnTo>
                  <a:pt x="35275" y="16836"/>
                </a:lnTo>
                <a:lnTo>
                  <a:pt x="5010" y="47393"/>
                </a:lnTo>
                <a:lnTo>
                  <a:pt x="0" y="42441"/>
                </a:lnTo>
                <a:lnTo>
                  <a:pt x="30265" y="11885"/>
                </a:lnTo>
                <a:close/>
                <a:moveTo>
                  <a:pt x="42047" y="0"/>
                </a:moveTo>
                <a:lnTo>
                  <a:pt x="47058" y="4937"/>
                </a:lnTo>
                <a:lnTo>
                  <a:pt x="40737" y="11317"/>
                </a:lnTo>
                <a:lnTo>
                  <a:pt x="35726" y="6365"/>
                </a:lnTo>
                <a:lnTo>
                  <a:pt x="42047" y="0"/>
                </a:lnTo>
                <a:close/>
                <a:moveTo>
                  <a:pt x="420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7189E-C853-4D55-9A26-D22E8242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643" y="1562683"/>
            <a:ext cx="62641" cy="51208"/>
          </a:xfrm>
          <a:custGeom xmlns:a="http://schemas.openxmlformats.org/drawingml/2006/main">
            <a:pathLst>
              <a:path w="62641" h="51208">
                <a:moveTo>
                  <a:pt x="21104" y="30949"/>
                </a:moveTo>
                <a:lnTo>
                  <a:pt x="5068" y="47160"/>
                </a:lnTo>
                <a:lnTo>
                  <a:pt x="0" y="42164"/>
                </a:lnTo>
                <a:lnTo>
                  <a:pt x="41814" y="0"/>
                </a:lnTo>
                <a:lnTo>
                  <a:pt x="46883" y="5010"/>
                </a:lnTo>
                <a:lnTo>
                  <a:pt x="42266" y="9612"/>
                </a:lnTo>
                <a:cubicBezTo>
                  <a:pt x="45120" y="8870"/>
                  <a:pt x="47786" y="8870"/>
                  <a:pt x="50291" y="9554"/>
                </a:cubicBezTo>
                <a:cubicBezTo>
                  <a:pt x="52738" y="10297"/>
                  <a:pt x="55126" y="11724"/>
                  <a:pt x="57355" y="13938"/>
                </a:cubicBezTo>
                <a:cubicBezTo>
                  <a:pt x="61039" y="17637"/>
                  <a:pt x="62641" y="22080"/>
                  <a:pt x="62015" y="27308"/>
                </a:cubicBezTo>
                <a:cubicBezTo>
                  <a:pt x="61447" y="32595"/>
                  <a:pt x="58767" y="37605"/>
                  <a:pt x="53990" y="42382"/>
                </a:cubicBezTo>
                <a:cubicBezTo>
                  <a:pt x="49213" y="47218"/>
                  <a:pt x="44203" y="49956"/>
                  <a:pt x="38974" y="50582"/>
                </a:cubicBezTo>
                <a:cubicBezTo>
                  <a:pt x="33731" y="51208"/>
                  <a:pt x="29304" y="49723"/>
                  <a:pt x="25546" y="46023"/>
                </a:cubicBezTo>
                <a:cubicBezTo>
                  <a:pt x="23332" y="43810"/>
                  <a:pt x="21847" y="41479"/>
                  <a:pt x="21104" y="38974"/>
                </a:cubicBezTo>
                <a:cubicBezTo>
                  <a:pt x="20361" y="36527"/>
                  <a:pt x="20361" y="33848"/>
                  <a:pt x="21104" y="30949"/>
                </a:cubicBezTo>
                <a:close/>
                <a:moveTo>
                  <a:pt x="48762" y="37212"/>
                </a:moveTo>
                <a:cubicBezTo>
                  <a:pt x="52461" y="33571"/>
                  <a:pt x="54558" y="29930"/>
                  <a:pt x="55126" y="26289"/>
                </a:cubicBezTo>
                <a:cubicBezTo>
                  <a:pt x="55694" y="22706"/>
                  <a:pt x="54616" y="19575"/>
                  <a:pt x="51995" y="16953"/>
                </a:cubicBezTo>
                <a:cubicBezTo>
                  <a:pt x="49330" y="14273"/>
                  <a:pt x="46198" y="13254"/>
                  <a:pt x="42615" y="13880"/>
                </a:cubicBezTo>
                <a:cubicBezTo>
                  <a:pt x="38974" y="14448"/>
                  <a:pt x="35391" y="16618"/>
                  <a:pt x="31692" y="20317"/>
                </a:cubicBezTo>
                <a:cubicBezTo>
                  <a:pt x="28051" y="24002"/>
                  <a:pt x="25939" y="27643"/>
                  <a:pt x="25371" y="31241"/>
                </a:cubicBezTo>
                <a:cubicBezTo>
                  <a:pt x="24803" y="34882"/>
                  <a:pt x="25823" y="37955"/>
                  <a:pt x="28503" y="40620"/>
                </a:cubicBezTo>
                <a:cubicBezTo>
                  <a:pt x="31182" y="43242"/>
                  <a:pt x="34314" y="44261"/>
                  <a:pt x="37897" y="43635"/>
                </a:cubicBezTo>
                <a:cubicBezTo>
                  <a:pt x="41479" y="43067"/>
                  <a:pt x="45120" y="40911"/>
                  <a:pt x="48762" y="37212"/>
                </a:cubicBezTo>
                <a:close/>
                <a:moveTo>
                  <a:pt x="48762" y="372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464E9-210C-4A35-A9E7-3FAF3BE1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25" y="1600230"/>
            <a:ext cx="49956" cy="44829"/>
          </a:xfrm>
          <a:custGeom xmlns:a="http://schemas.openxmlformats.org/drawingml/2006/main">
            <a:pathLst>
              <a:path w="49956" h="44829">
                <a:moveTo>
                  <a:pt x="49956" y="17987"/>
                </a:moveTo>
                <a:lnTo>
                  <a:pt x="45237" y="22764"/>
                </a:lnTo>
                <a:cubicBezTo>
                  <a:pt x="44552" y="20594"/>
                  <a:pt x="43635" y="18613"/>
                  <a:pt x="42441" y="16734"/>
                </a:cubicBezTo>
                <a:cubicBezTo>
                  <a:pt x="41305" y="14856"/>
                  <a:pt x="39877" y="13093"/>
                  <a:pt x="38232" y="11491"/>
                </a:cubicBezTo>
                <a:cubicBezTo>
                  <a:pt x="35785" y="8986"/>
                  <a:pt x="33513" y="7573"/>
                  <a:pt x="31517" y="7064"/>
                </a:cubicBezTo>
                <a:cubicBezTo>
                  <a:pt x="29522" y="6598"/>
                  <a:pt x="27760" y="7107"/>
                  <a:pt x="26230" y="8651"/>
                </a:cubicBezTo>
                <a:cubicBezTo>
                  <a:pt x="25094" y="9846"/>
                  <a:pt x="24643" y="11156"/>
                  <a:pt x="24861" y="12744"/>
                </a:cubicBezTo>
                <a:cubicBezTo>
                  <a:pt x="25094" y="14288"/>
                  <a:pt x="26289" y="16676"/>
                  <a:pt x="28328" y="19910"/>
                </a:cubicBezTo>
                <a:lnTo>
                  <a:pt x="29697" y="22021"/>
                </a:lnTo>
                <a:cubicBezTo>
                  <a:pt x="32493" y="26347"/>
                  <a:pt x="33964" y="29930"/>
                  <a:pt x="34081" y="32770"/>
                </a:cubicBezTo>
                <a:cubicBezTo>
                  <a:pt x="34197" y="35668"/>
                  <a:pt x="33061" y="38348"/>
                  <a:pt x="30556" y="40853"/>
                </a:cubicBezTo>
                <a:cubicBezTo>
                  <a:pt x="27760" y="43693"/>
                  <a:pt x="24410" y="44829"/>
                  <a:pt x="20536" y="44261"/>
                </a:cubicBezTo>
                <a:cubicBezTo>
                  <a:pt x="16618" y="43693"/>
                  <a:pt x="12744" y="41421"/>
                  <a:pt x="8826" y="37547"/>
                </a:cubicBezTo>
                <a:cubicBezTo>
                  <a:pt x="7166" y="35901"/>
                  <a:pt x="5636" y="34081"/>
                  <a:pt x="4151" y="31969"/>
                </a:cubicBezTo>
                <a:cubicBezTo>
                  <a:pt x="2680" y="29930"/>
                  <a:pt x="1311" y="27600"/>
                  <a:pt x="0" y="25036"/>
                </a:cubicBezTo>
                <a:lnTo>
                  <a:pt x="5127" y="19808"/>
                </a:lnTo>
                <a:cubicBezTo>
                  <a:pt x="6030" y="22648"/>
                  <a:pt x="7107" y="25153"/>
                  <a:pt x="8418" y="27425"/>
                </a:cubicBezTo>
                <a:cubicBezTo>
                  <a:pt x="9787" y="29697"/>
                  <a:pt x="11317" y="31692"/>
                  <a:pt x="13093" y="33454"/>
                </a:cubicBezTo>
                <a:cubicBezTo>
                  <a:pt x="15424" y="35785"/>
                  <a:pt x="17637" y="37212"/>
                  <a:pt x="19749" y="37664"/>
                </a:cubicBezTo>
                <a:cubicBezTo>
                  <a:pt x="21788" y="38057"/>
                  <a:pt x="23551" y="37605"/>
                  <a:pt x="25036" y="36134"/>
                </a:cubicBezTo>
                <a:cubicBezTo>
                  <a:pt x="26405" y="34765"/>
                  <a:pt x="26973" y="33221"/>
                  <a:pt x="26740" y="31634"/>
                </a:cubicBezTo>
                <a:cubicBezTo>
                  <a:pt x="26565" y="29988"/>
                  <a:pt x="25255" y="27250"/>
                  <a:pt x="22808" y="23492"/>
                </a:cubicBezTo>
                <a:lnTo>
                  <a:pt x="21453" y="21395"/>
                </a:lnTo>
                <a:cubicBezTo>
                  <a:pt x="19007" y="17637"/>
                  <a:pt x="17754" y="14390"/>
                  <a:pt x="17696" y="11666"/>
                </a:cubicBezTo>
                <a:cubicBezTo>
                  <a:pt x="17696" y="8986"/>
                  <a:pt x="18832" y="6437"/>
                  <a:pt x="21162" y="4049"/>
                </a:cubicBezTo>
                <a:cubicBezTo>
                  <a:pt x="24017" y="1194"/>
                  <a:pt x="27250" y="0"/>
                  <a:pt x="30833" y="451"/>
                </a:cubicBezTo>
                <a:cubicBezTo>
                  <a:pt x="34416" y="918"/>
                  <a:pt x="38057" y="2957"/>
                  <a:pt x="41814" y="6714"/>
                </a:cubicBezTo>
                <a:cubicBezTo>
                  <a:pt x="43693" y="8535"/>
                  <a:pt x="45281" y="10414"/>
                  <a:pt x="46650" y="12292"/>
                </a:cubicBezTo>
                <a:cubicBezTo>
                  <a:pt x="48019" y="14171"/>
                  <a:pt x="49097" y="16108"/>
                  <a:pt x="49956" y="17987"/>
                </a:cubicBezTo>
                <a:close/>
                <a:moveTo>
                  <a:pt x="49956" y="179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62CE5-52F1-4F7D-8E83-F930495E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616" y="1651206"/>
            <a:ext cx="12627" cy="12627"/>
          </a:xfrm>
          <a:custGeom xmlns:a="http://schemas.openxmlformats.org/drawingml/2006/main">
            <a:pathLst>
              <a:path w="12627" h="12627">
                <a:moveTo>
                  <a:pt x="6889" y="0"/>
                </a:moveTo>
                <a:lnTo>
                  <a:pt x="12627" y="5695"/>
                </a:lnTo>
                <a:lnTo>
                  <a:pt x="5753" y="12627"/>
                </a:lnTo>
                <a:lnTo>
                  <a:pt x="0" y="6947"/>
                </a:lnTo>
                <a:lnTo>
                  <a:pt x="6889" y="0"/>
                </a:lnTo>
                <a:close/>
                <a:moveTo>
                  <a:pt x="688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EB817-FB70-49E6-9B9C-5FED6978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30" y="1628907"/>
            <a:ext cx="60311" cy="60530"/>
          </a:xfrm>
          <a:custGeom xmlns:a="http://schemas.openxmlformats.org/drawingml/2006/main">
            <a:pathLst>
              <a:path w="60311" h="60530">
                <a:moveTo>
                  <a:pt x="25895" y="0"/>
                </a:moveTo>
                <a:lnTo>
                  <a:pt x="60311" y="34197"/>
                </a:lnTo>
                <a:lnTo>
                  <a:pt x="55752" y="38800"/>
                </a:lnTo>
                <a:lnTo>
                  <a:pt x="41305" y="24468"/>
                </a:lnTo>
                <a:lnTo>
                  <a:pt x="5520" y="60530"/>
                </a:lnTo>
                <a:lnTo>
                  <a:pt x="0" y="55068"/>
                </a:lnTo>
                <a:lnTo>
                  <a:pt x="35726" y="19007"/>
                </a:lnTo>
                <a:lnTo>
                  <a:pt x="21279" y="4661"/>
                </a:lnTo>
                <a:lnTo>
                  <a:pt x="25895" y="0"/>
                </a:lnTo>
                <a:close/>
                <a:moveTo>
                  <a:pt x="258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06639-E17F-4EBE-AA10-866CB1EB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062" y="1664692"/>
            <a:ext cx="47101" cy="47393"/>
          </a:xfrm>
          <a:custGeom xmlns:a="http://schemas.openxmlformats.org/drawingml/2006/main">
            <a:pathLst>
              <a:path w="47101" h="47393">
                <a:moveTo>
                  <a:pt x="30265" y="11885"/>
                </a:moveTo>
                <a:lnTo>
                  <a:pt x="35275" y="16836"/>
                </a:lnTo>
                <a:lnTo>
                  <a:pt x="4996" y="47393"/>
                </a:lnTo>
                <a:lnTo>
                  <a:pt x="0" y="42441"/>
                </a:lnTo>
                <a:lnTo>
                  <a:pt x="30265" y="11885"/>
                </a:lnTo>
                <a:close/>
                <a:moveTo>
                  <a:pt x="42033" y="0"/>
                </a:moveTo>
                <a:lnTo>
                  <a:pt x="47101" y="4952"/>
                </a:lnTo>
                <a:lnTo>
                  <a:pt x="40780" y="11317"/>
                </a:lnTo>
                <a:lnTo>
                  <a:pt x="35785" y="6365"/>
                </a:lnTo>
                <a:lnTo>
                  <a:pt x="42033" y="0"/>
                </a:lnTo>
                <a:close/>
                <a:moveTo>
                  <a:pt x="420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46C9B-211B-4952-A4F7-1A04BE7D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864" y="1691767"/>
            <a:ext cx="62583" cy="51208"/>
          </a:xfrm>
          <a:custGeom xmlns:a="http://schemas.openxmlformats.org/drawingml/2006/main">
            <a:pathLst>
              <a:path w="62583" h="51208">
                <a:moveTo>
                  <a:pt x="21118" y="30949"/>
                </a:moveTo>
                <a:lnTo>
                  <a:pt x="5010" y="47174"/>
                </a:lnTo>
                <a:lnTo>
                  <a:pt x="0" y="42164"/>
                </a:lnTo>
                <a:lnTo>
                  <a:pt x="41771" y="0"/>
                </a:lnTo>
                <a:lnTo>
                  <a:pt x="46825" y="5010"/>
                </a:lnTo>
                <a:lnTo>
                  <a:pt x="42222" y="9612"/>
                </a:lnTo>
                <a:cubicBezTo>
                  <a:pt x="45120" y="8884"/>
                  <a:pt x="47742" y="8826"/>
                  <a:pt x="50247" y="9569"/>
                </a:cubicBezTo>
                <a:cubicBezTo>
                  <a:pt x="52752" y="10297"/>
                  <a:pt x="55083" y="11724"/>
                  <a:pt x="57355" y="13938"/>
                </a:cubicBezTo>
                <a:cubicBezTo>
                  <a:pt x="61054" y="17637"/>
                  <a:pt x="62583" y="22080"/>
                  <a:pt x="61957" y="27308"/>
                </a:cubicBezTo>
                <a:cubicBezTo>
                  <a:pt x="61389" y="32610"/>
                  <a:pt x="58724" y="37605"/>
                  <a:pt x="53947" y="42382"/>
                </a:cubicBezTo>
                <a:cubicBezTo>
                  <a:pt x="49213" y="47232"/>
                  <a:pt x="44217" y="49898"/>
                  <a:pt x="38916" y="50582"/>
                </a:cubicBezTo>
                <a:cubicBezTo>
                  <a:pt x="33687" y="51208"/>
                  <a:pt x="29245" y="49723"/>
                  <a:pt x="25546" y="46023"/>
                </a:cubicBezTo>
                <a:cubicBezTo>
                  <a:pt x="23274" y="43810"/>
                  <a:pt x="21803" y="41479"/>
                  <a:pt x="21060" y="38974"/>
                </a:cubicBezTo>
                <a:cubicBezTo>
                  <a:pt x="20376" y="36469"/>
                  <a:pt x="20376" y="33862"/>
                  <a:pt x="21118" y="30949"/>
                </a:cubicBezTo>
                <a:close/>
                <a:moveTo>
                  <a:pt x="48762" y="37212"/>
                </a:moveTo>
                <a:cubicBezTo>
                  <a:pt x="52403" y="33571"/>
                  <a:pt x="54515" y="29872"/>
                  <a:pt x="55083" y="26289"/>
                </a:cubicBezTo>
                <a:cubicBezTo>
                  <a:pt x="55651" y="22706"/>
                  <a:pt x="54616" y="19575"/>
                  <a:pt x="51951" y="16953"/>
                </a:cubicBezTo>
                <a:cubicBezTo>
                  <a:pt x="49271" y="14288"/>
                  <a:pt x="46140" y="13254"/>
                  <a:pt x="42557" y="13880"/>
                </a:cubicBezTo>
                <a:cubicBezTo>
                  <a:pt x="38974" y="14462"/>
                  <a:pt x="35333" y="16618"/>
                  <a:pt x="31634" y="20317"/>
                </a:cubicBezTo>
                <a:cubicBezTo>
                  <a:pt x="27993" y="24017"/>
                  <a:pt x="25895" y="27658"/>
                  <a:pt x="25327" y="31241"/>
                </a:cubicBezTo>
                <a:cubicBezTo>
                  <a:pt x="24759" y="34823"/>
                  <a:pt x="25837" y="37955"/>
                  <a:pt x="28459" y="40620"/>
                </a:cubicBezTo>
                <a:cubicBezTo>
                  <a:pt x="31124" y="43242"/>
                  <a:pt x="34255" y="44261"/>
                  <a:pt x="37838" y="43635"/>
                </a:cubicBezTo>
                <a:cubicBezTo>
                  <a:pt x="41479" y="43067"/>
                  <a:pt x="45062" y="40911"/>
                  <a:pt x="48762" y="37212"/>
                </a:cubicBezTo>
                <a:close/>
                <a:moveTo>
                  <a:pt x="48762" y="372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BA89C-DFEB-4E0E-A059-262C9EEF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902" y="1729314"/>
            <a:ext cx="49941" cy="44844"/>
          </a:xfrm>
          <a:custGeom xmlns:a="http://schemas.openxmlformats.org/drawingml/2006/main">
            <a:pathLst>
              <a:path w="49941" h="44844">
                <a:moveTo>
                  <a:pt x="49941" y="17987"/>
                </a:moveTo>
                <a:lnTo>
                  <a:pt x="45281" y="22764"/>
                </a:lnTo>
                <a:cubicBezTo>
                  <a:pt x="44596" y="20609"/>
                  <a:pt x="43635" y="18613"/>
                  <a:pt x="42499" y="16734"/>
                </a:cubicBezTo>
                <a:cubicBezTo>
                  <a:pt x="41305" y="14856"/>
                  <a:pt x="39936" y="13093"/>
                  <a:pt x="38275" y="11491"/>
                </a:cubicBezTo>
                <a:cubicBezTo>
                  <a:pt x="35785" y="9001"/>
                  <a:pt x="33498" y="7515"/>
                  <a:pt x="31517" y="7064"/>
                </a:cubicBezTo>
                <a:cubicBezTo>
                  <a:pt x="29522" y="6612"/>
                  <a:pt x="27760" y="7122"/>
                  <a:pt x="26274" y="8651"/>
                </a:cubicBezTo>
                <a:cubicBezTo>
                  <a:pt x="25080" y="9787"/>
                  <a:pt x="24628" y="11156"/>
                  <a:pt x="24861" y="12700"/>
                </a:cubicBezTo>
                <a:cubicBezTo>
                  <a:pt x="25080" y="14288"/>
                  <a:pt x="26274" y="16676"/>
                  <a:pt x="28386" y="19924"/>
                </a:cubicBezTo>
                <a:lnTo>
                  <a:pt x="29697" y="22021"/>
                </a:lnTo>
                <a:cubicBezTo>
                  <a:pt x="32537" y="26347"/>
                  <a:pt x="33964" y="29930"/>
                  <a:pt x="34066" y="32770"/>
                </a:cubicBezTo>
                <a:cubicBezTo>
                  <a:pt x="34241" y="35683"/>
                  <a:pt x="33047" y="38348"/>
                  <a:pt x="30600" y="40853"/>
                </a:cubicBezTo>
                <a:cubicBezTo>
                  <a:pt x="27760" y="43693"/>
                  <a:pt x="24395" y="44844"/>
                  <a:pt x="20536" y="44261"/>
                </a:cubicBezTo>
                <a:cubicBezTo>
                  <a:pt x="16662" y="43693"/>
                  <a:pt x="12744" y="41421"/>
                  <a:pt x="8811" y="37562"/>
                </a:cubicBezTo>
                <a:cubicBezTo>
                  <a:pt x="7166" y="35901"/>
                  <a:pt x="5622" y="34081"/>
                  <a:pt x="4151" y="31983"/>
                </a:cubicBezTo>
                <a:cubicBezTo>
                  <a:pt x="2724" y="29930"/>
                  <a:pt x="1296" y="27600"/>
                  <a:pt x="0" y="24978"/>
                </a:cubicBezTo>
                <a:lnTo>
                  <a:pt x="5112" y="19808"/>
                </a:lnTo>
                <a:cubicBezTo>
                  <a:pt x="6030" y="22648"/>
                  <a:pt x="7107" y="25153"/>
                  <a:pt x="8476" y="27425"/>
                </a:cubicBezTo>
                <a:cubicBezTo>
                  <a:pt x="9773" y="29697"/>
                  <a:pt x="11317" y="31692"/>
                  <a:pt x="13079" y="33454"/>
                </a:cubicBezTo>
                <a:cubicBezTo>
                  <a:pt x="15467" y="35785"/>
                  <a:pt x="17681" y="37212"/>
                  <a:pt x="19735" y="37605"/>
                </a:cubicBezTo>
                <a:cubicBezTo>
                  <a:pt x="21847" y="38071"/>
                  <a:pt x="23609" y="37562"/>
                  <a:pt x="25022" y="36134"/>
                </a:cubicBezTo>
                <a:cubicBezTo>
                  <a:pt x="26391" y="34765"/>
                  <a:pt x="26959" y="33236"/>
                  <a:pt x="26784" y="31634"/>
                </a:cubicBezTo>
                <a:cubicBezTo>
                  <a:pt x="26565" y="29988"/>
                  <a:pt x="25255" y="27265"/>
                  <a:pt x="22808" y="23507"/>
                </a:cubicBezTo>
                <a:lnTo>
                  <a:pt x="21497" y="21395"/>
                </a:lnTo>
                <a:cubicBezTo>
                  <a:pt x="18992" y="17637"/>
                  <a:pt x="17739" y="14404"/>
                  <a:pt x="17739" y="11666"/>
                </a:cubicBezTo>
                <a:cubicBezTo>
                  <a:pt x="17681" y="8943"/>
                  <a:pt x="18832" y="6437"/>
                  <a:pt x="21162" y="4049"/>
                </a:cubicBezTo>
                <a:cubicBezTo>
                  <a:pt x="24060" y="1194"/>
                  <a:pt x="27250" y="0"/>
                  <a:pt x="30833" y="466"/>
                </a:cubicBezTo>
                <a:cubicBezTo>
                  <a:pt x="34416" y="918"/>
                  <a:pt x="38115" y="2971"/>
                  <a:pt x="41814" y="6714"/>
                </a:cubicBezTo>
                <a:cubicBezTo>
                  <a:pt x="43693" y="8535"/>
                  <a:pt x="45281" y="10414"/>
                  <a:pt x="46650" y="12292"/>
                </a:cubicBezTo>
                <a:cubicBezTo>
                  <a:pt x="48004" y="14171"/>
                  <a:pt x="49155" y="16108"/>
                  <a:pt x="49941" y="17987"/>
                </a:cubicBezTo>
                <a:close/>
                <a:moveTo>
                  <a:pt x="49941" y="179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3BF8E-A24E-498F-B0CE-FA727A5C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327" y="1745991"/>
            <a:ext cx="60369" cy="46198"/>
          </a:xfrm>
          <a:custGeom xmlns:a="http://schemas.openxmlformats.org/drawingml/2006/main">
            <a:pathLst>
              <a:path w="60369" h="46198">
                <a:moveTo>
                  <a:pt x="41363" y="10006"/>
                </a:moveTo>
                <a:lnTo>
                  <a:pt x="26230" y="25313"/>
                </a:lnTo>
                <a:lnTo>
                  <a:pt x="33178" y="32144"/>
                </a:lnTo>
                <a:cubicBezTo>
                  <a:pt x="35741" y="34707"/>
                  <a:pt x="38348" y="36018"/>
                  <a:pt x="41086" y="36076"/>
                </a:cubicBezTo>
                <a:cubicBezTo>
                  <a:pt x="43751" y="36120"/>
                  <a:pt x="46373" y="34925"/>
                  <a:pt x="48820" y="32479"/>
                </a:cubicBezTo>
                <a:cubicBezTo>
                  <a:pt x="51208" y="30032"/>
                  <a:pt x="52344" y="27483"/>
                  <a:pt x="52286" y="24745"/>
                </a:cubicBezTo>
                <a:cubicBezTo>
                  <a:pt x="52228" y="22021"/>
                  <a:pt x="50873" y="19400"/>
                  <a:pt x="48310" y="16895"/>
                </a:cubicBezTo>
                <a:lnTo>
                  <a:pt x="41363" y="10006"/>
                </a:lnTo>
                <a:close/>
                <a:moveTo>
                  <a:pt x="40402" y="0"/>
                </a:moveTo>
                <a:lnTo>
                  <a:pt x="52796" y="12351"/>
                </a:lnTo>
                <a:cubicBezTo>
                  <a:pt x="57355" y="16895"/>
                  <a:pt x="59801" y="21337"/>
                  <a:pt x="60078" y="25721"/>
                </a:cubicBezTo>
                <a:cubicBezTo>
                  <a:pt x="60369" y="30090"/>
                  <a:pt x="58549" y="34255"/>
                  <a:pt x="54616" y="38232"/>
                </a:cubicBezTo>
                <a:cubicBezTo>
                  <a:pt x="50640" y="42266"/>
                  <a:pt x="46431" y="44145"/>
                  <a:pt x="42047" y="43868"/>
                </a:cubicBezTo>
                <a:cubicBezTo>
                  <a:pt x="37664" y="43635"/>
                  <a:pt x="33236" y="41246"/>
                  <a:pt x="28677" y="36702"/>
                </a:cubicBezTo>
                <a:lnTo>
                  <a:pt x="21745" y="29813"/>
                </a:lnTo>
                <a:lnTo>
                  <a:pt x="5520" y="46198"/>
                </a:lnTo>
                <a:lnTo>
                  <a:pt x="0" y="40737"/>
                </a:lnTo>
                <a:lnTo>
                  <a:pt x="40402" y="0"/>
                </a:lnTo>
                <a:close/>
                <a:moveTo>
                  <a:pt x="404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A8DC0-C515-47FE-957F-F8DF7E74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014" y="1779387"/>
            <a:ext cx="63777" cy="46198"/>
          </a:xfrm>
          <a:custGeom xmlns:a="http://schemas.openxmlformats.org/drawingml/2006/main">
            <a:pathLst>
              <a:path w="63777" h="46198">
                <a:moveTo>
                  <a:pt x="40329" y="0"/>
                </a:moveTo>
                <a:lnTo>
                  <a:pt x="63777" y="23216"/>
                </a:lnTo>
                <a:lnTo>
                  <a:pt x="59161" y="27876"/>
                </a:lnTo>
                <a:lnTo>
                  <a:pt x="41246" y="10122"/>
                </a:lnTo>
                <a:lnTo>
                  <a:pt x="29362" y="22123"/>
                </a:lnTo>
                <a:lnTo>
                  <a:pt x="45514" y="38115"/>
                </a:lnTo>
                <a:lnTo>
                  <a:pt x="40911" y="42732"/>
                </a:lnTo>
                <a:lnTo>
                  <a:pt x="24745" y="26740"/>
                </a:lnTo>
                <a:lnTo>
                  <a:pt x="5520" y="46198"/>
                </a:lnTo>
                <a:lnTo>
                  <a:pt x="0" y="40737"/>
                </a:lnTo>
                <a:lnTo>
                  <a:pt x="40329" y="0"/>
                </a:lnTo>
                <a:close/>
                <a:moveTo>
                  <a:pt x="403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14EDE-B6C9-49FB-ABA8-87D466D7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158" y="1811239"/>
            <a:ext cx="45849" cy="65831"/>
          </a:xfrm>
          <a:custGeom xmlns:a="http://schemas.openxmlformats.org/drawingml/2006/main">
            <a:pathLst>
              <a:path w="45849" h="65831">
                <a:moveTo>
                  <a:pt x="40329" y="0"/>
                </a:moveTo>
                <a:lnTo>
                  <a:pt x="45849" y="5462"/>
                </a:lnTo>
                <a:lnTo>
                  <a:pt x="10064" y="41538"/>
                </a:lnTo>
                <a:lnTo>
                  <a:pt x="29930" y="61229"/>
                </a:lnTo>
                <a:lnTo>
                  <a:pt x="25313" y="65831"/>
                </a:lnTo>
                <a:lnTo>
                  <a:pt x="0" y="40737"/>
                </a:lnTo>
                <a:lnTo>
                  <a:pt x="40329" y="0"/>
                </a:lnTo>
                <a:close/>
                <a:moveTo>
                  <a:pt x="403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1E63C-9DAF-4B7B-A801-C6CE67D9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224" y="1842086"/>
            <a:ext cx="60413" cy="46198"/>
          </a:xfrm>
          <a:custGeom xmlns:a="http://schemas.openxmlformats.org/drawingml/2006/main">
            <a:pathLst>
              <a:path w="60413" h="46198">
                <a:moveTo>
                  <a:pt x="41421" y="10006"/>
                </a:moveTo>
                <a:lnTo>
                  <a:pt x="26230" y="25313"/>
                </a:lnTo>
                <a:lnTo>
                  <a:pt x="33163" y="32202"/>
                </a:lnTo>
                <a:cubicBezTo>
                  <a:pt x="35726" y="34692"/>
                  <a:pt x="38392" y="36003"/>
                  <a:pt x="41072" y="36061"/>
                </a:cubicBezTo>
                <a:cubicBezTo>
                  <a:pt x="43810" y="36120"/>
                  <a:pt x="46358" y="34925"/>
                  <a:pt x="48805" y="32479"/>
                </a:cubicBezTo>
                <a:cubicBezTo>
                  <a:pt x="51194" y="30032"/>
                  <a:pt x="52388" y="27468"/>
                  <a:pt x="52286" y="24745"/>
                </a:cubicBezTo>
                <a:cubicBezTo>
                  <a:pt x="52228" y="22065"/>
                  <a:pt x="50917" y="19400"/>
                  <a:pt x="48354" y="16895"/>
                </a:cubicBezTo>
                <a:lnTo>
                  <a:pt x="41421" y="10006"/>
                </a:lnTo>
                <a:close/>
                <a:moveTo>
                  <a:pt x="40387" y="0"/>
                </a:moveTo>
                <a:lnTo>
                  <a:pt x="52854" y="12336"/>
                </a:lnTo>
                <a:cubicBezTo>
                  <a:pt x="57398" y="16895"/>
                  <a:pt x="59845" y="21322"/>
                  <a:pt x="60136" y="25706"/>
                </a:cubicBezTo>
                <a:cubicBezTo>
                  <a:pt x="60413" y="30090"/>
                  <a:pt x="58593" y="34241"/>
                  <a:pt x="54616" y="38232"/>
                </a:cubicBezTo>
                <a:cubicBezTo>
                  <a:pt x="50626" y="42266"/>
                  <a:pt x="46475" y="44145"/>
                  <a:pt x="42091" y="43853"/>
                </a:cubicBezTo>
                <a:cubicBezTo>
                  <a:pt x="37722" y="43635"/>
                  <a:pt x="33221" y="41246"/>
                  <a:pt x="28677" y="36688"/>
                </a:cubicBezTo>
                <a:lnTo>
                  <a:pt x="21730" y="29799"/>
                </a:lnTo>
                <a:lnTo>
                  <a:pt x="5520" y="46198"/>
                </a:lnTo>
                <a:lnTo>
                  <a:pt x="0" y="40722"/>
                </a:lnTo>
                <a:lnTo>
                  <a:pt x="40387" y="0"/>
                </a:lnTo>
                <a:close/>
                <a:moveTo>
                  <a:pt x="403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4971B-515F-41B8-A01C-2619634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736" y="1873546"/>
            <a:ext cx="47043" cy="47451"/>
          </a:xfrm>
          <a:custGeom xmlns:a="http://schemas.openxmlformats.org/drawingml/2006/main">
            <a:pathLst>
              <a:path w="47043" h="47451">
                <a:moveTo>
                  <a:pt x="42033" y="0"/>
                </a:moveTo>
                <a:lnTo>
                  <a:pt x="47043" y="5010"/>
                </a:lnTo>
                <a:lnTo>
                  <a:pt x="4996" y="47451"/>
                </a:lnTo>
                <a:lnTo>
                  <a:pt x="0" y="42441"/>
                </a:lnTo>
                <a:lnTo>
                  <a:pt x="42033" y="0"/>
                </a:lnTo>
                <a:close/>
                <a:moveTo>
                  <a:pt x="420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A3E5B-E705-4D9C-8CB0-F16869B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529" y="1900344"/>
            <a:ext cx="51034" cy="55869"/>
          </a:xfrm>
          <a:custGeom xmlns:a="http://schemas.openxmlformats.org/drawingml/2006/main">
            <a:pathLst>
              <a:path w="51034" h="55869">
                <a:moveTo>
                  <a:pt x="7107" y="18482"/>
                </a:moveTo>
                <a:lnTo>
                  <a:pt x="25488" y="0"/>
                </a:lnTo>
                <a:lnTo>
                  <a:pt x="30498" y="4937"/>
                </a:lnTo>
                <a:lnTo>
                  <a:pt x="12351" y="23259"/>
                </a:lnTo>
                <a:cubicBezTo>
                  <a:pt x="9438" y="26158"/>
                  <a:pt x="7850" y="28896"/>
                  <a:pt x="7559" y="31459"/>
                </a:cubicBezTo>
                <a:cubicBezTo>
                  <a:pt x="7282" y="34022"/>
                  <a:pt x="8243" y="36411"/>
                  <a:pt x="10472" y="38625"/>
                </a:cubicBezTo>
                <a:cubicBezTo>
                  <a:pt x="13195" y="41305"/>
                  <a:pt x="16210" y="42557"/>
                  <a:pt x="19458" y="42382"/>
                </a:cubicBezTo>
                <a:cubicBezTo>
                  <a:pt x="22750" y="42266"/>
                  <a:pt x="25881" y="40678"/>
                  <a:pt x="28837" y="37664"/>
                </a:cubicBezTo>
                <a:lnTo>
                  <a:pt x="46023" y="20361"/>
                </a:lnTo>
                <a:lnTo>
                  <a:pt x="51034" y="25371"/>
                </a:lnTo>
                <a:lnTo>
                  <a:pt x="20769" y="55869"/>
                </a:lnTo>
                <a:lnTo>
                  <a:pt x="15759" y="50917"/>
                </a:lnTo>
                <a:lnTo>
                  <a:pt x="20361" y="46198"/>
                </a:lnTo>
                <a:cubicBezTo>
                  <a:pt x="17346" y="46868"/>
                  <a:pt x="14564" y="46810"/>
                  <a:pt x="12059" y="46140"/>
                </a:cubicBezTo>
                <a:cubicBezTo>
                  <a:pt x="9554" y="45455"/>
                  <a:pt x="7224" y="44028"/>
                  <a:pt x="5127" y="41931"/>
                </a:cubicBezTo>
                <a:cubicBezTo>
                  <a:pt x="1588" y="38450"/>
                  <a:pt x="0" y="34751"/>
                  <a:pt x="335" y="30775"/>
                </a:cubicBezTo>
                <a:cubicBezTo>
                  <a:pt x="685" y="26784"/>
                  <a:pt x="2957" y="22691"/>
                  <a:pt x="7107" y="18482"/>
                </a:cubicBezTo>
                <a:close/>
                <a:moveTo>
                  <a:pt x="7107" y="184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13870-0463-430C-9092-FD04FE1C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177" y="1940163"/>
            <a:ext cx="63821" cy="55869"/>
          </a:xfrm>
          <a:custGeom xmlns:a="http://schemas.openxmlformats.org/drawingml/2006/main">
            <a:pathLst>
              <a:path w="63821" h="55869">
                <a:moveTo>
                  <a:pt x="44028" y="30614"/>
                </a:moveTo>
                <a:cubicBezTo>
                  <a:pt x="47611" y="26973"/>
                  <a:pt x="49665" y="23434"/>
                  <a:pt x="50174" y="19910"/>
                </a:cubicBezTo>
                <a:cubicBezTo>
                  <a:pt x="50626" y="16443"/>
                  <a:pt x="49548" y="13370"/>
                  <a:pt x="46810" y="10690"/>
                </a:cubicBezTo>
                <a:cubicBezTo>
                  <a:pt x="44145" y="8025"/>
                  <a:pt x="41072" y="6947"/>
                  <a:pt x="37547" y="7457"/>
                </a:cubicBezTo>
                <a:cubicBezTo>
                  <a:pt x="34066" y="7967"/>
                  <a:pt x="30542" y="10020"/>
                  <a:pt x="26959" y="13661"/>
                </a:cubicBezTo>
                <a:cubicBezTo>
                  <a:pt x="23376" y="17302"/>
                  <a:pt x="21322" y="20827"/>
                  <a:pt x="20813" y="24352"/>
                </a:cubicBezTo>
                <a:cubicBezTo>
                  <a:pt x="20361" y="27818"/>
                  <a:pt x="21439" y="30891"/>
                  <a:pt x="24119" y="33571"/>
                </a:cubicBezTo>
                <a:cubicBezTo>
                  <a:pt x="26842" y="36236"/>
                  <a:pt x="29915" y="37314"/>
                  <a:pt x="33454" y="36804"/>
                </a:cubicBezTo>
                <a:cubicBezTo>
                  <a:pt x="36921" y="36294"/>
                  <a:pt x="40445" y="34255"/>
                  <a:pt x="44028" y="30614"/>
                </a:cubicBezTo>
                <a:close/>
                <a:moveTo>
                  <a:pt x="37314" y="47451"/>
                </a:moveTo>
                <a:cubicBezTo>
                  <a:pt x="32144" y="52621"/>
                  <a:pt x="27192" y="55359"/>
                  <a:pt x="22356" y="55578"/>
                </a:cubicBezTo>
                <a:cubicBezTo>
                  <a:pt x="17521" y="55869"/>
                  <a:pt x="12744" y="53597"/>
                  <a:pt x="7967" y="48864"/>
                </a:cubicBezTo>
                <a:cubicBezTo>
                  <a:pt x="6190" y="47101"/>
                  <a:pt x="4661" y="45339"/>
                  <a:pt x="3350" y="43518"/>
                </a:cubicBezTo>
                <a:cubicBezTo>
                  <a:pt x="2039" y="41698"/>
                  <a:pt x="961" y="39819"/>
                  <a:pt x="0" y="37838"/>
                </a:cubicBezTo>
                <a:lnTo>
                  <a:pt x="4835" y="32945"/>
                </a:lnTo>
                <a:cubicBezTo>
                  <a:pt x="5520" y="35217"/>
                  <a:pt x="6423" y="37212"/>
                  <a:pt x="7442" y="39033"/>
                </a:cubicBezTo>
                <a:cubicBezTo>
                  <a:pt x="8535" y="40853"/>
                  <a:pt x="9773" y="42499"/>
                  <a:pt x="11258" y="43926"/>
                </a:cubicBezTo>
                <a:cubicBezTo>
                  <a:pt x="14564" y="47218"/>
                  <a:pt x="17914" y="48820"/>
                  <a:pt x="21220" y="48703"/>
                </a:cubicBezTo>
                <a:cubicBezTo>
                  <a:pt x="24570" y="48587"/>
                  <a:pt x="27935" y="46825"/>
                  <a:pt x="31401" y="43358"/>
                </a:cubicBezTo>
                <a:lnTo>
                  <a:pt x="33848" y="40853"/>
                </a:lnTo>
                <a:cubicBezTo>
                  <a:pt x="31051" y="41640"/>
                  <a:pt x="28386" y="41640"/>
                  <a:pt x="25881" y="40955"/>
                </a:cubicBezTo>
                <a:cubicBezTo>
                  <a:pt x="23376" y="40227"/>
                  <a:pt x="20987" y="38741"/>
                  <a:pt x="18774" y="36527"/>
                </a:cubicBezTo>
                <a:cubicBezTo>
                  <a:pt x="15016" y="32828"/>
                  <a:pt x="13414" y="28386"/>
                  <a:pt x="13938" y="23274"/>
                </a:cubicBezTo>
                <a:cubicBezTo>
                  <a:pt x="14506" y="18147"/>
                  <a:pt x="17055" y="13254"/>
                  <a:pt x="21730" y="8535"/>
                </a:cubicBezTo>
                <a:cubicBezTo>
                  <a:pt x="26449" y="3816"/>
                  <a:pt x="31343" y="1136"/>
                  <a:pt x="36469" y="568"/>
                </a:cubicBezTo>
                <a:cubicBezTo>
                  <a:pt x="41581" y="0"/>
                  <a:pt x="46023" y="1529"/>
                  <a:pt x="49781" y="5229"/>
                </a:cubicBezTo>
                <a:cubicBezTo>
                  <a:pt x="51995" y="7515"/>
                  <a:pt x="53524" y="9846"/>
                  <a:pt x="54267" y="12351"/>
                </a:cubicBezTo>
                <a:cubicBezTo>
                  <a:pt x="54951" y="14856"/>
                  <a:pt x="54951" y="17521"/>
                  <a:pt x="54209" y="20317"/>
                </a:cubicBezTo>
                <a:lnTo>
                  <a:pt x="58826" y="15700"/>
                </a:lnTo>
                <a:lnTo>
                  <a:pt x="63821" y="20652"/>
                </a:lnTo>
                <a:lnTo>
                  <a:pt x="37314" y="47451"/>
                </a:lnTo>
                <a:close/>
                <a:moveTo>
                  <a:pt x="37314" y="474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012F9-D397-4BC1-8AE4-9CD00CFF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088" y="1959170"/>
            <a:ext cx="47058" cy="47436"/>
          </a:xfrm>
          <a:custGeom xmlns:a="http://schemas.openxmlformats.org/drawingml/2006/main">
            <a:pathLst>
              <a:path w="47058" h="47436">
                <a:moveTo>
                  <a:pt x="30265" y="11943"/>
                </a:moveTo>
                <a:lnTo>
                  <a:pt x="35275" y="16895"/>
                </a:lnTo>
                <a:lnTo>
                  <a:pt x="5010" y="47436"/>
                </a:lnTo>
                <a:lnTo>
                  <a:pt x="0" y="42441"/>
                </a:lnTo>
                <a:lnTo>
                  <a:pt x="30265" y="11943"/>
                </a:lnTo>
                <a:close/>
                <a:moveTo>
                  <a:pt x="42047" y="0"/>
                </a:moveTo>
                <a:lnTo>
                  <a:pt x="47058" y="4996"/>
                </a:lnTo>
                <a:lnTo>
                  <a:pt x="40737" y="11375"/>
                </a:lnTo>
                <a:lnTo>
                  <a:pt x="35726" y="6365"/>
                </a:lnTo>
                <a:lnTo>
                  <a:pt x="42047" y="0"/>
                </a:lnTo>
                <a:close/>
                <a:moveTo>
                  <a:pt x="420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3754B-E138-4A97-BAE8-6769CFBD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396" y="1986303"/>
            <a:ext cx="51034" cy="55869"/>
          </a:xfrm>
          <a:custGeom xmlns:a="http://schemas.openxmlformats.org/drawingml/2006/main">
            <a:pathLst>
              <a:path w="51034" h="55869">
                <a:moveTo>
                  <a:pt x="43868" y="37430"/>
                </a:moveTo>
                <a:lnTo>
                  <a:pt x="25604" y="55869"/>
                </a:lnTo>
                <a:lnTo>
                  <a:pt x="20536" y="50917"/>
                </a:lnTo>
                <a:lnTo>
                  <a:pt x="38683" y="32653"/>
                </a:lnTo>
                <a:cubicBezTo>
                  <a:pt x="41538" y="29755"/>
                  <a:pt x="43125" y="27017"/>
                  <a:pt x="43416" y="24468"/>
                </a:cubicBezTo>
                <a:cubicBezTo>
                  <a:pt x="43693" y="21905"/>
                  <a:pt x="42732" y="19516"/>
                  <a:pt x="40504" y="17288"/>
                </a:cubicBezTo>
                <a:cubicBezTo>
                  <a:pt x="37780" y="14623"/>
                  <a:pt x="34765" y="13370"/>
                  <a:pt x="31517" y="13545"/>
                </a:cubicBezTo>
                <a:cubicBezTo>
                  <a:pt x="28226" y="13705"/>
                  <a:pt x="25094" y="15249"/>
                  <a:pt x="22138" y="18264"/>
                </a:cubicBezTo>
                <a:lnTo>
                  <a:pt x="5068" y="35493"/>
                </a:lnTo>
                <a:lnTo>
                  <a:pt x="0" y="30498"/>
                </a:lnTo>
                <a:lnTo>
                  <a:pt x="30265" y="0"/>
                </a:lnTo>
                <a:lnTo>
                  <a:pt x="35333" y="4952"/>
                </a:lnTo>
                <a:lnTo>
                  <a:pt x="30614" y="9729"/>
                </a:lnTo>
                <a:cubicBezTo>
                  <a:pt x="33629" y="9103"/>
                  <a:pt x="36411" y="9103"/>
                  <a:pt x="38916" y="9787"/>
                </a:cubicBezTo>
                <a:cubicBezTo>
                  <a:pt x="41479" y="10530"/>
                  <a:pt x="43810" y="11943"/>
                  <a:pt x="45907" y="14055"/>
                </a:cubicBezTo>
                <a:cubicBezTo>
                  <a:pt x="49446" y="17521"/>
                  <a:pt x="51034" y="21220"/>
                  <a:pt x="50640" y="25196"/>
                </a:cubicBezTo>
                <a:cubicBezTo>
                  <a:pt x="50291" y="29129"/>
                  <a:pt x="48019" y="33221"/>
                  <a:pt x="43868" y="37430"/>
                </a:cubicBezTo>
                <a:close/>
                <a:moveTo>
                  <a:pt x="43868" y="374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DC827-0E60-415C-A399-1BD4272F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483" y="1335056"/>
            <a:ext cx="60704" cy="45004"/>
          </a:xfrm>
          <a:custGeom xmlns:a="http://schemas.openxmlformats.org/drawingml/2006/main">
            <a:pathLst>
              <a:path w="60704" h="45004">
                <a:moveTo>
                  <a:pt x="42441" y="10020"/>
                </a:moveTo>
                <a:lnTo>
                  <a:pt x="26726" y="24803"/>
                </a:lnTo>
                <a:lnTo>
                  <a:pt x="33440" y="31925"/>
                </a:lnTo>
                <a:cubicBezTo>
                  <a:pt x="35887" y="34532"/>
                  <a:pt x="38508" y="35901"/>
                  <a:pt x="41246" y="36076"/>
                </a:cubicBezTo>
                <a:cubicBezTo>
                  <a:pt x="43912" y="36236"/>
                  <a:pt x="46533" y="35100"/>
                  <a:pt x="49097" y="32770"/>
                </a:cubicBezTo>
                <a:cubicBezTo>
                  <a:pt x="51543" y="30381"/>
                  <a:pt x="52796" y="27876"/>
                  <a:pt x="52840" y="25153"/>
                </a:cubicBezTo>
                <a:cubicBezTo>
                  <a:pt x="52840" y="22415"/>
                  <a:pt x="51587" y="19749"/>
                  <a:pt x="49155" y="17128"/>
                </a:cubicBezTo>
                <a:lnTo>
                  <a:pt x="42441" y="10020"/>
                </a:lnTo>
                <a:close/>
                <a:moveTo>
                  <a:pt x="41756" y="0"/>
                </a:moveTo>
                <a:lnTo>
                  <a:pt x="53757" y="12744"/>
                </a:lnTo>
                <a:cubicBezTo>
                  <a:pt x="58199" y="17404"/>
                  <a:pt x="60471" y="21963"/>
                  <a:pt x="60588" y="26347"/>
                </a:cubicBezTo>
                <a:cubicBezTo>
                  <a:pt x="60704" y="30716"/>
                  <a:pt x="58767" y="34882"/>
                  <a:pt x="54660" y="38683"/>
                </a:cubicBezTo>
                <a:cubicBezTo>
                  <a:pt x="50568" y="42615"/>
                  <a:pt x="46300" y="44319"/>
                  <a:pt x="41975" y="43926"/>
                </a:cubicBezTo>
                <a:cubicBezTo>
                  <a:pt x="37605" y="43518"/>
                  <a:pt x="33221" y="40970"/>
                  <a:pt x="28779" y="36294"/>
                </a:cubicBezTo>
                <a:lnTo>
                  <a:pt x="22123" y="29187"/>
                </a:lnTo>
                <a:lnTo>
                  <a:pt x="5345" y="45004"/>
                </a:lnTo>
                <a:lnTo>
                  <a:pt x="0" y="39309"/>
                </a:lnTo>
                <a:lnTo>
                  <a:pt x="41756" y="0"/>
                </a:lnTo>
                <a:close/>
                <a:moveTo>
                  <a:pt x="4175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6A559-C0D7-44C4-A03C-2A105E81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709" y="1378007"/>
            <a:ext cx="48980" cy="34649"/>
          </a:xfrm>
          <a:custGeom xmlns:a="http://schemas.openxmlformats.org/drawingml/2006/main">
            <a:pathLst>
              <a:path w="48980" h="34649">
                <a:moveTo>
                  <a:pt x="43751" y="22822"/>
                </a:moveTo>
                <a:cubicBezTo>
                  <a:pt x="43518" y="21963"/>
                  <a:pt x="43183" y="21118"/>
                  <a:pt x="42732" y="20259"/>
                </a:cubicBezTo>
                <a:cubicBezTo>
                  <a:pt x="42208" y="19458"/>
                  <a:pt x="41596" y="18613"/>
                  <a:pt x="40853" y="17812"/>
                </a:cubicBezTo>
                <a:cubicBezTo>
                  <a:pt x="38115" y="14914"/>
                  <a:pt x="35042" y="13545"/>
                  <a:pt x="31692" y="13778"/>
                </a:cubicBezTo>
                <a:cubicBezTo>
                  <a:pt x="28328" y="13996"/>
                  <a:pt x="24861" y="15759"/>
                  <a:pt x="21337" y="19123"/>
                </a:cubicBezTo>
                <a:lnTo>
                  <a:pt x="4835" y="34649"/>
                </a:lnTo>
                <a:lnTo>
                  <a:pt x="0" y="29478"/>
                </a:lnTo>
                <a:lnTo>
                  <a:pt x="31284" y="0"/>
                </a:lnTo>
                <a:lnTo>
                  <a:pt x="36134" y="5127"/>
                </a:lnTo>
                <a:lnTo>
                  <a:pt x="31284" y="9729"/>
                </a:lnTo>
                <a:cubicBezTo>
                  <a:pt x="34197" y="9044"/>
                  <a:pt x="36921" y="9103"/>
                  <a:pt x="39484" y="9962"/>
                </a:cubicBezTo>
                <a:cubicBezTo>
                  <a:pt x="42047" y="10821"/>
                  <a:pt x="44494" y="12525"/>
                  <a:pt x="46825" y="14972"/>
                </a:cubicBezTo>
                <a:cubicBezTo>
                  <a:pt x="47160" y="15365"/>
                  <a:pt x="47509" y="15759"/>
                  <a:pt x="47844" y="16225"/>
                </a:cubicBezTo>
                <a:cubicBezTo>
                  <a:pt x="48252" y="16676"/>
                  <a:pt x="48587" y="17244"/>
                  <a:pt x="48980" y="17871"/>
                </a:cubicBezTo>
                <a:lnTo>
                  <a:pt x="43751" y="22822"/>
                </a:lnTo>
                <a:close/>
                <a:moveTo>
                  <a:pt x="43751" y="228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E013D-034E-41DD-AE13-522B1F2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65" y="1390241"/>
            <a:ext cx="48310" cy="46140"/>
          </a:xfrm>
          <a:custGeom xmlns:a="http://schemas.openxmlformats.org/drawingml/2006/main">
            <a:pathLst>
              <a:path w="48310" h="46140">
                <a:moveTo>
                  <a:pt x="31299" y="11491"/>
                </a:moveTo>
                <a:lnTo>
                  <a:pt x="36134" y="16618"/>
                </a:lnTo>
                <a:lnTo>
                  <a:pt x="4835" y="46140"/>
                </a:lnTo>
                <a:lnTo>
                  <a:pt x="0" y="40970"/>
                </a:lnTo>
                <a:lnTo>
                  <a:pt x="31299" y="11491"/>
                </a:lnTo>
                <a:close/>
                <a:moveTo>
                  <a:pt x="43475" y="0"/>
                </a:moveTo>
                <a:lnTo>
                  <a:pt x="48310" y="5127"/>
                </a:lnTo>
                <a:lnTo>
                  <a:pt x="41814" y="11273"/>
                </a:lnTo>
                <a:lnTo>
                  <a:pt x="36979" y="6146"/>
                </a:lnTo>
                <a:lnTo>
                  <a:pt x="43475" y="0"/>
                </a:lnTo>
                <a:close/>
                <a:moveTo>
                  <a:pt x="4347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C1E08-AB32-4DE8-A8EB-74E10341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581" y="1422384"/>
            <a:ext cx="45004" cy="44261"/>
          </a:xfrm>
          <a:custGeom xmlns:a="http://schemas.openxmlformats.org/drawingml/2006/main">
            <a:pathLst>
              <a:path w="45004" h="44261">
                <a:moveTo>
                  <a:pt x="34590" y="10763"/>
                </a:moveTo>
                <a:cubicBezTo>
                  <a:pt x="31969" y="8025"/>
                  <a:pt x="28852" y="6831"/>
                  <a:pt x="25211" y="7282"/>
                </a:cubicBezTo>
                <a:cubicBezTo>
                  <a:pt x="21512" y="7690"/>
                  <a:pt x="17812" y="9671"/>
                  <a:pt x="14055" y="13195"/>
                </a:cubicBezTo>
                <a:cubicBezTo>
                  <a:pt x="10355" y="16734"/>
                  <a:pt x="8141" y="20317"/>
                  <a:pt x="7457" y="23900"/>
                </a:cubicBezTo>
                <a:cubicBezTo>
                  <a:pt x="6831" y="27541"/>
                  <a:pt x="7792" y="30731"/>
                  <a:pt x="10414" y="33513"/>
                </a:cubicBezTo>
                <a:cubicBezTo>
                  <a:pt x="13035" y="36251"/>
                  <a:pt x="16152" y="37445"/>
                  <a:pt x="19793" y="36979"/>
                </a:cubicBezTo>
                <a:cubicBezTo>
                  <a:pt x="23492" y="36527"/>
                  <a:pt x="27192" y="34590"/>
                  <a:pt x="30891" y="31066"/>
                </a:cubicBezTo>
                <a:cubicBezTo>
                  <a:pt x="34590" y="27541"/>
                  <a:pt x="36804" y="24017"/>
                  <a:pt x="37430" y="20317"/>
                </a:cubicBezTo>
                <a:cubicBezTo>
                  <a:pt x="38115" y="16676"/>
                  <a:pt x="37154" y="13487"/>
                  <a:pt x="34590" y="10763"/>
                </a:cubicBezTo>
                <a:close/>
                <a:moveTo>
                  <a:pt x="38916" y="6656"/>
                </a:moveTo>
                <a:cubicBezTo>
                  <a:pt x="43125" y="11156"/>
                  <a:pt x="45004" y="15992"/>
                  <a:pt x="44494" y="21279"/>
                </a:cubicBezTo>
                <a:cubicBezTo>
                  <a:pt x="43984" y="26624"/>
                  <a:pt x="41188" y="31692"/>
                  <a:pt x="36076" y="36527"/>
                </a:cubicBezTo>
                <a:cubicBezTo>
                  <a:pt x="30949" y="41363"/>
                  <a:pt x="25721" y="43868"/>
                  <a:pt x="20376" y="44043"/>
                </a:cubicBezTo>
                <a:cubicBezTo>
                  <a:pt x="15016" y="44261"/>
                  <a:pt x="10297" y="42106"/>
                  <a:pt x="6088" y="37605"/>
                </a:cubicBezTo>
                <a:cubicBezTo>
                  <a:pt x="1821" y="33119"/>
                  <a:pt x="0" y="28226"/>
                  <a:pt x="510" y="22924"/>
                </a:cubicBezTo>
                <a:cubicBezTo>
                  <a:pt x="1020" y="17637"/>
                  <a:pt x="3874" y="12569"/>
                  <a:pt x="8986" y="7792"/>
                </a:cubicBezTo>
                <a:cubicBezTo>
                  <a:pt x="14113" y="2957"/>
                  <a:pt x="19342" y="408"/>
                  <a:pt x="24628" y="233"/>
                </a:cubicBezTo>
                <a:cubicBezTo>
                  <a:pt x="29930" y="0"/>
                  <a:pt x="34707" y="2170"/>
                  <a:pt x="38916" y="6656"/>
                </a:cubicBezTo>
                <a:close/>
                <a:moveTo>
                  <a:pt x="38916" y="66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9A903-723D-438B-9B07-1E17276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59" y="1443037"/>
            <a:ext cx="60704" cy="44946"/>
          </a:xfrm>
          <a:custGeom xmlns:a="http://schemas.openxmlformats.org/drawingml/2006/main">
            <a:pathLst>
              <a:path w="60704" h="44946">
                <a:moveTo>
                  <a:pt x="42382" y="10020"/>
                </a:moveTo>
                <a:lnTo>
                  <a:pt x="26740" y="24803"/>
                </a:lnTo>
                <a:lnTo>
                  <a:pt x="33396" y="31925"/>
                </a:lnTo>
                <a:cubicBezTo>
                  <a:pt x="35901" y="34532"/>
                  <a:pt x="38450" y="35901"/>
                  <a:pt x="41188" y="36076"/>
                </a:cubicBezTo>
                <a:cubicBezTo>
                  <a:pt x="43912" y="36236"/>
                  <a:pt x="46533" y="35100"/>
                  <a:pt x="49038" y="32712"/>
                </a:cubicBezTo>
                <a:cubicBezTo>
                  <a:pt x="51543" y="30381"/>
                  <a:pt x="52796" y="27876"/>
                  <a:pt x="52796" y="25153"/>
                </a:cubicBezTo>
                <a:cubicBezTo>
                  <a:pt x="52796" y="22415"/>
                  <a:pt x="51543" y="19749"/>
                  <a:pt x="49097" y="17128"/>
                </a:cubicBezTo>
                <a:lnTo>
                  <a:pt x="42382" y="10020"/>
                </a:lnTo>
                <a:close/>
                <a:moveTo>
                  <a:pt x="41698" y="0"/>
                </a:moveTo>
                <a:lnTo>
                  <a:pt x="53699" y="12744"/>
                </a:lnTo>
                <a:cubicBezTo>
                  <a:pt x="58141" y="17404"/>
                  <a:pt x="60413" y="21963"/>
                  <a:pt x="60530" y="26347"/>
                </a:cubicBezTo>
                <a:cubicBezTo>
                  <a:pt x="60704" y="30731"/>
                  <a:pt x="58709" y="34882"/>
                  <a:pt x="54616" y="38683"/>
                </a:cubicBezTo>
                <a:cubicBezTo>
                  <a:pt x="50524" y="42557"/>
                  <a:pt x="46257" y="44319"/>
                  <a:pt x="41931" y="43926"/>
                </a:cubicBezTo>
                <a:cubicBezTo>
                  <a:pt x="37547" y="43475"/>
                  <a:pt x="33163" y="40970"/>
                  <a:pt x="28779" y="36236"/>
                </a:cubicBezTo>
                <a:lnTo>
                  <a:pt x="22065" y="29187"/>
                </a:lnTo>
                <a:lnTo>
                  <a:pt x="5287" y="44946"/>
                </a:lnTo>
                <a:lnTo>
                  <a:pt x="0" y="39309"/>
                </a:lnTo>
                <a:lnTo>
                  <a:pt x="41698" y="0"/>
                </a:lnTo>
                <a:close/>
                <a:moveTo>
                  <a:pt x="416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97BBA-7019-4956-9702-69B60FF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577" y="1475690"/>
            <a:ext cx="48296" cy="46082"/>
          </a:xfrm>
          <a:custGeom xmlns:a="http://schemas.openxmlformats.org/drawingml/2006/main">
            <a:pathLst>
              <a:path w="48296" h="46082">
                <a:moveTo>
                  <a:pt x="43460" y="0"/>
                </a:moveTo>
                <a:lnTo>
                  <a:pt x="48296" y="5127"/>
                </a:lnTo>
                <a:lnTo>
                  <a:pt x="4835" y="46082"/>
                </a:lnTo>
                <a:lnTo>
                  <a:pt x="0" y="40970"/>
                </a:lnTo>
                <a:lnTo>
                  <a:pt x="43460" y="0"/>
                </a:lnTo>
                <a:close/>
                <a:moveTo>
                  <a:pt x="434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5AD32-9408-4473-9C4B-42D1370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744" y="1502547"/>
            <a:ext cx="51310" cy="55694"/>
          </a:xfrm>
          <a:custGeom xmlns:a="http://schemas.openxmlformats.org/drawingml/2006/main">
            <a:pathLst>
              <a:path w="51310" h="55694">
                <a:moveTo>
                  <a:pt x="7617" y="17871"/>
                </a:moveTo>
                <a:lnTo>
                  <a:pt x="26624" y="0"/>
                </a:lnTo>
                <a:lnTo>
                  <a:pt x="31459" y="5127"/>
                </a:lnTo>
                <a:lnTo>
                  <a:pt x="12686" y="22822"/>
                </a:lnTo>
                <a:cubicBezTo>
                  <a:pt x="9729" y="25604"/>
                  <a:pt x="8025" y="28284"/>
                  <a:pt x="7617" y="30833"/>
                </a:cubicBezTo>
                <a:cubicBezTo>
                  <a:pt x="7282" y="33338"/>
                  <a:pt x="8141" y="35785"/>
                  <a:pt x="10355" y="38115"/>
                </a:cubicBezTo>
                <a:cubicBezTo>
                  <a:pt x="12977" y="40911"/>
                  <a:pt x="15875" y="42222"/>
                  <a:pt x="19167" y="42164"/>
                </a:cubicBezTo>
                <a:cubicBezTo>
                  <a:pt x="22473" y="42164"/>
                  <a:pt x="25662" y="40678"/>
                  <a:pt x="28736" y="37780"/>
                </a:cubicBezTo>
                <a:lnTo>
                  <a:pt x="46475" y="21046"/>
                </a:lnTo>
                <a:lnTo>
                  <a:pt x="51310" y="26230"/>
                </a:lnTo>
                <a:lnTo>
                  <a:pt x="20026" y="55694"/>
                </a:lnTo>
                <a:lnTo>
                  <a:pt x="15132" y="50582"/>
                </a:lnTo>
                <a:lnTo>
                  <a:pt x="19968" y="46023"/>
                </a:lnTo>
                <a:cubicBezTo>
                  <a:pt x="16895" y="46591"/>
                  <a:pt x="14113" y="46431"/>
                  <a:pt x="11608" y="45688"/>
                </a:cubicBezTo>
                <a:cubicBezTo>
                  <a:pt x="9161" y="44887"/>
                  <a:pt x="6889" y="43416"/>
                  <a:pt x="4835" y="41246"/>
                </a:cubicBezTo>
                <a:cubicBezTo>
                  <a:pt x="1427" y="37664"/>
                  <a:pt x="0" y="33848"/>
                  <a:pt x="451" y="29872"/>
                </a:cubicBezTo>
                <a:cubicBezTo>
                  <a:pt x="961" y="25881"/>
                  <a:pt x="3350" y="21905"/>
                  <a:pt x="7617" y="17871"/>
                </a:cubicBezTo>
                <a:close/>
                <a:moveTo>
                  <a:pt x="7617" y="178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A66D7-9A8E-4385-9658-B5E40D7A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98" y="1541405"/>
            <a:ext cx="50189" cy="44713"/>
          </a:xfrm>
          <a:custGeom xmlns:a="http://schemas.openxmlformats.org/drawingml/2006/main">
            <a:pathLst>
              <a:path w="50189" h="44713">
                <a:moveTo>
                  <a:pt x="50189" y="18774"/>
                </a:moveTo>
                <a:lnTo>
                  <a:pt x="45354" y="23332"/>
                </a:lnTo>
                <a:cubicBezTo>
                  <a:pt x="44727" y="21162"/>
                  <a:pt x="43868" y="19181"/>
                  <a:pt x="42732" y="17244"/>
                </a:cubicBezTo>
                <a:cubicBezTo>
                  <a:pt x="41654" y="15307"/>
                  <a:pt x="40343" y="13545"/>
                  <a:pt x="38741" y="11841"/>
                </a:cubicBezTo>
                <a:cubicBezTo>
                  <a:pt x="36294" y="9278"/>
                  <a:pt x="34139" y="7734"/>
                  <a:pt x="32144" y="7224"/>
                </a:cubicBezTo>
                <a:cubicBezTo>
                  <a:pt x="30163" y="6656"/>
                  <a:pt x="28386" y="7107"/>
                  <a:pt x="26798" y="8593"/>
                </a:cubicBezTo>
                <a:cubicBezTo>
                  <a:pt x="25604" y="9729"/>
                  <a:pt x="25153" y="11098"/>
                  <a:pt x="25327" y="12627"/>
                </a:cubicBezTo>
                <a:cubicBezTo>
                  <a:pt x="25488" y="14171"/>
                  <a:pt x="26565" y="16618"/>
                  <a:pt x="28561" y="19968"/>
                </a:cubicBezTo>
                <a:lnTo>
                  <a:pt x="29813" y="22080"/>
                </a:lnTo>
                <a:cubicBezTo>
                  <a:pt x="32493" y="26507"/>
                  <a:pt x="33804" y="30105"/>
                  <a:pt x="33848" y="33003"/>
                </a:cubicBezTo>
                <a:cubicBezTo>
                  <a:pt x="33848" y="35901"/>
                  <a:pt x="32610" y="38523"/>
                  <a:pt x="30046" y="40911"/>
                </a:cubicBezTo>
                <a:cubicBezTo>
                  <a:pt x="27148" y="43693"/>
                  <a:pt x="23725" y="44713"/>
                  <a:pt x="19866" y="43984"/>
                </a:cubicBezTo>
                <a:cubicBezTo>
                  <a:pt x="16050" y="43300"/>
                  <a:pt x="12176" y="40911"/>
                  <a:pt x="8418" y="36862"/>
                </a:cubicBezTo>
                <a:cubicBezTo>
                  <a:pt x="6831" y="35217"/>
                  <a:pt x="5345" y="33338"/>
                  <a:pt x="3991" y="31182"/>
                </a:cubicBezTo>
                <a:cubicBezTo>
                  <a:pt x="2563" y="29071"/>
                  <a:pt x="1253" y="26682"/>
                  <a:pt x="0" y="24060"/>
                </a:cubicBezTo>
                <a:lnTo>
                  <a:pt x="5345" y="19065"/>
                </a:lnTo>
                <a:cubicBezTo>
                  <a:pt x="6146" y="21905"/>
                  <a:pt x="7166" y="24468"/>
                  <a:pt x="8360" y="26798"/>
                </a:cubicBezTo>
                <a:cubicBezTo>
                  <a:pt x="9612" y="29071"/>
                  <a:pt x="11098" y="31124"/>
                  <a:pt x="12802" y="32945"/>
                </a:cubicBezTo>
                <a:cubicBezTo>
                  <a:pt x="15074" y="35391"/>
                  <a:pt x="17302" y="36862"/>
                  <a:pt x="19342" y="37387"/>
                </a:cubicBezTo>
                <a:cubicBezTo>
                  <a:pt x="21395" y="37897"/>
                  <a:pt x="23157" y="37430"/>
                  <a:pt x="24701" y="36018"/>
                </a:cubicBezTo>
                <a:cubicBezTo>
                  <a:pt x="26056" y="34707"/>
                  <a:pt x="26682" y="33221"/>
                  <a:pt x="26565" y="31576"/>
                </a:cubicBezTo>
                <a:cubicBezTo>
                  <a:pt x="26405" y="29930"/>
                  <a:pt x="25211" y="27192"/>
                  <a:pt x="22881" y="23332"/>
                </a:cubicBezTo>
                <a:lnTo>
                  <a:pt x="21628" y="21162"/>
                </a:lnTo>
                <a:cubicBezTo>
                  <a:pt x="19283" y="17346"/>
                  <a:pt x="18147" y="14113"/>
                  <a:pt x="18205" y="11375"/>
                </a:cubicBezTo>
                <a:cubicBezTo>
                  <a:pt x="18264" y="8651"/>
                  <a:pt x="19516" y="6146"/>
                  <a:pt x="21905" y="3874"/>
                </a:cubicBezTo>
                <a:cubicBezTo>
                  <a:pt x="24861" y="1078"/>
                  <a:pt x="28109" y="0"/>
                  <a:pt x="31692" y="568"/>
                </a:cubicBezTo>
                <a:cubicBezTo>
                  <a:pt x="35275" y="1136"/>
                  <a:pt x="38858" y="3364"/>
                  <a:pt x="42441" y="7166"/>
                </a:cubicBezTo>
                <a:cubicBezTo>
                  <a:pt x="44261" y="9103"/>
                  <a:pt x="45805" y="10982"/>
                  <a:pt x="47116" y="12919"/>
                </a:cubicBezTo>
                <a:cubicBezTo>
                  <a:pt x="48412" y="14856"/>
                  <a:pt x="49446" y="16836"/>
                  <a:pt x="50189" y="18774"/>
                </a:cubicBezTo>
                <a:close/>
                <a:moveTo>
                  <a:pt x="50189" y="187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0902C-A937-4374-AB9F-94A64528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060" y="1559552"/>
            <a:ext cx="60704" cy="45004"/>
          </a:xfrm>
          <a:custGeom xmlns:a="http://schemas.openxmlformats.org/drawingml/2006/main">
            <a:pathLst>
              <a:path w="60704" h="45004">
                <a:moveTo>
                  <a:pt x="42382" y="10020"/>
                </a:moveTo>
                <a:lnTo>
                  <a:pt x="26682" y="24803"/>
                </a:lnTo>
                <a:lnTo>
                  <a:pt x="33396" y="31925"/>
                </a:lnTo>
                <a:cubicBezTo>
                  <a:pt x="35901" y="34532"/>
                  <a:pt x="38465" y="35901"/>
                  <a:pt x="41188" y="36076"/>
                </a:cubicBezTo>
                <a:cubicBezTo>
                  <a:pt x="43868" y="36236"/>
                  <a:pt x="46475" y="35100"/>
                  <a:pt x="49038" y="32770"/>
                </a:cubicBezTo>
                <a:cubicBezTo>
                  <a:pt x="51543" y="30381"/>
                  <a:pt x="52796" y="27876"/>
                  <a:pt x="52796" y="25153"/>
                </a:cubicBezTo>
                <a:cubicBezTo>
                  <a:pt x="52796" y="22415"/>
                  <a:pt x="51543" y="19749"/>
                  <a:pt x="49097" y="17128"/>
                </a:cubicBezTo>
                <a:lnTo>
                  <a:pt x="42382" y="10020"/>
                </a:lnTo>
                <a:close/>
                <a:moveTo>
                  <a:pt x="41698" y="0"/>
                </a:moveTo>
                <a:lnTo>
                  <a:pt x="53699" y="12744"/>
                </a:lnTo>
                <a:cubicBezTo>
                  <a:pt x="58141" y="17404"/>
                  <a:pt x="60413" y="21963"/>
                  <a:pt x="60530" y="26347"/>
                </a:cubicBezTo>
                <a:cubicBezTo>
                  <a:pt x="60704" y="30731"/>
                  <a:pt x="58709" y="34882"/>
                  <a:pt x="54616" y="38683"/>
                </a:cubicBezTo>
                <a:cubicBezTo>
                  <a:pt x="50524" y="42615"/>
                  <a:pt x="46257" y="44319"/>
                  <a:pt x="41931" y="43926"/>
                </a:cubicBezTo>
                <a:cubicBezTo>
                  <a:pt x="37547" y="43518"/>
                  <a:pt x="33163" y="40970"/>
                  <a:pt x="28736" y="36294"/>
                </a:cubicBezTo>
                <a:lnTo>
                  <a:pt x="22065" y="29187"/>
                </a:lnTo>
                <a:lnTo>
                  <a:pt x="5287" y="45004"/>
                </a:lnTo>
                <a:lnTo>
                  <a:pt x="0" y="39309"/>
                </a:lnTo>
                <a:lnTo>
                  <a:pt x="41698" y="0"/>
                </a:lnTo>
                <a:close/>
                <a:moveTo>
                  <a:pt x="416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334E3-F372-4E29-9FBF-B333A1B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378" y="1592205"/>
            <a:ext cx="48296" cy="46082"/>
          </a:xfrm>
          <a:custGeom xmlns:a="http://schemas.openxmlformats.org/drawingml/2006/main">
            <a:pathLst>
              <a:path w="48296" h="46082">
                <a:moveTo>
                  <a:pt x="43460" y="0"/>
                </a:moveTo>
                <a:lnTo>
                  <a:pt x="48296" y="5127"/>
                </a:lnTo>
                <a:lnTo>
                  <a:pt x="4835" y="46082"/>
                </a:lnTo>
                <a:lnTo>
                  <a:pt x="0" y="40970"/>
                </a:lnTo>
                <a:lnTo>
                  <a:pt x="43460" y="0"/>
                </a:lnTo>
                <a:close/>
                <a:moveTo>
                  <a:pt x="434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30AEA-FB33-4A7E-8B65-4856A2EA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545" y="1619062"/>
            <a:ext cx="51310" cy="55694"/>
          </a:xfrm>
          <a:custGeom xmlns:a="http://schemas.openxmlformats.org/drawingml/2006/main">
            <a:pathLst>
              <a:path w="51310" h="55694">
                <a:moveTo>
                  <a:pt x="7617" y="17871"/>
                </a:moveTo>
                <a:lnTo>
                  <a:pt x="26565" y="0"/>
                </a:lnTo>
                <a:lnTo>
                  <a:pt x="31459" y="5127"/>
                </a:lnTo>
                <a:lnTo>
                  <a:pt x="12686" y="22822"/>
                </a:lnTo>
                <a:cubicBezTo>
                  <a:pt x="9729" y="25604"/>
                  <a:pt x="8025" y="28284"/>
                  <a:pt x="7617" y="30833"/>
                </a:cubicBezTo>
                <a:cubicBezTo>
                  <a:pt x="7224" y="33396"/>
                  <a:pt x="8141" y="35785"/>
                  <a:pt x="10355" y="38115"/>
                </a:cubicBezTo>
                <a:cubicBezTo>
                  <a:pt x="12919" y="40911"/>
                  <a:pt x="15875" y="42266"/>
                  <a:pt x="19167" y="42222"/>
                </a:cubicBezTo>
                <a:cubicBezTo>
                  <a:pt x="22473" y="42164"/>
                  <a:pt x="25662" y="40678"/>
                  <a:pt x="28736" y="37780"/>
                </a:cubicBezTo>
                <a:lnTo>
                  <a:pt x="46431" y="21046"/>
                </a:lnTo>
                <a:lnTo>
                  <a:pt x="51310" y="26230"/>
                </a:lnTo>
                <a:lnTo>
                  <a:pt x="19968" y="55694"/>
                </a:lnTo>
                <a:lnTo>
                  <a:pt x="15132" y="50582"/>
                </a:lnTo>
                <a:lnTo>
                  <a:pt x="19968" y="46023"/>
                </a:lnTo>
                <a:cubicBezTo>
                  <a:pt x="16895" y="46591"/>
                  <a:pt x="14113" y="46490"/>
                  <a:pt x="11608" y="45688"/>
                </a:cubicBezTo>
                <a:cubicBezTo>
                  <a:pt x="9161" y="44887"/>
                  <a:pt x="6889" y="43416"/>
                  <a:pt x="4835" y="41246"/>
                </a:cubicBezTo>
                <a:cubicBezTo>
                  <a:pt x="1427" y="37664"/>
                  <a:pt x="0" y="33848"/>
                  <a:pt x="451" y="29872"/>
                </a:cubicBezTo>
                <a:cubicBezTo>
                  <a:pt x="961" y="25939"/>
                  <a:pt x="3350" y="21905"/>
                  <a:pt x="7617" y="17871"/>
                </a:cubicBezTo>
                <a:close/>
                <a:moveTo>
                  <a:pt x="7617" y="178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DEF84-F012-4F3C-8BE2-0D37DDDF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499" y="1657920"/>
            <a:ext cx="50189" cy="44713"/>
          </a:xfrm>
          <a:custGeom xmlns:a="http://schemas.openxmlformats.org/drawingml/2006/main">
            <a:pathLst>
              <a:path w="50189" h="44713">
                <a:moveTo>
                  <a:pt x="50189" y="18774"/>
                </a:moveTo>
                <a:lnTo>
                  <a:pt x="45354" y="23332"/>
                </a:lnTo>
                <a:cubicBezTo>
                  <a:pt x="44727" y="21220"/>
                  <a:pt x="43868" y="19181"/>
                  <a:pt x="42732" y="17244"/>
                </a:cubicBezTo>
                <a:cubicBezTo>
                  <a:pt x="41654" y="15307"/>
                  <a:pt x="40285" y="13545"/>
                  <a:pt x="38741" y="11841"/>
                </a:cubicBezTo>
                <a:cubicBezTo>
                  <a:pt x="36294" y="9278"/>
                  <a:pt x="34139" y="7734"/>
                  <a:pt x="32144" y="7224"/>
                </a:cubicBezTo>
                <a:cubicBezTo>
                  <a:pt x="30163" y="6656"/>
                  <a:pt x="28401" y="7166"/>
                  <a:pt x="26798" y="8651"/>
                </a:cubicBezTo>
                <a:cubicBezTo>
                  <a:pt x="25604" y="9729"/>
                  <a:pt x="25094" y="11098"/>
                  <a:pt x="25327" y="12627"/>
                </a:cubicBezTo>
                <a:cubicBezTo>
                  <a:pt x="25488" y="14171"/>
                  <a:pt x="26580" y="16618"/>
                  <a:pt x="28561" y="19968"/>
                </a:cubicBezTo>
                <a:lnTo>
                  <a:pt x="29813" y="22138"/>
                </a:lnTo>
                <a:cubicBezTo>
                  <a:pt x="32493" y="26507"/>
                  <a:pt x="33804" y="30105"/>
                  <a:pt x="33862" y="33003"/>
                </a:cubicBezTo>
                <a:cubicBezTo>
                  <a:pt x="33862" y="35901"/>
                  <a:pt x="32610" y="38523"/>
                  <a:pt x="30046" y="40911"/>
                </a:cubicBezTo>
                <a:cubicBezTo>
                  <a:pt x="27148" y="43693"/>
                  <a:pt x="23725" y="44713"/>
                  <a:pt x="19866" y="43984"/>
                </a:cubicBezTo>
                <a:cubicBezTo>
                  <a:pt x="15992" y="43300"/>
                  <a:pt x="12176" y="40911"/>
                  <a:pt x="8418" y="36921"/>
                </a:cubicBezTo>
                <a:cubicBezTo>
                  <a:pt x="6831" y="35217"/>
                  <a:pt x="5360" y="33338"/>
                  <a:pt x="3932" y="31182"/>
                </a:cubicBezTo>
                <a:cubicBezTo>
                  <a:pt x="2563" y="29071"/>
                  <a:pt x="1253" y="26682"/>
                  <a:pt x="0" y="24060"/>
                </a:cubicBezTo>
                <a:lnTo>
                  <a:pt x="5301" y="19065"/>
                </a:lnTo>
                <a:cubicBezTo>
                  <a:pt x="6146" y="21905"/>
                  <a:pt x="7122" y="24468"/>
                  <a:pt x="8375" y="26798"/>
                </a:cubicBezTo>
                <a:cubicBezTo>
                  <a:pt x="9612" y="29071"/>
                  <a:pt x="11098" y="31124"/>
                  <a:pt x="12802" y="32945"/>
                </a:cubicBezTo>
                <a:cubicBezTo>
                  <a:pt x="15074" y="35391"/>
                  <a:pt x="17244" y="36862"/>
                  <a:pt x="19298" y="37387"/>
                </a:cubicBezTo>
                <a:cubicBezTo>
                  <a:pt x="21395" y="37897"/>
                  <a:pt x="23157" y="37430"/>
                  <a:pt x="24701" y="36018"/>
                </a:cubicBezTo>
                <a:cubicBezTo>
                  <a:pt x="26056" y="34707"/>
                  <a:pt x="26682" y="33221"/>
                  <a:pt x="26580" y="31576"/>
                </a:cubicBezTo>
                <a:cubicBezTo>
                  <a:pt x="26405" y="29930"/>
                  <a:pt x="25211" y="27192"/>
                  <a:pt x="22881" y="23390"/>
                </a:cubicBezTo>
                <a:lnTo>
                  <a:pt x="21628" y="21162"/>
                </a:lnTo>
                <a:cubicBezTo>
                  <a:pt x="19298" y="17346"/>
                  <a:pt x="18147" y="14113"/>
                  <a:pt x="18205" y="11375"/>
                </a:cubicBezTo>
                <a:cubicBezTo>
                  <a:pt x="18264" y="8651"/>
                  <a:pt x="19458" y="6146"/>
                  <a:pt x="21905" y="3874"/>
                </a:cubicBezTo>
                <a:cubicBezTo>
                  <a:pt x="24861" y="1078"/>
                  <a:pt x="28109" y="0"/>
                  <a:pt x="31692" y="568"/>
                </a:cubicBezTo>
                <a:cubicBezTo>
                  <a:pt x="35217" y="1136"/>
                  <a:pt x="38858" y="3364"/>
                  <a:pt x="42441" y="7166"/>
                </a:cubicBezTo>
                <a:cubicBezTo>
                  <a:pt x="44261" y="9103"/>
                  <a:pt x="45805" y="10982"/>
                  <a:pt x="47058" y="12919"/>
                </a:cubicBezTo>
                <a:cubicBezTo>
                  <a:pt x="48368" y="14914"/>
                  <a:pt x="49446" y="16836"/>
                  <a:pt x="50189" y="18774"/>
                </a:cubicBezTo>
                <a:close/>
                <a:moveTo>
                  <a:pt x="50189" y="187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18B74-9F88-4C07-8DB5-CC2B8B66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802" y="1676067"/>
            <a:ext cx="77716" cy="77541"/>
          </a:xfrm>
          <a:custGeom xmlns:a="http://schemas.openxmlformats.org/drawingml/2006/main">
            <a:pathLst>
              <a:path w="77716" h="77541">
                <a:moveTo>
                  <a:pt x="41756" y="0"/>
                </a:moveTo>
                <a:lnTo>
                  <a:pt x="49665" y="8418"/>
                </a:lnTo>
                <a:lnTo>
                  <a:pt x="31343" y="45863"/>
                </a:lnTo>
                <a:lnTo>
                  <a:pt x="69807" y="29755"/>
                </a:lnTo>
                <a:lnTo>
                  <a:pt x="77716" y="38173"/>
                </a:lnTo>
                <a:lnTo>
                  <a:pt x="36018" y="77541"/>
                </a:lnTo>
                <a:lnTo>
                  <a:pt x="30833" y="72021"/>
                </a:lnTo>
                <a:lnTo>
                  <a:pt x="67477" y="37489"/>
                </a:lnTo>
                <a:lnTo>
                  <a:pt x="28677" y="53713"/>
                </a:lnTo>
                <a:lnTo>
                  <a:pt x="23332" y="48019"/>
                </a:lnTo>
                <a:lnTo>
                  <a:pt x="41814" y="10297"/>
                </a:lnTo>
                <a:lnTo>
                  <a:pt x="5185" y="44829"/>
                </a:lnTo>
                <a:lnTo>
                  <a:pt x="0" y="39309"/>
                </a:lnTo>
                <a:lnTo>
                  <a:pt x="41756" y="0"/>
                </a:lnTo>
                <a:close/>
                <a:moveTo>
                  <a:pt x="4175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B99D1-ED96-4D45-92F1-ADDCAD28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579" y="1740471"/>
            <a:ext cx="44713" cy="48194"/>
          </a:xfrm>
          <a:custGeom xmlns:a="http://schemas.openxmlformats.org/drawingml/2006/main">
            <a:pathLst>
              <a:path w="44713" h="48194">
                <a:moveTo>
                  <a:pt x="36746" y="34940"/>
                </a:moveTo>
                <a:lnTo>
                  <a:pt x="34241" y="37270"/>
                </a:lnTo>
                <a:lnTo>
                  <a:pt x="11943" y="13661"/>
                </a:lnTo>
                <a:cubicBezTo>
                  <a:pt x="8637" y="17186"/>
                  <a:pt x="6933" y="20827"/>
                  <a:pt x="6874" y="24468"/>
                </a:cubicBezTo>
                <a:cubicBezTo>
                  <a:pt x="6816" y="28109"/>
                  <a:pt x="8418" y="31634"/>
                  <a:pt x="11608" y="35042"/>
                </a:cubicBezTo>
                <a:cubicBezTo>
                  <a:pt x="13472" y="37037"/>
                  <a:pt x="15526" y="38741"/>
                  <a:pt x="17739" y="40110"/>
                </a:cubicBezTo>
                <a:cubicBezTo>
                  <a:pt x="19968" y="41538"/>
                  <a:pt x="22415" y="42674"/>
                  <a:pt x="25138" y="43577"/>
                </a:cubicBezTo>
                <a:lnTo>
                  <a:pt x="20245" y="48194"/>
                </a:lnTo>
                <a:cubicBezTo>
                  <a:pt x="17739" y="47058"/>
                  <a:pt x="15351" y="45747"/>
                  <a:pt x="13137" y="44203"/>
                </a:cubicBezTo>
                <a:cubicBezTo>
                  <a:pt x="10923" y="42615"/>
                  <a:pt x="8811" y="40853"/>
                  <a:pt x="6933" y="38858"/>
                </a:cubicBezTo>
                <a:cubicBezTo>
                  <a:pt x="2272" y="33848"/>
                  <a:pt x="0" y="28561"/>
                  <a:pt x="117" y="22866"/>
                </a:cubicBezTo>
                <a:cubicBezTo>
                  <a:pt x="277" y="17244"/>
                  <a:pt x="2840" y="12059"/>
                  <a:pt x="7792" y="7399"/>
                </a:cubicBezTo>
                <a:cubicBezTo>
                  <a:pt x="12904" y="2563"/>
                  <a:pt x="18322" y="117"/>
                  <a:pt x="23886" y="58"/>
                </a:cubicBezTo>
                <a:cubicBezTo>
                  <a:pt x="29522" y="0"/>
                  <a:pt x="34532" y="2330"/>
                  <a:pt x="38960" y="7005"/>
                </a:cubicBezTo>
                <a:cubicBezTo>
                  <a:pt x="42950" y="11215"/>
                  <a:pt x="44713" y="15817"/>
                  <a:pt x="44319" y="20827"/>
                </a:cubicBezTo>
                <a:cubicBezTo>
                  <a:pt x="43912" y="25823"/>
                  <a:pt x="41407" y="30556"/>
                  <a:pt x="36746" y="34940"/>
                </a:cubicBezTo>
                <a:close/>
                <a:moveTo>
                  <a:pt x="33396" y="28328"/>
                </a:moveTo>
                <a:cubicBezTo>
                  <a:pt x="36178" y="25662"/>
                  <a:pt x="37664" y="22764"/>
                  <a:pt x="37882" y="19633"/>
                </a:cubicBezTo>
                <a:cubicBezTo>
                  <a:pt x="38173" y="16501"/>
                  <a:pt x="37096" y="13705"/>
                  <a:pt x="34707" y="11156"/>
                </a:cubicBezTo>
                <a:cubicBezTo>
                  <a:pt x="31969" y="8302"/>
                  <a:pt x="29012" y="6772"/>
                  <a:pt x="25764" y="6539"/>
                </a:cubicBezTo>
                <a:cubicBezTo>
                  <a:pt x="22531" y="6379"/>
                  <a:pt x="19283" y="7515"/>
                  <a:pt x="16094" y="10064"/>
                </a:cubicBezTo>
                <a:lnTo>
                  <a:pt x="33396" y="28328"/>
                </a:lnTo>
                <a:close/>
                <a:moveTo>
                  <a:pt x="33396" y="283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BF274-ABF7-4F74-AEE1-2C34E73E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548" y="1761807"/>
            <a:ext cx="41873" cy="53655"/>
          </a:xfrm>
          <a:custGeom xmlns:a="http://schemas.openxmlformats.org/drawingml/2006/main">
            <a:pathLst>
              <a:path w="41873" h="53655">
                <a:moveTo>
                  <a:pt x="40795" y="5170"/>
                </a:moveTo>
                <a:lnTo>
                  <a:pt x="31867" y="13603"/>
                </a:lnTo>
                <a:lnTo>
                  <a:pt x="41873" y="24177"/>
                </a:lnTo>
                <a:lnTo>
                  <a:pt x="37897" y="27935"/>
                </a:lnTo>
                <a:lnTo>
                  <a:pt x="27876" y="17346"/>
                </a:lnTo>
                <a:lnTo>
                  <a:pt x="10923" y="33338"/>
                </a:lnTo>
                <a:cubicBezTo>
                  <a:pt x="8360" y="35726"/>
                  <a:pt x="7049" y="37664"/>
                  <a:pt x="6947" y="39033"/>
                </a:cubicBezTo>
                <a:cubicBezTo>
                  <a:pt x="6889" y="40387"/>
                  <a:pt x="7850" y="42149"/>
                  <a:pt x="9904" y="44319"/>
                </a:cubicBezTo>
                <a:lnTo>
                  <a:pt x="14856" y="49606"/>
                </a:lnTo>
                <a:lnTo>
                  <a:pt x="10588" y="53655"/>
                </a:lnTo>
                <a:lnTo>
                  <a:pt x="5578" y="48354"/>
                </a:lnTo>
                <a:cubicBezTo>
                  <a:pt x="1821" y="44436"/>
                  <a:pt x="0" y="40955"/>
                  <a:pt x="58" y="38057"/>
                </a:cubicBezTo>
                <a:cubicBezTo>
                  <a:pt x="117" y="35158"/>
                  <a:pt x="2112" y="31852"/>
                  <a:pt x="6030" y="28168"/>
                </a:cubicBezTo>
                <a:lnTo>
                  <a:pt x="23041" y="12176"/>
                </a:lnTo>
                <a:lnTo>
                  <a:pt x="19458" y="8418"/>
                </a:lnTo>
                <a:lnTo>
                  <a:pt x="23434" y="4602"/>
                </a:lnTo>
                <a:lnTo>
                  <a:pt x="27032" y="8418"/>
                </a:lnTo>
                <a:lnTo>
                  <a:pt x="35901" y="0"/>
                </a:lnTo>
                <a:lnTo>
                  <a:pt x="40795" y="5170"/>
                </a:lnTo>
                <a:close/>
                <a:moveTo>
                  <a:pt x="40795" y="5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3216F-BF7C-4357-8AA5-50E6E8B5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180" y="1794403"/>
            <a:ext cx="45965" cy="52286"/>
          </a:xfrm>
          <a:custGeom xmlns:a="http://schemas.openxmlformats.org/drawingml/2006/main">
            <a:pathLst>
              <a:path w="45965" h="52286">
                <a:moveTo>
                  <a:pt x="26449" y="27250"/>
                </a:moveTo>
                <a:cubicBezTo>
                  <a:pt x="22531" y="23099"/>
                  <a:pt x="19342" y="20652"/>
                  <a:pt x="16895" y="19910"/>
                </a:cubicBezTo>
                <a:cubicBezTo>
                  <a:pt x="14448" y="19225"/>
                  <a:pt x="12059" y="19968"/>
                  <a:pt x="9729" y="22138"/>
                </a:cubicBezTo>
                <a:cubicBezTo>
                  <a:pt x="7908" y="23842"/>
                  <a:pt x="7049" y="25779"/>
                  <a:pt x="7107" y="27993"/>
                </a:cubicBezTo>
                <a:cubicBezTo>
                  <a:pt x="7166" y="30207"/>
                  <a:pt x="8185" y="32377"/>
                  <a:pt x="10122" y="34416"/>
                </a:cubicBezTo>
                <a:cubicBezTo>
                  <a:pt x="12802" y="37270"/>
                  <a:pt x="15977" y="38639"/>
                  <a:pt x="19618" y="38465"/>
                </a:cubicBezTo>
                <a:cubicBezTo>
                  <a:pt x="23259" y="38232"/>
                  <a:pt x="26798" y="36586"/>
                  <a:pt x="30090" y="33396"/>
                </a:cubicBezTo>
                <a:lnTo>
                  <a:pt x="31284" y="32377"/>
                </a:lnTo>
                <a:lnTo>
                  <a:pt x="26449" y="27250"/>
                </a:lnTo>
                <a:close/>
                <a:moveTo>
                  <a:pt x="38232" y="35508"/>
                </a:moveTo>
                <a:lnTo>
                  <a:pt x="20361" y="52286"/>
                </a:lnTo>
                <a:lnTo>
                  <a:pt x="15526" y="47160"/>
                </a:lnTo>
                <a:lnTo>
                  <a:pt x="20303" y="42674"/>
                </a:lnTo>
                <a:cubicBezTo>
                  <a:pt x="17288" y="43300"/>
                  <a:pt x="14506" y="43183"/>
                  <a:pt x="11943" y="42280"/>
                </a:cubicBezTo>
                <a:cubicBezTo>
                  <a:pt x="9379" y="41363"/>
                  <a:pt x="6933" y="39659"/>
                  <a:pt x="4544" y="37096"/>
                </a:cubicBezTo>
                <a:cubicBezTo>
                  <a:pt x="1529" y="33906"/>
                  <a:pt x="0" y="30498"/>
                  <a:pt x="0" y="26915"/>
                </a:cubicBezTo>
                <a:cubicBezTo>
                  <a:pt x="58" y="23332"/>
                  <a:pt x="1529" y="20143"/>
                  <a:pt x="4544" y="17302"/>
                </a:cubicBezTo>
                <a:cubicBezTo>
                  <a:pt x="8069" y="13938"/>
                  <a:pt x="11826" y="12627"/>
                  <a:pt x="15875" y="13312"/>
                </a:cubicBezTo>
                <a:cubicBezTo>
                  <a:pt x="19851" y="13996"/>
                  <a:pt x="24060" y="16676"/>
                  <a:pt x="28503" y="21337"/>
                </a:cubicBezTo>
                <a:lnTo>
                  <a:pt x="35275" y="28561"/>
                </a:lnTo>
                <a:lnTo>
                  <a:pt x="35785" y="28051"/>
                </a:lnTo>
                <a:cubicBezTo>
                  <a:pt x="38173" y="25837"/>
                  <a:pt x="39251" y="23332"/>
                  <a:pt x="39076" y="20536"/>
                </a:cubicBezTo>
                <a:cubicBezTo>
                  <a:pt x="38916" y="17812"/>
                  <a:pt x="37489" y="15016"/>
                  <a:pt x="34867" y="12176"/>
                </a:cubicBezTo>
                <a:cubicBezTo>
                  <a:pt x="33163" y="10414"/>
                  <a:pt x="31284" y="8884"/>
                  <a:pt x="29289" y="7573"/>
                </a:cubicBezTo>
                <a:cubicBezTo>
                  <a:pt x="27250" y="6263"/>
                  <a:pt x="25080" y="5243"/>
                  <a:pt x="22750" y="4500"/>
                </a:cubicBezTo>
                <a:lnTo>
                  <a:pt x="27527" y="0"/>
                </a:lnTo>
                <a:cubicBezTo>
                  <a:pt x="29974" y="1194"/>
                  <a:pt x="32260" y="2505"/>
                  <a:pt x="34299" y="3932"/>
                </a:cubicBezTo>
                <a:cubicBezTo>
                  <a:pt x="36353" y="5345"/>
                  <a:pt x="38115" y="6947"/>
                  <a:pt x="39703" y="8593"/>
                </a:cubicBezTo>
                <a:cubicBezTo>
                  <a:pt x="43970" y="13152"/>
                  <a:pt x="45965" y="17637"/>
                  <a:pt x="45732" y="22080"/>
                </a:cubicBezTo>
                <a:cubicBezTo>
                  <a:pt x="45514" y="26507"/>
                  <a:pt x="43009" y="31008"/>
                  <a:pt x="38232" y="35508"/>
                </a:cubicBezTo>
                <a:close/>
                <a:moveTo>
                  <a:pt x="38232" y="355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F998C-9AD7-4F2C-A82F-B294A0EE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713" y="1832241"/>
            <a:ext cx="63544" cy="50801"/>
          </a:xfrm>
          <a:custGeom xmlns:a="http://schemas.openxmlformats.org/drawingml/2006/main">
            <a:pathLst>
              <a:path w="63544" h="50801">
                <a:moveTo>
                  <a:pt x="41814" y="20652"/>
                </a:moveTo>
                <a:lnTo>
                  <a:pt x="58709" y="4661"/>
                </a:lnTo>
                <a:lnTo>
                  <a:pt x="63544" y="9846"/>
                </a:lnTo>
                <a:lnTo>
                  <a:pt x="20084" y="50801"/>
                </a:lnTo>
                <a:lnTo>
                  <a:pt x="15249" y="45688"/>
                </a:lnTo>
                <a:lnTo>
                  <a:pt x="19910" y="41246"/>
                </a:lnTo>
                <a:cubicBezTo>
                  <a:pt x="17069" y="41931"/>
                  <a:pt x="14390" y="41873"/>
                  <a:pt x="11943" y="41072"/>
                </a:cubicBezTo>
                <a:cubicBezTo>
                  <a:pt x="9438" y="40271"/>
                  <a:pt x="7166" y="38683"/>
                  <a:pt x="4952" y="36411"/>
                </a:cubicBezTo>
                <a:cubicBezTo>
                  <a:pt x="1413" y="32595"/>
                  <a:pt x="0" y="28109"/>
                  <a:pt x="786" y="22866"/>
                </a:cubicBezTo>
                <a:cubicBezTo>
                  <a:pt x="1588" y="17696"/>
                  <a:pt x="4428" y="12744"/>
                  <a:pt x="9321" y="8083"/>
                </a:cubicBezTo>
                <a:cubicBezTo>
                  <a:pt x="14273" y="3466"/>
                  <a:pt x="19342" y="903"/>
                  <a:pt x="24570" y="451"/>
                </a:cubicBezTo>
                <a:cubicBezTo>
                  <a:pt x="29872" y="0"/>
                  <a:pt x="34241" y="1646"/>
                  <a:pt x="37824" y="5403"/>
                </a:cubicBezTo>
                <a:cubicBezTo>
                  <a:pt x="39994" y="7734"/>
                  <a:pt x="41421" y="10122"/>
                  <a:pt x="42047" y="12627"/>
                </a:cubicBezTo>
                <a:cubicBezTo>
                  <a:pt x="42717" y="15132"/>
                  <a:pt x="42615" y="17798"/>
                  <a:pt x="41814" y="20652"/>
                </a:cubicBezTo>
                <a:close/>
                <a:moveTo>
                  <a:pt x="14331" y="13428"/>
                </a:moveTo>
                <a:cubicBezTo>
                  <a:pt x="10574" y="16953"/>
                  <a:pt x="8360" y="20536"/>
                  <a:pt x="7617" y="24119"/>
                </a:cubicBezTo>
                <a:cubicBezTo>
                  <a:pt x="6933" y="27701"/>
                  <a:pt x="7908" y="30891"/>
                  <a:pt x="10472" y="33571"/>
                </a:cubicBezTo>
                <a:cubicBezTo>
                  <a:pt x="13021" y="36294"/>
                  <a:pt x="16094" y="37430"/>
                  <a:pt x="19735" y="36979"/>
                </a:cubicBezTo>
                <a:cubicBezTo>
                  <a:pt x="23376" y="36527"/>
                  <a:pt x="27075" y="34474"/>
                  <a:pt x="30833" y="30949"/>
                </a:cubicBezTo>
                <a:cubicBezTo>
                  <a:pt x="34649" y="27366"/>
                  <a:pt x="36862" y="23784"/>
                  <a:pt x="37547" y="20201"/>
                </a:cubicBezTo>
                <a:cubicBezTo>
                  <a:pt x="38232" y="16603"/>
                  <a:pt x="37256" y="13487"/>
                  <a:pt x="34707" y="10749"/>
                </a:cubicBezTo>
                <a:cubicBezTo>
                  <a:pt x="32144" y="8025"/>
                  <a:pt x="29071" y="6874"/>
                  <a:pt x="25429" y="7399"/>
                </a:cubicBezTo>
                <a:cubicBezTo>
                  <a:pt x="21847" y="7850"/>
                  <a:pt x="18147" y="9846"/>
                  <a:pt x="14331" y="13428"/>
                </a:cubicBezTo>
                <a:close/>
                <a:moveTo>
                  <a:pt x="14331" y="134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70392-76D8-4ECB-B658-8F3B683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483" y="1865812"/>
            <a:ext cx="45965" cy="52330"/>
          </a:xfrm>
          <a:custGeom xmlns:a="http://schemas.openxmlformats.org/drawingml/2006/main">
            <a:pathLst>
              <a:path w="45965" h="52330">
                <a:moveTo>
                  <a:pt x="26449" y="27250"/>
                </a:moveTo>
                <a:cubicBezTo>
                  <a:pt x="22531" y="23085"/>
                  <a:pt x="19342" y="20638"/>
                  <a:pt x="16895" y="19910"/>
                </a:cubicBezTo>
                <a:cubicBezTo>
                  <a:pt x="14390" y="19225"/>
                  <a:pt x="12001" y="19968"/>
                  <a:pt x="9729" y="22123"/>
                </a:cubicBezTo>
                <a:cubicBezTo>
                  <a:pt x="7908" y="23827"/>
                  <a:pt x="7049" y="25823"/>
                  <a:pt x="7107" y="28036"/>
                </a:cubicBezTo>
                <a:cubicBezTo>
                  <a:pt x="7166" y="30207"/>
                  <a:pt x="8185" y="32362"/>
                  <a:pt x="10122" y="34416"/>
                </a:cubicBezTo>
                <a:cubicBezTo>
                  <a:pt x="12802" y="37256"/>
                  <a:pt x="15977" y="38625"/>
                  <a:pt x="19618" y="38450"/>
                </a:cubicBezTo>
                <a:cubicBezTo>
                  <a:pt x="23259" y="38275"/>
                  <a:pt x="26740" y="36571"/>
                  <a:pt x="30090" y="33440"/>
                </a:cubicBezTo>
                <a:lnTo>
                  <a:pt x="31226" y="32362"/>
                </a:lnTo>
                <a:lnTo>
                  <a:pt x="26449" y="27250"/>
                </a:lnTo>
                <a:close/>
                <a:moveTo>
                  <a:pt x="38232" y="35493"/>
                </a:moveTo>
                <a:lnTo>
                  <a:pt x="20361" y="52330"/>
                </a:lnTo>
                <a:lnTo>
                  <a:pt x="15526" y="47160"/>
                </a:lnTo>
                <a:lnTo>
                  <a:pt x="20245" y="42717"/>
                </a:lnTo>
                <a:cubicBezTo>
                  <a:pt x="17230" y="43285"/>
                  <a:pt x="14506" y="43169"/>
                  <a:pt x="11943" y="42266"/>
                </a:cubicBezTo>
                <a:cubicBezTo>
                  <a:pt x="9379" y="41348"/>
                  <a:pt x="6874" y="39644"/>
                  <a:pt x="4486" y="37139"/>
                </a:cubicBezTo>
                <a:cubicBezTo>
                  <a:pt x="1471" y="33906"/>
                  <a:pt x="0" y="30542"/>
                  <a:pt x="0" y="26900"/>
                </a:cubicBezTo>
                <a:cubicBezTo>
                  <a:pt x="0" y="23318"/>
                  <a:pt x="1529" y="20128"/>
                  <a:pt x="4544" y="17288"/>
                </a:cubicBezTo>
                <a:cubicBezTo>
                  <a:pt x="8069" y="13982"/>
                  <a:pt x="11826" y="12627"/>
                  <a:pt x="15875" y="13312"/>
                </a:cubicBezTo>
                <a:cubicBezTo>
                  <a:pt x="19851" y="13982"/>
                  <a:pt x="24060" y="16662"/>
                  <a:pt x="28503" y="21322"/>
                </a:cubicBezTo>
                <a:lnTo>
                  <a:pt x="35275" y="28546"/>
                </a:lnTo>
                <a:lnTo>
                  <a:pt x="35785" y="28095"/>
                </a:lnTo>
                <a:cubicBezTo>
                  <a:pt x="38173" y="25823"/>
                  <a:pt x="39251" y="23318"/>
                  <a:pt x="39076" y="20594"/>
                </a:cubicBezTo>
                <a:cubicBezTo>
                  <a:pt x="38916" y="17798"/>
                  <a:pt x="37489" y="15016"/>
                  <a:pt x="34809" y="12161"/>
                </a:cubicBezTo>
                <a:cubicBezTo>
                  <a:pt x="33163" y="10399"/>
                  <a:pt x="31284" y="8870"/>
                  <a:pt x="29245" y="7559"/>
                </a:cubicBezTo>
                <a:cubicBezTo>
                  <a:pt x="27250" y="6248"/>
                  <a:pt x="25080" y="5229"/>
                  <a:pt x="22750" y="4486"/>
                </a:cubicBezTo>
                <a:lnTo>
                  <a:pt x="27483" y="0"/>
                </a:lnTo>
                <a:cubicBezTo>
                  <a:pt x="29974" y="1194"/>
                  <a:pt x="32260" y="2491"/>
                  <a:pt x="34299" y="3976"/>
                </a:cubicBezTo>
                <a:cubicBezTo>
                  <a:pt x="36294" y="5403"/>
                  <a:pt x="38115" y="6933"/>
                  <a:pt x="39703" y="8578"/>
                </a:cubicBezTo>
                <a:cubicBezTo>
                  <a:pt x="43970" y="13137"/>
                  <a:pt x="45965" y="17623"/>
                  <a:pt x="45732" y="22065"/>
                </a:cubicBezTo>
                <a:cubicBezTo>
                  <a:pt x="45514" y="26507"/>
                  <a:pt x="43009" y="30993"/>
                  <a:pt x="38232" y="35493"/>
                </a:cubicBezTo>
                <a:close/>
                <a:moveTo>
                  <a:pt x="38232" y="354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52651-A896-4AC3-B25E-28DA9DF2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015" y="1890775"/>
            <a:ext cx="41873" cy="53597"/>
          </a:xfrm>
          <a:custGeom xmlns:a="http://schemas.openxmlformats.org/drawingml/2006/main">
            <a:pathLst>
              <a:path w="41873" h="53597">
                <a:moveTo>
                  <a:pt x="40795" y="5185"/>
                </a:moveTo>
                <a:lnTo>
                  <a:pt x="31911" y="13545"/>
                </a:lnTo>
                <a:lnTo>
                  <a:pt x="41873" y="24133"/>
                </a:lnTo>
                <a:lnTo>
                  <a:pt x="37882" y="27876"/>
                </a:lnTo>
                <a:lnTo>
                  <a:pt x="27935" y="17302"/>
                </a:lnTo>
                <a:lnTo>
                  <a:pt x="10923" y="33294"/>
                </a:lnTo>
                <a:cubicBezTo>
                  <a:pt x="8360" y="35726"/>
                  <a:pt x="7049" y="37605"/>
                  <a:pt x="6991" y="38974"/>
                </a:cubicBezTo>
                <a:cubicBezTo>
                  <a:pt x="6933" y="40402"/>
                  <a:pt x="7908" y="42164"/>
                  <a:pt x="9904" y="44261"/>
                </a:cubicBezTo>
                <a:lnTo>
                  <a:pt x="14899" y="49563"/>
                </a:lnTo>
                <a:lnTo>
                  <a:pt x="10574" y="53597"/>
                </a:lnTo>
                <a:lnTo>
                  <a:pt x="5636" y="48368"/>
                </a:lnTo>
                <a:cubicBezTo>
                  <a:pt x="1879" y="44378"/>
                  <a:pt x="0" y="40911"/>
                  <a:pt x="58" y="38013"/>
                </a:cubicBezTo>
                <a:cubicBezTo>
                  <a:pt x="175" y="35115"/>
                  <a:pt x="2156" y="31809"/>
                  <a:pt x="6030" y="28168"/>
                </a:cubicBezTo>
                <a:lnTo>
                  <a:pt x="23041" y="12118"/>
                </a:lnTo>
                <a:lnTo>
                  <a:pt x="19458" y="8375"/>
                </a:lnTo>
                <a:lnTo>
                  <a:pt x="23492" y="4617"/>
                </a:lnTo>
                <a:lnTo>
                  <a:pt x="27017" y="8375"/>
                </a:lnTo>
                <a:lnTo>
                  <a:pt x="35901" y="0"/>
                </a:lnTo>
                <a:lnTo>
                  <a:pt x="40795" y="5185"/>
                </a:lnTo>
                <a:close/>
                <a:moveTo>
                  <a:pt x="40795" y="51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AC491-51F0-4209-8415-21AC3A20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648" y="1923327"/>
            <a:ext cx="46023" cy="52344"/>
          </a:xfrm>
          <a:custGeom xmlns:a="http://schemas.openxmlformats.org/drawingml/2006/main">
            <a:pathLst>
              <a:path w="46023" h="52344">
                <a:moveTo>
                  <a:pt x="26449" y="27250"/>
                </a:moveTo>
                <a:cubicBezTo>
                  <a:pt x="22517" y="23099"/>
                  <a:pt x="19342" y="20652"/>
                  <a:pt x="16895" y="19910"/>
                </a:cubicBezTo>
                <a:cubicBezTo>
                  <a:pt x="14448" y="19225"/>
                  <a:pt x="12059" y="19968"/>
                  <a:pt x="9773" y="22123"/>
                </a:cubicBezTo>
                <a:cubicBezTo>
                  <a:pt x="7952" y="23827"/>
                  <a:pt x="7049" y="25823"/>
                  <a:pt x="7107" y="28051"/>
                </a:cubicBezTo>
                <a:cubicBezTo>
                  <a:pt x="7224" y="30207"/>
                  <a:pt x="8185" y="32362"/>
                  <a:pt x="10122" y="34416"/>
                </a:cubicBezTo>
                <a:cubicBezTo>
                  <a:pt x="12846" y="37256"/>
                  <a:pt x="15977" y="38625"/>
                  <a:pt x="19618" y="38450"/>
                </a:cubicBezTo>
                <a:cubicBezTo>
                  <a:pt x="23259" y="38290"/>
                  <a:pt x="26784" y="36571"/>
                  <a:pt x="30148" y="33454"/>
                </a:cubicBezTo>
                <a:lnTo>
                  <a:pt x="31284" y="32362"/>
                </a:lnTo>
                <a:lnTo>
                  <a:pt x="26449" y="27250"/>
                </a:lnTo>
                <a:close/>
                <a:moveTo>
                  <a:pt x="38275" y="35493"/>
                </a:moveTo>
                <a:lnTo>
                  <a:pt x="20419" y="52344"/>
                </a:lnTo>
                <a:lnTo>
                  <a:pt x="15526" y="47160"/>
                </a:lnTo>
                <a:lnTo>
                  <a:pt x="20303" y="42717"/>
                </a:lnTo>
                <a:cubicBezTo>
                  <a:pt x="17288" y="43285"/>
                  <a:pt x="14506" y="43183"/>
                  <a:pt x="11943" y="42266"/>
                </a:cubicBezTo>
                <a:cubicBezTo>
                  <a:pt x="9379" y="41363"/>
                  <a:pt x="6933" y="39644"/>
                  <a:pt x="4544" y="37154"/>
                </a:cubicBezTo>
                <a:cubicBezTo>
                  <a:pt x="1529" y="33906"/>
                  <a:pt x="0" y="30542"/>
                  <a:pt x="44" y="26900"/>
                </a:cubicBezTo>
                <a:cubicBezTo>
                  <a:pt x="44" y="23318"/>
                  <a:pt x="1588" y="20143"/>
                  <a:pt x="4602" y="17288"/>
                </a:cubicBezTo>
                <a:cubicBezTo>
                  <a:pt x="8127" y="13996"/>
                  <a:pt x="11885" y="12627"/>
                  <a:pt x="15861" y="13312"/>
                </a:cubicBezTo>
                <a:cubicBezTo>
                  <a:pt x="19910" y="13996"/>
                  <a:pt x="24119" y="16662"/>
                  <a:pt x="28503" y="21337"/>
                </a:cubicBezTo>
                <a:lnTo>
                  <a:pt x="35319" y="28561"/>
                </a:lnTo>
                <a:lnTo>
                  <a:pt x="35828" y="28095"/>
                </a:lnTo>
                <a:cubicBezTo>
                  <a:pt x="38173" y="25823"/>
                  <a:pt x="39309" y="23318"/>
                  <a:pt x="39135" y="20594"/>
                </a:cubicBezTo>
                <a:cubicBezTo>
                  <a:pt x="38960" y="17798"/>
                  <a:pt x="37547" y="15016"/>
                  <a:pt x="34867" y="12176"/>
                </a:cubicBezTo>
                <a:cubicBezTo>
                  <a:pt x="33163" y="10414"/>
                  <a:pt x="31343" y="8870"/>
                  <a:pt x="29289" y="7559"/>
                </a:cubicBezTo>
                <a:cubicBezTo>
                  <a:pt x="27308" y="6248"/>
                  <a:pt x="25080" y="5229"/>
                  <a:pt x="22750" y="4486"/>
                </a:cubicBezTo>
                <a:lnTo>
                  <a:pt x="27527" y="0"/>
                </a:lnTo>
                <a:cubicBezTo>
                  <a:pt x="30032" y="1194"/>
                  <a:pt x="32304" y="2505"/>
                  <a:pt x="34299" y="3976"/>
                </a:cubicBezTo>
                <a:cubicBezTo>
                  <a:pt x="36353" y="5403"/>
                  <a:pt x="38173" y="6933"/>
                  <a:pt x="39703" y="8593"/>
                </a:cubicBezTo>
                <a:cubicBezTo>
                  <a:pt x="43970" y="13137"/>
                  <a:pt x="46023" y="17637"/>
                  <a:pt x="45790" y="22065"/>
                </a:cubicBezTo>
                <a:cubicBezTo>
                  <a:pt x="45514" y="26507"/>
                  <a:pt x="43009" y="31008"/>
                  <a:pt x="38275" y="35493"/>
                </a:cubicBezTo>
                <a:close/>
                <a:moveTo>
                  <a:pt x="38275" y="354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E1F1C-7005-4DB8-B0A3-9645D19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724" y="1941357"/>
            <a:ext cx="61054" cy="59801"/>
          </a:xfrm>
          <a:custGeom xmlns:a="http://schemas.openxmlformats.org/drawingml/2006/main">
            <a:pathLst>
              <a:path w="61054" h="59801">
                <a:moveTo>
                  <a:pt x="27760" y="0"/>
                </a:moveTo>
                <a:lnTo>
                  <a:pt x="61054" y="35275"/>
                </a:lnTo>
                <a:lnTo>
                  <a:pt x="56262" y="39761"/>
                </a:lnTo>
                <a:lnTo>
                  <a:pt x="42324" y="24978"/>
                </a:lnTo>
                <a:lnTo>
                  <a:pt x="5345" y="59801"/>
                </a:lnTo>
                <a:lnTo>
                  <a:pt x="0" y="54165"/>
                </a:lnTo>
                <a:lnTo>
                  <a:pt x="36979" y="19283"/>
                </a:lnTo>
                <a:lnTo>
                  <a:pt x="23041" y="4500"/>
                </a:lnTo>
                <a:lnTo>
                  <a:pt x="27760" y="0"/>
                </a:lnTo>
                <a:close/>
                <a:moveTo>
                  <a:pt x="277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6CEC8-982D-4B72-A517-C1ABEE46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201" y="1987381"/>
            <a:ext cx="44786" cy="48194"/>
          </a:xfrm>
          <a:custGeom xmlns:a="http://schemas.openxmlformats.org/drawingml/2006/main">
            <a:pathLst>
              <a:path w="44786" h="48194">
                <a:moveTo>
                  <a:pt x="36761" y="34882"/>
                </a:moveTo>
                <a:lnTo>
                  <a:pt x="34255" y="37270"/>
                </a:lnTo>
                <a:lnTo>
                  <a:pt x="11957" y="13603"/>
                </a:lnTo>
                <a:cubicBezTo>
                  <a:pt x="8651" y="17186"/>
                  <a:pt x="6947" y="20827"/>
                  <a:pt x="6889" y="24468"/>
                </a:cubicBezTo>
                <a:cubicBezTo>
                  <a:pt x="6831" y="28109"/>
                  <a:pt x="8433" y="31634"/>
                  <a:pt x="11608" y="35042"/>
                </a:cubicBezTo>
                <a:cubicBezTo>
                  <a:pt x="13487" y="37037"/>
                  <a:pt x="15540" y="38683"/>
                  <a:pt x="17754" y="40110"/>
                </a:cubicBezTo>
                <a:cubicBezTo>
                  <a:pt x="19968" y="41538"/>
                  <a:pt x="22473" y="42674"/>
                  <a:pt x="25153" y="43577"/>
                </a:cubicBezTo>
                <a:lnTo>
                  <a:pt x="20317" y="48194"/>
                </a:lnTo>
                <a:cubicBezTo>
                  <a:pt x="17754" y="47058"/>
                  <a:pt x="15365" y="45747"/>
                  <a:pt x="13152" y="44145"/>
                </a:cubicBezTo>
                <a:cubicBezTo>
                  <a:pt x="10923" y="42615"/>
                  <a:pt x="8884" y="40853"/>
                  <a:pt x="7005" y="38858"/>
                </a:cubicBezTo>
                <a:cubicBezTo>
                  <a:pt x="2287" y="33848"/>
                  <a:pt x="0" y="28561"/>
                  <a:pt x="175" y="22866"/>
                </a:cubicBezTo>
                <a:cubicBezTo>
                  <a:pt x="291" y="17244"/>
                  <a:pt x="2855" y="12059"/>
                  <a:pt x="7850" y="7399"/>
                </a:cubicBezTo>
                <a:cubicBezTo>
                  <a:pt x="12977" y="2563"/>
                  <a:pt x="18322" y="117"/>
                  <a:pt x="23958" y="58"/>
                </a:cubicBezTo>
                <a:cubicBezTo>
                  <a:pt x="29537" y="0"/>
                  <a:pt x="34590" y="2272"/>
                  <a:pt x="39033" y="7005"/>
                </a:cubicBezTo>
                <a:cubicBezTo>
                  <a:pt x="42965" y="11215"/>
                  <a:pt x="44786" y="15817"/>
                  <a:pt x="44319" y="20827"/>
                </a:cubicBezTo>
                <a:cubicBezTo>
                  <a:pt x="43926" y="25837"/>
                  <a:pt x="41421" y="30498"/>
                  <a:pt x="36761" y="34882"/>
                </a:cubicBezTo>
                <a:close/>
                <a:moveTo>
                  <a:pt x="33454" y="28342"/>
                </a:moveTo>
                <a:cubicBezTo>
                  <a:pt x="36193" y="25662"/>
                  <a:pt x="37722" y="22764"/>
                  <a:pt x="37955" y="19633"/>
                </a:cubicBezTo>
                <a:cubicBezTo>
                  <a:pt x="38173" y="16501"/>
                  <a:pt x="37096" y="13720"/>
                  <a:pt x="34707" y="11156"/>
                </a:cubicBezTo>
                <a:cubicBezTo>
                  <a:pt x="31983" y="8302"/>
                  <a:pt x="29027" y="6772"/>
                  <a:pt x="25779" y="6539"/>
                </a:cubicBezTo>
                <a:cubicBezTo>
                  <a:pt x="22531" y="6379"/>
                  <a:pt x="19298" y="7515"/>
                  <a:pt x="16108" y="10020"/>
                </a:cubicBezTo>
                <a:lnTo>
                  <a:pt x="33454" y="28342"/>
                </a:lnTo>
                <a:close/>
                <a:moveTo>
                  <a:pt x="33454" y="283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8A969-2980-4D07-809D-A5D12D7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942" y="2019248"/>
            <a:ext cx="50247" cy="44713"/>
          </a:xfrm>
          <a:custGeom xmlns:a="http://schemas.openxmlformats.org/drawingml/2006/main">
            <a:pathLst>
              <a:path w="50247" h="44713">
                <a:moveTo>
                  <a:pt x="50247" y="18774"/>
                </a:moveTo>
                <a:lnTo>
                  <a:pt x="45354" y="23318"/>
                </a:lnTo>
                <a:cubicBezTo>
                  <a:pt x="44727" y="21220"/>
                  <a:pt x="43868" y="19167"/>
                  <a:pt x="42790" y="17230"/>
                </a:cubicBezTo>
                <a:cubicBezTo>
                  <a:pt x="41654" y="15351"/>
                  <a:pt x="40343" y="13530"/>
                  <a:pt x="38741" y="11826"/>
                </a:cubicBezTo>
                <a:cubicBezTo>
                  <a:pt x="36353" y="9263"/>
                  <a:pt x="34139" y="7734"/>
                  <a:pt x="32144" y="7224"/>
                </a:cubicBezTo>
                <a:cubicBezTo>
                  <a:pt x="30163" y="6656"/>
                  <a:pt x="28401" y="7166"/>
                  <a:pt x="26857" y="8637"/>
                </a:cubicBezTo>
                <a:cubicBezTo>
                  <a:pt x="25662" y="9729"/>
                  <a:pt x="25153" y="11084"/>
                  <a:pt x="25327" y="12627"/>
                </a:cubicBezTo>
                <a:cubicBezTo>
                  <a:pt x="25488" y="14157"/>
                  <a:pt x="26580" y="16603"/>
                  <a:pt x="28561" y="19968"/>
                </a:cubicBezTo>
                <a:lnTo>
                  <a:pt x="29813" y="22123"/>
                </a:lnTo>
                <a:cubicBezTo>
                  <a:pt x="32493" y="26507"/>
                  <a:pt x="33862" y="30148"/>
                  <a:pt x="33862" y="32988"/>
                </a:cubicBezTo>
                <a:cubicBezTo>
                  <a:pt x="33862" y="35901"/>
                  <a:pt x="32610" y="38508"/>
                  <a:pt x="30046" y="40955"/>
                </a:cubicBezTo>
                <a:cubicBezTo>
                  <a:pt x="27148" y="43693"/>
                  <a:pt x="23784" y="44713"/>
                  <a:pt x="19910" y="43970"/>
                </a:cubicBezTo>
                <a:cubicBezTo>
                  <a:pt x="16050" y="43285"/>
                  <a:pt x="12234" y="40897"/>
                  <a:pt x="8418" y="36921"/>
                </a:cubicBezTo>
                <a:cubicBezTo>
                  <a:pt x="6831" y="35217"/>
                  <a:pt x="5345" y="33338"/>
                  <a:pt x="3991" y="31168"/>
                </a:cubicBezTo>
                <a:cubicBezTo>
                  <a:pt x="2563" y="29071"/>
                  <a:pt x="1253" y="26682"/>
                  <a:pt x="0" y="24060"/>
                </a:cubicBezTo>
                <a:lnTo>
                  <a:pt x="5345" y="19050"/>
                </a:lnTo>
                <a:cubicBezTo>
                  <a:pt x="6146" y="21905"/>
                  <a:pt x="7180" y="24454"/>
                  <a:pt x="8418" y="26798"/>
                </a:cubicBezTo>
                <a:cubicBezTo>
                  <a:pt x="9671" y="29071"/>
                  <a:pt x="11156" y="31110"/>
                  <a:pt x="12860" y="32930"/>
                </a:cubicBezTo>
                <a:cubicBezTo>
                  <a:pt x="15132" y="35377"/>
                  <a:pt x="17302" y="36862"/>
                  <a:pt x="19342" y="37372"/>
                </a:cubicBezTo>
                <a:cubicBezTo>
                  <a:pt x="21395" y="37882"/>
                  <a:pt x="23157" y="37430"/>
                  <a:pt x="24701" y="36003"/>
                </a:cubicBezTo>
                <a:cubicBezTo>
                  <a:pt x="26056" y="34692"/>
                  <a:pt x="26682" y="33221"/>
                  <a:pt x="26580" y="31576"/>
                </a:cubicBezTo>
                <a:cubicBezTo>
                  <a:pt x="26463" y="29915"/>
                  <a:pt x="25211" y="27192"/>
                  <a:pt x="22881" y="23376"/>
                </a:cubicBezTo>
                <a:lnTo>
                  <a:pt x="21628" y="21162"/>
                </a:lnTo>
                <a:cubicBezTo>
                  <a:pt x="19298" y="17346"/>
                  <a:pt x="18147" y="14098"/>
                  <a:pt x="18205" y="11375"/>
                </a:cubicBezTo>
                <a:cubicBezTo>
                  <a:pt x="18264" y="8637"/>
                  <a:pt x="19516" y="6146"/>
                  <a:pt x="21905" y="3860"/>
                </a:cubicBezTo>
                <a:cubicBezTo>
                  <a:pt x="24861" y="1078"/>
                  <a:pt x="28109" y="0"/>
                  <a:pt x="31692" y="568"/>
                </a:cubicBezTo>
                <a:cubicBezTo>
                  <a:pt x="35275" y="1136"/>
                  <a:pt x="38858" y="3350"/>
                  <a:pt x="42441" y="7166"/>
                </a:cubicBezTo>
                <a:cubicBezTo>
                  <a:pt x="44261" y="9103"/>
                  <a:pt x="45805" y="10982"/>
                  <a:pt x="47116" y="12962"/>
                </a:cubicBezTo>
                <a:cubicBezTo>
                  <a:pt x="48427" y="14899"/>
                  <a:pt x="49446" y="16836"/>
                  <a:pt x="50247" y="18774"/>
                </a:cubicBezTo>
                <a:close/>
                <a:moveTo>
                  <a:pt x="50247" y="187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45E5A-3757-4365-A7D6-D6F1B7AA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279" y="2038531"/>
            <a:ext cx="41873" cy="53655"/>
          </a:xfrm>
          <a:custGeom xmlns:a="http://schemas.openxmlformats.org/drawingml/2006/main">
            <a:pathLst>
              <a:path w="41873" h="53655">
                <a:moveTo>
                  <a:pt x="40795" y="5170"/>
                </a:moveTo>
                <a:lnTo>
                  <a:pt x="31925" y="13603"/>
                </a:lnTo>
                <a:lnTo>
                  <a:pt x="41873" y="24177"/>
                </a:lnTo>
                <a:lnTo>
                  <a:pt x="37897" y="27935"/>
                </a:lnTo>
                <a:lnTo>
                  <a:pt x="27876" y="17346"/>
                </a:lnTo>
                <a:lnTo>
                  <a:pt x="10923" y="33338"/>
                </a:lnTo>
                <a:cubicBezTo>
                  <a:pt x="8375" y="35726"/>
                  <a:pt x="7064" y="37664"/>
                  <a:pt x="7005" y="39033"/>
                </a:cubicBezTo>
                <a:cubicBezTo>
                  <a:pt x="6889" y="40387"/>
                  <a:pt x="7850" y="42149"/>
                  <a:pt x="9904" y="44319"/>
                </a:cubicBezTo>
                <a:lnTo>
                  <a:pt x="14856" y="49606"/>
                </a:lnTo>
                <a:lnTo>
                  <a:pt x="10588" y="53655"/>
                </a:lnTo>
                <a:lnTo>
                  <a:pt x="5578" y="48354"/>
                </a:lnTo>
                <a:cubicBezTo>
                  <a:pt x="1879" y="44436"/>
                  <a:pt x="0" y="40955"/>
                  <a:pt x="58" y="38057"/>
                </a:cubicBezTo>
                <a:cubicBezTo>
                  <a:pt x="117" y="35158"/>
                  <a:pt x="2112" y="31852"/>
                  <a:pt x="6030" y="28168"/>
                </a:cubicBezTo>
                <a:lnTo>
                  <a:pt x="23041" y="12176"/>
                </a:lnTo>
                <a:lnTo>
                  <a:pt x="19458" y="8418"/>
                </a:lnTo>
                <a:lnTo>
                  <a:pt x="23449" y="4602"/>
                </a:lnTo>
                <a:lnTo>
                  <a:pt x="27032" y="8418"/>
                </a:lnTo>
                <a:lnTo>
                  <a:pt x="35901" y="0"/>
                </a:lnTo>
                <a:lnTo>
                  <a:pt x="40795" y="5170"/>
                </a:lnTo>
                <a:close/>
                <a:moveTo>
                  <a:pt x="40795" y="5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47876-E26C-4C57-87B9-8526C681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796" y="1205054"/>
            <a:ext cx="59787" cy="70317"/>
          </a:xfrm>
          <a:custGeom xmlns:a="http://schemas.openxmlformats.org/drawingml/2006/main">
            <a:pathLst>
              <a:path w="59787" h="70317">
                <a:moveTo>
                  <a:pt x="47509" y="13370"/>
                </a:moveTo>
                <a:cubicBezTo>
                  <a:pt x="43810" y="9161"/>
                  <a:pt x="39251" y="7180"/>
                  <a:pt x="33906" y="7457"/>
                </a:cubicBezTo>
                <a:cubicBezTo>
                  <a:pt x="28561" y="7748"/>
                  <a:pt x="23157" y="10297"/>
                  <a:pt x="17754" y="15074"/>
                </a:cubicBezTo>
                <a:cubicBezTo>
                  <a:pt x="12336" y="19866"/>
                  <a:pt x="9103" y="24861"/>
                  <a:pt x="8127" y="30105"/>
                </a:cubicBezTo>
                <a:cubicBezTo>
                  <a:pt x="7224" y="35391"/>
                  <a:pt x="8593" y="40110"/>
                  <a:pt x="12292" y="44378"/>
                </a:cubicBezTo>
                <a:cubicBezTo>
                  <a:pt x="16035" y="48587"/>
                  <a:pt x="20536" y="50582"/>
                  <a:pt x="25881" y="50247"/>
                </a:cubicBezTo>
                <a:cubicBezTo>
                  <a:pt x="31226" y="49956"/>
                  <a:pt x="36586" y="47393"/>
                  <a:pt x="41989" y="42674"/>
                </a:cubicBezTo>
                <a:cubicBezTo>
                  <a:pt x="47451" y="37838"/>
                  <a:pt x="50626" y="32828"/>
                  <a:pt x="51602" y="27600"/>
                </a:cubicBezTo>
                <a:cubicBezTo>
                  <a:pt x="52621" y="22356"/>
                  <a:pt x="51252" y="17579"/>
                  <a:pt x="47509" y="13370"/>
                </a:cubicBezTo>
                <a:close/>
                <a:moveTo>
                  <a:pt x="16385" y="55243"/>
                </a:moveTo>
                <a:lnTo>
                  <a:pt x="14739" y="70317"/>
                </a:lnTo>
                <a:lnTo>
                  <a:pt x="8535" y="63268"/>
                </a:lnTo>
                <a:lnTo>
                  <a:pt x="9846" y="50873"/>
                </a:lnTo>
                <a:cubicBezTo>
                  <a:pt x="9219" y="50247"/>
                  <a:pt x="8753" y="49781"/>
                  <a:pt x="8476" y="49446"/>
                </a:cubicBezTo>
                <a:cubicBezTo>
                  <a:pt x="8127" y="49155"/>
                  <a:pt x="7850" y="48820"/>
                  <a:pt x="7559" y="48529"/>
                </a:cubicBezTo>
                <a:cubicBezTo>
                  <a:pt x="2272" y="42499"/>
                  <a:pt x="0" y="35843"/>
                  <a:pt x="845" y="28677"/>
                </a:cubicBezTo>
                <a:cubicBezTo>
                  <a:pt x="1704" y="21512"/>
                  <a:pt x="5578" y="14914"/>
                  <a:pt x="12336" y="8943"/>
                </a:cubicBezTo>
                <a:cubicBezTo>
                  <a:pt x="19108" y="2957"/>
                  <a:pt x="26172" y="0"/>
                  <a:pt x="33396" y="58"/>
                </a:cubicBezTo>
                <a:cubicBezTo>
                  <a:pt x="40620" y="117"/>
                  <a:pt x="46926" y="3190"/>
                  <a:pt x="52228" y="9219"/>
                </a:cubicBezTo>
                <a:cubicBezTo>
                  <a:pt x="57515" y="15249"/>
                  <a:pt x="59787" y="21847"/>
                  <a:pt x="58884" y="29027"/>
                </a:cubicBezTo>
                <a:cubicBezTo>
                  <a:pt x="58025" y="36193"/>
                  <a:pt x="54209" y="42790"/>
                  <a:pt x="47393" y="48762"/>
                </a:cubicBezTo>
                <a:cubicBezTo>
                  <a:pt x="42382" y="53204"/>
                  <a:pt x="37256" y="55927"/>
                  <a:pt x="31911" y="57063"/>
                </a:cubicBezTo>
                <a:cubicBezTo>
                  <a:pt x="26565" y="58199"/>
                  <a:pt x="21395" y="57573"/>
                  <a:pt x="16385" y="55243"/>
                </a:cubicBezTo>
                <a:close/>
                <a:moveTo>
                  <a:pt x="16385" y="552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D9C8B-779F-441C-9A39-C93AB6DD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576" y="1252680"/>
            <a:ext cx="51543" cy="55418"/>
          </a:xfrm>
          <a:custGeom xmlns:a="http://schemas.openxmlformats.org/drawingml/2006/main">
            <a:pathLst>
              <a:path w="51543" h="55418">
                <a:moveTo>
                  <a:pt x="8243" y="17186"/>
                </a:moveTo>
                <a:lnTo>
                  <a:pt x="27760" y="0"/>
                </a:lnTo>
                <a:lnTo>
                  <a:pt x="32420" y="5287"/>
                </a:lnTo>
                <a:lnTo>
                  <a:pt x="13079" y="22298"/>
                </a:lnTo>
                <a:cubicBezTo>
                  <a:pt x="10006" y="24978"/>
                  <a:pt x="8243" y="27585"/>
                  <a:pt x="7792" y="30148"/>
                </a:cubicBezTo>
                <a:cubicBezTo>
                  <a:pt x="7282" y="32653"/>
                  <a:pt x="8127" y="35158"/>
                  <a:pt x="10239" y="37547"/>
                </a:cubicBezTo>
                <a:cubicBezTo>
                  <a:pt x="12744" y="40387"/>
                  <a:pt x="15642" y="41814"/>
                  <a:pt x="18934" y="41873"/>
                </a:cubicBezTo>
                <a:cubicBezTo>
                  <a:pt x="22182" y="41931"/>
                  <a:pt x="25429" y="40620"/>
                  <a:pt x="28604" y="37838"/>
                </a:cubicBezTo>
                <a:lnTo>
                  <a:pt x="46868" y="21730"/>
                </a:lnTo>
                <a:lnTo>
                  <a:pt x="51543" y="27017"/>
                </a:lnTo>
                <a:lnTo>
                  <a:pt x="19283" y="55418"/>
                </a:lnTo>
                <a:lnTo>
                  <a:pt x="14608" y="50116"/>
                </a:lnTo>
                <a:lnTo>
                  <a:pt x="19560" y="45747"/>
                </a:lnTo>
                <a:cubicBezTo>
                  <a:pt x="16487" y="46198"/>
                  <a:pt x="13705" y="45965"/>
                  <a:pt x="11258" y="45120"/>
                </a:cubicBezTo>
                <a:cubicBezTo>
                  <a:pt x="8811" y="44261"/>
                  <a:pt x="6598" y="42717"/>
                  <a:pt x="4602" y="40445"/>
                </a:cubicBezTo>
                <a:cubicBezTo>
                  <a:pt x="1354" y="36746"/>
                  <a:pt x="0" y="32945"/>
                  <a:pt x="626" y="28954"/>
                </a:cubicBezTo>
                <a:cubicBezTo>
                  <a:pt x="1253" y="25036"/>
                  <a:pt x="3743" y="21104"/>
                  <a:pt x="8243" y="17186"/>
                </a:cubicBezTo>
                <a:close/>
                <a:moveTo>
                  <a:pt x="8243" y="17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657E3-EA77-414B-8B7B-4C39AF61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472" y="1279537"/>
            <a:ext cx="49490" cy="44829"/>
          </a:xfrm>
          <a:custGeom xmlns:a="http://schemas.openxmlformats.org/drawingml/2006/main">
            <a:pathLst>
              <a:path w="49490" h="44829">
                <a:moveTo>
                  <a:pt x="32260" y="11084"/>
                </a:moveTo>
                <a:lnTo>
                  <a:pt x="36921" y="16385"/>
                </a:lnTo>
                <a:lnTo>
                  <a:pt x="4661" y="44829"/>
                </a:lnTo>
                <a:lnTo>
                  <a:pt x="0" y="39484"/>
                </a:lnTo>
                <a:lnTo>
                  <a:pt x="32260" y="11084"/>
                </a:lnTo>
                <a:close/>
                <a:moveTo>
                  <a:pt x="44829" y="0"/>
                </a:moveTo>
                <a:lnTo>
                  <a:pt x="49490" y="5345"/>
                </a:lnTo>
                <a:lnTo>
                  <a:pt x="42776" y="11258"/>
                </a:lnTo>
                <a:lnTo>
                  <a:pt x="38115" y="5913"/>
                </a:lnTo>
                <a:lnTo>
                  <a:pt x="44829" y="0"/>
                </a:lnTo>
                <a:close/>
                <a:moveTo>
                  <a:pt x="448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A5522-678F-4D73-8BCA-C07A33A2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871" y="1312132"/>
            <a:ext cx="46533" cy="45455"/>
          </a:xfrm>
          <a:custGeom xmlns:a="http://schemas.openxmlformats.org/drawingml/2006/main">
            <a:pathLst>
              <a:path w="46533" h="45455">
                <a:moveTo>
                  <a:pt x="46533" y="19225"/>
                </a:moveTo>
                <a:lnTo>
                  <a:pt x="41581" y="23609"/>
                </a:lnTo>
                <a:cubicBezTo>
                  <a:pt x="41072" y="21337"/>
                  <a:pt x="40387" y="19283"/>
                  <a:pt x="39484" y="17404"/>
                </a:cubicBezTo>
                <a:cubicBezTo>
                  <a:pt x="38567" y="15584"/>
                  <a:pt x="37430" y="13880"/>
                  <a:pt x="36076" y="12351"/>
                </a:cubicBezTo>
                <a:cubicBezTo>
                  <a:pt x="33061" y="8870"/>
                  <a:pt x="29580" y="7166"/>
                  <a:pt x="25721" y="7166"/>
                </a:cubicBezTo>
                <a:cubicBezTo>
                  <a:pt x="21847" y="7166"/>
                  <a:pt x="17972" y="8928"/>
                  <a:pt x="14055" y="12394"/>
                </a:cubicBezTo>
                <a:cubicBezTo>
                  <a:pt x="10064" y="15875"/>
                  <a:pt x="7850" y="19516"/>
                  <a:pt x="7340" y="23318"/>
                </a:cubicBezTo>
                <a:cubicBezTo>
                  <a:pt x="6831" y="27133"/>
                  <a:pt x="8141" y="30775"/>
                  <a:pt x="11156" y="34241"/>
                </a:cubicBezTo>
                <a:cubicBezTo>
                  <a:pt x="12511" y="35785"/>
                  <a:pt x="14055" y="37096"/>
                  <a:pt x="15817" y="38290"/>
                </a:cubicBezTo>
                <a:cubicBezTo>
                  <a:pt x="17521" y="39426"/>
                  <a:pt x="19458" y="40387"/>
                  <a:pt x="21614" y="41130"/>
                </a:cubicBezTo>
                <a:lnTo>
                  <a:pt x="16720" y="45455"/>
                </a:lnTo>
                <a:cubicBezTo>
                  <a:pt x="14739" y="44596"/>
                  <a:pt x="12860" y="43518"/>
                  <a:pt x="11098" y="42208"/>
                </a:cubicBezTo>
                <a:cubicBezTo>
                  <a:pt x="9379" y="40955"/>
                  <a:pt x="7734" y="39426"/>
                  <a:pt x="6146" y="37605"/>
                </a:cubicBezTo>
                <a:cubicBezTo>
                  <a:pt x="1879" y="32770"/>
                  <a:pt x="0" y="27541"/>
                  <a:pt x="510" y="22021"/>
                </a:cubicBezTo>
                <a:cubicBezTo>
                  <a:pt x="1078" y="16443"/>
                  <a:pt x="3932" y="11375"/>
                  <a:pt x="9103" y="6831"/>
                </a:cubicBezTo>
                <a:cubicBezTo>
                  <a:pt x="14390" y="2156"/>
                  <a:pt x="19793" y="0"/>
                  <a:pt x="25371" y="233"/>
                </a:cubicBezTo>
                <a:cubicBezTo>
                  <a:pt x="30891" y="451"/>
                  <a:pt x="35901" y="3073"/>
                  <a:pt x="40343" y="8141"/>
                </a:cubicBezTo>
                <a:cubicBezTo>
                  <a:pt x="41756" y="9787"/>
                  <a:pt x="43009" y="11491"/>
                  <a:pt x="44028" y="13370"/>
                </a:cubicBezTo>
                <a:cubicBezTo>
                  <a:pt x="45062" y="15191"/>
                  <a:pt x="45907" y="17186"/>
                  <a:pt x="46533" y="19225"/>
                </a:cubicBezTo>
                <a:close/>
                <a:moveTo>
                  <a:pt x="46533" y="192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FC2DC-E826-4F6B-8228-C18D347E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05" y="1328226"/>
            <a:ext cx="56845" cy="68103"/>
          </a:xfrm>
          <a:custGeom xmlns:a="http://schemas.openxmlformats.org/drawingml/2006/main">
            <a:pathLst>
              <a:path w="56845" h="68103">
                <a:moveTo>
                  <a:pt x="44829" y="0"/>
                </a:moveTo>
                <a:lnTo>
                  <a:pt x="49563" y="5301"/>
                </a:lnTo>
                <a:lnTo>
                  <a:pt x="23041" y="28619"/>
                </a:lnTo>
                <a:lnTo>
                  <a:pt x="50873" y="32202"/>
                </a:lnTo>
                <a:lnTo>
                  <a:pt x="56845" y="38974"/>
                </a:lnTo>
                <a:lnTo>
                  <a:pt x="26682" y="35158"/>
                </a:lnTo>
                <a:lnTo>
                  <a:pt x="25211" y="68103"/>
                </a:lnTo>
                <a:lnTo>
                  <a:pt x="19123" y="61229"/>
                </a:lnTo>
                <a:lnTo>
                  <a:pt x="20434" y="30891"/>
                </a:lnTo>
                <a:lnTo>
                  <a:pt x="4675" y="44786"/>
                </a:lnTo>
                <a:lnTo>
                  <a:pt x="0" y="39484"/>
                </a:lnTo>
                <a:lnTo>
                  <a:pt x="44829" y="0"/>
                </a:lnTo>
                <a:close/>
                <a:moveTo>
                  <a:pt x="448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0F7E3-E410-40F4-AE52-9718B37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945" y="1358447"/>
            <a:ext cx="61666" cy="59044"/>
          </a:xfrm>
          <a:custGeom xmlns:a="http://schemas.openxmlformats.org/drawingml/2006/main">
            <a:pathLst>
              <a:path w="61666" h="59044">
                <a:moveTo>
                  <a:pt x="29580" y="0"/>
                </a:moveTo>
                <a:lnTo>
                  <a:pt x="61666" y="36411"/>
                </a:lnTo>
                <a:lnTo>
                  <a:pt x="56714" y="40722"/>
                </a:lnTo>
                <a:lnTo>
                  <a:pt x="43285" y="25488"/>
                </a:lnTo>
                <a:lnTo>
                  <a:pt x="5170" y="59044"/>
                </a:lnTo>
                <a:lnTo>
                  <a:pt x="0" y="53189"/>
                </a:lnTo>
                <a:lnTo>
                  <a:pt x="38173" y="19618"/>
                </a:lnTo>
                <a:lnTo>
                  <a:pt x="24687" y="4311"/>
                </a:lnTo>
                <a:lnTo>
                  <a:pt x="29580" y="0"/>
                </a:lnTo>
                <a:close/>
                <a:moveTo>
                  <a:pt x="29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53A37-A461-4C97-B362-7B765AA6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100" y="1396736"/>
            <a:ext cx="69691" cy="50917"/>
          </a:xfrm>
          <a:custGeom xmlns:a="http://schemas.openxmlformats.org/drawingml/2006/main">
            <a:pathLst>
              <a:path w="69691" h="50917">
                <a:moveTo>
                  <a:pt x="21905" y="48237"/>
                </a:moveTo>
                <a:cubicBezTo>
                  <a:pt x="16734" y="50174"/>
                  <a:pt x="12977" y="50917"/>
                  <a:pt x="10530" y="50509"/>
                </a:cubicBezTo>
                <a:cubicBezTo>
                  <a:pt x="8083" y="50116"/>
                  <a:pt x="5855" y="48747"/>
                  <a:pt x="3758" y="46358"/>
                </a:cubicBezTo>
                <a:lnTo>
                  <a:pt x="0" y="42091"/>
                </a:lnTo>
                <a:lnTo>
                  <a:pt x="4442" y="38173"/>
                </a:lnTo>
                <a:lnTo>
                  <a:pt x="7166" y="41290"/>
                </a:lnTo>
                <a:cubicBezTo>
                  <a:pt x="8476" y="42776"/>
                  <a:pt x="9846" y="43577"/>
                  <a:pt x="11215" y="43795"/>
                </a:cubicBezTo>
                <a:cubicBezTo>
                  <a:pt x="12627" y="43970"/>
                  <a:pt x="15016" y="43460"/>
                  <a:pt x="18497" y="42149"/>
                </a:cubicBezTo>
                <a:lnTo>
                  <a:pt x="21730" y="41013"/>
                </a:lnTo>
                <a:lnTo>
                  <a:pt x="42047" y="0"/>
                </a:lnTo>
                <a:lnTo>
                  <a:pt x="46941" y="5564"/>
                </a:lnTo>
                <a:lnTo>
                  <a:pt x="30614" y="37882"/>
                </a:lnTo>
                <a:lnTo>
                  <a:pt x="64739" y="25764"/>
                </a:lnTo>
                <a:lnTo>
                  <a:pt x="69691" y="31401"/>
                </a:lnTo>
                <a:lnTo>
                  <a:pt x="21905" y="48237"/>
                </a:lnTo>
                <a:close/>
                <a:moveTo>
                  <a:pt x="21905" y="482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F8D60-F7C0-4A0F-95B0-0E214B48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43" y="1435245"/>
            <a:ext cx="63836" cy="50524"/>
          </a:xfrm>
          <a:custGeom xmlns:a="http://schemas.openxmlformats.org/drawingml/2006/main">
            <a:pathLst>
              <a:path w="63836" h="50524">
                <a:moveTo>
                  <a:pt x="21847" y="29464"/>
                </a:moveTo>
                <a:lnTo>
                  <a:pt x="4733" y="44552"/>
                </a:lnTo>
                <a:lnTo>
                  <a:pt x="0" y="39193"/>
                </a:lnTo>
                <a:lnTo>
                  <a:pt x="44611" y="0"/>
                </a:lnTo>
                <a:lnTo>
                  <a:pt x="49271" y="5345"/>
                </a:lnTo>
                <a:lnTo>
                  <a:pt x="44378" y="9612"/>
                </a:lnTo>
                <a:cubicBezTo>
                  <a:pt x="47291" y="9044"/>
                  <a:pt x="49956" y="9219"/>
                  <a:pt x="52403" y="10122"/>
                </a:cubicBezTo>
                <a:cubicBezTo>
                  <a:pt x="54791" y="10982"/>
                  <a:pt x="57063" y="12627"/>
                  <a:pt x="59117" y="14958"/>
                </a:cubicBezTo>
                <a:cubicBezTo>
                  <a:pt x="62583" y="18890"/>
                  <a:pt x="63836" y="23434"/>
                  <a:pt x="62874" y="28619"/>
                </a:cubicBezTo>
                <a:cubicBezTo>
                  <a:pt x="61957" y="33848"/>
                  <a:pt x="58942" y="38625"/>
                  <a:pt x="53830" y="43125"/>
                </a:cubicBezTo>
                <a:cubicBezTo>
                  <a:pt x="48762" y="47567"/>
                  <a:pt x="43591" y="49956"/>
                  <a:pt x="38290" y="50233"/>
                </a:cubicBezTo>
                <a:cubicBezTo>
                  <a:pt x="33061" y="50524"/>
                  <a:pt x="28677" y="48762"/>
                  <a:pt x="25269" y="44829"/>
                </a:cubicBezTo>
                <a:cubicBezTo>
                  <a:pt x="23157" y="42441"/>
                  <a:pt x="21847" y="39994"/>
                  <a:pt x="21279" y="37489"/>
                </a:cubicBezTo>
                <a:cubicBezTo>
                  <a:pt x="20711" y="34925"/>
                  <a:pt x="20885" y="32318"/>
                  <a:pt x="21847" y="29464"/>
                </a:cubicBezTo>
                <a:close/>
                <a:moveTo>
                  <a:pt x="48995" y="37605"/>
                </a:moveTo>
                <a:cubicBezTo>
                  <a:pt x="52912" y="34197"/>
                  <a:pt x="55243" y="30673"/>
                  <a:pt x="56044" y="27133"/>
                </a:cubicBezTo>
                <a:cubicBezTo>
                  <a:pt x="56903" y="23551"/>
                  <a:pt x="56044" y="20361"/>
                  <a:pt x="53597" y="17579"/>
                </a:cubicBezTo>
                <a:cubicBezTo>
                  <a:pt x="51092" y="14797"/>
                  <a:pt x="48019" y="13545"/>
                  <a:pt x="44436" y="13880"/>
                </a:cubicBezTo>
                <a:cubicBezTo>
                  <a:pt x="40795" y="14229"/>
                  <a:pt x="36994" y="16152"/>
                  <a:pt x="33119" y="19575"/>
                </a:cubicBezTo>
                <a:cubicBezTo>
                  <a:pt x="29187" y="22983"/>
                  <a:pt x="26857" y="26507"/>
                  <a:pt x="26070" y="30046"/>
                </a:cubicBezTo>
                <a:cubicBezTo>
                  <a:pt x="25269" y="33629"/>
                  <a:pt x="26070" y="36804"/>
                  <a:pt x="28561" y="39601"/>
                </a:cubicBezTo>
                <a:cubicBezTo>
                  <a:pt x="31008" y="42382"/>
                  <a:pt x="34081" y="43635"/>
                  <a:pt x="37722" y="43300"/>
                </a:cubicBezTo>
                <a:cubicBezTo>
                  <a:pt x="41305" y="42950"/>
                  <a:pt x="45120" y="41013"/>
                  <a:pt x="48995" y="37605"/>
                </a:cubicBezTo>
                <a:close/>
                <a:moveTo>
                  <a:pt x="48995" y="376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534C7-49EC-46D4-BC0F-F13CEF94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141" y="1478195"/>
            <a:ext cx="45164" cy="48077"/>
          </a:xfrm>
          <a:custGeom xmlns:a="http://schemas.openxmlformats.org/drawingml/2006/main">
            <a:pathLst>
              <a:path w="45164" h="48077">
                <a:moveTo>
                  <a:pt x="36527" y="35391"/>
                </a:moveTo>
                <a:lnTo>
                  <a:pt x="33964" y="37664"/>
                </a:lnTo>
                <a:lnTo>
                  <a:pt x="12511" y="13254"/>
                </a:lnTo>
                <a:cubicBezTo>
                  <a:pt x="9044" y="16734"/>
                  <a:pt x="7224" y="20259"/>
                  <a:pt x="7049" y="23900"/>
                </a:cubicBezTo>
                <a:cubicBezTo>
                  <a:pt x="6889" y="27600"/>
                  <a:pt x="8302" y="31182"/>
                  <a:pt x="11433" y="34649"/>
                </a:cubicBezTo>
                <a:cubicBezTo>
                  <a:pt x="13195" y="36702"/>
                  <a:pt x="15191" y="38465"/>
                  <a:pt x="17404" y="39936"/>
                </a:cubicBezTo>
                <a:cubicBezTo>
                  <a:pt x="19575" y="41421"/>
                  <a:pt x="21963" y="42674"/>
                  <a:pt x="24628" y="43635"/>
                </a:cubicBezTo>
                <a:lnTo>
                  <a:pt x="19633" y="48077"/>
                </a:lnTo>
                <a:cubicBezTo>
                  <a:pt x="17128" y="46883"/>
                  <a:pt x="14797" y="45455"/>
                  <a:pt x="12627" y="43868"/>
                </a:cubicBezTo>
                <a:cubicBezTo>
                  <a:pt x="10472" y="42222"/>
                  <a:pt x="8476" y="40402"/>
                  <a:pt x="6656" y="38348"/>
                </a:cubicBezTo>
                <a:cubicBezTo>
                  <a:pt x="2097" y="33178"/>
                  <a:pt x="0" y="27774"/>
                  <a:pt x="335" y="22138"/>
                </a:cubicBezTo>
                <a:cubicBezTo>
                  <a:pt x="743" y="16501"/>
                  <a:pt x="3466" y="11375"/>
                  <a:pt x="8593" y="6889"/>
                </a:cubicBezTo>
                <a:cubicBezTo>
                  <a:pt x="13822" y="2287"/>
                  <a:pt x="19283" y="0"/>
                  <a:pt x="24920" y="117"/>
                </a:cubicBezTo>
                <a:cubicBezTo>
                  <a:pt x="30556" y="233"/>
                  <a:pt x="35450" y="2738"/>
                  <a:pt x="39717" y="7573"/>
                </a:cubicBezTo>
                <a:cubicBezTo>
                  <a:pt x="43577" y="11899"/>
                  <a:pt x="45164" y="16560"/>
                  <a:pt x="44596" y="21570"/>
                </a:cubicBezTo>
                <a:cubicBezTo>
                  <a:pt x="44028" y="26565"/>
                  <a:pt x="41363" y="31182"/>
                  <a:pt x="36527" y="35391"/>
                </a:cubicBezTo>
                <a:close/>
                <a:moveTo>
                  <a:pt x="33454" y="28736"/>
                </a:moveTo>
                <a:cubicBezTo>
                  <a:pt x="36294" y="26114"/>
                  <a:pt x="37882" y="23274"/>
                  <a:pt x="38232" y="20143"/>
                </a:cubicBezTo>
                <a:cubicBezTo>
                  <a:pt x="38567" y="17069"/>
                  <a:pt x="37605" y="14171"/>
                  <a:pt x="35275" y="11550"/>
                </a:cubicBezTo>
                <a:cubicBezTo>
                  <a:pt x="32712" y="8593"/>
                  <a:pt x="29755" y="7005"/>
                  <a:pt x="26507" y="6656"/>
                </a:cubicBezTo>
                <a:cubicBezTo>
                  <a:pt x="23274" y="6379"/>
                  <a:pt x="20026" y="7399"/>
                  <a:pt x="16778" y="9846"/>
                </a:cubicBezTo>
                <a:lnTo>
                  <a:pt x="33454" y="28736"/>
                </a:lnTo>
                <a:close/>
                <a:moveTo>
                  <a:pt x="33454" y="287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58431-7842-4619-944A-DF2FAF0F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100" y="1499983"/>
            <a:ext cx="64520" cy="64462"/>
          </a:xfrm>
          <a:custGeom xmlns:a="http://schemas.openxmlformats.org/drawingml/2006/main">
            <a:pathLst>
              <a:path w="64520" h="64462">
                <a:moveTo>
                  <a:pt x="43358" y="10079"/>
                </a:moveTo>
                <a:lnTo>
                  <a:pt x="9904" y="39484"/>
                </a:lnTo>
                <a:lnTo>
                  <a:pt x="16108" y="46548"/>
                </a:lnTo>
                <a:cubicBezTo>
                  <a:pt x="21337" y="52519"/>
                  <a:pt x="26463" y="55651"/>
                  <a:pt x="31576" y="56044"/>
                </a:cubicBezTo>
                <a:cubicBezTo>
                  <a:pt x="36702" y="56437"/>
                  <a:pt x="42164" y="54048"/>
                  <a:pt x="47961" y="48995"/>
                </a:cubicBezTo>
                <a:cubicBezTo>
                  <a:pt x="53772" y="43868"/>
                  <a:pt x="56728" y="38800"/>
                  <a:pt x="57020" y="33687"/>
                </a:cubicBezTo>
                <a:cubicBezTo>
                  <a:pt x="57238" y="28561"/>
                  <a:pt x="54791" y="23041"/>
                  <a:pt x="49563" y="17069"/>
                </a:cubicBezTo>
                <a:lnTo>
                  <a:pt x="43358" y="10079"/>
                </a:lnTo>
                <a:close/>
                <a:moveTo>
                  <a:pt x="43023" y="0"/>
                </a:moveTo>
                <a:lnTo>
                  <a:pt x="53539" y="12016"/>
                </a:lnTo>
                <a:cubicBezTo>
                  <a:pt x="60879" y="20317"/>
                  <a:pt x="64520" y="27993"/>
                  <a:pt x="64520" y="34940"/>
                </a:cubicBezTo>
                <a:cubicBezTo>
                  <a:pt x="64462" y="41873"/>
                  <a:pt x="60763" y="48587"/>
                  <a:pt x="53378" y="55126"/>
                </a:cubicBezTo>
                <a:cubicBezTo>
                  <a:pt x="45980" y="61622"/>
                  <a:pt x="38814" y="64462"/>
                  <a:pt x="31867" y="63617"/>
                </a:cubicBezTo>
                <a:cubicBezTo>
                  <a:pt x="24920" y="62758"/>
                  <a:pt x="17812" y="58156"/>
                  <a:pt x="10530" y="49898"/>
                </a:cubicBezTo>
                <a:lnTo>
                  <a:pt x="0" y="37897"/>
                </a:lnTo>
                <a:lnTo>
                  <a:pt x="43023" y="0"/>
                </a:lnTo>
                <a:close/>
                <a:moveTo>
                  <a:pt x="430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E7D31-4317-4ED2-BBF3-13769DD7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109" y="1545439"/>
            <a:ext cx="66953" cy="65656"/>
          </a:xfrm>
          <a:custGeom xmlns:a="http://schemas.openxmlformats.org/drawingml/2006/main">
            <a:pathLst>
              <a:path w="66953" h="65656">
                <a:moveTo>
                  <a:pt x="43009" y="0"/>
                </a:moveTo>
                <a:lnTo>
                  <a:pt x="66953" y="27265"/>
                </a:lnTo>
                <a:lnTo>
                  <a:pt x="62059" y="31576"/>
                </a:lnTo>
                <a:lnTo>
                  <a:pt x="43227" y="10195"/>
                </a:lnTo>
                <a:lnTo>
                  <a:pt x="30483" y="21395"/>
                </a:lnTo>
                <a:lnTo>
                  <a:pt x="48529" y="41873"/>
                </a:lnTo>
                <a:lnTo>
                  <a:pt x="43635" y="46198"/>
                </a:lnTo>
                <a:lnTo>
                  <a:pt x="25590" y="25721"/>
                </a:lnTo>
                <a:lnTo>
                  <a:pt x="10006" y="39426"/>
                </a:lnTo>
                <a:lnTo>
                  <a:pt x="29289" y="61331"/>
                </a:lnTo>
                <a:lnTo>
                  <a:pt x="24395" y="65656"/>
                </a:lnTo>
                <a:lnTo>
                  <a:pt x="0" y="37897"/>
                </a:lnTo>
                <a:lnTo>
                  <a:pt x="43009" y="0"/>
                </a:lnTo>
                <a:close/>
                <a:moveTo>
                  <a:pt x="430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77DFA-C08C-4EB9-AF0F-F41FDD81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330" y="1586350"/>
            <a:ext cx="63938" cy="57296"/>
          </a:xfrm>
          <a:custGeom xmlns:a="http://schemas.openxmlformats.org/drawingml/2006/main">
            <a:pathLst>
              <a:path w="63938" h="57296">
                <a:moveTo>
                  <a:pt x="63938" y="23434"/>
                </a:moveTo>
                <a:lnTo>
                  <a:pt x="58258" y="28444"/>
                </a:lnTo>
                <a:cubicBezTo>
                  <a:pt x="57340" y="25313"/>
                  <a:pt x="56321" y="22531"/>
                  <a:pt x="55126" y="20143"/>
                </a:cubicBezTo>
                <a:cubicBezTo>
                  <a:pt x="53932" y="17696"/>
                  <a:pt x="52505" y="15584"/>
                  <a:pt x="50917" y="13763"/>
                </a:cubicBezTo>
                <a:cubicBezTo>
                  <a:pt x="48135" y="10588"/>
                  <a:pt x="45339" y="8710"/>
                  <a:pt x="42615" y="8083"/>
                </a:cubicBezTo>
                <a:cubicBezTo>
                  <a:pt x="39819" y="7399"/>
                  <a:pt x="37314" y="8083"/>
                  <a:pt x="35042" y="10064"/>
                </a:cubicBezTo>
                <a:cubicBezTo>
                  <a:pt x="33163" y="11783"/>
                  <a:pt x="32202" y="13603"/>
                  <a:pt x="32260" y="15584"/>
                </a:cubicBezTo>
                <a:cubicBezTo>
                  <a:pt x="32318" y="17579"/>
                  <a:pt x="33454" y="20419"/>
                  <a:pt x="35668" y="24177"/>
                </a:cubicBezTo>
                <a:lnTo>
                  <a:pt x="37998" y="28328"/>
                </a:lnTo>
                <a:cubicBezTo>
                  <a:pt x="41013" y="33396"/>
                  <a:pt x="42382" y="37897"/>
                  <a:pt x="42091" y="41756"/>
                </a:cubicBezTo>
                <a:cubicBezTo>
                  <a:pt x="41814" y="45688"/>
                  <a:pt x="39936" y="49155"/>
                  <a:pt x="36469" y="52228"/>
                </a:cubicBezTo>
                <a:cubicBezTo>
                  <a:pt x="32318" y="55927"/>
                  <a:pt x="27876" y="57296"/>
                  <a:pt x="23274" y="56379"/>
                </a:cubicBezTo>
                <a:cubicBezTo>
                  <a:pt x="18657" y="55534"/>
                  <a:pt x="13996" y="52344"/>
                  <a:pt x="9219" y="46941"/>
                </a:cubicBezTo>
                <a:cubicBezTo>
                  <a:pt x="7457" y="44887"/>
                  <a:pt x="5738" y="42557"/>
                  <a:pt x="4209" y="39819"/>
                </a:cubicBezTo>
                <a:cubicBezTo>
                  <a:pt x="2665" y="37154"/>
                  <a:pt x="1253" y="34139"/>
                  <a:pt x="0" y="30891"/>
                </a:cubicBezTo>
                <a:lnTo>
                  <a:pt x="5971" y="25604"/>
                </a:lnTo>
                <a:cubicBezTo>
                  <a:pt x="6714" y="29129"/>
                  <a:pt x="7792" y="32377"/>
                  <a:pt x="9103" y="35217"/>
                </a:cubicBezTo>
                <a:cubicBezTo>
                  <a:pt x="10414" y="38057"/>
                  <a:pt x="12059" y="40620"/>
                  <a:pt x="13996" y="42790"/>
                </a:cubicBezTo>
                <a:cubicBezTo>
                  <a:pt x="16895" y="46082"/>
                  <a:pt x="19793" y="48077"/>
                  <a:pt x="22691" y="48762"/>
                </a:cubicBezTo>
                <a:cubicBezTo>
                  <a:pt x="25604" y="49446"/>
                  <a:pt x="28269" y="48703"/>
                  <a:pt x="30658" y="46533"/>
                </a:cubicBezTo>
                <a:cubicBezTo>
                  <a:pt x="32770" y="44654"/>
                  <a:pt x="33848" y="42615"/>
                  <a:pt x="33906" y="40227"/>
                </a:cubicBezTo>
                <a:cubicBezTo>
                  <a:pt x="33964" y="37897"/>
                  <a:pt x="32988" y="34984"/>
                  <a:pt x="31008" y="31517"/>
                </a:cubicBezTo>
                <a:lnTo>
                  <a:pt x="28561" y="27308"/>
                </a:lnTo>
                <a:cubicBezTo>
                  <a:pt x="25604" y="22240"/>
                  <a:pt x="24177" y="17929"/>
                  <a:pt x="24293" y="14331"/>
                </a:cubicBezTo>
                <a:cubicBezTo>
                  <a:pt x="24468" y="10749"/>
                  <a:pt x="26172" y="7573"/>
                  <a:pt x="29464" y="4661"/>
                </a:cubicBezTo>
                <a:cubicBezTo>
                  <a:pt x="33280" y="1311"/>
                  <a:pt x="37430" y="0"/>
                  <a:pt x="41989" y="743"/>
                </a:cubicBezTo>
                <a:cubicBezTo>
                  <a:pt x="46533" y="1486"/>
                  <a:pt x="50917" y="4209"/>
                  <a:pt x="55010" y="8928"/>
                </a:cubicBezTo>
                <a:cubicBezTo>
                  <a:pt x="56830" y="10982"/>
                  <a:pt x="58432" y="13195"/>
                  <a:pt x="59903" y="15584"/>
                </a:cubicBezTo>
                <a:cubicBezTo>
                  <a:pt x="61389" y="18031"/>
                  <a:pt x="62743" y="20652"/>
                  <a:pt x="63938" y="23434"/>
                </a:cubicBezTo>
                <a:close/>
                <a:moveTo>
                  <a:pt x="63938" y="234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0ABCC-7975-49A6-8075-DE2CE621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25" y="1620256"/>
            <a:ext cx="60937" cy="44436"/>
          </a:xfrm>
          <a:custGeom xmlns:a="http://schemas.openxmlformats.org/drawingml/2006/main">
            <a:pathLst>
              <a:path w="60937" h="44436">
                <a:moveTo>
                  <a:pt x="43358" y="10020"/>
                </a:moveTo>
                <a:lnTo>
                  <a:pt x="27192" y="24235"/>
                </a:lnTo>
                <a:lnTo>
                  <a:pt x="33629" y="31576"/>
                </a:lnTo>
                <a:cubicBezTo>
                  <a:pt x="36018" y="34314"/>
                  <a:pt x="38581" y="35785"/>
                  <a:pt x="41246" y="36018"/>
                </a:cubicBezTo>
                <a:cubicBezTo>
                  <a:pt x="43984" y="36236"/>
                  <a:pt x="46591" y="35217"/>
                  <a:pt x="49213" y="32945"/>
                </a:cubicBezTo>
                <a:cubicBezTo>
                  <a:pt x="51776" y="30673"/>
                  <a:pt x="53145" y="28226"/>
                  <a:pt x="53247" y="25488"/>
                </a:cubicBezTo>
                <a:cubicBezTo>
                  <a:pt x="53306" y="22764"/>
                  <a:pt x="52170" y="20084"/>
                  <a:pt x="49781" y="17361"/>
                </a:cubicBezTo>
                <a:lnTo>
                  <a:pt x="43358" y="10020"/>
                </a:lnTo>
                <a:close/>
                <a:moveTo>
                  <a:pt x="43009" y="0"/>
                </a:moveTo>
                <a:lnTo>
                  <a:pt x="54616" y="13152"/>
                </a:lnTo>
                <a:cubicBezTo>
                  <a:pt x="58826" y="17987"/>
                  <a:pt x="60937" y="22589"/>
                  <a:pt x="60937" y="26973"/>
                </a:cubicBezTo>
                <a:cubicBezTo>
                  <a:pt x="60937" y="31357"/>
                  <a:pt x="58826" y="35391"/>
                  <a:pt x="54616" y="39091"/>
                </a:cubicBezTo>
                <a:cubicBezTo>
                  <a:pt x="50349" y="42848"/>
                  <a:pt x="46082" y="44436"/>
                  <a:pt x="41698" y="43868"/>
                </a:cubicBezTo>
                <a:cubicBezTo>
                  <a:pt x="37387" y="43300"/>
                  <a:pt x="33119" y="40620"/>
                  <a:pt x="28852" y="35785"/>
                </a:cubicBezTo>
                <a:lnTo>
                  <a:pt x="22415" y="28444"/>
                </a:lnTo>
                <a:lnTo>
                  <a:pt x="5127" y="43693"/>
                </a:lnTo>
                <a:lnTo>
                  <a:pt x="0" y="37897"/>
                </a:lnTo>
                <a:lnTo>
                  <a:pt x="43009" y="0"/>
                </a:lnTo>
                <a:close/>
                <a:moveTo>
                  <a:pt x="430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0E876-682F-4296-B0A5-449CBD51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049" y="1654002"/>
            <a:ext cx="49490" cy="44829"/>
          </a:xfrm>
          <a:custGeom xmlns:a="http://schemas.openxmlformats.org/drawingml/2006/main">
            <a:pathLst>
              <a:path w="49490" h="44829">
                <a:moveTo>
                  <a:pt x="44829" y="0"/>
                </a:moveTo>
                <a:lnTo>
                  <a:pt x="49490" y="5345"/>
                </a:lnTo>
                <a:lnTo>
                  <a:pt x="4661" y="44829"/>
                </a:lnTo>
                <a:lnTo>
                  <a:pt x="0" y="39470"/>
                </a:lnTo>
                <a:lnTo>
                  <a:pt x="44829" y="0"/>
                </a:lnTo>
                <a:close/>
                <a:moveTo>
                  <a:pt x="4482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B6EFB-A703-46AD-80D7-518FF555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31" y="1680961"/>
            <a:ext cx="51543" cy="55418"/>
          </a:xfrm>
          <a:custGeom xmlns:a="http://schemas.openxmlformats.org/drawingml/2006/main">
            <a:pathLst>
              <a:path w="51543" h="55418">
                <a:moveTo>
                  <a:pt x="8200" y="17186"/>
                </a:moveTo>
                <a:lnTo>
                  <a:pt x="27774" y="0"/>
                </a:lnTo>
                <a:lnTo>
                  <a:pt x="32435" y="5287"/>
                </a:lnTo>
                <a:lnTo>
                  <a:pt x="13093" y="22298"/>
                </a:lnTo>
                <a:cubicBezTo>
                  <a:pt x="10020" y="24978"/>
                  <a:pt x="8258" y="27600"/>
                  <a:pt x="7748" y="30148"/>
                </a:cubicBezTo>
                <a:cubicBezTo>
                  <a:pt x="7282" y="32653"/>
                  <a:pt x="8083" y="35158"/>
                  <a:pt x="10195" y="37547"/>
                </a:cubicBezTo>
                <a:cubicBezTo>
                  <a:pt x="12686" y="40402"/>
                  <a:pt x="15598" y="41873"/>
                  <a:pt x="18890" y="41873"/>
                </a:cubicBezTo>
                <a:cubicBezTo>
                  <a:pt x="22196" y="41989"/>
                  <a:pt x="25429" y="40620"/>
                  <a:pt x="28561" y="37838"/>
                </a:cubicBezTo>
                <a:lnTo>
                  <a:pt x="46883" y="21730"/>
                </a:lnTo>
                <a:lnTo>
                  <a:pt x="51543" y="27032"/>
                </a:lnTo>
                <a:lnTo>
                  <a:pt x="19240" y="55418"/>
                </a:lnTo>
                <a:lnTo>
                  <a:pt x="14564" y="50131"/>
                </a:lnTo>
                <a:lnTo>
                  <a:pt x="19575" y="45747"/>
                </a:lnTo>
                <a:cubicBezTo>
                  <a:pt x="16443" y="46198"/>
                  <a:pt x="13661" y="45965"/>
                  <a:pt x="11215" y="45120"/>
                </a:cubicBezTo>
                <a:cubicBezTo>
                  <a:pt x="8768" y="44261"/>
                  <a:pt x="6554" y="42732"/>
                  <a:pt x="4617" y="40445"/>
                </a:cubicBezTo>
                <a:cubicBezTo>
                  <a:pt x="1311" y="36761"/>
                  <a:pt x="0" y="32945"/>
                  <a:pt x="626" y="28954"/>
                </a:cubicBezTo>
                <a:cubicBezTo>
                  <a:pt x="1253" y="25036"/>
                  <a:pt x="3758" y="21104"/>
                  <a:pt x="8200" y="17186"/>
                </a:cubicBezTo>
                <a:close/>
                <a:moveTo>
                  <a:pt x="8200" y="17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CF754-66D6-41D4-9037-FB2A4A98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222" y="1723285"/>
            <a:ext cx="64855" cy="54281"/>
          </a:xfrm>
          <a:custGeom xmlns:a="http://schemas.openxmlformats.org/drawingml/2006/main">
            <a:pathLst>
              <a:path w="64855" h="54281">
                <a:moveTo>
                  <a:pt x="44378" y="30731"/>
                </a:moveTo>
                <a:cubicBezTo>
                  <a:pt x="48237" y="27366"/>
                  <a:pt x="50524" y="23958"/>
                  <a:pt x="51252" y="20492"/>
                </a:cubicBezTo>
                <a:cubicBezTo>
                  <a:pt x="51937" y="17069"/>
                  <a:pt x="51092" y="13880"/>
                  <a:pt x="48529" y="11040"/>
                </a:cubicBezTo>
                <a:cubicBezTo>
                  <a:pt x="46023" y="8200"/>
                  <a:pt x="43009" y="6889"/>
                  <a:pt x="39542" y="7180"/>
                </a:cubicBezTo>
                <a:cubicBezTo>
                  <a:pt x="36018" y="7457"/>
                  <a:pt x="32318" y="9278"/>
                  <a:pt x="28503" y="12686"/>
                </a:cubicBezTo>
                <a:cubicBezTo>
                  <a:pt x="24687" y="16050"/>
                  <a:pt x="22415" y="19458"/>
                  <a:pt x="21672" y="22881"/>
                </a:cubicBezTo>
                <a:cubicBezTo>
                  <a:pt x="20929" y="26347"/>
                  <a:pt x="21847" y="29478"/>
                  <a:pt x="24352" y="32318"/>
                </a:cubicBezTo>
                <a:cubicBezTo>
                  <a:pt x="26857" y="35217"/>
                  <a:pt x="29872" y="36469"/>
                  <a:pt x="33396" y="36193"/>
                </a:cubicBezTo>
                <a:cubicBezTo>
                  <a:pt x="36921" y="35901"/>
                  <a:pt x="40562" y="34081"/>
                  <a:pt x="44378" y="30731"/>
                </a:cubicBezTo>
                <a:close/>
                <a:moveTo>
                  <a:pt x="36527" y="47058"/>
                </a:moveTo>
                <a:cubicBezTo>
                  <a:pt x="31066" y="51893"/>
                  <a:pt x="25881" y="54281"/>
                  <a:pt x="21046" y="54165"/>
                </a:cubicBezTo>
                <a:cubicBezTo>
                  <a:pt x="16268" y="54107"/>
                  <a:pt x="11608" y="51543"/>
                  <a:pt x="7166" y="46548"/>
                </a:cubicBezTo>
                <a:cubicBezTo>
                  <a:pt x="5520" y="44669"/>
                  <a:pt x="4151" y="42790"/>
                  <a:pt x="2957" y="40853"/>
                </a:cubicBezTo>
                <a:cubicBezTo>
                  <a:pt x="1762" y="38974"/>
                  <a:pt x="801" y="36979"/>
                  <a:pt x="0" y="34940"/>
                </a:cubicBezTo>
                <a:lnTo>
                  <a:pt x="5170" y="30381"/>
                </a:lnTo>
                <a:cubicBezTo>
                  <a:pt x="5695" y="32712"/>
                  <a:pt x="6423" y="34765"/>
                  <a:pt x="7340" y="36644"/>
                </a:cubicBezTo>
                <a:cubicBezTo>
                  <a:pt x="8302" y="38523"/>
                  <a:pt x="9438" y="40227"/>
                  <a:pt x="10807" y="41814"/>
                </a:cubicBezTo>
                <a:cubicBezTo>
                  <a:pt x="13880" y="45295"/>
                  <a:pt x="17069" y="47116"/>
                  <a:pt x="20419" y="47232"/>
                </a:cubicBezTo>
                <a:cubicBezTo>
                  <a:pt x="23784" y="47393"/>
                  <a:pt x="27250" y="45805"/>
                  <a:pt x="30949" y="42615"/>
                </a:cubicBezTo>
                <a:lnTo>
                  <a:pt x="33571" y="40285"/>
                </a:lnTo>
                <a:cubicBezTo>
                  <a:pt x="30716" y="40853"/>
                  <a:pt x="28051" y="40737"/>
                  <a:pt x="25604" y="39834"/>
                </a:cubicBezTo>
                <a:cubicBezTo>
                  <a:pt x="23157" y="38974"/>
                  <a:pt x="20885" y="37329"/>
                  <a:pt x="18774" y="34940"/>
                </a:cubicBezTo>
                <a:cubicBezTo>
                  <a:pt x="15307" y="30949"/>
                  <a:pt x="13996" y="26463"/>
                  <a:pt x="14841" y="21395"/>
                </a:cubicBezTo>
                <a:cubicBezTo>
                  <a:pt x="15759" y="16327"/>
                  <a:pt x="18715" y="11550"/>
                  <a:pt x="23667" y="7180"/>
                </a:cubicBezTo>
                <a:cubicBezTo>
                  <a:pt x="28677" y="2796"/>
                  <a:pt x="33731" y="466"/>
                  <a:pt x="38858" y="233"/>
                </a:cubicBezTo>
                <a:cubicBezTo>
                  <a:pt x="44028" y="0"/>
                  <a:pt x="48354" y="1879"/>
                  <a:pt x="51835" y="5811"/>
                </a:cubicBezTo>
                <a:cubicBezTo>
                  <a:pt x="53932" y="8200"/>
                  <a:pt x="55243" y="10705"/>
                  <a:pt x="55811" y="13210"/>
                </a:cubicBezTo>
                <a:cubicBezTo>
                  <a:pt x="56379" y="15759"/>
                  <a:pt x="56204" y="18439"/>
                  <a:pt x="55243" y="21162"/>
                </a:cubicBezTo>
                <a:lnTo>
                  <a:pt x="60195" y="16851"/>
                </a:lnTo>
                <a:lnTo>
                  <a:pt x="64855" y="22196"/>
                </a:lnTo>
                <a:lnTo>
                  <a:pt x="36527" y="47058"/>
                </a:lnTo>
                <a:close/>
                <a:moveTo>
                  <a:pt x="36527" y="470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B045C-D44D-45AF-9FA1-C330754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372" y="1745306"/>
            <a:ext cx="49563" cy="44771"/>
          </a:xfrm>
          <a:custGeom xmlns:a="http://schemas.openxmlformats.org/drawingml/2006/main">
            <a:pathLst>
              <a:path w="49563" h="44771">
                <a:moveTo>
                  <a:pt x="32318" y="11098"/>
                </a:moveTo>
                <a:lnTo>
                  <a:pt x="36994" y="16385"/>
                </a:lnTo>
                <a:lnTo>
                  <a:pt x="4675" y="44771"/>
                </a:lnTo>
                <a:lnTo>
                  <a:pt x="0" y="39484"/>
                </a:lnTo>
                <a:lnTo>
                  <a:pt x="32318" y="11098"/>
                </a:lnTo>
                <a:close/>
                <a:moveTo>
                  <a:pt x="44887" y="0"/>
                </a:moveTo>
                <a:lnTo>
                  <a:pt x="49563" y="5287"/>
                </a:lnTo>
                <a:lnTo>
                  <a:pt x="42848" y="11215"/>
                </a:lnTo>
                <a:lnTo>
                  <a:pt x="38130" y="5913"/>
                </a:lnTo>
                <a:lnTo>
                  <a:pt x="44887" y="0"/>
                </a:lnTo>
                <a:close/>
                <a:moveTo>
                  <a:pt x="448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308F7-8D6B-45E7-9FD7-BD581843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659" y="1772556"/>
            <a:ext cx="51543" cy="55476"/>
          </a:xfrm>
          <a:custGeom xmlns:a="http://schemas.openxmlformats.org/drawingml/2006/main">
            <a:pathLst>
              <a:path w="51543" h="55476">
                <a:moveTo>
                  <a:pt x="43300" y="38348"/>
                </a:moveTo>
                <a:lnTo>
                  <a:pt x="23784" y="55476"/>
                </a:lnTo>
                <a:lnTo>
                  <a:pt x="19108" y="50189"/>
                </a:lnTo>
                <a:lnTo>
                  <a:pt x="38465" y="33178"/>
                </a:lnTo>
                <a:cubicBezTo>
                  <a:pt x="41479" y="30498"/>
                  <a:pt x="43242" y="27876"/>
                  <a:pt x="43693" y="25371"/>
                </a:cubicBezTo>
                <a:cubicBezTo>
                  <a:pt x="44203" y="22822"/>
                  <a:pt x="43358" y="20376"/>
                  <a:pt x="41305" y="17987"/>
                </a:cubicBezTo>
                <a:cubicBezTo>
                  <a:pt x="38741" y="15132"/>
                  <a:pt x="35843" y="13661"/>
                  <a:pt x="32595" y="13603"/>
                </a:cubicBezTo>
                <a:cubicBezTo>
                  <a:pt x="29304" y="13603"/>
                  <a:pt x="26056" y="14972"/>
                  <a:pt x="22924" y="17696"/>
                </a:cubicBezTo>
                <a:lnTo>
                  <a:pt x="4661" y="33789"/>
                </a:lnTo>
                <a:lnTo>
                  <a:pt x="0" y="28444"/>
                </a:lnTo>
                <a:lnTo>
                  <a:pt x="32260" y="0"/>
                </a:lnTo>
                <a:lnTo>
                  <a:pt x="36979" y="5345"/>
                </a:lnTo>
                <a:lnTo>
                  <a:pt x="31969" y="9787"/>
                </a:lnTo>
                <a:cubicBezTo>
                  <a:pt x="34984" y="9336"/>
                  <a:pt x="37780" y="9554"/>
                  <a:pt x="40227" y="10414"/>
                </a:cubicBezTo>
                <a:cubicBezTo>
                  <a:pt x="42732" y="11331"/>
                  <a:pt x="44946" y="12860"/>
                  <a:pt x="46941" y="15132"/>
                </a:cubicBezTo>
                <a:cubicBezTo>
                  <a:pt x="50174" y="18832"/>
                  <a:pt x="51543" y="22648"/>
                  <a:pt x="50917" y="26565"/>
                </a:cubicBezTo>
                <a:cubicBezTo>
                  <a:pt x="50291" y="30498"/>
                  <a:pt x="47728" y="34416"/>
                  <a:pt x="43300" y="38348"/>
                </a:cubicBezTo>
                <a:close/>
                <a:moveTo>
                  <a:pt x="43300" y="383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578DF-BC9B-4A68-92FF-CCF09FEC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91" y="1832925"/>
            <a:ext cx="12686" cy="12511"/>
          </a:xfrm>
          <a:custGeom xmlns:a="http://schemas.openxmlformats.org/drawingml/2006/main">
            <a:pathLst>
              <a:path w="12686" h="12511">
                <a:moveTo>
                  <a:pt x="7340" y="0"/>
                </a:moveTo>
                <a:lnTo>
                  <a:pt x="12686" y="6088"/>
                </a:lnTo>
                <a:lnTo>
                  <a:pt x="5360" y="12511"/>
                </a:lnTo>
                <a:lnTo>
                  <a:pt x="0" y="6423"/>
                </a:lnTo>
                <a:lnTo>
                  <a:pt x="7340" y="0"/>
                </a:lnTo>
                <a:close/>
                <a:moveTo>
                  <a:pt x="734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B4B25-CB0C-4A70-BE02-15E46FAF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499" y="1819716"/>
            <a:ext cx="48135" cy="64695"/>
          </a:xfrm>
          <a:custGeom xmlns:a="http://schemas.openxmlformats.org/drawingml/2006/main">
            <a:pathLst>
              <a:path w="48135" h="64695">
                <a:moveTo>
                  <a:pt x="43009" y="0"/>
                </a:moveTo>
                <a:lnTo>
                  <a:pt x="48135" y="5869"/>
                </a:lnTo>
                <a:lnTo>
                  <a:pt x="10006" y="39440"/>
                </a:lnTo>
                <a:lnTo>
                  <a:pt x="28444" y="60369"/>
                </a:lnTo>
                <a:lnTo>
                  <a:pt x="23551" y="64695"/>
                </a:lnTo>
                <a:lnTo>
                  <a:pt x="0" y="37897"/>
                </a:lnTo>
                <a:lnTo>
                  <a:pt x="43009" y="0"/>
                </a:lnTo>
                <a:close/>
                <a:moveTo>
                  <a:pt x="430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50327-1AAE-4724-A9E3-9A305350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802" y="1856185"/>
            <a:ext cx="63938" cy="57296"/>
          </a:xfrm>
          <a:custGeom xmlns:a="http://schemas.openxmlformats.org/drawingml/2006/main">
            <a:pathLst>
              <a:path w="63938" h="57296">
                <a:moveTo>
                  <a:pt x="63938" y="23507"/>
                </a:moveTo>
                <a:lnTo>
                  <a:pt x="58301" y="28503"/>
                </a:lnTo>
                <a:cubicBezTo>
                  <a:pt x="57398" y="25327"/>
                  <a:pt x="56379" y="22589"/>
                  <a:pt x="55126" y="20143"/>
                </a:cubicBezTo>
                <a:cubicBezTo>
                  <a:pt x="53932" y="17754"/>
                  <a:pt x="52505" y="15598"/>
                  <a:pt x="50917" y="13778"/>
                </a:cubicBezTo>
                <a:cubicBezTo>
                  <a:pt x="48121" y="10588"/>
                  <a:pt x="45397" y="8710"/>
                  <a:pt x="42601" y="8083"/>
                </a:cubicBezTo>
                <a:cubicBezTo>
                  <a:pt x="39877" y="7457"/>
                  <a:pt x="37372" y="8083"/>
                  <a:pt x="35100" y="10137"/>
                </a:cubicBezTo>
                <a:cubicBezTo>
                  <a:pt x="33221" y="11783"/>
                  <a:pt x="32246" y="13603"/>
                  <a:pt x="32304" y="15657"/>
                </a:cubicBezTo>
                <a:cubicBezTo>
                  <a:pt x="32304" y="17637"/>
                  <a:pt x="33440" y="20492"/>
                  <a:pt x="35668" y="24191"/>
                </a:cubicBezTo>
                <a:lnTo>
                  <a:pt x="38057" y="28342"/>
                </a:lnTo>
                <a:cubicBezTo>
                  <a:pt x="41013" y="33396"/>
                  <a:pt x="42382" y="37897"/>
                  <a:pt x="42149" y="41814"/>
                </a:cubicBezTo>
                <a:cubicBezTo>
                  <a:pt x="41873" y="45688"/>
                  <a:pt x="39994" y="49155"/>
                  <a:pt x="36513" y="52228"/>
                </a:cubicBezTo>
                <a:cubicBezTo>
                  <a:pt x="32304" y="55927"/>
                  <a:pt x="27920" y="57296"/>
                  <a:pt x="23318" y="56437"/>
                </a:cubicBezTo>
                <a:cubicBezTo>
                  <a:pt x="18715" y="55534"/>
                  <a:pt x="13982" y="52344"/>
                  <a:pt x="9263" y="46999"/>
                </a:cubicBezTo>
                <a:cubicBezTo>
                  <a:pt x="7442" y="44946"/>
                  <a:pt x="5797" y="42557"/>
                  <a:pt x="4267" y="39892"/>
                </a:cubicBezTo>
                <a:cubicBezTo>
                  <a:pt x="2665" y="37154"/>
                  <a:pt x="1238" y="34197"/>
                  <a:pt x="0" y="30891"/>
                </a:cubicBezTo>
                <a:lnTo>
                  <a:pt x="6030" y="25662"/>
                </a:lnTo>
                <a:cubicBezTo>
                  <a:pt x="6758" y="29187"/>
                  <a:pt x="7792" y="32377"/>
                  <a:pt x="9103" y="35217"/>
                </a:cubicBezTo>
                <a:cubicBezTo>
                  <a:pt x="10457" y="38071"/>
                  <a:pt x="12059" y="40620"/>
                  <a:pt x="13982" y="42790"/>
                </a:cubicBezTo>
                <a:cubicBezTo>
                  <a:pt x="16953" y="46140"/>
                  <a:pt x="19851" y="48135"/>
                  <a:pt x="22750" y="48762"/>
                </a:cubicBezTo>
                <a:cubicBezTo>
                  <a:pt x="25648" y="49446"/>
                  <a:pt x="28269" y="48703"/>
                  <a:pt x="30716" y="46548"/>
                </a:cubicBezTo>
                <a:cubicBezTo>
                  <a:pt x="32814" y="44727"/>
                  <a:pt x="33906" y="42615"/>
                  <a:pt x="33964" y="40285"/>
                </a:cubicBezTo>
                <a:cubicBezTo>
                  <a:pt x="34008" y="37897"/>
                  <a:pt x="33047" y="34998"/>
                  <a:pt x="30993" y="31517"/>
                </a:cubicBezTo>
                <a:lnTo>
                  <a:pt x="28604" y="27366"/>
                </a:lnTo>
                <a:cubicBezTo>
                  <a:pt x="25590" y="22254"/>
                  <a:pt x="24235" y="17929"/>
                  <a:pt x="24337" y="14346"/>
                </a:cubicBezTo>
                <a:cubicBezTo>
                  <a:pt x="24454" y="10821"/>
                  <a:pt x="26216" y="7573"/>
                  <a:pt x="29464" y="4675"/>
                </a:cubicBezTo>
                <a:cubicBezTo>
                  <a:pt x="33280" y="1311"/>
                  <a:pt x="37489" y="0"/>
                  <a:pt x="42033" y="743"/>
                </a:cubicBezTo>
                <a:cubicBezTo>
                  <a:pt x="46591" y="1544"/>
                  <a:pt x="50917" y="4267"/>
                  <a:pt x="55068" y="8943"/>
                </a:cubicBezTo>
                <a:cubicBezTo>
                  <a:pt x="56830" y="10982"/>
                  <a:pt x="58476" y="13210"/>
                  <a:pt x="59962" y="15598"/>
                </a:cubicBezTo>
                <a:cubicBezTo>
                  <a:pt x="61433" y="18045"/>
                  <a:pt x="62743" y="20652"/>
                  <a:pt x="63938" y="23507"/>
                </a:cubicBezTo>
                <a:close/>
                <a:moveTo>
                  <a:pt x="63938" y="235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4BB9F-C18A-4BAD-A2ED-27269A2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83" y="1884119"/>
            <a:ext cx="61680" cy="59000"/>
          </a:xfrm>
          <a:custGeom xmlns:a="http://schemas.openxmlformats.org/drawingml/2006/main">
            <a:pathLst>
              <a:path w="61680" h="59000">
                <a:moveTo>
                  <a:pt x="29595" y="0"/>
                </a:moveTo>
                <a:lnTo>
                  <a:pt x="61680" y="36411"/>
                </a:lnTo>
                <a:lnTo>
                  <a:pt x="56728" y="40737"/>
                </a:lnTo>
                <a:lnTo>
                  <a:pt x="43300" y="25488"/>
                </a:lnTo>
                <a:lnTo>
                  <a:pt x="5185" y="59000"/>
                </a:lnTo>
                <a:lnTo>
                  <a:pt x="0" y="53204"/>
                </a:lnTo>
                <a:lnTo>
                  <a:pt x="38173" y="19633"/>
                </a:lnTo>
                <a:lnTo>
                  <a:pt x="24701" y="4326"/>
                </a:lnTo>
                <a:lnTo>
                  <a:pt x="29595" y="0"/>
                </a:lnTo>
                <a:close/>
                <a:moveTo>
                  <a:pt x="295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C2D62-7DEB-4BF8-8179-B77BDA98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133" y="1926167"/>
            <a:ext cx="77716" cy="77264"/>
          </a:xfrm>
          <a:custGeom xmlns:a="http://schemas.openxmlformats.org/drawingml/2006/main">
            <a:pathLst>
              <a:path w="77716" h="77264">
                <a:moveTo>
                  <a:pt x="43081" y="0"/>
                </a:moveTo>
                <a:lnTo>
                  <a:pt x="50699" y="8710"/>
                </a:lnTo>
                <a:lnTo>
                  <a:pt x="31066" y="45455"/>
                </a:lnTo>
                <a:lnTo>
                  <a:pt x="70098" y="30716"/>
                </a:lnTo>
                <a:lnTo>
                  <a:pt x="77716" y="39368"/>
                </a:lnTo>
                <a:lnTo>
                  <a:pt x="34649" y="77264"/>
                </a:lnTo>
                <a:lnTo>
                  <a:pt x="29653" y="71569"/>
                </a:lnTo>
                <a:lnTo>
                  <a:pt x="67477" y="38290"/>
                </a:lnTo>
                <a:lnTo>
                  <a:pt x="28168" y="53189"/>
                </a:lnTo>
                <a:lnTo>
                  <a:pt x="23055" y="47334"/>
                </a:lnTo>
                <a:lnTo>
                  <a:pt x="42790" y="10297"/>
                </a:lnTo>
                <a:lnTo>
                  <a:pt x="5010" y="43518"/>
                </a:lnTo>
                <a:lnTo>
                  <a:pt x="0" y="37897"/>
                </a:lnTo>
                <a:lnTo>
                  <a:pt x="43081" y="0"/>
                </a:lnTo>
                <a:close/>
                <a:moveTo>
                  <a:pt x="430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250B7-EA96-4412-A721-07F5CA61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429" y="2009053"/>
            <a:ext cx="12686" cy="12525"/>
          </a:xfrm>
          <a:custGeom xmlns:a="http://schemas.openxmlformats.org/drawingml/2006/main">
            <a:pathLst>
              <a:path w="12686" h="12525">
                <a:moveTo>
                  <a:pt x="7340" y="0"/>
                </a:moveTo>
                <a:lnTo>
                  <a:pt x="12686" y="6088"/>
                </a:lnTo>
                <a:lnTo>
                  <a:pt x="5345" y="12525"/>
                </a:lnTo>
                <a:lnTo>
                  <a:pt x="0" y="6437"/>
                </a:lnTo>
                <a:lnTo>
                  <a:pt x="7340" y="0"/>
                </a:lnTo>
                <a:close/>
                <a:moveTo>
                  <a:pt x="734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0582E-F65C-40EA-B3DB-92F3271D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464" y="1995857"/>
            <a:ext cx="48194" cy="64695"/>
          </a:xfrm>
          <a:custGeom xmlns:a="http://schemas.openxmlformats.org/drawingml/2006/main">
            <a:pathLst>
              <a:path w="48194" h="64695">
                <a:moveTo>
                  <a:pt x="43067" y="0"/>
                </a:moveTo>
                <a:lnTo>
                  <a:pt x="48194" y="5811"/>
                </a:lnTo>
                <a:lnTo>
                  <a:pt x="10079" y="39426"/>
                </a:lnTo>
                <a:lnTo>
                  <a:pt x="28503" y="60369"/>
                </a:lnTo>
                <a:lnTo>
                  <a:pt x="23623" y="64695"/>
                </a:lnTo>
                <a:lnTo>
                  <a:pt x="0" y="37897"/>
                </a:lnTo>
                <a:lnTo>
                  <a:pt x="43067" y="0"/>
                </a:lnTo>
                <a:close/>
                <a:moveTo>
                  <a:pt x="4306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51144-BC95-4106-B59C-8360397C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432" y="2028744"/>
            <a:ext cx="77716" cy="77264"/>
          </a:xfrm>
          <a:custGeom xmlns:a="http://schemas.openxmlformats.org/drawingml/2006/main">
            <a:pathLst>
              <a:path w="77716" h="77264">
                <a:moveTo>
                  <a:pt x="43067" y="0"/>
                </a:moveTo>
                <a:lnTo>
                  <a:pt x="50684" y="8710"/>
                </a:lnTo>
                <a:lnTo>
                  <a:pt x="31066" y="45455"/>
                </a:lnTo>
                <a:lnTo>
                  <a:pt x="70084" y="30716"/>
                </a:lnTo>
                <a:lnTo>
                  <a:pt x="77716" y="39426"/>
                </a:lnTo>
                <a:lnTo>
                  <a:pt x="34649" y="77264"/>
                </a:lnTo>
                <a:lnTo>
                  <a:pt x="29697" y="71569"/>
                </a:lnTo>
                <a:lnTo>
                  <a:pt x="67477" y="38348"/>
                </a:lnTo>
                <a:lnTo>
                  <a:pt x="28153" y="53189"/>
                </a:lnTo>
                <a:lnTo>
                  <a:pt x="23041" y="47393"/>
                </a:lnTo>
                <a:lnTo>
                  <a:pt x="42776" y="10297"/>
                </a:lnTo>
                <a:lnTo>
                  <a:pt x="4996" y="43577"/>
                </a:lnTo>
                <a:lnTo>
                  <a:pt x="0" y="37897"/>
                </a:lnTo>
                <a:lnTo>
                  <a:pt x="43067" y="0"/>
                </a:lnTo>
                <a:close/>
                <a:moveTo>
                  <a:pt x="4306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5D779-9ADA-43D2-8BA1-A4C0281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80" y="1212511"/>
            <a:ext cx="61447" cy="44494"/>
          </a:xfrm>
          <a:custGeom xmlns:a="http://schemas.openxmlformats.org/drawingml/2006/main">
            <a:pathLst>
              <a:path w="61447" h="44494">
                <a:moveTo>
                  <a:pt x="44261" y="10020"/>
                </a:moveTo>
                <a:lnTo>
                  <a:pt x="27658" y="23725"/>
                </a:lnTo>
                <a:lnTo>
                  <a:pt x="33848" y="31241"/>
                </a:lnTo>
                <a:cubicBezTo>
                  <a:pt x="36134" y="34022"/>
                  <a:pt x="38639" y="35610"/>
                  <a:pt x="41305" y="35959"/>
                </a:cubicBezTo>
                <a:cubicBezTo>
                  <a:pt x="43984" y="36294"/>
                  <a:pt x="46708" y="35333"/>
                  <a:pt x="49388" y="33163"/>
                </a:cubicBezTo>
                <a:cubicBezTo>
                  <a:pt x="52009" y="30949"/>
                  <a:pt x="53422" y="28503"/>
                  <a:pt x="53597" y="25823"/>
                </a:cubicBezTo>
                <a:cubicBezTo>
                  <a:pt x="53830" y="23099"/>
                  <a:pt x="52738" y="20376"/>
                  <a:pt x="50466" y="17579"/>
                </a:cubicBezTo>
                <a:lnTo>
                  <a:pt x="44261" y="10020"/>
                </a:lnTo>
                <a:close/>
                <a:moveTo>
                  <a:pt x="44261" y="0"/>
                </a:moveTo>
                <a:lnTo>
                  <a:pt x="55418" y="13545"/>
                </a:lnTo>
                <a:cubicBezTo>
                  <a:pt x="59510" y="18497"/>
                  <a:pt x="61447" y="23157"/>
                  <a:pt x="61272" y="27541"/>
                </a:cubicBezTo>
                <a:cubicBezTo>
                  <a:pt x="61112" y="31911"/>
                  <a:pt x="58884" y="35901"/>
                  <a:pt x="54558" y="39484"/>
                </a:cubicBezTo>
                <a:cubicBezTo>
                  <a:pt x="50189" y="43067"/>
                  <a:pt x="45863" y="44494"/>
                  <a:pt x="41538" y="43810"/>
                </a:cubicBezTo>
                <a:cubicBezTo>
                  <a:pt x="37212" y="43125"/>
                  <a:pt x="33003" y="40285"/>
                  <a:pt x="28910" y="35275"/>
                </a:cubicBezTo>
                <a:lnTo>
                  <a:pt x="22706" y="27760"/>
                </a:lnTo>
                <a:lnTo>
                  <a:pt x="4894" y="42382"/>
                </a:lnTo>
                <a:lnTo>
                  <a:pt x="0" y="36411"/>
                </a:lnTo>
                <a:lnTo>
                  <a:pt x="44261" y="0"/>
                </a:lnTo>
                <a:close/>
                <a:moveTo>
                  <a:pt x="4426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849FF-C818-4930-A1B8-B82320C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277" y="1247160"/>
            <a:ext cx="51718" cy="65773"/>
          </a:xfrm>
          <a:custGeom xmlns:a="http://schemas.openxmlformats.org/drawingml/2006/main">
            <a:pathLst>
              <a:path w="51718" h="65773">
                <a:moveTo>
                  <a:pt x="42965" y="49271"/>
                </a:moveTo>
                <a:lnTo>
                  <a:pt x="22881" y="65773"/>
                </a:lnTo>
                <a:lnTo>
                  <a:pt x="18439" y="60311"/>
                </a:lnTo>
                <a:lnTo>
                  <a:pt x="38290" y="43984"/>
                </a:lnTo>
                <a:cubicBezTo>
                  <a:pt x="41421" y="41421"/>
                  <a:pt x="43300" y="38858"/>
                  <a:pt x="43810" y="36353"/>
                </a:cubicBezTo>
                <a:cubicBezTo>
                  <a:pt x="44378" y="33848"/>
                  <a:pt x="43635" y="31343"/>
                  <a:pt x="41654" y="28896"/>
                </a:cubicBezTo>
                <a:cubicBezTo>
                  <a:pt x="39207" y="25939"/>
                  <a:pt x="36353" y="24410"/>
                  <a:pt x="33119" y="24235"/>
                </a:cubicBezTo>
                <a:cubicBezTo>
                  <a:pt x="29813" y="24060"/>
                  <a:pt x="26565" y="25313"/>
                  <a:pt x="23332" y="27993"/>
                </a:cubicBezTo>
                <a:lnTo>
                  <a:pt x="4559" y="43402"/>
                </a:lnTo>
                <a:lnTo>
                  <a:pt x="0" y="37940"/>
                </a:lnTo>
                <a:lnTo>
                  <a:pt x="46198" y="0"/>
                </a:lnTo>
                <a:lnTo>
                  <a:pt x="50699" y="5520"/>
                </a:lnTo>
                <a:lnTo>
                  <a:pt x="32610" y="20361"/>
                </a:lnTo>
                <a:cubicBezTo>
                  <a:pt x="35683" y="20026"/>
                  <a:pt x="38465" y="20361"/>
                  <a:pt x="40853" y="21279"/>
                </a:cubicBezTo>
                <a:cubicBezTo>
                  <a:pt x="43300" y="22240"/>
                  <a:pt x="45514" y="23900"/>
                  <a:pt x="47393" y="26230"/>
                </a:cubicBezTo>
                <a:cubicBezTo>
                  <a:pt x="50524" y="30032"/>
                  <a:pt x="51718" y="33906"/>
                  <a:pt x="50975" y="37780"/>
                </a:cubicBezTo>
                <a:cubicBezTo>
                  <a:pt x="50247" y="41698"/>
                  <a:pt x="47567" y="45514"/>
                  <a:pt x="42965" y="49271"/>
                </a:cubicBezTo>
                <a:close/>
                <a:moveTo>
                  <a:pt x="42965" y="492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31EF7-A2F8-4BBA-B6A5-25D4C896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411" y="1301150"/>
            <a:ext cx="45732" cy="43810"/>
          </a:xfrm>
          <a:custGeom xmlns:a="http://schemas.openxmlformats.org/drawingml/2006/main">
            <a:pathLst>
              <a:path w="45732" h="43810">
                <a:moveTo>
                  <a:pt x="35668" y="11375"/>
                </a:moveTo>
                <a:cubicBezTo>
                  <a:pt x="33280" y="8476"/>
                  <a:pt x="30265" y="7107"/>
                  <a:pt x="26565" y="7282"/>
                </a:cubicBezTo>
                <a:cubicBezTo>
                  <a:pt x="22866" y="7457"/>
                  <a:pt x="19050" y="9161"/>
                  <a:pt x="15074" y="12409"/>
                </a:cubicBezTo>
                <a:cubicBezTo>
                  <a:pt x="11084" y="15700"/>
                  <a:pt x="8637" y="19123"/>
                  <a:pt x="7792" y="22706"/>
                </a:cubicBezTo>
                <a:cubicBezTo>
                  <a:pt x="6874" y="26230"/>
                  <a:pt x="7617" y="29522"/>
                  <a:pt x="10064" y="32435"/>
                </a:cubicBezTo>
                <a:cubicBezTo>
                  <a:pt x="12453" y="35391"/>
                  <a:pt x="15467" y="36746"/>
                  <a:pt x="19167" y="36527"/>
                </a:cubicBezTo>
                <a:cubicBezTo>
                  <a:pt x="22866" y="36353"/>
                  <a:pt x="26682" y="34649"/>
                  <a:pt x="30658" y="31401"/>
                </a:cubicBezTo>
                <a:cubicBezTo>
                  <a:pt x="34590" y="28168"/>
                  <a:pt x="37037" y="24745"/>
                  <a:pt x="37882" y="21162"/>
                </a:cubicBezTo>
                <a:cubicBezTo>
                  <a:pt x="38800" y="17579"/>
                  <a:pt x="38057" y="14273"/>
                  <a:pt x="35668" y="11375"/>
                </a:cubicBezTo>
                <a:close/>
                <a:moveTo>
                  <a:pt x="40329" y="7573"/>
                </a:moveTo>
                <a:cubicBezTo>
                  <a:pt x="44203" y="12351"/>
                  <a:pt x="45732" y="17346"/>
                  <a:pt x="44887" y="22589"/>
                </a:cubicBezTo>
                <a:cubicBezTo>
                  <a:pt x="44028" y="27818"/>
                  <a:pt x="40839" y="32712"/>
                  <a:pt x="35377" y="37154"/>
                </a:cubicBezTo>
                <a:cubicBezTo>
                  <a:pt x="29974" y="41640"/>
                  <a:pt x="24570" y="43810"/>
                  <a:pt x="19225" y="43635"/>
                </a:cubicBezTo>
                <a:cubicBezTo>
                  <a:pt x="13938" y="43460"/>
                  <a:pt x="9321" y="41013"/>
                  <a:pt x="5403" y="36236"/>
                </a:cubicBezTo>
                <a:cubicBezTo>
                  <a:pt x="1529" y="31517"/>
                  <a:pt x="0" y="26507"/>
                  <a:pt x="845" y="21220"/>
                </a:cubicBezTo>
                <a:cubicBezTo>
                  <a:pt x="1762" y="15992"/>
                  <a:pt x="4894" y="11156"/>
                  <a:pt x="10355" y="6656"/>
                </a:cubicBezTo>
                <a:cubicBezTo>
                  <a:pt x="15817" y="2156"/>
                  <a:pt x="21162" y="0"/>
                  <a:pt x="26449" y="175"/>
                </a:cubicBezTo>
                <a:cubicBezTo>
                  <a:pt x="31794" y="335"/>
                  <a:pt x="36411" y="2840"/>
                  <a:pt x="40329" y="7573"/>
                </a:cubicBezTo>
                <a:close/>
                <a:moveTo>
                  <a:pt x="40329" y="75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1EA40-8063-4595-9044-502784B1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676" y="1325837"/>
            <a:ext cx="43125" cy="51835"/>
          </a:xfrm>
          <a:custGeom xmlns:a="http://schemas.openxmlformats.org/drawingml/2006/main">
            <a:pathLst>
              <a:path w="43125" h="51835">
                <a:moveTo>
                  <a:pt x="43125" y="5520"/>
                </a:moveTo>
                <a:lnTo>
                  <a:pt x="33673" y="13254"/>
                </a:lnTo>
                <a:lnTo>
                  <a:pt x="42892" y="24526"/>
                </a:lnTo>
                <a:lnTo>
                  <a:pt x="38625" y="27993"/>
                </a:lnTo>
                <a:lnTo>
                  <a:pt x="29406" y="16734"/>
                </a:lnTo>
                <a:lnTo>
                  <a:pt x="11375" y="31576"/>
                </a:lnTo>
                <a:cubicBezTo>
                  <a:pt x="8651" y="33804"/>
                  <a:pt x="7224" y="35625"/>
                  <a:pt x="7049" y="36979"/>
                </a:cubicBezTo>
                <a:cubicBezTo>
                  <a:pt x="6889" y="38348"/>
                  <a:pt x="7734" y="40169"/>
                  <a:pt x="9612" y="42441"/>
                </a:cubicBezTo>
                <a:lnTo>
                  <a:pt x="14215" y="48077"/>
                </a:lnTo>
                <a:lnTo>
                  <a:pt x="9671" y="51835"/>
                </a:lnTo>
                <a:lnTo>
                  <a:pt x="5068" y="46198"/>
                </a:lnTo>
                <a:cubicBezTo>
                  <a:pt x="1588" y="41989"/>
                  <a:pt x="0" y="38465"/>
                  <a:pt x="218" y="35566"/>
                </a:cubicBezTo>
                <a:cubicBezTo>
                  <a:pt x="510" y="32653"/>
                  <a:pt x="2724" y="29478"/>
                  <a:pt x="6889" y="26056"/>
                </a:cubicBezTo>
                <a:lnTo>
                  <a:pt x="24920" y="11273"/>
                </a:lnTo>
                <a:lnTo>
                  <a:pt x="21614" y="7224"/>
                </a:lnTo>
                <a:lnTo>
                  <a:pt x="25881" y="3758"/>
                </a:lnTo>
                <a:lnTo>
                  <a:pt x="29129" y="7792"/>
                </a:lnTo>
                <a:lnTo>
                  <a:pt x="38567" y="0"/>
                </a:lnTo>
                <a:lnTo>
                  <a:pt x="43125" y="5520"/>
                </a:lnTo>
                <a:close/>
                <a:moveTo>
                  <a:pt x="43125" y="55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D936B-8C4F-486B-AB7F-6D8EC72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527" y="1362190"/>
            <a:ext cx="45747" cy="43751"/>
          </a:xfrm>
          <a:custGeom xmlns:a="http://schemas.openxmlformats.org/drawingml/2006/main">
            <a:pathLst>
              <a:path w="45747" h="43751">
                <a:moveTo>
                  <a:pt x="35668" y="11331"/>
                </a:moveTo>
                <a:cubicBezTo>
                  <a:pt x="33280" y="8433"/>
                  <a:pt x="30265" y="7064"/>
                  <a:pt x="26565" y="7224"/>
                </a:cubicBezTo>
                <a:cubicBezTo>
                  <a:pt x="22866" y="7399"/>
                  <a:pt x="19065" y="9103"/>
                  <a:pt x="15074" y="12409"/>
                </a:cubicBezTo>
                <a:cubicBezTo>
                  <a:pt x="11098" y="15657"/>
                  <a:pt x="8651" y="19065"/>
                  <a:pt x="7792" y="22648"/>
                </a:cubicBezTo>
                <a:cubicBezTo>
                  <a:pt x="6889" y="26230"/>
                  <a:pt x="7632" y="29478"/>
                  <a:pt x="10079" y="32435"/>
                </a:cubicBezTo>
                <a:cubicBezTo>
                  <a:pt x="12467" y="35333"/>
                  <a:pt x="15482" y="36702"/>
                  <a:pt x="19181" y="36527"/>
                </a:cubicBezTo>
                <a:cubicBezTo>
                  <a:pt x="22866" y="36309"/>
                  <a:pt x="26682" y="34590"/>
                  <a:pt x="30673" y="31357"/>
                </a:cubicBezTo>
                <a:cubicBezTo>
                  <a:pt x="34590" y="28109"/>
                  <a:pt x="37037" y="24701"/>
                  <a:pt x="37897" y="21118"/>
                </a:cubicBezTo>
                <a:cubicBezTo>
                  <a:pt x="38800" y="17536"/>
                  <a:pt x="38057" y="14288"/>
                  <a:pt x="35668" y="11331"/>
                </a:cubicBezTo>
                <a:close/>
                <a:moveTo>
                  <a:pt x="40343" y="7573"/>
                </a:moveTo>
                <a:cubicBezTo>
                  <a:pt x="44203" y="12292"/>
                  <a:pt x="45747" y="17302"/>
                  <a:pt x="44887" y="22531"/>
                </a:cubicBezTo>
                <a:cubicBezTo>
                  <a:pt x="44043" y="27774"/>
                  <a:pt x="40853" y="32668"/>
                  <a:pt x="35391" y="37154"/>
                </a:cubicBezTo>
                <a:cubicBezTo>
                  <a:pt x="29988" y="41596"/>
                  <a:pt x="24585" y="43751"/>
                  <a:pt x="19225" y="43591"/>
                </a:cubicBezTo>
                <a:cubicBezTo>
                  <a:pt x="13938" y="43416"/>
                  <a:pt x="9336" y="40970"/>
                  <a:pt x="5403" y="36251"/>
                </a:cubicBezTo>
                <a:cubicBezTo>
                  <a:pt x="1486" y="31474"/>
                  <a:pt x="0" y="26463"/>
                  <a:pt x="859" y="21220"/>
                </a:cubicBezTo>
                <a:cubicBezTo>
                  <a:pt x="1762" y="15933"/>
                  <a:pt x="4894" y="11098"/>
                  <a:pt x="10355" y="6656"/>
                </a:cubicBezTo>
                <a:cubicBezTo>
                  <a:pt x="15817" y="2170"/>
                  <a:pt x="21162" y="0"/>
                  <a:pt x="26463" y="175"/>
                </a:cubicBezTo>
                <a:cubicBezTo>
                  <a:pt x="31809" y="350"/>
                  <a:pt x="36411" y="2796"/>
                  <a:pt x="40343" y="7573"/>
                </a:cubicBezTo>
                <a:close/>
                <a:moveTo>
                  <a:pt x="40343" y="75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B1680-66FC-423B-A168-2276C2B6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015" y="1396445"/>
            <a:ext cx="50407" cy="44319"/>
          </a:xfrm>
          <a:custGeom xmlns:a="http://schemas.openxmlformats.org/drawingml/2006/main">
            <a:pathLst>
              <a:path w="50407" h="44319">
                <a:moveTo>
                  <a:pt x="50407" y="20259"/>
                </a:moveTo>
                <a:lnTo>
                  <a:pt x="45295" y="24468"/>
                </a:lnTo>
                <a:cubicBezTo>
                  <a:pt x="44771" y="22298"/>
                  <a:pt x="44101" y="20201"/>
                  <a:pt x="43067" y="18205"/>
                </a:cubicBezTo>
                <a:cubicBezTo>
                  <a:pt x="42106" y="16210"/>
                  <a:pt x="40911" y="14331"/>
                  <a:pt x="39426" y="12569"/>
                </a:cubicBezTo>
                <a:cubicBezTo>
                  <a:pt x="37212" y="9846"/>
                  <a:pt x="35158" y="8185"/>
                  <a:pt x="33178" y="7515"/>
                </a:cubicBezTo>
                <a:cubicBezTo>
                  <a:pt x="31241" y="6831"/>
                  <a:pt x="29478" y="7166"/>
                  <a:pt x="27760" y="8535"/>
                </a:cubicBezTo>
                <a:cubicBezTo>
                  <a:pt x="26507" y="9554"/>
                  <a:pt x="25939" y="10865"/>
                  <a:pt x="25997" y="12453"/>
                </a:cubicBezTo>
                <a:cubicBezTo>
                  <a:pt x="26056" y="13996"/>
                  <a:pt x="26973" y="16501"/>
                  <a:pt x="28736" y="19968"/>
                </a:cubicBezTo>
                <a:lnTo>
                  <a:pt x="29872" y="22182"/>
                </a:lnTo>
                <a:cubicBezTo>
                  <a:pt x="32202" y="26740"/>
                  <a:pt x="33280" y="30498"/>
                  <a:pt x="33119" y="33338"/>
                </a:cubicBezTo>
                <a:cubicBezTo>
                  <a:pt x="32945" y="36236"/>
                  <a:pt x="31517" y="38741"/>
                  <a:pt x="28794" y="41013"/>
                </a:cubicBezTo>
                <a:cubicBezTo>
                  <a:pt x="25721" y="43518"/>
                  <a:pt x="22254" y="44319"/>
                  <a:pt x="18439" y="43358"/>
                </a:cubicBezTo>
                <a:cubicBezTo>
                  <a:pt x="14681" y="42382"/>
                  <a:pt x="10982" y="39761"/>
                  <a:pt x="7515" y="35493"/>
                </a:cubicBezTo>
                <a:cubicBezTo>
                  <a:pt x="6030" y="33731"/>
                  <a:pt x="4661" y="31750"/>
                  <a:pt x="3423" y="29522"/>
                </a:cubicBezTo>
                <a:cubicBezTo>
                  <a:pt x="2214" y="27308"/>
                  <a:pt x="1020" y="24861"/>
                  <a:pt x="0" y="22138"/>
                </a:cubicBezTo>
                <a:lnTo>
                  <a:pt x="5636" y="17521"/>
                </a:lnTo>
                <a:cubicBezTo>
                  <a:pt x="6263" y="20361"/>
                  <a:pt x="7064" y="23041"/>
                  <a:pt x="8141" y="25429"/>
                </a:cubicBezTo>
                <a:cubicBezTo>
                  <a:pt x="9278" y="27760"/>
                  <a:pt x="10588" y="29930"/>
                  <a:pt x="12176" y="31852"/>
                </a:cubicBezTo>
                <a:cubicBezTo>
                  <a:pt x="14288" y="34416"/>
                  <a:pt x="16327" y="36076"/>
                  <a:pt x="18380" y="36702"/>
                </a:cubicBezTo>
                <a:cubicBezTo>
                  <a:pt x="20376" y="37372"/>
                  <a:pt x="22196" y="37037"/>
                  <a:pt x="23784" y="35726"/>
                </a:cubicBezTo>
                <a:cubicBezTo>
                  <a:pt x="25269" y="34532"/>
                  <a:pt x="25997" y="33061"/>
                  <a:pt x="25939" y="31401"/>
                </a:cubicBezTo>
                <a:cubicBezTo>
                  <a:pt x="25939" y="29813"/>
                  <a:pt x="24920" y="26973"/>
                  <a:pt x="22866" y="22983"/>
                </a:cubicBezTo>
                <a:lnTo>
                  <a:pt x="21730" y="20711"/>
                </a:lnTo>
                <a:cubicBezTo>
                  <a:pt x="19691" y="16720"/>
                  <a:pt x="18774" y="13428"/>
                  <a:pt x="19007" y="10690"/>
                </a:cubicBezTo>
                <a:cubicBezTo>
                  <a:pt x="19225" y="7967"/>
                  <a:pt x="20652" y="5578"/>
                  <a:pt x="23216" y="3466"/>
                </a:cubicBezTo>
                <a:cubicBezTo>
                  <a:pt x="26347" y="903"/>
                  <a:pt x="29639" y="0"/>
                  <a:pt x="33178" y="859"/>
                </a:cubicBezTo>
                <a:cubicBezTo>
                  <a:pt x="36702" y="1646"/>
                  <a:pt x="40110" y="4093"/>
                  <a:pt x="43475" y="8185"/>
                </a:cubicBezTo>
                <a:cubicBezTo>
                  <a:pt x="45120" y="10181"/>
                  <a:pt x="46533" y="12234"/>
                  <a:pt x="47742" y="14229"/>
                </a:cubicBezTo>
                <a:cubicBezTo>
                  <a:pt x="48878" y="16268"/>
                  <a:pt x="49781" y="18264"/>
                  <a:pt x="50407" y="20259"/>
                </a:cubicBezTo>
                <a:close/>
                <a:moveTo>
                  <a:pt x="50407" y="202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F8632-DC78-4703-A380-E4C56E4E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40" y="1448222"/>
            <a:ext cx="12686" cy="12511"/>
          </a:xfrm>
          <a:custGeom xmlns:a="http://schemas.openxmlformats.org/drawingml/2006/main">
            <a:pathLst>
              <a:path w="12686" h="12511">
                <a:moveTo>
                  <a:pt x="7515" y="0"/>
                </a:moveTo>
                <a:lnTo>
                  <a:pt x="12686" y="6306"/>
                </a:lnTo>
                <a:lnTo>
                  <a:pt x="5127" y="12511"/>
                </a:lnTo>
                <a:lnTo>
                  <a:pt x="0" y="6190"/>
                </a:lnTo>
                <a:lnTo>
                  <a:pt x="7515" y="0"/>
                </a:lnTo>
                <a:close/>
                <a:moveTo>
                  <a:pt x="75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6E74B-E86A-4A7C-9D2F-7AAB9644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864" y="1436832"/>
            <a:ext cx="61433" cy="44494"/>
          </a:xfrm>
          <a:custGeom xmlns:a="http://schemas.openxmlformats.org/drawingml/2006/main">
            <a:pathLst>
              <a:path w="61433" h="44494">
                <a:moveTo>
                  <a:pt x="44319" y="10020"/>
                </a:moveTo>
                <a:lnTo>
                  <a:pt x="27643" y="23725"/>
                </a:lnTo>
                <a:lnTo>
                  <a:pt x="33848" y="31241"/>
                </a:lnTo>
                <a:cubicBezTo>
                  <a:pt x="36120" y="34022"/>
                  <a:pt x="38625" y="35625"/>
                  <a:pt x="41305" y="35959"/>
                </a:cubicBezTo>
                <a:cubicBezTo>
                  <a:pt x="44028" y="36251"/>
                  <a:pt x="46708" y="35333"/>
                  <a:pt x="49373" y="33178"/>
                </a:cubicBezTo>
                <a:cubicBezTo>
                  <a:pt x="52053" y="30949"/>
                  <a:pt x="53466" y="28503"/>
                  <a:pt x="53641" y="25837"/>
                </a:cubicBezTo>
                <a:cubicBezTo>
                  <a:pt x="53815" y="23099"/>
                  <a:pt x="52796" y="20376"/>
                  <a:pt x="50509" y="17579"/>
                </a:cubicBezTo>
                <a:lnTo>
                  <a:pt x="44319" y="10020"/>
                </a:lnTo>
                <a:close/>
                <a:moveTo>
                  <a:pt x="44319" y="0"/>
                </a:moveTo>
                <a:lnTo>
                  <a:pt x="55403" y="13545"/>
                </a:lnTo>
                <a:cubicBezTo>
                  <a:pt x="59510" y="18497"/>
                  <a:pt x="61433" y="23157"/>
                  <a:pt x="61316" y="27541"/>
                </a:cubicBezTo>
                <a:cubicBezTo>
                  <a:pt x="61156" y="31925"/>
                  <a:pt x="58884" y="35901"/>
                  <a:pt x="54558" y="39484"/>
                </a:cubicBezTo>
                <a:cubicBezTo>
                  <a:pt x="50174" y="43067"/>
                  <a:pt x="45849" y="44494"/>
                  <a:pt x="41523" y="43810"/>
                </a:cubicBezTo>
                <a:cubicBezTo>
                  <a:pt x="37197" y="43067"/>
                  <a:pt x="32988" y="40285"/>
                  <a:pt x="28896" y="35275"/>
                </a:cubicBezTo>
                <a:lnTo>
                  <a:pt x="22750" y="27774"/>
                </a:lnTo>
                <a:lnTo>
                  <a:pt x="4937" y="42397"/>
                </a:lnTo>
                <a:lnTo>
                  <a:pt x="0" y="36411"/>
                </a:lnTo>
                <a:lnTo>
                  <a:pt x="44319" y="0"/>
                </a:lnTo>
                <a:close/>
                <a:moveTo>
                  <a:pt x="443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6772C-A479-440B-874A-C74BD889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19" y="1471481"/>
            <a:ext cx="51645" cy="65773"/>
          </a:xfrm>
          <a:custGeom xmlns:a="http://schemas.openxmlformats.org/drawingml/2006/main">
            <a:pathLst>
              <a:path w="51645" h="65773">
                <a:moveTo>
                  <a:pt x="42892" y="49271"/>
                </a:moveTo>
                <a:lnTo>
                  <a:pt x="22866" y="65773"/>
                </a:lnTo>
                <a:lnTo>
                  <a:pt x="18366" y="60311"/>
                </a:lnTo>
                <a:lnTo>
                  <a:pt x="38232" y="43984"/>
                </a:lnTo>
                <a:cubicBezTo>
                  <a:pt x="41407" y="41421"/>
                  <a:pt x="43227" y="38858"/>
                  <a:pt x="43795" y="36353"/>
                </a:cubicBezTo>
                <a:cubicBezTo>
                  <a:pt x="44363" y="33862"/>
                  <a:pt x="43635" y="31357"/>
                  <a:pt x="41581" y="28910"/>
                </a:cubicBezTo>
                <a:cubicBezTo>
                  <a:pt x="39193" y="25954"/>
                  <a:pt x="36353" y="24410"/>
                  <a:pt x="33047" y="24235"/>
                </a:cubicBezTo>
                <a:cubicBezTo>
                  <a:pt x="29799" y="24075"/>
                  <a:pt x="26507" y="25327"/>
                  <a:pt x="23259" y="27993"/>
                </a:cubicBezTo>
                <a:lnTo>
                  <a:pt x="4486" y="43416"/>
                </a:lnTo>
                <a:lnTo>
                  <a:pt x="0" y="37955"/>
                </a:lnTo>
                <a:lnTo>
                  <a:pt x="46125" y="0"/>
                </a:lnTo>
                <a:lnTo>
                  <a:pt x="50684" y="5462"/>
                </a:lnTo>
                <a:lnTo>
                  <a:pt x="32537" y="20376"/>
                </a:lnTo>
                <a:cubicBezTo>
                  <a:pt x="35610" y="20026"/>
                  <a:pt x="38392" y="20376"/>
                  <a:pt x="40839" y="21279"/>
                </a:cubicBezTo>
                <a:cubicBezTo>
                  <a:pt x="43285" y="22254"/>
                  <a:pt x="45455" y="23900"/>
                  <a:pt x="47334" y="26230"/>
                </a:cubicBezTo>
                <a:cubicBezTo>
                  <a:pt x="50509" y="30046"/>
                  <a:pt x="51645" y="33906"/>
                  <a:pt x="50917" y="37780"/>
                </a:cubicBezTo>
                <a:cubicBezTo>
                  <a:pt x="50174" y="41712"/>
                  <a:pt x="47494" y="45514"/>
                  <a:pt x="42892" y="49271"/>
                </a:cubicBezTo>
                <a:close/>
                <a:moveTo>
                  <a:pt x="42892" y="492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9811C-F5FB-4CAE-A62E-BF376382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680" y="1525471"/>
            <a:ext cx="45747" cy="43810"/>
          </a:xfrm>
          <a:custGeom xmlns:a="http://schemas.openxmlformats.org/drawingml/2006/main">
            <a:pathLst>
              <a:path w="45747" h="43810">
                <a:moveTo>
                  <a:pt x="35726" y="11389"/>
                </a:moveTo>
                <a:cubicBezTo>
                  <a:pt x="33338" y="8476"/>
                  <a:pt x="30265" y="7122"/>
                  <a:pt x="26565" y="7282"/>
                </a:cubicBezTo>
                <a:cubicBezTo>
                  <a:pt x="22924" y="7457"/>
                  <a:pt x="19065" y="9161"/>
                  <a:pt x="15074" y="12409"/>
                </a:cubicBezTo>
                <a:cubicBezTo>
                  <a:pt x="11156" y="15700"/>
                  <a:pt x="8710" y="19123"/>
                  <a:pt x="7792" y="22706"/>
                </a:cubicBezTo>
                <a:cubicBezTo>
                  <a:pt x="6889" y="26230"/>
                  <a:pt x="7675" y="29537"/>
                  <a:pt x="10064" y="32435"/>
                </a:cubicBezTo>
                <a:cubicBezTo>
                  <a:pt x="12467" y="35391"/>
                  <a:pt x="15540" y="36702"/>
                  <a:pt x="19181" y="36527"/>
                </a:cubicBezTo>
                <a:cubicBezTo>
                  <a:pt x="22866" y="36353"/>
                  <a:pt x="26740" y="34649"/>
                  <a:pt x="30673" y="31415"/>
                </a:cubicBezTo>
                <a:cubicBezTo>
                  <a:pt x="34590" y="28168"/>
                  <a:pt x="37037" y="24759"/>
                  <a:pt x="37955" y="21162"/>
                </a:cubicBezTo>
                <a:cubicBezTo>
                  <a:pt x="38858" y="17521"/>
                  <a:pt x="38115" y="14288"/>
                  <a:pt x="35726" y="11389"/>
                </a:cubicBezTo>
                <a:close/>
                <a:moveTo>
                  <a:pt x="40343" y="7573"/>
                </a:moveTo>
                <a:cubicBezTo>
                  <a:pt x="44261" y="12351"/>
                  <a:pt x="45747" y="17361"/>
                  <a:pt x="44887" y="22589"/>
                </a:cubicBezTo>
                <a:cubicBezTo>
                  <a:pt x="44043" y="27833"/>
                  <a:pt x="40911" y="32712"/>
                  <a:pt x="35450" y="37154"/>
                </a:cubicBezTo>
                <a:cubicBezTo>
                  <a:pt x="29988" y="41654"/>
                  <a:pt x="24628" y="43810"/>
                  <a:pt x="19283" y="43635"/>
                </a:cubicBezTo>
                <a:cubicBezTo>
                  <a:pt x="13938" y="43475"/>
                  <a:pt x="9336" y="41028"/>
                  <a:pt x="5462" y="36251"/>
                </a:cubicBezTo>
                <a:cubicBezTo>
                  <a:pt x="1544" y="31474"/>
                  <a:pt x="0" y="26463"/>
                  <a:pt x="918" y="21220"/>
                </a:cubicBezTo>
                <a:cubicBezTo>
                  <a:pt x="1762" y="15992"/>
                  <a:pt x="4952" y="11156"/>
                  <a:pt x="10355" y="6656"/>
                </a:cubicBezTo>
                <a:cubicBezTo>
                  <a:pt x="15817" y="2170"/>
                  <a:pt x="21220" y="0"/>
                  <a:pt x="26507" y="175"/>
                </a:cubicBezTo>
                <a:cubicBezTo>
                  <a:pt x="31809" y="350"/>
                  <a:pt x="36411" y="2855"/>
                  <a:pt x="40343" y="7573"/>
                </a:cubicBezTo>
                <a:close/>
                <a:moveTo>
                  <a:pt x="40343" y="75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6BC8E-B4C9-4C50-89FD-1E2C3204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945" y="1550172"/>
            <a:ext cx="43125" cy="51820"/>
          </a:xfrm>
          <a:custGeom xmlns:a="http://schemas.openxmlformats.org/drawingml/2006/main">
            <a:pathLst>
              <a:path w="43125" h="51820">
                <a:moveTo>
                  <a:pt x="43125" y="5520"/>
                </a:moveTo>
                <a:lnTo>
                  <a:pt x="33687" y="13254"/>
                </a:lnTo>
                <a:lnTo>
                  <a:pt x="42907" y="24512"/>
                </a:lnTo>
                <a:lnTo>
                  <a:pt x="38683" y="27993"/>
                </a:lnTo>
                <a:lnTo>
                  <a:pt x="29420" y="16720"/>
                </a:lnTo>
                <a:lnTo>
                  <a:pt x="11375" y="31576"/>
                </a:lnTo>
                <a:cubicBezTo>
                  <a:pt x="8710" y="33789"/>
                  <a:pt x="7224" y="35610"/>
                  <a:pt x="7122" y="36979"/>
                </a:cubicBezTo>
                <a:cubicBezTo>
                  <a:pt x="6947" y="38333"/>
                  <a:pt x="7792" y="40154"/>
                  <a:pt x="9671" y="42441"/>
                </a:cubicBezTo>
                <a:lnTo>
                  <a:pt x="14288" y="48062"/>
                </a:lnTo>
                <a:lnTo>
                  <a:pt x="9671" y="51820"/>
                </a:lnTo>
                <a:lnTo>
                  <a:pt x="5068" y="46198"/>
                </a:lnTo>
                <a:cubicBezTo>
                  <a:pt x="1602" y="41975"/>
                  <a:pt x="0" y="38450"/>
                  <a:pt x="291" y="35552"/>
                </a:cubicBezTo>
                <a:cubicBezTo>
                  <a:pt x="510" y="32653"/>
                  <a:pt x="2738" y="29464"/>
                  <a:pt x="6889" y="26056"/>
                </a:cubicBezTo>
                <a:lnTo>
                  <a:pt x="24920" y="11258"/>
                </a:lnTo>
                <a:lnTo>
                  <a:pt x="21628" y="7224"/>
                </a:lnTo>
                <a:lnTo>
                  <a:pt x="25895" y="3743"/>
                </a:lnTo>
                <a:lnTo>
                  <a:pt x="29187" y="7792"/>
                </a:lnTo>
                <a:lnTo>
                  <a:pt x="38639" y="0"/>
                </a:lnTo>
                <a:lnTo>
                  <a:pt x="43125" y="5520"/>
                </a:lnTo>
                <a:close/>
                <a:moveTo>
                  <a:pt x="43125" y="55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196E4-D0DD-44A8-8647-582855AF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796" y="1586525"/>
            <a:ext cx="45747" cy="43751"/>
          </a:xfrm>
          <a:custGeom xmlns:a="http://schemas.openxmlformats.org/drawingml/2006/main">
            <a:pathLst>
              <a:path w="45747" h="43751">
                <a:moveTo>
                  <a:pt x="35741" y="11317"/>
                </a:moveTo>
                <a:cubicBezTo>
                  <a:pt x="33352" y="8418"/>
                  <a:pt x="30279" y="7049"/>
                  <a:pt x="26580" y="7224"/>
                </a:cubicBezTo>
                <a:cubicBezTo>
                  <a:pt x="22939" y="7399"/>
                  <a:pt x="19065" y="9103"/>
                  <a:pt x="15089" y="12394"/>
                </a:cubicBezTo>
                <a:cubicBezTo>
                  <a:pt x="11098" y="15642"/>
                  <a:pt x="8710" y="19050"/>
                  <a:pt x="7807" y="22633"/>
                </a:cubicBezTo>
                <a:cubicBezTo>
                  <a:pt x="6889" y="26230"/>
                  <a:pt x="7690" y="29464"/>
                  <a:pt x="10079" y="32420"/>
                </a:cubicBezTo>
                <a:cubicBezTo>
                  <a:pt x="12467" y="35333"/>
                  <a:pt x="15540" y="36688"/>
                  <a:pt x="19181" y="36527"/>
                </a:cubicBezTo>
                <a:cubicBezTo>
                  <a:pt x="22881" y="36294"/>
                  <a:pt x="26740" y="34590"/>
                  <a:pt x="30673" y="31343"/>
                </a:cubicBezTo>
                <a:cubicBezTo>
                  <a:pt x="34605" y="28095"/>
                  <a:pt x="37037" y="24687"/>
                  <a:pt x="37955" y="21104"/>
                </a:cubicBezTo>
                <a:cubicBezTo>
                  <a:pt x="38858" y="17521"/>
                  <a:pt x="38130" y="14273"/>
                  <a:pt x="35741" y="11317"/>
                </a:cubicBezTo>
                <a:close/>
                <a:moveTo>
                  <a:pt x="40343" y="7559"/>
                </a:moveTo>
                <a:cubicBezTo>
                  <a:pt x="44276" y="12278"/>
                  <a:pt x="45747" y="17288"/>
                  <a:pt x="44902" y="22531"/>
                </a:cubicBezTo>
                <a:cubicBezTo>
                  <a:pt x="44043" y="27760"/>
                  <a:pt x="40911" y="32653"/>
                  <a:pt x="35450" y="37154"/>
                </a:cubicBezTo>
                <a:cubicBezTo>
                  <a:pt x="29988" y="41581"/>
                  <a:pt x="24643" y="43751"/>
                  <a:pt x="19298" y="43577"/>
                </a:cubicBezTo>
                <a:cubicBezTo>
                  <a:pt x="13953" y="43402"/>
                  <a:pt x="9336" y="40955"/>
                  <a:pt x="5476" y="36236"/>
                </a:cubicBezTo>
                <a:cubicBezTo>
                  <a:pt x="1544" y="31459"/>
                  <a:pt x="0" y="26449"/>
                  <a:pt x="918" y="21220"/>
                </a:cubicBezTo>
                <a:cubicBezTo>
                  <a:pt x="1777" y="15919"/>
                  <a:pt x="4952" y="11084"/>
                  <a:pt x="10355" y="6656"/>
                </a:cubicBezTo>
                <a:cubicBezTo>
                  <a:pt x="15817" y="2156"/>
                  <a:pt x="21235" y="0"/>
                  <a:pt x="26522" y="160"/>
                </a:cubicBezTo>
                <a:cubicBezTo>
                  <a:pt x="31809" y="335"/>
                  <a:pt x="36411" y="2782"/>
                  <a:pt x="40343" y="7559"/>
                </a:cubicBezTo>
                <a:close/>
                <a:moveTo>
                  <a:pt x="40343" y="75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73FF2-6ABD-46FE-A8AD-1DF591EC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284" y="1620766"/>
            <a:ext cx="50466" cy="44319"/>
          </a:xfrm>
          <a:custGeom xmlns:a="http://schemas.openxmlformats.org/drawingml/2006/main">
            <a:pathLst>
              <a:path w="50466" h="44319">
                <a:moveTo>
                  <a:pt x="50466" y="20259"/>
                </a:moveTo>
                <a:lnTo>
                  <a:pt x="45295" y="24468"/>
                </a:lnTo>
                <a:cubicBezTo>
                  <a:pt x="44844" y="22313"/>
                  <a:pt x="44101" y="20201"/>
                  <a:pt x="43125" y="18205"/>
                </a:cubicBezTo>
                <a:cubicBezTo>
                  <a:pt x="42164" y="16225"/>
                  <a:pt x="40911" y="14346"/>
                  <a:pt x="39484" y="12584"/>
                </a:cubicBezTo>
                <a:cubicBezTo>
                  <a:pt x="37270" y="9846"/>
                  <a:pt x="35173" y="8200"/>
                  <a:pt x="33236" y="7515"/>
                </a:cubicBezTo>
                <a:cubicBezTo>
                  <a:pt x="31299" y="6831"/>
                  <a:pt x="29478" y="7166"/>
                  <a:pt x="27833" y="8535"/>
                </a:cubicBezTo>
                <a:cubicBezTo>
                  <a:pt x="26522" y="9569"/>
                  <a:pt x="25954" y="10865"/>
                  <a:pt x="26012" y="12467"/>
                </a:cubicBezTo>
                <a:cubicBezTo>
                  <a:pt x="26114" y="13996"/>
                  <a:pt x="27032" y="16501"/>
                  <a:pt x="28794" y="19968"/>
                </a:cubicBezTo>
                <a:lnTo>
                  <a:pt x="29872" y="22196"/>
                </a:lnTo>
                <a:cubicBezTo>
                  <a:pt x="32260" y="26740"/>
                  <a:pt x="33352" y="30498"/>
                  <a:pt x="33178" y="33338"/>
                </a:cubicBezTo>
                <a:cubicBezTo>
                  <a:pt x="33003" y="36251"/>
                  <a:pt x="31532" y="38741"/>
                  <a:pt x="28852" y="41028"/>
                </a:cubicBezTo>
                <a:cubicBezTo>
                  <a:pt x="25721" y="43533"/>
                  <a:pt x="22313" y="44319"/>
                  <a:pt x="18497" y="43358"/>
                </a:cubicBezTo>
                <a:cubicBezTo>
                  <a:pt x="14681" y="42382"/>
                  <a:pt x="11040" y="39775"/>
                  <a:pt x="7515" y="35508"/>
                </a:cubicBezTo>
                <a:cubicBezTo>
                  <a:pt x="6044" y="33746"/>
                  <a:pt x="4733" y="31750"/>
                  <a:pt x="3481" y="29537"/>
                </a:cubicBezTo>
                <a:cubicBezTo>
                  <a:pt x="2228" y="27308"/>
                  <a:pt x="1092" y="24803"/>
                  <a:pt x="0" y="22138"/>
                </a:cubicBezTo>
                <a:lnTo>
                  <a:pt x="5636" y="17521"/>
                </a:lnTo>
                <a:cubicBezTo>
                  <a:pt x="6263" y="20376"/>
                  <a:pt x="7122" y="23041"/>
                  <a:pt x="8200" y="25429"/>
                </a:cubicBezTo>
                <a:cubicBezTo>
                  <a:pt x="9278" y="27774"/>
                  <a:pt x="10588" y="29930"/>
                  <a:pt x="12176" y="31867"/>
                </a:cubicBezTo>
                <a:cubicBezTo>
                  <a:pt x="14288" y="34430"/>
                  <a:pt x="16400" y="36076"/>
                  <a:pt x="18380" y="36702"/>
                </a:cubicBezTo>
                <a:cubicBezTo>
                  <a:pt x="20376" y="37387"/>
                  <a:pt x="22196" y="37037"/>
                  <a:pt x="23784" y="35726"/>
                </a:cubicBezTo>
                <a:cubicBezTo>
                  <a:pt x="25269" y="34532"/>
                  <a:pt x="26012" y="33061"/>
                  <a:pt x="26012" y="31415"/>
                </a:cubicBezTo>
                <a:cubicBezTo>
                  <a:pt x="25954" y="29755"/>
                  <a:pt x="24920" y="26973"/>
                  <a:pt x="22881" y="22983"/>
                </a:cubicBezTo>
                <a:lnTo>
                  <a:pt x="21745" y="20711"/>
                </a:lnTo>
                <a:cubicBezTo>
                  <a:pt x="19691" y="16734"/>
                  <a:pt x="18788" y="13428"/>
                  <a:pt x="19007" y="10705"/>
                </a:cubicBezTo>
                <a:cubicBezTo>
                  <a:pt x="19240" y="7967"/>
                  <a:pt x="20652" y="5578"/>
                  <a:pt x="23216" y="3481"/>
                </a:cubicBezTo>
                <a:cubicBezTo>
                  <a:pt x="26347" y="918"/>
                  <a:pt x="29711" y="0"/>
                  <a:pt x="33178" y="859"/>
                </a:cubicBezTo>
                <a:cubicBezTo>
                  <a:pt x="36702" y="1660"/>
                  <a:pt x="40169" y="4107"/>
                  <a:pt x="43533" y="8200"/>
                </a:cubicBezTo>
                <a:cubicBezTo>
                  <a:pt x="45179" y="10195"/>
                  <a:pt x="46548" y="12176"/>
                  <a:pt x="47742" y="14229"/>
                </a:cubicBezTo>
                <a:cubicBezTo>
                  <a:pt x="48936" y="16283"/>
                  <a:pt x="49839" y="18264"/>
                  <a:pt x="50466" y="20259"/>
                </a:cubicBezTo>
                <a:close/>
                <a:moveTo>
                  <a:pt x="50466" y="202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7DA13-4537-47E4-B66C-B4752CDF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315" y="1641826"/>
            <a:ext cx="64855" cy="64287"/>
          </a:xfrm>
          <a:custGeom xmlns:a="http://schemas.openxmlformats.org/drawingml/2006/main">
            <a:pathLst>
              <a:path w="64855" h="64287">
                <a:moveTo>
                  <a:pt x="44261" y="10064"/>
                </a:moveTo>
                <a:lnTo>
                  <a:pt x="9846" y="38333"/>
                </a:lnTo>
                <a:lnTo>
                  <a:pt x="15759" y="45572"/>
                </a:lnTo>
                <a:cubicBezTo>
                  <a:pt x="20827" y="51704"/>
                  <a:pt x="25881" y="55068"/>
                  <a:pt x="30949" y="55636"/>
                </a:cubicBezTo>
                <a:cubicBezTo>
                  <a:pt x="36076" y="56146"/>
                  <a:pt x="41581" y="53990"/>
                  <a:pt x="47567" y="49097"/>
                </a:cubicBezTo>
                <a:cubicBezTo>
                  <a:pt x="53480" y="44203"/>
                  <a:pt x="56670" y="39193"/>
                  <a:pt x="57122" y="34124"/>
                </a:cubicBezTo>
                <a:cubicBezTo>
                  <a:pt x="57515" y="29012"/>
                  <a:pt x="55243" y="23376"/>
                  <a:pt x="50233" y="17288"/>
                </a:cubicBezTo>
                <a:lnTo>
                  <a:pt x="44261" y="10064"/>
                </a:lnTo>
                <a:close/>
                <a:moveTo>
                  <a:pt x="44261" y="0"/>
                </a:moveTo>
                <a:lnTo>
                  <a:pt x="54383" y="12336"/>
                </a:lnTo>
                <a:cubicBezTo>
                  <a:pt x="61447" y="20929"/>
                  <a:pt x="64855" y="28663"/>
                  <a:pt x="64579" y="35610"/>
                </a:cubicBezTo>
                <a:cubicBezTo>
                  <a:pt x="64287" y="42557"/>
                  <a:pt x="60355" y="49155"/>
                  <a:pt x="52738" y="55403"/>
                </a:cubicBezTo>
                <a:cubicBezTo>
                  <a:pt x="45120" y="61666"/>
                  <a:pt x="37838" y="64287"/>
                  <a:pt x="30949" y="63195"/>
                </a:cubicBezTo>
                <a:cubicBezTo>
                  <a:pt x="24060" y="62059"/>
                  <a:pt x="17128" y="57282"/>
                  <a:pt x="10064" y="48689"/>
                </a:cubicBezTo>
                <a:lnTo>
                  <a:pt x="0" y="36411"/>
                </a:lnTo>
                <a:lnTo>
                  <a:pt x="44261" y="0"/>
                </a:lnTo>
                <a:close/>
                <a:moveTo>
                  <a:pt x="4426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B587F-F618-4F07-8C9C-FB7DB358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722" y="1688636"/>
            <a:ext cx="67302" cy="64928"/>
          </a:xfrm>
          <a:custGeom xmlns:a="http://schemas.openxmlformats.org/drawingml/2006/main">
            <a:pathLst>
              <a:path w="67302" h="64928">
                <a:moveTo>
                  <a:pt x="44319" y="0"/>
                </a:moveTo>
                <a:lnTo>
                  <a:pt x="67302" y="27993"/>
                </a:lnTo>
                <a:lnTo>
                  <a:pt x="62292" y="32158"/>
                </a:lnTo>
                <a:lnTo>
                  <a:pt x="44203" y="10137"/>
                </a:lnTo>
                <a:lnTo>
                  <a:pt x="31066" y="20885"/>
                </a:lnTo>
                <a:lnTo>
                  <a:pt x="48412" y="41989"/>
                </a:lnTo>
                <a:lnTo>
                  <a:pt x="43344" y="46140"/>
                </a:lnTo>
                <a:lnTo>
                  <a:pt x="26056" y="25036"/>
                </a:lnTo>
                <a:lnTo>
                  <a:pt x="9947" y="38232"/>
                </a:lnTo>
                <a:lnTo>
                  <a:pt x="28503" y="60763"/>
                </a:lnTo>
                <a:lnTo>
                  <a:pt x="23434" y="64928"/>
                </a:lnTo>
                <a:lnTo>
                  <a:pt x="0" y="36367"/>
                </a:lnTo>
                <a:lnTo>
                  <a:pt x="44319" y="0"/>
                </a:lnTo>
                <a:close/>
                <a:moveTo>
                  <a:pt x="443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67AEC-8A15-43A0-AEC1-7089E840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49" y="1730407"/>
            <a:ext cx="64171" cy="56947"/>
          </a:xfrm>
          <a:custGeom xmlns:a="http://schemas.openxmlformats.org/drawingml/2006/main">
            <a:pathLst>
              <a:path w="64171" h="56947">
                <a:moveTo>
                  <a:pt x="64171" y="24352"/>
                </a:moveTo>
                <a:lnTo>
                  <a:pt x="58374" y="29187"/>
                </a:lnTo>
                <a:cubicBezTo>
                  <a:pt x="57573" y="25997"/>
                  <a:pt x="56612" y="23201"/>
                  <a:pt x="55461" y="20754"/>
                </a:cubicBezTo>
                <a:cubicBezTo>
                  <a:pt x="54383" y="18264"/>
                  <a:pt x="53029" y="16094"/>
                  <a:pt x="51485" y="14215"/>
                </a:cubicBezTo>
                <a:cubicBezTo>
                  <a:pt x="48805" y="10982"/>
                  <a:pt x="46140" y="8986"/>
                  <a:pt x="43402" y="8243"/>
                </a:cubicBezTo>
                <a:cubicBezTo>
                  <a:pt x="40678" y="7501"/>
                  <a:pt x="38115" y="8069"/>
                  <a:pt x="35785" y="10006"/>
                </a:cubicBezTo>
                <a:cubicBezTo>
                  <a:pt x="33848" y="11608"/>
                  <a:pt x="32828" y="13428"/>
                  <a:pt x="32828" y="15409"/>
                </a:cubicBezTo>
                <a:cubicBezTo>
                  <a:pt x="32770" y="17404"/>
                  <a:pt x="33789" y="20303"/>
                  <a:pt x="35901" y="24119"/>
                </a:cubicBezTo>
                <a:lnTo>
                  <a:pt x="38115" y="28328"/>
                </a:lnTo>
                <a:cubicBezTo>
                  <a:pt x="40955" y="33498"/>
                  <a:pt x="42149" y="38057"/>
                  <a:pt x="41756" y="41931"/>
                </a:cubicBezTo>
                <a:cubicBezTo>
                  <a:pt x="41363" y="45790"/>
                  <a:pt x="39368" y="49257"/>
                  <a:pt x="35785" y="52170"/>
                </a:cubicBezTo>
                <a:cubicBezTo>
                  <a:pt x="31459" y="55752"/>
                  <a:pt x="27017" y="56947"/>
                  <a:pt x="22473" y="55927"/>
                </a:cubicBezTo>
                <a:cubicBezTo>
                  <a:pt x="17856" y="54835"/>
                  <a:pt x="13312" y="51543"/>
                  <a:pt x="8753" y="45965"/>
                </a:cubicBezTo>
                <a:cubicBezTo>
                  <a:pt x="6991" y="43853"/>
                  <a:pt x="5403" y="41465"/>
                  <a:pt x="3918" y="38683"/>
                </a:cubicBezTo>
                <a:cubicBezTo>
                  <a:pt x="2505" y="35945"/>
                  <a:pt x="1194" y="32930"/>
                  <a:pt x="0" y="29639"/>
                </a:cubicBezTo>
                <a:lnTo>
                  <a:pt x="6204" y="24570"/>
                </a:lnTo>
                <a:cubicBezTo>
                  <a:pt x="6831" y="28095"/>
                  <a:pt x="7734" y="31343"/>
                  <a:pt x="8986" y="34241"/>
                </a:cubicBezTo>
                <a:cubicBezTo>
                  <a:pt x="10239" y="37139"/>
                  <a:pt x="11768" y="39703"/>
                  <a:pt x="13603" y="41975"/>
                </a:cubicBezTo>
                <a:cubicBezTo>
                  <a:pt x="16443" y="45397"/>
                  <a:pt x="19225" y="47494"/>
                  <a:pt x="22123" y="48237"/>
                </a:cubicBezTo>
                <a:cubicBezTo>
                  <a:pt x="24978" y="48980"/>
                  <a:pt x="27701" y="48354"/>
                  <a:pt x="30207" y="46300"/>
                </a:cubicBezTo>
                <a:cubicBezTo>
                  <a:pt x="32377" y="44538"/>
                  <a:pt x="33513" y="42441"/>
                  <a:pt x="33615" y="40110"/>
                </a:cubicBezTo>
                <a:cubicBezTo>
                  <a:pt x="33789" y="37765"/>
                  <a:pt x="32886" y="34809"/>
                  <a:pt x="31008" y="31284"/>
                </a:cubicBezTo>
                <a:lnTo>
                  <a:pt x="28736" y="27017"/>
                </a:lnTo>
                <a:cubicBezTo>
                  <a:pt x="25939" y="21847"/>
                  <a:pt x="24628" y="17463"/>
                  <a:pt x="24920" y="13880"/>
                </a:cubicBezTo>
                <a:cubicBezTo>
                  <a:pt x="25196" y="10355"/>
                  <a:pt x="27017" y="7166"/>
                  <a:pt x="30381" y="4369"/>
                </a:cubicBezTo>
                <a:cubicBezTo>
                  <a:pt x="34299" y="1194"/>
                  <a:pt x="38508" y="0"/>
                  <a:pt x="43067" y="903"/>
                </a:cubicBezTo>
                <a:cubicBezTo>
                  <a:pt x="47567" y="1821"/>
                  <a:pt x="51820" y="4719"/>
                  <a:pt x="55811" y="9554"/>
                </a:cubicBezTo>
                <a:cubicBezTo>
                  <a:pt x="57515" y="11608"/>
                  <a:pt x="59059" y="13880"/>
                  <a:pt x="60413" y="16385"/>
                </a:cubicBezTo>
                <a:cubicBezTo>
                  <a:pt x="61840" y="18832"/>
                  <a:pt x="63093" y="21497"/>
                  <a:pt x="64171" y="24352"/>
                </a:cubicBezTo>
                <a:close/>
                <a:moveTo>
                  <a:pt x="64171" y="243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208A6-D180-40F7-8ADB-FCBAE5DB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975" y="1765623"/>
            <a:ext cx="61447" cy="44480"/>
          </a:xfrm>
          <a:custGeom xmlns:a="http://schemas.openxmlformats.org/drawingml/2006/main">
            <a:pathLst>
              <a:path w="61447" h="44480">
                <a:moveTo>
                  <a:pt x="44276" y="10006"/>
                </a:moveTo>
                <a:lnTo>
                  <a:pt x="27658" y="23667"/>
                </a:lnTo>
                <a:lnTo>
                  <a:pt x="33862" y="31226"/>
                </a:lnTo>
                <a:cubicBezTo>
                  <a:pt x="36134" y="34022"/>
                  <a:pt x="38639" y="35552"/>
                  <a:pt x="41305" y="35887"/>
                </a:cubicBezTo>
                <a:cubicBezTo>
                  <a:pt x="44043" y="36236"/>
                  <a:pt x="46708" y="35319"/>
                  <a:pt x="49388" y="33105"/>
                </a:cubicBezTo>
                <a:cubicBezTo>
                  <a:pt x="52009" y="30949"/>
                  <a:pt x="53422" y="28503"/>
                  <a:pt x="53655" y="25823"/>
                </a:cubicBezTo>
                <a:cubicBezTo>
                  <a:pt x="53830" y="23099"/>
                  <a:pt x="52796" y="20361"/>
                  <a:pt x="50466" y="17579"/>
                </a:cubicBezTo>
                <a:lnTo>
                  <a:pt x="44276" y="10006"/>
                </a:lnTo>
                <a:close/>
                <a:moveTo>
                  <a:pt x="44276" y="0"/>
                </a:moveTo>
                <a:lnTo>
                  <a:pt x="55418" y="13472"/>
                </a:lnTo>
                <a:cubicBezTo>
                  <a:pt x="59510" y="18482"/>
                  <a:pt x="61447" y="23143"/>
                  <a:pt x="61272" y="27527"/>
                </a:cubicBezTo>
                <a:cubicBezTo>
                  <a:pt x="61170" y="31911"/>
                  <a:pt x="58884" y="35887"/>
                  <a:pt x="54573" y="39484"/>
                </a:cubicBezTo>
                <a:cubicBezTo>
                  <a:pt x="50189" y="43067"/>
                  <a:pt x="45863" y="44480"/>
                  <a:pt x="41538" y="43795"/>
                </a:cubicBezTo>
                <a:cubicBezTo>
                  <a:pt x="37212" y="43067"/>
                  <a:pt x="33003" y="40212"/>
                  <a:pt x="28910" y="35275"/>
                </a:cubicBezTo>
                <a:lnTo>
                  <a:pt x="22706" y="27760"/>
                </a:lnTo>
                <a:lnTo>
                  <a:pt x="4894" y="42382"/>
                </a:lnTo>
                <a:lnTo>
                  <a:pt x="0" y="36353"/>
                </a:lnTo>
                <a:lnTo>
                  <a:pt x="44276" y="0"/>
                </a:lnTo>
                <a:close/>
                <a:moveTo>
                  <a:pt x="442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C093A-E5A4-402F-90A9-64A0C2E8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05" y="1800491"/>
            <a:ext cx="50640" cy="43358"/>
          </a:xfrm>
          <a:custGeom xmlns:a="http://schemas.openxmlformats.org/drawingml/2006/main">
            <a:pathLst>
              <a:path w="50640" h="43358">
                <a:moveTo>
                  <a:pt x="46140" y="0"/>
                </a:moveTo>
                <a:lnTo>
                  <a:pt x="50640" y="5403"/>
                </a:lnTo>
                <a:lnTo>
                  <a:pt x="4442" y="43358"/>
                </a:lnTo>
                <a:lnTo>
                  <a:pt x="0" y="37897"/>
                </a:lnTo>
                <a:lnTo>
                  <a:pt x="46140" y="0"/>
                </a:lnTo>
                <a:close/>
                <a:moveTo>
                  <a:pt x="4614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B0368-B436-4E9C-8014-1236B862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659" y="1827406"/>
            <a:ext cx="51718" cy="55126"/>
          </a:xfrm>
          <a:custGeom xmlns:a="http://schemas.openxmlformats.org/drawingml/2006/main">
            <a:pathLst>
              <a:path w="51718" h="55126">
                <a:moveTo>
                  <a:pt x="8753" y="16560"/>
                </a:moveTo>
                <a:lnTo>
                  <a:pt x="28837" y="0"/>
                </a:lnTo>
                <a:lnTo>
                  <a:pt x="33338" y="5462"/>
                </a:lnTo>
                <a:lnTo>
                  <a:pt x="13428" y="21847"/>
                </a:lnTo>
                <a:cubicBezTo>
                  <a:pt x="10297" y="24410"/>
                  <a:pt x="8418" y="26959"/>
                  <a:pt x="7850" y="29464"/>
                </a:cubicBezTo>
                <a:cubicBezTo>
                  <a:pt x="7282" y="32027"/>
                  <a:pt x="8025" y="34474"/>
                  <a:pt x="10064" y="36921"/>
                </a:cubicBezTo>
                <a:cubicBezTo>
                  <a:pt x="12453" y="39877"/>
                  <a:pt x="15307" y="41465"/>
                  <a:pt x="18599" y="41581"/>
                </a:cubicBezTo>
                <a:cubicBezTo>
                  <a:pt x="21905" y="41756"/>
                  <a:pt x="25138" y="40504"/>
                  <a:pt x="28386" y="37882"/>
                </a:cubicBezTo>
                <a:lnTo>
                  <a:pt x="47218" y="22415"/>
                </a:lnTo>
                <a:lnTo>
                  <a:pt x="51718" y="27876"/>
                </a:lnTo>
                <a:lnTo>
                  <a:pt x="18482" y="55126"/>
                </a:lnTo>
                <a:lnTo>
                  <a:pt x="13996" y="49665"/>
                </a:lnTo>
                <a:lnTo>
                  <a:pt x="19108" y="45514"/>
                </a:lnTo>
                <a:cubicBezTo>
                  <a:pt x="15992" y="45849"/>
                  <a:pt x="13254" y="45514"/>
                  <a:pt x="10807" y="44596"/>
                </a:cubicBezTo>
                <a:cubicBezTo>
                  <a:pt x="8418" y="43635"/>
                  <a:pt x="6263" y="41989"/>
                  <a:pt x="4326" y="39703"/>
                </a:cubicBezTo>
                <a:cubicBezTo>
                  <a:pt x="1194" y="35901"/>
                  <a:pt x="0" y="31969"/>
                  <a:pt x="743" y="28051"/>
                </a:cubicBezTo>
                <a:cubicBezTo>
                  <a:pt x="1529" y="24119"/>
                  <a:pt x="4151" y="20303"/>
                  <a:pt x="8753" y="16560"/>
                </a:cubicBezTo>
                <a:close/>
                <a:moveTo>
                  <a:pt x="8753" y="165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A6D22-B054-4313-8DAF-22674603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864" y="1870982"/>
            <a:ext cx="65190" cy="53597"/>
          </a:xfrm>
          <a:custGeom xmlns:a="http://schemas.openxmlformats.org/drawingml/2006/main">
            <a:pathLst>
              <a:path w="65190" h="53597">
                <a:moveTo>
                  <a:pt x="44494" y="30716"/>
                </a:moveTo>
                <a:cubicBezTo>
                  <a:pt x="48470" y="27483"/>
                  <a:pt x="50859" y="24119"/>
                  <a:pt x="51660" y="20711"/>
                </a:cubicBezTo>
                <a:cubicBezTo>
                  <a:pt x="52505" y="17302"/>
                  <a:pt x="51718" y="14113"/>
                  <a:pt x="49330" y="11156"/>
                </a:cubicBezTo>
                <a:cubicBezTo>
                  <a:pt x="46883" y="8243"/>
                  <a:pt x="43926" y="6831"/>
                  <a:pt x="40445" y="6991"/>
                </a:cubicBezTo>
                <a:cubicBezTo>
                  <a:pt x="36921" y="7166"/>
                  <a:pt x="33163" y="8870"/>
                  <a:pt x="29245" y="12118"/>
                </a:cubicBezTo>
                <a:cubicBezTo>
                  <a:pt x="25255" y="15365"/>
                  <a:pt x="22866" y="18657"/>
                  <a:pt x="22080" y="22080"/>
                </a:cubicBezTo>
                <a:cubicBezTo>
                  <a:pt x="21220" y="25546"/>
                  <a:pt x="22021" y="28677"/>
                  <a:pt x="24410" y="31634"/>
                </a:cubicBezTo>
                <a:cubicBezTo>
                  <a:pt x="26857" y="34590"/>
                  <a:pt x="29813" y="35959"/>
                  <a:pt x="33338" y="35785"/>
                </a:cubicBezTo>
                <a:cubicBezTo>
                  <a:pt x="36804" y="35668"/>
                  <a:pt x="40562" y="33964"/>
                  <a:pt x="44494" y="30716"/>
                </a:cubicBezTo>
                <a:close/>
                <a:moveTo>
                  <a:pt x="36120" y="46766"/>
                </a:moveTo>
                <a:cubicBezTo>
                  <a:pt x="30440" y="51427"/>
                  <a:pt x="25196" y="53597"/>
                  <a:pt x="20361" y="53364"/>
                </a:cubicBezTo>
                <a:cubicBezTo>
                  <a:pt x="15584" y="53131"/>
                  <a:pt x="11040" y="50407"/>
                  <a:pt x="6772" y="45222"/>
                </a:cubicBezTo>
                <a:cubicBezTo>
                  <a:pt x="5170" y="43300"/>
                  <a:pt x="3874" y="41363"/>
                  <a:pt x="2724" y="39426"/>
                </a:cubicBezTo>
                <a:cubicBezTo>
                  <a:pt x="1588" y="37489"/>
                  <a:pt x="685" y="35508"/>
                  <a:pt x="0" y="33396"/>
                </a:cubicBezTo>
                <a:lnTo>
                  <a:pt x="5287" y="29012"/>
                </a:lnTo>
                <a:cubicBezTo>
                  <a:pt x="5738" y="31343"/>
                  <a:pt x="6365" y="33454"/>
                  <a:pt x="7282" y="35391"/>
                </a:cubicBezTo>
                <a:cubicBezTo>
                  <a:pt x="8127" y="37270"/>
                  <a:pt x="9219" y="39033"/>
                  <a:pt x="10574" y="40678"/>
                </a:cubicBezTo>
                <a:cubicBezTo>
                  <a:pt x="13487" y="44261"/>
                  <a:pt x="16662" y="46140"/>
                  <a:pt x="19968" y="46373"/>
                </a:cubicBezTo>
                <a:cubicBezTo>
                  <a:pt x="23318" y="46650"/>
                  <a:pt x="26857" y="45222"/>
                  <a:pt x="30658" y="42106"/>
                </a:cubicBezTo>
                <a:lnTo>
                  <a:pt x="33338" y="39877"/>
                </a:lnTo>
                <a:cubicBezTo>
                  <a:pt x="30440" y="40387"/>
                  <a:pt x="27818" y="40110"/>
                  <a:pt x="25371" y="39149"/>
                </a:cubicBezTo>
                <a:cubicBezTo>
                  <a:pt x="22983" y="38173"/>
                  <a:pt x="20769" y="36469"/>
                  <a:pt x="18715" y="34022"/>
                </a:cubicBezTo>
                <a:cubicBezTo>
                  <a:pt x="15409" y="29988"/>
                  <a:pt x="14273" y="25429"/>
                  <a:pt x="15307" y="20361"/>
                </a:cubicBezTo>
                <a:cubicBezTo>
                  <a:pt x="16385" y="15307"/>
                  <a:pt x="19458" y="10690"/>
                  <a:pt x="24570" y="6481"/>
                </a:cubicBezTo>
                <a:cubicBezTo>
                  <a:pt x="29697" y="2272"/>
                  <a:pt x="34867" y="117"/>
                  <a:pt x="39994" y="58"/>
                </a:cubicBezTo>
                <a:cubicBezTo>
                  <a:pt x="45164" y="0"/>
                  <a:pt x="49432" y="1995"/>
                  <a:pt x="52796" y="6088"/>
                </a:cubicBezTo>
                <a:cubicBezTo>
                  <a:pt x="54791" y="8535"/>
                  <a:pt x="56044" y="11040"/>
                  <a:pt x="56495" y="13603"/>
                </a:cubicBezTo>
                <a:cubicBezTo>
                  <a:pt x="57005" y="16152"/>
                  <a:pt x="56714" y="18774"/>
                  <a:pt x="55694" y="21512"/>
                </a:cubicBezTo>
                <a:lnTo>
                  <a:pt x="60704" y="17404"/>
                </a:lnTo>
                <a:lnTo>
                  <a:pt x="65190" y="22808"/>
                </a:lnTo>
                <a:lnTo>
                  <a:pt x="36120" y="46766"/>
                </a:lnTo>
                <a:close/>
                <a:moveTo>
                  <a:pt x="36120" y="467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EBC52-09F5-4D4D-9B17-390AD151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110" y="1894416"/>
            <a:ext cx="50626" cy="43416"/>
          </a:xfrm>
          <a:custGeom xmlns:a="http://schemas.openxmlformats.org/drawingml/2006/main">
            <a:pathLst>
              <a:path w="50626" h="43416">
                <a:moveTo>
                  <a:pt x="33221" y="10647"/>
                </a:moveTo>
                <a:lnTo>
                  <a:pt x="37722" y="16108"/>
                </a:lnTo>
                <a:lnTo>
                  <a:pt x="4442" y="43416"/>
                </a:lnTo>
                <a:lnTo>
                  <a:pt x="0" y="37955"/>
                </a:lnTo>
                <a:lnTo>
                  <a:pt x="33221" y="10647"/>
                </a:lnTo>
                <a:close/>
                <a:moveTo>
                  <a:pt x="46140" y="0"/>
                </a:moveTo>
                <a:lnTo>
                  <a:pt x="50626" y="5462"/>
                </a:lnTo>
                <a:lnTo>
                  <a:pt x="43693" y="11156"/>
                </a:lnTo>
                <a:lnTo>
                  <a:pt x="39193" y="5695"/>
                </a:lnTo>
                <a:lnTo>
                  <a:pt x="46140" y="0"/>
                </a:lnTo>
                <a:close/>
                <a:moveTo>
                  <a:pt x="4614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DC54D-D279-40C4-A3E3-40460243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757" y="1921725"/>
            <a:ext cx="51718" cy="55184"/>
          </a:xfrm>
          <a:custGeom xmlns:a="http://schemas.openxmlformats.org/drawingml/2006/main">
            <a:pathLst>
              <a:path w="51718" h="55184">
                <a:moveTo>
                  <a:pt x="42965" y="38698"/>
                </a:moveTo>
                <a:lnTo>
                  <a:pt x="22881" y="55184"/>
                </a:lnTo>
                <a:lnTo>
                  <a:pt x="18439" y="49723"/>
                </a:lnTo>
                <a:lnTo>
                  <a:pt x="38290" y="33338"/>
                </a:lnTo>
                <a:cubicBezTo>
                  <a:pt x="41421" y="30789"/>
                  <a:pt x="43300" y="28226"/>
                  <a:pt x="43810" y="25721"/>
                </a:cubicBezTo>
                <a:cubicBezTo>
                  <a:pt x="44378" y="23216"/>
                  <a:pt x="43649" y="20711"/>
                  <a:pt x="41654" y="18264"/>
                </a:cubicBezTo>
                <a:cubicBezTo>
                  <a:pt x="39207" y="15307"/>
                  <a:pt x="36367" y="13778"/>
                  <a:pt x="33119" y="13603"/>
                </a:cubicBezTo>
                <a:cubicBezTo>
                  <a:pt x="29813" y="13487"/>
                  <a:pt x="26580" y="14739"/>
                  <a:pt x="23332" y="17361"/>
                </a:cubicBezTo>
                <a:lnTo>
                  <a:pt x="4559" y="32828"/>
                </a:lnTo>
                <a:lnTo>
                  <a:pt x="0" y="27308"/>
                </a:lnTo>
                <a:lnTo>
                  <a:pt x="33236" y="0"/>
                </a:lnTo>
                <a:lnTo>
                  <a:pt x="37780" y="5520"/>
                </a:lnTo>
                <a:lnTo>
                  <a:pt x="32610" y="9729"/>
                </a:lnTo>
                <a:cubicBezTo>
                  <a:pt x="35683" y="9394"/>
                  <a:pt x="38406" y="9729"/>
                  <a:pt x="40853" y="10705"/>
                </a:cubicBezTo>
                <a:cubicBezTo>
                  <a:pt x="43300" y="11666"/>
                  <a:pt x="45514" y="13268"/>
                  <a:pt x="47393" y="15598"/>
                </a:cubicBezTo>
                <a:cubicBezTo>
                  <a:pt x="50524" y="19400"/>
                  <a:pt x="51718" y="23274"/>
                  <a:pt x="50975" y="27206"/>
                </a:cubicBezTo>
                <a:cubicBezTo>
                  <a:pt x="50247" y="31066"/>
                  <a:pt x="47567" y="34940"/>
                  <a:pt x="42965" y="38698"/>
                </a:cubicBezTo>
                <a:close/>
                <a:moveTo>
                  <a:pt x="42965" y="386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6D2D2-1003-4321-9415-D05ECA0A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18" y="916388"/>
            <a:ext cx="62015" cy="70317"/>
          </a:xfrm>
          <a:custGeom xmlns:a="http://schemas.openxmlformats.org/drawingml/2006/main">
            <a:pathLst>
              <a:path w="62015" h="70317">
                <a:moveTo>
                  <a:pt x="37897" y="40110"/>
                </a:moveTo>
                <a:cubicBezTo>
                  <a:pt x="38465" y="41756"/>
                  <a:pt x="38465" y="43810"/>
                  <a:pt x="37955" y="46140"/>
                </a:cubicBezTo>
                <a:cubicBezTo>
                  <a:pt x="37445" y="48529"/>
                  <a:pt x="36411" y="51310"/>
                  <a:pt x="34823" y="54558"/>
                </a:cubicBezTo>
                <a:lnTo>
                  <a:pt x="27133" y="70317"/>
                </a:lnTo>
                <a:lnTo>
                  <a:pt x="22080" y="63719"/>
                </a:lnTo>
                <a:lnTo>
                  <a:pt x="29304" y="48922"/>
                </a:lnTo>
                <a:cubicBezTo>
                  <a:pt x="31182" y="45120"/>
                  <a:pt x="32085" y="42106"/>
                  <a:pt x="32027" y="39936"/>
                </a:cubicBezTo>
                <a:cubicBezTo>
                  <a:pt x="31925" y="37722"/>
                  <a:pt x="30949" y="35450"/>
                  <a:pt x="29071" y="33003"/>
                </a:cubicBezTo>
                <a:lnTo>
                  <a:pt x="23958" y="26289"/>
                </a:lnTo>
                <a:lnTo>
                  <a:pt x="4719" y="41013"/>
                </a:lnTo>
                <a:lnTo>
                  <a:pt x="0" y="34882"/>
                </a:lnTo>
                <a:lnTo>
                  <a:pt x="45514" y="0"/>
                </a:lnTo>
                <a:lnTo>
                  <a:pt x="56160" y="13880"/>
                </a:lnTo>
                <a:cubicBezTo>
                  <a:pt x="60136" y="19123"/>
                  <a:pt x="62015" y="23842"/>
                  <a:pt x="61782" y="28051"/>
                </a:cubicBezTo>
                <a:cubicBezTo>
                  <a:pt x="61622" y="32260"/>
                  <a:pt x="59292" y="36076"/>
                  <a:pt x="54908" y="39426"/>
                </a:cubicBezTo>
                <a:cubicBezTo>
                  <a:pt x="52053" y="41640"/>
                  <a:pt x="49155" y="42790"/>
                  <a:pt x="46257" y="42892"/>
                </a:cubicBezTo>
                <a:cubicBezTo>
                  <a:pt x="43358" y="43009"/>
                  <a:pt x="40562" y="42106"/>
                  <a:pt x="37897" y="40110"/>
                </a:cubicBezTo>
                <a:close/>
                <a:moveTo>
                  <a:pt x="45179" y="10020"/>
                </a:moveTo>
                <a:lnTo>
                  <a:pt x="29012" y="22415"/>
                </a:lnTo>
                <a:lnTo>
                  <a:pt x="34940" y="30148"/>
                </a:lnTo>
                <a:cubicBezTo>
                  <a:pt x="37212" y="33105"/>
                  <a:pt x="39601" y="34823"/>
                  <a:pt x="42164" y="35275"/>
                </a:cubicBezTo>
                <a:cubicBezTo>
                  <a:pt x="44669" y="35726"/>
                  <a:pt x="47276" y="34984"/>
                  <a:pt x="49956" y="32945"/>
                </a:cubicBezTo>
                <a:cubicBezTo>
                  <a:pt x="52577" y="30891"/>
                  <a:pt x="53990" y="28619"/>
                  <a:pt x="54223" y="26056"/>
                </a:cubicBezTo>
                <a:cubicBezTo>
                  <a:pt x="54398" y="23492"/>
                  <a:pt x="53364" y="20769"/>
                  <a:pt x="51092" y="17754"/>
                </a:cubicBezTo>
                <a:lnTo>
                  <a:pt x="45179" y="10020"/>
                </a:lnTo>
                <a:close/>
                <a:moveTo>
                  <a:pt x="45179" y="100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6505F-86A9-47C3-BA45-A2D94DAA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02" y="970145"/>
            <a:ext cx="45863" cy="48019"/>
          </a:xfrm>
          <a:custGeom xmlns:a="http://schemas.openxmlformats.org/drawingml/2006/main">
            <a:pathLst>
              <a:path w="45863" h="48019">
                <a:moveTo>
                  <a:pt x="35959" y="36469"/>
                </a:moveTo>
                <a:lnTo>
                  <a:pt x="33221" y="38581"/>
                </a:lnTo>
                <a:lnTo>
                  <a:pt x="13428" y="12802"/>
                </a:lnTo>
                <a:cubicBezTo>
                  <a:pt x="9787" y="15992"/>
                  <a:pt x="7734" y="19400"/>
                  <a:pt x="7282" y="23041"/>
                </a:cubicBezTo>
                <a:cubicBezTo>
                  <a:pt x="6889" y="26682"/>
                  <a:pt x="8083" y="30323"/>
                  <a:pt x="10923" y="34081"/>
                </a:cubicBezTo>
                <a:cubicBezTo>
                  <a:pt x="12584" y="36251"/>
                  <a:pt x="14448" y="38130"/>
                  <a:pt x="16501" y="39717"/>
                </a:cubicBezTo>
                <a:cubicBezTo>
                  <a:pt x="18613" y="41363"/>
                  <a:pt x="20944" y="42732"/>
                  <a:pt x="23507" y="43926"/>
                </a:cubicBezTo>
                <a:lnTo>
                  <a:pt x="18205" y="48019"/>
                </a:lnTo>
                <a:cubicBezTo>
                  <a:pt x="15817" y="46664"/>
                  <a:pt x="13603" y="45062"/>
                  <a:pt x="11491" y="43300"/>
                </a:cubicBezTo>
                <a:cubicBezTo>
                  <a:pt x="9452" y="41538"/>
                  <a:pt x="7573" y="39542"/>
                  <a:pt x="5913" y="37387"/>
                </a:cubicBezTo>
                <a:cubicBezTo>
                  <a:pt x="1762" y="31925"/>
                  <a:pt x="0" y="26405"/>
                  <a:pt x="743" y="20827"/>
                </a:cubicBezTo>
                <a:cubicBezTo>
                  <a:pt x="1486" y="15191"/>
                  <a:pt x="4559" y="10297"/>
                  <a:pt x="9962" y="6146"/>
                </a:cubicBezTo>
                <a:cubicBezTo>
                  <a:pt x="15540" y="1879"/>
                  <a:pt x="21162" y="0"/>
                  <a:pt x="26740" y="524"/>
                </a:cubicBezTo>
                <a:cubicBezTo>
                  <a:pt x="32318" y="1034"/>
                  <a:pt x="37096" y="3816"/>
                  <a:pt x="41028" y="8943"/>
                </a:cubicBezTo>
                <a:cubicBezTo>
                  <a:pt x="44552" y="13545"/>
                  <a:pt x="45863" y="18322"/>
                  <a:pt x="44946" y="23216"/>
                </a:cubicBezTo>
                <a:cubicBezTo>
                  <a:pt x="44043" y="28168"/>
                  <a:pt x="41028" y="32610"/>
                  <a:pt x="35959" y="36469"/>
                </a:cubicBezTo>
                <a:close/>
                <a:moveTo>
                  <a:pt x="33280" y="29595"/>
                </a:moveTo>
                <a:cubicBezTo>
                  <a:pt x="36353" y="27206"/>
                  <a:pt x="38115" y="24468"/>
                  <a:pt x="38683" y="21395"/>
                </a:cubicBezTo>
                <a:cubicBezTo>
                  <a:pt x="39207" y="18322"/>
                  <a:pt x="38406" y="15424"/>
                  <a:pt x="36294" y="12642"/>
                </a:cubicBezTo>
                <a:cubicBezTo>
                  <a:pt x="33906" y="9511"/>
                  <a:pt x="31124" y="7690"/>
                  <a:pt x="27876" y="7180"/>
                </a:cubicBezTo>
                <a:cubicBezTo>
                  <a:pt x="24701" y="6656"/>
                  <a:pt x="21395" y="7457"/>
                  <a:pt x="17929" y="9627"/>
                </a:cubicBezTo>
                <a:lnTo>
                  <a:pt x="33280" y="29595"/>
                </a:lnTo>
                <a:close/>
                <a:moveTo>
                  <a:pt x="33280" y="295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23523-86DF-4949-A38D-76F57FE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854" y="1003600"/>
            <a:ext cx="68220" cy="76012"/>
          </a:xfrm>
          <a:custGeom xmlns:a="http://schemas.openxmlformats.org/drawingml/2006/main">
            <a:pathLst>
              <a:path w="68220" h="76012">
                <a:moveTo>
                  <a:pt x="48135" y="31809"/>
                </a:moveTo>
                <a:cubicBezTo>
                  <a:pt x="51718" y="31299"/>
                  <a:pt x="54908" y="31576"/>
                  <a:pt x="57573" y="32610"/>
                </a:cubicBezTo>
                <a:cubicBezTo>
                  <a:pt x="60253" y="33629"/>
                  <a:pt x="62641" y="35450"/>
                  <a:pt x="64637" y="38115"/>
                </a:cubicBezTo>
                <a:cubicBezTo>
                  <a:pt x="67360" y="41654"/>
                  <a:pt x="68220" y="45354"/>
                  <a:pt x="67186" y="49213"/>
                </a:cubicBezTo>
                <a:cubicBezTo>
                  <a:pt x="66224" y="53029"/>
                  <a:pt x="63442" y="56728"/>
                  <a:pt x="58826" y="60253"/>
                </a:cubicBezTo>
                <a:lnTo>
                  <a:pt x="38232" y="76012"/>
                </a:lnTo>
                <a:lnTo>
                  <a:pt x="33906" y="70375"/>
                </a:lnTo>
                <a:lnTo>
                  <a:pt x="54340" y="54733"/>
                </a:lnTo>
                <a:cubicBezTo>
                  <a:pt x="57573" y="52228"/>
                  <a:pt x="59568" y="49781"/>
                  <a:pt x="60253" y="47393"/>
                </a:cubicBezTo>
                <a:cubicBezTo>
                  <a:pt x="60937" y="45062"/>
                  <a:pt x="60369" y="42674"/>
                  <a:pt x="58607" y="40285"/>
                </a:cubicBezTo>
                <a:cubicBezTo>
                  <a:pt x="56321" y="37387"/>
                  <a:pt x="53597" y="35843"/>
                  <a:pt x="50407" y="35625"/>
                </a:cubicBezTo>
                <a:cubicBezTo>
                  <a:pt x="47160" y="35391"/>
                  <a:pt x="43926" y="36586"/>
                  <a:pt x="40562" y="39149"/>
                </a:cubicBezTo>
                <a:lnTo>
                  <a:pt x="21279" y="53932"/>
                </a:lnTo>
                <a:lnTo>
                  <a:pt x="16953" y="48252"/>
                </a:lnTo>
                <a:lnTo>
                  <a:pt x="37372" y="32610"/>
                </a:lnTo>
                <a:cubicBezTo>
                  <a:pt x="40678" y="30105"/>
                  <a:pt x="42674" y="27658"/>
                  <a:pt x="43358" y="25327"/>
                </a:cubicBezTo>
                <a:cubicBezTo>
                  <a:pt x="44043" y="22939"/>
                  <a:pt x="43460" y="20536"/>
                  <a:pt x="41596" y="18147"/>
                </a:cubicBezTo>
                <a:cubicBezTo>
                  <a:pt x="39368" y="15249"/>
                  <a:pt x="36702" y="13720"/>
                  <a:pt x="33454" y="13487"/>
                </a:cubicBezTo>
                <a:cubicBezTo>
                  <a:pt x="30207" y="13312"/>
                  <a:pt x="26973" y="14506"/>
                  <a:pt x="23609" y="17011"/>
                </a:cubicBezTo>
                <a:lnTo>
                  <a:pt x="4326" y="31809"/>
                </a:lnTo>
                <a:lnTo>
                  <a:pt x="0" y="26172"/>
                </a:lnTo>
                <a:lnTo>
                  <a:pt x="34139" y="0"/>
                </a:lnTo>
                <a:lnTo>
                  <a:pt x="38465" y="5636"/>
                </a:lnTo>
                <a:lnTo>
                  <a:pt x="33163" y="9729"/>
                </a:lnTo>
                <a:cubicBezTo>
                  <a:pt x="36236" y="9394"/>
                  <a:pt x="38974" y="9729"/>
                  <a:pt x="41305" y="10763"/>
                </a:cubicBezTo>
                <a:cubicBezTo>
                  <a:pt x="43693" y="11783"/>
                  <a:pt x="45805" y="13545"/>
                  <a:pt x="47684" y="15992"/>
                </a:cubicBezTo>
                <a:cubicBezTo>
                  <a:pt x="49606" y="18497"/>
                  <a:pt x="50582" y="21060"/>
                  <a:pt x="50640" y="23784"/>
                </a:cubicBezTo>
                <a:cubicBezTo>
                  <a:pt x="50742" y="26463"/>
                  <a:pt x="49898" y="29129"/>
                  <a:pt x="48135" y="31809"/>
                </a:cubicBezTo>
                <a:close/>
                <a:moveTo>
                  <a:pt x="48135" y="318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D3C67-D5EA-4736-82EC-691F1290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620" y="1054473"/>
            <a:ext cx="51718" cy="41916"/>
          </a:xfrm>
          <a:custGeom xmlns:a="http://schemas.openxmlformats.org/drawingml/2006/main">
            <a:pathLst>
              <a:path w="51718" h="41916">
                <a:moveTo>
                  <a:pt x="34139" y="10181"/>
                </a:moveTo>
                <a:lnTo>
                  <a:pt x="38465" y="15759"/>
                </a:lnTo>
                <a:lnTo>
                  <a:pt x="4326" y="41916"/>
                </a:lnTo>
                <a:lnTo>
                  <a:pt x="0" y="36353"/>
                </a:lnTo>
                <a:lnTo>
                  <a:pt x="34139" y="10181"/>
                </a:lnTo>
                <a:close/>
                <a:moveTo>
                  <a:pt x="47451" y="0"/>
                </a:moveTo>
                <a:lnTo>
                  <a:pt x="51718" y="5564"/>
                </a:lnTo>
                <a:lnTo>
                  <a:pt x="44611" y="11025"/>
                </a:lnTo>
                <a:lnTo>
                  <a:pt x="40343" y="5447"/>
                </a:lnTo>
                <a:lnTo>
                  <a:pt x="47451" y="0"/>
                </a:lnTo>
                <a:close/>
                <a:moveTo>
                  <a:pt x="474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6C914-F10F-4907-BD93-B56F0498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757" y="1081767"/>
            <a:ext cx="51776" cy="54733"/>
          </a:xfrm>
          <a:custGeom xmlns:a="http://schemas.openxmlformats.org/drawingml/2006/main">
            <a:pathLst>
              <a:path w="51776" h="54733">
                <a:moveTo>
                  <a:pt x="42499" y="38974"/>
                </a:moveTo>
                <a:lnTo>
                  <a:pt x="21905" y="54733"/>
                </a:lnTo>
                <a:lnTo>
                  <a:pt x="17579" y="49169"/>
                </a:lnTo>
                <a:lnTo>
                  <a:pt x="38013" y="33513"/>
                </a:lnTo>
                <a:cubicBezTo>
                  <a:pt x="41246" y="31008"/>
                  <a:pt x="43183" y="28561"/>
                  <a:pt x="43810" y="26070"/>
                </a:cubicBezTo>
                <a:cubicBezTo>
                  <a:pt x="44494" y="23565"/>
                  <a:pt x="43810" y="21060"/>
                  <a:pt x="41873" y="18555"/>
                </a:cubicBezTo>
                <a:cubicBezTo>
                  <a:pt x="39601" y="15540"/>
                  <a:pt x="36761" y="13894"/>
                  <a:pt x="33513" y="13603"/>
                </a:cubicBezTo>
                <a:cubicBezTo>
                  <a:pt x="30279" y="13326"/>
                  <a:pt x="26973" y="14462"/>
                  <a:pt x="23609" y="17011"/>
                </a:cubicBezTo>
                <a:lnTo>
                  <a:pt x="4326" y="31809"/>
                </a:lnTo>
                <a:lnTo>
                  <a:pt x="0" y="26172"/>
                </a:lnTo>
                <a:lnTo>
                  <a:pt x="34139" y="0"/>
                </a:lnTo>
                <a:lnTo>
                  <a:pt x="38465" y="5636"/>
                </a:lnTo>
                <a:lnTo>
                  <a:pt x="33178" y="9729"/>
                </a:lnTo>
                <a:cubicBezTo>
                  <a:pt x="36251" y="9511"/>
                  <a:pt x="38974" y="9904"/>
                  <a:pt x="41363" y="10923"/>
                </a:cubicBezTo>
                <a:cubicBezTo>
                  <a:pt x="43810" y="11957"/>
                  <a:pt x="45922" y="13661"/>
                  <a:pt x="47742" y="16050"/>
                </a:cubicBezTo>
                <a:cubicBezTo>
                  <a:pt x="50757" y="19982"/>
                  <a:pt x="51776" y="23900"/>
                  <a:pt x="50917" y="27774"/>
                </a:cubicBezTo>
                <a:cubicBezTo>
                  <a:pt x="50014" y="31634"/>
                  <a:pt x="47232" y="35333"/>
                  <a:pt x="42499" y="38974"/>
                </a:cubicBezTo>
                <a:close/>
                <a:moveTo>
                  <a:pt x="42499" y="389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2952F-4FC8-4F87-B776-4693547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071" y="1126086"/>
            <a:ext cx="65088" cy="49679"/>
          </a:xfrm>
          <a:custGeom xmlns:a="http://schemas.openxmlformats.org/drawingml/2006/main">
            <a:pathLst>
              <a:path w="65088" h="49679">
                <a:moveTo>
                  <a:pt x="42324" y="21905"/>
                </a:moveTo>
                <a:lnTo>
                  <a:pt x="60821" y="7748"/>
                </a:lnTo>
                <a:lnTo>
                  <a:pt x="65088" y="13370"/>
                </a:lnTo>
                <a:lnTo>
                  <a:pt x="17696" y="49679"/>
                </a:lnTo>
                <a:lnTo>
                  <a:pt x="13370" y="44101"/>
                </a:lnTo>
                <a:lnTo>
                  <a:pt x="18482" y="40169"/>
                </a:lnTo>
                <a:cubicBezTo>
                  <a:pt x="15584" y="40576"/>
                  <a:pt x="12919" y="40227"/>
                  <a:pt x="10530" y="39149"/>
                </a:cubicBezTo>
                <a:cubicBezTo>
                  <a:pt x="8185" y="38130"/>
                  <a:pt x="6030" y="36367"/>
                  <a:pt x="4093" y="33804"/>
                </a:cubicBezTo>
                <a:cubicBezTo>
                  <a:pt x="961" y="29711"/>
                  <a:pt x="0" y="25094"/>
                  <a:pt x="1311" y="19982"/>
                </a:cubicBezTo>
                <a:cubicBezTo>
                  <a:pt x="2622" y="14856"/>
                  <a:pt x="5971" y="10253"/>
                  <a:pt x="11317" y="6146"/>
                </a:cubicBezTo>
                <a:cubicBezTo>
                  <a:pt x="16720" y="1995"/>
                  <a:pt x="22021" y="0"/>
                  <a:pt x="27308" y="58"/>
                </a:cubicBezTo>
                <a:cubicBezTo>
                  <a:pt x="32595" y="117"/>
                  <a:pt x="36804" y="2228"/>
                  <a:pt x="39936" y="6379"/>
                </a:cubicBezTo>
                <a:cubicBezTo>
                  <a:pt x="41873" y="8884"/>
                  <a:pt x="43067" y="11448"/>
                  <a:pt x="43402" y="13938"/>
                </a:cubicBezTo>
                <a:cubicBezTo>
                  <a:pt x="43810" y="16501"/>
                  <a:pt x="43460" y="19181"/>
                  <a:pt x="42324" y="21905"/>
                </a:cubicBezTo>
                <a:close/>
                <a:moveTo>
                  <a:pt x="15759" y="11899"/>
                </a:moveTo>
                <a:cubicBezTo>
                  <a:pt x="11666" y="15089"/>
                  <a:pt x="9044" y="18439"/>
                  <a:pt x="8025" y="21905"/>
                </a:cubicBezTo>
                <a:cubicBezTo>
                  <a:pt x="6991" y="25386"/>
                  <a:pt x="7559" y="28619"/>
                  <a:pt x="9846" y="31576"/>
                </a:cubicBezTo>
                <a:cubicBezTo>
                  <a:pt x="12118" y="34547"/>
                  <a:pt x="15074" y="36018"/>
                  <a:pt x="18774" y="35901"/>
                </a:cubicBezTo>
                <a:cubicBezTo>
                  <a:pt x="22415" y="35785"/>
                  <a:pt x="26289" y="34197"/>
                  <a:pt x="30440" y="31008"/>
                </a:cubicBezTo>
                <a:cubicBezTo>
                  <a:pt x="34532" y="27891"/>
                  <a:pt x="37096" y="24526"/>
                  <a:pt x="38173" y="21060"/>
                </a:cubicBezTo>
                <a:cubicBezTo>
                  <a:pt x="39193" y="17536"/>
                  <a:pt x="38567" y="14288"/>
                  <a:pt x="36294" y="11331"/>
                </a:cubicBezTo>
                <a:cubicBezTo>
                  <a:pt x="34022" y="8375"/>
                  <a:pt x="31066" y="6947"/>
                  <a:pt x="27425" y="7064"/>
                </a:cubicBezTo>
                <a:cubicBezTo>
                  <a:pt x="23784" y="7122"/>
                  <a:pt x="19910" y="8768"/>
                  <a:pt x="15759" y="11899"/>
                </a:cubicBezTo>
                <a:close/>
                <a:moveTo>
                  <a:pt x="15759" y="1189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15F2D-4B7B-4C0A-A245-AD0DFDD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530" y="1165920"/>
            <a:ext cx="45805" cy="48019"/>
          </a:xfrm>
          <a:custGeom xmlns:a="http://schemas.openxmlformats.org/drawingml/2006/main">
            <a:pathLst>
              <a:path w="45805" h="48019">
                <a:moveTo>
                  <a:pt x="35901" y="36469"/>
                </a:moveTo>
                <a:lnTo>
                  <a:pt x="33163" y="38567"/>
                </a:lnTo>
                <a:lnTo>
                  <a:pt x="13428" y="12802"/>
                </a:lnTo>
                <a:cubicBezTo>
                  <a:pt x="9729" y="15992"/>
                  <a:pt x="7675" y="19400"/>
                  <a:pt x="7282" y="23041"/>
                </a:cubicBezTo>
                <a:cubicBezTo>
                  <a:pt x="6831" y="26682"/>
                  <a:pt x="8025" y="30323"/>
                  <a:pt x="10923" y="34081"/>
                </a:cubicBezTo>
                <a:cubicBezTo>
                  <a:pt x="12569" y="36236"/>
                  <a:pt x="14390" y="38115"/>
                  <a:pt x="16501" y="39703"/>
                </a:cubicBezTo>
                <a:cubicBezTo>
                  <a:pt x="18540" y="41363"/>
                  <a:pt x="20885" y="42717"/>
                  <a:pt x="23492" y="43912"/>
                </a:cubicBezTo>
                <a:lnTo>
                  <a:pt x="18205" y="48019"/>
                </a:lnTo>
                <a:cubicBezTo>
                  <a:pt x="15759" y="46650"/>
                  <a:pt x="13545" y="45062"/>
                  <a:pt x="11491" y="43285"/>
                </a:cubicBezTo>
                <a:cubicBezTo>
                  <a:pt x="9394" y="41523"/>
                  <a:pt x="7573" y="39542"/>
                  <a:pt x="5855" y="37372"/>
                </a:cubicBezTo>
                <a:cubicBezTo>
                  <a:pt x="1704" y="31911"/>
                  <a:pt x="0" y="26391"/>
                  <a:pt x="743" y="20827"/>
                </a:cubicBezTo>
                <a:cubicBezTo>
                  <a:pt x="1486" y="15191"/>
                  <a:pt x="4559" y="10297"/>
                  <a:pt x="9962" y="6146"/>
                </a:cubicBezTo>
                <a:cubicBezTo>
                  <a:pt x="15526" y="1879"/>
                  <a:pt x="21104" y="0"/>
                  <a:pt x="26682" y="510"/>
                </a:cubicBezTo>
                <a:cubicBezTo>
                  <a:pt x="32318" y="1020"/>
                  <a:pt x="37037" y="3816"/>
                  <a:pt x="40970" y="8928"/>
                </a:cubicBezTo>
                <a:cubicBezTo>
                  <a:pt x="44494" y="13545"/>
                  <a:pt x="45805" y="18322"/>
                  <a:pt x="44887" y="23216"/>
                </a:cubicBezTo>
                <a:cubicBezTo>
                  <a:pt x="43984" y="28153"/>
                  <a:pt x="41013" y="32595"/>
                  <a:pt x="35901" y="36469"/>
                </a:cubicBezTo>
                <a:close/>
                <a:moveTo>
                  <a:pt x="33280" y="29580"/>
                </a:moveTo>
                <a:cubicBezTo>
                  <a:pt x="36294" y="27192"/>
                  <a:pt x="38115" y="24468"/>
                  <a:pt x="38625" y="21395"/>
                </a:cubicBezTo>
                <a:cubicBezTo>
                  <a:pt x="39193" y="18322"/>
                  <a:pt x="38406" y="15409"/>
                  <a:pt x="36294" y="12627"/>
                </a:cubicBezTo>
                <a:cubicBezTo>
                  <a:pt x="33906" y="9496"/>
                  <a:pt x="31066" y="7675"/>
                  <a:pt x="27876" y="7166"/>
                </a:cubicBezTo>
                <a:cubicBezTo>
                  <a:pt x="24628" y="6656"/>
                  <a:pt x="21337" y="7457"/>
                  <a:pt x="17914" y="9612"/>
                </a:cubicBezTo>
                <a:lnTo>
                  <a:pt x="33280" y="29580"/>
                </a:lnTo>
                <a:close/>
                <a:moveTo>
                  <a:pt x="33280" y="295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9C68F-9FAE-4F7C-8B7F-D7120573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882" y="1199374"/>
            <a:ext cx="49956" cy="31794"/>
          </a:xfrm>
          <a:custGeom xmlns:a="http://schemas.openxmlformats.org/drawingml/2006/main">
            <a:pathLst>
              <a:path w="49956" h="31794">
                <a:moveTo>
                  <a:pt x="44203" y="24002"/>
                </a:moveTo>
                <a:cubicBezTo>
                  <a:pt x="44086" y="23099"/>
                  <a:pt x="43810" y="22182"/>
                  <a:pt x="43402" y="21337"/>
                </a:cubicBezTo>
                <a:cubicBezTo>
                  <a:pt x="43009" y="20478"/>
                  <a:pt x="42499" y="19560"/>
                  <a:pt x="41814" y="18715"/>
                </a:cubicBezTo>
                <a:cubicBezTo>
                  <a:pt x="39368" y="15526"/>
                  <a:pt x="36469" y="13880"/>
                  <a:pt x="33105" y="13763"/>
                </a:cubicBezTo>
                <a:cubicBezTo>
                  <a:pt x="29755" y="13647"/>
                  <a:pt x="26172" y="15074"/>
                  <a:pt x="22298" y="18031"/>
                </a:cubicBezTo>
                <a:lnTo>
                  <a:pt x="4326" y="31794"/>
                </a:lnTo>
                <a:lnTo>
                  <a:pt x="0" y="26172"/>
                </a:lnTo>
                <a:lnTo>
                  <a:pt x="34139" y="0"/>
                </a:lnTo>
                <a:lnTo>
                  <a:pt x="38465" y="5622"/>
                </a:lnTo>
                <a:lnTo>
                  <a:pt x="33105" y="9729"/>
                </a:lnTo>
                <a:cubicBezTo>
                  <a:pt x="36120" y="9321"/>
                  <a:pt x="38858" y="9671"/>
                  <a:pt x="41305" y="10749"/>
                </a:cubicBezTo>
                <a:cubicBezTo>
                  <a:pt x="43751" y="11885"/>
                  <a:pt x="46023" y="13822"/>
                  <a:pt x="48077" y="16501"/>
                </a:cubicBezTo>
                <a:cubicBezTo>
                  <a:pt x="48354" y="16895"/>
                  <a:pt x="48645" y="17346"/>
                  <a:pt x="48980" y="17856"/>
                </a:cubicBezTo>
                <a:cubicBezTo>
                  <a:pt x="49271" y="18366"/>
                  <a:pt x="49606" y="18948"/>
                  <a:pt x="49956" y="19560"/>
                </a:cubicBezTo>
                <a:lnTo>
                  <a:pt x="44203" y="24002"/>
                </a:lnTo>
                <a:close/>
                <a:moveTo>
                  <a:pt x="44203" y="240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04416-2B8D-4007-A409-CDF03C80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908" y="1216779"/>
            <a:ext cx="71904" cy="71001"/>
          </a:xfrm>
          <a:custGeom xmlns:a="http://schemas.openxmlformats.org/drawingml/2006/main">
            <a:pathLst>
              <a:path w="71904" h="71001">
                <a:moveTo>
                  <a:pt x="45514" y="0"/>
                </a:moveTo>
                <a:lnTo>
                  <a:pt x="50174" y="6146"/>
                </a:lnTo>
                <a:lnTo>
                  <a:pt x="30949" y="20885"/>
                </a:lnTo>
                <a:lnTo>
                  <a:pt x="65875" y="26565"/>
                </a:lnTo>
                <a:lnTo>
                  <a:pt x="71904" y="34532"/>
                </a:lnTo>
                <a:lnTo>
                  <a:pt x="33396" y="28168"/>
                </a:lnTo>
                <a:lnTo>
                  <a:pt x="27643" y="71001"/>
                </a:lnTo>
                <a:lnTo>
                  <a:pt x="21453" y="62918"/>
                </a:lnTo>
                <a:lnTo>
                  <a:pt x="26624" y="24235"/>
                </a:lnTo>
                <a:lnTo>
                  <a:pt x="4661" y="41013"/>
                </a:lnTo>
                <a:lnTo>
                  <a:pt x="0" y="34882"/>
                </a:lnTo>
                <a:lnTo>
                  <a:pt x="45514" y="0"/>
                </a:lnTo>
                <a:close/>
                <a:moveTo>
                  <a:pt x="455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E8391-4434-4756-86EF-2C17F384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076" y="1256030"/>
            <a:ext cx="51718" cy="41931"/>
          </a:xfrm>
          <a:custGeom xmlns:a="http://schemas.openxmlformats.org/drawingml/2006/main">
            <a:pathLst>
              <a:path w="51718" h="41931">
                <a:moveTo>
                  <a:pt x="34139" y="10195"/>
                </a:moveTo>
                <a:lnTo>
                  <a:pt x="38406" y="15759"/>
                </a:lnTo>
                <a:lnTo>
                  <a:pt x="4267" y="41931"/>
                </a:lnTo>
                <a:lnTo>
                  <a:pt x="0" y="36309"/>
                </a:lnTo>
                <a:lnTo>
                  <a:pt x="34139" y="10195"/>
                </a:lnTo>
                <a:close/>
                <a:moveTo>
                  <a:pt x="47393" y="0"/>
                </a:moveTo>
                <a:lnTo>
                  <a:pt x="51718" y="5578"/>
                </a:lnTo>
                <a:lnTo>
                  <a:pt x="44611" y="11040"/>
                </a:lnTo>
                <a:lnTo>
                  <a:pt x="40285" y="5403"/>
                </a:lnTo>
                <a:lnTo>
                  <a:pt x="47393" y="0"/>
                </a:lnTo>
                <a:close/>
                <a:moveTo>
                  <a:pt x="473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3E9B5-7C43-4B9E-9158-F3B8599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62" y="1275998"/>
            <a:ext cx="44145" cy="50815"/>
          </a:xfrm>
          <a:custGeom xmlns:a="http://schemas.openxmlformats.org/drawingml/2006/main">
            <a:pathLst>
              <a:path w="44145" h="50815">
                <a:moveTo>
                  <a:pt x="44145" y="5636"/>
                </a:moveTo>
                <a:lnTo>
                  <a:pt x="34474" y="13093"/>
                </a:lnTo>
                <a:lnTo>
                  <a:pt x="43358" y="24643"/>
                </a:lnTo>
                <a:lnTo>
                  <a:pt x="38974" y="27993"/>
                </a:lnTo>
                <a:lnTo>
                  <a:pt x="30105" y="16443"/>
                </a:lnTo>
                <a:lnTo>
                  <a:pt x="11608" y="30614"/>
                </a:lnTo>
                <a:cubicBezTo>
                  <a:pt x="8826" y="32770"/>
                  <a:pt x="7282" y="34547"/>
                  <a:pt x="7107" y="35901"/>
                </a:cubicBezTo>
                <a:cubicBezTo>
                  <a:pt x="6889" y="37270"/>
                  <a:pt x="7690" y="39091"/>
                  <a:pt x="9452" y="41421"/>
                </a:cubicBezTo>
                <a:lnTo>
                  <a:pt x="13880" y="47232"/>
                </a:lnTo>
                <a:lnTo>
                  <a:pt x="9161" y="50815"/>
                </a:lnTo>
                <a:lnTo>
                  <a:pt x="4777" y="45062"/>
                </a:lnTo>
                <a:cubicBezTo>
                  <a:pt x="1486" y="40737"/>
                  <a:pt x="0" y="37096"/>
                  <a:pt x="350" y="34255"/>
                </a:cubicBezTo>
                <a:cubicBezTo>
                  <a:pt x="685" y="31357"/>
                  <a:pt x="3015" y="28284"/>
                  <a:pt x="7282" y="24978"/>
                </a:cubicBezTo>
                <a:lnTo>
                  <a:pt x="25779" y="10821"/>
                </a:lnTo>
                <a:lnTo>
                  <a:pt x="22648" y="6656"/>
                </a:lnTo>
                <a:lnTo>
                  <a:pt x="27032" y="3364"/>
                </a:lnTo>
                <a:lnTo>
                  <a:pt x="30148" y="7457"/>
                </a:lnTo>
                <a:lnTo>
                  <a:pt x="39877" y="0"/>
                </a:lnTo>
                <a:lnTo>
                  <a:pt x="44145" y="5636"/>
                </a:lnTo>
                <a:close/>
                <a:moveTo>
                  <a:pt x="44145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E9826-2A06-41CC-8459-E2AFB59F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85" y="1329027"/>
            <a:ext cx="12686" cy="12409"/>
          </a:xfrm>
          <a:custGeom xmlns:a="http://schemas.openxmlformats.org/drawingml/2006/main">
            <a:pathLst>
              <a:path w="12686" h="12409">
                <a:moveTo>
                  <a:pt x="7792" y="0"/>
                </a:moveTo>
                <a:lnTo>
                  <a:pt x="12686" y="6423"/>
                </a:lnTo>
                <a:lnTo>
                  <a:pt x="4952" y="12409"/>
                </a:lnTo>
                <a:lnTo>
                  <a:pt x="0" y="5913"/>
                </a:lnTo>
                <a:lnTo>
                  <a:pt x="7792" y="0"/>
                </a:lnTo>
                <a:close/>
                <a:moveTo>
                  <a:pt x="779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17802-4A66-4D63-8297-0AEFEE91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468" y="1319414"/>
            <a:ext cx="62073" cy="70317"/>
          </a:xfrm>
          <a:custGeom xmlns:a="http://schemas.openxmlformats.org/drawingml/2006/main">
            <a:pathLst>
              <a:path w="62073" h="70317">
                <a:moveTo>
                  <a:pt x="37897" y="40110"/>
                </a:moveTo>
                <a:cubicBezTo>
                  <a:pt x="38465" y="41756"/>
                  <a:pt x="38523" y="43751"/>
                  <a:pt x="38013" y="46140"/>
                </a:cubicBezTo>
                <a:cubicBezTo>
                  <a:pt x="37503" y="48529"/>
                  <a:pt x="36411" y="51310"/>
                  <a:pt x="34823" y="54500"/>
                </a:cubicBezTo>
                <a:lnTo>
                  <a:pt x="27206" y="70317"/>
                </a:lnTo>
                <a:lnTo>
                  <a:pt x="22138" y="63661"/>
                </a:lnTo>
                <a:lnTo>
                  <a:pt x="29362" y="48922"/>
                </a:lnTo>
                <a:cubicBezTo>
                  <a:pt x="31241" y="45062"/>
                  <a:pt x="32144" y="42106"/>
                  <a:pt x="32042" y="39877"/>
                </a:cubicBezTo>
                <a:cubicBezTo>
                  <a:pt x="31983" y="37722"/>
                  <a:pt x="31008" y="35435"/>
                  <a:pt x="29129" y="33003"/>
                </a:cubicBezTo>
                <a:lnTo>
                  <a:pt x="23958" y="26289"/>
                </a:lnTo>
                <a:lnTo>
                  <a:pt x="4733" y="41013"/>
                </a:lnTo>
                <a:lnTo>
                  <a:pt x="0" y="34867"/>
                </a:lnTo>
                <a:lnTo>
                  <a:pt x="45514" y="0"/>
                </a:lnTo>
                <a:lnTo>
                  <a:pt x="56219" y="13880"/>
                </a:lnTo>
                <a:cubicBezTo>
                  <a:pt x="60195" y="19065"/>
                  <a:pt x="62073" y="23784"/>
                  <a:pt x="61840" y="28051"/>
                </a:cubicBezTo>
                <a:cubicBezTo>
                  <a:pt x="61622" y="32260"/>
                  <a:pt x="59350" y="36061"/>
                  <a:pt x="54966" y="39426"/>
                </a:cubicBezTo>
                <a:cubicBezTo>
                  <a:pt x="52068" y="41581"/>
                  <a:pt x="49213" y="42776"/>
                  <a:pt x="46257" y="42892"/>
                </a:cubicBezTo>
                <a:cubicBezTo>
                  <a:pt x="43358" y="43009"/>
                  <a:pt x="40576" y="42047"/>
                  <a:pt x="37897" y="40110"/>
                </a:cubicBezTo>
                <a:close/>
                <a:moveTo>
                  <a:pt x="45179" y="10006"/>
                </a:moveTo>
                <a:lnTo>
                  <a:pt x="29027" y="22415"/>
                </a:lnTo>
                <a:lnTo>
                  <a:pt x="34998" y="30148"/>
                </a:lnTo>
                <a:cubicBezTo>
                  <a:pt x="37270" y="33105"/>
                  <a:pt x="39659" y="34823"/>
                  <a:pt x="42164" y="35275"/>
                </a:cubicBezTo>
                <a:cubicBezTo>
                  <a:pt x="44727" y="35726"/>
                  <a:pt x="47334" y="34925"/>
                  <a:pt x="49956" y="32945"/>
                </a:cubicBezTo>
                <a:cubicBezTo>
                  <a:pt x="52636" y="30891"/>
                  <a:pt x="54048" y="28561"/>
                  <a:pt x="54223" y="26056"/>
                </a:cubicBezTo>
                <a:cubicBezTo>
                  <a:pt x="54456" y="23492"/>
                  <a:pt x="53422" y="20711"/>
                  <a:pt x="51150" y="17754"/>
                </a:cubicBezTo>
                <a:lnTo>
                  <a:pt x="45179" y="10006"/>
                </a:lnTo>
                <a:close/>
                <a:moveTo>
                  <a:pt x="45179" y="100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05551-864F-4B1B-8B2A-CC4C227C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762" y="1362758"/>
            <a:ext cx="67521" cy="64185"/>
          </a:xfrm>
          <a:custGeom xmlns:a="http://schemas.openxmlformats.org/drawingml/2006/main">
            <a:pathLst>
              <a:path w="67521" h="64185">
                <a:moveTo>
                  <a:pt x="45514" y="0"/>
                </a:moveTo>
                <a:lnTo>
                  <a:pt x="67521" y="28794"/>
                </a:lnTo>
                <a:lnTo>
                  <a:pt x="62350" y="32770"/>
                </a:lnTo>
                <a:lnTo>
                  <a:pt x="44989" y="10137"/>
                </a:lnTo>
                <a:lnTo>
                  <a:pt x="31517" y="20492"/>
                </a:lnTo>
                <a:lnTo>
                  <a:pt x="48121" y="42164"/>
                </a:lnTo>
                <a:lnTo>
                  <a:pt x="42950" y="46096"/>
                </a:lnTo>
                <a:lnTo>
                  <a:pt x="26332" y="24410"/>
                </a:lnTo>
                <a:lnTo>
                  <a:pt x="9889" y="37096"/>
                </a:lnTo>
                <a:lnTo>
                  <a:pt x="27643" y="60253"/>
                </a:lnTo>
                <a:lnTo>
                  <a:pt x="22415" y="64185"/>
                </a:lnTo>
                <a:lnTo>
                  <a:pt x="0" y="34882"/>
                </a:lnTo>
                <a:lnTo>
                  <a:pt x="45514" y="0"/>
                </a:lnTo>
                <a:close/>
                <a:moveTo>
                  <a:pt x="455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03F5D-BDEB-4F41-8535-7A0B9B3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969" y="1402184"/>
            <a:ext cx="77424" cy="76521"/>
          </a:xfrm>
          <a:custGeom xmlns:a="http://schemas.openxmlformats.org/drawingml/2006/main">
            <a:pathLst>
              <a:path w="77424" h="76521">
                <a:moveTo>
                  <a:pt x="45514" y="0"/>
                </a:moveTo>
                <a:lnTo>
                  <a:pt x="52505" y="9219"/>
                </a:lnTo>
                <a:lnTo>
                  <a:pt x="30440" y="44552"/>
                </a:lnTo>
                <a:lnTo>
                  <a:pt x="70375" y="32493"/>
                </a:lnTo>
                <a:lnTo>
                  <a:pt x="77424" y="41654"/>
                </a:lnTo>
                <a:lnTo>
                  <a:pt x="31911" y="76521"/>
                </a:lnTo>
                <a:lnTo>
                  <a:pt x="27308" y="70550"/>
                </a:lnTo>
                <a:lnTo>
                  <a:pt x="67244" y="39950"/>
                </a:lnTo>
                <a:lnTo>
                  <a:pt x="27017" y="52126"/>
                </a:lnTo>
                <a:lnTo>
                  <a:pt x="22298" y="45922"/>
                </a:lnTo>
                <a:lnTo>
                  <a:pt x="44538" y="10253"/>
                </a:lnTo>
                <a:lnTo>
                  <a:pt x="4544" y="40911"/>
                </a:lnTo>
                <a:lnTo>
                  <a:pt x="0" y="34882"/>
                </a:lnTo>
                <a:lnTo>
                  <a:pt x="45514" y="0"/>
                </a:lnTo>
                <a:close/>
                <a:moveTo>
                  <a:pt x="455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30DFED-2C49-439B-BB0C-387C053C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215" y="1456072"/>
            <a:ext cx="77424" cy="76521"/>
          </a:xfrm>
          <a:custGeom xmlns:a="http://schemas.openxmlformats.org/drawingml/2006/main">
            <a:pathLst>
              <a:path w="77424" h="76521">
                <a:moveTo>
                  <a:pt x="45514" y="0"/>
                </a:moveTo>
                <a:lnTo>
                  <a:pt x="52563" y="9219"/>
                </a:lnTo>
                <a:lnTo>
                  <a:pt x="30498" y="44538"/>
                </a:lnTo>
                <a:lnTo>
                  <a:pt x="70375" y="32479"/>
                </a:lnTo>
                <a:lnTo>
                  <a:pt x="77424" y="41640"/>
                </a:lnTo>
                <a:lnTo>
                  <a:pt x="31911" y="76521"/>
                </a:lnTo>
                <a:lnTo>
                  <a:pt x="27308" y="70535"/>
                </a:lnTo>
                <a:lnTo>
                  <a:pt x="67302" y="39877"/>
                </a:lnTo>
                <a:lnTo>
                  <a:pt x="27075" y="52053"/>
                </a:lnTo>
                <a:lnTo>
                  <a:pt x="22356" y="45907"/>
                </a:lnTo>
                <a:lnTo>
                  <a:pt x="44538" y="10239"/>
                </a:lnTo>
                <a:lnTo>
                  <a:pt x="4602" y="40839"/>
                </a:lnTo>
                <a:lnTo>
                  <a:pt x="0" y="34867"/>
                </a:lnTo>
                <a:lnTo>
                  <a:pt x="45514" y="0"/>
                </a:lnTo>
                <a:close/>
                <a:moveTo>
                  <a:pt x="455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FAD06-F460-4A84-AF1A-17B97F0F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520" y="1509945"/>
            <a:ext cx="50233" cy="63209"/>
          </a:xfrm>
          <a:custGeom xmlns:a="http://schemas.openxmlformats.org/drawingml/2006/main">
            <a:pathLst>
              <a:path w="50233" h="63209">
                <a:moveTo>
                  <a:pt x="45514" y="0"/>
                </a:moveTo>
                <a:lnTo>
                  <a:pt x="50233" y="6146"/>
                </a:lnTo>
                <a:lnTo>
                  <a:pt x="9889" y="37037"/>
                </a:lnTo>
                <a:lnTo>
                  <a:pt x="26857" y="59219"/>
                </a:lnTo>
                <a:lnTo>
                  <a:pt x="21672" y="63209"/>
                </a:lnTo>
                <a:lnTo>
                  <a:pt x="0" y="34867"/>
                </a:lnTo>
                <a:lnTo>
                  <a:pt x="45514" y="0"/>
                </a:lnTo>
                <a:close/>
                <a:moveTo>
                  <a:pt x="455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43782-1885-4D05-A819-3CF009A3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105" y="1529797"/>
            <a:ext cx="62641" cy="57238"/>
          </a:xfrm>
          <a:custGeom xmlns:a="http://schemas.openxmlformats.org/drawingml/2006/main">
            <a:pathLst>
              <a:path w="62641" h="57238">
                <a:moveTo>
                  <a:pt x="33119" y="0"/>
                </a:moveTo>
                <a:lnTo>
                  <a:pt x="62641" y="38523"/>
                </a:lnTo>
                <a:lnTo>
                  <a:pt x="57471" y="42499"/>
                </a:lnTo>
                <a:lnTo>
                  <a:pt x="45062" y="26347"/>
                </a:lnTo>
                <a:lnTo>
                  <a:pt x="4719" y="57238"/>
                </a:lnTo>
                <a:lnTo>
                  <a:pt x="0" y="51092"/>
                </a:lnTo>
                <a:lnTo>
                  <a:pt x="40343" y="20143"/>
                </a:lnTo>
                <a:lnTo>
                  <a:pt x="27935" y="3991"/>
                </a:lnTo>
                <a:lnTo>
                  <a:pt x="33119" y="0"/>
                </a:lnTo>
                <a:close/>
                <a:moveTo>
                  <a:pt x="331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11B91-F3F2-4300-860A-B04A0BA4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73" y="1570592"/>
            <a:ext cx="51776" cy="41989"/>
          </a:xfrm>
          <a:custGeom xmlns:a="http://schemas.openxmlformats.org/drawingml/2006/main">
            <a:pathLst>
              <a:path w="51776" h="41989">
                <a:moveTo>
                  <a:pt x="34197" y="10181"/>
                </a:moveTo>
                <a:lnTo>
                  <a:pt x="38465" y="15817"/>
                </a:lnTo>
                <a:lnTo>
                  <a:pt x="4326" y="41989"/>
                </a:lnTo>
                <a:lnTo>
                  <a:pt x="0" y="36353"/>
                </a:lnTo>
                <a:lnTo>
                  <a:pt x="34197" y="10181"/>
                </a:lnTo>
                <a:close/>
                <a:moveTo>
                  <a:pt x="47451" y="0"/>
                </a:moveTo>
                <a:lnTo>
                  <a:pt x="51776" y="5636"/>
                </a:lnTo>
                <a:lnTo>
                  <a:pt x="44669" y="11098"/>
                </a:lnTo>
                <a:lnTo>
                  <a:pt x="40343" y="5462"/>
                </a:lnTo>
                <a:lnTo>
                  <a:pt x="47451" y="0"/>
                </a:lnTo>
                <a:close/>
                <a:moveTo>
                  <a:pt x="474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AF4CB-DE9C-4D95-BB13-54C67EBC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59" y="1590618"/>
            <a:ext cx="44203" cy="50801"/>
          </a:xfrm>
          <a:custGeom xmlns:a="http://schemas.openxmlformats.org/drawingml/2006/main">
            <a:pathLst>
              <a:path w="44203" h="50801">
                <a:moveTo>
                  <a:pt x="44203" y="5636"/>
                </a:moveTo>
                <a:lnTo>
                  <a:pt x="34532" y="13079"/>
                </a:lnTo>
                <a:lnTo>
                  <a:pt x="43358" y="24628"/>
                </a:lnTo>
                <a:lnTo>
                  <a:pt x="39033" y="27935"/>
                </a:lnTo>
                <a:lnTo>
                  <a:pt x="30148" y="16385"/>
                </a:lnTo>
                <a:lnTo>
                  <a:pt x="11608" y="30614"/>
                </a:lnTo>
                <a:cubicBezTo>
                  <a:pt x="8870" y="32770"/>
                  <a:pt x="7340" y="34474"/>
                  <a:pt x="7166" y="35843"/>
                </a:cubicBezTo>
                <a:cubicBezTo>
                  <a:pt x="6947" y="37212"/>
                  <a:pt x="7734" y="39091"/>
                  <a:pt x="9496" y="41421"/>
                </a:cubicBezTo>
                <a:lnTo>
                  <a:pt x="13938" y="47160"/>
                </a:lnTo>
                <a:lnTo>
                  <a:pt x="9219" y="50801"/>
                </a:lnTo>
                <a:lnTo>
                  <a:pt x="4835" y="45004"/>
                </a:lnTo>
                <a:cubicBezTo>
                  <a:pt x="1544" y="40678"/>
                  <a:pt x="0" y="37096"/>
                  <a:pt x="393" y="34197"/>
                </a:cubicBezTo>
                <a:cubicBezTo>
                  <a:pt x="743" y="31343"/>
                  <a:pt x="3073" y="28226"/>
                  <a:pt x="7340" y="24978"/>
                </a:cubicBezTo>
                <a:lnTo>
                  <a:pt x="25823" y="10749"/>
                </a:lnTo>
                <a:lnTo>
                  <a:pt x="22706" y="6656"/>
                </a:lnTo>
                <a:lnTo>
                  <a:pt x="27075" y="3306"/>
                </a:lnTo>
                <a:lnTo>
                  <a:pt x="30207" y="7457"/>
                </a:lnTo>
                <a:lnTo>
                  <a:pt x="39877" y="0"/>
                </a:lnTo>
                <a:lnTo>
                  <a:pt x="44203" y="5636"/>
                </a:lnTo>
                <a:close/>
                <a:moveTo>
                  <a:pt x="44203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21C7B-2BC1-43E8-992A-071B1A8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58" y="1612406"/>
            <a:ext cx="51718" cy="41989"/>
          </a:xfrm>
          <a:custGeom xmlns:a="http://schemas.openxmlformats.org/drawingml/2006/main">
            <a:pathLst>
              <a:path w="51718" h="41989">
                <a:moveTo>
                  <a:pt x="47451" y="0"/>
                </a:moveTo>
                <a:lnTo>
                  <a:pt x="51718" y="5636"/>
                </a:lnTo>
                <a:lnTo>
                  <a:pt x="4267" y="41989"/>
                </a:lnTo>
                <a:lnTo>
                  <a:pt x="0" y="36353"/>
                </a:lnTo>
                <a:lnTo>
                  <a:pt x="47451" y="0"/>
                </a:lnTo>
                <a:close/>
                <a:moveTo>
                  <a:pt x="474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CE035-395D-46CA-AA6B-275C0C8D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363" y="1644666"/>
            <a:ext cx="45805" cy="48019"/>
          </a:xfrm>
          <a:custGeom xmlns:a="http://schemas.openxmlformats.org/drawingml/2006/main">
            <a:pathLst>
              <a:path w="45805" h="48019">
                <a:moveTo>
                  <a:pt x="35901" y="36527"/>
                </a:moveTo>
                <a:lnTo>
                  <a:pt x="33178" y="38625"/>
                </a:lnTo>
                <a:lnTo>
                  <a:pt x="13428" y="12802"/>
                </a:lnTo>
                <a:cubicBezTo>
                  <a:pt x="9729" y="16035"/>
                  <a:pt x="7690" y="19458"/>
                  <a:pt x="7282" y="23099"/>
                </a:cubicBezTo>
                <a:cubicBezTo>
                  <a:pt x="6831" y="26682"/>
                  <a:pt x="8025" y="30381"/>
                  <a:pt x="10923" y="34081"/>
                </a:cubicBezTo>
                <a:cubicBezTo>
                  <a:pt x="12584" y="36236"/>
                  <a:pt x="14404" y="38115"/>
                  <a:pt x="16501" y="39761"/>
                </a:cubicBezTo>
                <a:cubicBezTo>
                  <a:pt x="18555" y="41363"/>
                  <a:pt x="20885" y="42776"/>
                  <a:pt x="23507" y="43970"/>
                </a:cubicBezTo>
                <a:lnTo>
                  <a:pt x="18205" y="48019"/>
                </a:lnTo>
                <a:cubicBezTo>
                  <a:pt x="15773" y="46650"/>
                  <a:pt x="13545" y="45120"/>
                  <a:pt x="11506" y="43358"/>
                </a:cubicBezTo>
                <a:cubicBezTo>
                  <a:pt x="9394" y="41523"/>
                  <a:pt x="7573" y="39601"/>
                  <a:pt x="5869" y="37430"/>
                </a:cubicBezTo>
                <a:cubicBezTo>
                  <a:pt x="1719" y="31969"/>
                  <a:pt x="0" y="26449"/>
                  <a:pt x="743" y="20827"/>
                </a:cubicBezTo>
                <a:cubicBezTo>
                  <a:pt x="1486" y="15191"/>
                  <a:pt x="4559" y="10355"/>
                  <a:pt x="9962" y="6204"/>
                </a:cubicBezTo>
                <a:cubicBezTo>
                  <a:pt x="15540" y="1937"/>
                  <a:pt x="21118" y="0"/>
                  <a:pt x="26697" y="510"/>
                </a:cubicBezTo>
                <a:cubicBezTo>
                  <a:pt x="32318" y="1020"/>
                  <a:pt x="37037" y="3874"/>
                  <a:pt x="40970" y="8986"/>
                </a:cubicBezTo>
                <a:cubicBezTo>
                  <a:pt x="44494" y="13545"/>
                  <a:pt x="45805" y="18322"/>
                  <a:pt x="44902" y="23274"/>
                </a:cubicBezTo>
                <a:cubicBezTo>
                  <a:pt x="43984" y="28211"/>
                  <a:pt x="41028" y="32595"/>
                  <a:pt x="35901" y="36527"/>
                </a:cubicBezTo>
                <a:close/>
                <a:moveTo>
                  <a:pt x="33294" y="29639"/>
                </a:moveTo>
                <a:cubicBezTo>
                  <a:pt x="36309" y="27250"/>
                  <a:pt x="38130" y="24526"/>
                  <a:pt x="38639" y="21453"/>
                </a:cubicBezTo>
                <a:cubicBezTo>
                  <a:pt x="39207" y="18380"/>
                  <a:pt x="38406" y="15424"/>
                  <a:pt x="36309" y="12686"/>
                </a:cubicBezTo>
                <a:cubicBezTo>
                  <a:pt x="33920" y="9554"/>
                  <a:pt x="31066" y="7734"/>
                  <a:pt x="27891" y="7166"/>
                </a:cubicBezTo>
                <a:cubicBezTo>
                  <a:pt x="24643" y="6656"/>
                  <a:pt x="21337" y="7515"/>
                  <a:pt x="17929" y="9671"/>
                </a:cubicBezTo>
                <a:lnTo>
                  <a:pt x="33294" y="29639"/>
                </a:lnTo>
                <a:close/>
                <a:moveTo>
                  <a:pt x="33294" y="296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FD4BD-1DA8-435A-ABE3-1C338B58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65" y="1669921"/>
            <a:ext cx="50233" cy="63151"/>
          </a:xfrm>
          <a:custGeom xmlns:a="http://schemas.openxmlformats.org/drawingml/2006/main">
            <a:pathLst>
              <a:path w="50233" h="63151">
                <a:moveTo>
                  <a:pt x="45514" y="0"/>
                </a:moveTo>
                <a:lnTo>
                  <a:pt x="50233" y="6146"/>
                </a:lnTo>
                <a:lnTo>
                  <a:pt x="9904" y="37037"/>
                </a:lnTo>
                <a:lnTo>
                  <a:pt x="26857" y="59233"/>
                </a:lnTo>
                <a:lnTo>
                  <a:pt x="21672" y="63151"/>
                </a:lnTo>
                <a:lnTo>
                  <a:pt x="0" y="34882"/>
                </a:lnTo>
                <a:lnTo>
                  <a:pt x="45514" y="0"/>
                </a:lnTo>
                <a:close/>
                <a:moveTo>
                  <a:pt x="455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D91C5-42DB-4747-8A9B-711ECDD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514" y="1702982"/>
            <a:ext cx="51718" cy="41931"/>
          </a:xfrm>
          <a:custGeom xmlns:a="http://schemas.openxmlformats.org/drawingml/2006/main">
            <a:pathLst>
              <a:path w="51718" h="41931">
                <a:moveTo>
                  <a:pt x="34139" y="10181"/>
                </a:moveTo>
                <a:lnTo>
                  <a:pt x="38465" y="15759"/>
                </a:lnTo>
                <a:lnTo>
                  <a:pt x="4326" y="41931"/>
                </a:lnTo>
                <a:lnTo>
                  <a:pt x="0" y="36353"/>
                </a:lnTo>
                <a:lnTo>
                  <a:pt x="34139" y="10181"/>
                </a:lnTo>
                <a:close/>
                <a:moveTo>
                  <a:pt x="47451" y="0"/>
                </a:moveTo>
                <a:lnTo>
                  <a:pt x="51718" y="5578"/>
                </a:lnTo>
                <a:lnTo>
                  <a:pt x="44611" y="11040"/>
                </a:lnTo>
                <a:lnTo>
                  <a:pt x="40343" y="5403"/>
                </a:lnTo>
                <a:lnTo>
                  <a:pt x="47451" y="0"/>
                </a:lnTo>
                <a:close/>
                <a:moveTo>
                  <a:pt x="474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5A414-EDC0-4D3F-81AE-1D826B1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41" y="1732111"/>
            <a:ext cx="50466" cy="44028"/>
          </a:xfrm>
          <a:custGeom xmlns:a="http://schemas.openxmlformats.org/drawingml/2006/main">
            <a:pathLst>
              <a:path w="50466" h="44028">
                <a:moveTo>
                  <a:pt x="50466" y="20929"/>
                </a:moveTo>
                <a:lnTo>
                  <a:pt x="45179" y="24978"/>
                </a:lnTo>
                <a:cubicBezTo>
                  <a:pt x="44786" y="22750"/>
                  <a:pt x="44101" y="20652"/>
                  <a:pt x="43183" y="18657"/>
                </a:cubicBezTo>
                <a:cubicBezTo>
                  <a:pt x="42339" y="16603"/>
                  <a:pt x="41144" y="14739"/>
                  <a:pt x="39775" y="12860"/>
                </a:cubicBezTo>
                <a:cubicBezTo>
                  <a:pt x="37605" y="10064"/>
                  <a:pt x="35625" y="8302"/>
                  <a:pt x="33687" y="7559"/>
                </a:cubicBezTo>
                <a:cubicBezTo>
                  <a:pt x="31750" y="6831"/>
                  <a:pt x="29930" y="7107"/>
                  <a:pt x="28226" y="8476"/>
                </a:cubicBezTo>
                <a:cubicBezTo>
                  <a:pt x="26915" y="9438"/>
                  <a:pt x="26289" y="10749"/>
                  <a:pt x="26347" y="12292"/>
                </a:cubicBezTo>
                <a:cubicBezTo>
                  <a:pt x="26347" y="13822"/>
                  <a:pt x="27206" y="16385"/>
                  <a:pt x="28794" y="19910"/>
                </a:cubicBezTo>
                <a:lnTo>
                  <a:pt x="29872" y="22182"/>
                </a:lnTo>
                <a:cubicBezTo>
                  <a:pt x="32042" y="26798"/>
                  <a:pt x="33003" y="30542"/>
                  <a:pt x="32726" y="33396"/>
                </a:cubicBezTo>
                <a:cubicBezTo>
                  <a:pt x="32493" y="36294"/>
                  <a:pt x="30949" y="38800"/>
                  <a:pt x="28168" y="40897"/>
                </a:cubicBezTo>
                <a:cubicBezTo>
                  <a:pt x="24978" y="43344"/>
                  <a:pt x="21512" y="44028"/>
                  <a:pt x="17754" y="42950"/>
                </a:cubicBezTo>
                <a:cubicBezTo>
                  <a:pt x="13938" y="41814"/>
                  <a:pt x="10414" y="39076"/>
                  <a:pt x="7064" y="34707"/>
                </a:cubicBezTo>
                <a:cubicBezTo>
                  <a:pt x="5636" y="32886"/>
                  <a:pt x="4384" y="30833"/>
                  <a:pt x="3190" y="28561"/>
                </a:cubicBezTo>
                <a:cubicBezTo>
                  <a:pt x="2054" y="26332"/>
                  <a:pt x="976" y="23842"/>
                  <a:pt x="0" y="21104"/>
                </a:cubicBezTo>
                <a:lnTo>
                  <a:pt x="5811" y="16662"/>
                </a:lnTo>
                <a:cubicBezTo>
                  <a:pt x="6321" y="19575"/>
                  <a:pt x="7064" y="22240"/>
                  <a:pt x="8083" y="24628"/>
                </a:cubicBezTo>
                <a:cubicBezTo>
                  <a:pt x="9044" y="27075"/>
                  <a:pt x="10297" y="29245"/>
                  <a:pt x="11841" y="31226"/>
                </a:cubicBezTo>
                <a:cubicBezTo>
                  <a:pt x="13894" y="33848"/>
                  <a:pt x="15875" y="35552"/>
                  <a:pt x="17871" y="36294"/>
                </a:cubicBezTo>
                <a:cubicBezTo>
                  <a:pt x="19866" y="37037"/>
                  <a:pt x="21686" y="36746"/>
                  <a:pt x="23332" y="35493"/>
                </a:cubicBezTo>
                <a:cubicBezTo>
                  <a:pt x="24861" y="34299"/>
                  <a:pt x="25604" y="32945"/>
                  <a:pt x="25662" y="31284"/>
                </a:cubicBezTo>
                <a:cubicBezTo>
                  <a:pt x="25662" y="29639"/>
                  <a:pt x="24759" y="26798"/>
                  <a:pt x="22822" y="22691"/>
                </a:cubicBezTo>
                <a:lnTo>
                  <a:pt x="21803" y="20419"/>
                </a:lnTo>
                <a:cubicBezTo>
                  <a:pt x="19866" y="16385"/>
                  <a:pt x="19065" y="13021"/>
                  <a:pt x="19400" y="10297"/>
                </a:cubicBezTo>
                <a:cubicBezTo>
                  <a:pt x="19691" y="7617"/>
                  <a:pt x="21220" y="5229"/>
                  <a:pt x="23842" y="3190"/>
                </a:cubicBezTo>
                <a:cubicBezTo>
                  <a:pt x="27032" y="743"/>
                  <a:pt x="30381" y="0"/>
                  <a:pt x="33920" y="903"/>
                </a:cubicBezTo>
                <a:cubicBezTo>
                  <a:pt x="37387" y="1879"/>
                  <a:pt x="40737" y="4442"/>
                  <a:pt x="43926" y="8593"/>
                </a:cubicBezTo>
                <a:cubicBezTo>
                  <a:pt x="45514" y="10690"/>
                  <a:pt x="46883" y="12744"/>
                  <a:pt x="47961" y="14783"/>
                </a:cubicBezTo>
                <a:cubicBezTo>
                  <a:pt x="49053" y="16895"/>
                  <a:pt x="49898" y="18890"/>
                  <a:pt x="50466" y="20929"/>
                </a:cubicBezTo>
                <a:close/>
                <a:moveTo>
                  <a:pt x="50466" y="209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61704-0060-4020-9572-B3D9778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619" y="1755487"/>
            <a:ext cx="44203" cy="50815"/>
          </a:xfrm>
          <a:custGeom xmlns:a="http://schemas.openxmlformats.org/drawingml/2006/main">
            <a:pathLst>
              <a:path w="44203" h="50815">
                <a:moveTo>
                  <a:pt x="44203" y="5636"/>
                </a:moveTo>
                <a:lnTo>
                  <a:pt x="34474" y="13093"/>
                </a:lnTo>
                <a:lnTo>
                  <a:pt x="43344" y="24643"/>
                </a:lnTo>
                <a:lnTo>
                  <a:pt x="38974" y="27993"/>
                </a:lnTo>
                <a:lnTo>
                  <a:pt x="30148" y="16443"/>
                </a:lnTo>
                <a:lnTo>
                  <a:pt x="11608" y="30614"/>
                </a:lnTo>
                <a:cubicBezTo>
                  <a:pt x="8811" y="32770"/>
                  <a:pt x="7340" y="34532"/>
                  <a:pt x="7107" y="35901"/>
                </a:cubicBezTo>
                <a:cubicBezTo>
                  <a:pt x="6889" y="37270"/>
                  <a:pt x="7675" y="39091"/>
                  <a:pt x="9496" y="41421"/>
                </a:cubicBezTo>
                <a:lnTo>
                  <a:pt x="13880" y="47218"/>
                </a:lnTo>
                <a:lnTo>
                  <a:pt x="9219" y="50815"/>
                </a:lnTo>
                <a:lnTo>
                  <a:pt x="4777" y="45062"/>
                </a:lnTo>
                <a:cubicBezTo>
                  <a:pt x="1471" y="40678"/>
                  <a:pt x="0" y="37096"/>
                  <a:pt x="335" y="34197"/>
                </a:cubicBezTo>
                <a:cubicBezTo>
                  <a:pt x="743" y="31357"/>
                  <a:pt x="3015" y="28284"/>
                  <a:pt x="7282" y="24978"/>
                </a:cubicBezTo>
                <a:lnTo>
                  <a:pt x="25823" y="10807"/>
                </a:lnTo>
                <a:lnTo>
                  <a:pt x="22648" y="6656"/>
                </a:lnTo>
                <a:lnTo>
                  <a:pt x="27017" y="3306"/>
                </a:lnTo>
                <a:lnTo>
                  <a:pt x="30207" y="7457"/>
                </a:lnTo>
                <a:lnTo>
                  <a:pt x="39877" y="0"/>
                </a:lnTo>
                <a:lnTo>
                  <a:pt x="44203" y="5636"/>
                </a:lnTo>
                <a:close/>
                <a:moveTo>
                  <a:pt x="44203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6E9EE-D748-4D16-946A-61C89C3D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209" y="1772731"/>
            <a:ext cx="62627" cy="57238"/>
          </a:xfrm>
          <a:custGeom xmlns:a="http://schemas.openxmlformats.org/drawingml/2006/main">
            <a:pathLst>
              <a:path w="62627" h="57238">
                <a:moveTo>
                  <a:pt x="33163" y="0"/>
                </a:moveTo>
                <a:lnTo>
                  <a:pt x="62627" y="38508"/>
                </a:lnTo>
                <a:lnTo>
                  <a:pt x="57457" y="42441"/>
                </a:lnTo>
                <a:lnTo>
                  <a:pt x="45048" y="26289"/>
                </a:lnTo>
                <a:lnTo>
                  <a:pt x="4777" y="57238"/>
                </a:lnTo>
                <a:lnTo>
                  <a:pt x="0" y="51034"/>
                </a:lnTo>
                <a:lnTo>
                  <a:pt x="40329" y="20143"/>
                </a:lnTo>
                <a:lnTo>
                  <a:pt x="27935" y="3976"/>
                </a:lnTo>
                <a:lnTo>
                  <a:pt x="33163" y="0"/>
                </a:lnTo>
                <a:close/>
                <a:moveTo>
                  <a:pt x="331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83F9A-49BF-4C6E-8AD5-DD88F7A9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244" y="1816875"/>
            <a:ext cx="47058" cy="51325"/>
          </a:xfrm>
          <a:custGeom xmlns:a="http://schemas.openxmlformats.org/drawingml/2006/main">
            <a:pathLst>
              <a:path w="47058" h="51325">
                <a:moveTo>
                  <a:pt x="26624" y="26973"/>
                </a:moveTo>
                <a:cubicBezTo>
                  <a:pt x="23157" y="22473"/>
                  <a:pt x="20201" y="19691"/>
                  <a:pt x="17871" y="18774"/>
                </a:cubicBezTo>
                <a:cubicBezTo>
                  <a:pt x="15482" y="17812"/>
                  <a:pt x="13035" y="18264"/>
                  <a:pt x="10530" y="20201"/>
                </a:cubicBezTo>
                <a:cubicBezTo>
                  <a:pt x="8535" y="21730"/>
                  <a:pt x="7457" y="23609"/>
                  <a:pt x="7282" y="25779"/>
                </a:cubicBezTo>
                <a:cubicBezTo>
                  <a:pt x="7107" y="27993"/>
                  <a:pt x="7908" y="30207"/>
                  <a:pt x="9612" y="32493"/>
                </a:cubicBezTo>
                <a:cubicBezTo>
                  <a:pt x="12001" y="35610"/>
                  <a:pt x="15016" y="37270"/>
                  <a:pt x="18715" y="37430"/>
                </a:cubicBezTo>
                <a:cubicBezTo>
                  <a:pt x="22356" y="37605"/>
                  <a:pt x="25997" y="36294"/>
                  <a:pt x="29639" y="33513"/>
                </a:cubicBezTo>
                <a:lnTo>
                  <a:pt x="30891" y="32551"/>
                </a:lnTo>
                <a:lnTo>
                  <a:pt x="26624" y="26973"/>
                </a:lnTo>
                <a:close/>
                <a:moveTo>
                  <a:pt x="37489" y="36411"/>
                </a:moveTo>
                <a:lnTo>
                  <a:pt x="18031" y="51325"/>
                </a:lnTo>
                <a:lnTo>
                  <a:pt x="13720" y="45747"/>
                </a:lnTo>
                <a:lnTo>
                  <a:pt x="18890" y="41756"/>
                </a:lnTo>
                <a:cubicBezTo>
                  <a:pt x="15875" y="42047"/>
                  <a:pt x="13093" y="41654"/>
                  <a:pt x="10647" y="40445"/>
                </a:cubicBezTo>
                <a:cubicBezTo>
                  <a:pt x="8200" y="39309"/>
                  <a:pt x="5913" y="37387"/>
                  <a:pt x="3816" y="34590"/>
                </a:cubicBezTo>
                <a:cubicBezTo>
                  <a:pt x="1136" y="31124"/>
                  <a:pt x="0" y="27600"/>
                  <a:pt x="350" y="24017"/>
                </a:cubicBezTo>
                <a:cubicBezTo>
                  <a:pt x="743" y="20434"/>
                  <a:pt x="2563" y="17404"/>
                  <a:pt x="5869" y="14856"/>
                </a:cubicBezTo>
                <a:cubicBezTo>
                  <a:pt x="9729" y="11943"/>
                  <a:pt x="13603" y="10982"/>
                  <a:pt x="17521" y="12059"/>
                </a:cubicBezTo>
                <a:cubicBezTo>
                  <a:pt x="21453" y="13152"/>
                  <a:pt x="25313" y="16210"/>
                  <a:pt x="29245" y="21337"/>
                </a:cubicBezTo>
                <a:lnTo>
                  <a:pt x="35275" y="29187"/>
                </a:lnTo>
                <a:lnTo>
                  <a:pt x="35843" y="28794"/>
                </a:lnTo>
                <a:cubicBezTo>
                  <a:pt x="38406" y="26798"/>
                  <a:pt x="39775" y="24410"/>
                  <a:pt x="39877" y="21628"/>
                </a:cubicBezTo>
                <a:cubicBezTo>
                  <a:pt x="39994" y="18890"/>
                  <a:pt x="38858" y="15933"/>
                  <a:pt x="36527" y="12860"/>
                </a:cubicBezTo>
                <a:cubicBezTo>
                  <a:pt x="34998" y="10923"/>
                  <a:pt x="33338" y="9219"/>
                  <a:pt x="31459" y="7675"/>
                </a:cubicBezTo>
                <a:cubicBezTo>
                  <a:pt x="29537" y="6204"/>
                  <a:pt x="27483" y="4952"/>
                  <a:pt x="25269" y="3991"/>
                </a:cubicBezTo>
                <a:lnTo>
                  <a:pt x="30440" y="0"/>
                </a:lnTo>
                <a:cubicBezTo>
                  <a:pt x="32828" y="1486"/>
                  <a:pt x="34940" y="3015"/>
                  <a:pt x="36819" y="4617"/>
                </a:cubicBezTo>
                <a:cubicBezTo>
                  <a:pt x="38683" y="6263"/>
                  <a:pt x="40285" y="7967"/>
                  <a:pt x="41698" y="9787"/>
                </a:cubicBezTo>
                <a:cubicBezTo>
                  <a:pt x="45514" y="14739"/>
                  <a:pt x="47058" y="19400"/>
                  <a:pt x="46373" y="23842"/>
                </a:cubicBezTo>
                <a:cubicBezTo>
                  <a:pt x="45630" y="28226"/>
                  <a:pt x="42732" y="32435"/>
                  <a:pt x="37489" y="36411"/>
                </a:cubicBezTo>
                <a:close/>
                <a:moveTo>
                  <a:pt x="37489" y="364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A2AF4-9C29-4E13-BA01-B135B117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197" y="1857903"/>
            <a:ext cx="65598" cy="53131"/>
          </a:xfrm>
          <a:custGeom xmlns:a="http://schemas.openxmlformats.org/drawingml/2006/main">
            <a:pathLst>
              <a:path w="65598" h="53131">
                <a:moveTo>
                  <a:pt x="44611" y="30949"/>
                </a:moveTo>
                <a:cubicBezTo>
                  <a:pt x="48645" y="27818"/>
                  <a:pt x="51150" y="24570"/>
                  <a:pt x="52111" y="21162"/>
                </a:cubicBezTo>
                <a:cubicBezTo>
                  <a:pt x="53087" y="17798"/>
                  <a:pt x="52403" y="14564"/>
                  <a:pt x="50072" y="11550"/>
                </a:cubicBezTo>
                <a:cubicBezTo>
                  <a:pt x="47786" y="8535"/>
                  <a:pt x="44829" y="7049"/>
                  <a:pt x="41363" y="7107"/>
                </a:cubicBezTo>
                <a:cubicBezTo>
                  <a:pt x="37838" y="7107"/>
                  <a:pt x="34022" y="8695"/>
                  <a:pt x="29988" y="11826"/>
                </a:cubicBezTo>
                <a:cubicBezTo>
                  <a:pt x="25939" y="14899"/>
                  <a:pt x="23449" y="18147"/>
                  <a:pt x="22473" y="21555"/>
                </a:cubicBezTo>
                <a:cubicBezTo>
                  <a:pt x="21512" y="24963"/>
                  <a:pt x="22196" y="28153"/>
                  <a:pt x="24526" y="31168"/>
                </a:cubicBezTo>
                <a:cubicBezTo>
                  <a:pt x="26798" y="34183"/>
                  <a:pt x="29755" y="35668"/>
                  <a:pt x="33221" y="35610"/>
                </a:cubicBezTo>
                <a:cubicBezTo>
                  <a:pt x="36761" y="35610"/>
                  <a:pt x="40562" y="34022"/>
                  <a:pt x="44611" y="30949"/>
                </a:cubicBezTo>
                <a:close/>
                <a:moveTo>
                  <a:pt x="35668" y="46708"/>
                </a:moveTo>
                <a:cubicBezTo>
                  <a:pt x="29872" y="51136"/>
                  <a:pt x="24526" y="53131"/>
                  <a:pt x="19749" y="52738"/>
                </a:cubicBezTo>
                <a:cubicBezTo>
                  <a:pt x="14914" y="52330"/>
                  <a:pt x="10472" y="49490"/>
                  <a:pt x="6379" y="44145"/>
                </a:cubicBezTo>
                <a:cubicBezTo>
                  <a:pt x="4894" y="42149"/>
                  <a:pt x="3583" y="40212"/>
                  <a:pt x="2563" y="38232"/>
                </a:cubicBezTo>
                <a:cubicBezTo>
                  <a:pt x="1544" y="36236"/>
                  <a:pt x="685" y="34183"/>
                  <a:pt x="0" y="32085"/>
                </a:cubicBezTo>
                <a:lnTo>
                  <a:pt x="5462" y="27935"/>
                </a:lnTo>
                <a:cubicBezTo>
                  <a:pt x="5869" y="30265"/>
                  <a:pt x="6437" y="32362"/>
                  <a:pt x="7224" y="34299"/>
                </a:cubicBezTo>
                <a:cubicBezTo>
                  <a:pt x="8025" y="36236"/>
                  <a:pt x="9103" y="38057"/>
                  <a:pt x="10355" y="39703"/>
                </a:cubicBezTo>
                <a:cubicBezTo>
                  <a:pt x="13210" y="43402"/>
                  <a:pt x="16225" y="45397"/>
                  <a:pt x="19575" y="45732"/>
                </a:cubicBezTo>
                <a:cubicBezTo>
                  <a:pt x="22881" y="46140"/>
                  <a:pt x="26463" y="44829"/>
                  <a:pt x="30381" y="41814"/>
                </a:cubicBezTo>
                <a:lnTo>
                  <a:pt x="33178" y="39703"/>
                </a:lnTo>
                <a:cubicBezTo>
                  <a:pt x="30265" y="40096"/>
                  <a:pt x="27600" y="39761"/>
                  <a:pt x="25211" y="38741"/>
                </a:cubicBezTo>
                <a:cubicBezTo>
                  <a:pt x="22822" y="37664"/>
                  <a:pt x="20711" y="35887"/>
                  <a:pt x="18774" y="33396"/>
                </a:cubicBezTo>
                <a:cubicBezTo>
                  <a:pt x="15540" y="29172"/>
                  <a:pt x="14564" y="24570"/>
                  <a:pt x="15759" y="19560"/>
                </a:cubicBezTo>
                <a:cubicBezTo>
                  <a:pt x="17011" y="14564"/>
                  <a:pt x="20259" y="10064"/>
                  <a:pt x="25546" y="6030"/>
                </a:cubicBezTo>
                <a:cubicBezTo>
                  <a:pt x="30789" y="1981"/>
                  <a:pt x="36018" y="0"/>
                  <a:pt x="41188" y="102"/>
                </a:cubicBezTo>
                <a:cubicBezTo>
                  <a:pt x="46315" y="218"/>
                  <a:pt x="50524" y="2389"/>
                  <a:pt x="53713" y="6598"/>
                </a:cubicBezTo>
                <a:cubicBezTo>
                  <a:pt x="55651" y="9103"/>
                  <a:pt x="56787" y="11652"/>
                  <a:pt x="57180" y="14215"/>
                </a:cubicBezTo>
                <a:cubicBezTo>
                  <a:pt x="57573" y="16778"/>
                  <a:pt x="57238" y="19400"/>
                  <a:pt x="56102" y="22123"/>
                </a:cubicBezTo>
                <a:lnTo>
                  <a:pt x="61272" y="18147"/>
                </a:lnTo>
                <a:lnTo>
                  <a:pt x="65598" y="23769"/>
                </a:lnTo>
                <a:lnTo>
                  <a:pt x="35668" y="46708"/>
                </a:lnTo>
                <a:close/>
                <a:moveTo>
                  <a:pt x="35668" y="467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6F4DF-04F7-4654-907F-64F5DB1E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657" y="1884746"/>
            <a:ext cx="77424" cy="76521"/>
          </a:xfrm>
          <a:custGeom xmlns:a="http://schemas.openxmlformats.org/drawingml/2006/main">
            <a:pathLst>
              <a:path w="77424" h="76521">
                <a:moveTo>
                  <a:pt x="45514" y="0"/>
                </a:moveTo>
                <a:lnTo>
                  <a:pt x="52563" y="9161"/>
                </a:lnTo>
                <a:lnTo>
                  <a:pt x="30483" y="44494"/>
                </a:lnTo>
                <a:lnTo>
                  <a:pt x="70433" y="32493"/>
                </a:lnTo>
                <a:lnTo>
                  <a:pt x="77424" y="41654"/>
                </a:lnTo>
                <a:lnTo>
                  <a:pt x="31911" y="76521"/>
                </a:lnTo>
                <a:lnTo>
                  <a:pt x="27308" y="70492"/>
                </a:lnTo>
                <a:lnTo>
                  <a:pt x="67302" y="39892"/>
                </a:lnTo>
                <a:lnTo>
                  <a:pt x="27075" y="52068"/>
                </a:lnTo>
                <a:lnTo>
                  <a:pt x="22356" y="45863"/>
                </a:lnTo>
                <a:lnTo>
                  <a:pt x="44538" y="10239"/>
                </a:lnTo>
                <a:lnTo>
                  <a:pt x="4602" y="40853"/>
                </a:lnTo>
                <a:lnTo>
                  <a:pt x="0" y="34882"/>
                </a:lnTo>
                <a:lnTo>
                  <a:pt x="45514" y="0"/>
                </a:lnTo>
                <a:close/>
                <a:moveTo>
                  <a:pt x="455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BFC44-FC41-4493-AA42-FAF5457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175" y="1948640"/>
            <a:ext cx="47043" cy="51310"/>
          </a:xfrm>
          <a:custGeom xmlns:a="http://schemas.openxmlformats.org/drawingml/2006/main">
            <a:pathLst>
              <a:path w="47043" h="51310">
                <a:moveTo>
                  <a:pt x="26624" y="26973"/>
                </a:moveTo>
                <a:cubicBezTo>
                  <a:pt x="23157" y="22415"/>
                  <a:pt x="20259" y="19691"/>
                  <a:pt x="17856" y="18715"/>
                </a:cubicBezTo>
                <a:cubicBezTo>
                  <a:pt x="15467" y="17812"/>
                  <a:pt x="13021" y="18264"/>
                  <a:pt x="10530" y="20201"/>
                </a:cubicBezTo>
                <a:cubicBezTo>
                  <a:pt x="8535" y="21672"/>
                  <a:pt x="7457" y="23551"/>
                  <a:pt x="7340" y="25779"/>
                </a:cubicBezTo>
                <a:cubicBezTo>
                  <a:pt x="7166" y="27993"/>
                  <a:pt x="7967" y="30207"/>
                  <a:pt x="9671" y="32479"/>
                </a:cubicBezTo>
                <a:cubicBezTo>
                  <a:pt x="12059" y="35552"/>
                  <a:pt x="15074" y="37212"/>
                  <a:pt x="18715" y="37430"/>
                </a:cubicBezTo>
                <a:cubicBezTo>
                  <a:pt x="22356" y="37605"/>
                  <a:pt x="25997" y="36294"/>
                  <a:pt x="29639" y="33513"/>
                </a:cubicBezTo>
                <a:lnTo>
                  <a:pt x="30891" y="32537"/>
                </a:lnTo>
                <a:lnTo>
                  <a:pt x="26624" y="26973"/>
                </a:lnTo>
                <a:close/>
                <a:moveTo>
                  <a:pt x="37547" y="36353"/>
                </a:moveTo>
                <a:lnTo>
                  <a:pt x="18031" y="51310"/>
                </a:lnTo>
                <a:lnTo>
                  <a:pt x="13763" y="45688"/>
                </a:lnTo>
                <a:lnTo>
                  <a:pt x="18948" y="41698"/>
                </a:lnTo>
                <a:cubicBezTo>
                  <a:pt x="15875" y="42047"/>
                  <a:pt x="13137" y="41596"/>
                  <a:pt x="10690" y="40445"/>
                </a:cubicBezTo>
                <a:cubicBezTo>
                  <a:pt x="8185" y="39309"/>
                  <a:pt x="5913" y="37329"/>
                  <a:pt x="3816" y="34590"/>
                </a:cubicBezTo>
                <a:cubicBezTo>
                  <a:pt x="1136" y="31066"/>
                  <a:pt x="0" y="27541"/>
                  <a:pt x="393" y="23958"/>
                </a:cubicBezTo>
                <a:cubicBezTo>
                  <a:pt x="743" y="20419"/>
                  <a:pt x="2622" y="17346"/>
                  <a:pt x="5855" y="14856"/>
                </a:cubicBezTo>
                <a:cubicBezTo>
                  <a:pt x="9729" y="11885"/>
                  <a:pt x="13589" y="10982"/>
                  <a:pt x="17521" y="12059"/>
                </a:cubicBezTo>
                <a:cubicBezTo>
                  <a:pt x="21453" y="13137"/>
                  <a:pt x="25371" y="16210"/>
                  <a:pt x="29245" y="21337"/>
                </a:cubicBezTo>
                <a:lnTo>
                  <a:pt x="35275" y="29187"/>
                </a:lnTo>
                <a:lnTo>
                  <a:pt x="35843" y="28794"/>
                </a:lnTo>
                <a:cubicBezTo>
                  <a:pt x="38465" y="26798"/>
                  <a:pt x="39761" y="24410"/>
                  <a:pt x="39877" y="21614"/>
                </a:cubicBezTo>
                <a:cubicBezTo>
                  <a:pt x="39994" y="18832"/>
                  <a:pt x="38858" y="15933"/>
                  <a:pt x="36527" y="12860"/>
                </a:cubicBezTo>
                <a:cubicBezTo>
                  <a:pt x="35042" y="10923"/>
                  <a:pt x="33338" y="9161"/>
                  <a:pt x="31459" y="7675"/>
                </a:cubicBezTo>
                <a:cubicBezTo>
                  <a:pt x="29580" y="6204"/>
                  <a:pt x="27541" y="4952"/>
                  <a:pt x="25255" y="3976"/>
                </a:cubicBezTo>
                <a:lnTo>
                  <a:pt x="30440" y="0"/>
                </a:lnTo>
                <a:cubicBezTo>
                  <a:pt x="32828" y="1427"/>
                  <a:pt x="34925" y="2957"/>
                  <a:pt x="36804" y="4602"/>
                </a:cubicBezTo>
                <a:cubicBezTo>
                  <a:pt x="38683" y="6263"/>
                  <a:pt x="40329" y="7967"/>
                  <a:pt x="41698" y="9787"/>
                </a:cubicBezTo>
                <a:cubicBezTo>
                  <a:pt x="45514" y="14739"/>
                  <a:pt x="47043" y="19400"/>
                  <a:pt x="46358" y="23784"/>
                </a:cubicBezTo>
                <a:cubicBezTo>
                  <a:pt x="45688" y="28226"/>
                  <a:pt x="42717" y="32377"/>
                  <a:pt x="37547" y="36353"/>
                </a:cubicBezTo>
                <a:close/>
                <a:moveTo>
                  <a:pt x="37547" y="363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7692E-1540-4450-AE7C-F53DD624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950" y="1977827"/>
            <a:ext cx="44203" cy="50742"/>
          </a:xfrm>
          <a:custGeom xmlns:a="http://schemas.openxmlformats.org/drawingml/2006/main">
            <a:pathLst>
              <a:path w="44203" h="50742">
                <a:moveTo>
                  <a:pt x="44203" y="5636"/>
                </a:moveTo>
                <a:lnTo>
                  <a:pt x="34532" y="13079"/>
                </a:lnTo>
                <a:lnTo>
                  <a:pt x="43358" y="24628"/>
                </a:lnTo>
                <a:lnTo>
                  <a:pt x="38974" y="27935"/>
                </a:lnTo>
                <a:lnTo>
                  <a:pt x="30148" y="16385"/>
                </a:lnTo>
                <a:lnTo>
                  <a:pt x="11608" y="30614"/>
                </a:lnTo>
                <a:cubicBezTo>
                  <a:pt x="8826" y="32712"/>
                  <a:pt x="7340" y="34474"/>
                  <a:pt x="7107" y="35843"/>
                </a:cubicBezTo>
                <a:cubicBezTo>
                  <a:pt x="6947" y="37212"/>
                  <a:pt x="7690" y="39091"/>
                  <a:pt x="9496" y="41421"/>
                </a:cubicBezTo>
                <a:lnTo>
                  <a:pt x="13880" y="47160"/>
                </a:lnTo>
                <a:lnTo>
                  <a:pt x="9219" y="50742"/>
                </a:lnTo>
                <a:lnTo>
                  <a:pt x="4777" y="45004"/>
                </a:lnTo>
                <a:cubicBezTo>
                  <a:pt x="1486" y="40678"/>
                  <a:pt x="0" y="37096"/>
                  <a:pt x="350" y="34197"/>
                </a:cubicBezTo>
                <a:cubicBezTo>
                  <a:pt x="743" y="31284"/>
                  <a:pt x="3015" y="28211"/>
                  <a:pt x="7282" y="24978"/>
                </a:cubicBezTo>
                <a:lnTo>
                  <a:pt x="25837" y="10749"/>
                </a:lnTo>
                <a:lnTo>
                  <a:pt x="22706" y="6656"/>
                </a:lnTo>
                <a:lnTo>
                  <a:pt x="27032" y="3292"/>
                </a:lnTo>
                <a:lnTo>
                  <a:pt x="30207" y="7399"/>
                </a:lnTo>
                <a:lnTo>
                  <a:pt x="39877" y="0"/>
                </a:lnTo>
                <a:lnTo>
                  <a:pt x="44203" y="5636"/>
                </a:lnTo>
                <a:close/>
                <a:moveTo>
                  <a:pt x="44203" y="56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62E05-0C34-4ACC-9E9E-307F78F1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466" y="2014412"/>
            <a:ext cx="46999" cy="45106"/>
          </a:xfrm>
          <a:custGeom xmlns:a="http://schemas.openxmlformats.org/drawingml/2006/main">
            <a:pathLst>
              <a:path w="46999" h="45106">
                <a:moveTo>
                  <a:pt x="46999" y="20987"/>
                </a:moveTo>
                <a:lnTo>
                  <a:pt x="41756" y="24963"/>
                </a:lnTo>
                <a:cubicBezTo>
                  <a:pt x="41421" y="22750"/>
                  <a:pt x="40853" y="20652"/>
                  <a:pt x="40110" y="18715"/>
                </a:cubicBezTo>
                <a:cubicBezTo>
                  <a:pt x="39309" y="16778"/>
                  <a:pt x="38290" y="15016"/>
                  <a:pt x="37037" y="13370"/>
                </a:cubicBezTo>
                <a:cubicBezTo>
                  <a:pt x="34255" y="9729"/>
                  <a:pt x="30949" y="7792"/>
                  <a:pt x="27075" y="7559"/>
                </a:cubicBezTo>
                <a:cubicBezTo>
                  <a:pt x="23216" y="7340"/>
                  <a:pt x="19225" y="8753"/>
                  <a:pt x="15074" y="12001"/>
                </a:cubicBezTo>
                <a:cubicBezTo>
                  <a:pt x="10865" y="15191"/>
                  <a:pt x="8418" y="18657"/>
                  <a:pt x="7617" y="22415"/>
                </a:cubicBezTo>
                <a:cubicBezTo>
                  <a:pt x="6889" y="26216"/>
                  <a:pt x="7908" y="29915"/>
                  <a:pt x="10690" y="33556"/>
                </a:cubicBezTo>
                <a:cubicBezTo>
                  <a:pt x="11943" y="35217"/>
                  <a:pt x="13370" y="36629"/>
                  <a:pt x="15074" y="37882"/>
                </a:cubicBezTo>
                <a:cubicBezTo>
                  <a:pt x="16720" y="39135"/>
                  <a:pt x="18599" y="40212"/>
                  <a:pt x="20652" y="41130"/>
                </a:cubicBezTo>
                <a:lnTo>
                  <a:pt x="15467" y="45106"/>
                </a:lnTo>
                <a:cubicBezTo>
                  <a:pt x="13545" y="44145"/>
                  <a:pt x="11783" y="42892"/>
                  <a:pt x="10122" y="41523"/>
                </a:cubicBezTo>
                <a:cubicBezTo>
                  <a:pt x="8476" y="40154"/>
                  <a:pt x="6947" y="38508"/>
                  <a:pt x="5462" y="36571"/>
                </a:cubicBezTo>
                <a:cubicBezTo>
                  <a:pt x="1529" y="31459"/>
                  <a:pt x="0" y="26114"/>
                  <a:pt x="903" y="20652"/>
                </a:cubicBezTo>
                <a:cubicBezTo>
                  <a:pt x="1821" y="15132"/>
                  <a:pt x="5068" y="10297"/>
                  <a:pt x="10530" y="6088"/>
                </a:cubicBezTo>
                <a:cubicBezTo>
                  <a:pt x="16094" y="1821"/>
                  <a:pt x="21614" y="0"/>
                  <a:pt x="27192" y="568"/>
                </a:cubicBezTo>
                <a:cubicBezTo>
                  <a:pt x="32712" y="1194"/>
                  <a:pt x="37547" y="4209"/>
                  <a:pt x="41581" y="9496"/>
                </a:cubicBezTo>
                <a:cubicBezTo>
                  <a:pt x="42892" y="11200"/>
                  <a:pt x="44028" y="13021"/>
                  <a:pt x="44946" y="14958"/>
                </a:cubicBezTo>
                <a:cubicBezTo>
                  <a:pt x="45849" y="16895"/>
                  <a:pt x="46533" y="18890"/>
                  <a:pt x="46999" y="20987"/>
                </a:cubicBezTo>
                <a:close/>
                <a:moveTo>
                  <a:pt x="46999" y="209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14C8D-A067-4DDC-9E88-6B35B040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978" y="2033754"/>
            <a:ext cx="51762" cy="64913"/>
          </a:xfrm>
          <a:custGeom xmlns:a="http://schemas.openxmlformats.org/drawingml/2006/main">
            <a:pathLst>
              <a:path w="51762" h="64913">
                <a:moveTo>
                  <a:pt x="42499" y="49155"/>
                </a:moveTo>
                <a:lnTo>
                  <a:pt x="21890" y="64913"/>
                </a:lnTo>
                <a:lnTo>
                  <a:pt x="17579" y="59335"/>
                </a:lnTo>
                <a:lnTo>
                  <a:pt x="37998" y="43693"/>
                </a:lnTo>
                <a:cubicBezTo>
                  <a:pt x="41246" y="41188"/>
                  <a:pt x="43169" y="38683"/>
                  <a:pt x="43795" y="36236"/>
                </a:cubicBezTo>
                <a:cubicBezTo>
                  <a:pt x="44480" y="33731"/>
                  <a:pt x="43795" y="31226"/>
                  <a:pt x="41873" y="28721"/>
                </a:cubicBezTo>
                <a:cubicBezTo>
                  <a:pt x="39586" y="25662"/>
                  <a:pt x="36746" y="24002"/>
                  <a:pt x="33498" y="23784"/>
                </a:cubicBezTo>
                <a:cubicBezTo>
                  <a:pt x="30207" y="23492"/>
                  <a:pt x="26900" y="24628"/>
                  <a:pt x="23609" y="27192"/>
                </a:cubicBezTo>
                <a:lnTo>
                  <a:pt x="4311" y="41989"/>
                </a:lnTo>
                <a:lnTo>
                  <a:pt x="0" y="36353"/>
                </a:lnTo>
                <a:lnTo>
                  <a:pt x="47436" y="0"/>
                </a:lnTo>
                <a:lnTo>
                  <a:pt x="51704" y="5622"/>
                </a:lnTo>
                <a:lnTo>
                  <a:pt x="33105" y="19851"/>
                </a:lnTo>
                <a:cubicBezTo>
                  <a:pt x="36236" y="19618"/>
                  <a:pt x="38960" y="20026"/>
                  <a:pt x="41348" y="21104"/>
                </a:cubicBezTo>
                <a:cubicBezTo>
                  <a:pt x="43795" y="22123"/>
                  <a:pt x="45907" y="23827"/>
                  <a:pt x="47728" y="26230"/>
                </a:cubicBezTo>
                <a:cubicBezTo>
                  <a:pt x="50742" y="30148"/>
                  <a:pt x="51762" y="34022"/>
                  <a:pt x="50917" y="37882"/>
                </a:cubicBezTo>
                <a:cubicBezTo>
                  <a:pt x="50000" y="41756"/>
                  <a:pt x="47218" y="45514"/>
                  <a:pt x="42499" y="49155"/>
                </a:cubicBezTo>
                <a:close/>
                <a:moveTo>
                  <a:pt x="42499" y="491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1F302-BFE7-4585-B587-18D4A301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355" y="2088429"/>
            <a:ext cx="45805" cy="48019"/>
          </a:xfrm>
          <a:custGeom xmlns:a="http://schemas.openxmlformats.org/drawingml/2006/main">
            <a:pathLst>
              <a:path w="45805" h="48019">
                <a:moveTo>
                  <a:pt x="35959" y="36469"/>
                </a:moveTo>
                <a:lnTo>
                  <a:pt x="33178" y="38567"/>
                </a:lnTo>
                <a:lnTo>
                  <a:pt x="13428" y="12802"/>
                </a:lnTo>
                <a:cubicBezTo>
                  <a:pt x="9729" y="15977"/>
                  <a:pt x="7690" y="19400"/>
                  <a:pt x="7282" y="23041"/>
                </a:cubicBezTo>
                <a:cubicBezTo>
                  <a:pt x="6831" y="26682"/>
                  <a:pt x="8083" y="30381"/>
                  <a:pt x="10923" y="34081"/>
                </a:cubicBezTo>
                <a:cubicBezTo>
                  <a:pt x="12584" y="36236"/>
                  <a:pt x="14404" y="38115"/>
                  <a:pt x="16501" y="39703"/>
                </a:cubicBezTo>
                <a:cubicBezTo>
                  <a:pt x="18555" y="41363"/>
                  <a:pt x="20885" y="42776"/>
                  <a:pt x="23507" y="43912"/>
                </a:cubicBezTo>
                <a:lnTo>
                  <a:pt x="18205" y="48019"/>
                </a:lnTo>
                <a:cubicBezTo>
                  <a:pt x="15817" y="46650"/>
                  <a:pt x="13545" y="45048"/>
                  <a:pt x="11491" y="43285"/>
                </a:cubicBezTo>
                <a:cubicBezTo>
                  <a:pt x="9452" y="41523"/>
                  <a:pt x="7573" y="39542"/>
                  <a:pt x="5913" y="37372"/>
                </a:cubicBezTo>
                <a:cubicBezTo>
                  <a:pt x="1704" y="31969"/>
                  <a:pt x="0" y="26391"/>
                  <a:pt x="743" y="20813"/>
                </a:cubicBezTo>
                <a:cubicBezTo>
                  <a:pt x="1486" y="15191"/>
                  <a:pt x="4559" y="10297"/>
                  <a:pt x="9962" y="6190"/>
                </a:cubicBezTo>
                <a:cubicBezTo>
                  <a:pt x="15540" y="1879"/>
                  <a:pt x="21104" y="0"/>
                  <a:pt x="26740" y="510"/>
                </a:cubicBezTo>
                <a:cubicBezTo>
                  <a:pt x="32318" y="1020"/>
                  <a:pt x="37096" y="3801"/>
                  <a:pt x="41028" y="8928"/>
                </a:cubicBezTo>
                <a:cubicBezTo>
                  <a:pt x="44494" y="13530"/>
                  <a:pt x="45805" y="18322"/>
                  <a:pt x="44887" y="23259"/>
                </a:cubicBezTo>
                <a:cubicBezTo>
                  <a:pt x="43984" y="28153"/>
                  <a:pt x="41028" y="32595"/>
                  <a:pt x="35959" y="36469"/>
                </a:cubicBezTo>
                <a:close/>
                <a:moveTo>
                  <a:pt x="33280" y="29639"/>
                </a:moveTo>
                <a:cubicBezTo>
                  <a:pt x="36294" y="27250"/>
                  <a:pt x="38115" y="24512"/>
                  <a:pt x="38639" y="21439"/>
                </a:cubicBezTo>
                <a:cubicBezTo>
                  <a:pt x="39207" y="18322"/>
                  <a:pt x="38406" y="15409"/>
                  <a:pt x="36294" y="12627"/>
                </a:cubicBezTo>
                <a:cubicBezTo>
                  <a:pt x="33906" y="9496"/>
                  <a:pt x="31066" y="7675"/>
                  <a:pt x="27876" y="7166"/>
                </a:cubicBezTo>
                <a:cubicBezTo>
                  <a:pt x="24701" y="6656"/>
                  <a:pt x="21337" y="7442"/>
                  <a:pt x="17929" y="9671"/>
                </a:cubicBezTo>
                <a:lnTo>
                  <a:pt x="33280" y="29639"/>
                </a:lnTo>
                <a:close/>
                <a:moveTo>
                  <a:pt x="33280" y="296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C9A21-72CD-489F-AAC9-520AF7AD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706" y="2121883"/>
            <a:ext cx="49956" cy="31794"/>
          </a:xfrm>
          <a:custGeom xmlns:a="http://schemas.openxmlformats.org/drawingml/2006/main">
            <a:pathLst>
              <a:path w="49956" h="31794">
                <a:moveTo>
                  <a:pt x="44203" y="24002"/>
                </a:moveTo>
                <a:cubicBezTo>
                  <a:pt x="44086" y="23085"/>
                  <a:pt x="43868" y="22240"/>
                  <a:pt x="43460" y="21322"/>
                </a:cubicBezTo>
                <a:cubicBezTo>
                  <a:pt x="43067" y="20478"/>
                  <a:pt x="42499" y="19618"/>
                  <a:pt x="41814" y="18715"/>
                </a:cubicBezTo>
                <a:cubicBezTo>
                  <a:pt x="39368" y="15526"/>
                  <a:pt x="36527" y="13880"/>
                  <a:pt x="33119" y="13763"/>
                </a:cubicBezTo>
                <a:cubicBezTo>
                  <a:pt x="29755" y="13647"/>
                  <a:pt x="26172" y="15074"/>
                  <a:pt x="22298" y="18031"/>
                </a:cubicBezTo>
                <a:lnTo>
                  <a:pt x="4326" y="31794"/>
                </a:lnTo>
                <a:lnTo>
                  <a:pt x="0" y="26158"/>
                </a:lnTo>
                <a:lnTo>
                  <a:pt x="34139" y="0"/>
                </a:lnTo>
                <a:lnTo>
                  <a:pt x="38465" y="5680"/>
                </a:lnTo>
                <a:lnTo>
                  <a:pt x="33163" y="9729"/>
                </a:lnTo>
                <a:cubicBezTo>
                  <a:pt x="36134" y="9321"/>
                  <a:pt x="38858" y="9671"/>
                  <a:pt x="41305" y="10807"/>
                </a:cubicBezTo>
                <a:cubicBezTo>
                  <a:pt x="43751" y="11885"/>
                  <a:pt x="46023" y="13822"/>
                  <a:pt x="48077" y="16545"/>
                </a:cubicBezTo>
                <a:cubicBezTo>
                  <a:pt x="48354" y="16895"/>
                  <a:pt x="48703" y="17346"/>
                  <a:pt x="48980" y="17856"/>
                </a:cubicBezTo>
                <a:cubicBezTo>
                  <a:pt x="49330" y="18366"/>
                  <a:pt x="49606" y="18934"/>
                  <a:pt x="49956" y="19560"/>
                </a:cubicBezTo>
                <a:lnTo>
                  <a:pt x="44203" y="24002"/>
                </a:lnTo>
                <a:close/>
                <a:moveTo>
                  <a:pt x="44203" y="240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3EB56-F65F-4F2A-A4CE-AAFD173C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903" y="832192"/>
            <a:ext cx="64520" cy="58258"/>
          </a:xfrm>
          <a:custGeom xmlns:a="http://schemas.openxmlformats.org/drawingml/2006/main">
            <a:pathLst>
              <a:path w="64520" h="58258">
                <a:moveTo>
                  <a:pt x="55709" y="8025"/>
                </a:moveTo>
                <a:lnTo>
                  <a:pt x="26347" y="16035"/>
                </a:lnTo>
                <a:lnTo>
                  <a:pt x="38639" y="33163"/>
                </a:lnTo>
                <a:lnTo>
                  <a:pt x="55709" y="8025"/>
                </a:lnTo>
                <a:close/>
                <a:moveTo>
                  <a:pt x="59408" y="0"/>
                </a:moveTo>
                <a:lnTo>
                  <a:pt x="64520" y="7166"/>
                </a:lnTo>
                <a:lnTo>
                  <a:pt x="30498" y="58258"/>
                </a:lnTo>
                <a:lnTo>
                  <a:pt x="25837" y="51718"/>
                </a:lnTo>
                <a:lnTo>
                  <a:pt x="34765" y="38916"/>
                </a:lnTo>
                <a:lnTo>
                  <a:pt x="19749" y="17856"/>
                </a:lnTo>
                <a:lnTo>
                  <a:pt x="4792" y="22182"/>
                </a:lnTo>
                <a:lnTo>
                  <a:pt x="0" y="15526"/>
                </a:lnTo>
                <a:lnTo>
                  <a:pt x="59408" y="0"/>
                </a:lnTo>
                <a:close/>
                <a:moveTo>
                  <a:pt x="594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FC6C7-A91F-47D9-9385-2149EEA9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648" y="871836"/>
            <a:ext cx="65074" cy="49621"/>
          </a:xfrm>
          <a:custGeom xmlns:a="http://schemas.openxmlformats.org/drawingml/2006/main">
            <a:pathLst>
              <a:path w="65074" h="49621">
                <a:moveTo>
                  <a:pt x="22691" y="27032"/>
                </a:moveTo>
                <a:lnTo>
                  <a:pt x="4093" y="40227"/>
                </a:lnTo>
                <a:lnTo>
                  <a:pt x="0" y="34488"/>
                </a:lnTo>
                <a:lnTo>
                  <a:pt x="48296" y="0"/>
                </a:lnTo>
                <a:lnTo>
                  <a:pt x="52446" y="5753"/>
                </a:lnTo>
                <a:lnTo>
                  <a:pt x="47101" y="9569"/>
                </a:lnTo>
                <a:cubicBezTo>
                  <a:pt x="50058" y="9278"/>
                  <a:pt x="52738" y="9729"/>
                  <a:pt x="55010" y="10821"/>
                </a:cubicBezTo>
                <a:cubicBezTo>
                  <a:pt x="57340" y="11957"/>
                  <a:pt x="59452" y="13778"/>
                  <a:pt x="61272" y="16341"/>
                </a:cubicBezTo>
                <a:cubicBezTo>
                  <a:pt x="64287" y="20594"/>
                  <a:pt x="65074" y="25269"/>
                  <a:pt x="63603" y="30323"/>
                </a:cubicBezTo>
                <a:cubicBezTo>
                  <a:pt x="62117" y="35391"/>
                  <a:pt x="58651" y="39892"/>
                  <a:pt x="53131" y="43810"/>
                </a:cubicBezTo>
                <a:cubicBezTo>
                  <a:pt x="47611" y="47742"/>
                  <a:pt x="42266" y="49621"/>
                  <a:pt x="36979" y="49330"/>
                </a:cubicBezTo>
                <a:cubicBezTo>
                  <a:pt x="31678" y="49111"/>
                  <a:pt x="27527" y="46825"/>
                  <a:pt x="24512" y="42615"/>
                </a:cubicBezTo>
                <a:cubicBezTo>
                  <a:pt x="22691" y="40052"/>
                  <a:pt x="21614" y="37445"/>
                  <a:pt x="21337" y="34882"/>
                </a:cubicBezTo>
                <a:cubicBezTo>
                  <a:pt x="20987" y="32318"/>
                  <a:pt x="21439" y="29711"/>
                  <a:pt x="22691" y="27032"/>
                </a:cubicBezTo>
                <a:close/>
                <a:moveTo>
                  <a:pt x="48864" y="37838"/>
                </a:moveTo>
                <a:cubicBezTo>
                  <a:pt x="53073" y="34823"/>
                  <a:pt x="55811" y="31576"/>
                  <a:pt x="56947" y="28168"/>
                </a:cubicBezTo>
                <a:cubicBezTo>
                  <a:pt x="58141" y="24701"/>
                  <a:pt x="57631" y="21453"/>
                  <a:pt x="55461" y="18380"/>
                </a:cubicBezTo>
                <a:cubicBezTo>
                  <a:pt x="53306" y="15365"/>
                  <a:pt x="50349" y="13836"/>
                  <a:pt x="46708" y="13778"/>
                </a:cubicBezTo>
                <a:cubicBezTo>
                  <a:pt x="43067" y="13778"/>
                  <a:pt x="39135" y="15249"/>
                  <a:pt x="34925" y="18264"/>
                </a:cubicBezTo>
                <a:cubicBezTo>
                  <a:pt x="30658" y="21279"/>
                  <a:pt x="27993" y="24526"/>
                  <a:pt x="26784" y="27993"/>
                </a:cubicBezTo>
                <a:cubicBezTo>
                  <a:pt x="25648" y="31474"/>
                  <a:pt x="26172" y="34707"/>
                  <a:pt x="28328" y="37722"/>
                </a:cubicBezTo>
                <a:cubicBezTo>
                  <a:pt x="30483" y="40795"/>
                  <a:pt x="33396" y="42339"/>
                  <a:pt x="37037" y="42339"/>
                </a:cubicBezTo>
                <a:cubicBezTo>
                  <a:pt x="40737" y="42397"/>
                  <a:pt x="44654" y="40853"/>
                  <a:pt x="48864" y="37838"/>
                </a:cubicBezTo>
                <a:close/>
                <a:moveTo>
                  <a:pt x="48864" y="378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50CC8-13D4-4247-BA89-0631C5DE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660" y="912470"/>
            <a:ext cx="65088" cy="49606"/>
          </a:xfrm>
          <a:custGeom xmlns:a="http://schemas.openxmlformats.org/drawingml/2006/main">
            <a:pathLst>
              <a:path w="65088" h="49606">
                <a:moveTo>
                  <a:pt x="22648" y="27017"/>
                </a:moveTo>
                <a:lnTo>
                  <a:pt x="4093" y="40271"/>
                </a:lnTo>
                <a:lnTo>
                  <a:pt x="0" y="34474"/>
                </a:lnTo>
                <a:lnTo>
                  <a:pt x="48296" y="0"/>
                </a:lnTo>
                <a:lnTo>
                  <a:pt x="52446" y="5738"/>
                </a:lnTo>
                <a:lnTo>
                  <a:pt x="47101" y="9554"/>
                </a:lnTo>
                <a:cubicBezTo>
                  <a:pt x="50058" y="9263"/>
                  <a:pt x="52679" y="9714"/>
                  <a:pt x="55010" y="10865"/>
                </a:cubicBezTo>
                <a:cubicBezTo>
                  <a:pt x="57340" y="11943"/>
                  <a:pt x="59452" y="13822"/>
                  <a:pt x="61272" y="16370"/>
                </a:cubicBezTo>
                <a:cubicBezTo>
                  <a:pt x="64287" y="20594"/>
                  <a:pt x="65088" y="25255"/>
                  <a:pt x="63603" y="30323"/>
                </a:cubicBezTo>
                <a:cubicBezTo>
                  <a:pt x="62117" y="35377"/>
                  <a:pt x="58593" y="39877"/>
                  <a:pt x="53131" y="43795"/>
                </a:cubicBezTo>
                <a:cubicBezTo>
                  <a:pt x="47611" y="47728"/>
                  <a:pt x="42208" y="49606"/>
                  <a:pt x="36979" y="49315"/>
                </a:cubicBezTo>
                <a:cubicBezTo>
                  <a:pt x="31692" y="49097"/>
                  <a:pt x="27527" y="46868"/>
                  <a:pt x="24512" y="42601"/>
                </a:cubicBezTo>
                <a:cubicBezTo>
                  <a:pt x="22648" y="40052"/>
                  <a:pt x="21614" y="37489"/>
                  <a:pt x="21279" y="34925"/>
                </a:cubicBezTo>
                <a:cubicBezTo>
                  <a:pt x="20987" y="32304"/>
                  <a:pt x="21453" y="29697"/>
                  <a:pt x="22648" y="27017"/>
                </a:cubicBezTo>
                <a:close/>
                <a:moveTo>
                  <a:pt x="48864" y="37882"/>
                </a:moveTo>
                <a:cubicBezTo>
                  <a:pt x="53073" y="34809"/>
                  <a:pt x="55811" y="31619"/>
                  <a:pt x="56947" y="28153"/>
                </a:cubicBezTo>
                <a:cubicBezTo>
                  <a:pt x="58141" y="24687"/>
                  <a:pt x="57631" y="21439"/>
                  <a:pt x="55461" y="18366"/>
                </a:cubicBezTo>
                <a:cubicBezTo>
                  <a:pt x="53247" y="15351"/>
                  <a:pt x="50349" y="13822"/>
                  <a:pt x="46708" y="13763"/>
                </a:cubicBezTo>
                <a:cubicBezTo>
                  <a:pt x="43067" y="13763"/>
                  <a:pt x="39135" y="15234"/>
                  <a:pt x="34867" y="18249"/>
                </a:cubicBezTo>
                <a:cubicBezTo>
                  <a:pt x="30658" y="21264"/>
                  <a:pt x="27993" y="24512"/>
                  <a:pt x="26798" y="27978"/>
                </a:cubicBezTo>
                <a:cubicBezTo>
                  <a:pt x="25662" y="31459"/>
                  <a:pt x="26172" y="34692"/>
                  <a:pt x="28328" y="37765"/>
                </a:cubicBezTo>
                <a:cubicBezTo>
                  <a:pt x="30498" y="40780"/>
                  <a:pt x="33396" y="42324"/>
                  <a:pt x="37037" y="42324"/>
                </a:cubicBezTo>
                <a:cubicBezTo>
                  <a:pt x="40678" y="42382"/>
                  <a:pt x="44654" y="40897"/>
                  <a:pt x="48864" y="37882"/>
                </a:cubicBezTo>
                <a:close/>
                <a:moveTo>
                  <a:pt x="48864" y="378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13ADA-E00B-4BA0-8E5E-AAA97DB3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1" y="943580"/>
            <a:ext cx="52738" cy="40460"/>
          </a:xfrm>
          <a:custGeom xmlns:a="http://schemas.openxmlformats.org/drawingml/2006/main">
            <a:pathLst>
              <a:path w="52738" h="40460">
                <a:moveTo>
                  <a:pt x="48645" y="0"/>
                </a:moveTo>
                <a:lnTo>
                  <a:pt x="52738" y="5753"/>
                </a:lnTo>
                <a:lnTo>
                  <a:pt x="4093" y="40460"/>
                </a:lnTo>
                <a:lnTo>
                  <a:pt x="0" y="34707"/>
                </a:lnTo>
                <a:lnTo>
                  <a:pt x="48645" y="0"/>
                </a:lnTo>
                <a:close/>
                <a:moveTo>
                  <a:pt x="4864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5BDC1-C073-4E08-A85A-9876225A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563" y="975563"/>
            <a:ext cx="46023" cy="47844"/>
          </a:xfrm>
          <a:custGeom xmlns:a="http://schemas.openxmlformats.org/drawingml/2006/main">
            <a:pathLst>
              <a:path w="46023" h="47844">
                <a:moveTo>
                  <a:pt x="35566" y="36979"/>
                </a:moveTo>
                <a:lnTo>
                  <a:pt x="32770" y="38960"/>
                </a:lnTo>
                <a:lnTo>
                  <a:pt x="13880" y="12511"/>
                </a:lnTo>
                <a:cubicBezTo>
                  <a:pt x="10079" y="15584"/>
                  <a:pt x="7908" y="18934"/>
                  <a:pt x="7399" y="22517"/>
                </a:cubicBezTo>
                <a:cubicBezTo>
                  <a:pt x="6831" y="26158"/>
                  <a:pt x="7908" y="29857"/>
                  <a:pt x="10647" y="33673"/>
                </a:cubicBezTo>
                <a:cubicBezTo>
                  <a:pt x="12176" y="35887"/>
                  <a:pt x="13996" y="37824"/>
                  <a:pt x="16050" y="39528"/>
                </a:cubicBezTo>
                <a:cubicBezTo>
                  <a:pt x="18031" y="41246"/>
                  <a:pt x="20317" y="42717"/>
                  <a:pt x="22866" y="43970"/>
                </a:cubicBezTo>
                <a:lnTo>
                  <a:pt x="17404" y="47844"/>
                </a:lnTo>
                <a:cubicBezTo>
                  <a:pt x="15074" y="46417"/>
                  <a:pt x="12919" y="44771"/>
                  <a:pt x="10923" y="42950"/>
                </a:cubicBezTo>
                <a:cubicBezTo>
                  <a:pt x="8884" y="41072"/>
                  <a:pt x="7107" y="39076"/>
                  <a:pt x="5520" y="36862"/>
                </a:cubicBezTo>
                <a:cubicBezTo>
                  <a:pt x="1544" y="31226"/>
                  <a:pt x="0" y="25648"/>
                  <a:pt x="918" y="20070"/>
                </a:cubicBezTo>
                <a:cubicBezTo>
                  <a:pt x="1821" y="14506"/>
                  <a:pt x="5068" y="9729"/>
                  <a:pt x="10647" y="5797"/>
                </a:cubicBezTo>
                <a:cubicBezTo>
                  <a:pt x="16327" y="1704"/>
                  <a:pt x="22021" y="0"/>
                  <a:pt x="27541" y="670"/>
                </a:cubicBezTo>
                <a:cubicBezTo>
                  <a:pt x="33119" y="1354"/>
                  <a:pt x="37780" y="4311"/>
                  <a:pt x="41538" y="9612"/>
                </a:cubicBezTo>
                <a:cubicBezTo>
                  <a:pt x="44887" y="14331"/>
                  <a:pt x="46023" y="19108"/>
                  <a:pt x="44946" y="24002"/>
                </a:cubicBezTo>
                <a:cubicBezTo>
                  <a:pt x="43926" y="28896"/>
                  <a:pt x="40737" y="33221"/>
                  <a:pt x="35566" y="36979"/>
                </a:cubicBezTo>
                <a:close/>
                <a:moveTo>
                  <a:pt x="33119" y="29974"/>
                </a:moveTo>
                <a:cubicBezTo>
                  <a:pt x="36236" y="27701"/>
                  <a:pt x="38115" y="25022"/>
                  <a:pt x="38800" y="21949"/>
                </a:cubicBezTo>
                <a:cubicBezTo>
                  <a:pt x="39426" y="18934"/>
                  <a:pt x="38741" y="15977"/>
                  <a:pt x="36702" y="13137"/>
                </a:cubicBezTo>
                <a:cubicBezTo>
                  <a:pt x="34416" y="9947"/>
                  <a:pt x="31692" y="8010"/>
                  <a:pt x="28503" y="7384"/>
                </a:cubicBezTo>
                <a:cubicBezTo>
                  <a:pt x="25313" y="6758"/>
                  <a:pt x="21963" y="7442"/>
                  <a:pt x="18497" y="9496"/>
                </a:cubicBezTo>
                <a:lnTo>
                  <a:pt x="33119" y="29974"/>
                </a:lnTo>
                <a:close/>
                <a:moveTo>
                  <a:pt x="33119" y="299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C7129-E785-4F52-87D0-C1ADA8C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56" y="1002406"/>
            <a:ext cx="77148" cy="76012"/>
          </a:xfrm>
          <a:custGeom xmlns:a="http://schemas.openxmlformats.org/drawingml/2006/main">
            <a:pathLst>
              <a:path w="77148" h="76012">
                <a:moveTo>
                  <a:pt x="46708" y="0"/>
                </a:moveTo>
                <a:lnTo>
                  <a:pt x="53422" y="9394"/>
                </a:lnTo>
                <a:lnTo>
                  <a:pt x="30163" y="43984"/>
                </a:lnTo>
                <a:lnTo>
                  <a:pt x="70433" y="33280"/>
                </a:lnTo>
                <a:lnTo>
                  <a:pt x="77148" y="42732"/>
                </a:lnTo>
                <a:lnTo>
                  <a:pt x="30498" y="76012"/>
                </a:lnTo>
                <a:lnTo>
                  <a:pt x="26114" y="69865"/>
                </a:lnTo>
                <a:lnTo>
                  <a:pt x="67084" y="40620"/>
                </a:lnTo>
                <a:lnTo>
                  <a:pt x="26522" y="51441"/>
                </a:lnTo>
                <a:lnTo>
                  <a:pt x="21963" y="45062"/>
                </a:lnTo>
                <a:lnTo>
                  <a:pt x="45412" y="10181"/>
                </a:lnTo>
                <a:lnTo>
                  <a:pt x="4384" y="39426"/>
                </a:lnTo>
                <a:lnTo>
                  <a:pt x="0" y="33280"/>
                </a:lnTo>
                <a:lnTo>
                  <a:pt x="46708" y="0"/>
                </a:lnTo>
                <a:close/>
                <a:moveTo>
                  <a:pt x="467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0E227-426A-4EF6-B4FA-5E416868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098" y="1070174"/>
            <a:ext cx="46023" cy="47844"/>
          </a:xfrm>
          <a:custGeom xmlns:a="http://schemas.openxmlformats.org/drawingml/2006/main">
            <a:pathLst>
              <a:path w="46023" h="47844">
                <a:moveTo>
                  <a:pt x="35552" y="36979"/>
                </a:moveTo>
                <a:lnTo>
                  <a:pt x="32712" y="38960"/>
                </a:lnTo>
                <a:lnTo>
                  <a:pt x="13880" y="12511"/>
                </a:lnTo>
                <a:cubicBezTo>
                  <a:pt x="10064" y="15584"/>
                  <a:pt x="7908" y="18934"/>
                  <a:pt x="7340" y="22575"/>
                </a:cubicBezTo>
                <a:cubicBezTo>
                  <a:pt x="6831" y="26158"/>
                  <a:pt x="7908" y="29857"/>
                  <a:pt x="10632" y="33673"/>
                </a:cubicBezTo>
                <a:cubicBezTo>
                  <a:pt x="12176" y="35887"/>
                  <a:pt x="13996" y="37824"/>
                  <a:pt x="16035" y="39528"/>
                </a:cubicBezTo>
                <a:cubicBezTo>
                  <a:pt x="18031" y="41246"/>
                  <a:pt x="20303" y="42717"/>
                  <a:pt x="22866" y="43970"/>
                </a:cubicBezTo>
                <a:lnTo>
                  <a:pt x="17404" y="47844"/>
                </a:lnTo>
                <a:cubicBezTo>
                  <a:pt x="15074" y="46417"/>
                  <a:pt x="12919" y="44771"/>
                  <a:pt x="10865" y="42950"/>
                </a:cubicBezTo>
                <a:cubicBezTo>
                  <a:pt x="8870" y="41130"/>
                  <a:pt x="7107" y="39076"/>
                  <a:pt x="5520" y="36862"/>
                </a:cubicBezTo>
                <a:cubicBezTo>
                  <a:pt x="1529" y="31226"/>
                  <a:pt x="0" y="25648"/>
                  <a:pt x="903" y="20084"/>
                </a:cubicBezTo>
                <a:cubicBezTo>
                  <a:pt x="1821" y="14506"/>
                  <a:pt x="5054" y="9729"/>
                  <a:pt x="10574" y="5797"/>
                </a:cubicBezTo>
                <a:cubicBezTo>
                  <a:pt x="16327" y="1704"/>
                  <a:pt x="21963" y="0"/>
                  <a:pt x="27527" y="670"/>
                </a:cubicBezTo>
                <a:cubicBezTo>
                  <a:pt x="33105" y="1354"/>
                  <a:pt x="37780" y="4369"/>
                  <a:pt x="41523" y="9612"/>
                </a:cubicBezTo>
                <a:cubicBezTo>
                  <a:pt x="44887" y="14331"/>
                  <a:pt x="46023" y="19108"/>
                  <a:pt x="44946" y="24002"/>
                </a:cubicBezTo>
                <a:cubicBezTo>
                  <a:pt x="43912" y="28954"/>
                  <a:pt x="40737" y="33221"/>
                  <a:pt x="35552" y="36979"/>
                </a:cubicBezTo>
                <a:close/>
                <a:moveTo>
                  <a:pt x="33105" y="29974"/>
                </a:moveTo>
                <a:cubicBezTo>
                  <a:pt x="36236" y="27701"/>
                  <a:pt x="38115" y="25022"/>
                  <a:pt x="38741" y="22007"/>
                </a:cubicBezTo>
                <a:cubicBezTo>
                  <a:pt x="39426" y="18934"/>
                  <a:pt x="38741" y="15977"/>
                  <a:pt x="36688" y="13137"/>
                </a:cubicBezTo>
                <a:cubicBezTo>
                  <a:pt x="34416" y="9947"/>
                  <a:pt x="31692" y="8010"/>
                  <a:pt x="28503" y="7384"/>
                </a:cubicBezTo>
                <a:cubicBezTo>
                  <a:pt x="25313" y="6758"/>
                  <a:pt x="21963" y="7442"/>
                  <a:pt x="18424" y="9496"/>
                </a:cubicBezTo>
                <a:lnTo>
                  <a:pt x="33105" y="29974"/>
                </a:lnTo>
                <a:close/>
                <a:moveTo>
                  <a:pt x="33105" y="299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E2BD3-A682-4D06-8A8E-7AD58BB2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174" y="1109366"/>
            <a:ext cx="65423" cy="49490"/>
          </a:xfrm>
          <a:custGeom xmlns:a="http://schemas.openxmlformats.org/drawingml/2006/main">
            <a:pathLst>
              <a:path w="65423" h="49490">
                <a:moveTo>
                  <a:pt x="42382" y="22589"/>
                </a:moveTo>
                <a:lnTo>
                  <a:pt x="61331" y="9044"/>
                </a:lnTo>
                <a:lnTo>
                  <a:pt x="65423" y="14797"/>
                </a:lnTo>
                <a:lnTo>
                  <a:pt x="16793" y="49490"/>
                </a:lnTo>
                <a:lnTo>
                  <a:pt x="12686" y="43751"/>
                </a:lnTo>
                <a:lnTo>
                  <a:pt x="17929" y="39994"/>
                </a:lnTo>
                <a:cubicBezTo>
                  <a:pt x="15016" y="40285"/>
                  <a:pt x="12351" y="39877"/>
                  <a:pt x="10020" y="38741"/>
                </a:cubicBezTo>
                <a:cubicBezTo>
                  <a:pt x="7734" y="37605"/>
                  <a:pt x="5636" y="35785"/>
                  <a:pt x="3758" y="33163"/>
                </a:cubicBezTo>
                <a:cubicBezTo>
                  <a:pt x="743" y="28954"/>
                  <a:pt x="0" y="24293"/>
                  <a:pt x="1486" y="19225"/>
                </a:cubicBezTo>
                <a:cubicBezTo>
                  <a:pt x="2957" y="14171"/>
                  <a:pt x="6437" y="9671"/>
                  <a:pt x="11957" y="5753"/>
                </a:cubicBezTo>
                <a:cubicBezTo>
                  <a:pt x="17463" y="1821"/>
                  <a:pt x="22822" y="0"/>
                  <a:pt x="28109" y="233"/>
                </a:cubicBezTo>
                <a:cubicBezTo>
                  <a:pt x="33396" y="451"/>
                  <a:pt x="37489" y="2738"/>
                  <a:pt x="40562" y="6947"/>
                </a:cubicBezTo>
                <a:cubicBezTo>
                  <a:pt x="42382" y="9554"/>
                  <a:pt x="43475" y="12118"/>
                  <a:pt x="43751" y="14681"/>
                </a:cubicBezTo>
                <a:cubicBezTo>
                  <a:pt x="44101" y="17244"/>
                  <a:pt x="43635" y="19851"/>
                  <a:pt x="42382" y="22589"/>
                </a:cubicBezTo>
                <a:close/>
                <a:moveTo>
                  <a:pt x="16225" y="11666"/>
                </a:moveTo>
                <a:cubicBezTo>
                  <a:pt x="11957" y="14739"/>
                  <a:pt x="9278" y="17929"/>
                  <a:pt x="8083" y="21395"/>
                </a:cubicBezTo>
                <a:cubicBezTo>
                  <a:pt x="6947" y="24861"/>
                  <a:pt x="7457" y="28109"/>
                  <a:pt x="9612" y="31182"/>
                </a:cubicBezTo>
                <a:cubicBezTo>
                  <a:pt x="11783" y="34197"/>
                  <a:pt x="14681" y="35726"/>
                  <a:pt x="18322" y="35785"/>
                </a:cubicBezTo>
                <a:cubicBezTo>
                  <a:pt x="22021" y="35785"/>
                  <a:pt x="25939" y="34299"/>
                  <a:pt x="30163" y="31284"/>
                </a:cubicBezTo>
                <a:cubicBezTo>
                  <a:pt x="34430" y="28269"/>
                  <a:pt x="37096" y="25036"/>
                  <a:pt x="38232" y="21570"/>
                </a:cubicBezTo>
                <a:cubicBezTo>
                  <a:pt x="39426" y="18089"/>
                  <a:pt x="38916" y="14856"/>
                  <a:pt x="36761" y="11783"/>
                </a:cubicBezTo>
                <a:cubicBezTo>
                  <a:pt x="34590" y="8768"/>
                  <a:pt x="31634" y="7224"/>
                  <a:pt x="27993" y="7224"/>
                </a:cubicBezTo>
                <a:cubicBezTo>
                  <a:pt x="24352" y="7166"/>
                  <a:pt x="20434" y="8651"/>
                  <a:pt x="16225" y="11666"/>
                </a:cubicBezTo>
                <a:close/>
                <a:moveTo>
                  <a:pt x="16225" y="116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478AE-76F4-4232-879B-61526C9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443" y="1135990"/>
            <a:ext cx="52738" cy="40504"/>
          </a:xfrm>
          <a:custGeom xmlns:a="http://schemas.openxmlformats.org/drawingml/2006/main">
            <a:pathLst>
              <a:path w="52738" h="40504">
                <a:moveTo>
                  <a:pt x="34984" y="9729"/>
                </a:moveTo>
                <a:lnTo>
                  <a:pt x="39076" y="15482"/>
                </a:lnTo>
                <a:lnTo>
                  <a:pt x="4093" y="40504"/>
                </a:lnTo>
                <a:lnTo>
                  <a:pt x="0" y="34707"/>
                </a:lnTo>
                <a:lnTo>
                  <a:pt x="34984" y="9729"/>
                </a:lnTo>
                <a:close/>
                <a:moveTo>
                  <a:pt x="48631" y="0"/>
                </a:moveTo>
                <a:lnTo>
                  <a:pt x="52738" y="5753"/>
                </a:lnTo>
                <a:lnTo>
                  <a:pt x="45455" y="10982"/>
                </a:lnTo>
                <a:lnTo>
                  <a:pt x="41348" y="5243"/>
                </a:lnTo>
                <a:lnTo>
                  <a:pt x="48631" y="0"/>
                </a:lnTo>
                <a:close/>
                <a:moveTo>
                  <a:pt x="4863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B2D4D-C496-4555-B550-C95894B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459" y="1165061"/>
            <a:ext cx="47276" cy="50859"/>
          </a:xfrm>
          <a:custGeom xmlns:a="http://schemas.openxmlformats.org/drawingml/2006/main">
            <a:pathLst>
              <a:path w="47276" h="50859">
                <a:moveTo>
                  <a:pt x="26624" y="26798"/>
                </a:moveTo>
                <a:cubicBezTo>
                  <a:pt x="23318" y="22138"/>
                  <a:pt x="20478" y="19283"/>
                  <a:pt x="18147" y="18264"/>
                </a:cubicBezTo>
                <a:cubicBezTo>
                  <a:pt x="15817" y="17244"/>
                  <a:pt x="13370" y="17637"/>
                  <a:pt x="10749" y="19458"/>
                </a:cubicBezTo>
                <a:cubicBezTo>
                  <a:pt x="8753" y="20944"/>
                  <a:pt x="7559" y="22764"/>
                  <a:pt x="7340" y="24978"/>
                </a:cubicBezTo>
                <a:cubicBezTo>
                  <a:pt x="7107" y="27148"/>
                  <a:pt x="7850" y="29420"/>
                  <a:pt x="9496" y="31750"/>
                </a:cubicBezTo>
                <a:cubicBezTo>
                  <a:pt x="11768" y="34940"/>
                  <a:pt x="14739" y="36644"/>
                  <a:pt x="18380" y="36979"/>
                </a:cubicBezTo>
                <a:cubicBezTo>
                  <a:pt x="21963" y="37329"/>
                  <a:pt x="25662" y="36134"/>
                  <a:pt x="29406" y="33454"/>
                </a:cubicBezTo>
                <a:lnTo>
                  <a:pt x="30716" y="32551"/>
                </a:lnTo>
                <a:lnTo>
                  <a:pt x="26624" y="26798"/>
                </a:lnTo>
                <a:close/>
                <a:moveTo>
                  <a:pt x="37212" y="36586"/>
                </a:moveTo>
                <a:lnTo>
                  <a:pt x="17230" y="50859"/>
                </a:lnTo>
                <a:lnTo>
                  <a:pt x="13079" y="45062"/>
                </a:lnTo>
                <a:lnTo>
                  <a:pt x="18424" y="41305"/>
                </a:lnTo>
                <a:cubicBezTo>
                  <a:pt x="15365" y="41479"/>
                  <a:pt x="12627" y="40970"/>
                  <a:pt x="10239" y="39717"/>
                </a:cubicBezTo>
                <a:cubicBezTo>
                  <a:pt x="7792" y="38523"/>
                  <a:pt x="5578" y="36469"/>
                  <a:pt x="3583" y="33629"/>
                </a:cubicBezTo>
                <a:cubicBezTo>
                  <a:pt x="1020" y="30046"/>
                  <a:pt x="0" y="26463"/>
                  <a:pt x="451" y="22924"/>
                </a:cubicBezTo>
                <a:cubicBezTo>
                  <a:pt x="961" y="19342"/>
                  <a:pt x="2898" y="16385"/>
                  <a:pt x="6306" y="13996"/>
                </a:cubicBezTo>
                <a:cubicBezTo>
                  <a:pt x="10239" y="11156"/>
                  <a:pt x="14157" y="10355"/>
                  <a:pt x="18031" y="11608"/>
                </a:cubicBezTo>
                <a:cubicBezTo>
                  <a:pt x="21905" y="12802"/>
                  <a:pt x="25706" y="15992"/>
                  <a:pt x="29464" y="21220"/>
                </a:cubicBezTo>
                <a:lnTo>
                  <a:pt x="35217" y="29304"/>
                </a:lnTo>
                <a:lnTo>
                  <a:pt x="35785" y="28910"/>
                </a:lnTo>
                <a:cubicBezTo>
                  <a:pt x="38406" y="27032"/>
                  <a:pt x="39819" y="24701"/>
                  <a:pt x="40052" y="21905"/>
                </a:cubicBezTo>
                <a:cubicBezTo>
                  <a:pt x="40271" y="19123"/>
                  <a:pt x="39251" y="16166"/>
                  <a:pt x="36979" y="13035"/>
                </a:cubicBezTo>
                <a:cubicBezTo>
                  <a:pt x="35552" y="11040"/>
                  <a:pt x="33906" y="9278"/>
                  <a:pt x="32085" y="7690"/>
                </a:cubicBezTo>
                <a:cubicBezTo>
                  <a:pt x="30265" y="6146"/>
                  <a:pt x="28211" y="4835"/>
                  <a:pt x="26056" y="3758"/>
                </a:cubicBezTo>
                <a:lnTo>
                  <a:pt x="31343" y="0"/>
                </a:lnTo>
                <a:cubicBezTo>
                  <a:pt x="33673" y="1486"/>
                  <a:pt x="35726" y="3131"/>
                  <a:pt x="37547" y="4777"/>
                </a:cubicBezTo>
                <a:cubicBezTo>
                  <a:pt x="39368" y="6496"/>
                  <a:pt x="40955" y="8258"/>
                  <a:pt x="42266" y="10137"/>
                </a:cubicBezTo>
                <a:cubicBezTo>
                  <a:pt x="45907" y="15191"/>
                  <a:pt x="47276" y="19910"/>
                  <a:pt x="46417" y="24293"/>
                </a:cubicBezTo>
                <a:cubicBezTo>
                  <a:pt x="45630" y="28677"/>
                  <a:pt x="42499" y="32770"/>
                  <a:pt x="37212" y="36586"/>
                </a:cubicBezTo>
                <a:close/>
                <a:moveTo>
                  <a:pt x="37212" y="365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DACC1-C203-46EE-8200-14183482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81" y="1194699"/>
            <a:ext cx="65263" cy="63676"/>
          </a:xfrm>
          <a:custGeom xmlns:a="http://schemas.openxmlformats.org/drawingml/2006/main">
            <a:pathLst>
              <a:path w="65263" h="63676">
                <a:moveTo>
                  <a:pt x="46023" y="10020"/>
                </a:moveTo>
                <a:lnTo>
                  <a:pt x="9729" y="35901"/>
                </a:lnTo>
                <a:lnTo>
                  <a:pt x="15132" y="43533"/>
                </a:lnTo>
                <a:cubicBezTo>
                  <a:pt x="19749" y="49956"/>
                  <a:pt x="24585" y="53655"/>
                  <a:pt x="29639" y="54558"/>
                </a:cubicBezTo>
                <a:cubicBezTo>
                  <a:pt x="34649" y="55476"/>
                  <a:pt x="40343" y="53655"/>
                  <a:pt x="46650" y="49155"/>
                </a:cubicBezTo>
                <a:cubicBezTo>
                  <a:pt x="52912" y="44727"/>
                  <a:pt x="56379" y="39950"/>
                  <a:pt x="57180" y="34882"/>
                </a:cubicBezTo>
                <a:cubicBezTo>
                  <a:pt x="57981" y="29813"/>
                  <a:pt x="56044" y="24075"/>
                  <a:pt x="51441" y="17637"/>
                </a:cubicBezTo>
                <a:lnTo>
                  <a:pt x="46023" y="10020"/>
                </a:lnTo>
                <a:close/>
                <a:moveTo>
                  <a:pt x="46708" y="0"/>
                </a:moveTo>
                <a:lnTo>
                  <a:pt x="55927" y="12977"/>
                </a:lnTo>
                <a:cubicBezTo>
                  <a:pt x="62408" y="22021"/>
                  <a:pt x="65263" y="29988"/>
                  <a:pt x="64520" y="36877"/>
                </a:cubicBezTo>
                <a:cubicBezTo>
                  <a:pt x="63777" y="43810"/>
                  <a:pt x="59394" y="50131"/>
                  <a:pt x="51383" y="55811"/>
                </a:cubicBezTo>
                <a:cubicBezTo>
                  <a:pt x="43358" y="61564"/>
                  <a:pt x="35901" y="63676"/>
                  <a:pt x="29129" y="62132"/>
                </a:cubicBezTo>
                <a:cubicBezTo>
                  <a:pt x="22313" y="60544"/>
                  <a:pt x="15700" y="55243"/>
                  <a:pt x="9278" y="46257"/>
                </a:cubicBezTo>
                <a:lnTo>
                  <a:pt x="0" y="33294"/>
                </a:lnTo>
                <a:lnTo>
                  <a:pt x="46708" y="0"/>
                </a:lnTo>
                <a:close/>
                <a:moveTo>
                  <a:pt x="467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78DD9-6ED3-421C-9524-65F04502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280" y="1242325"/>
            <a:ext cx="52796" cy="40445"/>
          </a:xfrm>
          <a:custGeom xmlns:a="http://schemas.openxmlformats.org/drawingml/2006/main">
            <a:pathLst>
              <a:path w="52796" h="40445">
                <a:moveTo>
                  <a:pt x="35042" y="9729"/>
                </a:moveTo>
                <a:lnTo>
                  <a:pt x="39135" y="15467"/>
                </a:lnTo>
                <a:lnTo>
                  <a:pt x="4151" y="40445"/>
                </a:lnTo>
                <a:lnTo>
                  <a:pt x="0" y="34707"/>
                </a:lnTo>
                <a:lnTo>
                  <a:pt x="35042" y="9729"/>
                </a:lnTo>
                <a:close/>
                <a:moveTo>
                  <a:pt x="48631" y="0"/>
                </a:moveTo>
                <a:lnTo>
                  <a:pt x="52796" y="5738"/>
                </a:lnTo>
                <a:lnTo>
                  <a:pt x="45455" y="10923"/>
                </a:lnTo>
                <a:lnTo>
                  <a:pt x="41348" y="5170"/>
                </a:lnTo>
                <a:lnTo>
                  <a:pt x="48631" y="0"/>
                </a:lnTo>
                <a:close/>
                <a:moveTo>
                  <a:pt x="4863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8CAA03-0473-4F1C-88E4-B34BA4B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455" y="1271279"/>
            <a:ext cx="50451" cy="43693"/>
          </a:xfrm>
          <a:custGeom xmlns:a="http://schemas.openxmlformats.org/drawingml/2006/main">
            <a:pathLst>
              <a:path w="50451" h="43693">
                <a:moveTo>
                  <a:pt x="50451" y="21628"/>
                </a:moveTo>
                <a:lnTo>
                  <a:pt x="44989" y="25488"/>
                </a:lnTo>
                <a:cubicBezTo>
                  <a:pt x="44654" y="23274"/>
                  <a:pt x="44086" y="21162"/>
                  <a:pt x="43285" y="19123"/>
                </a:cubicBezTo>
                <a:cubicBezTo>
                  <a:pt x="42441" y="17069"/>
                  <a:pt x="41348" y="15074"/>
                  <a:pt x="39994" y="13195"/>
                </a:cubicBezTo>
                <a:cubicBezTo>
                  <a:pt x="37998" y="10355"/>
                  <a:pt x="36003" y="8535"/>
                  <a:pt x="34124" y="7734"/>
                </a:cubicBezTo>
                <a:cubicBezTo>
                  <a:pt x="32187" y="6889"/>
                  <a:pt x="30381" y="7107"/>
                  <a:pt x="28663" y="8360"/>
                </a:cubicBezTo>
                <a:cubicBezTo>
                  <a:pt x="27308" y="9336"/>
                  <a:pt x="26624" y="10588"/>
                  <a:pt x="26624" y="12176"/>
                </a:cubicBezTo>
                <a:cubicBezTo>
                  <a:pt x="26565" y="13720"/>
                  <a:pt x="27308" y="16268"/>
                  <a:pt x="28837" y="19866"/>
                </a:cubicBezTo>
                <a:lnTo>
                  <a:pt x="29799" y="22138"/>
                </a:lnTo>
                <a:cubicBezTo>
                  <a:pt x="31852" y="26857"/>
                  <a:pt x="32653" y="30673"/>
                  <a:pt x="32304" y="33513"/>
                </a:cubicBezTo>
                <a:cubicBezTo>
                  <a:pt x="31911" y="36353"/>
                  <a:pt x="30323" y="38800"/>
                  <a:pt x="27468" y="40853"/>
                </a:cubicBezTo>
                <a:cubicBezTo>
                  <a:pt x="24235" y="43183"/>
                  <a:pt x="20696" y="43693"/>
                  <a:pt x="17011" y="42499"/>
                </a:cubicBezTo>
                <a:cubicBezTo>
                  <a:pt x="13254" y="41246"/>
                  <a:pt x="9773" y="38406"/>
                  <a:pt x="6598" y="33906"/>
                </a:cubicBezTo>
                <a:cubicBezTo>
                  <a:pt x="5229" y="32027"/>
                  <a:pt x="4034" y="29930"/>
                  <a:pt x="2957" y="27658"/>
                </a:cubicBezTo>
                <a:cubicBezTo>
                  <a:pt x="1864" y="25371"/>
                  <a:pt x="845" y="22822"/>
                  <a:pt x="0" y="20084"/>
                </a:cubicBezTo>
                <a:lnTo>
                  <a:pt x="5913" y="15817"/>
                </a:lnTo>
                <a:cubicBezTo>
                  <a:pt x="6365" y="18715"/>
                  <a:pt x="6991" y="21453"/>
                  <a:pt x="7908" y="23900"/>
                </a:cubicBezTo>
                <a:cubicBezTo>
                  <a:pt x="8870" y="26347"/>
                  <a:pt x="10006" y="28561"/>
                  <a:pt x="11491" y="30614"/>
                </a:cubicBezTo>
                <a:cubicBezTo>
                  <a:pt x="13414" y="33280"/>
                  <a:pt x="15351" y="35042"/>
                  <a:pt x="17346" y="35843"/>
                </a:cubicBezTo>
                <a:cubicBezTo>
                  <a:pt x="19283" y="36644"/>
                  <a:pt x="21104" y="36469"/>
                  <a:pt x="22808" y="35217"/>
                </a:cubicBezTo>
                <a:cubicBezTo>
                  <a:pt x="24337" y="34139"/>
                  <a:pt x="25196" y="32770"/>
                  <a:pt x="25255" y="31124"/>
                </a:cubicBezTo>
                <a:cubicBezTo>
                  <a:pt x="25371" y="29478"/>
                  <a:pt x="24512" y="26565"/>
                  <a:pt x="22750" y="22473"/>
                </a:cubicBezTo>
                <a:lnTo>
                  <a:pt x="21788" y="20143"/>
                </a:lnTo>
                <a:cubicBezTo>
                  <a:pt x="20026" y="16050"/>
                  <a:pt x="19283" y="12627"/>
                  <a:pt x="19735" y="9962"/>
                </a:cubicBezTo>
                <a:cubicBezTo>
                  <a:pt x="20128" y="7224"/>
                  <a:pt x="21730" y="4952"/>
                  <a:pt x="24395" y="3015"/>
                </a:cubicBezTo>
                <a:cubicBezTo>
                  <a:pt x="27701" y="626"/>
                  <a:pt x="31110" y="0"/>
                  <a:pt x="34532" y="1078"/>
                </a:cubicBezTo>
                <a:cubicBezTo>
                  <a:pt x="37998" y="2112"/>
                  <a:pt x="41305" y="4777"/>
                  <a:pt x="44319" y="9103"/>
                </a:cubicBezTo>
                <a:cubicBezTo>
                  <a:pt x="45849" y="11215"/>
                  <a:pt x="47101" y="13312"/>
                  <a:pt x="48121" y="15424"/>
                </a:cubicBezTo>
                <a:cubicBezTo>
                  <a:pt x="49155" y="17521"/>
                  <a:pt x="49941" y="19575"/>
                  <a:pt x="50451" y="21628"/>
                </a:cubicBezTo>
                <a:close/>
                <a:moveTo>
                  <a:pt x="50451" y="216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F6B4C-7A55-4E33-9106-C54E47B5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293" y="1307471"/>
            <a:ext cx="47160" cy="44946"/>
          </a:xfrm>
          <a:custGeom xmlns:a="http://schemas.openxmlformats.org/drawingml/2006/main">
            <a:pathLst>
              <a:path w="47160" h="44946">
                <a:moveTo>
                  <a:pt x="47160" y="21890"/>
                </a:moveTo>
                <a:lnTo>
                  <a:pt x="41756" y="25706"/>
                </a:lnTo>
                <a:cubicBezTo>
                  <a:pt x="41538" y="23434"/>
                  <a:pt x="41013" y="21322"/>
                  <a:pt x="40285" y="19400"/>
                </a:cubicBezTo>
                <a:cubicBezTo>
                  <a:pt x="39601" y="17404"/>
                  <a:pt x="38625" y="15642"/>
                  <a:pt x="37430" y="13938"/>
                </a:cubicBezTo>
                <a:cubicBezTo>
                  <a:pt x="34765" y="10239"/>
                  <a:pt x="31517" y="8127"/>
                  <a:pt x="27701" y="7792"/>
                </a:cubicBezTo>
                <a:cubicBezTo>
                  <a:pt x="23842" y="7384"/>
                  <a:pt x="19793" y="8753"/>
                  <a:pt x="15526" y="11768"/>
                </a:cubicBezTo>
                <a:cubicBezTo>
                  <a:pt x="11258" y="14841"/>
                  <a:pt x="8651" y="18249"/>
                  <a:pt x="7734" y="22007"/>
                </a:cubicBezTo>
                <a:cubicBezTo>
                  <a:pt x="6889" y="25764"/>
                  <a:pt x="7792" y="29464"/>
                  <a:pt x="10414" y="33221"/>
                </a:cubicBezTo>
                <a:cubicBezTo>
                  <a:pt x="11608" y="34867"/>
                  <a:pt x="13035" y="36411"/>
                  <a:pt x="14623" y="37707"/>
                </a:cubicBezTo>
                <a:cubicBezTo>
                  <a:pt x="16268" y="39018"/>
                  <a:pt x="18089" y="40154"/>
                  <a:pt x="20143" y="41130"/>
                </a:cubicBezTo>
                <a:lnTo>
                  <a:pt x="14856" y="44946"/>
                </a:lnTo>
                <a:cubicBezTo>
                  <a:pt x="12919" y="43853"/>
                  <a:pt x="11215" y="42601"/>
                  <a:pt x="9554" y="41130"/>
                </a:cubicBezTo>
                <a:cubicBezTo>
                  <a:pt x="7967" y="39703"/>
                  <a:pt x="6481" y="37998"/>
                  <a:pt x="5127" y="36061"/>
                </a:cubicBezTo>
                <a:cubicBezTo>
                  <a:pt x="1311" y="30775"/>
                  <a:pt x="0" y="25429"/>
                  <a:pt x="1078" y="19968"/>
                </a:cubicBezTo>
                <a:cubicBezTo>
                  <a:pt x="2214" y="14506"/>
                  <a:pt x="5578" y="9729"/>
                  <a:pt x="11215" y="5738"/>
                </a:cubicBezTo>
                <a:cubicBezTo>
                  <a:pt x="16895" y="1646"/>
                  <a:pt x="22531" y="0"/>
                  <a:pt x="27993" y="845"/>
                </a:cubicBezTo>
                <a:cubicBezTo>
                  <a:pt x="33513" y="1646"/>
                  <a:pt x="38232" y="4777"/>
                  <a:pt x="42164" y="10239"/>
                </a:cubicBezTo>
                <a:cubicBezTo>
                  <a:pt x="43402" y="12001"/>
                  <a:pt x="44436" y="13822"/>
                  <a:pt x="45281" y="15817"/>
                </a:cubicBezTo>
                <a:cubicBezTo>
                  <a:pt x="46140" y="17739"/>
                  <a:pt x="46766" y="19793"/>
                  <a:pt x="47160" y="21890"/>
                </a:cubicBezTo>
                <a:close/>
                <a:moveTo>
                  <a:pt x="47160" y="218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036D6-D3C8-4366-8A6D-ADDFB851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921" y="1342513"/>
            <a:ext cx="46257" cy="43912"/>
          </a:xfrm>
          <a:custGeom xmlns:a="http://schemas.openxmlformats.org/drawingml/2006/main">
            <a:pathLst>
              <a:path w="46257" h="43912">
                <a:moveTo>
                  <a:pt x="36644" y="12292"/>
                </a:moveTo>
                <a:cubicBezTo>
                  <a:pt x="34430" y="9219"/>
                  <a:pt x="31532" y="7675"/>
                  <a:pt x="27833" y="7559"/>
                </a:cubicBezTo>
                <a:cubicBezTo>
                  <a:pt x="24133" y="7501"/>
                  <a:pt x="20201" y="8986"/>
                  <a:pt x="15992" y="11943"/>
                </a:cubicBezTo>
                <a:cubicBezTo>
                  <a:pt x="11841" y="14958"/>
                  <a:pt x="9161" y="18205"/>
                  <a:pt x="8025" y="21672"/>
                </a:cubicBezTo>
                <a:cubicBezTo>
                  <a:pt x="6889" y="25196"/>
                  <a:pt x="7457" y="28503"/>
                  <a:pt x="9627" y="31576"/>
                </a:cubicBezTo>
                <a:cubicBezTo>
                  <a:pt x="11841" y="34649"/>
                  <a:pt x="14797" y="36236"/>
                  <a:pt x="18439" y="36294"/>
                </a:cubicBezTo>
                <a:cubicBezTo>
                  <a:pt x="22138" y="36353"/>
                  <a:pt x="26114" y="34867"/>
                  <a:pt x="30279" y="31911"/>
                </a:cubicBezTo>
                <a:cubicBezTo>
                  <a:pt x="34430" y="28954"/>
                  <a:pt x="37037" y="25706"/>
                  <a:pt x="38188" y="22182"/>
                </a:cubicBezTo>
                <a:cubicBezTo>
                  <a:pt x="39382" y="18657"/>
                  <a:pt x="38858" y="15365"/>
                  <a:pt x="36644" y="12292"/>
                </a:cubicBezTo>
                <a:close/>
                <a:moveTo>
                  <a:pt x="41538" y="8811"/>
                </a:moveTo>
                <a:cubicBezTo>
                  <a:pt x="45062" y="13822"/>
                  <a:pt x="46257" y="18948"/>
                  <a:pt x="45062" y="24119"/>
                </a:cubicBezTo>
                <a:cubicBezTo>
                  <a:pt x="43868" y="29304"/>
                  <a:pt x="40343" y="33906"/>
                  <a:pt x="34590" y="37998"/>
                </a:cubicBezTo>
                <a:cubicBezTo>
                  <a:pt x="28910" y="42091"/>
                  <a:pt x="23390" y="43912"/>
                  <a:pt x="18045" y="43344"/>
                </a:cubicBezTo>
                <a:cubicBezTo>
                  <a:pt x="12744" y="42834"/>
                  <a:pt x="8316" y="40052"/>
                  <a:pt x="4792" y="35042"/>
                </a:cubicBezTo>
                <a:cubicBezTo>
                  <a:pt x="1194" y="30032"/>
                  <a:pt x="0" y="24978"/>
                  <a:pt x="1253" y="19793"/>
                </a:cubicBezTo>
                <a:cubicBezTo>
                  <a:pt x="2447" y="14623"/>
                  <a:pt x="5986" y="9947"/>
                  <a:pt x="11666" y="5855"/>
                </a:cubicBezTo>
                <a:cubicBezTo>
                  <a:pt x="17419" y="1762"/>
                  <a:pt x="22939" y="0"/>
                  <a:pt x="28226" y="510"/>
                </a:cubicBezTo>
                <a:cubicBezTo>
                  <a:pt x="33513" y="1020"/>
                  <a:pt x="37955" y="3816"/>
                  <a:pt x="41538" y="8811"/>
                </a:cubicBezTo>
                <a:close/>
                <a:moveTo>
                  <a:pt x="41538" y="8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31599-B0D9-4B0E-8F11-0A7368BB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03" y="1373404"/>
            <a:ext cx="49956" cy="45965"/>
          </a:xfrm>
          <a:custGeom xmlns:a="http://schemas.openxmlformats.org/drawingml/2006/main">
            <a:pathLst>
              <a:path w="49956" h="45965">
                <a:moveTo>
                  <a:pt x="25604" y="0"/>
                </a:moveTo>
                <a:lnTo>
                  <a:pt x="29988" y="6146"/>
                </a:lnTo>
                <a:lnTo>
                  <a:pt x="8433" y="37998"/>
                </a:lnTo>
                <a:lnTo>
                  <a:pt x="45572" y="27993"/>
                </a:lnTo>
                <a:lnTo>
                  <a:pt x="49956" y="34081"/>
                </a:lnTo>
                <a:lnTo>
                  <a:pt x="5578" y="45965"/>
                </a:lnTo>
                <a:lnTo>
                  <a:pt x="0" y="38115"/>
                </a:lnTo>
                <a:lnTo>
                  <a:pt x="25604" y="0"/>
                </a:lnTo>
                <a:close/>
                <a:moveTo>
                  <a:pt x="2560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7F42F-CD0B-4C6B-BF92-A403927C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30" y="1419879"/>
            <a:ext cx="46082" cy="47902"/>
          </a:xfrm>
          <a:custGeom xmlns:a="http://schemas.openxmlformats.org/drawingml/2006/main">
            <a:pathLst>
              <a:path w="46082" h="47902">
                <a:moveTo>
                  <a:pt x="35610" y="36979"/>
                </a:moveTo>
                <a:lnTo>
                  <a:pt x="32770" y="38974"/>
                </a:lnTo>
                <a:lnTo>
                  <a:pt x="13938" y="12525"/>
                </a:lnTo>
                <a:cubicBezTo>
                  <a:pt x="10122" y="15598"/>
                  <a:pt x="7967" y="18948"/>
                  <a:pt x="7384" y="22589"/>
                </a:cubicBezTo>
                <a:cubicBezTo>
                  <a:pt x="6874" y="26172"/>
                  <a:pt x="7967" y="29872"/>
                  <a:pt x="10690" y="33746"/>
                </a:cubicBezTo>
                <a:cubicBezTo>
                  <a:pt x="12234" y="35901"/>
                  <a:pt x="14040" y="37897"/>
                  <a:pt x="16035" y="39542"/>
                </a:cubicBezTo>
                <a:cubicBezTo>
                  <a:pt x="18089" y="41246"/>
                  <a:pt x="20361" y="42732"/>
                  <a:pt x="22924" y="43984"/>
                </a:cubicBezTo>
                <a:lnTo>
                  <a:pt x="17463" y="47902"/>
                </a:lnTo>
                <a:cubicBezTo>
                  <a:pt x="15132" y="46431"/>
                  <a:pt x="12962" y="44786"/>
                  <a:pt x="10923" y="42965"/>
                </a:cubicBezTo>
                <a:cubicBezTo>
                  <a:pt x="8928" y="41144"/>
                  <a:pt x="7107" y="39091"/>
                  <a:pt x="5564" y="36877"/>
                </a:cubicBezTo>
                <a:cubicBezTo>
                  <a:pt x="1529" y="31299"/>
                  <a:pt x="0" y="25662"/>
                  <a:pt x="961" y="20084"/>
                </a:cubicBezTo>
                <a:cubicBezTo>
                  <a:pt x="1879" y="14506"/>
                  <a:pt x="5112" y="9729"/>
                  <a:pt x="10632" y="5811"/>
                </a:cubicBezTo>
                <a:cubicBezTo>
                  <a:pt x="16385" y="1719"/>
                  <a:pt x="22007" y="0"/>
                  <a:pt x="27585" y="685"/>
                </a:cubicBezTo>
                <a:cubicBezTo>
                  <a:pt x="33163" y="1369"/>
                  <a:pt x="37824" y="4384"/>
                  <a:pt x="41581" y="9627"/>
                </a:cubicBezTo>
                <a:cubicBezTo>
                  <a:pt x="44946" y="14346"/>
                  <a:pt x="46082" y="19123"/>
                  <a:pt x="45004" y="24075"/>
                </a:cubicBezTo>
                <a:cubicBezTo>
                  <a:pt x="43912" y="28969"/>
                  <a:pt x="40780" y="33236"/>
                  <a:pt x="35610" y="36979"/>
                </a:cubicBezTo>
                <a:close/>
                <a:moveTo>
                  <a:pt x="33163" y="29988"/>
                </a:moveTo>
                <a:cubicBezTo>
                  <a:pt x="36294" y="27716"/>
                  <a:pt x="38173" y="25036"/>
                  <a:pt x="38800" y="22021"/>
                </a:cubicBezTo>
                <a:cubicBezTo>
                  <a:pt x="39484" y="18948"/>
                  <a:pt x="38800" y="15992"/>
                  <a:pt x="36746" y="13152"/>
                </a:cubicBezTo>
                <a:cubicBezTo>
                  <a:pt x="34474" y="9962"/>
                  <a:pt x="31736" y="8025"/>
                  <a:pt x="28561" y="7399"/>
                </a:cubicBezTo>
                <a:cubicBezTo>
                  <a:pt x="25371" y="6772"/>
                  <a:pt x="22007" y="7457"/>
                  <a:pt x="18482" y="9569"/>
                </a:cubicBezTo>
                <a:lnTo>
                  <a:pt x="33163" y="29988"/>
                </a:lnTo>
                <a:close/>
                <a:moveTo>
                  <a:pt x="33163" y="299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9A0B1-EA4A-494C-97CF-3AEBC9D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831" y="1454586"/>
            <a:ext cx="50189" cy="30775"/>
          </a:xfrm>
          <a:custGeom xmlns:a="http://schemas.openxmlformats.org/drawingml/2006/main">
            <a:pathLst>
              <a:path w="50189" h="30775">
                <a:moveTo>
                  <a:pt x="44261" y="24352"/>
                </a:moveTo>
                <a:cubicBezTo>
                  <a:pt x="44217" y="23449"/>
                  <a:pt x="43984" y="22531"/>
                  <a:pt x="43591" y="21672"/>
                </a:cubicBezTo>
                <a:cubicBezTo>
                  <a:pt x="43242" y="20769"/>
                  <a:pt x="42732" y="19851"/>
                  <a:pt x="42106" y="18948"/>
                </a:cubicBezTo>
                <a:cubicBezTo>
                  <a:pt x="39775" y="15700"/>
                  <a:pt x="36935" y="13938"/>
                  <a:pt x="33571" y="13720"/>
                </a:cubicBezTo>
                <a:cubicBezTo>
                  <a:pt x="30221" y="13487"/>
                  <a:pt x="26580" y="14797"/>
                  <a:pt x="22589" y="17637"/>
                </a:cubicBezTo>
                <a:lnTo>
                  <a:pt x="4165" y="30775"/>
                </a:lnTo>
                <a:lnTo>
                  <a:pt x="0" y="24978"/>
                </a:lnTo>
                <a:lnTo>
                  <a:pt x="35056" y="0"/>
                </a:lnTo>
                <a:lnTo>
                  <a:pt x="39149" y="5811"/>
                </a:lnTo>
                <a:lnTo>
                  <a:pt x="33746" y="9671"/>
                </a:lnTo>
                <a:cubicBezTo>
                  <a:pt x="36702" y="9394"/>
                  <a:pt x="39426" y="9846"/>
                  <a:pt x="41814" y="11040"/>
                </a:cubicBezTo>
                <a:cubicBezTo>
                  <a:pt x="44217" y="12234"/>
                  <a:pt x="46431" y="14229"/>
                  <a:pt x="48427" y="17011"/>
                </a:cubicBezTo>
                <a:cubicBezTo>
                  <a:pt x="48703" y="17404"/>
                  <a:pt x="48995" y="17871"/>
                  <a:pt x="49271" y="18380"/>
                </a:cubicBezTo>
                <a:cubicBezTo>
                  <a:pt x="49563" y="18890"/>
                  <a:pt x="49839" y="19458"/>
                  <a:pt x="50189" y="20143"/>
                </a:cubicBezTo>
                <a:lnTo>
                  <a:pt x="44261" y="24352"/>
                </a:lnTo>
                <a:close/>
                <a:moveTo>
                  <a:pt x="44261" y="243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44F8B-4572-4F69-8712-40635261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783" y="1477001"/>
            <a:ext cx="70375" cy="47742"/>
          </a:xfrm>
          <a:custGeom xmlns:a="http://schemas.openxmlformats.org/drawingml/2006/main">
            <a:pathLst>
              <a:path w="70375" h="47742">
                <a:moveTo>
                  <a:pt x="21162" y="46023"/>
                </a:moveTo>
                <a:cubicBezTo>
                  <a:pt x="15817" y="47334"/>
                  <a:pt x="12001" y="47742"/>
                  <a:pt x="9612" y="47058"/>
                </a:cubicBezTo>
                <a:cubicBezTo>
                  <a:pt x="7224" y="46431"/>
                  <a:pt x="5127" y="44829"/>
                  <a:pt x="3306" y="42280"/>
                </a:cubicBezTo>
                <a:lnTo>
                  <a:pt x="0" y="37664"/>
                </a:lnTo>
                <a:lnTo>
                  <a:pt x="4835" y="34255"/>
                </a:lnTo>
                <a:lnTo>
                  <a:pt x="7224" y="37605"/>
                </a:lnTo>
                <a:cubicBezTo>
                  <a:pt x="8360" y="39207"/>
                  <a:pt x="9612" y="40169"/>
                  <a:pt x="10982" y="40460"/>
                </a:cubicBezTo>
                <a:cubicBezTo>
                  <a:pt x="12351" y="40853"/>
                  <a:pt x="14856" y="40504"/>
                  <a:pt x="18380" y="39601"/>
                </a:cubicBezTo>
                <a:lnTo>
                  <a:pt x="21730" y="38741"/>
                </a:lnTo>
                <a:lnTo>
                  <a:pt x="46082" y="0"/>
                </a:lnTo>
                <a:lnTo>
                  <a:pt x="50407" y="6088"/>
                </a:lnTo>
                <a:lnTo>
                  <a:pt x="30833" y="36586"/>
                </a:lnTo>
                <a:lnTo>
                  <a:pt x="66050" y="27993"/>
                </a:lnTo>
                <a:lnTo>
                  <a:pt x="70375" y="34081"/>
                </a:lnTo>
                <a:lnTo>
                  <a:pt x="21162" y="46023"/>
                </a:lnTo>
                <a:close/>
                <a:moveTo>
                  <a:pt x="21162" y="460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EAC6D-5954-4C01-B4B6-608E0CBE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883" y="1530030"/>
            <a:ext cx="12686" cy="12292"/>
          </a:xfrm>
          <a:custGeom xmlns:a="http://schemas.openxmlformats.org/drawingml/2006/main">
            <a:pathLst>
              <a:path w="12686" h="12292">
                <a:moveTo>
                  <a:pt x="7967" y="0"/>
                </a:moveTo>
                <a:lnTo>
                  <a:pt x="12686" y="6598"/>
                </a:lnTo>
                <a:lnTo>
                  <a:pt x="4733" y="12292"/>
                </a:lnTo>
                <a:lnTo>
                  <a:pt x="0" y="5680"/>
                </a:lnTo>
                <a:lnTo>
                  <a:pt x="7967" y="0"/>
                </a:lnTo>
                <a:close/>
                <a:moveTo>
                  <a:pt x="796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6D57B-9CC7-4A58-A456-D3CA6EF6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04" y="1534239"/>
            <a:ext cx="64520" cy="58258"/>
          </a:xfrm>
          <a:custGeom xmlns:a="http://schemas.openxmlformats.org/drawingml/2006/main">
            <a:pathLst>
              <a:path w="64520" h="58258">
                <a:moveTo>
                  <a:pt x="55694" y="7967"/>
                </a:moveTo>
                <a:lnTo>
                  <a:pt x="26347" y="15992"/>
                </a:lnTo>
                <a:lnTo>
                  <a:pt x="38625" y="33163"/>
                </a:lnTo>
                <a:lnTo>
                  <a:pt x="55694" y="7967"/>
                </a:lnTo>
                <a:close/>
                <a:moveTo>
                  <a:pt x="59394" y="0"/>
                </a:moveTo>
                <a:lnTo>
                  <a:pt x="64520" y="7166"/>
                </a:lnTo>
                <a:lnTo>
                  <a:pt x="30498" y="58258"/>
                </a:lnTo>
                <a:lnTo>
                  <a:pt x="25823" y="51660"/>
                </a:lnTo>
                <a:lnTo>
                  <a:pt x="34765" y="38858"/>
                </a:lnTo>
                <a:lnTo>
                  <a:pt x="19735" y="17856"/>
                </a:lnTo>
                <a:lnTo>
                  <a:pt x="4719" y="22123"/>
                </a:lnTo>
                <a:lnTo>
                  <a:pt x="0" y="15467"/>
                </a:lnTo>
                <a:lnTo>
                  <a:pt x="59394" y="0"/>
                </a:lnTo>
                <a:close/>
                <a:moveTo>
                  <a:pt x="593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84949-49B4-4101-B7EA-FE72D74D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23" y="1569004"/>
            <a:ext cx="64345" cy="56029"/>
          </a:xfrm>
          <a:custGeom xmlns:a="http://schemas.openxmlformats.org/drawingml/2006/main">
            <a:pathLst>
              <a:path w="64345" h="56029">
                <a:moveTo>
                  <a:pt x="64345" y="26056"/>
                </a:moveTo>
                <a:lnTo>
                  <a:pt x="58199" y="30425"/>
                </a:lnTo>
                <a:cubicBezTo>
                  <a:pt x="57631" y="27250"/>
                  <a:pt x="56903" y="24352"/>
                  <a:pt x="55927" y="21847"/>
                </a:cubicBezTo>
                <a:cubicBezTo>
                  <a:pt x="54966" y="19283"/>
                  <a:pt x="53772" y="17069"/>
                  <a:pt x="52344" y="15074"/>
                </a:cubicBezTo>
                <a:cubicBezTo>
                  <a:pt x="49898" y="11593"/>
                  <a:pt x="47334" y="9438"/>
                  <a:pt x="44727" y="8535"/>
                </a:cubicBezTo>
                <a:cubicBezTo>
                  <a:pt x="42047" y="7617"/>
                  <a:pt x="39484" y="8010"/>
                  <a:pt x="36979" y="9787"/>
                </a:cubicBezTo>
                <a:cubicBezTo>
                  <a:pt x="34940" y="11258"/>
                  <a:pt x="33804" y="13021"/>
                  <a:pt x="33629" y="15016"/>
                </a:cubicBezTo>
                <a:cubicBezTo>
                  <a:pt x="33513" y="17011"/>
                  <a:pt x="34314" y="19968"/>
                  <a:pt x="36134" y="23886"/>
                </a:cubicBezTo>
                <a:lnTo>
                  <a:pt x="38071" y="28211"/>
                </a:lnTo>
                <a:cubicBezTo>
                  <a:pt x="40576" y="33556"/>
                  <a:pt x="41421" y="38173"/>
                  <a:pt x="40795" y="42033"/>
                </a:cubicBezTo>
                <a:cubicBezTo>
                  <a:pt x="40110" y="45907"/>
                  <a:pt x="37897" y="49155"/>
                  <a:pt x="34081" y="51878"/>
                </a:cubicBezTo>
                <a:cubicBezTo>
                  <a:pt x="29595" y="55126"/>
                  <a:pt x="25036" y="56029"/>
                  <a:pt x="20550" y="54675"/>
                </a:cubicBezTo>
                <a:cubicBezTo>
                  <a:pt x="16050" y="53306"/>
                  <a:pt x="11724" y="49723"/>
                  <a:pt x="7573" y="43853"/>
                </a:cubicBezTo>
                <a:cubicBezTo>
                  <a:pt x="5986" y="41640"/>
                  <a:pt x="4559" y="39076"/>
                  <a:pt x="3248" y="36236"/>
                </a:cubicBezTo>
                <a:cubicBezTo>
                  <a:pt x="1995" y="33396"/>
                  <a:pt x="918" y="30323"/>
                  <a:pt x="0" y="26959"/>
                </a:cubicBezTo>
                <a:lnTo>
                  <a:pt x="6496" y="22298"/>
                </a:lnTo>
                <a:cubicBezTo>
                  <a:pt x="6889" y="25881"/>
                  <a:pt x="7573" y="29187"/>
                  <a:pt x="8593" y="32144"/>
                </a:cubicBezTo>
                <a:cubicBezTo>
                  <a:pt x="9627" y="35158"/>
                  <a:pt x="10982" y="37824"/>
                  <a:pt x="12686" y="40154"/>
                </a:cubicBezTo>
                <a:cubicBezTo>
                  <a:pt x="15249" y="43795"/>
                  <a:pt x="17929" y="46082"/>
                  <a:pt x="20769" y="46985"/>
                </a:cubicBezTo>
                <a:cubicBezTo>
                  <a:pt x="23565" y="47961"/>
                  <a:pt x="26289" y="47494"/>
                  <a:pt x="28910" y="45616"/>
                </a:cubicBezTo>
                <a:cubicBezTo>
                  <a:pt x="31241" y="43970"/>
                  <a:pt x="32493" y="41975"/>
                  <a:pt x="32770" y="39644"/>
                </a:cubicBezTo>
                <a:cubicBezTo>
                  <a:pt x="33061" y="37314"/>
                  <a:pt x="32435" y="34357"/>
                  <a:pt x="30789" y="30658"/>
                </a:cubicBezTo>
                <a:lnTo>
                  <a:pt x="28794" y="26274"/>
                </a:lnTo>
                <a:cubicBezTo>
                  <a:pt x="26347" y="20929"/>
                  <a:pt x="25386" y="16443"/>
                  <a:pt x="25895" y="12904"/>
                </a:cubicBezTo>
                <a:cubicBezTo>
                  <a:pt x="26405" y="9379"/>
                  <a:pt x="28401" y="6365"/>
                  <a:pt x="31983" y="3801"/>
                </a:cubicBezTo>
                <a:cubicBezTo>
                  <a:pt x="36134" y="845"/>
                  <a:pt x="40402" y="0"/>
                  <a:pt x="44844" y="1194"/>
                </a:cubicBezTo>
                <a:cubicBezTo>
                  <a:pt x="49271" y="2447"/>
                  <a:pt x="53320" y="5564"/>
                  <a:pt x="56961" y="10690"/>
                </a:cubicBezTo>
                <a:cubicBezTo>
                  <a:pt x="58549" y="12846"/>
                  <a:pt x="59918" y="15234"/>
                  <a:pt x="61170" y="17798"/>
                </a:cubicBezTo>
                <a:cubicBezTo>
                  <a:pt x="62365" y="20361"/>
                  <a:pt x="63442" y="23099"/>
                  <a:pt x="64345" y="26056"/>
                </a:cubicBezTo>
                <a:close/>
                <a:moveTo>
                  <a:pt x="64345" y="260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7B246-9E85-4F46-B8F8-7116DAE3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249" y="1606609"/>
            <a:ext cx="51194" cy="62350"/>
          </a:xfrm>
          <a:custGeom xmlns:a="http://schemas.openxmlformats.org/drawingml/2006/main">
            <a:pathLst>
              <a:path w="51194" h="62350">
                <a:moveTo>
                  <a:pt x="46708" y="0"/>
                </a:moveTo>
                <a:lnTo>
                  <a:pt x="51194" y="6306"/>
                </a:lnTo>
                <a:lnTo>
                  <a:pt x="9846" y="35843"/>
                </a:lnTo>
                <a:lnTo>
                  <a:pt x="26056" y="58534"/>
                </a:lnTo>
                <a:lnTo>
                  <a:pt x="20769" y="62350"/>
                </a:lnTo>
                <a:lnTo>
                  <a:pt x="0" y="33338"/>
                </a:lnTo>
                <a:lnTo>
                  <a:pt x="46708" y="0"/>
                </a:lnTo>
                <a:close/>
                <a:moveTo>
                  <a:pt x="467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19045-AEF8-4E40-9159-A22D7C43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605" y="1655764"/>
            <a:ext cx="64520" cy="58258"/>
          </a:xfrm>
          <a:custGeom xmlns:a="http://schemas.openxmlformats.org/drawingml/2006/main">
            <a:pathLst>
              <a:path w="64520" h="58258">
                <a:moveTo>
                  <a:pt x="55752" y="8010"/>
                </a:moveTo>
                <a:lnTo>
                  <a:pt x="26405" y="15977"/>
                </a:lnTo>
                <a:lnTo>
                  <a:pt x="38625" y="33163"/>
                </a:lnTo>
                <a:lnTo>
                  <a:pt x="55752" y="8010"/>
                </a:lnTo>
                <a:close/>
                <a:moveTo>
                  <a:pt x="59394" y="0"/>
                </a:moveTo>
                <a:lnTo>
                  <a:pt x="64520" y="7166"/>
                </a:lnTo>
                <a:lnTo>
                  <a:pt x="30556" y="58258"/>
                </a:lnTo>
                <a:lnTo>
                  <a:pt x="25881" y="51660"/>
                </a:lnTo>
                <a:lnTo>
                  <a:pt x="34823" y="38916"/>
                </a:lnTo>
                <a:lnTo>
                  <a:pt x="19793" y="17856"/>
                </a:lnTo>
                <a:lnTo>
                  <a:pt x="4777" y="22123"/>
                </a:lnTo>
                <a:lnTo>
                  <a:pt x="0" y="15467"/>
                </a:lnTo>
                <a:lnTo>
                  <a:pt x="59394" y="0"/>
                </a:lnTo>
                <a:close/>
                <a:moveTo>
                  <a:pt x="593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F36EA-8FB8-4DEE-AC39-AC1602BB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35" y="1695350"/>
            <a:ext cx="65088" cy="49621"/>
          </a:xfrm>
          <a:custGeom xmlns:a="http://schemas.openxmlformats.org/drawingml/2006/main">
            <a:pathLst>
              <a:path w="65088" h="49621">
                <a:moveTo>
                  <a:pt x="22706" y="27032"/>
                </a:moveTo>
                <a:lnTo>
                  <a:pt x="4151" y="40285"/>
                </a:lnTo>
                <a:lnTo>
                  <a:pt x="0" y="34488"/>
                </a:lnTo>
                <a:lnTo>
                  <a:pt x="48368" y="0"/>
                </a:lnTo>
                <a:lnTo>
                  <a:pt x="52461" y="5811"/>
                </a:lnTo>
                <a:lnTo>
                  <a:pt x="47160" y="9569"/>
                </a:lnTo>
                <a:cubicBezTo>
                  <a:pt x="50131" y="9336"/>
                  <a:pt x="52738" y="9729"/>
                  <a:pt x="55068" y="10880"/>
                </a:cubicBezTo>
                <a:cubicBezTo>
                  <a:pt x="57413" y="12016"/>
                  <a:pt x="59452" y="13836"/>
                  <a:pt x="61272" y="16385"/>
                </a:cubicBezTo>
                <a:cubicBezTo>
                  <a:pt x="64345" y="20652"/>
                  <a:pt x="65088" y="25327"/>
                  <a:pt x="63603" y="30381"/>
                </a:cubicBezTo>
                <a:cubicBezTo>
                  <a:pt x="62190" y="35450"/>
                  <a:pt x="58665" y="39950"/>
                  <a:pt x="53204" y="43868"/>
                </a:cubicBezTo>
                <a:cubicBezTo>
                  <a:pt x="47684" y="47800"/>
                  <a:pt x="42280" y="49621"/>
                  <a:pt x="36979" y="49388"/>
                </a:cubicBezTo>
                <a:cubicBezTo>
                  <a:pt x="31750" y="49097"/>
                  <a:pt x="27600" y="46883"/>
                  <a:pt x="24526" y="42615"/>
                </a:cubicBezTo>
                <a:cubicBezTo>
                  <a:pt x="22706" y="40052"/>
                  <a:pt x="21628" y="37503"/>
                  <a:pt x="21337" y="34940"/>
                </a:cubicBezTo>
                <a:cubicBezTo>
                  <a:pt x="21060" y="32377"/>
                  <a:pt x="21512" y="29697"/>
                  <a:pt x="22706" y="27032"/>
                </a:cubicBezTo>
                <a:close/>
                <a:moveTo>
                  <a:pt x="48936" y="37897"/>
                </a:moveTo>
                <a:cubicBezTo>
                  <a:pt x="53145" y="34882"/>
                  <a:pt x="55811" y="31634"/>
                  <a:pt x="57005" y="28168"/>
                </a:cubicBezTo>
                <a:cubicBezTo>
                  <a:pt x="58141" y="24701"/>
                  <a:pt x="57631" y="21453"/>
                  <a:pt x="55476" y="18439"/>
                </a:cubicBezTo>
                <a:cubicBezTo>
                  <a:pt x="53306" y="15365"/>
                  <a:pt x="50407" y="13836"/>
                  <a:pt x="46766" y="13836"/>
                </a:cubicBezTo>
                <a:cubicBezTo>
                  <a:pt x="43125" y="13778"/>
                  <a:pt x="39149" y="15307"/>
                  <a:pt x="34940" y="18322"/>
                </a:cubicBezTo>
                <a:cubicBezTo>
                  <a:pt x="30731" y="21337"/>
                  <a:pt x="27993" y="24585"/>
                  <a:pt x="26857" y="27993"/>
                </a:cubicBezTo>
                <a:cubicBezTo>
                  <a:pt x="25662" y="31474"/>
                  <a:pt x="26172" y="34707"/>
                  <a:pt x="28342" y="37780"/>
                </a:cubicBezTo>
                <a:cubicBezTo>
                  <a:pt x="30556" y="40795"/>
                  <a:pt x="33454" y="42339"/>
                  <a:pt x="37096" y="42397"/>
                </a:cubicBezTo>
                <a:cubicBezTo>
                  <a:pt x="40737" y="42397"/>
                  <a:pt x="44669" y="40911"/>
                  <a:pt x="48936" y="37897"/>
                </a:cubicBezTo>
                <a:close/>
                <a:moveTo>
                  <a:pt x="48936" y="378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A6F84-00DA-4CEA-9866-4B536B0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348" y="1735970"/>
            <a:ext cx="65088" cy="49621"/>
          </a:xfrm>
          <a:custGeom xmlns:a="http://schemas.openxmlformats.org/drawingml/2006/main">
            <a:pathLst>
              <a:path w="65088" h="49621">
                <a:moveTo>
                  <a:pt x="22706" y="27032"/>
                </a:moveTo>
                <a:lnTo>
                  <a:pt x="4165" y="40285"/>
                </a:lnTo>
                <a:lnTo>
                  <a:pt x="0" y="34547"/>
                </a:lnTo>
                <a:lnTo>
                  <a:pt x="48310" y="0"/>
                </a:lnTo>
                <a:lnTo>
                  <a:pt x="52461" y="5811"/>
                </a:lnTo>
                <a:lnTo>
                  <a:pt x="47174" y="9627"/>
                </a:lnTo>
                <a:cubicBezTo>
                  <a:pt x="50072" y="9336"/>
                  <a:pt x="52752" y="9729"/>
                  <a:pt x="55083" y="10880"/>
                </a:cubicBezTo>
                <a:cubicBezTo>
                  <a:pt x="57413" y="12016"/>
                  <a:pt x="59452" y="13836"/>
                  <a:pt x="61272" y="16385"/>
                </a:cubicBezTo>
                <a:cubicBezTo>
                  <a:pt x="64345" y="20652"/>
                  <a:pt x="65088" y="25327"/>
                  <a:pt x="63617" y="30381"/>
                </a:cubicBezTo>
                <a:cubicBezTo>
                  <a:pt x="62132" y="35450"/>
                  <a:pt x="58665" y="39950"/>
                  <a:pt x="53145" y="43868"/>
                </a:cubicBezTo>
                <a:cubicBezTo>
                  <a:pt x="47684" y="47800"/>
                  <a:pt x="42280" y="49621"/>
                  <a:pt x="36979" y="49388"/>
                </a:cubicBezTo>
                <a:cubicBezTo>
                  <a:pt x="31692" y="49155"/>
                  <a:pt x="27541" y="46883"/>
                  <a:pt x="24526" y="42615"/>
                </a:cubicBezTo>
                <a:cubicBezTo>
                  <a:pt x="22706" y="40052"/>
                  <a:pt x="21628" y="37503"/>
                  <a:pt x="21337" y="34940"/>
                </a:cubicBezTo>
                <a:cubicBezTo>
                  <a:pt x="21060" y="32377"/>
                  <a:pt x="21512" y="29755"/>
                  <a:pt x="22706" y="27032"/>
                </a:cubicBezTo>
                <a:close/>
                <a:moveTo>
                  <a:pt x="48878" y="37897"/>
                </a:moveTo>
                <a:cubicBezTo>
                  <a:pt x="53145" y="34882"/>
                  <a:pt x="55811" y="31634"/>
                  <a:pt x="57005" y="28168"/>
                </a:cubicBezTo>
                <a:cubicBezTo>
                  <a:pt x="58156" y="24759"/>
                  <a:pt x="57631" y="21453"/>
                  <a:pt x="55476" y="18439"/>
                </a:cubicBezTo>
                <a:cubicBezTo>
                  <a:pt x="53320" y="15365"/>
                  <a:pt x="50407" y="13836"/>
                  <a:pt x="46708" y="13836"/>
                </a:cubicBezTo>
                <a:cubicBezTo>
                  <a:pt x="43067" y="13836"/>
                  <a:pt x="39149" y="15307"/>
                  <a:pt x="34940" y="18322"/>
                </a:cubicBezTo>
                <a:cubicBezTo>
                  <a:pt x="30673" y="21337"/>
                  <a:pt x="27993" y="24585"/>
                  <a:pt x="26857" y="28051"/>
                </a:cubicBezTo>
                <a:cubicBezTo>
                  <a:pt x="25662" y="31532"/>
                  <a:pt x="26172" y="34765"/>
                  <a:pt x="28342" y="37780"/>
                </a:cubicBezTo>
                <a:cubicBezTo>
                  <a:pt x="30498" y="40853"/>
                  <a:pt x="33454" y="42397"/>
                  <a:pt x="37096" y="42397"/>
                </a:cubicBezTo>
                <a:cubicBezTo>
                  <a:pt x="40737" y="42397"/>
                  <a:pt x="44669" y="40911"/>
                  <a:pt x="48878" y="37897"/>
                </a:cubicBezTo>
                <a:close/>
                <a:moveTo>
                  <a:pt x="48878" y="378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9D2A9-B4A8-483F-B2A4-D485BA3D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0021" y="1768798"/>
            <a:ext cx="67710" cy="63384"/>
          </a:xfrm>
          <a:custGeom xmlns:a="http://schemas.openxmlformats.org/drawingml/2006/main">
            <a:pathLst>
              <a:path w="67710" h="63384">
                <a:moveTo>
                  <a:pt x="46650" y="0"/>
                </a:moveTo>
                <a:lnTo>
                  <a:pt x="67710" y="29478"/>
                </a:lnTo>
                <a:lnTo>
                  <a:pt x="62408" y="33294"/>
                </a:lnTo>
                <a:lnTo>
                  <a:pt x="45863" y="10079"/>
                </a:lnTo>
                <a:lnTo>
                  <a:pt x="32027" y="19968"/>
                </a:lnTo>
                <a:lnTo>
                  <a:pt x="47902" y="42164"/>
                </a:lnTo>
                <a:lnTo>
                  <a:pt x="42557" y="45980"/>
                </a:lnTo>
                <a:lnTo>
                  <a:pt x="26740" y="23725"/>
                </a:lnTo>
                <a:lnTo>
                  <a:pt x="9787" y="35785"/>
                </a:lnTo>
                <a:lnTo>
                  <a:pt x="26740" y="59568"/>
                </a:lnTo>
                <a:lnTo>
                  <a:pt x="21453" y="63384"/>
                </a:lnTo>
                <a:lnTo>
                  <a:pt x="0" y="33294"/>
                </a:lnTo>
                <a:lnTo>
                  <a:pt x="46650" y="0"/>
                </a:lnTo>
                <a:close/>
                <a:moveTo>
                  <a:pt x="4665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4AFF1-1D73-4C1D-972F-8321020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524" y="1817108"/>
            <a:ext cx="67535" cy="76055"/>
          </a:xfrm>
          <a:custGeom xmlns:a="http://schemas.openxmlformats.org/drawingml/2006/main">
            <a:pathLst>
              <a:path w="67535" h="76055">
                <a:moveTo>
                  <a:pt x="47902" y="32260"/>
                </a:moveTo>
                <a:cubicBezTo>
                  <a:pt x="51543" y="31852"/>
                  <a:pt x="54675" y="32202"/>
                  <a:pt x="57296" y="33338"/>
                </a:cubicBezTo>
                <a:cubicBezTo>
                  <a:pt x="59962" y="34474"/>
                  <a:pt x="62248" y="36353"/>
                  <a:pt x="64171" y="39076"/>
                </a:cubicBezTo>
                <a:cubicBezTo>
                  <a:pt x="66792" y="42717"/>
                  <a:pt x="67535" y="46475"/>
                  <a:pt x="66399" y="50233"/>
                </a:cubicBezTo>
                <a:cubicBezTo>
                  <a:pt x="65263" y="54048"/>
                  <a:pt x="62350" y="57631"/>
                  <a:pt x="57631" y="60981"/>
                </a:cubicBezTo>
                <a:lnTo>
                  <a:pt x="36469" y="76055"/>
                </a:lnTo>
                <a:lnTo>
                  <a:pt x="32377" y="70317"/>
                </a:lnTo>
                <a:lnTo>
                  <a:pt x="53306" y="55359"/>
                </a:lnTo>
                <a:cubicBezTo>
                  <a:pt x="56670" y="52971"/>
                  <a:pt x="58709" y="50568"/>
                  <a:pt x="59510" y="48237"/>
                </a:cubicBezTo>
                <a:cubicBezTo>
                  <a:pt x="60253" y="45907"/>
                  <a:pt x="59801" y="43518"/>
                  <a:pt x="58083" y="41072"/>
                </a:cubicBezTo>
                <a:cubicBezTo>
                  <a:pt x="55927" y="38057"/>
                  <a:pt x="53247" y="36411"/>
                  <a:pt x="50072" y="36120"/>
                </a:cubicBezTo>
                <a:cubicBezTo>
                  <a:pt x="46825" y="35785"/>
                  <a:pt x="43518" y="36862"/>
                  <a:pt x="40110" y="39309"/>
                </a:cubicBezTo>
                <a:lnTo>
                  <a:pt x="20317" y="53422"/>
                </a:lnTo>
                <a:lnTo>
                  <a:pt x="16210" y="47611"/>
                </a:lnTo>
                <a:lnTo>
                  <a:pt x="37154" y="32653"/>
                </a:lnTo>
                <a:cubicBezTo>
                  <a:pt x="40504" y="30265"/>
                  <a:pt x="42557" y="27876"/>
                  <a:pt x="43358" y="25546"/>
                </a:cubicBezTo>
                <a:cubicBezTo>
                  <a:pt x="44086" y="23216"/>
                  <a:pt x="43635" y="20813"/>
                  <a:pt x="41814" y="18322"/>
                </a:cubicBezTo>
                <a:cubicBezTo>
                  <a:pt x="39775" y="15409"/>
                  <a:pt x="37096" y="13763"/>
                  <a:pt x="33848" y="13428"/>
                </a:cubicBezTo>
                <a:cubicBezTo>
                  <a:pt x="30614" y="13137"/>
                  <a:pt x="27308" y="14215"/>
                  <a:pt x="23958" y="16603"/>
                </a:cubicBezTo>
                <a:lnTo>
                  <a:pt x="4151" y="30716"/>
                </a:lnTo>
                <a:lnTo>
                  <a:pt x="0" y="24978"/>
                </a:lnTo>
                <a:lnTo>
                  <a:pt x="35042" y="0"/>
                </a:lnTo>
                <a:lnTo>
                  <a:pt x="39149" y="5738"/>
                </a:lnTo>
                <a:lnTo>
                  <a:pt x="33687" y="9671"/>
                </a:lnTo>
                <a:cubicBezTo>
                  <a:pt x="36804" y="9438"/>
                  <a:pt x="39484" y="9846"/>
                  <a:pt x="41814" y="10982"/>
                </a:cubicBezTo>
                <a:cubicBezTo>
                  <a:pt x="44145" y="12059"/>
                  <a:pt x="46198" y="13880"/>
                  <a:pt x="48019" y="16443"/>
                </a:cubicBezTo>
                <a:cubicBezTo>
                  <a:pt x="49839" y="18948"/>
                  <a:pt x="50757" y="21555"/>
                  <a:pt x="50699" y="24293"/>
                </a:cubicBezTo>
                <a:cubicBezTo>
                  <a:pt x="50699" y="26959"/>
                  <a:pt x="49781" y="29639"/>
                  <a:pt x="47902" y="32260"/>
                </a:cubicBezTo>
                <a:close/>
                <a:moveTo>
                  <a:pt x="47902" y="322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2AC87-C5E6-4BD6-B31C-C5131249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018" y="1869730"/>
            <a:ext cx="52796" cy="59335"/>
          </a:xfrm>
          <a:custGeom xmlns:a="http://schemas.openxmlformats.org/drawingml/2006/main">
            <a:pathLst>
              <a:path w="52796" h="59335">
                <a:moveTo>
                  <a:pt x="35610" y="47567"/>
                </a:moveTo>
                <a:cubicBezTo>
                  <a:pt x="39819" y="44552"/>
                  <a:pt x="42499" y="41305"/>
                  <a:pt x="43693" y="37897"/>
                </a:cubicBezTo>
                <a:cubicBezTo>
                  <a:pt x="44829" y="34416"/>
                  <a:pt x="44378" y="31182"/>
                  <a:pt x="42149" y="28109"/>
                </a:cubicBezTo>
                <a:cubicBezTo>
                  <a:pt x="39994" y="25094"/>
                  <a:pt x="37096" y="23551"/>
                  <a:pt x="33454" y="23492"/>
                </a:cubicBezTo>
                <a:cubicBezTo>
                  <a:pt x="29813" y="23492"/>
                  <a:pt x="25823" y="24978"/>
                  <a:pt x="21614" y="27993"/>
                </a:cubicBezTo>
                <a:cubicBezTo>
                  <a:pt x="17404" y="31008"/>
                  <a:pt x="14681" y="34255"/>
                  <a:pt x="13545" y="37722"/>
                </a:cubicBezTo>
                <a:cubicBezTo>
                  <a:pt x="12336" y="41188"/>
                  <a:pt x="12860" y="44436"/>
                  <a:pt x="15074" y="47509"/>
                </a:cubicBezTo>
                <a:cubicBezTo>
                  <a:pt x="17230" y="50524"/>
                  <a:pt x="20143" y="52053"/>
                  <a:pt x="23784" y="52053"/>
                </a:cubicBezTo>
                <a:cubicBezTo>
                  <a:pt x="27425" y="52111"/>
                  <a:pt x="31343" y="50582"/>
                  <a:pt x="35610" y="47567"/>
                </a:cubicBezTo>
                <a:close/>
                <a:moveTo>
                  <a:pt x="33848" y="19283"/>
                </a:moveTo>
                <a:cubicBezTo>
                  <a:pt x="36804" y="19007"/>
                  <a:pt x="39426" y="19458"/>
                  <a:pt x="41756" y="20536"/>
                </a:cubicBezTo>
                <a:cubicBezTo>
                  <a:pt x="44086" y="21672"/>
                  <a:pt x="46140" y="23551"/>
                  <a:pt x="48019" y="26114"/>
                </a:cubicBezTo>
                <a:cubicBezTo>
                  <a:pt x="51034" y="30323"/>
                  <a:pt x="51820" y="34984"/>
                  <a:pt x="50349" y="40052"/>
                </a:cubicBezTo>
                <a:cubicBezTo>
                  <a:pt x="48864" y="45120"/>
                  <a:pt x="45339" y="49606"/>
                  <a:pt x="39877" y="53539"/>
                </a:cubicBezTo>
                <a:cubicBezTo>
                  <a:pt x="34357" y="57457"/>
                  <a:pt x="28954" y="59335"/>
                  <a:pt x="23667" y="59059"/>
                </a:cubicBezTo>
                <a:cubicBezTo>
                  <a:pt x="18424" y="58826"/>
                  <a:pt x="14273" y="56612"/>
                  <a:pt x="11200" y="52344"/>
                </a:cubicBezTo>
                <a:cubicBezTo>
                  <a:pt x="9379" y="49781"/>
                  <a:pt x="8360" y="47218"/>
                  <a:pt x="8025" y="44611"/>
                </a:cubicBezTo>
                <a:cubicBezTo>
                  <a:pt x="7734" y="42047"/>
                  <a:pt x="8185" y="39426"/>
                  <a:pt x="9379" y="36761"/>
                </a:cubicBezTo>
                <a:lnTo>
                  <a:pt x="4151" y="40504"/>
                </a:lnTo>
                <a:lnTo>
                  <a:pt x="0" y="34707"/>
                </a:lnTo>
                <a:lnTo>
                  <a:pt x="48645" y="0"/>
                </a:lnTo>
                <a:lnTo>
                  <a:pt x="52796" y="5753"/>
                </a:lnTo>
                <a:lnTo>
                  <a:pt x="33848" y="19283"/>
                </a:lnTo>
                <a:close/>
                <a:moveTo>
                  <a:pt x="33848" y="192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0DCDB-8125-49B2-BC10-C4B330AD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924" y="1924739"/>
            <a:ext cx="46082" cy="47902"/>
          </a:xfrm>
          <a:custGeom xmlns:a="http://schemas.openxmlformats.org/drawingml/2006/main">
            <a:pathLst>
              <a:path w="46082" h="47902">
                <a:moveTo>
                  <a:pt x="35610" y="36979"/>
                </a:moveTo>
                <a:lnTo>
                  <a:pt x="32770" y="38974"/>
                </a:lnTo>
                <a:lnTo>
                  <a:pt x="13880" y="12525"/>
                </a:lnTo>
                <a:cubicBezTo>
                  <a:pt x="10122" y="15598"/>
                  <a:pt x="7967" y="18948"/>
                  <a:pt x="7399" y="22589"/>
                </a:cubicBezTo>
                <a:cubicBezTo>
                  <a:pt x="6889" y="26172"/>
                  <a:pt x="7967" y="29930"/>
                  <a:pt x="10690" y="33746"/>
                </a:cubicBezTo>
                <a:cubicBezTo>
                  <a:pt x="12234" y="35901"/>
                  <a:pt x="14055" y="37897"/>
                  <a:pt x="16050" y="39542"/>
                </a:cubicBezTo>
                <a:cubicBezTo>
                  <a:pt x="18089" y="41246"/>
                  <a:pt x="20361" y="42732"/>
                  <a:pt x="22924" y="43984"/>
                </a:cubicBezTo>
                <a:lnTo>
                  <a:pt x="17463" y="47902"/>
                </a:lnTo>
                <a:cubicBezTo>
                  <a:pt x="15132" y="46431"/>
                  <a:pt x="12977" y="44786"/>
                  <a:pt x="10923" y="42965"/>
                </a:cubicBezTo>
                <a:cubicBezTo>
                  <a:pt x="8928" y="41144"/>
                  <a:pt x="7107" y="39091"/>
                  <a:pt x="5520" y="36877"/>
                </a:cubicBezTo>
                <a:cubicBezTo>
                  <a:pt x="1529" y="31299"/>
                  <a:pt x="0" y="25662"/>
                  <a:pt x="961" y="20084"/>
                </a:cubicBezTo>
                <a:cubicBezTo>
                  <a:pt x="1879" y="14521"/>
                  <a:pt x="5127" y="9729"/>
                  <a:pt x="10632" y="5811"/>
                </a:cubicBezTo>
                <a:cubicBezTo>
                  <a:pt x="16385" y="1719"/>
                  <a:pt x="22021" y="0"/>
                  <a:pt x="27585" y="685"/>
                </a:cubicBezTo>
                <a:cubicBezTo>
                  <a:pt x="33163" y="1427"/>
                  <a:pt x="37838" y="4384"/>
                  <a:pt x="41581" y="9627"/>
                </a:cubicBezTo>
                <a:cubicBezTo>
                  <a:pt x="44946" y="14346"/>
                  <a:pt x="46082" y="19123"/>
                  <a:pt x="45004" y="24075"/>
                </a:cubicBezTo>
                <a:cubicBezTo>
                  <a:pt x="43926" y="28969"/>
                  <a:pt x="40795" y="33294"/>
                  <a:pt x="35610" y="36979"/>
                </a:cubicBezTo>
                <a:close/>
                <a:moveTo>
                  <a:pt x="33163" y="30046"/>
                </a:moveTo>
                <a:cubicBezTo>
                  <a:pt x="36294" y="27716"/>
                  <a:pt x="38173" y="25094"/>
                  <a:pt x="38800" y="22021"/>
                </a:cubicBezTo>
                <a:cubicBezTo>
                  <a:pt x="39484" y="18948"/>
                  <a:pt x="38800" y="15992"/>
                  <a:pt x="36746" y="13152"/>
                </a:cubicBezTo>
                <a:cubicBezTo>
                  <a:pt x="34474" y="9962"/>
                  <a:pt x="31750" y="8025"/>
                  <a:pt x="28561" y="7399"/>
                </a:cubicBezTo>
                <a:cubicBezTo>
                  <a:pt x="25371" y="6772"/>
                  <a:pt x="22021" y="7457"/>
                  <a:pt x="18482" y="9569"/>
                </a:cubicBezTo>
                <a:lnTo>
                  <a:pt x="33163" y="30046"/>
                </a:lnTo>
                <a:close/>
                <a:moveTo>
                  <a:pt x="33163" y="300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56F71-C76E-4579-AE9C-152F98FC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057" y="1963947"/>
            <a:ext cx="65423" cy="49490"/>
          </a:xfrm>
          <a:custGeom xmlns:a="http://schemas.openxmlformats.org/drawingml/2006/main">
            <a:pathLst>
              <a:path w="65423" h="49490">
                <a:moveTo>
                  <a:pt x="42382" y="22589"/>
                </a:moveTo>
                <a:lnTo>
                  <a:pt x="61331" y="9044"/>
                </a:lnTo>
                <a:lnTo>
                  <a:pt x="65423" y="14783"/>
                </a:lnTo>
                <a:lnTo>
                  <a:pt x="16793" y="49490"/>
                </a:lnTo>
                <a:lnTo>
                  <a:pt x="12686" y="43751"/>
                </a:lnTo>
                <a:lnTo>
                  <a:pt x="17929" y="39994"/>
                </a:lnTo>
                <a:cubicBezTo>
                  <a:pt x="15016" y="40271"/>
                  <a:pt x="12351" y="39877"/>
                  <a:pt x="10020" y="38741"/>
                </a:cubicBezTo>
                <a:cubicBezTo>
                  <a:pt x="7690" y="37605"/>
                  <a:pt x="5636" y="35785"/>
                  <a:pt x="3758" y="33163"/>
                </a:cubicBezTo>
                <a:cubicBezTo>
                  <a:pt x="743" y="28954"/>
                  <a:pt x="0" y="24293"/>
                  <a:pt x="1486" y="19225"/>
                </a:cubicBezTo>
                <a:cubicBezTo>
                  <a:pt x="2957" y="14157"/>
                  <a:pt x="6437" y="9671"/>
                  <a:pt x="11957" y="5738"/>
                </a:cubicBezTo>
                <a:cubicBezTo>
                  <a:pt x="17463" y="1821"/>
                  <a:pt x="22822" y="0"/>
                  <a:pt x="28109" y="218"/>
                </a:cubicBezTo>
                <a:cubicBezTo>
                  <a:pt x="33338" y="510"/>
                  <a:pt x="37489" y="2724"/>
                  <a:pt x="40504" y="6933"/>
                </a:cubicBezTo>
                <a:cubicBezTo>
                  <a:pt x="42382" y="9554"/>
                  <a:pt x="43475" y="12118"/>
                  <a:pt x="43751" y="14681"/>
                </a:cubicBezTo>
                <a:cubicBezTo>
                  <a:pt x="44043" y="17230"/>
                  <a:pt x="43577" y="19851"/>
                  <a:pt x="42382" y="22589"/>
                </a:cubicBezTo>
                <a:close/>
                <a:moveTo>
                  <a:pt x="16166" y="11724"/>
                </a:moveTo>
                <a:cubicBezTo>
                  <a:pt x="11957" y="14739"/>
                  <a:pt x="9278" y="17972"/>
                  <a:pt x="8083" y="21395"/>
                </a:cubicBezTo>
                <a:cubicBezTo>
                  <a:pt x="6947" y="24861"/>
                  <a:pt x="7457" y="28095"/>
                  <a:pt x="9612" y="31168"/>
                </a:cubicBezTo>
                <a:cubicBezTo>
                  <a:pt x="11783" y="34183"/>
                  <a:pt x="14681" y="35726"/>
                  <a:pt x="18322" y="35785"/>
                </a:cubicBezTo>
                <a:cubicBezTo>
                  <a:pt x="22021" y="35785"/>
                  <a:pt x="25939" y="34299"/>
                  <a:pt x="30163" y="31284"/>
                </a:cubicBezTo>
                <a:cubicBezTo>
                  <a:pt x="34372" y="28269"/>
                  <a:pt x="37096" y="25036"/>
                  <a:pt x="38232" y="21555"/>
                </a:cubicBezTo>
                <a:cubicBezTo>
                  <a:pt x="39368" y="18089"/>
                  <a:pt x="38916" y="14841"/>
                  <a:pt x="36702" y="11768"/>
                </a:cubicBezTo>
                <a:cubicBezTo>
                  <a:pt x="34532" y="8753"/>
                  <a:pt x="31634" y="7224"/>
                  <a:pt x="27993" y="7224"/>
                </a:cubicBezTo>
                <a:cubicBezTo>
                  <a:pt x="24352" y="7166"/>
                  <a:pt x="20434" y="8695"/>
                  <a:pt x="16166" y="11724"/>
                </a:cubicBezTo>
                <a:close/>
                <a:moveTo>
                  <a:pt x="16166" y="117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736AC-241F-4E9C-8525-9FA00AFD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026" y="2004567"/>
            <a:ext cx="65482" cy="49548"/>
          </a:xfrm>
          <a:custGeom xmlns:a="http://schemas.openxmlformats.org/drawingml/2006/main">
            <a:pathLst>
              <a:path w="65482" h="49548">
                <a:moveTo>
                  <a:pt x="42441" y="22589"/>
                </a:moveTo>
                <a:lnTo>
                  <a:pt x="61374" y="9044"/>
                </a:lnTo>
                <a:lnTo>
                  <a:pt x="65482" y="14797"/>
                </a:lnTo>
                <a:lnTo>
                  <a:pt x="16836" y="49548"/>
                </a:lnTo>
                <a:lnTo>
                  <a:pt x="12729" y="43810"/>
                </a:lnTo>
                <a:lnTo>
                  <a:pt x="17972" y="40052"/>
                </a:lnTo>
                <a:cubicBezTo>
                  <a:pt x="15016" y="40329"/>
                  <a:pt x="12394" y="39877"/>
                  <a:pt x="10064" y="38741"/>
                </a:cubicBezTo>
                <a:cubicBezTo>
                  <a:pt x="7734" y="37664"/>
                  <a:pt x="5622" y="35785"/>
                  <a:pt x="3801" y="33221"/>
                </a:cubicBezTo>
                <a:cubicBezTo>
                  <a:pt x="786" y="28954"/>
                  <a:pt x="0" y="24352"/>
                  <a:pt x="1471" y="19283"/>
                </a:cubicBezTo>
                <a:cubicBezTo>
                  <a:pt x="2957" y="14215"/>
                  <a:pt x="6481" y="9671"/>
                  <a:pt x="12001" y="5738"/>
                </a:cubicBezTo>
                <a:cubicBezTo>
                  <a:pt x="17463" y="1821"/>
                  <a:pt x="22866" y="0"/>
                  <a:pt x="28153" y="233"/>
                </a:cubicBezTo>
                <a:cubicBezTo>
                  <a:pt x="33382" y="510"/>
                  <a:pt x="37547" y="2724"/>
                  <a:pt x="40562" y="6991"/>
                </a:cubicBezTo>
                <a:cubicBezTo>
                  <a:pt x="42441" y="9554"/>
                  <a:pt x="43460" y="12118"/>
                  <a:pt x="43795" y="14681"/>
                </a:cubicBezTo>
                <a:cubicBezTo>
                  <a:pt x="44086" y="17230"/>
                  <a:pt x="43635" y="19910"/>
                  <a:pt x="42441" y="22589"/>
                </a:cubicBezTo>
                <a:close/>
                <a:moveTo>
                  <a:pt x="16210" y="11724"/>
                </a:moveTo>
                <a:cubicBezTo>
                  <a:pt x="12001" y="14739"/>
                  <a:pt x="9263" y="17972"/>
                  <a:pt x="8127" y="21453"/>
                </a:cubicBezTo>
                <a:cubicBezTo>
                  <a:pt x="6933" y="24861"/>
                  <a:pt x="7442" y="28153"/>
                  <a:pt x="9612" y="31168"/>
                </a:cubicBezTo>
                <a:cubicBezTo>
                  <a:pt x="11826" y="34197"/>
                  <a:pt x="14725" y="35726"/>
                  <a:pt x="18366" y="35785"/>
                </a:cubicBezTo>
                <a:cubicBezTo>
                  <a:pt x="22007" y="35843"/>
                  <a:pt x="25997" y="34299"/>
                  <a:pt x="30207" y="31284"/>
                </a:cubicBezTo>
                <a:cubicBezTo>
                  <a:pt x="34416" y="28269"/>
                  <a:pt x="37139" y="25036"/>
                  <a:pt x="38275" y="21555"/>
                </a:cubicBezTo>
                <a:cubicBezTo>
                  <a:pt x="39426" y="18089"/>
                  <a:pt x="38901" y="14841"/>
                  <a:pt x="36746" y="11826"/>
                </a:cubicBezTo>
                <a:cubicBezTo>
                  <a:pt x="34576" y="8753"/>
                  <a:pt x="31678" y="7224"/>
                  <a:pt x="28036" y="7224"/>
                </a:cubicBezTo>
                <a:cubicBezTo>
                  <a:pt x="24395" y="7224"/>
                  <a:pt x="20419" y="8710"/>
                  <a:pt x="16210" y="11724"/>
                </a:cubicBezTo>
                <a:close/>
                <a:moveTo>
                  <a:pt x="16210" y="117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B4F55-B643-40AF-B8E0-500368A3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281" y="2031249"/>
            <a:ext cx="52796" cy="40445"/>
          </a:xfrm>
          <a:custGeom xmlns:a="http://schemas.openxmlformats.org/drawingml/2006/main">
            <a:pathLst>
              <a:path w="52796" h="40445">
                <a:moveTo>
                  <a:pt x="35042" y="9729"/>
                </a:moveTo>
                <a:lnTo>
                  <a:pt x="39135" y="15467"/>
                </a:lnTo>
                <a:lnTo>
                  <a:pt x="4151" y="40445"/>
                </a:lnTo>
                <a:lnTo>
                  <a:pt x="0" y="34707"/>
                </a:lnTo>
                <a:lnTo>
                  <a:pt x="35042" y="9729"/>
                </a:lnTo>
                <a:close/>
                <a:moveTo>
                  <a:pt x="48703" y="0"/>
                </a:moveTo>
                <a:lnTo>
                  <a:pt x="52796" y="5738"/>
                </a:lnTo>
                <a:lnTo>
                  <a:pt x="45455" y="10923"/>
                </a:lnTo>
                <a:lnTo>
                  <a:pt x="41363" y="5170"/>
                </a:lnTo>
                <a:lnTo>
                  <a:pt x="48703" y="0"/>
                </a:lnTo>
                <a:close/>
                <a:moveTo>
                  <a:pt x="4870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B4D0A-F3F2-499A-AFA5-9AD70D81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850" y="2058499"/>
            <a:ext cx="51835" cy="54325"/>
          </a:xfrm>
          <a:custGeom xmlns:a="http://schemas.openxmlformats.org/drawingml/2006/main">
            <a:pathLst>
              <a:path w="51835" h="54325">
                <a:moveTo>
                  <a:pt x="42047" y="39251"/>
                </a:moveTo>
                <a:lnTo>
                  <a:pt x="20944" y="54325"/>
                </a:lnTo>
                <a:lnTo>
                  <a:pt x="16836" y="48587"/>
                </a:lnTo>
                <a:lnTo>
                  <a:pt x="37780" y="33629"/>
                </a:lnTo>
                <a:cubicBezTo>
                  <a:pt x="41072" y="31284"/>
                  <a:pt x="43067" y="28837"/>
                  <a:pt x="43810" y="26405"/>
                </a:cubicBezTo>
                <a:cubicBezTo>
                  <a:pt x="44552" y="23958"/>
                  <a:pt x="43984" y="21395"/>
                  <a:pt x="42164" y="18832"/>
                </a:cubicBezTo>
                <a:cubicBezTo>
                  <a:pt x="39936" y="15700"/>
                  <a:pt x="37154" y="13996"/>
                  <a:pt x="33906" y="13603"/>
                </a:cubicBezTo>
                <a:cubicBezTo>
                  <a:pt x="30673" y="13195"/>
                  <a:pt x="27308" y="14229"/>
                  <a:pt x="23900" y="16676"/>
                </a:cubicBezTo>
                <a:lnTo>
                  <a:pt x="4093" y="30775"/>
                </a:lnTo>
                <a:lnTo>
                  <a:pt x="0" y="25036"/>
                </a:lnTo>
                <a:lnTo>
                  <a:pt x="34998" y="0"/>
                </a:lnTo>
                <a:lnTo>
                  <a:pt x="39149" y="5797"/>
                </a:lnTo>
                <a:lnTo>
                  <a:pt x="33687" y="9671"/>
                </a:lnTo>
                <a:cubicBezTo>
                  <a:pt x="36761" y="9554"/>
                  <a:pt x="39484" y="10064"/>
                  <a:pt x="41873" y="11215"/>
                </a:cubicBezTo>
                <a:cubicBezTo>
                  <a:pt x="44261" y="12292"/>
                  <a:pt x="46315" y="14113"/>
                  <a:pt x="48077" y="16560"/>
                </a:cubicBezTo>
                <a:cubicBezTo>
                  <a:pt x="50917" y="20536"/>
                  <a:pt x="51835" y="24468"/>
                  <a:pt x="50801" y="28328"/>
                </a:cubicBezTo>
                <a:cubicBezTo>
                  <a:pt x="49839" y="32144"/>
                  <a:pt x="46883" y="35785"/>
                  <a:pt x="42047" y="39251"/>
                </a:cubicBezTo>
                <a:close/>
                <a:moveTo>
                  <a:pt x="42047" y="39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C2E80-90AD-4A14-8D45-48E4EFD2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682" y="2103386"/>
            <a:ext cx="65831" cy="52679"/>
          </a:xfrm>
          <a:custGeom xmlns:a="http://schemas.openxmlformats.org/drawingml/2006/main">
            <a:pathLst>
              <a:path w="65831" h="52679">
                <a:moveTo>
                  <a:pt x="44611" y="31182"/>
                </a:moveTo>
                <a:cubicBezTo>
                  <a:pt x="48820" y="28226"/>
                  <a:pt x="51427" y="25036"/>
                  <a:pt x="52461" y="21672"/>
                </a:cubicBezTo>
                <a:cubicBezTo>
                  <a:pt x="53539" y="18322"/>
                  <a:pt x="52971" y="15074"/>
                  <a:pt x="50742" y="12001"/>
                </a:cubicBezTo>
                <a:cubicBezTo>
                  <a:pt x="48529" y="8928"/>
                  <a:pt x="45688" y="7340"/>
                  <a:pt x="42164" y="7224"/>
                </a:cubicBezTo>
                <a:cubicBezTo>
                  <a:pt x="38625" y="7166"/>
                  <a:pt x="34823" y="8593"/>
                  <a:pt x="30673" y="11550"/>
                </a:cubicBezTo>
                <a:cubicBezTo>
                  <a:pt x="26507" y="14506"/>
                  <a:pt x="23900" y="17696"/>
                  <a:pt x="22822" y="21046"/>
                </a:cubicBezTo>
                <a:cubicBezTo>
                  <a:pt x="21730" y="24410"/>
                  <a:pt x="22298" y="27643"/>
                  <a:pt x="24526" y="30716"/>
                </a:cubicBezTo>
                <a:cubicBezTo>
                  <a:pt x="26740" y="33789"/>
                  <a:pt x="29580" y="35391"/>
                  <a:pt x="33119" y="35508"/>
                </a:cubicBezTo>
                <a:cubicBezTo>
                  <a:pt x="36644" y="35552"/>
                  <a:pt x="40504" y="34139"/>
                  <a:pt x="44611" y="31182"/>
                </a:cubicBezTo>
                <a:close/>
                <a:moveTo>
                  <a:pt x="35158" y="46591"/>
                </a:moveTo>
                <a:cubicBezTo>
                  <a:pt x="29187" y="50859"/>
                  <a:pt x="23842" y="52679"/>
                  <a:pt x="19007" y="52111"/>
                </a:cubicBezTo>
                <a:cubicBezTo>
                  <a:pt x="14229" y="51543"/>
                  <a:pt x="9904" y="48529"/>
                  <a:pt x="5971" y="43067"/>
                </a:cubicBezTo>
                <a:cubicBezTo>
                  <a:pt x="4559" y="41072"/>
                  <a:pt x="3364" y="39033"/>
                  <a:pt x="2389" y="37037"/>
                </a:cubicBezTo>
                <a:cubicBezTo>
                  <a:pt x="1369" y="35042"/>
                  <a:pt x="626" y="32945"/>
                  <a:pt x="0" y="30833"/>
                </a:cubicBezTo>
                <a:lnTo>
                  <a:pt x="5636" y="26857"/>
                </a:lnTo>
                <a:cubicBezTo>
                  <a:pt x="5913" y="29187"/>
                  <a:pt x="6437" y="31343"/>
                  <a:pt x="7166" y="33280"/>
                </a:cubicBezTo>
                <a:cubicBezTo>
                  <a:pt x="7908" y="35217"/>
                  <a:pt x="8884" y="37096"/>
                  <a:pt x="10079" y="38800"/>
                </a:cubicBezTo>
                <a:cubicBezTo>
                  <a:pt x="12802" y="42557"/>
                  <a:pt x="15817" y="44654"/>
                  <a:pt x="19123" y="45179"/>
                </a:cubicBezTo>
                <a:cubicBezTo>
                  <a:pt x="22415" y="45630"/>
                  <a:pt x="26056" y="44436"/>
                  <a:pt x="30046" y="41581"/>
                </a:cubicBezTo>
                <a:lnTo>
                  <a:pt x="32886" y="39542"/>
                </a:lnTo>
                <a:cubicBezTo>
                  <a:pt x="29988" y="39819"/>
                  <a:pt x="27308" y="39426"/>
                  <a:pt x="24978" y="38290"/>
                </a:cubicBezTo>
                <a:cubicBezTo>
                  <a:pt x="22648" y="37154"/>
                  <a:pt x="20536" y="35333"/>
                  <a:pt x="18715" y="32712"/>
                </a:cubicBezTo>
                <a:cubicBezTo>
                  <a:pt x="15642" y="28444"/>
                  <a:pt x="14797" y="23842"/>
                  <a:pt x="16210" y="18890"/>
                </a:cubicBezTo>
                <a:cubicBezTo>
                  <a:pt x="17579" y="13880"/>
                  <a:pt x="21002" y="9496"/>
                  <a:pt x="26405" y="5636"/>
                </a:cubicBezTo>
                <a:cubicBezTo>
                  <a:pt x="31809" y="1762"/>
                  <a:pt x="37096" y="0"/>
                  <a:pt x="42222" y="291"/>
                </a:cubicBezTo>
                <a:cubicBezTo>
                  <a:pt x="47393" y="568"/>
                  <a:pt x="51485" y="2840"/>
                  <a:pt x="54558" y="7166"/>
                </a:cubicBezTo>
                <a:cubicBezTo>
                  <a:pt x="56379" y="9729"/>
                  <a:pt x="57457" y="12351"/>
                  <a:pt x="57806" y="14899"/>
                </a:cubicBezTo>
                <a:cubicBezTo>
                  <a:pt x="58083" y="17463"/>
                  <a:pt x="57631" y="20084"/>
                  <a:pt x="56437" y="22764"/>
                </a:cubicBezTo>
                <a:lnTo>
                  <a:pt x="61724" y="18948"/>
                </a:lnTo>
                <a:lnTo>
                  <a:pt x="65831" y="24745"/>
                </a:lnTo>
                <a:lnTo>
                  <a:pt x="35158" y="46591"/>
                </a:lnTo>
                <a:close/>
                <a:moveTo>
                  <a:pt x="35158" y="465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E1C9C-22B5-4BEB-B9CA-570F8C51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830" y="778988"/>
            <a:ext cx="64739" cy="57238"/>
          </a:xfrm>
          <a:custGeom xmlns:a="http://schemas.openxmlformats.org/drawingml/2006/main">
            <a:pathLst>
              <a:path w="64739" h="57238">
                <a:moveTo>
                  <a:pt x="55927" y="7850"/>
                </a:moveTo>
                <a:lnTo>
                  <a:pt x="26332" y="14856"/>
                </a:lnTo>
                <a:lnTo>
                  <a:pt x="37998" y="32435"/>
                </a:lnTo>
                <a:lnTo>
                  <a:pt x="55927" y="7850"/>
                </a:lnTo>
                <a:close/>
                <a:moveTo>
                  <a:pt x="59845" y="0"/>
                </a:moveTo>
                <a:lnTo>
                  <a:pt x="64739" y="7282"/>
                </a:lnTo>
                <a:lnTo>
                  <a:pt x="29012" y="57238"/>
                </a:lnTo>
                <a:lnTo>
                  <a:pt x="24570" y="50524"/>
                </a:lnTo>
                <a:lnTo>
                  <a:pt x="33964" y="38013"/>
                </a:lnTo>
                <a:lnTo>
                  <a:pt x="19633" y="16501"/>
                </a:lnTo>
                <a:lnTo>
                  <a:pt x="4486" y="20259"/>
                </a:lnTo>
                <a:lnTo>
                  <a:pt x="0" y="13428"/>
                </a:lnTo>
                <a:lnTo>
                  <a:pt x="59845" y="0"/>
                </a:lnTo>
                <a:close/>
                <a:moveTo>
                  <a:pt x="5984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7C51A-3C0C-44F7-851D-9773376F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64" y="818938"/>
            <a:ext cx="65321" cy="49373"/>
          </a:xfrm>
          <a:custGeom xmlns:a="http://schemas.openxmlformats.org/drawingml/2006/main">
            <a:pathLst>
              <a:path w="65321" h="49373">
                <a:moveTo>
                  <a:pt x="22939" y="26114"/>
                </a:moveTo>
                <a:lnTo>
                  <a:pt x="3932" y="38741"/>
                </a:lnTo>
                <a:lnTo>
                  <a:pt x="0" y="32828"/>
                </a:lnTo>
                <a:lnTo>
                  <a:pt x="49446" y="0"/>
                </a:lnTo>
                <a:lnTo>
                  <a:pt x="53364" y="5913"/>
                </a:lnTo>
                <a:lnTo>
                  <a:pt x="47902" y="9496"/>
                </a:lnTo>
                <a:cubicBezTo>
                  <a:pt x="50873" y="9321"/>
                  <a:pt x="53480" y="9831"/>
                  <a:pt x="55752" y="11025"/>
                </a:cubicBezTo>
                <a:cubicBezTo>
                  <a:pt x="58097" y="12278"/>
                  <a:pt x="60078" y="14157"/>
                  <a:pt x="61840" y="16778"/>
                </a:cubicBezTo>
                <a:cubicBezTo>
                  <a:pt x="64753" y="21162"/>
                  <a:pt x="65321" y="25823"/>
                  <a:pt x="63661" y="30833"/>
                </a:cubicBezTo>
                <a:cubicBezTo>
                  <a:pt x="62015" y="35843"/>
                  <a:pt x="58432" y="40212"/>
                  <a:pt x="52796" y="43970"/>
                </a:cubicBezTo>
                <a:cubicBezTo>
                  <a:pt x="47174" y="47728"/>
                  <a:pt x="41712" y="49373"/>
                  <a:pt x="36411" y="48922"/>
                </a:cubicBezTo>
                <a:cubicBezTo>
                  <a:pt x="31182" y="48529"/>
                  <a:pt x="27090" y="46140"/>
                  <a:pt x="24177" y="41756"/>
                </a:cubicBezTo>
                <a:cubicBezTo>
                  <a:pt x="22473" y="39135"/>
                  <a:pt x="21512" y="36513"/>
                  <a:pt x="21279" y="33964"/>
                </a:cubicBezTo>
                <a:cubicBezTo>
                  <a:pt x="21060" y="31401"/>
                  <a:pt x="21628" y="28779"/>
                  <a:pt x="22939" y="26114"/>
                </a:cubicBezTo>
                <a:close/>
                <a:moveTo>
                  <a:pt x="48703" y="37824"/>
                </a:moveTo>
                <a:cubicBezTo>
                  <a:pt x="53029" y="34984"/>
                  <a:pt x="55869" y="31852"/>
                  <a:pt x="57122" y="28444"/>
                </a:cubicBezTo>
                <a:cubicBezTo>
                  <a:pt x="58432" y="25022"/>
                  <a:pt x="58039" y="21730"/>
                  <a:pt x="55927" y="18599"/>
                </a:cubicBezTo>
                <a:cubicBezTo>
                  <a:pt x="53888" y="15526"/>
                  <a:pt x="51034" y="13880"/>
                  <a:pt x="47393" y="13705"/>
                </a:cubicBezTo>
                <a:cubicBezTo>
                  <a:pt x="43751" y="13589"/>
                  <a:pt x="39775" y="14958"/>
                  <a:pt x="35450" y="17798"/>
                </a:cubicBezTo>
                <a:cubicBezTo>
                  <a:pt x="31066" y="20711"/>
                  <a:pt x="28284" y="23827"/>
                  <a:pt x="27032" y="27250"/>
                </a:cubicBezTo>
                <a:cubicBezTo>
                  <a:pt x="25721" y="30658"/>
                  <a:pt x="26114" y="33964"/>
                  <a:pt x="28168" y="37037"/>
                </a:cubicBezTo>
                <a:cubicBezTo>
                  <a:pt x="30265" y="40154"/>
                  <a:pt x="33119" y="41814"/>
                  <a:pt x="36761" y="41931"/>
                </a:cubicBezTo>
                <a:cubicBezTo>
                  <a:pt x="40402" y="42091"/>
                  <a:pt x="44378" y="40722"/>
                  <a:pt x="48703" y="37824"/>
                </a:cubicBezTo>
                <a:close/>
                <a:moveTo>
                  <a:pt x="48703" y="378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66D42-0DF8-4526-8A87-ACE30B39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164" y="860519"/>
            <a:ext cx="65365" cy="49388"/>
          </a:xfrm>
          <a:custGeom xmlns:a="http://schemas.openxmlformats.org/drawingml/2006/main">
            <a:pathLst>
              <a:path w="65365" h="49388">
                <a:moveTo>
                  <a:pt x="22924" y="26114"/>
                </a:moveTo>
                <a:lnTo>
                  <a:pt x="3918" y="38741"/>
                </a:lnTo>
                <a:lnTo>
                  <a:pt x="0" y="32828"/>
                </a:lnTo>
                <a:lnTo>
                  <a:pt x="49432" y="0"/>
                </a:lnTo>
                <a:lnTo>
                  <a:pt x="53364" y="5913"/>
                </a:lnTo>
                <a:lnTo>
                  <a:pt x="47961" y="9496"/>
                </a:lnTo>
                <a:cubicBezTo>
                  <a:pt x="50917" y="9336"/>
                  <a:pt x="53539" y="9846"/>
                  <a:pt x="55811" y="11098"/>
                </a:cubicBezTo>
                <a:cubicBezTo>
                  <a:pt x="58083" y="12292"/>
                  <a:pt x="60078" y="14171"/>
                  <a:pt x="61840" y="16778"/>
                </a:cubicBezTo>
                <a:cubicBezTo>
                  <a:pt x="64739" y="21162"/>
                  <a:pt x="65365" y="25837"/>
                  <a:pt x="63719" y="30833"/>
                </a:cubicBezTo>
                <a:cubicBezTo>
                  <a:pt x="62073" y="35843"/>
                  <a:pt x="58432" y="40227"/>
                  <a:pt x="52796" y="43984"/>
                </a:cubicBezTo>
                <a:cubicBezTo>
                  <a:pt x="47160" y="47728"/>
                  <a:pt x="41698" y="49388"/>
                  <a:pt x="36411" y="48922"/>
                </a:cubicBezTo>
                <a:cubicBezTo>
                  <a:pt x="31182" y="48529"/>
                  <a:pt x="27075" y="46140"/>
                  <a:pt x="24235" y="41756"/>
                </a:cubicBezTo>
                <a:cubicBezTo>
                  <a:pt x="22473" y="39149"/>
                  <a:pt x="21497" y="36586"/>
                  <a:pt x="21279" y="33964"/>
                </a:cubicBezTo>
                <a:cubicBezTo>
                  <a:pt x="21046" y="31401"/>
                  <a:pt x="21614" y="28794"/>
                  <a:pt x="22924" y="26114"/>
                </a:cubicBezTo>
                <a:close/>
                <a:moveTo>
                  <a:pt x="48703" y="37897"/>
                </a:moveTo>
                <a:cubicBezTo>
                  <a:pt x="53029" y="34984"/>
                  <a:pt x="55869" y="31867"/>
                  <a:pt x="57122" y="28444"/>
                </a:cubicBezTo>
                <a:cubicBezTo>
                  <a:pt x="58432" y="25036"/>
                  <a:pt x="58025" y="21730"/>
                  <a:pt x="55986" y="18657"/>
                </a:cubicBezTo>
                <a:cubicBezTo>
                  <a:pt x="53874" y="15540"/>
                  <a:pt x="51034" y="13880"/>
                  <a:pt x="47393" y="13763"/>
                </a:cubicBezTo>
                <a:cubicBezTo>
                  <a:pt x="43751" y="13603"/>
                  <a:pt x="39761" y="14958"/>
                  <a:pt x="35435" y="17812"/>
                </a:cubicBezTo>
                <a:cubicBezTo>
                  <a:pt x="31124" y="20711"/>
                  <a:pt x="28269" y="23842"/>
                  <a:pt x="27017" y="27250"/>
                </a:cubicBezTo>
                <a:cubicBezTo>
                  <a:pt x="25706" y="30673"/>
                  <a:pt x="26114" y="33964"/>
                  <a:pt x="28211" y="37096"/>
                </a:cubicBezTo>
                <a:cubicBezTo>
                  <a:pt x="30265" y="40169"/>
                  <a:pt x="33105" y="41814"/>
                  <a:pt x="36746" y="41931"/>
                </a:cubicBezTo>
                <a:cubicBezTo>
                  <a:pt x="40387" y="42106"/>
                  <a:pt x="44378" y="40737"/>
                  <a:pt x="48703" y="37897"/>
                </a:cubicBezTo>
                <a:close/>
                <a:moveTo>
                  <a:pt x="48703" y="378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205CD-1168-424E-B4FE-74C69DCE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527" y="893056"/>
            <a:ext cx="53699" cy="38974"/>
          </a:xfrm>
          <a:custGeom xmlns:a="http://schemas.openxmlformats.org/drawingml/2006/main">
            <a:pathLst>
              <a:path w="53699" h="38974">
                <a:moveTo>
                  <a:pt x="49781" y="0"/>
                </a:moveTo>
                <a:lnTo>
                  <a:pt x="53699" y="5928"/>
                </a:lnTo>
                <a:lnTo>
                  <a:pt x="3918" y="38974"/>
                </a:lnTo>
                <a:lnTo>
                  <a:pt x="0" y="33061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2BEBE-563C-4396-BD04-17D97E85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188" y="924690"/>
            <a:ext cx="46257" cy="47742"/>
          </a:xfrm>
          <a:custGeom xmlns:a="http://schemas.openxmlformats.org/drawingml/2006/main">
            <a:pathLst>
              <a:path w="46257" h="47742">
                <a:moveTo>
                  <a:pt x="35158" y="37445"/>
                </a:moveTo>
                <a:lnTo>
                  <a:pt x="32260" y="39324"/>
                </a:lnTo>
                <a:lnTo>
                  <a:pt x="14346" y="12292"/>
                </a:lnTo>
                <a:cubicBezTo>
                  <a:pt x="10414" y="15191"/>
                  <a:pt x="8141" y="18497"/>
                  <a:pt x="7457" y="22080"/>
                </a:cubicBezTo>
                <a:cubicBezTo>
                  <a:pt x="6831" y="25662"/>
                  <a:pt x="7734" y="29420"/>
                  <a:pt x="10355" y="33338"/>
                </a:cubicBezTo>
                <a:cubicBezTo>
                  <a:pt x="11841" y="35566"/>
                  <a:pt x="13603" y="37605"/>
                  <a:pt x="15540" y="39368"/>
                </a:cubicBezTo>
                <a:cubicBezTo>
                  <a:pt x="17521" y="41086"/>
                  <a:pt x="19749" y="42674"/>
                  <a:pt x="22254" y="44043"/>
                </a:cubicBezTo>
                <a:lnTo>
                  <a:pt x="16676" y="47742"/>
                </a:lnTo>
                <a:cubicBezTo>
                  <a:pt x="14404" y="46198"/>
                  <a:pt x="12234" y="44494"/>
                  <a:pt x="10297" y="42557"/>
                </a:cubicBezTo>
                <a:cubicBezTo>
                  <a:pt x="8360" y="40678"/>
                  <a:pt x="6656" y="38581"/>
                  <a:pt x="5127" y="36309"/>
                </a:cubicBezTo>
                <a:cubicBezTo>
                  <a:pt x="1311" y="30556"/>
                  <a:pt x="0" y="24920"/>
                  <a:pt x="1078" y="19400"/>
                </a:cubicBezTo>
                <a:cubicBezTo>
                  <a:pt x="2228" y="13836"/>
                  <a:pt x="5636" y="9161"/>
                  <a:pt x="11273" y="5403"/>
                </a:cubicBezTo>
                <a:cubicBezTo>
                  <a:pt x="17128" y="1544"/>
                  <a:pt x="22881" y="0"/>
                  <a:pt x="28386" y="918"/>
                </a:cubicBezTo>
                <a:cubicBezTo>
                  <a:pt x="33964" y="1762"/>
                  <a:pt x="38523" y="4894"/>
                  <a:pt x="42106" y="10297"/>
                </a:cubicBezTo>
                <a:cubicBezTo>
                  <a:pt x="45295" y="15132"/>
                  <a:pt x="46257" y="19968"/>
                  <a:pt x="45004" y="24803"/>
                </a:cubicBezTo>
                <a:cubicBezTo>
                  <a:pt x="43751" y="29697"/>
                  <a:pt x="40504" y="33906"/>
                  <a:pt x="35158" y="37445"/>
                </a:cubicBezTo>
                <a:close/>
                <a:moveTo>
                  <a:pt x="33003" y="30381"/>
                </a:moveTo>
                <a:cubicBezTo>
                  <a:pt x="36193" y="28226"/>
                  <a:pt x="38115" y="25604"/>
                  <a:pt x="38858" y="22589"/>
                </a:cubicBezTo>
                <a:cubicBezTo>
                  <a:pt x="39659" y="19516"/>
                  <a:pt x="39033" y="16560"/>
                  <a:pt x="37154" y="13661"/>
                </a:cubicBezTo>
                <a:cubicBezTo>
                  <a:pt x="34940" y="10355"/>
                  <a:pt x="32260" y="8375"/>
                  <a:pt x="29129" y="7632"/>
                </a:cubicBezTo>
                <a:cubicBezTo>
                  <a:pt x="25939" y="6889"/>
                  <a:pt x="22589" y="7515"/>
                  <a:pt x="19007" y="9452"/>
                </a:cubicBezTo>
                <a:lnTo>
                  <a:pt x="33003" y="30381"/>
                </a:lnTo>
                <a:close/>
                <a:moveTo>
                  <a:pt x="33003" y="303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59CF0-27D6-4ADF-B629-7B56D86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545" y="953192"/>
            <a:ext cx="76754" cy="75444"/>
          </a:xfrm>
          <a:custGeom xmlns:a="http://schemas.openxmlformats.org/drawingml/2006/main">
            <a:pathLst>
              <a:path w="76754" h="75444">
                <a:moveTo>
                  <a:pt x="47742" y="0"/>
                </a:moveTo>
                <a:lnTo>
                  <a:pt x="54165" y="9627"/>
                </a:lnTo>
                <a:lnTo>
                  <a:pt x="29755" y="43416"/>
                </a:lnTo>
                <a:lnTo>
                  <a:pt x="70375" y="34081"/>
                </a:lnTo>
                <a:lnTo>
                  <a:pt x="76754" y="43693"/>
                </a:lnTo>
                <a:lnTo>
                  <a:pt x="29027" y="75444"/>
                </a:lnTo>
                <a:lnTo>
                  <a:pt x="24818" y="69123"/>
                </a:lnTo>
                <a:lnTo>
                  <a:pt x="66734" y="41246"/>
                </a:lnTo>
                <a:lnTo>
                  <a:pt x="25837" y="50699"/>
                </a:lnTo>
                <a:lnTo>
                  <a:pt x="21512" y="44217"/>
                </a:lnTo>
                <a:lnTo>
                  <a:pt x="46082" y="10137"/>
                </a:lnTo>
                <a:lnTo>
                  <a:pt x="4165" y="38013"/>
                </a:lnTo>
                <a:lnTo>
                  <a:pt x="0" y="31692"/>
                </a:lnTo>
                <a:lnTo>
                  <a:pt x="47742" y="0"/>
                </a:lnTo>
                <a:close/>
                <a:moveTo>
                  <a:pt x="477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30735-2EC5-4F50-8478-249A2957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417" y="1021587"/>
            <a:ext cx="46315" cy="47669"/>
          </a:xfrm>
          <a:custGeom xmlns:a="http://schemas.openxmlformats.org/drawingml/2006/main">
            <a:pathLst>
              <a:path w="46315" h="47669">
                <a:moveTo>
                  <a:pt x="35217" y="37372"/>
                </a:moveTo>
                <a:lnTo>
                  <a:pt x="32318" y="39309"/>
                </a:lnTo>
                <a:lnTo>
                  <a:pt x="14346" y="12234"/>
                </a:lnTo>
                <a:cubicBezTo>
                  <a:pt x="10472" y="15191"/>
                  <a:pt x="8200" y="18424"/>
                  <a:pt x="7515" y="22065"/>
                </a:cubicBezTo>
                <a:cubicBezTo>
                  <a:pt x="6831" y="25648"/>
                  <a:pt x="7807" y="29406"/>
                  <a:pt x="10414" y="33280"/>
                </a:cubicBezTo>
                <a:cubicBezTo>
                  <a:pt x="11899" y="35552"/>
                  <a:pt x="13603" y="37547"/>
                  <a:pt x="15598" y="39309"/>
                </a:cubicBezTo>
                <a:cubicBezTo>
                  <a:pt x="17536" y="41072"/>
                  <a:pt x="19808" y="42601"/>
                  <a:pt x="22313" y="43970"/>
                </a:cubicBezTo>
                <a:lnTo>
                  <a:pt x="16734" y="47669"/>
                </a:lnTo>
                <a:cubicBezTo>
                  <a:pt x="14404" y="46140"/>
                  <a:pt x="12292" y="44421"/>
                  <a:pt x="10355" y="42557"/>
                </a:cubicBezTo>
                <a:cubicBezTo>
                  <a:pt x="8433" y="40620"/>
                  <a:pt x="6656" y="38508"/>
                  <a:pt x="5185" y="36236"/>
                </a:cubicBezTo>
                <a:cubicBezTo>
                  <a:pt x="1369" y="30542"/>
                  <a:pt x="0" y="24920"/>
                  <a:pt x="1151" y="19342"/>
                </a:cubicBezTo>
                <a:cubicBezTo>
                  <a:pt x="2287" y="13822"/>
                  <a:pt x="5636" y="9161"/>
                  <a:pt x="11331" y="5403"/>
                </a:cubicBezTo>
                <a:cubicBezTo>
                  <a:pt x="17186" y="1471"/>
                  <a:pt x="22881" y="0"/>
                  <a:pt x="28459" y="845"/>
                </a:cubicBezTo>
                <a:cubicBezTo>
                  <a:pt x="33964" y="1762"/>
                  <a:pt x="38581" y="4894"/>
                  <a:pt x="42106" y="10239"/>
                </a:cubicBezTo>
                <a:cubicBezTo>
                  <a:pt x="45354" y="15074"/>
                  <a:pt x="46315" y="19910"/>
                  <a:pt x="45062" y="24803"/>
                </a:cubicBezTo>
                <a:cubicBezTo>
                  <a:pt x="43810" y="29639"/>
                  <a:pt x="40518" y="33848"/>
                  <a:pt x="35217" y="37372"/>
                </a:cubicBezTo>
                <a:close/>
                <a:moveTo>
                  <a:pt x="33003" y="30381"/>
                </a:moveTo>
                <a:cubicBezTo>
                  <a:pt x="36193" y="28153"/>
                  <a:pt x="38173" y="25604"/>
                  <a:pt x="38916" y="22531"/>
                </a:cubicBezTo>
                <a:cubicBezTo>
                  <a:pt x="39659" y="19516"/>
                  <a:pt x="39091" y="16545"/>
                  <a:pt x="37154" y="13647"/>
                </a:cubicBezTo>
                <a:cubicBezTo>
                  <a:pt x="34998" y="10355"/>
                  <a:pt x="32318" y="8360"/>
                  <a:pt x="29129" y="7617"/>
                </a:cubicBezTo>
                <a:cubicBezTo>
                  <a:pt x="26012" y="6874"/>
                  <a:pt x="22648" y="7442"/>
                  <a:pt x="19065" y="9379"/>
                </a:cubicBezTo>
                <a:lnTo>
                  <a:pt x="33003" y="30381"/>
                </a:lnTo>
                <a:close/>
                <a:moveTo>
                  <a:pt x="33003" y="303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04114-9641-437F-A45B-925A1C32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255" y="1061697"/>
            <a:ext cx="65715" cy="49257"/>
          </a:xfrm>
          <a:custGeom xmlns:a="http://schemas.openxmlformats.org/drawingml/2006/main">
            <a:pathLst>
              <a:path w="65715" h="49257">
                <a:moveTo>
                  <a:pt x="42441" y="23201"/>
                </a:moveTo>
                <a:lnTo>
                  <a:pt x="61840" y="10355"/>
                </a:lnTo>
                <a:lnTo>
                  <a:pt x="65715" y="16210"/>
                </a:lnTo>
                <a:lnTo>
                  <a:pt x="15933" y="49257"/>
                </a:lnTo>
                <a:lnTo>
                  <a:pt x="12001" y="43402"/>
                </a:lnTo>
                <a:lnTo>
                  <a:pt x="17404" y="39819"/>
                </a:lnTo>
                <a:cubicBezTo>
                  <a:pt x="14448" y="39994"/>
                  <a:pt x="11826" y="39484"/>
                  <a:pt x="9554" y="38275"/>
                </a:cubicBezTo>
                <a:cubicBezTo>
                  <a:pt x="7282" y="37081"/>
                  <a:pt x="5229" y="35158"/>
                  <a:pt x="3466" y="32537"/>
                </a:cubicBezTo>
                <a:cubicBezTo>
                  <a:pt x="626" y="28211"/>
                  <a:pt x="0" y="23551"/>
                  <a:pt x="1646" y="18482"/>
                </a:cubicBezTo>
                <a:cubicBezTo>
                  <a:pt x="3292" y="13472"/>
                  <a:pt x="6933" y="9103"/>
                  <a:pt x="12569" y="5403"/>
                </a:cubicBezTo>
                <a:cubicBezTo>
                  <a:pt x="18205" y="1646"/>
                  <a:pt x="23667" y="0"/>
                  <a:pt x="28896" y="393"/>
                </a:cubicBezTo>
                <a:cubicBezTo>
                  <a:pt x="34183" y="845"/>
                  <a:pt x="38232" y="3233"/>
                  <a:pt x="41130" y="7559"/>
                </a:cubicBezTo>
                <a:cubicBezTo>
                  <a:pt x="42834" y="10181"/>
                  <a:pt x="43868" y="12788"/>
                  <a:pt x="44028" y="15351"/>
                </a:cubicBezTo>
                <a:cubicBezTo>
                  <a:pt x="44261" y="17972"/>
                  <a:pt x="43751" y="20594"/>
                  <a:pt x="42441" y="23201"/>
                </a:cubicBezTo>
                <a:close/>
                <a:moveTo>
                  <a:pt x="16603" y="11491"/>
                </a:moveTo>
                <a:cubicBezTo>
                  <a:pt x="12292" y="14331"/>
                  <a:pt x="9496" y="17463"/>
                  <a:pt x="8185" y="20871"/>
                </a:cubicBezTo>
                <a:cubicBezTo>
                  <a:pt x="6889" y="24293"/>
                  <a:pt x="7282" y="27585"/>
                  <a:pt x="9379" y="30716"/>
                </a:cubicBezTo>
                <a:cubicBezTo>
                  <a:pt x="11433" y="33789"/>
                  <a:pt x="14273" y="35435"/>
                  <a:pt x="17914" y="35610"/>
                </a:cubicBezTo>
                <a:cubicBezTo>
                  <a:pt x="21614" y="35726"/>
                  <a:pt x="25604" y="34416"/>
                  <a:pt x="29930" y="31517"/>
                </a:cubicBezTo>
                <a:cubicBezTo>
                  <a:pt x="34241" y="28663"/>
                  <a:pt x="37037" y="25488"/>
                  <a:pt x="38348" y="22065"/>
                </a:cubicBezTo>
                <a:cubicBezTo>
                  <a:pt x="39601" y="18657"/>
                  <a:pt x="39193" y="15351"/>
                  <a:pt x="37154" y="12278"/>
                </a:cubicBezTo>
                <a:cubicBezTo>
                  <a:pt x="35042" y="9146"/>
                  <a:pt x="32202" y="7501"/>
                  <a:pt x="28561" y="7384"/>
                </a:cubicBezTo>
                <a:cubicBezTo>
                  <a:pt x="24920" y="7224"/>
                  <a:pt x="20929" y="8578"/>
                  <a:pt x="16603" y="11491"/>
                </a:cubicBezTo>
                <a:close/>
                <a:moveTo>
                  <a:pt x="16603" y="114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918D2-4579-48DD-8F92-12263ECF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257" y="1090083"/>
            <a:ext cx="53713" cy="38916"/>
          </a:xfrm>
          <a:custGeom xmlns:a="http://schemas.openxmlformats.org/drawingml/2006/main">
            <a:pathLst>
              <a:path w="53713" h="38916">
                <a:moveTo>
                  <a:pt x="35843" y="9219"/>
                </a:moveTo>
                <a:lnTo>
                  <a:pt x="39717" y="15132"/>
                </a:lnTo>
                <a:lnTo>
                  <a:pt x="3874" y="38916"/>
                </a:lnTo>
                <a:lnTo>
                  <a:pt x="0" y="32988"/>
                </a:lnTo>
                <a:lnTo>
                  <a:pt x="35843" y="9219"/>
                </a:lnTo>
                <a:close/>
                <a:moveTo>
                  <a:pt x="49781" y="0"/>
                </a:moveTo>
                <a:lnTo>
                  <a:pt x="53713" y="5855"/>
                </a:lnTo>
                <a:lnTo>
                  <a:pt x="46198" y="10807"/>
                </a:lnTo>
                <a:lnTo>
                  <a:pt x="42339" y="4952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6A558-F90B-4834-9DBF-BDEE24B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544" y="1118979"/>
            <a:ext cx="47494" cy="50349"/>
          </a:xfrm>
          <a:custGeom xmlns:a="http://schemas.openxmlformats.org/drawingml/2006/main">
            <a:pathLst>
              <a:path w="47494" h="50349">
                <a:moveTo>
                  <a:pt x="26624" y="26682"/>
                </a:moveTo>
                <a:cubicBezTo>
                  <a:pt x="23434" y="21905"/>
                  <a:pt x="20711" y="19007"/>
                  <a:pt x="18424" y="17871"/>
                </a:cubicBezTo>
                <a:cubicBezTo>
                  <a:pt x="16094" y="16734"/>
                  <a:pt x="13647" y="17069"/>
                  <a:pt x="11040" y="18774"/>
                </a:cubicBezTo>
                <a:cubicBezTo>
                  <a:pt x="8928" y="20201"/>
                  <a:pt x="7734" y="21963"/>
                  <a:pt x="7399" y="24177"/>
                </a:cubicBezTo>
                <a:cubicBezTo>
                  <a:pt x="7107" y="26347"/>
                  <a:pt x="7734" y="28619"/>
                  <a:pt x="9263" y="31008"/>
                </a:cubicBezTo>
                <a:cubicBezTo>
                  <a:pt x="11491" y="34255"/>
                  <a:pt x="14331" y="36134"/>
                  <a:pt x="17972" y="36586"/>
                </a:cubicBezTo>
                <a:cubicBezTo>
                  <a:pt x="21614" y="36979"/>
                  <a:pt x="25313" y="35959"/>
                  <a:pt x="29187" y="33396"/>
                </a:cubicBezTo>
                <a:lnTo>
                  <a:pt x="30498" y="32551"/>
                </a:lnTo>
                <a:lnTo>
                  <a:pt x="26624" y="26682"/>
                </a:lnTo>
                <a:close/>
                <a:moveTo>
                  <a:pt x="36804" y="36819"/>
                </a:moveTo>
                <a:lnTo>
                  <a:pt x="16385" y="50349"/>
                </a:lnTo>
                <a:lnTo>
                  <a:pt x="12453" y="44494"/>
                </a:lnTo>
                <a:lnTo>
                  <a:pt x="17914" y="40853"/>
                </a:lnTo>
                <a:cubicBezTo>
                  <a:pt x="14841" y="40970"/>
                  <a:pt x="12118" y="40343"/>
                  <a:pt x="9787" y="39033"/>
                </a:cubicBezTo>
                <a:cubicBezTo>
                  <a:pt x="7399" y="37722"/>
                  <a:pt x="5229" y="35610"/>
                  <a:pt x="3292" y="32712"/>
                </a:cubicBezTo>
                <a:cubicBezTo>
                  <a:pt x="903" y="29012"/>
                  <a:pt x="0" y="25429"/>
                  <a:pt x="626" y="21905"/>
                </a:cubicBezTo>
                <a:cubicBezTo>
                  <a:pt x="1253" y="18380"/>
                  <a:pt x="3292" y="15482"/>
                  <a:pt x="6714" y="13152"/>
                </a:cubicBezTo>
                <a:cubicBezTo>
                  <a:pt x="10749" y="10472"/>
                  <a:pt x="14681" y="9846"/>
                  <a:pt x="18540" y="11156"/>
                </a:cubicBezTo>
                <a:cubicBezTo>
                  <a:pt x="22356" y="12525"/>
                  <a:pt x="26056" y="15875"/>
                  <a:pt x="29580" y="21220"/>
                </a:cubicBezTo>
                <a:lnTo>
                  <a:pt x="35100" y="29478"/>
                </a:lnTo>
                <a:lnTo>
                  <a:pt x="35668" y="29071"/>
                </a:lnTo>
                <a:cubicBezTo>
                  <a:pt x="38392" y="27308"/>
                  <a:pt x="39877" y="24978"/>
                  <a:pt x="40169" y="22254"/>
                </a:cubicBezTo>
                <a:cubicBezTo>
                  <a:pt x="40504" y="19458"/>
                  <a:pt x="39586" y="16501"/>
                  <a:pt x="37430" y="13254"/>
                </a:cubicBezTo>
                <a:cubicBezTo>
                  <a:pt x="36061" y="11215"/>
                  <a:pt x="34474" y="9394"/>
                  <a:pt x="32712" y="7734"/>
                </a:cubicBezTo>
                <a:cubicBezTo>
                  <a:pt x="30949" y="6146"/>
                  <a:pt x="28954" y="4777"/>
                  <a:pt x="26798" y="3641"/>
                </a:cubicBezTo>
                <a:lnTo>
                  <a:pt x="32260" y="0"/>
                </a:lnTo>
                <a:cubicBezTo>
                  <a:pt x="34532" y="1602"/>
                  <a:pt x="36527" y="3306"/>
                  <a:pt x="38290" y="5068"/>
                </a:cubicBezTo>
                <a:cubicBezTo>
                  <a:pt x="40052" y="6831"/>
                  <a:pt x="41523" y="8651"/>
                  <a:pt x="42834" y="10530"/>
                </a:cubicBezTo>
                <a:cubicBezTo>
                  <a:pt x="46257" y="15759"/>
                  <a:pt x="47494" y="20478"/>
                  <a:pt x="46475" y="24861"/>
                </a:cubicBezTo>
                <a:cubicBezTo>
                  <a:pt x="45514" y="29187"/>
                  <a:pt x="42266" y="33178"/>
                  <a:pt x="36804" y="36819"/>
                </a:cubicBezTo>
                <a:close/>
                <a:moveTo>
                  <a:pt x="36804" y="368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29262-2AD6-437F-A7EA-3EAEC7D1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115" y="1150045"/>
            <a:ext cx="65321" cy="63268"/>
          </a:xfrm>
          <a:custGeom xmlns:a="http://schemas.openxmlformats.org/drawingml/2006/main">
            <a:pathLst>
              <a:path w="65321" h="63268">
                <a:moveTo>
                  <a:pt x="46766" y="9962"/>
                </a:moveTo>
                <a:lnTo>
                  <a:pt x="9612" y="34590"/>
                </a:lnTo>
                <a:lnTo>
                  <a:pt x="14797" y="42441"/>
                </a:lnTo>
                <a:cubicBezTo>
                  <a:pt x="19181" y="49038"/>
                  <a:pt x="23900" y="52854"/>
                  <a:pt x="28910" y="53932"/>
                </a:cubicBezTo>
                <a:cubicBezTo>
                  <a:pt x="33906" y="55010"/>
                  <a:pt x="39659" y="53422"/>
                  <a:pt x="46082" y="49155"/>
                </a:cubicBezTo>
                <a:cubicBezTo>
                  <a:pt x="52461" y="44887"/>
                  <a:pt x="56160" y="40227"/>
                  <a:pt x="57122" y="35217"/>
                </a:cubicBezTo>
                <a:cubicBezTo>
                  <a:pt x="58039" y="30207"/>
                  <a:pt x="56321" y="24352"/>
                  <a:pt x="51951" y="17754"/>
                </a:cubicBezTo>
                <a:lnTo>
                  <a:pt x="46766" y="9962"/>
                </a:lnTo>
                <a:close/>
                <a:moveTo>
                  <a:pt x="47786" y="0"/>
                </a:moveTo>
                <a:lnTo>
                  <a:pt x="56612" y="13254"/>
                </a:lnTo>
                <a:cubicBezTo>
                  <a:pt x="62758" y="22531"/>
                  <a:pt x="65321" y="30614"/>
                  <a:pt x="64345" y="37489"/>
                </a:cubicBezTo>
                <a:cubicBezTo>
                  <a:pt x="63384" y="44378"/>
                  <a:pt x="58826" y="50524"/>
                  <a:pt x="50640" y="55986"/>
                </a:cubicBezTo>
                <a:cubicBezTo>
                  <a:pt x="42382" y="61447"/>
                  <a:pt x="34882" y="63268"/>
                  <a:pt x="28109" y="61447"/>
                </a:cubicBezTo>
                <a:cubicBezTo>
                  <a:pt x="21395" y="59685"/>
                  <a:pt x="14972" y="54165"/>
                  <a:pt x="8826" y="44946"/>
                </a:cubicBezTo>
                <a:lnTo>
                  <a:pt x="0" y="31692"/>
                </a:lnTo>
                <a:lnTo>
                  <a:pt x="47786" y="0"/>
                </a:lnTo>
                <a:close/>
                <a:moveTo>
                  <a:pt x="477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7A756-13E6-48EB-A6AE-2236DB24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452" y="1198908"/>
            <a:ext cx="53713" cy="38916"/>
          </a:xfrm>
          <a:custGeom xmlns:a="http://schemas.openxmlformats.org/drawingml/2006/main">
            <a:pathLst>
              <a:path w="53713" h="38916">
                <a:moveTo>
                  <a:pt x="35843" y="9219"/>
                </a:moveTo>
                <a:lnTo>
                  <a:pt x="39775" y="15147"/>
                </a:lnTo>
                <a:lnTo>
                  <a:pt x="3932" y="38916"/>
                </a:lnTo>
                <a:lnTo>
                  <a:pt x="0" y="33003"/>
                </a:lnTo>
                <a:lnTo>
                  <a:pt x="35843" y="9219"/>
                </a:lnTo>
                <a:close/>
                <a:moveTo>
                  <a:pt x="49781" y="0"/>
                </a:moveTo>
                <a:lnTo>
                  <a:pt x="53713" y="5869"/>
                </a:lnTo>
                <a:lnTo>
                  <a:pt x="46257" y="10821"/>
                </a:lnTo>
                <a:lnTo>
                  <a:pt x="42339" y="4952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D29B0-83AE-4104-9B3C-A5864E82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119" y="1227644"/>
            <a:ext cx="50349" cy="43358"/>
          </a:xfrm>
          <a:custGeom xmlns:a="http://schemas.openxmlformats.org/drawingml/2006/main">
            <a:pathLst>
              <a:path w="50349" h="43358">
                <a:moveTo>
                  <a:pt x="50349" y="22240"/>
                </a:moveTo>
                <a:lnTo>
                  <a:pt x="44771" y="25939"/>
                </a:lnTo>
                <a:cubicBezTo>
                  <a:pt x="44552" y="23725"/>
                  <a:pt x="44043" y="21570"/>
                  <a:pt x="43242" y="19516"/>
                </a:cubicBezTo>
                <a:cubicBezTo>
                  <a:pt x="42499" y="17404"/>
                  <a:pt x="41479" y="15424"/>
                  <a:pt x="40227" y="13487"/>
                </a:cubicBezTo>
                <a:cubicBezTo>
                  <a:pt x="38290" y="10588"/>
                  <a:pt x="36353" y="8710"/>
                  <a:pt x="34532" y="7792"/>
                </a:cubicBezTo>
                <a:cubicBezTo>
                  <a:pt x="32653" y="6947"/>
                  <a:pt x="30833" y="7107"/>
                  <a:pt x="29012" y="8302"/>
                </a:cubicBezTo>
                <a:cubicBezTo>
                  <a:pt x="27658" y="9219"/>
                  <a:pt x="26915" y="10472"/>
                  <a:pt x="26857" y="12001"/>
                </a:cubicBezTo>
                <a:cubicBezTo>
                  <a:pt x="26740" y="13545"/>
                  <a:pt x="27425" y="16166"/>
                  <a:pt x="28794" y="19808"/>
                </a:cubicBezTo>
                <a:lnTo>
                  <a:pt x="29697" y="22080"/>
                </a:lnTo>
                <a:cubicBezTo>
                  <a:pt x="31576" y="26857"/>
                  <a:pt x="32260" y="30673"/>
                  <a:pt x="31809" y="33513"/>
                </a:cubicBezTo>
                <a:cubicBezTo>
                  <a:pt x="31343" y="36353"/>
                  <a:pt x="29639" y="38741"/>
                  <a:pt x="26740" y="40678"/>
                </a:cubicBezTo>
                <a:cubicBezTo>
                  <a:pt x="23434" y="42892"/>
                  <a:pt x="19910" y="43358"/>
                  <a:pt x="16210" y="41989"/>
                </a:cubicBezTo>
                <a:cubicBezTo>
                  <a:pt x="12511" y="40620"/>
                  <a:pt x="9161" y="37664"/>
                  <a:pt x="6088" y="33061"/>
                </a:cubicBezTo>
                <a:cubicBezTo>
                  <a:pt x="4835" y="31124"/>
                  <a:pt x="3699" y="29012"/>
                  <a:pt x="2680" y="26682"/>
                </a:cubicBezTo>
                <a:cubicBezTo>
                  <a:pt x="1646" y="24352"/>
                  <a:pt x="801" y="21788"/>
                  <a:pt x="0" y="19007"/>
                </a:cubicBezTo>
                <a:lnTo>
                  <a:pt x="6088" y="14958"/>
                </a:lnTo>
                <a:cubicBezTo>
                  <a:pt x="6379" y="17929"/>
                  <a:pt x="6947" y="20594"/>
                  <a:pt x="7792" y="23099"/>
                </a:cubicBezTo>
                <a:cubicBezTo>
                  <a:pt x="8651" y="25546"/>
                  <a:pt x="9729" y="27818"/>
                  <a:pt x="11098" y="29930"/>
                </a:cubicBezTo>
                <a:cubicBezTo>
                  <a:pt x="12977" y="32712"/>
                  <a:pt x="14856" y="34532"/>
                  <a:pt x="16778" y="35391"/>
                </a:cubicBezTo>
                <a:cubicBezTo>
                  <a:pt x="18715" y="36236"/>
                  <a:pt x="20536" y="36076"/>
                  <a:pt x="22298" y="34940"/>
                </a:cubicBezTo>
                <a:cubicBezTo>
                  <a:pt x="23900" y="33906"/>
                  <a:pt x="24745" y="32537"/>
                  <a:pt x="24861" y="30891"/>
                </a:cubicBezTo>
                <a:cubicBezTo>
                  <a:pt x="25036" y="29245"/>
                  <a:pt x="24293" y="26347"/>
                  <a:pt x="22648" y="22196"/>
                </a:cubicBezTo>
                <a:lnTo>
                  <a:pt x="21788" y="19808"/>
                </a:lnTo>
                <a:cubicBezTo>
                  <a:pt x="20143" y="15642"/>
                  <a:pt x="19516" y="12234"/>
                  <a:pt x="20026" y="9554"/>
                </a:cubicBezTo>
                <a:cubicBezTo>
                  <a:pt x="20594" y="6889"/>
                  <a:pt x="22196" y="4617"/>
                  <a:pt x="24978" y="2796"/>
                </a:cubicBezTo>
                <a:cubicBezTo>
                  <a:pt x="28328" y="568"/>
                  <a:pt x="31750" y="0"/>
                  <a:pt x="35158" y="1194"/>
                </a:cubicBezTo>
                <a:cubicBezTo>
                  <a:pt x="38581" y="2330"/>
                  <a:pt x="41756" y="5127"/>
                  <a:pt x="44669" y="9554"/>
                </a:cubicBezTo>
                <a:cubicBezTo>
                  <a:pt x="46140" y="11724"/>
                  <a:pt x="47334" y="13880"/>
                  <a:pt x="48252" y="15992"/>
                </a:cubicBezTo>
                <a:cubicBezTo>
                  <a:pt x="49213" y="18147"/>
                  <a:pt x="49956" y="20201"/>
                  <a:pt x="50349" y="22240"/>
                </a:cubicBezTo>
                <a:close/>
                <a:moveTo>
                  <a:pt x="50349" y="222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1EC1E-6DEF-49C5-BC0A-6A9541FA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543" y="1264506"/>
            <a:ext cx="47218" cy="44669"/>
          </a:xfrm>
          <a:custGeom xmlns:a="http://schemas.openxmlformats.org/drawingml/2006/main">
            <a:pathLst>
              <a:path w="47218" h="44669">
                <a:moveTo>
                  <a:pt x="47218" y="22706"/>
                </a:moveTo>
                <a:lnTo>
                  <a:pt x="41698" y="26347"/>
                </a:lnTo>
                <a:cubicBezTo>
                  <a:pt x="41523" y="24075"/>
                  <a:pt x="41130" y="21963"/>
                  <a:pt x="40445" y="19968"/>
                </a:cubicBezTo>
                <a:cubicBezTo>
                  <a:pt x="39819" y="17987"/>
                  <a:pt x="38916" y="16166"/>
                  <a:pt x="37780" y="14462"/>
                </a:cubicBezTo>
                <a:cubicBezTo>
                  <a:pt x="35275" y="10647"/>
                  <a:pt x="32085" y="8476"/>
                  <a:pt x="28211" y="7967"/>
                </a:cubicBezTo>
                <a:cubicBezTo>
                  <a:pt x="24410" y="7457"/>
                  <a:pt x="20303" y="8651"/>
                  <a:pt x="15933" y="11550"/>
                </a:cubicBezTo>
                <a:cubicBezTo>
                  <a:pt x="11608" y="14462"/>
                  <a:pt x="8870" y="17754"/>
                  <a:pt x="7850" y="21453"/>
                </a:cubicBezTo>
                <a:cubicBezTo>
                  <a:pt x="6831" y="25211"/>
                  <a:pt x="7617" y="28969"/>
                  <a:pt x="10122" y="32770"/>
                </a:cubicBezTo>
                <a:cubicBezTo>
                  <a:pt x="11258" y="34488"/>
                  <a:pt x="12627" y="36018"/>
                  <a:pt x="14171" y="37387"/>
                </a:cubicBezTo>
                <a:cubicBezTo>
                  <a:pt x="15759" y="38756"/>
                  <a:pt x="17579" y="39994"/>
                  <a:pt x="19575" y="41028"/>
                </a:cubicBezTo>
                <a:lnTo>
                  <a:pt x="14113" y="44669"/>
                </a:lnTo>
                <a:cubicBezTo>
                  <a:pt x="12292" y="43533"/>
                  <a:pt x="10574" y="42222"/>
                  <a:pt x="9044" y="40678"/>
                </a:cubicBezTo>
                <a:cubicBezTo>
                  <a:pt x="7457" y="39207"/>
                  <a:pt x="6030" y="37445"/>
                  <a:pt x="4719" y="35450"/>
                </a:cubicBezTo>
                <a:cubicBezTo>
                  <a:pt x="1136" y="30046"/>
                  <a:pt x="0" y="24643"/>
                  <a:pt x="1253" y="19240"/>
                </a:cubicBezTo>
                <a:cubicBezTo>
                  <a:pt x="2563" y="13778"/>
                  <a:pt x="6088" y="9161"/>
                  <a:pt x="11826" y="5360"/>
                </a:cubicBezTo>
                <a:cubicBezTo>
                  <a:pt x="17696" y="1486"/>
                  <a:pt x="23318" y="0"/>
                  <a:pt x="28779" y="1034"/>
                </a:cubicBezTo>
                <a:cubicBezTo>
                  <a:pt x="34299" y="1995"/>
                  <a:pt x="38916" y="5301"/>
                  <a:pt x="42615" y="10865"/>
                </a:cubicBezTo>
                <a:cubicBezTo>
                  <a:pt x="43810" y="12686"/>
                  <a:pt x="44771" y="14564"/>
                  <a:pt x="45572" y="16560"/>
                </a:cubicBezTo>
                <a:cubicBezTo>
                  <a:pt x="46373" y="18555"/>
                  <a:pt x="46883" y="20594"/>
                  <a:pt x="47218" y="22706"/>
                </a:cubicBezTo>
                <a:close/>
                <a:moveTo>
                  <a:pt x="47218" y="227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A0C3D-2378-425C-B163-7855D0C3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977" y="1300349"/>
            <a:ext cx="46431" cy="43926"/>
          </a:xfrm>
          <a:custGeom xmlns:a="http://schemas.openxmlformats.org/drawingml/2006/main">
            <a:pathLst>
              <a:path w="46431" h="43926">
                <a:moveTo>
                  <a:pt x="37037" y="12802"/>
                </a:moveTo>
                <a:cubicBezTo>
                  <a:pt x="34940" y="9612"/>
                  <a:pt x="32085" y="7967"/>
                  <a:pt x="28386" y="7748"/>
                </a:cubicBezTo>
                <a:cubicBezTo>
                  <a:pt x="24701" y="7573"/>
                  <a:pt x="20711" y="8884"/>
                  <a:pt x="16443" y="11724"/>
                </a:cubicBezTo>
                <a:cubicBezTo>
                  <a:pt x="12118" y="14564"/>
                  <a:pt x="9394" y="17754"/>
                  <a:pt x="8141" y="21162"/>
                </a:cubicBezTo>
                <a:cubicBezTo>
                  <a:pt x="6889" y="24643"/>
                  <a:pt x="7282" y="27993"/>
                  <a:pt x="9394" y="31124"/>
                </a:cubicBezTo>
                <a:cubicBezTo>
                  <a:pt x="11491" y="34314"/>
                  <a:pt x="14346" y="35959"/>
                  <a:pt x="18045" y="36134"/>
                </a:cubicBezTo>
                <a:cubicBezTo>
                  <a:pt x="21730" y="36353"/>
                  <a:pt x="25721" y="34998"/>
                  <a:pt x="29988" y="32202"/>
                </a:cubicBezTo>
                <a:cubicBezTo>
                  <a:pt x="34255" y="29362"/>
                  <a:pt x="36979" y="26230"/>
                  <a:pt x="38290" y="22706"/>
                </a:cubicBezTo>
                <a:cubicBezTo>
                  <a:pt x="39542" y="19240"/>
                  <a:pt x="39149" y="15933"/>
                  <a:pt x="37037" y="12802"/>
                </a:cubicBezTo>
                <a:close/>
                <a:moveTo>
                  <a:pt x="42047" y="9511"/>
                </a:moveTo>
                <a:cubicBezTo>
                  <a:pt x="45397" y="14623"/>
                  <a:pt x="46431" y="19749"/>
                  <a:pt x="45062" y="24861"/>
                </a:cubicBezTo>
                <a:cubicBezTo>
                  <a:pt x="43635" y="29988"/>
                  <a:pt x="39994" y="34532"/>
                  <a:pt x="34139" y="38406"/>
                </a:cubicBezTo>
                <a:cubicBezTo>
                  <a:pt x="28284" y="42339"/>
                  <a:pt x="22706" y="43926"/>
                  <a:pt x="17419" y="43183"/>
                </a:cubicBezTo>
                <a:cubicBezTo>
                  <a:pt x="12118" y="42499"/>
                  <a:pt x="7792" y="39601"/>
                  <a:pt x="4384" y="34488"/>
                </a:cubicBezTo>
                <a:cubicBezTo>
                  <a:pt x="976" y="29304"/>
                  <a:pt x="0" y="24177"/>
                  <a:pt x="1369" y="19065"/>
                </a:cubicBezTo>
                <a:cubicBezTo>
                  <a:pt x="2796" y="13938"/>
                  <a:pt x="6437" y="9452"/>
                  <a:pt x="12292" y="5520"/>
                </a:cubicBezTo>
                <a:cubicBezTo>
                  <a:pt x="18205" y="1602"/>
                  <a:pt x="23784" y="0"/>
                  <a:pt x="29012" y="743"/>
                </a:cubicBezTo>
                <a:cubicBezTo>
                  <a:pt x="34314" y="1427"/>
                  <a:pt x="38639" y="4326"/>
                  <a:pt x="42047" y="9511"/>
                </a:cubicBezTo>
                <a:close/>
                <a:moveTo>
                  <a:pt x="42047" y="95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2C88C-16CA-40B9-A754-7ACCCC4B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829" y="1332391"/>
            <a:ext cx="50058" cy="45222"/>
          </a:xfrm>
          <a:custGeom xmlns:a="http://schemas.openxmlformats.org/drawingml/2006/main">
            <a:pathLst>
              <a:path w="50058" h="45222">
                <a:moveTo>
                  <a:pt x="26900" y="0"/>
                </a:moveTo>
                <a:lnTo>
                  <a:pt x="31066" y="6248"/>
                </a:lnTo>
                <a:lnTo>
                  <a:pt x="8418" y="37430"/>
                </a:lnTo>
                <a:lnTo>
                  <a:pt x="45907" y="28663"/>
                </a:lnTo>
                <a:lnTo>
                  <a:pt x="50058" y="34867"/>
                </a:lnTo>
                <a:lnTo>
                  <a:pt x="5287" y="45222"/>
                </a:lnTo>
                <a:lnTo>
                  <a:pt x="0" y="37197"/>
                </a:lnTo>
                <a:lnTo>
                  <a:pt x="26900" y="0"/>
                </a:lnTo>
                <a:close/>
                <a:moveTo>
                  <a:pt x="269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B5669-7FD9-42B4-A032-86ECB9EF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006" y="1379550"/>
            <a:ext cx="46257" cy="47728"/>
          </a:xfrm>
          <a:custGeom xmlns:a="http://schemas.openxmlformats.org/drawingml/2006/main">
            <a:pathLst>
              <a:path w="46257" h="47728">
                <a:moveTo>
                  <a:pt x="35158" y="37430"/>
                </a:moveTo>
                <a:lnTo>
                  <a:pt x="32318" y="39309"/>
                </a:lnTo>
                <a:lnTo>
                  <a:pt x="14331" y="12292"/>
                </a:lnTo>
                <a:cubicBezTo>
                  <a:pt x="10472" y="15191"/>
                  <a:pt x="8185" y="18482"/>
                  <a:pt x="7515" y="22065"/>
                </a:cubicBezTo>
                <a:cubicBezTo>
                  <a:pt x="6831" y="25662"/>
                  <a:pt x="7792" y="29406"/>
                  <a:pt x="10355" y="33338"/>
                </a:cubicBezTo>
                <a:cubicBezTo>
                  <a:pt x="11885" y="35552"/>
                  <a:pt x="13603" y="37605"/>
                  <a:pt x="15584" y="39368"/>
                </a:cubicBezTo>
                <a:cubicBezTo>
                  <a:pt x="17521" y="41072"/>
                  <a:pt x="19735" y="42674"/>
                  <a:pt x="22240" y="44028"/>
                </a:cubicBezTo>
                <a:lnTo>
                  <a:pt x="16662" y="47728"/>
                </a:lnTo>
                <a:cubicBezTo>
                  <a:pt x="14390" y="46198"/>
                  <a:pt x="12292" y="44480"/>
                  <a:pt x="10355" y="42557"/>
                </a:cubicBezTo>
                <a:cubicBezTo>
                  <a:pt x="8360" y="40678"/>
                  <a:pt x="6656" y="38567"/>
                  <a:pt x="5112" y="36294"/>
                </a:cubicBezTo>
                <a:cubicBezTo>
                  <a:pt x="1369" y="30542"/>
                  <a:pt x="0" y="24920"/>
                  <a:pt x="1136" y="19400"/>
                </a:cubicBezTo>
                <a:cubicBezTo>
                  <a:pt x="2214" y="13822"/>
                  <a:pt x="5636" y="9161"/>
                  <a:pt x="11317" y="5403"/>
                </a:cubicBezTo>
                <a:cubicBezTo>
                  <a:pt x="17186" y="1529"/>
                  <a:pt x="22866" y="0"/>
                  <a:pt x="28386" y="903"/>
                </a:cubicBezTo>
                <a:cubicBezTo>
                  <a:pt x="33964" y="1762"/>
                  <a:pt x="38508" y="4894"/>
                  <a:pt x="42106" y="10297"/>
                </a:cubicBezTo>
                <a:cubicBezTo>
                  <a:pt x="45281" y="15132"/>
                  <a:pt x="46257" y="19968"/>
                  <a:pt x="45004" y="24803"/>
                </a:cubicBezTo>
                <a:cubicBezTo>
                  <a:pt x="43810" y="29697"/>
                  <a:pt x="40504" y="33906"/>
                  <a:pt x="35158" y="37430"/>
                </a:cubicBezTo>
                <a:close/>
                <a:moveTo>
                  <a:pt x="33003" y="30381"/>
                </a:moveTo>
                <a:cubicBezTo>
                  <a:pt x="36178" y="28211"/>
                  <a:pt x="38173" y="25604"/>
                  <a:pt x="38916" y="22589"/>
                </a:cubicBezTo>
                <a:cubicBezTo>
                  <a:pt x="39659" y="19516"/>
                  <a:pt x="39091" y="16560"/>
                  <a:pt x="37154" y="13647"/>
                </a:cubicBezTo>
                <a:cubicBezTo>
                  <a:pt x="34984" y="10355"/>
                  <a:pt x="32318" y="8360"/>
                  <a:pt x="29129" y="7617"/>
                </a:cubicBezTo>
                <a:cubicBezTo>
                  <a:pt x="25939" y="6874"/>
                  <a:pt x="22589" y="7501"/>
                  <a:pt x="19007" y="9438"/>
                </a:cubicBezTo>
                <a:lnTo>
                  <a:pt x="33003" y="30381"/>
                </a:lnTo>
                <a:close/>
                <a:moveTo>
                  <a:pt x="33003" y="303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E16F6-D6D6-4861-89B0-D1AB4FFF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028" y="1415510"/>
            <a:ext cx="50291" cy="29697"/>
          </a:xfrm>
          <a:custGeom xmlns:a="http://schemas.openxmlformats.org/drawingml/2006/main">
            <a:pathLst>
              <a:path w="50291" h="29697">
                <a:moveTo>
                  <a:pt x="44319" y="24628"/>
                </a:moveTo>
                <a:cubicBezTo>
                  <a:pt x="44203" y="23711"/>
                  <a:pt x="44028" y="22808"/>
                  <a:pt x="43693" y="21890"/>
                </a:cubicBezTo>
                <a:cubicBezTo>
                  <a:pt x="43344" y="20987"/>
                  <a:pt x="42892" y="20070"/>
                  <a:pt x="42266" y="19167"/>
                </a:cubicBezTo>
                <a:cubicBezTo>
                  <a:pt x="40052" y="15802"/>
                  <a:pt x="37256" y="13996"/>
                  <a:pt x="33906" y="13647"/>
                </a:cubicBezTo>
                <a:cubicBezTo>
                  <a:pt x="30600" y="13312"/>
                  <a:pt x="26900" y="14448"/>
                  <a:pt x="22808" y="17171"/>
                </a:cubicBezTo>
                <a:lnTo>
                  <a:pt x="3918" y="29697"/>
                </a:lnTo>
                <a:lnTo>
                  <a:pt x="0" y="23769"/>
                </a:lnTo>
                <a:lnTo>
                  <a:pt x="35843" y="0"/>
                </a:lnTo>
                <a:lnTo>
                  <a:pt x="39761" y="5913"/>
                </a:lnTo>
                <a:lnTo>
                  <a:pt x="34183" y="9612"/>
                </a:lnTo>
                <a:cubicBezTo>
                  <a:pt x="37197" y="9379"/>
                  <a:pt x="39877" y="9947"/>
                  <a:pt x="42266" y="11200"/>
                </a:cubicBezTo>
                <a:cubicBezTo>
                  <a:pt x="44654" y="12511"/>
                  <a:pt x="46766" y="14564"/>
                  <a:pt x="48631" y="17404"/>
                </a:cubicBezTo>
                <a:cubicBezTo>
                  <a:pt x="48922" y="17798"/>
                  <a:pt x="49213" y="18249"/>
                  <a:pt x="49432" y="18832"/>
                </a:cubicBezTo>
                <a:cubicBezTo>
                  <a:pt x="49723" y="19342"/>
                  <a:pt x="50000" y="19910"/>
                  <a:pt x="50291" y="20594"/>
                </a:cubicBezTo>
                <a:lnTo>
                  <a:pt x="44319" y="24628"/>
                </a:lnTo>
                <a:close/>
                <a:moveTo>
                  <a:pt x="44319" y="246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2C9CB-A479-4169-B4D8-1F2E4709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771" y="1438434"/>
            <a:ext cx="70492" cy="46533"/>
          </a:xfrm>
          <a:custGeom xmlns:a="http://schemas.openxmlformats.org/drawingml/2006/main">
            <a:pathLst>
              <a:path w="70492" h="46533">
                <a:moveTo>
                  <a:pt x="20885" y="45106"/>
                </a:moveTo>
                <a:cubicBezTo>
                  <a:pt x="15482" y="46300"/>
                  <a:pt x="11666" y="46533"/>
                  <a:pt x="9278" y="45790"/>
                </a:cubicBezTo>
                <a:cubicBezTo>
                  <a:pt x="6947" y="45106"/>
                  <a:pt x="4894" y="43402"/>
                  <a:pt x="3131" y="40795"/>
                </a:cubicBezTo>
                <a:lnTo>
                  <a:pt x="0" y="36061"/>
                </a:lnTo>
                <a:lnTo>
                  <a:pt x="4952" y="32770"/>
                </a:lnTo>
                <a:lnTo>
                  <a:pt x="7239" y="36236"/>
                </a:lnTo>
                <a:cubicBezTo>
                  <a:pt x="8316" y="37882"/>
                  <a:pt x="9511" y="38858"/>
                  <a:pt x="10880" y="39251"/>
                </a:cubicBezTo>
                <a:cubicBezTo>
                  <a:pt x="12234" y="39644"/>
                  <a:pt x="14739" y="39426"/>
                  <a:pt x="18322" y="38625"/>
                </a:cubicBezTo>
                <a:lnTo>
                  <a:pt x="21686" y="37882"/>
                </a:lnTo>
                <a:lnTo>
                  <a:pt x="47334" y="0"/>
                </a:lnTo>
                <a:lnTo>
                  <a:pt x="51500" y="6248"/>
                </a:lnTo>
                <a:lnTo>
                  <a:pt x="30906" y="36061"/>
                </a:lnTo>
                <a:lnTo>
                  <a:pt x="66341" y="28677"/>
                </a:lnTo>
                <a:lnTo>
                  <a:pt x="70492" y="34867"/>
                </a:lnTo>
                <a:lnTo>
                  <a:pt x="20885" y="45106"/>
                </a:lnTo>
                <a:close/>
                <a:moveTo>
                  <a:pt x="20885" y="451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CA77C-A859-4FD6-8443-40D41E4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143" y="1491347"/>
            <a:ext cx="12627" cy="12118"/>
          </a:xfrm>
          <a:custGeom xmlns:a="http://schemas.openxmlformats.org/drawingml/2006/main">
            <a:pathLst>
              <a:path w="12627" h="12118">
                <a:moveTo>
                  <a:pt x="8127" y="0"/>
                </a:moveTo>
                <a:lnTo>
                  <a:pt x="12627" y="6714"/>
                </a:lnTo>
                <a:lnTo>
                  <a:pt x="4486" y="12118"/>
                </a:lnTo>
                <a:lnTo>
                  <a:pt x="0" y="5345"/>
                </a:lnTo>
                <a:lnTo>
                  <a:pt x="8127" y="0"/>
                </a:lnTo>
                <a:close/>
                <a:moveTo>
                  <a:pt x="812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CAE02-161B-4773-9BFC-10449E68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697" y="1497595"/>
            <a:ext cx="64739" cy="57238"/>
          </a:xfrm>
          <a:custGeom xmlns:a="http://schemas.openxmlformats.org/drawingml/2006/main">
            <a:pathLst>
              <a:path w="64739" h="57238">
                <a:moveTo>
                  <a:pt x="55927" y="7850"/>
                </a:moveTo>
                <a:lnTo>
                  <a:pt x="26347" y="14856"/>
                </a:lnTo>
                <a:lnTo>
                  <a:pt x="37955" y="32435"/>
                </a:lnTo>
                <a:lnTo>
                  <a:pt x="55927" y="7850"/>
                </a:lnTo>
                <a:close/>
                <a:moveTo>
                  <a:pt x="59845" y="0"/>
                </a:moveTo>
                <a:lnTo>
                  <a:pt x="64739" y="7340"/>
                </a:lnTo>
                <a:lnTo>
                  <a:pt x="29012" y="57238"/>
                </a:lnTo>
                <a:lnTo>
                  <a:pt x="24585" y="50524"/>
                </a:lnTo>
                <a:lnTo>
                  <a:pt x="33964" y="38013"/>
                </a:lnTo>
                <a:lnTo>
                  <a:pt x="19633" y="16501"/>
                </a:lnTo>
                <a:lnTo>
                  <a:pt x="4500" y="20259"/>
                </a:lnTo>
                <a:lnTo>
                  <a:pt x="0" y="13487"/>
                </a:lnTo>
                <a:lnTo>
                  <a:pt x="59845" y="0"/>
                </a:lnTo>
                <a:close/>
                <a:moveTo>
                  <a:pt x="5984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71493-22E5-4B7C-9A5F-72F5F4C7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71" y="1532928"/>
            <a:ext cx="64404" cy="55476"/>
          </a:xfrm>
          <a:custGeom xmlns:a="http://schemas.openxmlformats.org/drawingml/2006/main">
            <a:pathLst>
              <a:path w="64404" h="55476">
                <a:moveTo>
                  <a:pt x="64404" y="26857"/>
                </a:moveTo>
                <a:lnTo>
                  <a:pt x="58097" y="31066"/>
                </a:lnTo>
                <a:cubicBezTo>
                  <a:pt x="57631" y="27818"/>
                  <a:pt x="56947" y="24920"/>
                  <a:pt x="56102" y="22356"/>
                </a:cubicBezTo>
                <a:cubicBezTo>
                  <a:pt x="55243" y="19793"/>
                  <a:pt x="54107" y="17521"/>
                  <a:pt x="52796" y="15482"/>
                </a:cubicBezTo>
                <a:cubicBezTo>
                  <a:pt x="50466" y="11943"/>
                  <a:pt x="47961" y="9671"/>
                  <a:pt x="45354" y="8710"/>
                </a:cubicBezTo>
                <a:cubicBezTo>
                  <a:pt x="42732" y="7675"/>
                  <a:pt x="40110" y="8025"/>
                  <a:pt x="37605" y="9671"/>
                </a:cubicBezTo>
                <a:cubicBezTo>
                  <a:pt x="35508" y="11098"/>
                  <a:pt x="34314" y="12802"/>
                  <a:pt x="34081" y="14797"/>
                </a:cubicBezTo>
                <a:cubicBezTo>
                  <a:pt x="33848" y="16734"/>
                  <a:pt x="34590" y="19749"/>
                  <a:pt x="36251" y="23725"/>
                </a:cubicBezTo>
                <a:lnTo>
                  <a:pt x="38071" y="28168"/>
                </a:lnTo>
                <a:cubicBezTo>
                  <a:pt x="40343" y="33571"/>
                  <a:pt x="41086" y="38232"/>
                  <a:pt x="40285" y="42047"/>
                </a:cubicBezTo>
                <a:cubicBezTo>
                  <a:pt x="39484" y="45863"/>
                  <a:pt x="37154" y="49038"/>
                  <a:pt x="33280" y="51660"/>
                </a:cubicBezTo>
                <a:cubicBezTo>
                  <a:pt x="28619" y="54733"/>
                  <a:pt x="24119" y="55476"/>
                  <a:pt x="19633" y="53990"/>
                </a:cubicBezTo>
                <a:cubicBezTo>
                  <a:pt x="15191" y="52461"/>
                  <a:pt x="10982" y="48703"/>
                  <a:pt x="7005" y="42732"/>
                </a:cubicBezTo>
                <a:cubicBezTo>
                  <a:pt x="5520" y="40445"/>
                  <a:pt x="4151" y="37897"/>
                  <a:pt x="3015" y="34984"/>
                </a:cubicBezTo>
                <a:cubicBezTo>
                  <a:pt x="1821" y="32085"/>
                  <a:pt x="801" y="28954"/>
                  <a:pt x="0" y="25546"/>
                </a:cubicBezTo>
                <a:lnTo>
                  <a:pt x="6656" y="21162"/>
                </a:lnTo>
                <a:cubicBezTo>
                  <a:pt x="6947" y="24745"/>
                  <a:pt x="7573" y="28051"/>
                  <a:pt x="8476" y="31066"/>
                </a:cubicBezTo>
                <a:cubicBezTo>
                  <a:pt x="9394" y="34081"/>
                  <a:pt x="10647" y="36804"/>
                  <a:pt x="12292" y="39193"/>
                </a:cubicBezTo>
                <a:cubicBezTo>
                  <a:pt x="14739" y="42892"/>
                  <a:pt x="17361" y="45281"/>
                  <a:pt x="20084" y="46315"/>
                </a:cubicBezTo>
                <a:cubicBezTo>
                  <a:pt x="22881" y="47393"/>
                  <a:pt x="25662" y="46999"/>
                  <a:pt x="28342" y="45237"/>
                </a:cubicBezTo>
                <a:cubicBezTo>
                  <a:pt x="30673" y="43635"/>
                  <a:pt x="32027" y="41698"/>
                  <a:pt x="32377" y="39426"/>
                </a:cubicBezTo>
                <a:cubicBezTo>
                  <a:pt x="32770" y="37096"/>
                  <a:pt x="32202" y="34081"/>
                  <a:pt x="30673" y="30323"/>
                </a:cubicBezTo>
                <a:lnTo>
                  <a:pt x="28794" y="25881"/>
                </a:lnTo>
                <a:cubicBezTo>
                  <a:pt x="26565" y="20419"/>
                  <a:pt x="25779" y="15933"/>
                  <a:pt x="26405" y="12467"/>
                </a:cubicBezTo>
                <a:cubicBezTo>
                  <a:pt x="27032" y="8928"/>
                  <a:pt x="29129" y="5971"/>
                  <a:pt x="32770" y="3525"/>
                </a:cubicBezTo>
                <a:cubicBezTo>
                  <a:pt x="37037" y="743"/>
                  <a:pt x="41305" y="0"/>
                  <a:pt x="45747" y="1369"/>
                </a:cubicBezTo>
                <a:cubicBezTo>
                  <a:pt x="50131" y="2738"/>
                  <a:pt x="54048" y="6030"/>
                  <a:pt x="57515" y="11258"/>
                </a:cubicBezTo>
                <a:cubicBezTo>
                  <a:pt x="59059" y="13487"/>
                  <a:pt x="60369" y="15933"/>
                  <a:pt x="61447" y="18497"/>
                </a:cubicBezTo>
                <a:cubicBezTo>
                  <a:pt x="62641" y="21104"/>
                  <a:pt x="63603" y="23900"/>
                  <a:pt x="64404" y="26857"/>
                </a:cubicBezTo>
                <a:close/>
                <a:moveTo>
                  <a:pt x="64404" y="268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29ABC-8CB1-4066-991C-E553331F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969" y="1571669"/>
            <a:ext cx="52053" cy="61447"/>
          </a:xfrm>
          <a:custGeom xmlns:a="http://schemas.openxmlformats.org/drawingml/2006/main">
            <a:pathLst>
              <a:path w="52053" h="61447">
                <a:moveTo>
                  <a:pt x="47728" y="0"/>
                </a:moveTo>
                <a:lnTo>
                  <a:pt x="52053" y="6496"/>
                </a:lnTo>
                <a:lnTo>
                  <a:pt x="9729" y="34590"/>
                </a:lnTo>
                <a:lnTo>
                  <a:pt x="25153" y="57864"/>
                </a:lnTo>
                <a:lnTo>
                  <a:pt x="19691" y="61447"/>
                </a:lnTo>
                <a:lnTo>
                  <a:pt x="0" y="31750"/>
                </a:lnTo>
                <a:lnTo>
                  <a:pt x="47728" y="0"/>
                </a:lnTo>
                <a:close/>
                <a:moveTo>
                  <a:pt x="4772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3869C-5C01-4CB5-8EC8-528D5C0D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204" y="1608197"/>
            <a:ext cx="67812" cy="62467"/>
          </a:xfrm>
          <a:custGeom xmlns:a="http://schemas.openxmlformats.org/drawingml/2006/main">
            <a:pathLst>
              <a:path w="67812" h="62467">
                <a:moveTo>
                  <a:pt x="47742" y="0"/>
                </a:moveTo>
                <a:lnTo>
                  <a:pt x="67812" y="30207"/>
                </a:lnTo>
                <a:lnTo>
                  <a:pt x="62350" y="33848"/>
                </a:lnTo>
                <a:lnTo>
                  <a:pt x="46591" y="10064"/>
                </a:lnTo>
                <a:lnTo>
                  <a:pt x="32435" y="19458"/>
                </a:lnTo>
                <a:lnTo>
                  <a:pt x="47567" y="42208"/>
                </a:lnTo>
                <a:lnTo>
                  <a:pt x="42106" y="45849"/>
                </a:lnTo>
                <a:lnTo>
                  <a:pt x="27032" y="23099"/>
                </a:lnTo>
                <a:lnTo>
                  <a:pt x="9671" y="34590"/>
                </a:lnTo>
                <a:lnTo>
                  <a:pt x="25837" y="58884"/>
                </a:lnTo>
                <a:lnTo>
                  <a:pt x="20419" y="62467"/>
                </a:lnTo>
                <a:lnTo>
                  <a:pt x="0" y="31692"/>
                </a:lnTo>
                <a:lnTo>
                  <a:pt x="47742" y="0"/>
                </a:lnTo>
                <a:close/>
                <a:moveTo>
                  <a:pt x="477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5A01C-3CC5-4FA8-89B0-AD610144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614" y="1654162"/>
            <a:ext cx="58491" cy="57355"/>
          </a:xfrm>
          <a:custGeom xmlns:a="http://schemas.openxmlformats.org/drawingml/2006/main">
            <a:pathLst>
              <a:path w="58491" h="57355">
                <a:moveTo>
                  <a:pt x="58491" y="32886"/>
                </a:moveTo>
                <a:lnTo>
                  <a:pt x="32420" y="31517"/>
                </a:lnTo>
                <a:lnTo>
                  <a:pt x="23099" y="57355"/>
                </a:lnTo>
                <a:lnTo>
                  <a:pt x="18482" y="50407"/>
                </a:lnTo>
                <a:lnTo>
                  <a:pt x="25662" y="30673"/>
                </a:lnTo>
                <a:lnTo>
                  <a:pt x="4661" y="29595"/>
                </a:lnTo>
                <a:lnTo>
                  <a:pt x="0" y="22589"/>
                </a:lnTo>
                <a:lnTo>
                  <a:pt x="27993" y="24075"/>
                </a:lnTo>
                <a:lnTo>
                  <a:pt x="36644" y="0"/>
                </a:lnTo>
                <a:lnTo>
                  <a:pt x="41246" y="6947"/>
                </a:lnTo>
                <a:lnTo>
                  <a:pt x="34823" y="24920"/>
                </a:lnTo>
                <a:lnTo>
                  <a:pt x="53874" y="25954"/>
                </a:lnTo>
                <a:lnTo>
                  <a:pt x="58491" y="32886"/>
                </a:lnTo>
                <a:close/>
                <a:moveTo>
                  <a:pt x="58491" y="328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868F7-68DB-4503-81C2-DB8C3F70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456" y="1695816"/>
            <a:ext cx="65380" cy="49373"/>
          </a:xfrm>
          <a:custGeom xmlns:a="http://schemas.openxmlformats.org/drawingml/2006/main">
            <a:pathLst>
              <a:path w="65380" h="49373">
                <a:moveTo>
                  <a:pt x="22939" y="26172"/>
                </a:moveTo>
                <a:lnTo>
                  <a:pt x="3932" y="38741"/>
                </a:lnTo>
                <a:lnTo>
                  <a:pt x="0" y="32828"/>
                </a:lnTo>
                <a:lnTo>
                  <a:pt x="49446" y="0"/>
                </a:lnTo>
                <a:lnTo>
                  <a:pt x="53378" y="5913"/>
                </a:lnTo>
                <a:lnTo>
                  <a:pt x="47961" y="9554"/>
                </a:lnTo>
                <a:cubicBezTo>
                  <a:pt x="50932" y="9379"/>
                  <a:pt x="53539" y="9889"/>
                  <a:pt x="55825" y="11084"/>
                </a:cubicBezTo>
                <a:cubicBezTo>
                  <a:pt x="58097" y="12278"/>
                  <a:pt x="60078" y="14215"/>
                  <a:pt x="61855" y="16836"/>
                </a:cubicBezTo>
                <a:cubicBezTo>
                  <a:pt x="64753" y="21162"/>
                  <a:pt x="65380" y="25881"/>
                  <a:pt x="63719" y="30891"/>
                </a:cubicBezTo>
                <a:cubicBezTo>
                  <a:pt x="62073" y="35901"/>
                  <a:pt x="58432" y="40271"/>
                  <a:pt x="52796" y="43970"/>
                </a:cubicBezTo>
                <a:cubicBezTo>
                  <a:pt x="47174" y="47728"/>
                  <a:pt x="41712" y="49373"/>
                  <a:pt x="36411" y="48980"/>
                </a:cubicBezTo>
                <a:cubicBezTo>
                  <a:pt x="31182" y="48529"/>
                  <a:pt x="27090" y="46140"/>
                  <a:pt x="24250" y="41814"/>
                </a:cubicBezTo>
                <a:cubicBezTo>
                  <a:pt x="22473" y="39193"/>
                  <a:pt x="21512" y="36571"/>
                  <a:pt x="21279" y="34022"/>
                </a:cubicBezTo>
                <a:cubicBezTo>
                  <a:pt x="21060" y="31401"/>
                  <a:pt x="21628" y="28779"/>
                  <a:pt x="22939" y="26172"/>
                </a:cubicBezTo>
                <a:close/>
                <a:moveTo>
                  <a:pt x="48703" y="37882"/>
                </a:moveTo>
                <a:cubicBezTo>
                  <a:pt x="53029" y="35042"/>
                  <a:pt x="55869" y="31852"/>
                  <a:pt x="57122" y="28444"/>
                </a:cubicBezTo>
                <a:cubicBezTo>
                  <a:pt x="58432" y="25022"/>
                  <a:pt x="58039" y="21788"/>
                  <a:pt x="55986" y="18657"/>
                </a:cubicBezTo>
                <a:cubicBezTo>
                  <a:pt x="53888" y="15526"/>
                  <a:pt x="51034" y="13938"/>
                  <a:pt x="47393" y="13763"/>
                </a:cubicBezTo>
                <a:cubicBezTo>
                  <a:pt x="43751" y="13589"/>
                  <a:pt x="39775" y="14958"/>
                  <a:pt x="35450" y="17856"/>
                </a:cubicBezTo>
                <a:cubicBezTo>
                  <a:pt x="31124" y="20711"/>
                  <a:pt x="28284" y="23886"/>
                  <a:pt x="27032" y="27308"/>
                </a:cubicBezTo>
                <a:cubicBezTo>
                  <a:pt x="25721" y="30716"/>
                  <a:pt x="26114" y="33964"/>
                  <a:pt x="28226" y="37096"/>
                </a:cubicBezTo>
                <a:cubicBezTo>
                  <a:pt x="30279" y="40212"/>
                  <a:pt x="33119" y="41814"/>
                  <a:pt x="36761" y="41975"/>
                </a:cubicBezTo>
                <a:cubicBezTo>
                  <a:pt x="40402" y="42091"/>
                  <a:pt x="44378" y="40780"/>
                  <a:pt x="48703" y="37882"/>
                </a:cubicBezTo>
                <a:close/>
                <a:moveTo>
                  <a:pt x="48703" y="378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8E8EC-41DA-4E22-BB28-1E89A3BF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055" y="1737456"/>
            <a:ext cx="65365" cy="49330"/>
          </a:xfrm>
          <a:custGeom xmlns:a="http://schemas.openxmlformats.org/drawingml/2006/main">
            <a:pathLst>
              <a:path w="65365" h="49330">
                <a:moveTo>
                  <a:pt x="22924" y="26114"/>
                </a:moveTo>
                <a:lnTo>
                  <a:pt x="3932" y="38741"/>
                </a:lnTo>
                <a:lnTo>
                  <a:pt x="0" y="32828"/>
                </a:lnTo>
                <a:lnTo>
                  <a:pt x="49446" y="0"/>
                </a:lnTo>
                <a:lnTo>
                  <a:pt x="53364" y="5913"/>
                </a:lnTo>
                <a:lnTo>
                  <a:pt x="47961" y="9496"/>
                </a:lnTo>
                <a:cubicBezTo>
                  <a:pt x="50917" y="9336"/>
                  <a:pt x="53539" y="9846"/>
                  <a:pt x="55811" y="11040"/>
                </a:cubicBezTo>
                <a:cubicBezTo>
                  <a:pt x="58083" y="12234"/>
                  <a:pt x="60136" y="14171"/>
                  <a:pt x="61840" y="16778"/>
                </a:cubicBezTo>
                <a:cubicBezTo>
                  <a:pt x="64739" y="21162"/>
                  <a:pt x="65365" y="25823"/>
                  <a:pt x="63719" y="30833"/>
                </a:cubicBezTo>
                <a:cubicBezTo>
                  <a:pt x="62073" y="35843"/>
                  <a:pt x="58432" y="40227"/>
                  <a:pt x="52796" y="43984"/>
                </a:cubicBezTo>
                <a:cubicBezTo>
                  <a:pt x="47160" y="47669"/>
                  <a:pt x="41698" y="49330"/>
                  <a:pt x="36469" y="48922"/>
                </a:cubicBezTo>
                <a:cubicBezTo>
                  <a:pt x="31182" y="48470"/>
                  <a:pt x="27133" y="46082"/>
                  <a:pt x="24235" y="41756"/>
                </a:cubicBezTo>
                <a:cubicBezTo>
                  <a:pt x="22473" y="39149"/>
                  <a:pt x="21512" y="36527"/>
                  <a:pt x="21279" y="33964"/>
                </a:cubicBezTo>
                <a:cubicBezTo>
                  <a:pt x="21046" y="31401"/>
                  <a:pt x="21614" y="28794"/>
                  <a:pt x="22924" y="26114"/>
                </a:cubicBezTo>
                <a:close/>
                <a:moveTo>
                  <a:pt x="48762" y="37838"/>
                </a:moveTo>
                <a:cubicBezTo>
                  <a:pt x="53087" y="34984"/>
                  <a:pt x="55869" y="31809"/>
                  <a:pt x="57180" y="28386"/>
                </a:cubicBezTo>
                <a:cubicBezTo>
                  <a:pt x="58432" y="24978"/>
                  <a:pt x="58025" y="21730"/>
                  <a:pt x="55986" y="18599"/>
                </a:cubicBezTo>
                <a:cubicBezTo>
                  <a:pt x="53874" y="15482"/>
                  <a:pt x="51034" y="13880"/>
                  <a:pt x="47393" y="13705"/>
                </a:cubicBezTo>
                <a:cubicBezTo>
                  <a:pt x="43751" y="13603"/>
                  <a:pt x="39761" y="14899"/>
                  <a:pt x="35450" y="17812"/>
                </a:cubicBezTo>
                <a:cubicBezTo>
                  <a:pt x="31124" y="20652"/>
                  <a:pt x="28328" y="23842"/>
                  <a:pt x="27017" y="27250"/>
                </a:cubicBezTo>
                <a:cubicBezTo>
                  <a:pt x="25721" y="30673"/>
                  <a:pt x="26114" y="33906"/>
                  <a:pt x="28226" y="37037"/>
                </a:cubicBezTo>
                <a:cubicBezTo>
                  <a:pt x="30265" y="40169"/>
                  <a:pt x="33105" y="41756"/>
                  <a:pt x="36746" y="41931"/>
                </a:cubicBezTo>
                <a:cubicBezTo>
                  <a:pt x="40387" y="42106"/>
                  <a:pt x="44436" y="40737"/>
                  <a:pt x="48762" y="37838"/>
                </a:cubicBezTo>
                <a:close/>
                <a:moveTo>
                  <a:pt x="48762" y="378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EC050-1ADC-42FB-AB1A-B62A85C5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020" y="1783421"/>
            <a:ext cx="46257" cy="47684"/>
          </a:xfrm>
          <a:custGeom xmlns:a="http://schemas.openxmlformats.org/drawingml/2006/main">
            <a:pathLst>
              <a:path w="46257" h="47684">
                <a:moveTo>
                  <a:pt x="35158" y="37387"/>
                </a:moveTo>
                <a:lnTo>
                  <a:pt x="32260" y="39324"/>
                </a:lnTo>
                <a:lnTo>
                  <a:pt x="14288" y="12234"/>
                </a:lnTo>
                <a:cubicBezTo>
                  <a:pt x="10414" y="15191"/>
                  <a:pt x="8141" y="18439"/>
                  <a:pt x="7457" y="22080"/>
                </a:cubicBezTo>
                <a:cubicBezTo>
                  <a:pt x="6772" y="25662"/>
                  <a:pt x="7748" y="29420"/>
                  <a:pt x="10355" y="33280"/>
                </a:cubicBezTo>
                <a:cubicBezTo>
                  <a:pt x="11841" y="35566"/>
                  <a:pt x="13603" y="37547"/>
                  <a:pt x="15540" y="39324"/>
                </a:cubicBezTo>
                <a:cubicBezTo>
                  <a:pt x="17521" y="41086"/>
                  <a:pt x="19749" y="42615"/>
                  <a:pt x="22254" y="43984"/>
                </a:cubicBezTo>
                <a:lnTo>
                  <a:pt x="16676" y="47684"/>
                </a:lnTo>
                <a:cubicBezTo>
                  <a:pt x="14346" y="46140"/>
                  <a:pt x="12234" y="44436"/>
                  <a:pt x="10297" y="42557"/>
                </a:cubicBezTo>
                <a:cubicBezTo>
                  <a:pt x="8360" y="40620"/>
                  <a:pt x="6598" y="38523"/>
                  <a:pt x="5127" y="36251"/>
                </a:cubicBezTo>
                <a:cubicBezTo>
                  <a:pt x="1311" y="30556"/>
                  <a:pt x="0" y="24920"/>
                  <a:pt x="1078" y="19342"/>
                </a:cubicBezTo>
                <a:cubicBezTo>
                  <a:pt x="2228" y="13836"/>
                  <a:pt x="5578" y="9161"/>
                  <a:pt x="11273" y="5403"/>
                </a:cubicBezTo>
                <a:cubicBezTo>
                  <a:pt x="17128" y="1486"/>
                  <a:pt x="22881" y="0"/>
                  <a:pt x="28386" y="859"/>
                </a:cubicBezTo>
                <a:cubicBezTo>
                  <a:pt x="33906" y="1762"/>
                  <a:pt x="38523" y="4894"/>
                  <a:pt x="42047" y="10297"/>
                </a:cubicBezTo>
                <a:cubicBezTo>
                  <a:pt x="45295" y="15074"/>
                  <a:pt x="46257" y="19910"/>
                  <a:pt x="45004" y="24803"/>
                </a:cubicBezTo>
                <a:cubicBezTo>
                  <a:pt x="43751" y="29639"/>
                  <a:pt x="40460" y="33848"/>
                  <a:pt x="35158" y="37387"/>
                </a:cubicBezTo>
                <a:close/>
                <a:moveTo>
                  <a:pt x="32945" y="30381"/>
                </a:moveTo>
                <a:cubicBezTo>
                  <a:pt x="36134" y="28168"/>
                  <a:pt x="38115" y="25604"/>
                  <a:pt x="38858" y="22531"/>
                </a:cubicBezTo>
                <a:cubicBezTo>
                  <a:pt x="39659" y="19516"/>
                  <a:pt x="39033" y="16560"/>
                  <a:pt x="37096" y="13661"/>
                </a:cubicBezTo>
                <a:cubicBezTo>
                  <a:pt x="34940" y="10355"/>
                  <a:pt x="32260" y="8360"/>
                  <a:pt x="29129" y="7632"/>
                </a:cubicBezTo>
                <a:cubicBezTo>
                  <a:pt x="25954" y="6889"/>
                  <a:pt x="22589" y="7457"/>
                  <a:pt x="19007" y="9394"/>
                </a:cubicBezTo>
                <a:lnTo>
                  <a:pt x="32945" y="30381"/>
                </a:lnTo>
                <a:close/>
                <a:moveTo>
                  <a:pt x="32945" y="303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45F98-CD9D-4A61-82FA-FF690116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042" y="1819322"/>
            <a:ext cx="50291" cy="29697"/>
          </a:xfrm>
          <a:custGeom xmlns:a="http://schemas.openxmlformats.org/drawingml/2006/main">
            <a:pathLst>
              <a:path w="50291" h="29697">
                <a:moveTo>
                  <a:pt x="44261" y="24643"/>
                </a:moveTo>
                <a:cubicBezTo>
                  <a:pt x="44203" y="23725"/>
                  <a:pt x="43984" y="22822"/>
                  <a:pt x="43693" y="21963"/>
                </a:cubicBezTo>
                <a:cubicBezTo>
                  <a:pt x="43358" y="21046"/>
                  <a:pt x="42834" y="20143"/>
                  <a:pt x="42208" y="19181"/>
                </a:cubicBezTo>
                <a:cubicBezTo>
                  <a:pt x="40052" y="15875"/>
                  <a:pt x="37270" y="13996"/>
                  <a:pt x="33906" y="13661"/>
                </a:cubicBezTo>
                <a:cubicBezTo>
                  <a:pt x="30556" y="13312"/>
                  <a:pt x="26857" y="14506"/>
                  <a:pt x="22808" y="17186"/>
                </a:cubicBezTo>
                <a:lnTo>
                  <a:pt x="3932" y="29697"/>
                </a:lnTo>
                <a:lnTo>
                  <a:pt x="0" y="23784"/>
                </a:lnTo>
                <a:lnTo>
                  <a:pt x="35843" y="0"/>
                </a:lnTo>
                <a:lnTo>
                  <a:pt x="39761" y="5913"/>
                </a:lnTo>
                <a:lnTo>
                  <a:pt x="34197" y="9612"/>
                </a:lnTo>
                <a:cubicBezTo>
                  <a:pt x="37212" y="9452"/>
                  <a:pt x="39877" y="9962"/>
                  <a:pt x="42208" y="11273"/>
                </a:cubicBezTo>
                <a:cubicBezTo>
                  <a:pt x="44596" y="12511"/>
                  <a:pt x="46766" y="14623"/>
                  <a:pt x="48645" y="17463"/>
                </a:cubicBezTo>
                <a:cubicBezTo>
                  <a:pt x="48864" y="17871"/>
                  <a:pt x="49155" y="18322"/>
                  <a:pt x="49432" y="18832"/>
                </a:cubicBezTo>
                <a:cubicBezTo>
                  <a:pt x="49723" y="19342"/>
                  <a:pt x="50014" y="19968"/>
                  <a:pt x="50291" y="20594"/>
                </a:cubicBezTo>
                <a:lnTo>
                  <a:pt x="44261" y="24643"/>
                </a:lnTo>
                <a:close/>
                <a:moveTo>
                  <a:pt x="44261" y="246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DF4EF-057F-4052-8D16-0D2FFD9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072" y="1837251"/>
            <a:ext cx="53713" cy="38901"/>
          </a:xfrm>
          <a:custGeom xmlns:a="http://schemas.openxmlformats.org/drawingml/2006/main">
            <a:pathLst>
              <a:path w="53713" h="38901">
                <a:moveTo>
                  <a:pt x="35843" y="9263"/>
                </a:moveTo>
                <a:lnTo>
                  <a:pt x="39717" y="15132"/>
                </a:lnTo>
                <a:lnTo>
                  <a:pt x="3874" y="38901"/>
                </a:lnTo>
                <a:lnTo>
                  <a:pt x="0" y="33047"/>
                </a:lnTo>
                <a:lnTo>
                  <a:pt x="35843" y="9263"/>
                </a:lnTo>
                <a:close/>
                <a:moveTo>
                  <a:pt x="49781" y="0"/>
                </a:moveTo>
                <a:lnTo>
                  <a:pt x="53713" y="5913"/>
                </a:lnTo>
                <a:lnTo>
                  <a:pt x="46198" y="10865"/>
                </a:lnTo>
                <a:lnTo>
                  <a:pt x="42324" y="4937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80DA4-9D6D-45DC-830A-4ED8979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971" y="1864501"/>
            <a:ext cx="66792" cy="76114"/>
          </a:xfrm>
          <a:custGeom xmlns:a="http://schemas.openxmlformats.org/drawingml/2006/main">
            <a:pathLst>
              <a:path w="66792" h="76114">
                <a:moveTo>
                  <a:pt x="47669" y="32712"/>
                </a:moveTo>
                <a:cubicBezTo>
                  <a:pt x="51252" y="32420"/>
                  <a:pt x="54383" y="32872"/>
                  <a:pt x="57005" y="34081"/>
                </a:cubicBezTo>
                <a:cubicBezTo>
                  <a:pt x="59612" y="35319"/>
                  <a:pt x="61840" y="37314"/>
                  <a:pt x="63719" y="40052"/>
                </a:cubicBezTo>
                <a:cubicBezTo>
                  <a:pt x="66166" y="43795"/>
                  <a:pt x="66792" y="47553"/>
                  <a:pt x="65482" y="51310"/>
                </a:cubicBezTo>
                <a:cubicBezTo>
                  <a:pt x="64229" y="55068"/>
                  <a:pt x="61214" y="58534"/>
                  <a:pt x="56379" y="61724"/>
                </a:cubicBezTo>
                <a:lnTo>
                  <a:pt x="34751" y="76114"/>
                </a:lnTo>
                <a:lnTo>
                  <a:pt x="30833" y="70200"/>
                </a:lnTo>
                <a:lnTo>
                  <a:pt x="52272" y="55971"/>
                </a:lnTo>
                <a:cubicBezTo>
                  <a:pt x="55694" y="53699"/>
                  <a:pt x="57850" y="51369"/>
                  <a:pt x="58709" y="49038"/>
                </a:cubicBezTo>
                <a:cubicBezTo>
                  <a:pt x="59554" y="46708"/>
                  <a:pt x="59161" y="44319"/>
                  <a:pt x="57515" y="41814"/>
                </a:cubicBezTo>
                <a:cubicBezTo>
                  <a:pt x="55461" y="38800"/>
                  <a:pt x="52854" y="37037"/>
                  <a:pt x="49665" y="36629"/>
                </a:cubicBezTo>
                <a:cubicBezTo>
                  <a:pt x="46475" y="36178"/>
                  <a:pt x="43125" y="37139"/>
                  <a:pt x="39586" y="39484"/>
                </a:cubicBezTo>
                <a:lnTo>
                  <a:pt x="19342" y="52912"/>
                </a:lnTo>
                <a:lnTo>
                  <a:pt x="15409" y="46985"/>
                </a:lnTo>
                <a:lnTo>
                  <a:pt x="36862" y="32770"/>
                </a:lnTo>
                <a:cubicBezTo>
                  <a:pt x="40329" y="30440"/>
                  <a:pt x="42441" y="28153"/>
                  <a:pt x="43285" y="25823"/>
                </a:cubicBezTo>
                <a:cubicBezTo>
                  <a:pt x="44145" y="23551"/>
                  <a:pt x="43751" y="21104"/>
                  <a:pt x="42033" y="18540"/>
                </a:cubicBezTo>
                <a:cubicBezTo>
                  <a:pt x="40052" y="15584"/>
                  <a:pt x="37430" y="13822"/>
                  <a:pt x="34241" y="13428"/>
                </a:cubicBezTo>
                <a:cubicBezTo>
                  <a:pt x="31008" y="13021"/>
                  <a:pt x="27701" y="13938"/>
                  <a:pt x="24235" y="16268"/>
                </a:cubicBezTo>
                <a:lnTo>
                  <a:pt x="3976" y="29697"/>
                </a:lnTo>
                <a:lnTo>
                  <a:pt x="0" y="23784"/>
                </a:lnTo>
                <a:lnTo>
                  <a:pt x="35843" y="0"/>
                </a:lnTo>
                <a:lnTo>
                  <a:pt x="39761" y="5913"/>
                </a:lnTo>
                <a:lnTo>
                  <a:pt x="34241" y="9612"/>
                </a:lnTo>
                <a:cubicBezTo>
                  <a:pt x="37314" y="9496"/>
                  <a:pt x="39994" y="10006"/>
                  <a:pt x="42266" y="11200"/>
                </a:cubicBezTo>
                <a:cubicBezTo>
                  <a:pt x="44596" y="12394"/>
                  <a:pt x="46591" y="14273"/>
                  <a:pt x="48296" y="16836"/>
                </a:cubicBezTo>
                <a:cubicBezTo>
                  <a:pt x="50000" y="19458"/>
                  <a:pt x="50859" y="22123"/>
                  <a:pt x="50742" y="24803"/>
                </a:cubicBezTo>
                <a:cubicBezTo>
                  <a:pt x="50626" y="27527"/>
                  <a:pt x="49606" y="30148"/>
                  <a:pt x="47669" y="32712"/>
                </a:cubicBezTo>
                <a:close/>
                <a:moveTo>
                  <a:pt x="47669" y="327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19FC4-7583-4899-A764-37DA6138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073" y="1932706"/>
            <a:ext cx="46257" cy="47742"/>
          </a:xfrm>
          <a:custGeom xmlns:a="http://schemas.openxmlformats.org/drawingml/2006/main">
            <a:pathLst>
              <a:path w="46257" h="47742">
                <a:moveTo>
                  <a:pt x="35158" y="37445"/>
                </a:moveTo>
                <a:lnTo>
                  <a:pt x="32318" y="39324"/>
                </a:lnTo>
                <a:lnTo>
                  <a:pt x="14331" y="12234"/>
                </a:lnTo>
                <a:cubicBezTo>
                  <a:pt x="10472" y="15191"/>
                  <a:pt x="8200" y="18497"/>
                  <a:pt x="7515" y="22080"/>
                </a:cubicBezTo>
                <a:cubicBezTo>
                  <a:pt x="6831" y="25662"/>
                  <a:pt x="7792" y="29420"/>
                  <a:pt x="10355" y="33338"/>
                </a:cubicBezTo>
                <a:cubicBezTo>
                  <a:pt x="11885" y="35566"/>
                  <a:pt x="13603" y="37605"/>
                  <a:pt x="15526" y="39324"/>
                </a:cubicBezTo>
                <a:cubicBezTo>
                  <a:pt x="17521" y="41086"/>
                  <a:pt x="19735" y="42674"/>
                  <a:pt x="22240" y="44043"/>
                </a:cubicBezTo>
                <a:lnTo>
                  <a:pt x="16676" y="47742"/>
                </a:lnTo>
                <a:cubicBezTo>
                  <a:pt x="14390" y="46198"/>
                  <a:pt x="12292" y="44494"/>
                  <a:pt x="10297" y="42557"/>
                </a:cubicBezTo>
                <a:cubicBezTo>
                  <a:pt x="8360" y="40678"/>
                  <a:pt x="6656" y="38581"/>
                  <a:pt x="5127" y="36294"/>
                </a:cubicBezTo>
                <a:cubicBezTo>
                  <a:pt x="1369" y="30556"/>
                  <a:pt x="0" y="24920"/>
                  <a:pt x="1136" y="19400"/>
                </a:cubicBezTo>
                <a:cubicBezTo>
                  <a:pt x="2214" y="13836"/>
                  <a:pt x="5636" y="9161"/>
                  <a:pt x="11317" y="5403"/>
                </a:cubicBezTo>
                <a:cubicBezTo>
                  <a:pt x="17186" y="1544"/>
                  <a:pt x="22866" y="0"/>
                  <a:pt x="28386" y="918"/>
                </a:cubicBezTo>
                <a:cubicBezTo>
                  <a:pt x="33964" y="1762"/>
                  <a:pt x="38523" y="4894"/>
                  <a:pt x="42106" y="10297"/>
                </a:cubicBezTo>
                <a:cubicBezTo>
                  <a:pt x="45281" y="15132"/>
                  <a:pt x="46257" y="19968"/>
                  <a:pt x="45004" y="24803"/>
                </a:cubicBezTo>
                <a:cubicBezTo>
                  <a:pt x="43810" y="29697"/>
                  <a:pt x="40504" y="33848"/>
                  <a:pt x="35158" y="37445"/>
                </a:cubicBezTo>
                <a:close/>
                <a:moveTo>
                  <a:pt x="33003" y="30381"/>
                </a:moveTo>
                <a:cubicBezTo>
                  <a:pt x="36178" y="28226"/>
                  <a:pt x="38173" y="25604"/>
                  <a:pt x="38916" y="22589"/>
                </a:cubicBezTo>
                <a:cubicBezTo>
                  <a:pt x="39659" y="19516"/>
                  <a:pt x="39091" y="16560"/>
                  <a:pt x="37154" y="13661"/>
                </a:cubicBezTo>
                <a:cubicBezTo>
                  <a:pt x="34984" y="10355"/>
                  <a:pt x="32318" y="8360"/>
                  <a:pt x="29129" y="7632"/>
                </a:cubicBezTo>
                <a:cubicBezTo>
                  <a:pt x="25939" y="6889"/>
                  <a:pt x="22589" y="7457"/>
                  <a:pt x="19007" y="9452"/>
                </a:cubicBezTo>
                <a:lnTo>
                  <a:pt x="33003" y="30381"/>
                </a:lnTo>
                <a:close/>
                <a:moveTo>
                  <a:pt x="33003" y="303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BD5EB-408A-4E05-90B2-AF2F1461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094" y="1968666"/>
            <a:ext cx="51878" cy="53757"/>
          </a:xfrm>
          <a:custGeom xmlns:a="http://schemas.openxmlformats.org/drawingml/2006/main">
            <a:pathLst>
              <a:path w="51878" h="53757">
                <a:moveTo>
                  <a:pt x="41581" y="39426"/>
                </a:moveTo>
                <a:lnTo>
                  <a:pt x="19910" y="53757"/>
                </a:lnTo>
                <a:lnTo>
                  <a:pt x="16035" y="47902"/>
                </a:lnTo>
                <a:lnTo>
                  <a:pt x="37489" y="33687"/>
                </a:lnTo>
                <a:cubicBezTo>
                  <a:pt x="40839" y="31401"/>
                  <a:pt x="42950" y="29071"/>
                  <a:pt x="43751" y="26624"/>
                </a:cubicBezTo>
                <a:cubicBezTo>
                  <a:pt x="44538" y="24177"/>
                  <a:pt x="44086" y="21672"/>
                  <a:pt x="42324" y="19007"/>
                </a:cubicBezTo>
                <a:cubicBezTo>
                  <a:pt x="40212" y="15817"/>
                  <a:pt x="37547" y="13996"/>
                  <a:pt x="34299" y="13487"/>
                </a:cubicBezTo>
                <a:cubicBezTo>
                  <a:pt x="31066" y="13035"/>
                  <a:pt x="27701" y="13938"/>
                  <a:pt x="24177" y="16268"/>
                </a:cubicBezTo>
                <a:lnTo>
                  <a:pt x="3918" y="29697"/>
                </a:lnTo>
                <a:lnTo>
                  <a:pt x="0" y="23784"/>
                </a:lnTo>
                <a:lnTo>
                  <a:pt x="35843" y="0"/>
                </a:lnTo>
                <a:lnTo>
                  <a:pt x="39761" y="5913"/>
                </a:lnTo>
                <a:lnTo>
                  <a:pt x="34183" y="9612"/>
                </a:lnTo>
                <a:cubicBezTo>
                  <a:pt x="37314" y="9554"/>
                  <a:pt x="39994" y="10181"/>
                  <a:pt x="42324" y="11375"/>
                </a:cubicBezTo>
                <a:cubicBezTo>
                  <a:pt x="44654" y="12569"/>
                  <a:pt x="46650" y="14448"/>
                  <a:pt x="48354" y="16895"/>
                </a:cubicBezTo>
                <a:cubicBezTo>
                  <a:pt x="51092" y="21046"/>
                  <a:pt x="51878" y="24978"/>
                  <a:pt x="50684" y="28794"/>
                </a:cubicBezTo>
                <a:cubicBezTo>
                  <a:pt x="49548" y="32595"/>
                  <a:pt x="46533" y="36134"/>
                  <a:pt x="41581" y="39426"/>
                </a:cubicBezTo>
                <a:close/>
                <a:moveTo>
                  <a:pt x="41581" y="394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CD10B-F153-4D21-B5F2-744D550F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495" y="2003547"/>
            <a:ext cx="46198" cy="48587"/>
          </a:xfrm>
          <a:custGeom xmlns:a="http://schemas.openxmlformats.org/drawingml/2006/main">
            <a:pathLst>
              <a:path w="46198" h="48587">
                <a:moveTo>
                  <a:pt x="46198" y="5913"/>
                </a:moveTo>
                <a:lnTo>
                  <a:pt x="36018" y="12686"/>
                </a:lnTo>
                <a:lnTo>
                  <a:pt x="44086" y="24803"/>
                </a:lnTo>
                <a:lnTo>
                  <a:pt x="39484" y="27876"/>
                </a:lnTo>
                <a:lnTo>
                  <a:pt x="31459" y="15759"/>
                </a:lnTo>
                <a:lnTo>
                  <a:pt x="12001" y="28604"/>
                </a:lnTo>
                <a:cubicBezTo>
                  <a:pt x="9103" y="30600"/>
                  <a:pt x="7457" y="32187"/>
                  <a:pt x="7166" y="33556"/>
                </a:cubicBezTo>
                <a:cubicBezTo>
                  <a:pt x="6889" y="34925"/>
                  <a:pt x="7515" y="36804"/>
                  <a:pt x="9161" y="39309"/>
                </a:cubicBezTo>
                <a:lnTo>
                  <a:pt x="13137" y="45339"/>
                </a:lnTo>
                <a:lnTo>
                  <a:pt x="8243" y="48587"/>
                </a:lnTo>
                <a:lnTo>
                  <a:pt x="4209" y="42543"/>
                </a:lnTo>
                <a:cubicBezTo>
                  <a:pt x="1194" y="37998"/>
                  <a:pt x="0" y="34299"/>
                  <a:pt x="510" y="31459"/>
                </a:cubicBezTo>
                <a:cubicBezTo>
                  <a:pt x="1078" y="28604"/>
                  <a:pt x="3583" y="25706"/>
                  <a:pt x="8083" y="22691"/>
                </a:cubicBezTo>
                <a:lnTo>
                  <a:pt x="27541" y="9773"/>
                </a:lnTo>
                <a:lnTo>
                  <a:pt x="24628" y="5505"/>
                </a:lnTo>
                <a:lnTo>
                  <a:pt x="29245" y="2447"/>
                </a:lnTo>
                <a:lnTo>
                  <a:pt x="32085" y="6758"/>
                </a:lnTo>
                <a:lnTo>
                  <a:pt x="42266" y="0"/>
                </a:lnTo>
                <a:lnTo>
                  <a:pt x="46198" y="5913"/>
                </a:lnTo>
                <a:close/>
                <a:moveTo>
                  <a:pt x="46198" y="59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6D5EC-80A8-4380-91ED-4D5B62BB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079" y="2037570"/>
            <a:ext cx="47509" cy="50349"/>
          </a:xfrm>
          <a:custGeom xmlns:a="http://schemas.openxmlformats.org/drawingml/2006/main">
            <a:pathLst>
              <a:path w="47509" h="50349">
                <a:moveTo>
                  <a:pt x="26624" y="26682"/>
                </a:moveTo>
                <a:cubicBezTo>
                  <a:pt x="23449" y="21890"/>
                  <a:pt x="20711" y="18934"/>
                  <a:pt x="18439" y="17856"/>
                </a:cubicBezTo>
                <a:cubicBezTo>
                  <a:pt x="16108" y="16720"/>
                  <a:pt x="13661" y="17055"/>
                  <a:pt x="11040" y="18774"/>
                </a:cubicBezTo>
                <a:cubicBezTo>
                  <a:pt x="8943" y="20186"/>
                  <a:pt x="7748" y="21949"/>
                  <a:pt x="7399" y="24177"/>
                </a:cubicBezTo>
                <a:cubicBezTo>
                  <a:pt x="7122" y="26332"/>
                  <a:pt x="7748" y="28604"/>
                  <a:pt x="9336" y="30993"/>
                </a:cubicBezTo>
                <a:cubicBezTo>
                  <a:pt x="11491" y="34241"/>
                  <a:pt x="14404" y="36120"/>
                  <a:pt x="17987" y="36513"/>
                </a:cubicBezTo>
                <a:cubicBezTo>
                  <a:pt x="21628" y="36979"/>
                  <a:pt x="25386" y="35945"/>
                  <a:pt x="29187" y="33382"/>
                </a:cubicBezTo>
                <a:lnTo>
                  <a:pt x="30498" y="32537"/>
                </a:lnTo>
                <a:lnTo>
                  <a:pt x="26624" y="26682"/>
                </a:lnTo>
                <a:close/>
                <a:moveTo>
                  <a:pt x="36877" y="36804"/>
                </a:moveTo>
                <a:lnTo>
                  <a:pt x="16385" y="50349"/>
                </a:lnTo>
                <a:lnTo>
                  <a:pt x="12467" y="44480"/>
                </a:lnTo>
                <a:lnTo>
                  <a:pt x="17929" y="40839"/>
                </a:lnTo>
                <a:cubicBezTo>
                  <a:pt x="14856" y="40955"/>
                  <a:pt x="12118" y="40329"/>
                  <a:pt x="9787" y="39018"/>
                </a:cubicBezTo>
                <a:cubicBezTo>
                  <a:pt x="7399" y="37707"/>
                  <a:pt x="5243" y="35610"/>
                  <a:pt x="3364" y="32712"/>
                </a:cubicBezTo>
                <a:cubicBezTo>
                  <a:pt x="918" y="29012"/>
                  <a:pt x="0" y="25429"/>
                  <a:pt x="626" y="21890"/>
                </a:cubicBezTo>
                <a:cubicBezTo>
                  <a:pt x="1253" y="18366"/>
                  <a:pt x="3306" y="15467"/>
                  <a:pt x="6714" y="13137"/>
                </a:cubicBezTo>
                <a:cubicBezTo>
                  <a:pt x="10763" y="10457"/>
                  <a:pt x="14681" y="9831"/>
                  <a:pt x="18555" y="11142"/>
                </a:cubicBezTo>
                <a:cubicBezTo>
                  <a:pt x="22356" y="12511"/>
                  <a:pt x="26056" y="15861"/>
                  <a:pt x="29639" y="21220"/>
                </a:cubicBezTo>
                <a:lnTo>
                  <a:pt x="35100" y="29464"/>
                </a:lnTo>
                <a:lnTo>
                  <a:pt x="35683" y="29071"/>
                </a:lnTo>
                <a:cubicBezTo>
                  <a:pt x="38406" y="27250"/>
                  <a:pt x="39892" y="24963"/>
                  <a:pt x="40227" y="22240"/>
                </a:cubicBezTo>
                <a:cubicBezTo>
                  <a:pt x="40518" y="19443"/>
                  <a:pt x="39601" y="16487"/>
                  <a:pt x="37445" y="13254"/>
                </a:cubicBezTo>
                <a:cubicBezTo>
                  <a:pt x="36076" y="11200"/>
                  <a:pt x="34532" y="9379"/>
                  <a:pt x="32712" y="7734"/>
                </a:cubicBezTo>
                <a:cubicBezTo>
                  <a:pt x="30949" y="6132"/>
                  <a:pt x="28969" y="4777"/>
                  <a:pt x="26798" y="3641"/>
                </a:cubicBezTo>
                <a:lnTo>
                  <a:pt x="32260" y="0"/>
                </a:lnTo>
                <a:cubicBezTo>
                  <a:pt x="34532" y="1588"/>
                  <a:pt x="36527" y="3292"/>
                  <a:pt x="38290" y="5054"/>
                </a:cubicBezTo>
                <a:cubicBezTo>
                  <a:pt x="40052" y="6758"/>
                  <a:pt x="41538" y="8637"/>
                  <a:pt x="42848" y="10515"/>
                </a:cubicBezTo>
                <a:cubicBezTo>
                  <a:pt x="46257" y="15759"/>
                  <a:pt x="47509" y="20478"/>
                  <a:pt x="46490" y="24861"/>
                </a:cubicBezTo>
                <a:cubicBezTo>
                  <a:pt x="45514" y="29172"/>
                  <a:pt x="42280" y="33163"/>
                  <a:pt x="36877" y="36804"/>
                </a:cubicBezTo>
                <a:close/>
                <a:moveTo>
                  <a:pt x="36877" y="368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3AE12-8526-4AD8-9E80-8B576DF0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89" y="2066975"/>
            <a:ext cx="53713" cy="38974"/>
          </a:xfrm>
          <a:custGeom xmlns:a="http://schemas.openxmlformats.org/drawingml/2006/main">
            <a:pathLst>
              <a:path w="53713" h="38974">
                <a:moveTo>
                  <a:pt x="49839" y="0"/>
                </a:moveTo>
                <a:lnTo>
                  <a:pt x="53713" y="5913"/>
                </a:lnTo>
                <a:lnTo>
                  <a:pt x="3932" y="38974"/>
                </a:lnTo>
                <a:lnTo>
                  <a:pt x="0" y="33061"/>
                </a:lnTo>
                <a:lnTo>
                  <a:pt x="49839" y="0"/>
                </a:lnTo>
                <a:close/>
                <a:moveTo>
                  <a:pt x="498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3056A-37EF-4D51-BCC5-534FB34D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555" y="959339"/>
            <a:ext cx="65583" cy="49097"/>
          </a:xfrm>
          <a:custGeom xmlns:a="http://schemas.openxmlformats.org/drawingml/2006/main">
            <a:pathLst>
              <a:path w="65583" h="49097">
                <a:moveTo>
                  <a:pt x="23143" y="25211"/>
                </a:moveTo>
                <a:lnTo>
                  <a:pt x="3743" y="37154"/>
                </a:lnTo>
                <a:lnTo>
                  <a:pt x="0" y="31124"/>
                </a:lnTo>
                <a:lnTo>
                  <a:pt x="50568" y="0"/>
                </a:lnTo>
                <a:lnTo>
                  <a:pt x="54267" y="6030"/>
                </a:lnTo>
                <a:lnTo>
                  <a:pt x="48747" y="9452"/>
                </a:lnTo>
                <a:cubicBezTo>
                  <a:pt x="51704" y="9394"/>
                  <a:pt x="54267" y="10020"/>
                  <a:pt x="56539" y="11273"/>
                </a:cubicBezTo>
                <a:cubicBezTo>
                  <a:pt x="58767" y="12584"/>
                  <a:pt x="60748" y="14506"/>
                  <a:pt x="62408" y="17244"/>
                </a:cubicBezTo>
                <a:cubicBezTo>
                  <a:pt x="65132" y="21686"/>
                  <a:pt x="65583" y="26347"/>
                  <a:pt x="63763" y="31299"/>
                </a:cubicBezTo>
                <a:cubicBezTo>
                  <a:pt x="61942" y="36294"/>
                  <a:pt x="58141" y="40518"/>
                  <a:pt x="52388" y="44101"/>
                </a:cubicBezTo>
                <a:cubicBezTo>
                  <a:pt x="46650" y="47626"/>
                  <a:pt x="41130" y="49097"/>
                  <a:pt x="35887" y="48470"/>
                </a:cubicBezTo>
                <a:cubicBezTo>
                  <a:pt x="30658" y="47844"/>
                  <a:pt x="26682" y="45354"/>
                  <a:pt x="23944" y="40911"/>
                </a:cubicBezTo>
                <a:cubicBezTo>
                  <a:pt x="22298" y="38232"/>
                  <a:pt x="21381" y="35566"/>
                  <a:pt x="21264" y="33003"/>
                </a:cubicBezTo>
                <a:cubicBezTo>
                  <a:pt x="21162" y="30440"/>
                  <a:pt x="21788" y="27818"/>
                  <a:pt x="23143" y="25211"/>
                </a:cubicBezTo>
                <a:close/>
                <a:moveTo>
                  <a:pt x="48572" y="37838"/>
                </a:moveTo>
                <a:cubicBezTo>
                  <a:pt x="52956" y="35100"/>
                  <a:pt x="55913" y="32027"/>
                  <a:pt x="57282" y="28677"/>
                </a:cubicBezTo>
                <a:cubicBezTo>
                  <a:pt x="58709" y="25327"/>
                  <a:pt x="58418" y="22021"/>
                  <a:pt x="56422" y="18832"/>
                </a:cubicBezTo>
                <a:cubicBezTo>
                  <a:pt x="54500" y="15642"/>
                  <a:pt x="51704" y="13938"/>
                  <a:pt x="48062" y="13661"/>
                </a:cubicBezTo>
                <a:cubicBezTo>
                  <a:pt x="44421" y="13370"/>
                  <a:pt x="40387" y="14623"/>
                  <a:pt x="35945" y="17361"/>
                </a:cubicBezTo>
                <a:cubicBezTo>
                  <a:pt x="31517" y="20084"/>
                  <a:pt x="28604" y="23099"/>
                  <a:pt x="27250" y="26463"/>
                </a:cubicBezTo>
                <a:cubicBezTo>
                  <a:pt x="25823" y="29872"/>
                  <a:pt x="26099" y="33119"/>
                  <a:pt x="28095" y="36294"/>
                </a:cubicBezTo>
                <a:cubicBezTo>
                  <a:pt x="30032" y="39484"/>
                  <a:pt x="32814" y="41246"/>
                  <a:pt x="36455" y="41479"/>
                </a:cubicBezTo>
                <a:cubicBezTo>
                  <a:pt x="40096" y="41756"/>
                  <a:pt x="44145" y="40562"/>
                  <a:pt x="48572" y="37838"/>
                </a:cubicBezTo>
                <a:close/>
                <a:moveTo>
                  <a:pt x="48572" y="378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88113-43DA-4494-9805-1667B0F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650" y="1001838"/>
            <a:ext cx="50407" cy="28619"/>
          </a:xfrm>
          <a:custGeom xmlns:a="http://schemas.openxmlformats.org/drawingml/2006/main">
            <a:pathLst>
              <a:path w="50407" h="28619">
                <a:moveTo>
                  <a:pt x="44261" y="24920"/>
                </a:moveTo>
                <a:cubicBezTo>
                  <a:pt x="44217" y="24017"/>
                  <a:pt x="44043" y="23099"/>
                  <a:pt x="43751" y="22196"/>
                </a:cubicBezTo>
                <a:cubicBezTo>
                  <a:pt x="43416" y="21279"/>
                  <a:pt x="43023" y="20376"/>
                  <a:pt x="42397" y="19400"/>
                </a:cubicBezTo>
                <a:cubicBezTo>
                  <a:pt x="40285" y="15992"/>
                  <a:pt x="37605" y="14055"/>
                  <a:pt x="34255" y="13603"/>
                </a:cubicBezTo>
                <a:cubicBezTo>
                  <a:pt x="30949" y="13152"/>
                  <a:pt x="27206" y="14171"/>
                  <a:pt x="23041" y="16734"/>
                </a:cubicBezTo>
                <a:lnTo>
                  <a:pt x="3758" y="28619"/>
                </a:lnTo>
                <a:lnTo>
                  <a:pt x="0" y="22589"/>
                </a:lnTo>
                <a:lnTo>
                  <a:pt x="36644" y="0"/>
                </a:lnTo>
                <a:lnTo>
                  <a:pt x="40402" y="6030"/>
                </a:lnTo>
                <a:lnTo>
                  <a:pt x="34707" y="9554"/>
                </a:lnTo>
                <a:cubicBezTo>
                  <a:pt x="37664" y="9452"/>
                  <a:pt x="40343" y="10079"/>
                  <a:pt x="42674" y="11433"/>
                </a:cubicBezTo>
                <a:cubicBezTo>
                  <a:pt x="45004" y="12802"/>
                  <a:pt x="47058" y="14972"/>
                  <a:pt x="48878" y="17871"/>
                </a:cubicBezTo>
                <a:cubicBezTo>
                  <a:pt x="49097" y="18264"/>
                  <a:pt x="49330" y="18715"/>
                  <a:pt x="49621" y="19283"/>
                </a:cubicBezTo>
                <a:cubicBezTo>
                  <a:pt x="49839" y="19808"/>
                  <a:pt x="50131" y="20434"/>
                  <a:pt x="50407" y="21104"/>
                </a:cubicBezTo>
                <a:lnTo>
                  <a:pt x="44261" y="24920"/>
                </a:lnTo>
                <a:close/>
                <a:moveTo>
                  <a:pt x="44261" y="249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344C1-C0E7-4B06-860F-1B9CBF7E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778" y="1020844"/>
            <a:ext cx="54558" cy="37314"/>
          </a:xfrm>
          <a:custGeom xmlns:a="http://schemas.openxmlformats.org/drawingml/2006/main">
            <a:pathLst>
              <a:path w="54558" h="37314">
                <a:moveTo>
                  <a:pt x="36644" y="8753"/>
                </a:moveTo>
                <a:lnTo>
                  <a:pt x="40343" y="14797"/>
                </a:lnTo>
                <a:lnTo>
                  <a:pt x="3699" y="37314"/>
                </a:lnTo>
                <a:lnTo>
                  <a:pt x="0" y="31343"/>
                </a:lnTo>
                <a:lnTo>
                  <a:pt x="36644" y="8753"/>
                </a:lnTo>
                <a:close/>
                <a:moveTo>
                  <a:pt x="50859" y="0"/>
                </a:moveTo>
                <a:lnTo>
                  <a:pt x="54558" y="6030"/>
                </a:lnTo>
                <a:lnTo>
                  <a:pt x="46941" y="10690"/>
                </a:lnTo>
                <a:lnTo>
                  <a:pt x="43242" y="4661"/>
                </a:lnTo>
                <a:lnTo>
                  <a:pt x="50859" y="0"/>
                </a:lnTo>
                <a:close/>
                <a:moveTo>
                  <a:pt x="508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F6EDCC-CE38-4D0A-A168-82C7C6EA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109" y="1047978"/>
            <a:ext cx="65875" cy="76012"/>
          </a:xfrm>
          <a:custGeom xmlns:a="http://schemas.openxmlformats.org/drawingml/2006/main">
            <a:pathLst>
              <a:path w="65875" h="76012">
                <a:moveTo>
                  <a:pt x="47276" y="33119"/>
                </a:moveTo>
                <a:cubicBezTo>
                  <a:pt x="50917" y="32945"/>
                  <a:pt x="53990" y="33513"/>
                  <a:pt x="56597" y="34823"/>
                </a:cubicBezTo>
                <a:cubicBezTo>
                  <a:pt x="59161" y="36134"/>
                  <a:pt x="61316" y="38173"/>
                  <a:pt x="63035" y="41028"/>
                </a:cubicBezTo>
                <a:cubicBezTo>
                  <a:pt x="65423" y="44829"/>
                  <a:pt x="65875" y="48587"/>
                  <a:pt x="64506" y="52286"/>
                </a:cubicBezTo>
                <a:cubicBezTo>
                  <a:pt x="63093" y="56044"/>
                  <a:pt x="59962" y="59394"/>
                  <a:pt x="55010" y="62408"/>
                </a:cubicBezTo>
                <a:lnTo>
                  <a:pt x="32872" y="76012"/>
                </a:lnTo>
                <a:lnTo>
                  <a:pt x="29172" y="69982"/>
                </a:lnTo>
                <a:lnTo>
                  <a:pt x="51077" y="56495"/>
                </a:lnTo>
                <a:cubicBezTo>
                  <a:pt x="54616" y="54340"/>
                  <a:pt x="56830" y="52111"/>
                  <a:pt x="57733" y="49839"/>
                </a:cubicBezTo>
                <a:cubicBezTo>
                  <a:pt x="58709" y="47509"/>
                  <a:pt x="58360" y="45120"/>
                  <a:pt x="56772" y="42557"/>
                </a:cubicBezTo>
                <a:cubicBezTo>
                  <a:pt x="54893" y="39426"/>
                  <a:pt x="52330" y="37605"/>
                  <a:pt x="49155" y="37096"/>
                </a:cubicBezTo>
                <a:cubicBezTo>
                  <a:pt x="45965" y="36527"/>
                  <a:pt x="42601" y="37387"/>
                  <a:pt x="39018" y="39601"/>
                </a:cubicBezTo>
                <a:lnTo>
                  <a:pt x="18307" y="52344"/>
                </a:lnTo>
                <a:lnTo>
                  <a:pt x="14564" y="46257"/>
                </a:lnTo>
                <a:lnTo>
                  <a:pt x="36455" y="32770"/>
                </a:lnTo>
                <a:cubicBezTo>
                  <a:pt x="40052" y="30614"/>
                  <a:pt x="42266" y="28386"/>
                  <a:pt x="43169" y="26114"/>
                </a:cubicBezTo>
                <a:cubicBezTo>
                  <a:pt x="44086" y="23842"/>
                  <a:pt x="43737" y="21395"/>
                  <a:pt x="42149" y="18774"/>
                </a:cubicBezTo>
                <a:cubicBezTo>
                  <a:pt x="40271" y="15700"/>
                  <a:pt x="37707" y="13880"/>
                  <a:pt x="34532" y="13370"/>
                </a:cubicBezTo>
                <a:cubicBezTo>
                  <a:pt x="31343" y="12860"/>
                  <a:pt x="27978" y="13661"/>
                  <a:pt x="24395" y="15875"/>
                </a:cubicBezTo>
                <a:lnTo>
                  <a:pt x="3685" y="28619"/>
                </a:lnTo>
                <a:lnTo>
                  <a:pt x="0" y="22589"/>
                </a:lnTo>
                <a:lnTo>
                  <a:pt x="36571" y="0"/>
                </a:lnTo>
                <a:lnTo>
                  <a:pt x="40329" y="6088"/>
                </a:lnTo>
                <a:lnTo>
                  <a:pt x="34634" y="9554"/>
                </a:lnTo>
                <a:cubicBezTo>
                  <a:pt x="37707" y="9554"/>
                  <a:pt x="40387" y="10181"/>
                  <a:pt x="42659" y="11433"/>
                </a:cubicBezTo>
                <a:cubicBezTo>
                  <a:pt x="44887" y="12686"/>
                  <a:pt x="46810" y="14681"/>
                  <a:pt x="48470" y="17302"/>
                </a:cubicBezTo>
                <a:cubicBezTo>
                  <a:pt x="50116" y="19968"/>
                  <a:pt x="50801" y="22648"/>
                  <a:pt x="50626" y="25313"/>
                </a:cubicBezTo>
                <a:cubicBezTo>
                  <a:pt x="50393" y="28051"/>
                  <a:pt x="49315" y="30614"/>
                  <a:pt x="47276" y="33119"/>
                </a:cubicBezTo>
                <a:close/>
                <a:moveTo>
                  <a:pt x="47276" y="331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BE8C3-AA74-47C9-A682-6EAF22D7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80" y="1104706"/>
            <a:ext cx="54616" cy="37314"/>
          </a:xfrm>
          <a:custGeom xmlns:a="http://schemas.openxmlformats.org/drawingml/2006/main">
            <a:pathLst>
              <a:path w="54616" h="37314">
                <a:moveTo>
                  <a:pt x="50917" y="0"/>
                </a:moveTo>
                <a:lnTo>
                  <a:pt x="54616" y="5971"/>
                </a:lnTo>
                <a:lnTo>
                  <a:pt x="3699" y="37314"/>
                </a:lnTo>
                <a:lnTo>
                  <a:pt x="0" y="31284"/>
                </a:lnTo>
                <a:lnTo>
                  <a:pt x="50917" y="0"/>
                </a:lnTo>
                <a:close/>
                <a:moveTo>
                  <a:pt x="5091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E1CA6-9B46-4634-8442-5EF416BA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381" y="1150336"/>
            <a:ext cx="12584" cy="12059"/>
          </a:xfrm>
          <a:custGeom xmlns:a="http://schemas.openxmlformats.org/drawingml/2006/main">
            <a:pathLst>
              <a:path w="12584" h="12059">
                <a:moveTo>
                  <a:pt x="8316" y="0"/>
                </a:moveTo>
                <a:lnTo>
                  <a:pt x="12584" y="6933"/>
                </a:lnTo>
                <a:lnTo>
                  <a:pt x="4267" y="12059"/>
                </a:lnTo>
                <a:lnTo>
                  <a:pt x="0" y="5112"/>
                </a:lnTo>
                <a:lnTo>
                  <a:pt x="8316" y="0"/>
                </a:lnTo>
                <a:close/>
                <a:moveTo>
                  <a:pt x="831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BD2A1-A81D-4E95-AF43-008778CE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125" y="1146112"/>
            <a:ext cx="62700" cy="44319"/>
          </a:xfrm>
          <a:custGeom xmlns:a="http://schemas.openxmlformats.org/drawingml/2006/main">
            <a:pathLst>
              <a:path w="62700" h="44319">
                <a:moveTo>
                  <a:pt x="47451" y="9962"/>
                </a:moveTo>
                <a:lnTo>
                  <a:pt x="29129" y="21235"/>
                </a:lnTo>
                <a:lnTo>
                  <a:pt x="34255" y="29537"/>
                </a:lnTo>
                <a:cubicBezTo>
                  <a:pt x="36134" y="32610"/>
                  <a:pt x="38406" y="34488"/>
                  <a:pt x="41028" y="35217"/>
                </a:cubicBezTo>
                <a:cubicBezTo>
                  <a:pt x="43635" y="35901"/>
                  <a:pt x="46431" y="35333"/>
                  <a:pt x="49330" y="33513"/>
                </a:cubicBezTo>
                <a:cubicBezTo>
                  <a:pt x="52286" y="31750"/>
                  <a:pt x="53990" y="29478"/>
                  <a:pt x="54558" y="26857"/>
                </a:cubicBezTo>
                <a:cubicBezTo>
                  <a:pt x="55141" y="24191"/>
                  <a:pt x="54456" y="21337"/>
                  <a:pt x="52577" y="18264"/>
                </a:cubicBezTo>
                <a:lnTo>
                  <a:pt x="47451" y="9962"/>
                </a:lnTo>
                <a:close/>
                <a:moveTo>
                  <a:pt x="48820" y="0"/>
                </a:moveTo>
                <a:lnTo>
                  <a:pt x="57981" y="14914"/>
                </a:lnTo>
                <a:cubicBezTo>
                  <a:pt x="61389" y="20376"/>
                  <a:pt x="62700" y="25269"/>
                  <a:pt x="61899" y="29595"/>
                </a:cubicBezTo>
                <a:cubicBezTo>
                  <a:pt x="61170" y="33920"/>
                  <a:pt x="58432" y="37562"/>
                  <a:pt x="53655" y="40518"/>
                </a:cubicBezTo>
                <a:cubicBezTo>
                  <a:pt x="48820" y="43475"/>
                  <a:pt x="44319" y="44319"/>
                  <a:pt x="40110" y="43023"/>
                </a:cubicBezTo>
                <a:cubicBezTo>
                  <a:pt x="35959" y="41771"/>
                  <a:pt x="32144" y="38348"/>
                  <a:pt x="28794" y="32886"/>
                </a:cubicBezTo>
                <a:lnTo>
                  <a:pt x="23667" y="24585"/>
                </a:lnTo>
                <a:lnTo>
                  <a:pt x="4049" y="36644"/>
                </a:lnTo>
                <a:lnTo>
                  <a:pt x="0" y="30046"/>
                </a:lnTo>
                <a:lnTo>
                  <a:pt x="48820" y="0"/>
                </a:lnTo>
                <a:close/>
                <a:moveTo>
                  <a:pt x="488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40FDF-3A2F-4795-A017-11CB6AC6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986" y="1186514"/>
            <a:ext cx="66108" cy="41640"/>
          </a:xfrm>
          <a:custGeom xmlns:a="http://schemas.openxmlformats.org/drawingml/2006/main">
            <a:pathLst>
              <a:path w="66108" h="41640">
                <a:moveTo>
                  <a:pt x="48820" y="0"/>
                </a:moveTo>
                <a:lnTo>
                  <a:pt x="66108" y="28051"/>
                </a:lnTo>
                <a:lnTo>
                  <a:pt x="60544" y="31459"/>
                </a:lnTo>
                <a:lnTo>
                  <a:pt x="47334" y="10006"/>
                </a:lnTo>
                <a:lnTo>
                  <a:pt x="32945" y="18890"/>
                </a:lnTo>
                <a:lnTo>
                  <a:pt x="44844" y="38232"/>
                </a:lnTo>
                <a:lnTo>
                  <a:pt x="39324" y="41640"/>
                </a:lnTo>
                <a:lnTo>
                  <a:pt x="27366" y="22298"/>
                </a:lnTo>
                <a:lnTo>
                  <a:pt x="4049" y="36644"/>
                </a:lnTo>
                <a:lnTo>
                  <a:pt x="0" y="30032"/>
                </a:lnTo>
                <a:lnTo>
                  <a:pt x="48820" y="0"/>
                </a:lnTo>
                <a:close/>
                <a:moveTo>
                  <a:pt x="488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411DE-7512-4A84-991F-67AA119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711" y="1225022"/>
            <a:ext cx="52912" cy="60428"/>
          </a:xfrm>
          <a:custGeom xmlns:a="http://schemas.openxmlformats.org/drawingml/2006/main">
            <a:pathLst>
              <a:path w="52912" h="60428">
                <a:moveTo>
                  <a:pt x="48820" y="0"/>
                </a:moveTo>
                <a:lnTo>
                  <a:pt x="52912" y="6612"/>
                </a:lnTo>
                <a:lnTo>
                  <a:pt x="9612" y="33236"/>
                </a:lnTo>
                <a:lnTo>
                  <a:pt x="24235" y="57005"/>
                </a:lnTo>
                <a:lnTo>
                  <a:pt x="18715" y="60428"/>
                </a:lnTo>
                <a:lnTo>
                  <a:pt x="0" y="30046"/>
                </a:lnTo>
                <a:lnTo>
                  <a:pt x="48820" y="0"/>
                </a:lnTo>
                <a:close/>
                <a:moveTo>
                  <a:pt x="488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45628-6050-4DBC-87C4-56682215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94" y="1262293"/>
            <a:ext cx="71744" cy="67302"/>
          </a:xfrm>
          <a:custGeom xmlns:a="http://schemas.openxmlformats.org/drawingml/2006/main">
            <a:pathLst>
              <a:path w="71744" h="67302">
                <a:moveTo>
                  <a:pt x="48820" y="0"/>
                </a:moveTo>
                <a:lnTo>
                  <a:pt x="52854" y="6656"/>
                </a:lnTo>
                <a:lnTo>
                  <a:pt x="32828" y="18948"/>
                </a:lnTo>
                <a:lnTo>
                  <a:pt x="47626" y="42950"/>
                </a:lnTo>
                <a:lnTo>
                  <a:pt x="67652" y="30614"/>
                </a:lnTo>
                <a:lnTo>
                  <a:pt x="71744" y="37270"/>
                </a:lnTo>
                <a:lnTo>
                  <a:pt x="22881" y="67302"/>
                </a:lnTo>
                <a:lnTo>
                  <a:pt x="18832" y="60704"/>
                </a:lnTo>
                <a:lnTo>
                  <a:pt x="42106" y="46373"/>
                </a:lnTo>
                <a:lnTo>
                  <a:pt x="27308" y="22356"/>
                </a:lnTo>
                <a:lnTo>
                  <a:pt x="4049" y="36702"/>
                </a:lnTo>
                <a:lnTo>
                  <a:pt x="0" y="30090"/>
                </a:lnTo>
                <a:lnTo>
                  <a:pt x="48820" y="0"/>
                </a:lnTo>
                <a:close/>
                <a:moveTo>
                  <a:pt x="488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7F467-0576-43BC-8C5D-C1885FB9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702" y="1312700"/>
            <a:ext cx="62816" cy="68103"/>
          </a:xfrm>
          <a:custGeom xmlns:a="http://schemas.openxmlformats.org/drawingml/2006/main">
            <a:pathLst>
              <a:path w="62816" h="68103">
                <a:moveTo>
                  <a:pt x="37154" y="39091"/>
                </a:moveTo>
                <a:cubicBezTo>
                  <a:pt x="37547" y="40795"/>
                  <a:pt x="37329" y="42834"/>
                  <a:pt x="36586" y="45120"/>
                </a:cubicBezTo>
                <a:cubicBezTo>
                  <a:pt x="35843" y="47451"/>
                  <a:pt x="34532" y="50116"/>
                  <a:pt x="32610" y="53131"/>
                </a:cubicBezTo>
                <a:lnTo>
                  <a:pt x="23390" y="68103"/>
                </a:lnTo>
                <a:lnTo>
                  <a:pt x="19007" y="60981"/>
                </a:lnTo>
                <a:lnTo>
                  <a:pt x="27716" y="47043"/>
                </a:lnTo>
                <a:cubicBezTo>
                  <a:pt x="29988" y="43402"/>
                  <a:pt x="31182" y="40504"/>
                  <a:pt x="31357" y="38348"/>
                </a:cubicBezTo>
                <a:cubicBezTo>
                  <a:pt x="31459" y="36120"/>
                  <a:pt x="30731" y="33731"/>
                  <a:pt x="29129" y="31124"/>
                </a:cubicBezTo>
                <a:lnTo>
                  <a:pt x="24701" y="23944"/>
                </a:lnTo>
                <a:lnTo>
                  <a:pt x="4049" y="36644"/>
                </a:lnTo>
                <a:lnTo>
                  <a:pt x="0" y="30032"/>
                </a:lnTo>
                <a:lnTo>
                  <a:pt x="48820" y="0"/>
                </a:lnTo>
                <a:lnTo>
                  <a:pt x="57981" y="14899"/>
                </a:lnTo>
                <a:cubicBezTo>
                  <a:pt x="61447" y="20478"/>
                  <a:pt x="62816" y="25371"/>
                  <a:pt x="62190" y="29522"/>
                </a:cubicBezTo>
                <a:cubicBezTo>
                  <a:pt x="61564" y="33731"/>
                  <a:pt x="58884" y="37270"/>
                  <a:pt x="54165" y="40169"/>
                </a:cubicBezTo>
                <a:cubicBezTo>
                  <a:pt x="51092" y="42047"/>
                  <a:pt x="48077" y="42892"/>
                  <a:pt x="45179" y="42732"/>
                </a:cubicBezTo>
                <a:cubicBezTo>
                  <a:pt x="42280" y="42557"/>
                  <a:pt x="39601" y="41363"/>
                  <a:pt x="37154" y="39091"/>
                </a:cubicBezTo>
                <a:close/>
                <a:moveTo>
                  <a:pt x="47451" y="9904"/>
                </a:moveTo>
                <a:lnTo>
                  <a:pt x="30105" y="20594"/>
                </a:lnTo>
                <a:lnTo>
                  <a:pt x="35217" y="28896"/>
                </a:lnTo>
                <a:cubicBezTo>
                  <a:pt x="37212" y="32085"/>
                  <a:pt x="39426" y="34022"/>
                  <a:pt x="41873" y="34765"/>
                </a:cubicBezTo>
                <a:cubicBezTo>
                  <a:pt x="44378" y="35493"/>
                  <a:pt x="46999" y="34925"/>
                  <a:pt x="49839" y="33221"/>
                </a:cubicBezTo>
                <a:cubicBezTo>
                  <a:pt x="52738" y="31459"/>
                  <a:pt x="54398" y="29304"/>
                  <a:pt x="54849" y="26798"/>
                </a:cubicBezTo>
                <a:cubicBezTo>
                  <a:pt x="55243" y="24293"/>
                  <a:pt x="54515" y="21395"/>
                  <a:pt x="52577" y="18264"/>
                </a:cubicBezTo>
                <a:lnTo>
                  <a:pt x="47451" y="9904"/>
                </a:lnTo>
                <a:close/>
                <a:moveTo>
                  <a:pt x="47451" y="99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09430-EA16-40D6-95FD-E4334455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21" y="1359233"/>
            <a:ext cx="62700" cy="44319"/>
          </a:xfrm>
          <a:custGeom xmlns:a="http://schemas.openxmlformats.org/drawingml/2006/main">
            <a:pathLst>
              <a:path w="62700" h="44319">
                <a:moveTo>
                  <a:pt x="47451" y="9904"/>
                </a:moveTo>
                <a:lnTo>
                  <a:pt x="29129" y="21220"/>
                </a:lnTo>
                <a:lnTo>
                  <a:pt x="34255" y="29537"/>
                </a:lnTo>
                <a:cubicBezTo>
                  <a:pt x="36134" y="32610"/>
                  <a:pt x="38406" y="34474"/>
                  <a:pt x="41028" y="35158"/>
                </a:cubicBezTo>
                <a:cubicBezTo>
                  <a:pt x="43635" y="35901"/>
                  <a:pt x="46431" y="35333"/>
                  <a:pt x="49388" y="33513"/>
                </a:cubicBezTo>
                <a:cubicBezTo>
                  <a:pt x="52286" y="31692"/>
                  <a:pt x="54048" y="29478"/>
                  <a:pt x="54616" y="26857"/>
                </a:cubicBezTo>
                <a:cubicBezTo>
                  <a:pt x="55126" y="24177"/>
                  <a:pt x="54500" y="21337"/>
                  <a:pt x="52577" y="18205"/>
                </a:cubicBezTo>
                <a:lnTo>
                  <a:pt x="47451" y="9904"/>
                </a:lnTo>
                <a:close/>
                <a:moveTo>
                  <a:pt x="48820" y="0"/>
                </a:moveTo>
                <a:lnTo>
                  <a:pt x="58039" y="14914"/>
                </a:lnTo>
                <a:cubicBezTo>
                  <a:pt x="61389" y="20376"/>
                  <a:pt x="62700" y="25269"/>
                  <a:pt x="61957" y="29595"/>
                </a:cubicBezTo>
                <a:cubicBezTo>
                  <a:pt x="61214" y="33906"/>
                  <a:pt x="58432" y="37547"/>
                  <a:pt x="53655" y="40518"/>
                </a:cubicBezTo>
                <a:cubicBezTo>
                  <a:pt x="48878" y="43475"/>
                  <a:pt x="44319" y="44319"/>
                  <a:pt x="40169" y="43009"/>
                </a:cubicBezTo>
                <a:cubicBezTo>
                  <a:pt x="35959" y="41712"/>
                  <a:pt x="32202" y="38348"/>
                  <a:pt x="28852" y="32886"/>
                </a:cubicBezTo>
                <a:lnTo>
                  <a:pt x="23725" y="24585"/>
                </a:lnTo>
                <a:lnTo>
                  <a:pt x="4093" y="36644"/>
                </a:lnTo>
                <a:lnTo>
                  <a:pt x="0" y="30046"/>
                </a:lnTo>
                <a:lnTo>
                  <a:pt x="48820" y="0"/>
                </a:lnTo>
                <a:close/>
                <a:moveTo>
                  <a:pt x="488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F3829-E43A-414B-B45A-B08A9070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920" y="1408271"/>
            <a:ext cx="46417" cy="47451"/>
          </a:xfrm>
          <a:custGeom xmlns:a="http://schemas.openxmlformats.org/drawingml/2006/main">
            <a:pathLst>
              <a:path w="46417" h="47451">
                <a:moveTo>
                  <a:pt x="34751" y="37838"/>
                </a:moveTo>
                <a:lnTo>
                  <a:pt x="31794" y="39659"/>
                </a:lnTo>
                <a:lnTo>
                  <a:pt x="14783" y="11957"/>
                </a:lnTo>
                <a:cubicBezTo>
                  <a:pt x="10807" y="14797"/>
                  <a:pt x="8418" y="17987"/>
                  <a:pt x="7617" y="21570"/>
                </a:cubicBezTo>
                <a:cubicBezTo>
                  <a:pt x="6816" y="25094"/>
                  <a:pt x="7617" y="28910"/>
                  <a:pt x="10064" y="32886"/>
                </a:cubicBezTo>
                <a:cubicBezTo>
                  <a:pt x="11491" y="35173"/>
                  <a:pt x="13195" y="37270"/>
                  <a:pt x="15074" y="39091"/>
                </a:cubicBezTo>
                <a:cubicBezTo>
                  <a:pt x="16953" y="40911"/>
                  <a:pt x="19167" y="42557"/>
                  <a:pt x="21614" y="43984"/>
                </a:cubicBezTo>
                <a:lnTo>
                  <a:pt x="15919" y="47451"/>
                </a:lnTo>
                <a:cubicBezTo>
                  <a:pt x="13647" y="45863"/>
                  <a:pt x="11608" y="44101"/>
                  <a:pt x="9729" y="42106"/>
                </a:cubicBezTo>
                <a:cubicBezTo>
                  <a:pt x="7850" y="40169"/>
                  <a:pt x="6204" y="38013"/>
                  <a:pt x="4777" y="35683"/>
                </a:cubicBezTo>
                <a:cubicBezTo>
                  <a:pt x="1194" y="29813"/>
                  <a:pt x="0" y="24133"/>
                  <a:pt x="1311" y="18672"/>
                </a:cubicBezTo>
                <a:cubicBezTo>
                  <a:pt x="2607" y="13152"/>
                  <a:pt x="6204" y="8593"/>
                  <a:pt x="12001" y="5010"/>
                </a:cubicBezTo>
                <a:cubicBezTo>
                  <a:pt x="17972" y="1311"/>
                  <a:pt x="23725" y="0"/>
                  <a:pt x="29245" y="1092"/>
                </a:cubicBezTo>
                <a:cubicBezTo>
                  <a:pt x="34751" y="2170"/>
                  <a:pt x="39193" y="5462"/>
                  <a:pt x="42557" y="10923"/>
                </a:cubicBezTo>
                <a:cubicBezTo>
                  <a:pt x="45630" y="15875"/>
                  <a:pt x="46417" y="20769"/>
                  <a:pt x="45004" y="25546"/>
                </a:cubicBezTo>
                <a:cubicBezTo>
                  <a:pt x="43635" y="30381"/>
                  <a:pt x="40169" y="34488"/>
                  <a:pt x="34751" y="37838"/>
                </a:cubicBezTo>
                <a:close/>
                <a:moveTo>
                  <a:pt x="32828" y="30731"/>
                </a:moveTo>
                <a:cubicBezTo>
                  <a:pt x="36061" y="28677"/>
                  <a:pt x="38115" y="26114"/>
                  <a:pt x="38974" y="23099"/>
                </a:cubicBezTo>
                <a:cubicBezTo>
                  <a:pt x="39819" y="20084"/>
                  <a:pt x="39368" y="17128"/>
                  <a:pt x="37547" y="14171"/>
                </a:cubicBezTo>
                <a:cubicBezTo>
                  <a:pt x="35435" y="10821"/>
                  <a:pt x="32886" y="8710"/>
                  <a:pt x="29697" y="7865"/>
                </a:cubicBezTo>
                <a:cubicBezTo>
                  <a:pt x="26565" y="7005"/>
                  <a:pt x="23201" y="7457"/>
                  <a:pt x="19560" y="9278"/>
                </a:cubicBezTo>
                <a:lnTo>
                  <a:pt x="32828" y="30731"/>
                </a:lnTo>
                <a:close/>
                <a:moveTo>
                  <a:pt x="32828" y="307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233C4-02DF-4D92-AC69-B1958C74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791" y="1445367"/>
            <a:ext cx="50349" cy="28619"/>
          </a:xfrm>
          <a:custGeom xmlns:a="http://schemas.openxmlformats.org/drawingml/2006/main">
            <a:pathLst>
              <a:path w="50349" h="28619">
                <a:moveTo>
                  <a:pt x="44203" y="24920"/>
                </a:moveTo>
                <a:cubicBezTo>
                  <a:pt x="44159" y="24017"/>
                  <a:pt x="43984" y="23099"/>
                  <a:pt x="43693" y="22196"/>
                </a:cubicBezTo>
                <a:cubicBezTo>
                  <a:pt x="43416" y="21279"/>
                  <a:pt x="42965" y="20376"/>
                  <a:pt x="42382" y="19400"/>
                </a:cubicBezTo>
                <a:cubicBezTo>
                  <a:pt x="40285" y="15992"/>
                  <a:pt x="37547" y="14055"/>
                  <a:pt x="34197" y="13603"/>
                </a:cubicBezTo>
                <a:cubicBezTo>
                  <a:pt x="30891" y="13152"/>
                  <a:pt x="27148" y="14171"/>
                  <a:pt x="22983" y="16734"/>
                </a:cubicBezTo>
                <a:lnTo>
                  <a:pt x="3699" y="28619"/>
                </a:lnTo>
                <a:lnTo>
                  <a:pt x="0" y="22589"/>
                </a:lnTo>
                <a:lnTo>
                  <a:pt x="36586" y="0"/>
                </a:lnTo>
                <a:lnTo>
                  <a:pt x="40343" y="6088"/>
                </a:lnTo>
                <a:lnTo>
                  <a:pt x="34649" y="9569"/>
                </a:lnTo>
                <a:cubicBezTo>
                  <a:pt x="37664" y="9511"/>
                  <a:pt x="40343" y="10137"/>
                  <a:pt x="42615" y="11491"/>
                </a:cubicBezTo>
                <a:cubicBezTo>
                  <a:pt x="44946" y="12860"/>
                  <a:pt x="46999" y="14972"/>
                  <a:pt x="48820" y="17871"/>
                </a:cubicBezTo>
                <a:cubicBezTo>
                  <a:pt x="49038" y="18264"/>
                  <a:pt x="49330" y="18774"/>
                  <a:pt x="49563" y="19298"/>
                </a:cubicBezTo>
                <a:cubicBezTo>
                  <a:pt x="49839" y="19808"/>
                  <a:pt x="50072" y="20434"/>
                  <a:pt x="50349" y="21118"/>
                </a:cubicBezTo>
                <a:lnTo>
                  <a:pt x="44203" y="24920"/>
                </a:lnTo>
                <a:close/>
                <a:moveTo>
                  <a:pt x="44203" y="249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0D903-D43A-4688-8A7F-9B5DDF65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860" y="1464373"/>
            <a:ext cx="54616" cy="37372"/>
          </a:xfrm>
          <a:custGeom xmlns:a="http://schemas.openxmlformats.org/drawingml/2006/main">
            <a:pathLst>
              <a:path w="54616" h="37372">
                <a:moveTo>
                  <a:pt x="36644" y="8768"/>
                </a:moveTo>
                <a:lnTo>
                  <a:pt x="40343" y="14797"/>
                </a:lnTo>
                <a:lnTo>
                  <a:pt x="3699" y="37372"/>
                </a:lnTo>
                <a:lnTo>
                  <a:pt x="0" y="31343"/>
                </a:lnTo>
                <a:lnTo>
                  <a:pt x="36644" y="8768"/>
                </a:lnTo>
                <a:close/>
                <a:moveTo>
                  <a:pt x="50917" y="0"/>
                </a:moveTo>
                <a:lnTo>
                  <a:pt x="54616" y="6030"/>
                </a:lnTo>
                <a:lnTo>
                  <a:pt x="46999" y="10690"/>
                </a:lnTo>
                <a:lnTo>
                  <a:pt x="43300" y="4719"/>
                </a:lnTo>
                <a:lnTo>
                  <a:pt x="50917" y="0"/>
                </a:lnTo>
                <a:close/>
                <a:moveTo>
                  <a:pt x="5091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130A7-8C34-4BBD-BA35-5BB9B933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051" y="1495323"/>
            <a:ext cx="46533" cy="43810"/>
          </a:xfrm>
          <a:custGeom xmlns:a="http://schemas.openxmlformats.org/drawingml/2006/main">
            <a:pathLst>
              <a:path w="46533" h="43810">
                <a:moveTo>
                  <a:pt x="37430" y="13195"/>
                </a:moveTo>
                <a:cubicBezTo>
                  <a:pt x="35450" y="10020"/>
                  <a:pt x="32595" y="8243"/>
                  <a:pt x="28954" y="7908"/>
                </a:cubicBezTo>
                <a:cubicBezTo>
                  <a:pt x="25269" y="7573"/>
                  <a:pt x="21220" y="8768"/>
                  <a:pt x="16836" y="11433"/>
                </a:cubicBezTo>
                <a:cubicBezTo>
                  <a:pt x="12467" y="14171"/>
                  <a:pt x="9612" y="17244"/>
                  <a:pt x="8258" y="20652"/>
                </a:cubicBezTo>
                <a:cubicBezTo>
                  <a:pt x="6831" y="24060"/>
                  <a:pt x="7166" y="27366"/>
                  <a:pt x="9161" y="30614"/>
                </a:cubicBezTo>
                <a:cubicBezTo>
                  <a:pt x="11156" y="33848"/>
                  <a:pt x="13996" y="35610"/>
                  <a:pt x="17637" y="35901"/>
                </a:cubicBezTo>
                <a:cubicBezTo>
                  <a:pt x="21337" y="36236"/>
                  <a:pt x="25371" y="35042"/>
                  <a:pt x="29697" y="32377"/>
                </a:cubicBezTo>
                <a:cubicBezTo>
                  <a:pt x="34081" y="29697"/>
                  <a:pt x="36921" y="26624"/>
                  <a:pt x="38290" y="23216"/>
                </a:cubicBezTo>
                <a:cubicBezTo>
                  <a:pt x="39717" y="19735"/>
                  <a:pt x="39368" y="16443"/>
                  <a:pt x="37430" y="13195"/>
                </a:cubicBezTo>
                <a:close/>
                <a:moveTo>
                  <a:pt x="42499" y="10064"/>
                </a:moveTo>
                <a:cubicBezTo>
                  <a:pt x="45747" y="15307"/>
                  <a:pt x="46533" y="20478"/>
                  <a:pt x="45004" y="25546"/>
                </a:cubicBezTo>
                <a:cubicBezTo>
                  <a:pt x="43475" y="30658"/>
                  <a:pt x="39659" y="35042"/>
                  <a:pt x="33629" y="38741"/>
                </a:cubicBezTo>
                <a:cubicBezTo>
                  <a:pt x="27658" y="42441"/>
                  <a:pt x="22021" y="43810"/>
                  <a:pt x="16778" y="42950"/>
                </a:cubicBezTo>
                <a:cubicBezTo>
                  <a:pt x="11491" y="42047"/>
                  <a:pt x="7282" y="39033"/>
                  <a:pt x="4049" y="33789"/>
                </a:cubicBezTo>
                <a:cubicBezTo>
                  <a:pt x="859" y="28503"/>
                  <a:pt x="0" y="23332"/>
                  <a:pt x="1602" y="18264"/>
                </a:cubicBezTo>
                <a:cubicBezTo>
                  <a:pt x="3190" y="13195"/>
                  <a:pt x="6947" y="8811"/>
                  <a:pt x="12977" y="5127"/>
                </a:cubicBezTo>
                <a:cubicBezTo>
                  <a:pt x="18948" y="1427"/>
                  <a:pt x="24585" y="0"/>
                  <a:pt x="29813" y="918"/>
                </a:cubicBezTo>
                <a:cubicBezTo>
                  <a:pt x="35042" y="1762"/>
                  <a:pt x="39251" y="4835"/>
                  <a:pt x="42499" y="10064"/>
                </a:cubicBezTo>
                <a:close/>
                <a:moveTo>
                  <a:pt x="42499" y="100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53200-B062-4A50-8591-4ECAB8B7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29" y="1536394"/>
            <a:ext cx="65933" cy="48995"/>
          </a:xfrm>
          <a:custGeom xmlns:a="http://schemas.openxmlformats.org/drawingml/2006/main">
            <a:pathLst>
              <a:path w="65933" h="48995">
                <a:moveTo>
                  <a:pt x="42441" y="23842"/>
                </a:moveTo>
                <a:lnTo>
                  <a:pt x="62234" y="11666"/>
                </a:lnTo>
                <a:lnTo>
                  <a:pt x="65933" y="17696"/>
                </a:lnTo>
                <a:lnTo>
                  <a:pt x="15074" y="48995"/>
                </a:lnTo>
                <a:lnTo>
                  <a:pt x="11375" y="43009"/>
                </a:lnTo>
                <a:lnTo>
                  <a:pt x="16836" y="39601"/>
                </a:lnTo>
                <a:cubicBezTo>
                  <a:pt x="13880" y="39717"/>
                  <a:pt x="11317" y="39091"/>
                  <a:pt x="9044" y="37780"/>
                </a:cubicBezTo>
                <a:cubicBezTo>
                  <a:pt x="6831" y="36527"/>
                  <a:pt x="4835" y="34532"/>
                  <a:pt x="3190" y="31867"/>
                </a:cubicBezTo>
                <a:cubicBezTo>
                  <a:pt x="451" y="27425"/>
                  <a:pt x="0" y="22706"/>
                  <a:pt x="1821" y="17754"/>
                </a:cubicBezTo>
                <a:cubicBezTo>
                  <a:pt x="3641" y="12802"/>
                  <a:pt x="7457" y="8535"/>
                  <a:pt x="13195" y="5010"/>
                </a:cubicBezTo>
                <a:cubicBezTo>
                  <a:pt x="18948" y="1486"/>
                  <a:pt x="24468" y="0"/>
                  <a:pt x="29697" y="626"/>
                </a:cubicBezTo>
                <a:cubicBezTo>
                  <a:pt x="34925" y="1194"/>
                  <a:pt x="38916" y="3758"/>
                  <a:pt x="41640" y="8141"/>
                </a:cubicBezTo>
                <a:cubicBezTo>
                  <a:pt x="43300" y="10865"/>
                  <a:pt x="44203" y="13487"/>
                  <a:pt x="44319" y="16108"/>
                </a:cubicBezTo>
                <a:cubicBezTo>
                  <a:pt x="44494" y="18672"/>
                  <a:pt x="43810" y="21279"/>
                  <a:pt x="42441" y="23842"/>
                </a:cubicBezTo>
                <a:close/>
                <a:moveTo>
                  <a:pt x="17011" y="11215"/>
                </a:moveTo>
                <a:cubicBezTo>
                  <a:pt x="12627" y="13938"/>
                  <a:pt x="9671" y="17011"/>
                  <a:pt x="8302" y="20376"/>
                </a:cubicBezTo>
                <a:cubicBezTo>
                  <a:pt x="6889" y="23725"/>
                  <a:pt x="7166" y="27032"/>
                  <a:pt x="9161" y="30221"/>
                </a:cubicBezTo>
                <a:cubicBezTo>
                  <a:pt x="11098" y="33396"/>
                  <a:pt x="13880" y="35115"/>
                  <a:pt x="17521" y="35391"/>
                </a:cubicBezTo>
                <a:cubicBezTo>
                  <a:pt x="21162" y="35683"/>
                  <a:pt x="25196" y="34488"/>
                  <a:pt x="29639" y="31750"/>
                </a:cubicBezTo>
                <a:cubicBezTo>
                  <a:pt x="34081" y="29027"/>
                  <a:pt x="36979" y="25954"/>
                  <a:pt x="38348" y="22589"/>
                </a:cubicBezTo>
                <a:cubicBezTo>
                  <a:pt x="39761" y="19181"/>
                  <a:pt x="39484" y="15933"/>
                  <a:pt x="37489" y="12744"/>
                </a:cubicBezTo>
                <a:cubicBezTo>
                  <a:pt x="35552" y="9569"/>
                  <a:pt x="32770" y="7850"/>
                  <a:pt x="29129" y="7573"/>
                </a:cubicBezTo>
                <a:cubicBezTo>
                  <a:pt x="25488" y="7282"/>
                  <a:pt x="21453" y="8535"/>
                  <a:pt x="17011" y="11215"/>
                </a:cubicBezTo>
                <a:close/>
                <a:moveTo>
                  <a:pt x="17011" y="112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F7D75C-08F5-43CE-AF26-12F102D7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895" y="1567970"/>
            <a:ext cx="62700" cy="44319"/>
          </a:xfrm>
          <a:custGeom xmlns:a="http://schemas.openxmlformats.org/drawingml/2006/main">
            <a:pathLst>
              <a:path w="62700" h="44319">
                <a:moveTo>
                  <a:pt x="47451" y="9962"/>
                </a:moveTo>
                <a:lnTo>
                  <a:pt x="29129" y="21279"/>
                </a:lnTo>
                <a:lnTo>
                  <a:pt x="34255" y="29595"/>
                </a:lnTo>
                <a:cubicBezTo>
                  <a:pt x="36134" y="32668"/>
                  <a:pt x="38406" y="34532"/>
                  <a:pt x="41028" y="35217"/>
                </a:cubicBezTo>
                <a:cubicBezTo>
                  <a:pt x="43635" y="35959"/>
                  <a:pt x="46431" y="35391"/>
                  <a:pt x="49388" y="33571"/>
                </a:cubicBezTo>
                <a:cubicBezTo>
                  <a:pt x="52286" y="31750"/>
                  <a:pt x="53990" y="29537"/>
                  <a:pt x="54558" y="26857"/>
                </a:cubicBezTo>
                <a:cubicBezTo>
                  <a:pt x="55126" y="24235"/>
                  <a:pt x="54456" y="21337"/>
                  <a:pt x="52577" y="18264"/>
                </a:cubicBezTo>
                <a:lnTo>
                  <a:pt x="47451" y="9962"/>
                </a:lnTo>
                <a:close/>
                <a:moveTo>
                  <a:pt x="48820" y="0"/>
                </a:moveTo>
                <a:lnTo>
                  <a:pt x="57981" y="14972"/>
                </a:lnTo>
                <a:cubicBezTo>
                  <a:pt x="61389" y="20434"/>
                  <a:pt x="62700" y="25327"/>
                  <a:pt x="61957" y="29639"/>
                </a:cubicBezTo>
                <a:cubicBezTo>
                  <a:pt x="61170" y="33964"/>
                  <a:pt x="58432" y="37605"/>
                  <a:pt x="53655" y="40518"/>
                </a:cubicBezTo>
                <a:cubicBezTo>
                  <a:pt x="48820" y="43533"/>
                  <a:pt x="44319" y="44319"/>
                  <a:pt x="40110" y="43067"/>
                </a:cubicBezTo>
                <a:cubicBezTo>
                  <a:pt x="35959" y="41756"/>
                  <a:pt x="32144" y="38406"/>
                  <a:pt x="28794" y="32945"/>
                </a:cubicBezTo>
                <a:lnTo>
                  <a:pt x="23667" y="24643"/>
                </a:lnTo>
                <a:lnTo>
                  <a:pt x="4049" y="36702"/>
                </a:lnTo>
                <a:lnTo>
                  <a:pt x="0" y="30105"/>
                </a:lnTo>
                <a:lnTo>
                  <a:pt x="48820" y="0"/>
                </a:lnTo>
                <a:close/>
                <a:moveTo>
                  <a:pt x="4882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E9DA0-73E6-47F8-B313-D75BF6BE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737" y="1614227"/>
            <a:ext cx="50349" cy="28619"/>
          </a:xfrm>
          <a:custGeom xmlns:a="http://schemas.openxmlformats.org/drawingml/2006/main">
            <a:pathLst>
              <a:path w="50349" h="28619">
                <a:moveTo>
                  <a:pt x="44203" y="24920"/>
                </a:moveTo>
                <a:cubicBezTo>
                  <a:pt x="44203" y="24017"/>
                  <a:pt x="44028" y="23099"/>
                  <a:pt x="43693" y="22196"/>
                </a:cubicBezTo>
                <a:cubicBezTo>
                  <a:pt x="43402" y="21279"/>
                  <a:pt x="42950" y="20317"/>
                  <a:pt x="42382" y="19400"/>
                </a:cubicBezTo>
                <a:cubicBezTo>
                  <a:pt x="40285" y="15992"/>
                  <a:pt x="37547" y="14055"/>
                  <a:pt x="34255" y="13603"/>
                </a:cubicBezTo>
                <a:cubicBezTo>
                  <a:pt x="30891" y="13137"/>
                  <a:pt x="27133" y="14171"/>
                  <a:pt x="23041" y="16734"/>
                </a:cubicBezTo>
                <a:lnTo>
                  <a:pt x="3699" y="28619"/>
                </a:lnTo>
                <a:lnTo>
                  <a:pt x="0" y="22531"/>
                </a:lnTo>
                <a:lnTo>
                  <a:pt x="36644" y="0"/>
                </a:lnTo>
                <a:lnTo>
                  <a:pt x="40343" y="6030"/>
                </a:lnTo>
                <a:lnTo>
                  <a:pt x="34649" y="9554"/>
                </a:lnTo>
                <a:cubicBezTo>
                  <a:pt x="37664" y="9452"/>
                  <a:pt x="40343" y="10064"/>
                  <a:pt x="42674" y="11433"/>
                </a:cubicBezTo>
                <a:cubicBezTo>
                  <a:pt x="45004" y="12802"/>
                  <a:pt x="47043" y="14958"/>
                  <a:pt x="48820" y="17871"/>
                </a:cubicBezTo>
                <a:cubicBezTo>
                  <a:pt x="49097" y="18264"/>
                  <a:pt x="49330" y="18715"/>
                  <a:pt x="49606" y="19283"/>
                </a:cubicBezTo>
                <a:cubicBezTo>
                  <a:pt x="49839" y="19793"/>
                  <a:pt x="50116" y="20419"/>
                  <a:pt x="50349" y="21104"/>
                </a:cubicBezTo>
                <a:lnTo>
                  <a:pt x="44203" y="24920"/>
                </a:lnTo>
                <a:close/>
                <a:moveTo>
                  <a:pt x="44203" y="249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D002A-2CB5-4408-AF42-449BE809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73" y="1644375"/>
            <a:ext cx="46431" cy="47451"/>
          </a:xfrm>
          <a:custGeom xmlns:a="http://schemas.openxmlformats.org/drawingml/2006/main">
            <a:pathLst>
              <a:path w="46431" h="47451">
                <a:moveTo>
                  <a:pt x="34765" y="37780"/>
                </a:moveTo>
                <a:lnTo>
                  <a:pt x="31809" y="39601"/>
                </a:lnTo>
                <a:lnTo>
                  <a:pt x="14739" y="11957"/>
                </a:lnTo>
                <a:cubicBezTo>
                  <a:pt x="10749" y="14739"/>
                  <a:pt x="8418" y="17929"/>
                  <a:pt x="7632" y="21512"/>
                </a:cubicBezTo>
                <a:cubicBezTo>
                  <a:pt x="6831" y="25094"/>
                  <a:pt x="7632" y="28852"/>
                  <a:pt x="10079" y="32828"/>
                </a:cubicBezTo>
                <a:cubicBezTo>
                  <a:pt x="11491" y="35158"/>
                  <a:pt x="13195" y="37212"/>
                  <a:pt x="15074" y="39033"/>
                </a:cubicBezTo>
                <a:cubicBezTo>
                  <a:pt x="16953" y="40853"/>
                  <a:pt x="19181" y="42499"/>
                  <a:pt x="21628" y="43926"/>
                </a:cubicBezTo>
                <a:lnTo>
                  <a:pt x="15933" y="47451"/>
                </a:lnTo>
                <a:cubicBezTo>
                  <a:pt x="13661" y="45863"/>
                  <a:pt x="11608" y="44043"/>
                  <a:pt x="9729" y="42106"/>
                </a:cubicBezTo>
                <a:cubicBezTo>
                  <a:pt x="7850" y="40110"/>
                  <a:pt x="6204" y="37955"/>
                  <a:pt x="4777" y="35625"/>
                </a:cubicBezTo>
                <a:cubicBezTo>
                  <a:pt x="1136" y="29813"/>
                  <a:pt x="0" y="24133"/>
                  <a:pt x="1311" y="18613"/>
                </a:cubicBezTo>
                <a:cubicBezTo>
                  <a:pt x="2622" y="13093"/>
                  <a:pt x="6146" y="8535"/>
                  <a:pt x="11943" y="5010"/>
                </a:cubicBezTo>
                <a:cubicBezTo>
                  <a:pt x="17987" y="1311"/>
                  <a:pt x="23725" y="0"/>
                  <a:pt x="29245" y="1092"/>
                </a:cubicBezTo>
                <a:cubicBezTo>
                  <a:pt x="34765" y="2112"/>
                  <a:pt x="39207" y="5403"/>
                  <a:pt x="42557" y="10923"/>
                </a:cubicBezTo>
                <a:cubicBezTo>
                  <a:pt x="45630" y="15817"/>
                  <a:pt x="46431" y="20711"/>
                  <a:pt x="45004" y="25546"/>
                </a:cubicBezTo>
                <a:cubicBezTo>
                  <a:pt x="43635" y="30323"/>
                  <a:pt x="40169" y="34430"/>
                  <a:pt x="34765" y="37780"/>
                </a:cubicBezTo>
                <a:close/>
                <a:moveTo>
                  <a:pt x="32828" y="30673"/>
                </a:moveTo>
                <a:cubicBezTo>
                  <a:pt x="36076" y="28619"/>
                  <a:pt x="38115" y="26056"/>
                  <a:pt x="38974" y="23099"/>
                </a:cubicBezTo>
                <a:cubicBezTo>
                  <a:pt x="39834" y="20084"/>
                  <a:pt x="39368" y="17069"/>
                  <a:pt x="37489" y="14113"/>
                </a:cubicBezTo>
                <a:cubicBezTo>
                  <a:pt x="35450" y="10763"/>
                  <a:pt x="32828" y="8651"/>
                  <a:pt x="29697" y="7807"/>
                </a:cubicBezTo>
                <a:cubicBezTo>
                  <a:pt x="26565" y="6947"/>
                  <a:pt x="23216" y="7457"/>
                  <a:pt x="19575" y="9278"/>
                </a:cubicBezTo>
                <a:lnTo>
                  <a:pt x="32828" y="30673"/>
                </a:lnTo>
                <a:close/>
                <a:moveTo>
                  <a:pt x="32828" y="306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60EEE-E543-48FD-A322-C3A4D047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741" y="1685344"/>
            <a:ext cx="65933" cy="49038"/>
          </a:xfrm>
          <a:custGeom xmlns:a="http://schemas.openxmlformats.org/drawingml/2006/main">
            <a:pathLst>
              <a:path w="65933" h="49038">
                <a:moveTo>
                  <a:pt x="42441" y="23900"/>
                </a:moveTo>
                <a:lnTo>
                  <a:pt x="62234" y="11666"/>
                </a:lnTo>
                <a:lnTo>
                  <a:pt x="65933" y="17696"/>
                </a:lnTo>
                <a:lnTo>
                  <a:pt x="15074" y="49038"/>
                </a:lnTo>
                <a:lnTo>
                  <a:pt x="11375" y="43009"/>
                </a:lnTo>
                <a:lnTo>
                  <a:pt x="16836" y="39601"/>
                </a:lnTo>
                <a:cubicBezTo>
                  <a:pt x="13938" y="39703"/>
                  <a:pt x="11317" y="39091"/>
                  <a:pt x="9044" y="37838"/>
                </a:cubicBezTo>
                <a:cubicBezTo>
                  <a:pt x="6831" y="36527"/>
                  <a:pt x="4835" y="34532"/>
                  <a:pt x="3190" y="31852"/>
                </a:cubicBezTo>
                <a:cubicBezTo>
                  <a:pt x="451" y="27425"/>
                  <a:pt x="0" y="22750"/>
                  <a:pt x="1821" y="17754"/>
                </a:cubicBezTo>
                <a:cubicBezTo>
                  <a:pt x="3641" y="12802"/>
                  <a:pt x="7457" y="8593"/>
                  <a:pt x="13195" y="5010"/>
                </a:cubicBezTo>
                <a:cubicBezTo>
                  <a:pt x="18948" y="1471"/>
                  <a:pt x="24468" y="0"/>
                  <a:pt x="29697" y="626"/>
                </a:cubicBezTo>
                <a:cubicBezTo>
                  <a:pt x="34925" y="1253"/>
                  <a:pt x="38916" y="3758"/>
                  <a:pt x="41640" y="8185"/>
                </a:cubicBezTo>
                <a:cubicBezTo>
                  <a:pt x="43300" y="10865"/>
                  <a:pt x="44203" y="13545"/>
                  <a:pt x="44319" y="16094"/>
                </a:cubicBezTo>
                <a:cubicBezTo>
                  <a:pt x="44494" y="18657"/>
                  <a:pt x="43868" y="21279"/>
                  <a:pt x="42441" y="23900"/>
                </a:cubicBezTo>
                <a:close/>
                <a:moveTo>
                  <a:pt x="17011" y="11258"/>
                </a:moveTo>
                <a:cubicBezTo>
                  <a:pt x="12627" y="13938"/>
                  <a:pt x="9671" y="17011"/>
                  <a:pt x="8302" y="20361"/>
                </a:cubicBezTo>
                <a:cubicBezTo>
                  <a:pt x="6889" y="23784"/>
                  <a:pt x="7166" y="27017"/>
                  <a:pt x="9161" y="30207"/>
                </a:cubicBezTo>
                <a:cubicBezTo>
                  <a:pt x="11098" y="33396"/>
                  <a:pt x="13880" y="35100"/>
                  <a:pt x="17521" y="35391"/>
                </a:cubicBezTo>
                <a:cubicBezTo>
                  <a:pt x="21220" y="35668"/>
                  <a:pt x="25196" y="34474"/>
                  <a:pt x="29639" y="31750"/>
                </a:cubicBezTo>
                <a:cubicBezTo>
                  <a:pt x="34081" y="29012"/>
                  <a:pt x="36979" y="25939"/>
                  <a:pt x="38348" y="22589"/>
                </a:cubicBezTo>
                <a:cubicBezTo>
                  <a:pt x="39761" y="19225"/>
                  <a:pt x="39484" y="15933"/>
                  <a:pt x="37547" y="12744"/>
                </a:cubicBezTo>
                <a:cubicBezTo>
                  <a:pt x="35552" y="9554"/>
                  <a:pt x="32770" y="7850"/>
                  <a:pt x="29129" y="7559"/>
                </a:cubicBezTo>
                <a:cubicBezTo>
                  <a:pt x="25488" y="7282"/>
                  <a:pt x="21453" y="8535"/>
                  <a:pt x="17011" y="11258"/>
                </a:cubicBezTo>
                <a:close/>
                <a:moveTo>
                  <a:pt x="17011" y="112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3B706-E6CE-4AD6-8FE9-EAE18D5B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753" y="1722658"/>
            <a:ext cx="61564" cy="58607"/>
          </a:xfrm>
          <a:custGeom xmlns:a="http://schemas.openxmlformats.org/drawingml/2006/main">
            <a:pathLst>
              <a:path w="61564" h="58607">
                <a:moveTo>
                  <a:pt x="61447" y="33178"/>
                </a:moveTo>
                <a:lnTo>
                  <a:pt x="54442" y="37445"/>
                </a:lnTo>
                <a:cubicBezTo>
                  <a:pt x="55184" y="33964"/>
                  <a:pt x="55243" y="30614"/>
                  <a:pt x="54733" y="27483"/>
                </a:cubicBezTo>
                <a:cubicBezTo>
                  <a:pt x="54223" y="24352"/>
                  <a:pt x="53087" y="21337"/>
                  <a:pt x="51325" y="18497"/>
                </a:cubicBezTo>
                <a:cubicBezTo>
                  <a:pt x="47902" y="12919"/>
                  <a:pt x="43518" y="9729"/>
                  <a:pt x="38290" y="8826"/>
                </a:cubicBezTo>
                <a:cubicBezTo>
                  <a:pt x="33061" y="7967"/>
                  <a:pt x="27250" y="9569"/>
                  <a:pt x="20769" y="13487"/>
                </a:cubicBezTo>
                <a:cubicBezTo>
                  <a:pt x="14331" y="17477"/>
                  <a:pt x="10355" y="21963"/>
                  <a:pt x="8768" y="27032"/>
                </a:cubicBezTo>
                <a:cubicBezTo>
                  <a:pt x="7166" y="32100"/>
                  <a:pt x="8083" y="37445"/>
                  <a:pt x="11550" y="43023"/>
                </a:cubicBezTo>
                <a:cubicBezTo>
                  <a:pt x="13254" y="45863"/>
                  <a:pt x="15424" y="48194"/>
                  <a:pt x="17972" y="50072"/>
                </a:cubicBezTo>
                <a:cubicBezTo>
                  <a:pt x="20594" y="52009"/>
                  <a:pt x="23609" y="53422"/>
                  <a:pt x="27032" y="54340"/>
                </a:cubicBezTo>
                <a:lnTo>
                  <a:pt x="20143" y="58607"/>
                </a:lnTo>
                <a:cubicBezTo>
                  <a:pt x="17128" y="57238"/>
                  <a:pt x="14448" y="55534"/>
                  <a:pt x="12059" y="53422"/>
                </a:cubicBezTo>
                <a:cubicBezTo>
                  <a:pt x="9671" y="51325"/>
                  <a:pt x="7632" y="48878"/>
                  <a:pt x="5855" y="45980"/>
                </a:cubicBezTo>
                <a:cubicBezTo>
                  <a:pt x="1311" y="38581"/>
                  <a:pt x="0" y="31357"/>
                  <a:pt x="1879" y="24293"/>
                </a:cubicBezTo>
                <a:cubicBezTo>
                  <a:pt x="3816" y="17302"/>
                  <a:pt x="8651" y="11389"/>
                  <a:pt x="16501" y="6554"/>
                </a:cubicBezTo>
                <a:cubicBezTo>
                  <a:pt x="24352" y="1719"/>
                  <a:pt x="31809" y="0"/>
                  <a:pt x="38974" y="1486"/>
                </a:cubicBezTo>
                <a:cubicBezTo>
                  <a:pt x="46082" y="2971"/>
                  <a:pt x="51937" y="7399"/>
                  <a:pt x="56495" y="14797"/>
                </a:cubicBezTo>
                <a:cubicBezTo>
                  <a:pt x="58316" y="17696"/>
                  <a:pt x="59627" y="20711"/>
                  <a:pt x="60413" y="23725"/>
                </a:cubicBezTo>
                <a:cubicBezTo>
                  <a:pt x="61214" y="26798"/>
                  <a:pt x="61564" y="29930"/>
                  <a:pt x="61447" y="33178"/>
                </a:cubicBezTo>
                <a:close/>
                <a:moveTo>
                  <a:pt x="61447" y="331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53AEC-A1B6-4E94-B238-1F6B97AC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401" y="1763745"/>
            <a:ext cx="71628" cy="68773"/>
          </a:xfrm>
          <a:custGeom xmlns:a="http://schemas.openxmlformats.org/drawingml/2006/main">
            <a:pathLst>
              <a:path w="71628" h="68773">
                <a:moveTo>
                  <a:pt x="48805" y="0"/>
                </a:moveTo>
                <a:lnTo>
                  <a:pt x="52912" y="6598"/>
                </a:lnTo>
                <a:lnTo>
                  <a:pt x="32260" y="19283"/>
                </a:lnTo>
                <a:lnTo>
                  <a:pt x="66384" y="28503"/>
                </a:lnTo>
                <a:lnTo>
                  <a:pt x="71628" y="36979"/>
                </a:lnTo>
                <a:lnTo>
                  <a:pt x="33964" y="26798"/>
                </a:lnTo>
                <a:lnTo>
                  <a:pt x="23827" y="68773"/>
                </a:lnTo>
                <a:lnTo>
                  <a:pt x="18482" y="60078"/>
                </a:lnTo>
                <a:lnTo>
                  <a:pt x="27585" y="22182"/>
                </a:lnTo>
                <a:lnTo>
                  <a:pt x="4093" y="36629"/>
                </a:lnTo>
                <a:lnTo>
                  <a:pt x="0" y="30032"/>
                </a:lnTo>
                <a:lnTo>
                  <a:pt x="48805" y="0"/>
                </a:lnTo>
                <a:close/>
                <a:moveTo>
                  <a:pt x="4880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647BA-3D78-4D0D-8833-D1A5C613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617" y="608424"/>
            <a:ext cx="62802" cy="44159"/>
          </a:xfrm>
          <a:custGeom xmlns:a="http://schemas.openxmlformats.org/drawingml/2006/main">
            <a:pathLst>
              <a:path w="62802" h="44159">
                <a:moveTo>
                  <a:pt x="48135" y="9904"/>
                </a:moveTo>
                <a:lnTo>
                  <a:pt x="29406" y="20550"/>
                </a:lnTo>
                <a:lnTo>
                  <a:pt x="34197" y="29027"/>
                </a:lnTo>
                <a:cubicBezTo>
                  <a:pt x="36018" y="32158"/>
                  <a:pt x="38173" y="34139"/>
                  <a:pt x="40795" y="34940"/>
                </a:cubicBezTo>
                <a:cubicBezTo>
                  <a:pt x="43402" y="35741"/>
                  <a:pt x="46198" y="35275"/>
                  <a:pt x="49213" y="33513"/>
                </a:cubicBezTo>
                <a:cubicBezTo>
                  <a:pt x="52170" y="31867"/>
                  <a:pt x="53990" y="29653"/>
                  <a:pt x="54675" y="27032"/>
                </a:cubicBezTo>
                <a:cubicBezTo>
                  <a:pt x="55301" y="24410"/>
                  <a:pt x="54733" y="21512"/>
                  <a:pt x="52912" y="18380"/>
                </a:cubicBezTo>
                <a:lnTo>
                  <a:pt x="48135" y="9904"/>
                </a:lnTo>
                <a:close/>
                <a:moveTo>
                  <a:pt x="49781" y="0"/>
                </a:moveTo>
                <a:lnTo>
                  <a:pt x="58491" y="15191"/>
                </a:lnTo>
                <a:cubicBezTo>
                  <a:pt x="61666" y="20827"/>
                  <a:pt x="62802" y="25721"/>
                  <a:pt x="61899" y="30046"/>
                </a:cubicBezTo>
                <a:cubicBezTo>
                  <a:pt x="60981" y="34314"/>
                  <a:pt x="58141" y="37897"/>
                  <a:pt x="53247" y="40635"/>
                </a:cubicBezTo>
                <a:cubicBezTo>
                  <a:pt x="48354" y="43475"/>
                  <a:pt x="43810" y="44159"/>
                  <a:pt x="39659" y="42732"/>
                </a:cubicBezTo>
                <a:cubicBezTo>
                  <a:pt x="35493" y="41305"/>
                  <a:pt x="31852" y="37780"/>
                  <a:pt x="28677" y="32202"/>
                </a:cubicBezTo>
                <a:lnTo>
                  <a:pt x="23842" y="23725"/>
                </a:lnTo>
                <a:lnTo>
                  <a:pt x="3816" y="35115"/>
                </a:lnTo>
                <a:lnTo>
                  <a:pt x="0" y="28401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8FB85-0A8C-429F-BB71-3AAE40D6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110" y="649627"/>
            <a:ext cx="66108" cy="41348"/>
          </a:xfrm>
          <a:custGeom xmlns:a="http://schemas.openxmlformats.org/drawingml/2006/main">
            <a:pathLst>
              <a:path w="66108" h="41348">
                <a:moveTo>
                  <a:pt x="49781" y="0"/>
                </a:moveTo>
                <a:lnTo>
                  <a:pt x="66108" y="28604"/>
                </a:lnTo>
                <a:lnTo>
                  <a:pt x="60428" y="31852"/>
                </a:lnTo>
                <a:lnTo>
                  <a:pt x="47961" y="10006"/>
                </a:lnTo>
                <a:lnTo>
                  <a:pt x="33280" y="18366"/>
                </a:lnTo>
                <a:lnTo>
                  <a:pt x="44552" y="38115"/>
                </a:lnTo>
                <a:lnTo>
                  <a:pt x="38858" y="41348"/>
                </a:lnTo>
                <a:lnTo>
                  <a:pt x="27600" y="21555"/>
                </a:lnTo>
                <a:lnTo>
                  <a:pt x="3816" y="35158"/>
                </a:lnTo>
                <a:lnTo>
                  <a:pt x="0" y="28386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B195F-AF72-41B5-9093-1B42FD98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66" y="688936"/>
            <a:ext cx="53655" cy="59394"/>
          </a:xfrm>
          <a:custGeom xmlns:a="http://schemas.openxmlformats.org/drawingml/2006/main">
            <a:pathLst>
              <a:path w="53655" h="59394">
                <a:moveTo>
                  <a:pt x="49839" y="0"/>
                </a:moveTo>
                <a:lnTo>
                  <a:pt x="53655" y="6714"/>
                </a:lnTo>
                <a:lnTo>
                  <a:pt x="9511" y="31911"/>
                </a:lnTo>
                <a:lnTo>
                  <a:pt x="23332" y="56146"/>
                </a:lnTo>
                <a:lnTo>
                  <a:pt x="17696" y="59394"/>
                </a:lnTo>
                <a:lnTo>
                  <a:pt x="0" y="28386"/>
                </a:lnTo>
                <a:lnTo>
                  <a:pt x="49839" y="0"/>
                </a:lnTo>
                <a:close/>
                <a:moveTo>
                  <a:pt x="498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92F9C-8294-4C75-ABA1-7E0D57E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545" y="751170"/>
            <a:ext cx="12453" cy="11899"/>
          </a:xfrm>
          <a:custGeom xmlns:a="http://schemas.openxmlformats.org/drawingml/2006/main">
            <a:pathLst>
              <a:path w="12453" h="11899">
                <a:moveTo>
                  <a:pt x="8476" y="0"/>
                </a:moveTo>
                <a:lnTo>
                  <a:pt x="12453" y="7064"/>
                </a:lnTo>
                <a:lnTo>
                  <a:pt x="3976" y="11899"/>
                </a:lnTo>
                <a:lnTo>
                  <a:pt x="0" y="4835"/>
                </a:lnTo>
                <a:lnTo>
                  <a:pt x="8476" y="0"/>
                </a:lnTo>
                <a:close/>
                <a:moveTo>
                  <a:pt x="84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B287D-A9EC-4128-8B4B-58000F4A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547" y="748723"/>
            <a:ext cx="62816" cy="44159"/>
          </a:xfrm>
          <a:custGeom xmlns:a="http://schemas.openxmlformats.org/drawingml/2006/main">
            <a:pathLst>
              <a:path w="62816" h="44159">
                <a:moveTo>
                  <a:pt x="48135" y="9904"/>
                </a:moveTo>
                <a:lnTo>
                  <a:pt x="29420" y="20536"/>
                </a:lnTo>
                <a:lnTo>
                  <a:pt x="34255" y="29027"/>
                </a:lnTo>
                <a:cubicBezTo>
                  <a:pt x="36018" y="32202"/>
                  <a:pt x="38232" y="34139"/>
                  <a:pt x="40795" y="34940"/>
                </a:cubicBezTo>
                <a:cubicBezTo>
                  <a:pt x="43416" y="35726"/>
                  <a:pt x="46198" y="35275"/>
                  <a:pt x="49213" y="33571"/>
                </a:cubicBezTo>
                <a:cubicBezTo>
                  <a:pt x="52228" y="31867"/>
                  <a:pt x="53990" y="29697"/>
                  <a:pt x="54675" y="27032"/>
                </a:cubicBezTo>
                <a:cubicBezTo>
                  <a:pt x="55301" y="24410"/>
                  <a:pt x="54733" y="21512"/>
                  <a:pt x="52971" y="18380"/>
                </a:cubicBezTo>
                <a:lnTo>
                  <a:pt x="48135" y="9904"/>
                </a:lnTo>
                <a:close/>
                <a:moveTo>
                  <a:pt x="49839" y="0"/>
                </a:moveTo>
                <a:lnTo>
                  <a:pt x="58491" y="15191"/>
                </a:lnTo>
                <a:cubicBezTo>
                  <a:pt x="61680" y="20827"/>
                  <a:pt x="62816" y="25721"/>
                  <a:pt x="61899" y="30046"/>
                </a:cubicBezTo>
                <a:cubicBezTo>
                  <a:pt x="61054" y="34372"/>
                  <a:pt x="58141" y="37897"/>
                  <a:pt x="53247" y="40678"/>
                </a:cubicBezTo>
                <a:cubicBezTo>
                  <a:pt x="48354" y="43475"/>
                  <a:pt x="43810" y="44159"/>
                  <a:pt x="39659" y="42732"/>
                </a:cubicBezTo>
                <a:cubicBezTo>
                  <a:pt x="35566" y="41305"/>
                  <a:pt x="31867" y="37780"/>
                  <a:pt x="28677" y="32202"/>
                </a:cubicBezTo>
                <a:lnTo>
                  <a:pt x="23842" y="23725"/>
                </a:lnTo>
                <a:lnTo>
                  <a:pt x="3874" y="35100"/>
                </a:lnTo>
                <a:lnTo>
                  <a:pt x="0" y="28401"/>
                </a:lnTo>
                <a:lnTo>
                  <a:pt x="49839" y="0"/>
                </a:lnTo>
                <a:close/>
                <a:moveTo>
                  <a:pt x="4983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4CC5B-F9FE-428F-B9FF-083D19BE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762" y="788207"/>
            <a:ext cx="55418" cy="60937"/>
          </a:xfrm>
          <a:custGeom xmlns:a="http://schemas.openxmlformats.org/drawingml/2006/main">
            <a:pathLst>
              <a:path w="55418" h="60937">
                <a:moveTo>
                  <a:pt x="40387" y="48077"/>
                </a:moveTo>
                <a:lnTo>
                  <a:pt x="17812" y="60937"/>
                </a:lnTo>
                <a:lnTo>
                  <a:pt x="14331" y="54791"/>
                </a:lnTo>
                <a:lnTo>
                  <a:pt x="36688" y="42047"/>
                </a:lnTo>
                <a:cubicBezTo>
                  <a:pt x="40227" y="39994"/>
                  <a:pt x="42499" y="37838"/>
                  <a:pt x="43402" y="35450"/>
                </a:cubicBezTo>
                <a:cubicBezTo>
                  <a:pt x="44436" y="33061"/>
                  <a:pt x="44086" y="30498"/>
                  <a:pt x="42557" y="27760"/>
                </a:cubicBezTo>
                <a:cubicBezTo>
                  <a:pt x="40620" y="24410"/>
                  <a:pt x="38115" y="22415"/>
                  <a:pt x="34867" y="21686"/>
                </a:cubicBezTo>
                <a:cubicBezTo>
                  <a:pt x="31692" y="21002"/>
                  <a:pt x="28269" y="21686"/>
                  <a:pt x="24628" y="23725"/>
                </a:cubicBezTo>
                <a:lnTo>
                  <a:pt x="3525" y="35785"/>
                </a:lnTo>
                <a:lnTo>
                  <a:pt x="0" y="29595"/>
                </a:lnTo>
                <a:lnTo>
                  <a:pt x="51878" y="0"/>
                </a:lnTo>
                <a:lnTo>
                  <a:pt x="55418" y="6204"/>
                </a:lnTo>
                <a:lnTo>
                  <a:pt x="35042" y="17812"/>
                </a:lnTo>
                <a:cubicBezTo>
                  <a:pt x="38173" y="17987"/>
                  <a:pt x="40795" y="18774"/>
                  <a:pt x="43067" y="20143"/>
                </a:cubicBezTo>
                <a:cubicBezTo>
                  <a:pt x="45281" y="21453"/>
                  <a:pt x="47160" y="23449"/>
                  <a:pt x="48645" y="26056"/>
                </a:cubicBezTo>
                <a:cubicBezTo>
                  <a:pt x="51092" y="30381"/>
                  <a:pt x="51602" y="34372"/>
                  <a:pt x="50233" y="38071"/>
                </a:cubicBezTo>
                <a:cubicBezTo>
                  <a:pt x="48820" y="41814"/>
                  <a:pt x="45572" y="45120"/>
                  <a:pt x="40387" y="48077"/>
                </a:cubicBezTo>
                <a:close/>
                <a:moveTo>
                  <a:pt x="40387" y="480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4F231-1BD7-4A64-8E1E-24EC3600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48" y="843333"/>
            <a:ext cx="46591" cy="43751"/>
          </a:xfrm>
          <a:custGeom xmlns:a="http://schemas.openxmlformats.org/drawingml/2006/main">
            <a:pathLst>
              <a:path w="46591" h="43751">
                <a:moveTo>
                  <a:pt x="37722" y="13661"/>
                </a:moveTo>
                <a:cubicBezTo>
                  <a:pt x="35843" y="10355"/>
                  <a:pt x="33119" y="8476"/>
                  <a:pt x="29420" y="8083"/>
                </a:cubicBezTo>
                <a:cubicBezTo>
                  <a:pt x="25779" y="7632"/>
                  <a:pt x="21672" y="8651"/>
                  <a:pt x="17244" y="11215"/>
                </a:cubicBezTo>
                <a:cubicBezTo>
                  <a:pt x="12744" y="13778"/>
                  <a:pt x="9787" y="16734"/>
                  <a:pt x="8302" y="20084"/>
                </a:cubicBezTo>
                <a:cubicBezTo>
                  <a:pt x="6831" y="23449"/>
                  <a:pt x="7005" y="26798"/>
                  <a:pt x="8884" y="30105"/>
                </a:cubicBezTo>
                <a:cubicBezTo>
                  <a:pt x="10749" y="33338"/>
                  <a:pt x="13545" y="35217"/>
                  <a:pt x="17186" y="35683"/>
                </a:cubicBezTo>
                <a:cubicBezTo>
                  <a:pt x="20885" y="36134"/>
                  <a:pt x="24920" y="35056"/>
                  <a:pt x="29362" y="32551"/>
                </a:cubicBezTo>
                <a:cubicBezTo>
                  <a:pt x="33789" y="29988"/>
                  <a:pt x="36761" y="27032"/>
                  <a:pt x="38290" y="23667"/>
                </a:cubicBezTo>
                <a:cubicBezTo>
                  <a:pt x="39775" y="20259"/>
                  <a:pt x="39601" y="16953"/>
                  <a:pt x="37722" y="13661"/>
                </a:cubicBezTo>
                <a:close/>
                <a:moveTo>
                  <a:pt x="42950" y="10705"/>
                </a:moveTo>
                <a:cubicBezTo>
                  <a:pt x="45965" y="16050"/>
                  <a:pt x="46591" y="21220"/>
                  <a:pt x="44887" y="26230"/>
                </a:cubicBezTo>
                <a:cubicBezTo>
                  <a:pt x="43183" y="31299"/>
                  <a:pt x="39207" y="35566"/>
                  <a:pt x="33119" y="39033"/>
                </a:cubicBezTo>
                <a:cubicBezTo>
                  <a:pt x="26973" y="42499"/>
                  <a:pt x="21279" y="43751"/>
                  <a:pt x="16108" y="42674"/>
                </a:cubicBezTo>
                <a:cubicBezTo>
                  <a:pt x="10865" y="41596"/>
                  <a:pt x="6714" y="38406"/>
                  <a:pt x="3699" y="33061"/>
                </a:cubicBezTo>
                <a:cubicBezTo>
                  <a:pt x="626" y="27716"/>
                  <a:pt x="0" y="22531"/>
                  <a:pt x="1704" y="17477"/>
                </a:cubicBezTo>
                <a:cubicBezTo>
                  <a:pt x="3466" y="12467"/>
                  <a:pt x="7457" y="8200"/>
                  <a:pt x="13545" y="4733"/>
                </a:cubicBezTo>
                <a:cubicBezTo>
                  <a:pt x="19691" y="1253"/>
                  <a:pt x="25313" y="0"/>
                  <a:pt x="30556" y="1092"/>
                </a:cubicBezTo>
                <a:cubicBezTo>
                  <a:pt x="35726" y="2112"/>
                  <a:pt x="39877" y="5360"/>
                  <a:pt x="42950" y="10705"/>
                </a:cubicBezTo>
                <a:close/>
                <a:moveTo>
                  <a:pt x="42950" y="107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F1DE7-BEED-4EFD-8D40-150E29CE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757" y="875710"/>
            <a:ext cx="48077" cy="46198"/>
          </a:xfrm>
          <a:custGeom xmlns:a="http://schemas.openxmlformats.org/drawingml/2006/main">
            <a:pathLst>
              <a:path w="48077" h="46198">
                <a:moveTo>
                  <a:pt x="48077" y="6204"/>
                </a:moveTo>
                <a:lnTo>
                  <a:pt x="37445" y="12234"/>
                </a:lnTo>
                <a:lnTo>
                  <a:pt x="44669" y="24861"/>
                </a:lnTo>
                <a:lnTo>
                  <a:pt x="39892" y="27600"/>
                </a:lnTo>
                <a:lnTo>
                  <a:pt x="32653" y="14958"/>
                </a:lnTo>
                <a:lnTo>
                  <a:pt x="12409" y="26507"/>
                </a:lnTo>
                <a:cubicBezTo>
                  <a:pt x="9336" y="28269"/>
                  <a:pt x="7632" y="29813"/>
                  <a:pt x="7224" y="31124"/>
                </a:cubicBezTo>
                <a:cubicBezTo>
                  <a:pt x="6831" y="32435"/>
                  <a:pt x="7399" y="34357"/>
                  <a:pt x="8826" y="36921"/>
                </a:cubicBezTo>
                <a:lnTo>
                  <a:pt x="12409" y="43242"/>
                </a:lnTo>
                <a:lnTo>
                  <a:pt x="7282" y="46198"/>
                </a:lnTo>
                <a:lnTo>
                  <a:pt x="3699" y="39877"/>
                </a:lnTo>
                <a:cubicBezTo>
                  <a:pt x="1034" y="35158"/>
                  <a:pt x="0" y="31343"/>
                  <a:pt x="743" y="28561"/>
                </a:cubicBezTo>
                <a:cubicBezTo>
                  <a:pt x="1486" y="25779"/>
                  <a:pt x="4209" y="22983"/>
                  <a:pt x="8884" y="20361"/>
                </a:cubicBezTo>
                <a:lnTo>
                  <a:pt x="29187" y="8768"/>
                </a:lnTo>
                <a:lnTo>
                  <a:pt x="26565" y="4267"/>
                </a:lnTo>
                <a:lnTo>
                  <a:pt x="31357" y="1544"/>
                </a:lnTo>
                <a:lnTo>
                  <a:pt x="33964" y="6088"/>
                </a:lnTo>
                <a:lnTo>
                  <a:pt x="44552" y="0"/>
                </a:lnTo>
                <a:lnTo>
                  <a:pt x="48077" y="6204"/>
                </a:lnTo>
                <a:close/>
                <a:moveTo>
                  <a:pt x="48077" y="62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3EFE5-2405-4B09-8AE0-77F162CC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39" y="911946"/>
            <a:ext cx="46650" cy="43693"/>
          </a:xfrm>
          <a:custGeom xmlns:a="http://schemas.openxmlformats.org/drawingml/2006/main">
            <a:pathLst>
              <a:path w="46650" h="43693">
                <a:moveTo>
                  <a:pt x="37722" y="13661"/>
                </a:moveTo>
                <a:cubicBezTo>
                  <a:pt x="35843" y="10355"/>
                  <a:pt x="33105" y="8476"/>
                  <a:pt x="29406" y="8025"/>
                </a:cubicBezTo>
                <a:cubicBezTo>
                  <a:pt x="25764" y="7573"/>
                  <a:pt x="21672" y="8651"/>
                  <a:pt x="17230" y="11215"/>
                </a:cubicBezTo>
                <a:cubicBezTo>
                  <a:pt x="12744" y="13720"/>
                  <a:pt x="9787" y="16676"/>
                  <a:pt x="8302" y="20026"/>
                </a:cubicBezTo>
                <a:cubicBezTo>
                  <a:pt x="6831" y="23449"/>
                  <a:pt x="6991" y="26740"/>
                  <a:pt x="8870" y="30105"/>
                </a:cubicBezTo>
                <a:cubicBezTo>
                  <a:pt x="10749" y="33338"/>
                  <a:pt x="13530" y="35217"/>
                  <a:pt x="17171" y="35683"/>
                </a:cubicBezTo>
                <a:cubicBezTo>
                  <a:pt x="20871" y="36076"/>
                  <a:pt x="24920" y="35056"/>
                  <a:pt x="29347" y="32493"/>
                </a:cubicBezTo>
                <a:cubicBezTo>
                  <a:pt x="33789" y="29988"/>
                  <a:pt x="36746" y="27032"/>
                  <a:pt x="38290" y="23609"/>
                </a:cubicBezTo>
                <a:cubicBezTo>
                  <a:pt x="39761" y="20259"/>
                  <a:pt x="39601" y="16895"/>
                  <a:pt x="37722" y="13661"/>
                </a:cubicBezTo>
                <a:close/>
                <a:moveTo>
                  <a:pt x="42950" y="10705"/>
                </a:moveTo>
                <a:cubicBezTo>
                  <a:pt x="45965" y="16050"/>
                  <a:pt x="46650" y="21220"/>
                  <a:pt x="44887" y="26230"/>
                </a:cubicBezTo>
                <a:cubicBezTo>
                  <a:pt x="43183" y="31241"/>
                  <a:pt x="39251" y="35508"/>
                  <a:pt x="33105" y="39033"/>
                </a:cubicBezTo>
                <a:cubicBezTo>
                  <a:pt x="26959" y="42499"/>
                  <a:pt x="21337" y="43693"/>
                  <a:pt x="16094" y="42674"/>
                </a:cubicBezTo>
                <a:cubicBezTo>
                  <a:pt x="10865" y="41596"/>
                  <a:pt x="6714" y="38406"/>
                  <a:pt x="3699" y="33061"/>
                </a:cubicBezTo>
                <a:cubicBezTo>
                  <a:pt x="626" y="27716"/>
                  <a:pt x="0" y="22473"/>
                  <a:pt x="1704" y="17477"/>
                </a:cubicBezTo>
                <a:cubicBezTo>
                  <a:pt x="3466" y="12467"/>
                  <a:pt x="7442" y="8200"/>
                  <a:pt x="13530" y="4733"/>
                </a:cubicBezTo>
                <a:cubicBezTo>
                  <a:pt x="19676" y="1194"/>
                  <a:pt x="25371" y="0"/>
                  <a:pt x="30542" y="1092"/>
                </a:cubicBezTo>
                <a:cubicBezTo>
                  <a:pt x="35726" y="2112"/>
                  <a:pt x="39877" y="5360"/>
                  <a:pt x="42950" y="10705"/>
                </a:cubicBezTo>
                <a:close/>
                <a:moveTo>
                  <a:pt x="42950" y="107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C1767-BEE0-4C95-A181-D92C21D2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65" y="951488"/>
            <a:ext cx="50058" cy="42382"/>
          </a:xfrm>
          <a:custGeom xmlns:a="http://schemas.openxmlformats.org/drawingml/2006/main">
            <a:pathLst>
              <a:path w="50058" h="42382">
                <a:moveTo>
                  <a:pt x="50058" y="23449"/>
                </a:moveTo>
                <a:lnTo>
                  <a:pt x="44261" y="26740"/>
                </a:lnTo>
                <a:cubicBezTo>
                  <a:pt x="44145" y="24526"/>
                  <a:pt x="43810" y="22298"/>
                  <a:pt x="43183" y="20201"/>
                </a:cubicBezTo>
                <a:cubicBezTo>
                  <a:pt x="42557" y="18089"/>
                  <a:pt x="41640" y="16050"/>
                  <a:pt x="40504" y="13996"/>
                </a:cubicBezTo>
                <a:cubicBezTo>
                  <a:pt x="38800" y="10982"/>
                  <a:pt x="37037" y="8928"/>
                  <a:pt x="35217" y="7967"/>
                </a:cubicBezTo>
                <a:cubicBezTo>
                  <a:pt x="33396" y="6947"/>
                  <a:pt x="31576" y="7005"/>
                  <a:pt x="29697" y="8083"/>
                </a:cubicBezTo>
                <a:cubicBezTo>
                  <a:pt x="28269" y="8884"/>
                  <a:pt x="27468" y="10079"/>
                  <a:pt x="27308" y="11608"/>
                </a:cubicBezTo>
                <a:cubicBezTo>
                  <a:pt x="27075" y="13152"/>
                  <a:pt x="27585" y="15817"/>
                  <a:pt x="28721" y="19516"/>
                </a:cubicBezTo>
                <a:lnTo>
                  <a:pt x="29464" y="21905"/>
                </a:lnTo>
                <a:cubicBezTo>
                  <a:pt x="31008" y="26740"/>
                  <a:pt x="31459" y="30614"/>
                  <a:pt x="30775" y="33396"/>
                </a:cubicBezTo>
                <a:cubicBezTo>
                  <a:pt x="30148" y="36236"/>
                  <a:pt x="28269" y="38523"/>
                  <a:pt x="25255" y="40227"/>
                </a:cubicBezTo>
                <a:cubicBezTo>
                  <a:pt x="21788" y="42222"/>
                  <a:pt x="18264" y="42382"/>
                  <a:pt x="14623" y="40795"/>
                </a:cubicBezTo>
                <a:cubicBezTo>
                  <a:pt x="11040" y="39207"/>
                  <a:pt x="7908" y="36018"/>
                  <a:pt x="5170" y="31241"/>
                </a:cubicBezTo>
                <a:cubicBezTo>
                  <a:pt x="4034" y="29187"/>
                  <a:pt x="3015" y="27032"/>
                  <a:pt x="2156" y="24643"/>
                </a:cubicBezTo>
                <a:cubicBezTo>
                  <a:pt x="1311" y="22254"/>
                  <a:pt x="626" y="19633"/>
                  <a:pt x="0" y="16793"/>
                </a:cubicBezTo>
                <a:lnTo>
                  <a:pt x="6365" y="13152"/>
                </a:lnTo>
                <a:cubicBezTo>
                  <a:pt x="6481" y="16108"/>
                  <a:pt x="6874" y="18832"/>
                  <a:pt x="7501" y="21395"/>
                </a:cubicBezTo>
                <a:cubicBezTo>
                  <a:pt x="8185" y="23900"/>
                  <a:pt x="9161" y="26230"/>
                  <a:pt x="10355" y="28386"/>
                </a:cubicBezTo>
                <a:cubicBezTo>
                  <a:pt x="12001" y="31299"/>
                  <a:pt x="13763" y="33221"/>
                  <a:pt x="15642" y="34255"/>
                </a:cubicBezTo>
                <a:cubicBezTo>
                  <a:pt x="17521" y="35217"/>
                  <a:pt x="19400" y="35217"/>
                  <a:pt x="21162" y="34197"/>
                </a:cubicBezTo>
                <a:cubicBezTo>
                  <a:pt x="22866" y="33221"/>
                  <a:pt x="23784" y="31969"/>
                  <a:pt x="24060" y="30323"/>
                </a:cubicBezTo>
                <a:cubicBezTo>
                  <a:pt x="24293" y="28677"/>
                  <a:pt x="23784" y="25721"/>
                  <a:pt x="22415" y="21453"/>
                </a:cubicBezTo>
                <a:lnTo>
                  <a:pt x="21672" y="19065"/>
                </a:lnTo>
                <a:cubicBezTo>
                  <a:pt x="20303" y="14797"/>
                  <a:pt x="19968" y="11331"/>
                  <a:pt x="20711" y="8710"/>
                </a:cubicBezTo>
                <a:cubicBezTo>
                  <a:pt x="21381" y="6088"/>
                  <a:pt x="23157" y="3932"/>
                  <a:pt x="26056" y="2272"/>
                </a:cubicBezTo>
                <a:cubicBezTo>
                  <a:pt x="29580" y="291"/>
                  <a:pt x="32988" y="0"/>
                  <a:pt x="36353" y="1369"/>
                </a:cubicBezTo>
                <a:cubicBezTo>
                  <a:pt x="39644" y="2796"/>
                  <a:pt x="42615" y="5753"/>
                  <a:pt x="45222" y="10355"/>
                </a:cubicBezTo>
                <a:cubicBezTo>
                  <a:pt x="46533" y="12627"/>
                  <a:pt x="47553" y="14856"/>
                  <a:pt x="48412" y="17011"/>
                </a:cubicBezTo>
                <a:cubicBezTo>
                  <a:pt x="49213" y="19240"/>
                  <a:pt x="49781" y="21395"/>
                  <a:pt x="50058" y="23449"/>
                </a:cubicBezTo>
                <a:close/>
                <a:moveTo>
                  <a:pt x="50058" y="234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FAD03-DAA8-44E5-9A7A-AC822837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252" y="1003381"/>
            <a:ext cx="12525" cy="11885"/>
          </a:xfrm>
          <a:custGeom xmlns:a="http://schemas.openxmlformats.org/drawingml/2006/main">
            <a:pathLst>
              <a:path w="12525" h="11885">
                <a:moveTo>
                  <a:pt x="8476" y="0"/>
                </a:moveTo>
                <a:lnTo>
                  <a:pt x="12525" y="7049"/>
                </a:lnTo>
                <a:lnTo>
                  <a:pt x="4034" y="11885"/>
                </a:lnTo>
                <a:lnTo>
                  <a:pt x="0" y="4835"/>
                </a:lnTo>
                <a:lnTo>
                  <a:pt x="8476" y="0"/>
                </a:lnTo>
                <a:close/>
                <a:moveTo>
                  <a:pt x="84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B7596-897A-4096-B5DB-AC789D78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312" y="1000993"/>
            <a:ext cx="62816" cy="44145"/>
          </a:xfrm>
          <a:custGeom xmlns:a="http://schemas.openxmlformats.org/drawingml/2006/main">
            <a:pathLst>
              <a:path w="62816" h="44145">
                <a:moveTo>
                  <a:pt x="48077" y="9889"/>
                </a:moveTo>
                <a:lnTo>
                  <a:pt x="29362" y="20536"/>
                </a:lnTo>
                <a:lnTo>
                  <a:pt x="34197" y="29012"/>
                </a:lnTo>
                <a:cubicBezTo>
                  <a:pt x="36018" y="32144"/>
                  <a:pt x="38173" y="34124"/>
                  <a:pt x="40795" y="34925"/>
                </a:cubicBezTo>
                <a:cubicBezTo>
                  <a:pt x="43416" y="35668"/>
                  <a:pt x="46198" y="35217"/>
                  <a:pt x="49213" y="33498"/>
                </a:cubicBezTo>
                <a:cubicBezTo>
                  <a:pt x="52170" y="31794"/>
                  <a:pt x="53990" y="29639"/>
                  <a:pt x="54616" y="27017"/>
                </a:cubicBezTo>
                <a:cubicBezTo>
                  <a:pt x="55301" y="24395"/>
                  <a:pt x="54733" y="21497"/>
                  <a:pt x="52912" y="18366"/>
                </a:cubicBezTo>
                <a:lnTo>
                  <a:pt x="48077" y="9889"/>
                </a:lnTo>
                <a:close/>
                <a:moveTo>
                  <a:pt x="49781" y="0"/>
                </a:moveTo>
                <a:lnTo>
                  <a:pt x="58491" y="15191"/>
                </a:lnTo>
                <a:cubicBezTo>
                  <a:pt x="61680" y="20754"/>
                  <a:pt x="62816" y="25706"/>
                  <a:pt x="61899" y="30032"/>
                </a:cubicBezTo>
                <a:cubicBezTo>
                  <a:pt x="60996" y="34299"/>
                  <a:pt x="58097" y="37824"/>
                  <a:pt x="53262" y="40620"/>
                </a:cubicBezTo>
                <a:cubicBezTo>
                  <a:pt x="48310" y="43402"/>
                  <a:pt x="43810" y="44145"/>
                  <a:pt x="39659" y="42659"/>
                </a:cubicBezTo>
                <a:cubicBezTo>
                  <a:pt x="35508" y="41246"/>
                  <a:pt x="31867" y="37765"/>
                  <a:pt x="28677" y="32202"/>
                </a:cubicBezTo>
                <a:lnTo>
                  <a:pt x="23842" y="23725"/>
                </a:lnTo>
                <a:lnTo>
                  <a:pt x="3816" y="35100"/>
                </a:lnTo>
                <a:lnTo>
                  <a:pt x="0" y="28386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B624C-5CE2-46F1-AFC1-ED1AC8C1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69" y="1040477"/>
            <a:ext cx="55476" cy="60865"/>
          </a:xfrm>
          <a:custGeom xmlns:a="http://schemas.openxmlformats.org/drawingml/2006/main">
            <a:pathLst>
              <a:path w="55476" h="60865">
                <a:moveTo>
                  <a:pt x="40402" y="48004"/>
                </a:moveTo>
                <a:lnTo>
                  <a:pt x="17871" y="60865"/>
                </a:lnTo>
                <a:lnTo>
                  <a:pt x="14346" y="54718"/>
                </a:lnTo>
                <a:lnTo>
                  <a:pt x="36702" y="42033"/>
                </a:lnTo>
                <a:cubicBezTo>
                  <a:pt x="40227" y="39994"/>
                  <a:pt x="42499" y="37824"/>
                  <a:pt x="43475" y="35435"/>
                </a:cubicBezTo>
                <a:cubicBezTo>
                  <a:pt x="44436" y="33047"/>
                  <a:pt x="44145" y="30483"/>
                  <a:pt x="42557" y="27701"/>
                </a:cubicBezTo>
                <a:cubicBezTo>
                  <a:pt x="40678" y="24395"/>
                  <a:pt x="38115" y="22415"/>
                  <a:pt x="34940" y="21672"/>
                </a:cubicBezTo>
                <a:cubicBezTo>
                  <a:pt x="31750" y="20987"/>
                  <a:pt x="28284" y="21672"/>
                  <a:pt x="24643" y="23711"/>
                </a:cubicBezTo>
                <a:lnTo>
                  <a:pt x="3525" y="35785"/>
                </a:lnTo>
                <a:lnTo>
                  <a:pt x="0" y="29580"/>
                </a:lnTo>
                <a:lnTo>
                  <a:pt x="51951" y="0"/>
                </a:lnTo>
                <a:lnTo>
                  <a:pt x="55476" y="6190"/>
                </a:lnTo>
                <a:lnTo>
                  <a:pt x="35100" y="17798"/>
                </a:lnTo>
                <a:cubicBezTo>
                  <a:pt x="38173" y="17972"/>
                  <a:pt x="40853" y="18715"/>
                  <a:pt x="43067" y="20070"/>
                </a:cubicBezTo>
                <a:cubicBezTo>
                  <a:pt x="45339" y="21439"/>
                  <a:pt x="47218" y="23434"/>
                  <a:pt x="48703" y="26056"/>
                </a:cubicBezTo>
                <a:cubicBezTo>
                  <a:pt x="51150" y="30323"/>
                  <a:pt x="51660" y="34357"/>
                  <a:pt x="50233" y="38057"/>
                </a:cubicBezTo>
                <a:cubicBezTo>
                  <a:pt x="48878" y="41756"/>
                  <a:pt x="45572" y="45106"/>
                  <a:pt x="40402" y="48004"/>
                </a:cubicBezTo>
                <a:close/>
                <a:moveTo>
                  <a:pt x="40402" y="480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BF884-F940-42E6-9BE5-9CAAEDD5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55" y="1095603"/>
            <a:ext cx="46650" cy="43693"/>
          </a:xfrm>
          <a:custGeom xmlns:a="http://schemas.openxmlformats.org/drawingml/2006/main">
            <a:pathLst>
              <a:path w="46650" h="43693">
                <a:moveTo>
                  <a:pt x="37780" y="13647"/>
                </a:moveTo>
                <a:cubicBezTo>
                  <a:pt x="35901" y="10355"/>
                  <a:pt x="33119" y="8476"/>
                  <a:pt x="29478" y="8010"/>
                </a:cubicBezTo>
                <a:cubicBezTo>
                  <a:pt x="25779" y="7559"/>
                  <a:pt x="21745" y="8637"/>
                  <a:pt x="17244" y="11200"/>
                </a:cubicBezTo>
                <a:cubicBezTo>
                  <a:pt x="12802" y="13705"/>
                  <a:pt x="9787" y="16662"/>
                  <a:pt x="8316" y="20026"/>
                </a:cubicBezTo>
                <a:cubicBezTo>
                  <a:pt x="6831" y="23434"/>
                  <a:pt x="7064" y="26740"/>
                  <a:pt x="8943" y="30090"/>
                </a:cubicBezTo>
                <a:cubicBezTo>
                  <a:pt x="10821" y="33338"/>
                  <a:pt x="13545" y="35217"/>
                  <a:pt x="17244" y="35610"/>
                </a:cubicBezTo>
                <a:cubicBezTo>
                  <a:pt x="20885" y="36061"/>
                  <a:pt x="24978" y="35042"/>
                  <a:pt x="29420" y="32479"/>
                </a:cubicBezTo>
                <a:cubicBezTo>
                  <a:pt x="33862" y="29974"/>
                  <a:pt x="36819" y="27017"/>
                  <a:pt x="38290" y="23609"/>
                </a:cubicBezTo>
                <a:cubicBezTo>
                  <a:pt x="39834" y="20245"/>
                  <a:pt x="39601" y="16895"/>
                  <a:pt x="37780" y="13647"/>
                </a:cubicBezTo>
                <a:close/>
                <a:moveTo>
                  <a:pt x="42965" y="10690"/>
                </a:moveTo>
                <a:cubicBezTo>
                  <a:pt x="45980" y="16035"/>
                  <a:pt x="46650" y="21220"/>
                  <a:pt x="44887" y="26216"/>
                </a:cubicBezTo>
                <a:cubicBezTo>
                  <a:pt x="43183" y="31226"/>
                  <a:pt x="39266" y="35493"/>
                  <a:pt x="33119" y="39018"/>
                </a:cubicBezTo>
                <a:cubicBezTo>
                  <a:pt x="27032" y="42499"/>
                  <a:pt x="21337" y="43693"/>
                  <a:pt x="16108" y="42659"/>
                </a:cubicBezTo>
                <a:cubicBezTo>
                  <a:pt x="10865" y="41581"/>
                  <a:pt x="6772" y="38392"/>
                  <a:pt x="3699" y="33047"/>
                </a:cubicBezTo>
                <a:cubicBezTo>
                  <a:pt x="685" y="27701"/>
                  <a:pt x="0" y="22473"/>
                  <a:pt x="1762" y="17463"/>
                </a:cubicBezTo>
                <a:cubicBezTo>
                  <a:pt x="3539" y="12453"/>
                  <a:pt x="7457" y="8185"/>
                  <a:pt x="13545" y="4719"/>
                </a:cubicBezTo>
                <a:cubicBezTo>
                  <a:pt x="19691" y="1194"/>
                  <a:pt x="25386" y="0"/>
                  <a:pt x="30556" y="1020"/>
                </a:cubicBezTo>
                <a:cubicBezTo>
                  <a:pt x="35785" y="2097"/>
                  <a:pt x="39892" y="5345"/>
                  <a:pt x="42965" y="10690"/>
                </a:cubicBezTo>
                <a:close/>
                <a:moveTo>
                  <a:pt x="42965" y="106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E609D-1527-4FC0-87C0-57E8E7AF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22" y="1127965"/>
            <a:ext cx="48019" cy="46140"/>
          </a:xfrm>
          <a:custGeom xmlns:a="http://schemas.openxmlformats.org/drawingml/2006/main">
            <a:pathLst>
              <a:path w="48019" h="46140">
                <a:moveTo>
                  <a:pt x="48019" y="6204"/>
                </a:moveTo>
                <a:lnTo>
                  <a:pt x="37445" y="12234"/>
                </a:lnTo>
                <a:lnTo>
                  <a:pt x="44611" y="24861"/>
                </a:lnTo>
                <a:lnTo>
                  <a:pt x="39834" y="27600"/>
                </a:lnTo>
                <a:lnTo>
                  <a:pt x="32668" y="14972"/>
                </a:lnTo>
                <a:lnTo>
                  <a:pt x="12351" y="26522"/>
                </a:lnTo>
                <a:cubicBezTo>
                  <a:pt x="9336" y="28226"/>
                  <a:pt x="7632" y="29755"/>
                  <a:pt x="7224" y="31124"/>
                </a:cubicBezTo>
                <a:cubicBezTo>
                  <a:pt x="6831" y="32435"/>
                  <a:pt x="7340" y="34372"/>
                  <a:pt x="8826" y="36935"/>
                </a:cubicBezTo>
                <a:lnTo>
                  <a:pt x="12409" y="43242"/>
                </a:lnTo>
                <a:lnTo>
                  <a:pt x="7282" y="46140"/>
                </a:lnTo>
                <a:lnTo>
                  <a:pt x="3641" y="39892"/>
                </a:lnTo>
                <a:cubicBezTo>
                  <a:pt x="976" y="35115"/>
                  <a:pt x="0" y="31357"/>
                  <a:pt x="743" y="28561"/>
                </a:cubicBezTo>
                <a:cubicBezTo>
                  <a:pt x="1486" y="25721"/>
                  <a:pt x="4151" y="22983"/>
                  <a:pt x="8826" y="20317"/>
                </a:cubicBezTo>
                <a:lnTo>
                  <a:pt x="29129" y="8768"/>
                </a:lnTo>
                <a:lnTo>
                  <a:pt x="26580" y="4267"/>
                </a:lnTo>
                <a:lnTo>
                  <a:pt x="31357" y="1544"/>
                </a:lnTo>
                <a:lnTo>
                  <a:pt x="33906" y="6030"/>
                </a:lnTo>
                <a:lnTo>
                  <a:pt x="44494" y="0"/>
                </a:lnTo>
                <a:lnTo>
                  <a:pt x="48019" y="6204"/>
                </a:lnTo>
                <a:close/>
                <a:moveTo>
                  <a:pt x="48019" y="62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B0B29-9800-44D9-BEED-32BE7645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946" y="1164216"/>
            <a:ext cx="46650" cy="43693"/>
          </a:xfrm>
          <a:custGeom xmlns:a="http://schemas.openxmlformats.org/drawingml/2006/main">
            <a:pathLst>
              <a:path w="46650" h="43693">
                <a:moveTo>
                  <a:pt x="37780" y="13647"/>
                </a:moveTo>
                <a:cubicBezTo>
                  <a:pt x="35901" y="10355"/>
                  <a:pt x="33105" y="8476"/>
                  <a:pt x="29464" y="8010"/>
                </a:cubicBezTo>
                <a:cubicBezTo>
                  <a:pt x="25764" y="7559"/>
                  <a:pt x="21730" y="8637"/>
                  <a:pt x="17244" y="11142"/>
                </a:cubicBezTo>
                <a:cubicBezTo>
                  <a:pt x="12802" y="13705"/>
                  <a:pt x="9787" y="16662"/>
                  <a:pt x="8302" y="20026"/>
                </a:cubicBezTo>
                <a:cubicBezTo>
                  <a:pt x="6831" y="23376"/>
                  <a:pt x="7049" y="26740"/>
                  <a:pt x="8928" y="30032"/>
                </a:cubicBezTo>
                <a:cubicBezTo>
                  <a:pt x="10807" y="33338"/>
                  <a:pt x="13545" y="35217"/>
                  <a:pt x="17244" y="35610"/>
                </a:cubicBezTo>
                <a:cubicBezTo>
                  <a:pt x="20885" y="36061"/>
                  <a:pt x="24978" y="35042"/>
                  <a:pt x="29406" y="32479"/>
                </a:cubicBezTo>
                <a:cubicBezTo>
                  <a:pt x="33848" y="29974"/>
                  <a:pt x="36804" y="27017"/>
                  <a:pt x="38290" y="23609"/>
                </a:cubicBezTo>
                <a:cubicBezTo>
                  <a:pt x="39819" y="20245"/>
                  <a:pt x="39601" y="16895"/>
                  <a:pt x="37780" y="13647"/>
                </a:cubicBezTo>
                <a:close/>
                <a:moveTo>
                  <a:pt x="42950" y="10690"/>
                </a:moveTo>
                <a:cubicBezTo>
                  <a:pt x="46023" y="15977"/>
                  <a:pt x="46650" y="21162"/>
                  <a:pt x="44887" y="26216"/>
                </a:cubicBezTo>
                <a:cubicBezTo>
                  <a:pt x="43183" y="31226"/>
                  <a:pt x="39251" y="35493"/>
                  <a:pt x="33105" y="39018"/>
                </a:cubicBezTo>
                <a:cubicBezTo>
                  <a:pt x="27017" y="42499"/>
                  <a:pt x="21337" y="43693"/>
                  <a:pt x="16094" y="42601"/>
                </a:cubicBezTo>
                <a:cubicBezTo>
                  <a:pt x="10865" y="41581"/>
                  <a:pt x="6772" y="38333"/>
                  <a:pt x="3699" y="33047"/>
                </a:cubicBezTo>
                <a:cubicBezTo>
                  <a:pt x="685" y="27643"/>
                  <a:pt x="0" y="22473"/>
                  <a:pt x="1762" y="17463"/>
                </a:cubicBezTo>
                <a:cubicBezTo>
                  <a:pt x="3525" y="12453"/>
                  <a:pt x="7457" y="8185"/>
                  <a:pt x="13603" y="4719"/>
                </a:cubicBezTo>
                <a:cubicBezTo>
                  <a:pt x="19691" y="1194"/>
                  <a:pt x="25371" y="0"/>
                  <a:pt x="30556" y="1020"/>
                </a:cubicBezTo>
                <a:cubicBezTo>
                  <a:pt x="35785" y="2097"/>
                  <a:pt x="39877" y="5287"/>
                  <a:pt x="42950" y="10690"/>
                </a:cubicBezTo>
                <a:close/>
                <a:moveTo>
                  <a:pt x="42950" y="106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BE5D4-7378-416D-AE8B-72D2893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841" y="1208754"/>
            <a:ext cx="65030" cy="55024"/>
          </a:xfrm>
          <a:custGeom xmlns:a="http://schemas.openxmlformats.org/drawingml/2006/main">
            <a:pathLst>
              <a:path w="65030" h="55024">
                <a:moveTo>
                  <a:pt x="56204" y="7573"/>
                </a:moveTo>
                <a:lnTo>
                  <a:pt x="26172" y="12584"/>
                </a:lnTo>
                <a:lnTo>
                  <a:pt x="36644" y="30891"/>
                </a:lnTo>
                <a:lnTo>
                  <a:pt x="56204" y="7573"/>
                </a:lnTo>
                <a:close/>
                <a:moveTo>
                  <a:pt x="60646" y="0"/>
                </a:moveTo>
                <a:lnTo>
                  <a:pt x="65030" y="7632"/>
                </a:lnTo>
                <a:lnTo>
                  <a:pt x="25997" y="55024"/>
                </a:lnTo>
                <a:lnTo>
                  <a:pt x="22021" y="48019"/>
                </a:lnTo>
                <a:lnTo>
                  <a:pt x="32202" y="36193"/>
                </a:lnTo>
                <a:lnTo>
                  <a:pt x="19400" y="13720"/>
                </a:lnTo>
                <a:lnTo>
                  <a:pt x="4034" y="16443"/>
                </a:lnTo>
                <a:lnTo>
                  <a:pt x="0" y="9336"/>
                </a:lnTo>
                <a:lnTo>
                  <a:pt x="60646" y="0"/>
                </a:lnTo>
                <a:close/>
                <a:moveTo>
                  <a:pt x="606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815B1-849D-4069-AE10-096F8A33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712" y="1249214"/>
            <a:ext cx="51660" cy="52621"/>
          </a:xfrm>
          <a:custGeom xmlns:a="http://schemas.openxmlformats.org/drawingml/2006/main">
            <a:pathLst>
              <a:path w="51660" h="52621">
                <a:moveTo>
                  <a:pt x="40387" y="39761"/>
                </a:moveTo>
                <a:lnTo>
                  <a:pt x="17856" y="52621"/>
                </a:lnTo>
                <a:lnTo>
                  <a:pt x="14331" y="46475"/>
                </a:lnTo>
                <a:lnTo>
                  <a:pt x="36688" y="33731"/>
                </a:lnTo>
                <a:cubicBezTo>
                  <a:pt x="40227" y="31736"/>
                  <a:pt x="42499" y="29522"/>
                  <a:pt x="43460" y="27133"/>
                </a:cubicBezTo>
                <a:cubicBezTo>
                  <a:pt x="44436" y="24745"/>
                  <a:pt x="44145" y="22182"/>
                  <a:pt x="42557" y="19458"/>
                </a:cubicBezTo>
                <a:cubicBezTo>
                  <a:pt x="40678" y="16094"/>
                  <a:pt x="38115" y="14098"/>
                  <a:pt x="34925" y="13414"/>
                </a:cubicBezTo>
                <a:cubicBezTo>
                  <a:pt x="31692" y="12686"/>
                  <a:pt x="28269" y="13370"/>
                  <a:pt x="24628" y="15467"/>
                </a:cubicBezTo>
                <a:lnTo>
                  <a:pt x="3525" y="27468"/>
                </a:lnTo>
                <a:lnTo>
                  <a:pt x="0" y="21322"/>
                </a:lnTo>
                <a:lnTo>
                  <a:pt x="37372" y="0"/>
                </a:lnTo>
                <a:lnTo>
                  <a:pt x="40897" y="6190"/>
                </a:lnTo>
                <a:lnTo>
                  <a:pt x="35100" y="9496"/>
                </a:lnTo>
                <a:cubicBezTo>
                  <a:pt x="38173" y="9671"/>
                  <a:pt x="40853" y="10457"/>
                  <a:pt x="43067" y="11826"/>
                </a:cubicBezTo>
                <a:cubicBezTo>
                  <a:pt x="45339" y="13195"/>
                  <a:pt x="47160" y="15191"/>
                  <a:pt x="48645" y="17739"/>
                </a:cubicBezTo>
                <a:cubicBezTo>
                  <a:pt x="51092" y="22065"/>
                  <a:pt x="51660" y="26056"/>
                  <a:pt x="50233" y="29755"/>
                </a:cubicBezTo>
                <a:cubicBezTo>
                  <a:pt x="48805" y="33498"/>
                  <a:pt x="45572" y="36804"/>
                  <a:pt x="40387" y="39761"/>
                </a:cubicBezTo>
                <a:close/>
                <a:moveTo>
                  <a:pt x="40387" y="397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60D2D-3816-420E-B3FE-0409F6A5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511" y="1294159"/>
            <a:ext cx="47728" cy="49155"/>
          </a:xfrm>
          <a:custGeom xmlns:a="http://schemas.openxmlformats.org/drawingml/2006/main">
            <a:pathLst>
              <a:path w="47728" h="49155">
                <a:moveTo>
                  <a:pt x="26449" y="26158"/>
                </a:moveTo>
                <a:cubicBezTo>
                  <a:pt x="23667" y="21220"/>
                  <a:pt x="21104" y="18147"/>
                  <a:pt x="18890" y="16836"/>
                </a:cubicBezTo>
                <a:cubicBezTo>
                  <a:pt x="16662" y="15584"/>
                  <a:pt x="14215" y="15700"/>
                  <a:pt x="11433" y="17288"/>
                </a:cubicBezTo>
                <a:cubicBezTo>
                  <a:pt x="9263" y="18540"/>
                  <a:pt x="7967" y="20245"/>
                  <a:pt x="7501" y="22415"/>
                </a:cubicBezTo>
                <a:cubicBezTo>
                  <a:pt x="7049" y="24570"/>
                  <a:pt x="7501" y="26842"/>
                  <a:pt x="8928" y="29347"/>
                </a:cubicBezTo>
                <a:cubicBezTo>
                  <a:pt x="10865" y="32770"/>
                  <a:pt x="13647" y="34809"/>
                  <a:pt x="17230" y="35493"/>
                </a:cubicBezTo>
                <a:cubicBezTo>
                  <a:pt x="20813" y="36178"/>
                  <a:pt x="24570" y="35377"/>
                  <a:pt x="28619" y="33105"/>
                </a:cubicBezTo>
                <a:lnTo>
                  <a:pt x="29974" y="32304"/>
                </a:lnTo>
                <a:lnTo>
                  <a:pt x="26449" y="26158"/>
                </a:lnTo>
                <a:close/>
                <a:moveTo>
                  <a:pt x="36003" y="36979"/>
                </a:moveTo>
                <a:lnTo>
                  <a:pt x="14681" y="49155"/>
                </a:lnTo>
                <a:lnTo>
                  <a:pt x="11142" y="43009"/>
                </a:lnTo>
                <a:lnTo>
                  <a:pt x="16836" y="39761"/>
                </a:lnTo>
                <a:cubicBezTo>
                  <a:pt x="13763" y="39644"/>
                  <a:pt x="11084" y="38843"/>
                  <a:pt x="8811" y="37372"/>
                </a:cubicBezTo>
                <a:cubicBezTo>
                  <a:pt x="6539" y="35887"/>
                  <a:pt x="4544" y="33673"/>
                  <a:pt x="2840" y="30658"/>
                </a:cubicBezTo>
                <a:cubicBezTo>
                  <a:pt x="685" y="26784"/>
                  <a:pt x="0" y="23143"/>
                  <a:pt x="845" y="19676"/>
                </a:cubicBezTo>
                <a:cubicBezTo>
                  <a:pt x="1704" y="16210"/>
                  <a:pt x="3976" y="13414"/>
                  <a:pt x="7559" y="11375"/>
                </a:cubicBezTo>
                <a:cubicBezTo>
                  <a:pt x="11768" y="8986"/>
                  <a:pt x="15759" y="8578"/>
                  <a:pt x="19458" y="10181"/>
                </a:cubicBezTo>
                <a:cubicBezTo>
                  <a:pt x="23201" y="11768"/>
                  <a:pt x="26682" y="15351"/>
                  <a:pt x="29872" y="20929"/>
                </a:cubicBezTo>
                <a:lnTo>
                  <a:pt x="34751" y="29580"/>
                </a:lnTo>
                <a:lnTo>
                  <a:pt x="35377" y="29231"/>
                </a:lnTo>
                <a:cubicBezTo>
                  <a:pt x="38173" y="27585"/>
                  <a:pt x="39819" y="25429"/>
                  <a:pt x="40329" y="22691"/>
                </a:cubicBezTo>
                <a:cubicBezTo>
                  <a:pt x="40839" y="19968"/>
                  <a:pt x="40110" y="16895"/>
                  <a:pt x="38173" y="13530"/>
                </a:cubicBezTo>
                <a:cubicBezTo>
                  <a:pt x="36979" y="11433"/>
                  <a:pt x="35552" y="9496"/>
                  <a:pt x="33848" y="7734"/>
                </a:cubicBezTo>
                <a:cubicBezTo>
                  <a:pt x="32202" y="6030"/>
                  <a:pt x="30323" y="4486"/>
                  <a:pt x="28211" y="3233"/>
                </a:cubicBezTo>
                <a:lnTo>
                  <a:pt x="33906" y="0"/>
                </a:lnTo>
                <a:cubicBezTo>
                  <a:pt x="36061" y="1762"/>
                  <a:pt x="37940" y="3525"/>
                  <a:pt x="39586" y="5403"/>
                </a:cubicBezTo>
                <a:cubicBezTo>
                  <a:pt x="41246" y="7282"/>
                  <a:pt x="42601" y="9205"/>
                  <a:pt x="43751" y="11200"/>
                </a:cubicBezTo>
                <a:cubicBezTo>
                  <a:pt x="46825" y="16603"/>
                  <a:pt x="47728" y="21439"/>
                  <a:pt x="46417" y="25706"/>
                </a:cubicBezTo>
                <a:cubicBezTo>
                  <a:pt x="45164" y="29974"/>
                  <a:pt x="41698" y="33731"/>
                  <a:pt x="36003" y="36979"/>
                </a:cubicBezTo>
                <a:close/>
                <a:moveTo>
                  <a:pt x="36003" y="369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C522B-E4A7-4828-9053-9F63EAE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15" y="1326347"/>
            <a:ext cx="55403" cy="35741"/>
          </a:xfrm>
          <a:custGeom xmlns:a="http://schemas.openxmlformats.org/drawingml/2006/main">
            <a:pathLst>
              <a:path w="55403" h="35741">
                <a:moveTo>
                  <a:pt x="51878" y="0"/>
                </a:moveTo>
                <a:lnTo>
                  <a:pt x="55403" y="6146"/>
                </a:lnTo>
                <a:lnTo>
                  <a:pt x="3466" y="35741"/>
                </a:lnTo>
                <a:lnTo>
                  <a:pt x="0" y="29595"/>
                </a:lnTo>
                <a:lnTo>
                  <a:pt x="51878" y="0"/>
                </a:lnTo>
                <a:close/>
                <a:moveTo>
                  <a:pt x="5187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40067-79A8-488D-BB11-EF8088D7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425" y="1349227"/>
            <a:ext cx="70375" cy="44028"/>
          </a:xfrm>
          <a:custGeom xmlns:a="http://schemas.openxmlformats.org/drawingml/2006/main">
            <a:pathLst>
              <a:path w="70375" h="44028">
                <a:moveTo>
                  <a:pt x="20143" y="43242"/>
                </a:moveTo>
                <a:cubicBezTo>
                  <a:pt x="14739" y="44028"/>
                  <a:pt x="10865" y="43970"/>
                  <a:pt x="8593" y="43125"/>
                </a:cubicBezTo>
                <a:cubicBezTo>
                  <a:pt x="6263" y="42208"/>
                  <a:pt x="4326" y="40445"/>
                  <a:pt x="2796" y="37664"/>
                </a:cubicBezTo>
                <a:lnTo>
                  <a:pt x="0" y="32770"/>
                </a:lnTo>
                <a:lnTo>
                  <a:pt x="5127" y="29813"/>
                </a:lnTo>
                <a:lnTo>
                  <a:pt x="7166" y="33454"/>
                </a:lnTo>
                <a:cubicBezTo>
                  <a:pt x="8141" y="35158"/>
                  <a:pt x="9278" y="36236"/>
                  <a:pt x="10588" y="36688"/>
                </a:cubicBezTo>
                <a:cubicBezTo>
                  <a:pt x="11957" y="37154"/>
                  <a:pt x="14448" y="37154"/>
                  <a:pt x="18031" y="36586"/>
                </a:cubicBezTo>
                <a:lnTo>
                  <a:pt x="21453" y="36061"/>
                </a:lnTo>
                <a:lnTo>
                  <a:pt x="49606" y="0"/>
                </a:lnTo>
                <a:lnTo>
                  <a:pt x="53364" y="6481"/>
                </a:lnTo>
                <a:lnTo>
                  <a:pt x="30775" y="34809"/>
                </a:lnTo>
                <a:lnTo>
                  <a:pt x="66676" y="29872"/>
                </a:lnTo>
                <a:lnTo>
                  <a:pt x="70375" y="36353"/>
                </a:lnTo>
                <a:lnTo>
                  <a:pt x="20143" y="43242"/>
                </a:lnTo>
                <a:close/>
                <a:moveTo>
                  <a:pt x="20143" y="432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AC7D5-5659-47C1-9041-49D4642F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030" y="1395076"/>
            <a:ext cx="50072" cy="42382"/>
          </a:xfrm>
          <a:custGeom xmlns:a="http://schemas.openxmlformats.org/drawingml/2006/main">
            <a:pathLst>
              <a:path w="50072" h="42382">
                <a:moveTo>
                  <a:pt x="50072" y="23449"/>
                </a:moveTo>
                <a:lnTo>
                  <a:pt x="44261" y="26740"/>
                </a:lnTo>
                <a:cubicBezTo>
                  <a:pt x="44145" y="24526"/>
                  <a:pt x="43810" y="22298"/>
                  <a:pt x="43183" y="20201"/>
                </a:cubicBezTo>
                <a:cubicBezTo>
                  <a:pt x="42557" y="18089"/>
                  <a:pt x="41654" y="16050"/>
                  <a:pt x="40504" y="13996"/>
                </a:cubicBezTo>
                <a:cubicBezTo>
                  <a:pt x="38800" y="10982"/>
                  <a:pt x="37037" y="8943"/>
                  <a:pt x="35217" y="7967"/>
                </a:cubicBezTo>
                <a:cubicBezTo>
                  <a:pt x="33396" y="6947"/>
                  <a:pt x="31576" y="7005"/>
                  <a:pt x="29697" y="8083"/>
                </a:cubicBezTo>
                <a:cubicBezTo>
                  <a:pt x="28284" y="8884"/>
                  <a:pt x="27483" y="10079"/>
                  <a:pt x="27308" y="11608"/>
                </a:cubicBezTo>
                <a:cubicBezTo>
                  <a:pt x="27090" y="13152"/>
                  <a:pt x="27600" y="15817"/>
                  <a:pt x="28736" y="19516"/>
                </a:cubicBezTo>
                <a:lnTo>
                  <a:pt x="29478" y="21905"/>
                </a:lnTo>
                <a:cubicBezTo>
                  <a:pt x="31008" y="26798"/>
                  <a:pt x="31459" y="30614"/>
                  <a:pt x="30775" y="33396"/>
                </a:cubicBezTo>
                <a:cubicBezTo>
                  <a:pt x="30163" y="36236"/>
                  <a:pt x="28284" y="38523"/>
                  <a:pt x="25269" y="40227"/>
                </a:cubicBezTo>
                <a:cubicBezTo>
                  <a:pt x="21788" y="42222"/>
                  <a:pt x="18264" y="42382"/>
                  <a:pt x="14623" y="40795"/>
                </a:cubicBezTo>
                <a:cubicBezTo>
                  <a:pt x="11040" y="39207"/>
                  <a:pt x="7908" y="36018"/>
                  <a:pt x="5185" y="31241"/>
                </a:cubicBezTo>
                <a:cubicBezTo>
                  <a:pt x="4049" y="29245"/>
                  <a:pt x="3015" y="27032"/>
                  <a:pt x="2170" y="24643"/>
                </a:cubicBezTo>
                <a:cubicBezTo>
                  <a:pt x="1311" y="22254"/>
                  <a:pt x="626" y="19633"/>
                  <a:pt x="0" y="16793"/>
                </a:cubicBezTo>
                <a:lnTo>
                  <a:pt x="6379" y="13152"/>
                </a:lnTo>
                <a:cubicBezTo>
                  <a:pt x="6496" y="16108"/>
                  <a:pt x="6889" y="18832"/>
                  <a:pt x="7515" y="21395"/>
                </a:cubicBezTo>
                <a:cubicBezTo>
                  <a:pt x="8200" y="23900"/>
                  <a:pt x="9161" y="26289"/>
                  <a:pt x="10355" y="28444"/>
                </a:cubicBezTo>
                <a:cubicBezTo>
                  <a:pt x="12001" y="31299"/>
                  <a:pt x="13778" y="33221"/>
                  <a:pt x="15642" y="34255"/>
                </a:cubicBezTo>
                <a:cubicBezTo>
                  <a:pt x="17521" y="35217"/>
                  <a:pt x="19400" y="35217"/>
                  <a:pt x="21162" y="34197"/>
                </a:cubicBezTo>
                <a:cubicBezTo>
                  <a:pt x="22881" y="33221"/>
                  <a:pt x="23784" y="31983"/>
                  <a:pt x="24075" y="30323"/>
                </a:cubicBezTo>
                <a:cubicBezTo>
                  <a:pt x="24293" y="28677"/>
                  <a:pt x="23784" y="25779"/>
                  <a:pt x="22415" y="21453"/>
                </a:cubicBezTo>
                <a:lnTo>
                  <a:pt x="21686" y="19065"/>
                </a:lnTo>
                <a:cubicBezTo>
                  <a:pt x="20317" y="14797"/>
                  <a:pt x="19968" y="11331"/>
                  <a:pt x="20711" y="8710"/>
                </a:cubicBezTo>
                <a:cubicBezTo>
                  <a:pt x="21395" y="6088"/>
                  <a:pt x="23157" y="3932"/>
                  <a:pt x="26056" y="2272"/>
                </a:cubicBezTo>
                <a:cubicBezTo>
                  <a:pt x="29580" y="291"/>
                  <a:pt x="33003" y="0"/>
                  <a:pt x="36353" y="1369"/>
                </a:cubicBezTo>
                <a:cubicBezTo>
                  <a:pt x="39659" y="2796"/>
                  <a:pt x="42615" y="5811"/>
                  <a:pt x="45237" y="10355"/>
                </a:cubicBezTo>
                <a:cubicBezTo>
                  <a:pt x="46548" y="12627"/>
                  <a:pt x="47567" y="14856"/>
                  <a:pt x="48412" y="17069"/>
                </a:cubicBezTo>
                <a:cubicBezTo>
                  <a:pt x="49213" y="19240"/>
                  <a:pt x="49781" y="21395"/>
                  <a:pt x="50072" y="23449"/>
                </a:cubicBezTo>
                <a:close/>
                <a:moveTo>
                  <a:pt x="50072" y="234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5961B-C51C-4381-85B7-B1E640FB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508" y="1421365"/>
            <a:ext cx="55418" cy="35726"/>
          </a:xfrm>
          <a:custGeom xmlns:a="http://schemas.openxmlformats.org/drawingml/2006/main">
            <a:pathLst>
              <a:path w="55418" h="35726">
                <a:moveTo>
                  <a:pt x="37387" y="8302"/>
                </a:moveTo>
                <a:lnTo>
                  <a:pt x="40911" y="14448"/>
                </a:lnTo>
                <a:lnTo>
                  <a:pt x="3539" y="35726"/>
                </a:lnTo>
                <a:lnTo>
                  <a:pt x="0" y="29580"/>
                </a:lnTo>
                <a:lnTo>
                  <a:pt x="37387" y="8302"/>
                </a:lnTo>
                <a:close/>
                <a:moveTo>
                  <a:pt x="51951" y="0"/>
                </a:moveTo>
                <a:lnTo>
                  <a:pt x="55418" y="6146"/>
                </a:lnTo>
                <a:lnTo>
                  <a:pt x="47684" y="10574"/>
                </a:lnTo>
                <a:lnTo>
                  <a:pt x="44159" y="4442"/>
                </a:lnTo>
                <a:lnTo>
                  <a:pt x="51951" y="0"/>
                </a:lnTo>
                <a:close/>
                <a:moveTo>
                  <a:pt x="519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5FDFB-7488-42C1-888C-E0B49863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54" y="1449634"/>
            <a:ext cx="50058" cy="42441"/>
          </a:xfrm>
          <a:custGeom xmlns:a="http://schemas.openxmlformats.org/drawingml/2006/main">
            <a:pathLst>
              <a:path w="50058" h="42441">
                <a:moveTo>
                  <a:pt x="50058" y="23449"/>
                </a:moveTo>
                <a:lnTo>
                  <a:pt x="44203" y="26798"/>
                </a:lnTo>
                <a:cubicBezTo>
                  <a:pt x="44145" y="24526"/>
                  <a:pt x="43751" y="22356"/>
                  <a:pt x="43125" y="20259"/>
                </a:cubicBezTo>
                <a:cubicBezTo>
                  <a:pt x="42557" y="18089"/>
                  <a:pt x="41640" y="16050"/>
                  <a:pt x="40504" y="14055"/>
                </a:cubicBezTo>
                <a:cubicBezTo>
                  <a:pt x="38800" y="10982"/>
                  <a:pt x="36979" y="9001"/>
                  <a:pt x="35217" y="7967"/>
                </a:cubicBezTo>
                <a:cubicBezTo>
                  <a:pt x="33396" y="7005"/>
                  <a:pt x="31576" y="7064"/>
                  <a:pt x="29697" y="8083"/>
                </a:cubicBezTo>
                <a:cubicBezTo>
                  <a:pt x="28269" y="8943"/>
                  <a:pt x="27483" y="10079"/>
                  <a:pt x="27250" y="11666"/>
                </a:cubicBezTo>
                <a:cubicBezTo>
                  <a:pt x="27075" y="13210"/>
                  <a:pt x="27541" y="15817"/>
                  <a:pt x="28736" y="19516"/>
                </a:cubicBezTo>
                <a:lnTo>
                  <a:pt x="29406" y="21905"/>
                </a:lnTo>
                <a:cubicBezTo>
                  <a:pt x="31008" y="26798"/>
                  <a:pt x="31459" y="30673"/>
                  <a:pt x="30775" y="33454"/>
                </a:cubicBezTo>
                <a:cubicBezTo>
                  <a:pt x="30090" y="36251"/>
                  <a:pt x="28269" y="38523"/>
                  <a:pt x="25196" y="40285"/>
                </a:cubicBezTo>
                <a:cubicBezTo>
                  <a:pt x="21730" y="42222"/>
                  <a:pt x="18205" y="42441"/>
                  <a:pt x="14623" y="40853"/>
                </a:cubicBezTo>
                <a:cubicBezTo>
                  <a:pt x="11040" y="39266"/>
                  <a:pt x="7850" y="36076"/>
                  <a:pt x="5127" y="31241"/>
                </a:cubicBezTo>
                <a:cubicBezTo>
                  <a:pt x="3976" y="29245"/>
                  <a:pt x="3015" y="27032"/>
                  <a:pt x="2156" y="24643"/>
                </a:cubicBezTo>
                <a:cubicBezTo>
                  <a:pt x="1311" y="22254"/>
                  <a:pt x="568" y="19633"/>
                  <a:pt x="0" y="16793"/>
                </a:cubicBezTo>
                <a:lnTo>
                  <a:pt x="6365" y="13210"/>
                </a:lnTo>
                <a:cubicBezTo>
                  <a:pt x="6481" y="16108"/>
                  <a:pt x="6831" y="18890"/>
                  <a:pt x="7515" y="21395"/>
                </a:cubicBezTo>
                <a:cubicBezTo>
                  <a:pt x="8185" y="23958"/>
                  <a:pt x="9103" y="26289"/>
                  <a:pt x="10355" y="28444"/>
                </a:cubicBezTo>
                <a:cubicBezTo>
                  <a:pt x="12001" y="31357"/>
                  <a:pt x="13763" y="33280"/>
                  <a:pt x="15642" y="34255"/>
                </a:cubicBezTo>
                <a:cubicBezTo>
                  <a:pt x="17521" y="35275"/>
                  <a:pt x="19342" y="35217"/>
                  <a:pt x="21162" y="34197"/>
                </a:cubicBezTo>
                <a:cubicBezTo>
                  <a:pt x="22808" y="33280"/>
                  <a:pt x="23784" y="31983"/>
                  <a:pt x="24002" y="30323"/>
                </a:cubicBezTo>
                <a:cubicBezTo>
                  <a:pt x="24293" y="28736"/>
                  <a:pt x="23725" y="25779"/>
                  <a:pt x="22415" y="21512"/>
                </a:cubicBezTo>
                <a:lnTo>
                  <a:pt x="21672" y="19065"/>
                </a:lnTo>
                <a:cubicBezTo>
                  <a:pt x="20303" y="14797"/>
                  <a:pt x="19968" y="11389"/>
                  <a:pt x="20652" y="8710"/>
                </a:cubicBezTo>
                <a:cubicBezTo>
                  <a:pt x="21395" y="6088"/>
                  <a:pt x="23157" y="3991"/>
                  <a:pt x="26056" y="2330"/>
                </a:cubicBezTo>
                <a:cubicBezTo>
                  <a:pt x="29580" y="291"/>
                  <a:pt x="33003" y="0"/>
                  <a:pt x="36294" y="1427"/>
                </a:cubicBezTo>
                <a:cubicBezTo>
                  <a:pt x="39659" y="2796"/>
                  <a:pt x="42615" y="5811"/>
                  <a:pt x="45222" y="10414"/>
                </a:cubicBezTo>
                <a:cubicBezTo>
                  <a:pt x="46533" y="12642"/>
                  <a:pt x="47567" y="14914"/>
                  <a:pt x="48354" y="17069"/>
                </a:cubicBezTo>
                <a:cubicBezTo>
                  <a:pt x="49213" y="19298"/>
                  <a:pt x="49723" y="21395"/>
                  <a:pt x="50058" y="23449"/>
                </a:cubicBezTo>
                <a:close/>
                <a:moveTo>
                  <a:pt x="50058" y="234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8F653-09B9-42F2-9620-7F6E98DA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806" y="1477409"/>
            <a:ext cx="53655" cy="59394"/>
          </a:xfrm>
          <a:custGeom xmlns:a="http://schemas.openxmlformats.org/drawingml/2006/main">
            <a:pathLst>
              <a:path w="53655" h="59394">
                <a:moveTo>
                  <a:pt x="49781" y="0"/>
                </a:moveTo>
                <a:lnTo>
                  <a:pt x="53655" y="6758"/>
                </a:lnTo>
                <a:lnTo>
                  <a:pt x="9496" y="31911"/>
                </a:lnTo>
                <a:lnTo>
                  <a:pt x="23318" y="56146"/>
                </a:lnTo>
                <a:lnTo>
                  <a:pt x="17637" y="59394"/>
                </a:lnTo>
                <a:lnTo>
                  <a:pt x="0" y="28386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8E04D-BED7-4443-A22B-B33D57D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304" y="1514038"/>
            <a:ext cx="55418" cy="35726"/>
          </a:xfrm>
          <a:custGeom xmlns:a="http://schemas.openxmlformats.org/drawingml/2006/main">
            <a:pathLst>
              <a:path w="55418" h="35726">
                <a:moveTo>
                  <a:pt x="37387" y="8302"/>
                </a:moveTo>
                <a:lnTo>
                  <a:pt x="40911" y="14448"/>
                </a:lnTo>
                <a:lnTo>
                  <a:pt x="3539" y="35726"/>
                </a:lnTo>
                <a:lnTo>
                  <a:pt x="0" y="29580"/>
                </a:lnTo>
                <a:lnTo>
                  <a:pt x="37387" y="8302"/>
                </a:lnTo>
                <a:close/>
                <a:moveTo>
                  <a:pt x="51951" y="0"/>
                </a:moveTo>
                <a:lnTo>
                  <a:pt x="55418" y="6146"/>
                </a:lnTo>
                <a:lnTo>
                  <a:pt x="47684" y="10588"/>
                </a:lnTo>
                <a:lnTo>
                  <a:pt x="44159" y="4442"/>
                </a:lnTo>
                <a:lnTo>
                  <a:pt x="51951" y="0"/>
                </a:lnTo>
                <a:close/>
                <a:moveTo>
                  <a:pt x="519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1623C6-5C6F-4339-AFAB-918BCC48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969" y="1544536"/>
            <a:ext cx="66050" cy="51092"/>
          </a:xfrm>
          <a:custGeom xmlns:a="http://schemas.openxmlformats.org/drawingml/2006/main">
            <a:pathLst>
              <a:path w="66050" h="51092">
                <a:moveTo>
                  <a:pt x="44319" y="31750"/>
                </a:moveTo>
                <a:cubicBezTo>
                  <a:pt x="48762" y="29245"/>
                  <a:pt x="51660" y="26347"/>
                  <a:pt x="53087" y="23099"/>
                </a:cubicBezTo>
                <a:cubicBezTo>
                  <a:pt x="54500" y="19910"/>
                  <a:pt x="54223" y="16618"/>
                  <a:pt x="52344" y="13312"/>
                </a:cubicBezTo>
                <a:cubicBezTo>
                  <a:pt x="50466" y="10006"/>
                  <a:pt x="47786" y="8141"/>
                  <a:pt x="44319" y="7734"/>
                </a:cubicBezTo>
                <a:cubicBezTo>
                  <a:pt x="40795" y="7282"/>
                  <a:pt x="36862" y="8302"/>
                  <a:pt x="32377" y="10865"/>
                </a:cubicBezTo>
                <a:cubicBezTo>
                  <a:pt x="27993" y="13370"/>
                  <a:pt x="25036" y="16268"/>
                  <a:pt x="23667" y="19458"/>
                </a:cubicBezTo>
                <a:cubicBezTo>
                  <a:pt x="22240" y="22706"/>
                  <a:pt x="22473" y="25939"/>
                  <a:pt x="24352" y="29245"/>
                </a:cubicBezTo>
                <a:cubicBezTo>
                  <a:pt x="26230" y="32595"/>
                  <a:pt x="28954" y="34474"/>
                  <a:pt x="32435" y="34867"/>
                </a:cubicBezTo>
                <a:cubicBezTo>
                  <a:pt x="35901" y="35333"/>
                  <a:pt x="39877" y="34299"/>
                  <a:pt x="44319" y="31750"/>
                </a:cubicBezTo>
                <a:close/>
                <a:moveTo>
                  <a:pt x="33338" y="46140"/>
                </a:moveTo>
                <a:cubicBezTo>
                  <a:pt x="26973" y="49781"/>
                  <a:pt x="21453" y="51092"/>
                  <a:pt x="16720" y="50014"/>
                </a:cubicBezTo>
                <a:cubicBezTo>
                  <a:pt x="12001" y="48922"/>
                  <a:pt x="7967" y="45514"/>
                  <a:pt x="4661" y="39703"/>
                </a:cubicBezTo>
                <a:cubicBezTo>
                  <a:pt x="3408" y="37547"/>
                  <a:pt x="2447" y="35391"/>
                  <a:pt x="1646" y="33280"/>
                </a:cubicBezTo>
                <a:cubicBezTo>
                  <a:pt x="918" y="31226"/>
                  <a:pt x="335" y="29071"/>
                  <a:pt x="0" y="26915"/>
                </a:cubicBezTo>
                <a:lnTo>
                  <a:pt x="5971" y="23492"/>
                </a:lnTo>
                <a:cubicBezTo>
                  <a:pt x="5971" y="25823"/>
                  <a:pt x="6321" y="28051"/>
                  <a:pt x="6831" y="30032"/>
                </a:cubicBezTo>
                <a:cubicBezTo>
                  <a:pt x="7340" y="32085"/>
                  <a:pt x="8141" y="34022"/>
                  <a:pt x="9161" y="35843"/>
                </a:cubicBezTo>
                <a:cubicBezTo>
                  <a:pt x="11491" y="39819"/>
                  <a:pt x="14229" y="42266"/>
                  <a:pt x="17463" y="43067"/>
                </a:cubicBezTo>
                <a:cubicBezTo>
                  <a:pt x="20711" y="43868"/>
                  <a:pt x="24468" y="43067"/>
                  <a:pt x="28736" y="40620"/>
                </a:cubicBezTo>
                <a:lnTo>
                  <a:pt x="31750" y="38916"/>
                </a:lnTo>
                <a:cubicBezTo>
                  <a:pt x="28852" y="38916"/>
                  <a:pt x="26289" y="38232"/>
                  <a:pt x="24060" y="36862"/>
                </a:cubicBezTo>
                <a:cubicBezTo>
                  <a:pt x="21847" y="35493"/>
                  <a:pt x="19910" y="33454"/>
                  <a:pt x="18380" y="30658"/>
                </a:cubicBezTo>
                <a:cubicBezTo>
                  <a:pt x="15759" y="26114"/>
                  <a:pt x="15424" y="21395"/>
                  <a:pt x="17302" y="16618"/>
                </a:cubicBezTo>
                <a:cubicBezTo>
                  <a:pt x="19167" y="11826"/>
                  <a:pt x="23041" y="7792"/>
                  <a:pt x="28794" y="4500"/>
                </a:cubicBezTo>
                <a:cubicBezTo>
                  <a:pt x="34532" y="1194"/>
                  <a:pt x="39994" y="0"/>
                  <a:pt x="45062" y="801"/>
                </a:cubicBezTo>
                <a:cubicBezTo>
                  <a:pt x="50174" y="1588"/>
                  <a:pt x="54048" y="4326"/>
                  <a:pt x="56612" y="8870"/>
                </a:cubicBezTo>
                <a:cubicBezTo>
                  <a:pt x="58199" y="11666"/>
                  <a:pt x="59000" y="14331"/>
                  <a:pt x="59059" y="16895"/>
                </a:cubicBezTo>
                <a:cubicBezTo>
                  <a:pt x="59117" y="19516"/>
                  <a:pt x="58374" y="22080"/>
                  <a:pt x="56889" y="24570"/>
                </a:cubicBezTo>
                <a:lnTo>
                  <a:pt x="62583" y="21395"/>
                </a:lnTo>
                <a:lnTo>
                  <a:pt x="66050" y="27483"/>
                </a:lnTo>
                <a:lnTo>
                  <a:pt x="33338" y="46140"/>
                </a:lnTo>
                <a:close/>
                <a:moveTo>
                  <a:pt x="33338" y="461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DCE9B-14BF-4313-9F77-1D5216AE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753" y="1576170"/>
            <a:ext cx="55418" cy="60879"/>
          </a:xfrm>
          <a:custGeom xmlns:a="http://schemas.openxmlformats.org/drawingml/2006/main">
            <a:pathLst>
              <a:path w="55418" h="60879">
                <a:moveTo>
                  <a:pt x="40402" y="48019"/>
                </a:moveTo>
                <a:lnTo>
                  <a:pt x="17812" y="60879"/>
                </a:lnTo>
                <a:lnTo>
                  <a:pt x="14331" y="54733"/>
                </a:lnTo>
                <a:lnTo>
                  <a:pt x="36702" y="41989"/>
                </a:lnTo>
                <a:cubicBezTo>
                  <a:pt x="40227" y="39994"/>
                  <a:pt x="42441" y="37780"/>
                  <a:pt x="43416" y="35391"/>
                </a:cubicBezTo>
                <a:cubicBezTo>
                  <a:pt x="44378" y="33047"/>
                  <a:pt x="44086" y="30440"/>
                  <a:pt x="42557" y="27701"/>
                </a:cubicBezTo>
                <a:cubicBezTo>
                  <a:pt x="40620" y="24410"/>
                  <a:pt x="38115" y="22356"/>
                  <a:pt x="34882" y="21672"/>
                </a:cubicBezTo>
                <a:cubicBezTo>
                  <a:pt x="31692" y="20929"/>
                  <a:pt x="28269" y="21614"/>
                  <a:pt x="24628" y="23725"/>
                </a:cubicBezTo>
                <a:lnTo>
                  <a:pt x="3466" y="35726"/>
                </a:lnTo>
                <a:lnTo>
                  <a:pt x="0" y="29580"/>
                </a:lnTo>
                <a:lnTo>
                  <a:pt x="51893" y="0"/>
                </a:lnTo>
                <a:lnTo>
                  <a:pt x="55418" y="6146"/>
                </a:lnTo>
                <a:lnTo>
                  <a:pt x="35042" y="17754"/>
                </a:lnTo>
                <a:cubicBezTo>
                  <a:pt x="38115" y="17972"/>
                  <a:pt x="40795" y="18715"/>
                  <a:pt x="43067" y="20084"/>
                </a:cubicBezTo>
                <a:cubicBezTo>
                  <a:pt x="45281" y="21439"/>
                  <a:pt x="47160" y="23434"/>
                  <a:pt x="48645" y="26056"/>
                </a:cubicBezTo>
                <a:cubicBezTo>
                  <a:pt x="51092" y="30323"/>
                  <a:pt x="51602" y="34299"/>
                  <a:pt x="50233" y="38057"/>
                </a:cubicBezTo>
                <a:cubicBezTo>
                  <a:pt x="48820" y="41756"/>
                  <a:pt x="45514" y="45062"/>
                  <a:pt x="40402" y="48019"/>
                </a:cubicBezTo>
                <a:close/>
                <a:moveTo>
                  <a:pt x="40402" y="480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BD744-0458-4E91-8A01-6CF33E74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921" y="1621858"/>
            <a:ext cx="48062" cy="46125"/>
          </a:xfrm>
          <a:custGeom xmlns:a="http://schemas.openxmlformats.org/drawingml/2006/main">
            <a:pathLst>
              <a:path w="48062" h="46125">
                <a:moveTo>
                  <a:pt x="48062" y="6132"/>
                </a:moveTo>
                <a:lnTo>
                  <a:pt x="37430" y="12220"/>
                </a:lnTo>
                <a:lnTo>
                  <a:pt x="44654" y="24861"/>
                </a:lnTo>
                <a:lnTo>
                  <a:pt x="39877" y="27585"/>
                </a:lnTo>
                <a:lnTo>
                  <a:pt x="32653" y="14958"/>
                </a:lnTo>
                <a:lnTo>
                  <a:pt x="12394" y="26507"/>
                </a:lnTo>
                <a:cubicBezTo>
                  <a:pt x="9321" y="28211"/>
                  <a:pt x="7617" y="29755"/>
                  <a:pt x="7224" y="31110"/>
                </a:cubicBezTo>
                <a:cubicBezTo>
                  <a:pt x="6816" y="32420"/>
                  <a:pt x="7384" y="34357"/>
                  <a:pt x="8811" y="36921"/>
                </a:cubicBezTo>
                <a:lnTo>
                  <a:pt x="12394" y="43227"/>
                </a:lnTo>
                <a:lnTo>
                  <a:pt x="7282" y="46125"/>
                </a:lnTo>
                <a:lnTo>
                  <a:pt x="3699" y="39877"/>
                </a:lnTo>
                <a:cubicBezTo>
                  <a:pt x="1020" y="35100"/>
                  <a:pt x="0" y="31343"/>
                  <a:pt x="728" y="28546"/>
                </a:cubicBezTo>
                <a:cubicBezTo>
                  <a:pt x="1471" y="25706"/>
                  <a:pt x="4209" y="22983"/>
                  <a:pt x="8870" y="20303"/>
                </a:cubicBezTo>
                <a:lnTo>
                  <a:pt x="29187" y="8753"/>
                </a:lnTo>
                <a:lnTo>
                  <a:pt x="26624" y="4267"/>
                </a:lnTo>
                <a:lnTo>
                  <a:pt x="31343" y="1529"/>
                </a:lnTo>
                <a:lnTo>
                  <a:pt x="33964" y="6030"/>
                </a:lnTo>
                <a:lnTo>
                  <a:pt x="44538" y="0"/>
                </a:lnTo>
                <a:lnTo>
                  <a:pt x="48062" y="6132"/>
                </a:lnTo>
                <a:close/>
                <a:moveTo>
                  <a:pt x="48062" y="61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D8CFB-B043-47C6-991A-D607886A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689" y="1646254"/>
            <a:ext cx="55418" cy="60879"/>
          </a:xfrm>
          <a:custGeom xmlns:a="http://schemas.openxmlformats.org/drawingml/2006/main">
            <a:pathLst>
              <a:path w="55418" h="60879">
                <a:moveTo>
                  <a:pt x="40402" y="48019"/>
                </a:moveTo>
                <a:lnTo>
                  <a:pt x="17812" y="60879"/>
                </a:lnTo>
                <a:lnTo>
                  <a:pt x="14346" y="54733"/>
                </a:lnTo>
                <a:lnTo>
                  <a:pt x="36702" y="41989"/>
                </a:lnTo>
                <a:cubicBezTo>
                  <a:pt x="40227" y="39994"/>
                  <a:pt x="42441" y="37780"/>
                  <a:pt x="43416" y="35450"/>
                </a:cubicBezTo>
                <a:cubicBezTo>
                  <a:pt x="44378" y="33061"/>
                  <a:pt x="44101" y="30498"/>
                  <a:pt x="42557" y="27716"/>
                </a:cubicBezTo>
                <a:cubicBezTo>
                  <a:pt x="40620" y="24410"/>
                  <a:pt x="38115" y="22356"/>
                  <a:pt x="34882" y="21686"/>
                </a:cubicBezTo>
                <a:cubicBezTo>
                  <a:pt x="31692" y="20944"/>
                  <a:pt x="28284" y="21628"/>
                  <a:pt x="24643" y="23725"/>
                </a:cubicBezTo>
                <a:lnTo>
                  <a:pt x="3481" y="35785"/>
                </a:lnTo>
                <a:lnTo>
                  <a:pt x="0" y="29595"/>
                </a:lnTo>
                <a:lnTo>
                  <a:pt x="51893" y="0"/>
                </a:lnTo>
                <a:lnTo>
                  <a:pt x="55418" y="6146"/>
                </a:lnTo>
                <a:lnTo>
                  <a:pt x="35042" y="17754"/>
                </a:lnTo>
                <a:cubicBezTo>
                  <a:pt x="38173" y="17987"/>
                  <a:pt x="40795" y="18715"/>
                  <a:pt x="43067" y="20084"/>
                </a:cubicBezTo>
                <a:cubicBezTo>
                  <a:pt x="45295" y="21453"/>
                  <a:pt x="47174" y="23449"/>
                  <a:pt x="48645" y="26056"/>
                </a:cubicBezTo>
                <a:cubicBezTo>
                  <a:pt x="51092" y="30323"/>
                  <a:pt x="51602" y="34372"/>
                  <a:pt x="50233" y="38071"/>
                </a:cubicBezTo>
                <a:cubicBezTo>
                  <a:pt x="48820" y="41771"/>
                  <a:pt x="45514" y="45120"/>
                  <a:pt x="40402" y="48019"/>
                </a:cubicBezTo>
                <a:close/>
                <a:moveTo>
                  <a:pt x="40402" y="480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01E44-E832-4203-8B45-4BE48A83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075" y="1701380"/>
            <a:ext cx="46606" cy="43693"/>
          </a:xfrm>
          <a:custGeom xmlns:a="http://schemas.openxmlformats.org/drawingml/2006/main">
            <a:pathLst>
              <a:path w="46606" h="43693">
                <a:moveTo>
                  <a:pt x="37722" y="13661"/>
                </a:moveTo>
                <a:cubicBezTo>
                  <a:pt x="35843" y="10355"/>
                  <a:pt x="33061" y="8491"/>
                  <a:pt x="29420" y="8025"/>
                </a:cubicBezTo>
                <a:cubicBezTo>
                  <a:pt x="25779" y="7573"/>
                  <a:pt x="21686" y="8651"/>
                  <a:pt x="17244" y="11156"/>
                </a:cubicBezTo>
                <a:cubicBezTo>
                  <a:pt x="12744" y="13720"/>
                  <a:pt x="9787" y="16676"/>
                  <a:pt x="8316" y="20026"/>
                </a:cubicBezTo>
                <a:cubicBezTo>
                  <a:pt x="6831" y="23449"/>
                  <a:pt x="7005" y="26740"/>
                  <a:pt x="8884" y="30046"/>
                </a:cubicBezTo>
                <a:cubicBezTo>
                  <a:pt x="10763" y="33352"/>
                  <a:pt x="13545" y="35217"/>
                  <a:pt x="17186" y="35625"/>
                </a:cubicBezTo>
                <a:cubicBezTo>
                  <a:pt x="20885" y="36076"/>
                  <a:pt x="24920" y="35056"/>
                  <a:pt x="29362" y="32493"/>
                </a:cubicBezTo>
                <a:cubicBezTo>
                  <a:pt x="33804" y="29988"/>
                  <a:pt x="36761" y="27032"/>
                  <a:pt x="38290" y="23623"/>
                </a:cubicBezTo>
                <a:cubicBezTo>
                  <a:pt x="39775" y="20259"/>
                  <a:pt x="39601" y="16909"/>
                  <a:pt x="37722" y="13661"/>
                </a:cubicBezTo>
                <a:close/>
                <a:moveTo>
                  <a:pt x="42907" y="10705"/>
                </a:moveTo>
                <a:cubicBezTo>
                  <a:pt x="45980" y="15992"/>
                  <a:pt x="46606" y="21220"/>
                  <a:pt x="44902" y="26230"/>
                </a:cubicBezTo>
                <a:cubicBezTo>
                  <a:pt x="43125" y="31241"/>
                  <a:pt x="39207" y="35508"/>
                  <a:pt x="33119" y="39033"/>
                </a:cubicBezTo>
                <a:cubicBezTo>
                  <a:pt x="26973" y="42499"/>
                  <a:pt x="21279" y="43693"/>
                  <a:pt x="16050" y="42615"/>
                </a:cubicBezTo>
                <a:cubicBezTo>
                  <a:pt x="10880" y="41596"/>
                  <a:pt x="6714" y="38348"/>
                  <a:pt x="3699" y="33061"/>
                </a:cubicBezTo>
                <a:cubicBezTo>
                  <a:pt x="626" y="27658"/>
                  <a:pt x="0" y="22473"/>
                  <a:pt x="1719" y="17477"/>
                </a:cubicBezTo>
                <a:cubicBezTo>
                  <a:pt x="3481" y="12467"/>
                  <a:pt x="7399" y="8200"/>
                  <a:pt x="13545" y="4733"/>
                </a:cubicBezTo>
                <a:cubicBezTo>
                  <a:pt x="19691" y="1209"/>
                  <a:pt x="25327" y="0"/>
                  <a:pt x="30556" y="1034"/>
                </a:cubicBezTo>
                <a:cubicBezTo>
                  <a:pt x="35741" y="2112"/>
                  <a:pt x="39892" y="5301"/>
                  <a:pt x="42907" y="10705"/>
                </a:cubicBezTo>
                <a:close/>
                <a:moveTo>
                  <a:pt x="42907" y="107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6ABD5-7677-4AC8-AA4A-FA43A844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465" y="1739276"/>
            <a:ext cx="51718" cy="52563"/>
          </a:xfrm>
          <a:custGeom xmlns:a="http://schemas.openxmlformats.org/drawingml/2006/main">
            <a:pathLst>
              <a:path w="51718" h="52563">
                <a:moveTo>
                  <a:pt x="11200" y="12919"/>
                </a:moveTo>
                <a:lnTo>
                  <a:pt x="33848" y="0"/>
                </a:lnTo>
                <a:lnTo>
                  <a:pt x="37372" y="6146"/>
                </a:lnTo>
                <a:lnTo>
                  <a:pt x="14958" y="18890"/>
                </a:lnTo>
                <a:cubicBezTo>
                  <a:pt x="11433" y="20944"/>
                  <a:pt x="9161" y="23099"/>
                  <a:pt x="8185" y="25488"/>
                </a:cubicBezTo>
                <a:cubicBezTo>
                  <a:pt x="7166" y="27876"/>
                  <a:pt x="7515" y="30440"/>
                  <a:pt x="9044" y="33221"/>
                </a:cubicBezTo>
                <a:cubicBezTo>
                  <a:pt x="10982" y="36527"/>
                  <a:pt x="13487" y="38523"/>
                  <a:pt x="16720" y="39251"/>
                </a:cubicBezTo>
                <a:cubicBezTo>
                  <a:pt x="19910" y="39994"/>
                  <a:pt x="23376" y="39309"/>
                  <a:pt x="27017" y="37212"/>
                </a:cubicBezTo>
                <a:lnTo>
                  <a:pt x="48194" y="25153"/>
                </a:lnTo>
                <a:lnTo>
                  <a:pt x="51718" y="31284"/>
                </a:lnTo>
                <a:lnTo>
                  <a:pt x="14331" y="52563"/>
                </a:lnTo>
                <a:lnTo>
                  <a:pt x="10807" y="46431"/>
                </a:lnTo>
                <a:lnTo>
                  <a:pt x="16560" y="43183"/>
                </a:lnTo>
                <a:cubicBezTo>
                  <a:pt x="13428" y="42950"/>
                  <a:pt x="10749" y="42208"/>
                  <a:pt x="8535" y="40853"/>
                </a:cubicBezTo>
                <a:cubicBezTo>
                  <a:pt x="6321" y="39542"/>
                  <a:pt x="4500" y="37547"/>
                  <a:pt x="2957" y="34925"/>
                </a:cubicBezTo>
                <a:cubicBezTo>
                  <a:pt x="510" y="30658"/>
                  <a:pt x="0" y="26624"/>
                  <a:pt x="1427" y="22866"/>
                </a:cubicBezTo>
                <a:cubicBezTo>
                  <a:pt x="2840" y="19167"/>
                  <a:pt x="6088" y="15817"/>
                  <a:pt x="11200" y="12919"/>
                </a:cubicBezTo>
                <a:close/>
                <a:moveTo>
                  <a:pt x="11200" y="129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AB5A5-3E36-41D8-8F61-29C986A2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802" y="1784222"/>
            <a:ext cx="50000" cy="42382"/>
          </a:xfrm>
          <a:custGeom xmlns:a="http://schemas.openxmlformats.org/drawingml/2006/main">
            <a:pathLst>
              <a:path w="50000" h="42382">
                <a:moveTo>
                  <a:pt x="50000" y="23434"/>
                </a:moveTo>
                <a:lnTo>
                  <a:pt x="44203" y="26740"/>
                </a:lnTo>
                <a:cubicBezTo>
                  <a:pt x="44145" y="24526"/>
                  <a:pt x="43751" y="22298"/>
                  <a:pt x="43125" y="20201"/>
                </a:cubicBezTo>
                <a:cubicBezTo>
                  <a:pt x="42557" y="18089"/>
                  <a:pt x="41640" y="16050"/>
                  <a:pt x="40504" y="13996"/>
                </a:cubicBezTo>
                <a:cubicBezTo>
                  <a:pt x="38741" y="10982"/>
                  <a:pt x="36979" y="8928"/>
                  <a:pt x="35217" y="7967"/>
                </a:cubicBezTo>
                <a:cubicBezTo>
                  <a:pt x="33396" y="6947"/>
                  <a:pt x="31576" y="6991"/>
                  <a:pt x="29697" y="8083"/>
                </a:cubicBezTo>
                <a:cubicBezTo>
                  <a:pt x="28269" y="8870"/>
                  <a:pt x="27468" y="10064"/>
                  <a:pt x="27250" y="11608"/>
                </a:cubicBezTo>
                <a:cubicBezTo>
                  <a:pt x="27075" y="13137"/>
                  <a:pt x="27527" y="15817"/>
                  <a:pt x="28677" y="19516"/>
                </a:cubicBezTo>
                <a:lnTo>
                  <a:pt x="29406" y="21905"/>
                </a:lnTo>
                <a:cubicBezTo>
                  <a:pt x="31008" y="26798"/>
                  <a:pt x="31401" y="30614"/>
                  <a:pt x="30775" y="33396"/>
                </a:cubicBezTo>
                <a:cubicBezTo>
                  <a:pt x="30090" y="36236"/>
                  <a:pt x="28269" y="38523"/>
                  <a:pt x="25196" y="40227"/>
                </a:cubicBezTo>
                <a:cubicBezTo>
                  <a:pt x="21730" y="42208"/>
                  <a:pt x="18205" y="42382"/>
                  <a:pt x="14623" y="40795"/>
                </a:cubicBezTo>
                <a:cubicBezTo>
                  <a:pt x="11040" y="39193"/>
                  <a:pt x="7850" y="36018"/>
                  <a:pt x="5112" y="31241"/>
                </a:cubicBezTo>
                <a:cubicBezTo>
                  <a:pt x="3976" y="29245"/>
                  <a:pt x="3015" y="27017"/>
                  <a:pt x="2156" y="24628"/>
                </a:cubicBezTo>
                <a:cubicBezTo>
                  <a:pt x="1311" y="22240"/>
                  <a:pt x="568" y="19633"/>
                  <a:pt x="0" y="16778"/>
                </a:cubicBezTo>
                <a:lnTo>
                  <a:pt x="6306" y="13137"/>
                </a:lnTo>
                <a:cubicBezTo>
                  <a:pt x="6423" y="16094"/>
                  <a:pt x="6831" y="18832"/>
                  <a:pt x="7501" y="21395"/>
                </a:cubicBezTo>
                <a:cubicBezTo>
                  <a:pt x="8185" y="23900"/>
                  <a:pt x="9103" y="26289"/>
                  <a:pt x="10355" y="28444"/>
                </a:cubicBezTo>
                <a:cubicBezTo>
                  <a:pt x="12001" y="31284"/>
                  <a:pt x="13763" y="33221"/>
                  <a:pt x="15642" y="34255"/>
                </a:cubicBezTo>
                <a:cubicBezTo>
                  <a:pt x="17521" y="35217"/>
                  <a:pt x="19342" y="35217"/>
                  <a:pt x="21162" y="34197"/>
                </a:cubicBezTo>
                <a:cubicBezTo>
                  <a:pt x="22808" y="33221"/>
                  <a:pt x="23784" y="31969"/>
                  <a:pt x="24002" y="30323"/>
                </a:cubicBezTo>
                <a:cubicBezTo>
                  <a:pt x="24293" y="28677"/>
                  <a:pt x="23725" y="25721"/>
                  <a:pt x="22415" y="21453"/>
                </a:cubicBezTo>
                <a:lnTo>
                  <a:pt x="21672" y="19065"/>
                </a:lnTo>
                <a:cubicBezTo>
                  <a:pt x="20303" y="14797"/>
                  <a:pt x="19968" y="11317"/>
                  <a:pt x="20652" y="8710"/>
                </a:cubicBezTo>
                <a:cubicBezTo>
                  <a:pt x="21337" y="6088"/>
                  <a:pt x="23157" y="3918"/>
                  <a:pt x="26056" y="2272"/>
                </a:cubicBezTo>
                <a:cubicBezTo>
                  <a:pt x="29580" y="277"/>
                  <a:pt x="32988" y="0"/>
                  <a:pt x="36294" y="1369"/>
                </a:cubicBezTo>
                <a:cubicBezTo>
                  <a:pt x="39644" y="2782"/>
                  <a:pt x="42615" y="5797"/>
                  <a:pt x="45222" y="10355"/>
                </a:cubicBezTo>
                <a:cubicBezTo>
                  <a:pt x="46533" y="12627"/>
                  <a:pt x="47553" y="14841"/>
                  <a:pt x="48354" y="17069"/>
                </a:cubicBezTo>
                <a:cubicBezTo>
                  <a:pt x="49213" y="19225"/>
                  <a:pt x="49723" y="21395"/>
                  <a:pt x="50000" y="23434"/>
                </a:cubicBezTo>
                <a:close/>
                <a:moveTo>
                  <a:pt x="50000" y="234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6ECC2-7B0D-44CB-9E47-E6C79B36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89" y="1822395"/>
            <a:ext cx="46475" cy="47160"/>
          </a:xfrm>
          <a:custGeom xmlns:a="http://schemas.openxmlformats.org/drawingml/2006/main">
            <a:pathLst>
              <a:path w="46475" h="47160">
                <a:moveTo>
                  <a:pt x="34255" y="38173"/>
                </a:moveTo>
                <a:lnTo>
                  <a:pt x="31241" y="39877"/>
                </a:lnTo>
                <a:lnTo>
                  <a:pt x="15132" y="11608"/>
                </a:lnTo>
                <a:cubicBezTo>
                  <a:pt x="11040" y="14331"/>
                  <a:pt x="8593" y="17404"/>
                  <a:pt x="7632" y="20944"/>
                </a:cubicBezTo>
                <a:cubicBezTo>
                  <a:pt x="6714" y="24526"/>
                  <a:pt x="7457" y="28328"/>
                  <a:pt x="9787" y="32377"/>
                </a:cubicBezTo>
                <a:cubicBezTo>
                  <a:pt x="11098" y="34765"/>
                  <a:pt x="12686" y="36862"/>
                  <a:pt x="14506" y="38741"/>
                </a:cubicBezTo>
                <a:cubicBezTo>
                  <a:pt x="16385" y="40620"/>
                  <a:pt x="18497" y="42324"/>
                  <a:pt x="20885" y="43868"/>
                </a:cubicBezTo>
                <a:lnTo>
                  <a:pt x="15074" y="47160"/>
                </a:lnTo>
                <a:cubicBezTo>
                  <a:pt x="12919" y="45514"/>
                  <a:pt x="10923" y="43635"/>
                  <a:pt x="9103" y="41596"/>
                </a:cubicBezTo>
                <a:cubicBezTo>
                  <a:pt x="7282" y="39542"/>
                  <a:pt x="5695" y="37372"/>
                  <a:pt x="4326" y="34984"/>
                </a:cubicBezTo>
                <a:cubicBezTo>
                  <a:pt x="976" y="29012"/>
                  <a:pt x="0" y="23332"/>
                  <a:pt x="1486" y="17871"/>
                </a:cubicBezTo>
                <a:cubicBezTo>
                  <a:pt x="2957" y="12409"/>
                  <a:pt x="6656" y="7967"/>
                  <a:pt x="12569" y="4602"/>
                </a:cubicBezTo>
                <a:cubicBezTo>
                  <a:pt x="18715" y="1136"/>
                  <a:pt x="24468" y="0"/>
                  <a:pt x="29988" y="1253"/>
                </a:cubicBezTo>
                <a:cubicBezTo>
                  <a:pt x="35450" y="2505"/>
                  <a:pt x="39775" y="5971"/>
                  <a:pt x="42950" y="11550"/>
                </a:cubicBezTo>
                <a:cubicBezTo>
                  <a:pt x="45863" y="16560"/>
                  <a:pt x="46475" y="21512"/>
                  <a:pt x="44887" y="26230"/>
                </a:cubicBezTo>
                <a:cubicBezTo>
                  <a:pt x="43358" y="31008"/>
                  <a:pt x="39775" y="34984"/>
                  <a:pt x="34255" y="38173"/>
                </a:cubicBezTo>
                <a:close/>
                <a:moveTo>
                  <a:pt x="32537" y="31008"/>
                </a:moveTo>
                <a:cubicBezTo>
                  <a:pt x="35843" y="29012"/>
                  <a:pt x="37998" y="26565"/>
                  <a:pt x="38974" y="23609"/>
                </a:cubicBezTo>
                <a:cubicBezTo>
                  <a:pt x="39936" y="20594"/>
                  <a:pt x="39542" y="17637"/>
                  <a:pt x="37838" y="14564"/>
                </a:cubicBezTo>
                <a:cubicBezTo>
                  <a:pt x="35843" y="11156"/>
                  <a:pt x="33338" y="8986"/>
                  <a:pt x="30207" y="8025"/>
                </a:cubicBezTo>
                <a:cubicBezTo>
                  <a:pt x="27075" y="7049"/>
                  <a:pt x="23725" y="7457"/>
                  <a:pt x="20026" y="9103"/>
                </a:cubicBezTo>
                <a:lnTo>
                  <a:pt x="32537" y="31008"/>
                </a:lnTo>
                <a:close/>
                <a:moveTo>
                  <a:pt x="32537" y="3100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FF3B2-9648-4F6D-9C9C-FA320100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398" y="1854029"/>
            <a:ext cx="62816" cy="44145"/>
          </a:xfrm>
          <a:custGeom xmlns:a="http://schemas.openxmlformats.org/drawingml/2006/main">
            <a:pathLst>
              <a:path w="62816" h="44145">
                <a:moveTo>
                  <a:pt x="48077" y="9904"/>
                </a:moveTo>
                <a:lnTo>
                  <a:pt x="29362" y="20536"/>
                </a:lnTo>
                <a:lnTo>
                  <a:pt x="34197" y="29012"/>
                </a:lnTo>
                <a:cubicBezTo>
                  <a:pt x="36018" y="32202"/>
                  <a:pt x="38173" y="34139"/>
                  <a:pt x="40795" y="34925"/>
                </a:cubicBezTo>
                <a:cubicBezTo>
                  <a:pt x="43416" y="35726"/>
                  <a:pt x="46198" y="35275"/>
                  <a:pt x="49213" y="33513"/>
                </a:cubicBezTo>
                <a:cubicBezTo>
                  <a:pt x="52170" y="31852"/>
                  <a:pt x="53990" y="29639"/>
                  <a:pt x="54616" y="27017"/>
                </a:cubicBezTo>
                <a:cubicBezTo>
                  <a:pt x="55301" y="24410"/>
                  <a:pt x="54733" y="21497"/>
                  <a:pt x="52912" y="18380"/>
                </a:cubicBezTo>
                <a:lnTo>
                  <a:pt x="48077" y="9904"/>
                </a:lnTo>
                <a:close/>
                <a:moveTo>
                  <a:pt x="49781" y="0"/>
                </a:moveTo>
                <a:lnTo>
                  <a:pt x="58491" y="15191"/>
                </a:lnTo>
                <a:cubicBezTo>
                  <a:pt x="61680" y="20827"/>
                  <a:pt x="62816" y="25721"/>
                  <a:pt x="61899" y="30032"/>
                </a:cubicBezTo>
                <a:cubicBezTo>
                  <a:pt x="60996" y="34357"/>
                  <a:pt x="58097" y="37897"/>
                  <a:pt x="53262" y="40620"/>
                </a:cubicBezTo>
                <a:cubicBezTo>
                  <a:pt x="48310" y="43460"/>
                  <a:pt x="43810" y="44145"/>
                  <a:pt x="39659" y="42732"/>
                </a:cubicBezTo>
                <a:cubicBezTo>
                  <a:pt x="35508" y="41305"/>
                  <a:pt x="31867" y="37780"/>
                  <a:pt x="28677" y="32202"/>
                </a:cubicBezTo>
                <a:lnTo>
                  <a:pt x="23842" y="23725"/>
                </a:lnTo>
                <a:lnTo>
                  <a:pt x="3816" y="35100"/>
                </a:lnTo>
                <a:lnTo>
                  <a:pt x="0" y="28386"/>
                </a:lnTo>
                <a:lnTo>
                  <a:pt x="49781" y="0"/>
                </a:lnTo>
                <a:close/>
                <a:moveTo>
                  <a:pt x="497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22C6F-71D0-42BD-9830-FC856780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30" y="1893732"/>
            <a:ext cx="55418" cy="35741"/>
          </a:xfrm>
          <a:custGeom xmlns:a="http://schemas.openxmlformats.org/drawingml/2006/main">
            <a:pathLst>
              <a:path w="55418" h="35741">
                <a:moveTo>
                  <a:pt x="51878" y="0"/>
                </a:moveTo>
                <a:lnTo>
                  <a:pt x="55418" y="6146"/>
                </a:lnTo>
                <a:lnTo>
                  <a:pt x="3466" y="35741"/>
                </a:lnTo>
                <a:lnTo>
                  <a:pt x="0" y="29653"/>
                </a:lnTo>
                <a:lnTo>
                  <a:pt x="51878" y="0"/>
                </a:lnTo>
                <a:close/>
                <a:moveTo>
                  <a:pt x="5187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45307-14BB-4B11-A4D9-44EA238D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727" y="1920428"/>
            <a:ext cx="51660" cy="52563"/>
          </a:xfrm>
          <a:custGeom xmlns:a="http://schemas.openxmlformats.org/drawingml/2006/main">
            <a:pathLst>
              <a:path w="51660" h="52563">
                <a:moveTo>
                  <a:pt x="11200" y="12846"/>
                </a:moveTo>
                <a:lnTo>
                  <a:pt x="33789" y="0"/>
                </a:lnTo>
                <a:lnTo>
                  <a:pt x="37314" y="6132"/>
                </a:lnTo>
                <a:lnTo>
                  <a:pt x="14899" y="18875"/>
                </a:lnTo>
                <a:cubicBezTo>
                  <a:pt x="11375" y="20871"/>
                  <a:pt x="9103" y="23085"/>
                  <a:pt x="8127" y="25488"/>
                </a:cubicBezTo>
                <a:cubicBezTo>
                  <a:pt x="7166" y="27876"/>
                  <a:pt x="7442" y="30425"/>
                  <a:pt x="9044" y="33221"/>
                </a:cubicBezTo>
                <a:cubicBezTo>
                  <a:pt x="10923" y="36513"/>
                  <a:pt x="13487" y="38508"/>
                  <a:pt x="16662" y="39251"/>
                </a:cubicBezTo>
                <a:cubicBezTo>
                  <a:pt x="19851" y="39994"/>
                  <a:pt x="23318" y="39309"/>
                  <a:pt x="26959" y="37197"/>
                </a:cubicBezTo>
                <a:lnTo>
                  <a:pt x="48121" y="25138"/>
                </a:lnTo>
                <a:lnTo>
                  <a:pt x="51660" y="31284"/>
                </a:lnTo>
                <a:lnTo>
                  <a:pt x="14273" y="52563"/>
                </a:lnTo>
                <a:lnTo>
                  <a:pt x="10749" y="46417"/>
                </a:lnTo>
                <a:lnTo>
                  <a:pt x="16501" y="43169"/>
                </a:lnTo>
                <a:cubicBezTo>
                  <a:pt x="13428" y="42950"/>
                  <a:pt x="10749" y="42208"/>
                  <a:pt x="8535" y="40839"/>
                </a:cubicBezTo>
                <a:cubicBezTo>
                  <a:pt x="6248" y="39528"/>
                  <a:pt x="4428" y="37547"/>
                  <a:pt x="2957" y="34925"/>
                </a:cubicBezTo>
                <a:cubicBezTo>
                  <a:pt x="510" y="30658"/>
                  <a:pt x="0" y="26624"/>
                  <a:pt x="1369" y="22866"/>
                </a:cubicBezTo>
                <a:cubicBezTo>
                  <a:pt x="2782" y="19167"/>
                  <a:pt x="6030" y="15802"/>
                  <a:pt x="11200" y="12846"/>
                </a:cubicBezTo>
                <a:close/>
                <a:moveTo>
                  <a:pt x="11200" y="128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C866D-CA26-4B10-885B-799CA54E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024" y="1967530"/>
            <a:ext cx="66050" cy="51092"/>
          </a:xfrm>
          <a:custGeom xmlns:a="http://schemas.openxmlformats.org/drawingml/2006/main">
            <a:pathLst>
              <a:path w="66050" h="51092">
                <a:moveTo>
                  <a:pt x="44319" y="31794"/>
                </a:moveTo>
                <a:cubicBezTo>
                  <a:pt x="48747" y="29304"/>
                  <a:pt x="51718" y="26391"/>
                  <a:pt x="53073" y="23157"/>
                </a:cubicBezTo>
                <a:cubicBezTo>
                  <a:pt x="54500" y="19968"/>
                  <a:pt x="54267" y="16662"/>
                  <a:pt x="52344" y="13370"/>
                </a:cubicBezTo>
                <a:cubicBezTo>
                  <a:pt x="50466" y="10064"/>
                  <a:pt x="47786" y="8185"/>
                  <a:pt x="44319" y="7734"/>
                </a:cubicBezTo>
                <a:cubicBezTo>
                  <a:pt x="40795" y="7340"/>
                  <a:pt x="36862" y="8360"/>
                  <a:pt x="32420" y="10865"/>
                </a:cubicBezTo>
                <a:cubicBezTo>
                  <a:pt x="27993" y="13428"/>
                  <a:pt x="25036" y="16268"/>
                  <a:pt x="23667" y="19516"/>
                </a:cubicBezTo>
                <a:cubicBezTo>
                  <a:pt x="22240" y="22750"/>
                  <a:pt x="22473" y="25997"/>
                  <a:pt x="24352" y="29304"/>
                </a:cubicBezTo>
                <a:cubicBezTo>
                  <a:pt x="26230" y="32595"/>
                  <a:pt x="28954" y="34474"/>
                  <a:pt x="32420" y="34925"/>
                </a:cubicBezTo>
                <a:cubicBezTo>
                  <a:pt x="35959" y="35391"/>
                  <a:pt x="39877" y="34299"/>
                  <a:pt x="44319" y="31794"/>
                </a:cubicBezTo>
                <a:close/>
                <a:moveTo>
                  <a:pt x="33338" y="46198"/>
                </a:moveTo>
                <a:cubicBezTo>
                  <a:pt x="26959" y="49839"/>
                  <a:pt x="21439" y="51092"/>
                  <a:pt x="16720" y="50058"/>
                </a:cubicBezTo>
                <a:cubicBezTo>
                  <a:pt x="12001" y="48980"/>
                  <a:pt x="8025" y="45572"/>
                  <a:pt x="4661" y="39703"/>
                </a:cubicBezTo>
                <a:cubicBezTo>
                  <a:pt x="3466" y="37547"/>
                  <a:pt x="2447" y="35435"/>
                  <a:pt x="1646" y="33338"/>
                </a:cubicBezTo>
                <a:cubicBezTo>
                  <a:pt x="903" y="31226"/>
                  <a:pt x="335" y="29129"/>
                  <a:pt x="0" y="26915"/>
                </a:cubicBezTo>
                <a:lnTo>
                  <a:pt x="5971" y="23551"/>
                </a:lnTo>
                <a:cubicBezTo>
                  <a:pt x="6030" y="25881"/>
                  <a:pt x="6306" y="28109"/>
                  <a:pt x="6831" y="30090"/>
                </a:cubicBezTo>
                <a:cubicBezTo>
                  <a:pt x="7399" y="32144"/>
                  <a:pt x="8127" y="34022"/>
                  <a:pt x="9219" y="35901"/>
                </a:cubicBezTo>
                <a:cubicBezTo>
                  <a:pt x="11491" y="39877"/>
                  <a:pt x="14273" y="42324"/>
                  <a:pt x="17521" y="43125"/>
                </a:cubicBezTo>
                <a:cubicBezTo>
                  <a:pt x="20769" y="43926"/>
                  <a:pt x="24468" y="43125"/>
                  <a:pt x="28721" y="40678"/>
                </a:cubicBezTo>
                <a:lnTo>
                  <a:pt x="31750" y="38974"/>
                </a:lnTo>
                <a:cubicBezTo>
                  <a:pt x="28837" y="38974"/>
                  <a:pt x="26274" y="38290"/>
                  <a:pt x="24060" y="36921"/>
                </a:cubicBezTo>
                <a:cubicBezTo>
                  <a:pt x="21847" y="35552"/>
                  <a:pt x="19968" y="33513"/>
                  <a:pt x="18380" y="30716"/>
                </a:cubicBezTo>
                <a:cubicBezTo>
                  <a:pt x="15759" y="26172"/>
                  <a:pt x="15409" y="21453"/>
                  <a:pt x="17288" y="16662"/>
                </a:cubicBezTo>
                <a:cubicBezTo>
                  <a:pt x="19167" y="11885"/>
                  <a:pt x="23041" y="7850"/>
                  <a:pt x="28779" y="4544"/>
                </a:cubicBezTo>
                <a:cubicBezTo>
                  <a:pt x="34590" y="1253"/>
                  <a:pt x="39994" y="0"/>
                  <a:pt x="45062" y="859"/>
                </a:cubicBezTo>
                <a:cubicBezTo>
                  <a:pt x="50174" y="1646"/>
                  <a:pt x="54048" y="4326"/>
                  <a:pt x="56655" y="8928"/>
                </a:cubicBezTo>
                <a:cubicBezTo>
                  <a:pt x="58199" y="11666"/>
                  <a:pt x="59000" y="14331"/>
                  <a:pt x="59044" y="16953"/>
                </a:cubicBezTo>
                <a:cubicBezTo>
                  <a:pt x="59102" y="19575"/>
                  <a:pt x="58374" y="22123"/>
                  <a:pt x="56889" y="24628"/>
                </a:cubicBezTo>
                <a:lnTo>
                  <a:pt x="62583" y="21395"/>
                </a:lnTo>
                <a:lnTo>
                  <a:pt x="66050" y="27541"/>
                </a:lnTo>
                <a:lnTo>
                  <a:pt x="33338" y="46198"/>
                </a:lnTo>
                <a:close/>
                <a:moveTo>
                  <a:pt x="33338" y="461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957E0-5BC6-4823-9371-62F0E96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925" y="1999440"/>
            <a:ext cx="55403" cy="35726"/>
          </a:xfrm>
          <a:custGeom xmlns:a="http://schemas.openxmlformats.org/drawingml/2006/main">
            <a:pathLst>
              <a:path w="55403" h="35726">
                <a:moveTo>
                  <a:pt x="37372" y="8316"/>
                </a:moveTo>
                <a:lnTo>
                  <a:pt x="40839" y="14404"/>
                </a:lnTo>
                <a:lnTo>
                  <a:pt x="3525" y="35726"/>
                </a:lnTo>
                <a:lnTo>
                  <a:pt x="0" y="29595"/>
                </a:lnTo>
                <a:lnTo>
                  <a:pt x="37372" y="8316"/>
                </a:lnTo>
                <a:close/>
                <a:moveTo>
                  <a:pt x="51937" y="0"/>
                </a:moveTo>
                <a:lnTo>
                  <a:pt x="55403" y="6146"/>
                </a:lnTo>
                <a:lnTo>
                  <a:pt x="47611" y="10588"/>
                </a:lnTo>
                <a:lnTo>
                  <a:pt x="44145" y="4442"/>
                </a:lnTo>
                <a:lnTo>
                  <a:pt x="51937" y="0"/>
                </a:lnTo>
                <a:close/>
                <a:moveTo>
                  <a:pt x="5193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C3F43-6A20-46FC-8C06-8534E74A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15" y="2026472"/>
            <a:ext cx="51602" cy="52621"/>
          </a:xfrm>
          <a:custGeom xmlns:a="http://schemas.openxmlformats.org/drawingml/2006/main">
            <a:pathLst>
              <a:path w="51602" h="52621">
                <a:moveTo>
                  <a:pt x="40387" y="39761"/>
                </a:moveTo>
                <a:lnTo>
                  <a:pt x="17812" y="52621"/>
                </a:lnTo>
                <a:lnTo>
                  <a:pt x="14331" y="46475"/>
                </a:lnTo>
                <a:lnTo>
                  <a:pt x="36702" y="33731"/>
                </a:lnTo>
                <a:cubicBezTo>
                  <a:pt x="40227" y="31692"/>
                  <a:pt x="42499" y="29522"/>
                  <a:pt x="43460" y="27133"/>
                </a:cubicBezTo>
                <a:cubicBezTo>
                  <a:pt x="44436" y="24745"/>
                  <a:pt x="44086" y="22182"/>
                  <a:pt x="42557" y="19458"/>
                </a:cubicBezTo>
                <a:cubicBezTo>
                  <a:pt x="40678" y="16094"/>
                  <a:pt x="38115" y="14113"/>
                  <a:pt x="34882" y="13370"/>
                </a:cubicBezTo>
                <a:cubicBezTo>
                  <a:pt x="31692" y="12686"/>
                  <a:pt x="28269" y="13370"/>
                  <a:pt x="24628" y="15409"/>
                </a:cubicBezTo>
                <a:lnTo>
                  <a:pt x="3525" y="27468"/>
                </a:lnTo>
                <a:lnTo>
                  <a:pt x="0" y="21279"/>
                </a:lnTo>
                <a:lnTo>
                  <a:pt x="37372" y="0"/>
                </a:lnTo>
                <a:lnTo>
                  <a:pt x="40911" y="6204"/>
                </a:lnTo>
                <a:lnTo>
                  <a:pt x="35042" y="9496"/>
                </a:lnTo>
                <a:cubicBezTo>
                  <a:pt x="38173" y="9671"/>
                  <a:pt x="40853" y="10472"/>
                  <a:pt x="43067" y="11826"/>
                </a:cubicBezTo>
                <a:cubicBezTo>
                  <a:pt x="45281" y="13137"/>
                  <a:pt x="47160" y="15132"/>
                  <a:pt x="48645" y="17754"/>
                </a:cubicBezTo>
                <a:cubicBezTo>
                  <a:pt x="51092" y="22065"/>
                  <a:pt x="51602" y="26056"/>
                  <a:pt x="50233" y="29755"/>
                </a:cubicBezTo>
                <a:cubicBezTo>
                  <a:pt x="48820" y="33454"/>
                  <a:pt x="45572" y="36804"/>
                  <a:pt x="40387" y="39761"/>
                </a:cubicBezTo>
                <a:close/>
                <a:moveTo>
                  <a:pt x="40387" y="397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74F6E-BE51-48B8-85EF-939F810E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805" y="644165"/>
            <a:ext cx="62874" cy="43912"/>
          </a:xfrm>
          <a:custGeom xmlns:a="http://schemas.openxmlformats.org/drawingml/2006/main">
            <a:pathLst>
              <a:path w="62874" h="43912">
                <a:moveTo>
                  <a:pt x="48703" y="9831"/>
                </a:moveTo>
                <a:lnTo>
                  <a:pt x="29653" y="19851"/>
                </a:lnTo>
                <a:lnTo>
                  <a:pt x="34197" y="28503"/>
                </a:lnTo>
                <a:cubicBezTo>
                  <a:pt x="35901" y="31678"/>
                  <a:pt x="38013" y="33731"/>
                  <a:pt x="40576" y="34590"/>
                </a:cubicBezTo>
                <a:cubicBezTo>
                  <a:pt x="43125" y="35493"/>
                  <a:pt x="45980" y="35100"/>
                  <a:pt x="49053" y="33498"/>
                </a:cubicBezTo>
                <a:cubicBezTo>
                  <a:pt x="52068" y="31911"/>
                  <a:pt x="53947" y="29799"/>
                  <a:pt x="54675" y="27192"/>
                </a:cubicBezTo>
                <a:cubicBezTo>
                  <a:pt x="55418" y="24570"/>
                  <a:pt x="54966" y="21672"/>
                  <a:pt x="53262" y="18482"/>
                </a:cubicBezTo>
                <a:lnTo>
                  <a:pt x="48703" y="9831"/>
                </a:lnTo>
                <a:close/>
                <a:moveTo>
                  <a:pt x="50757" y="0"/>
                </a:moveTo>
                <a:lnTo>
                  <a:pt x="58884" y="15526"/>
                </a:lnTo>
                <a:cubicBezTo>
                  <a:pt x="61899" y="21220"/>
                  <a:pt x="62874" y="26158"/>
                  <a:pt x="61840" y="30425"/>
                </a:cubicBezTo>
                <a:cubicBezTo>
                  <a:pt x="60763" y="34692"/>
                  <a:pt x="57806" y="38115"/>
                  <a:pt x="52854" y="40722"/>
                </a:cubicBezTo>
                <a:cubicBezTo>
                  <a:pt x="47800" y="43402"/>
                  <a:pt x="43242" y="43912"/>
                  <a:pt x="39207" y="42324"/>
                </a:cubicBezTo>
                <a:cubicBezTo>
                  <a:pt x="35115" y="40780"/>
                  <a:pt x="31517" y="37139"/>
                  <a:pt x="28561" y="31459"/>
                </a:cubicBezTo>
                <a:lnTo>
                  <a:pt x="24017" y="22808"/>
                </a:lnTo>
                <a:lnTo>
                  <a:pt x="3641" y="33556"/>
                </a:lnTo>
                <a:lnTo>
                  <a:pt x="0" y="26682"/>
                </a:lnTo>
                <a:lnTo>
                  <a:pt x="50757" y="0"/>
                </a:lnTo>
                <a:close/>
                <a:moveTo>
                  <a:pt x="5075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01DC1-1953-45E9-8B2A-6B3D39B6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593" y="684494"/>
            <a:ext cx="56219" cy="59743"/>
          </a:xfrm>
          <a:custGeom xmlns:a="http://schemas.openxmlformats.org/drawingml/2006/main">
            <a:pathLst>
              <a:path w="56219" h="59743">
                <a:moveTo>
                  <a:pt x="39775" y="47626"/>
                </a:moveTo>
                <a:lnTo>
                  <a:pt x="16793" y="59743"/>
                </a:lnTo>
                <a:lnTo>
                  <a:pt x="13487" y="53480"/>
                </a:lnTo>
                <a:lnTo>
                  <a:pt x="36309" y="41479"/>
                </a:lnTo>
                <a:cubicBezTo>
                  <a:pt x="39892" y="39601"/>
                  <a:pt x="42222" y="37489"/>
                  <a:pt x="43242" y="35100"/>
                </a:cubicBezTo>
                <a:cubicBezTo>
                  <a:pt x="44319" y="32770"/>
                  <a:pt x="44101" y="30207"/>
                  <a:pt x="42615" y="27425"/>
                </a:cubicBezTo>
                <a:cubicBezTo>
                  <a:pt x="40853" y="24017"/>
                  <a:pt x="38348" y="21905"/>
                  <a:pt x="35173" y="21104"/>
                </a:cubicBezTo>
                <a:cubicBezTo>
                  <a:pt x="32042" y="20259"/>
                  <a:pt x="28561" y="20827"/>
                  <a:pt x="24876" y="22822"/>
                </a:cubicBezTo>
                <a:lnTo>
                  <a:pt x="3306" y="34139"/>
                </a:lnTo>
                <a:lnTo>
                  <a:pt x="0" y="27818"/>
                </a:lnTo>
                <a:lnTo>
                  <a:pt x="52912" y="0"/>
                </a:lnTo>
                <a:lnTo>
                  <a:pt x="56219" y="6321"/>
                </a:lnTo>
                <a:lnTo>
                  <a:pt x="35508" y="17186"/>
                </a:lnTo>
                <a:cubicBezTo>
                  <a:pt x="38581" y="17521"/>
                  <a:pt x="41203" y="18380"/>
                  <a:pt x="43416" y="19808"/>
                </a:cubicBezTo>
                <a:cubicBezTo>
                  <a:pt x="45572" y="21220"/>
                  <a:pt x="47393" y="23274"/>
                  <a:pt x="48762" y="25939"/>
                </a:cubicBezTo>
                <a:cubicBezTo>
                  <a:pt x="51092" y="30323"/>
                  <a:pt x="51500" y="34314"/>
                  <a:pt x="49956" y="38013"/>
                </a:cubicBezTo>
                <a:cubicBezTo>
                  <a:pt x="48427" y="41654"/>
                  <a:pt x="45004" y="44887"/>
                  <a:pt x="39775" y="47626"/>
                </a:cubicBezTo>
                <a:close/>
                <a:moveTo>
                  <a:pt x="39775" y="476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25498-29E6-4B8D-BB40-EFC62F4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334" y="739678"/>
            <a:ext cx="46664" cy="43518"/>
          </a:xfrm>
          <a:custGeom xmlns:a="http://schemas.openxmlformats.org/drawingml/2006/main">
            <a:pathLst>
              <a:path w="46664" h="43518">
                <a:moveTo>
                  <a:pt x="38071" y="14055"/>
                </a:moveTo>
                <a:cubicBezTo>
                  <a:pt x="36309" y="10705"/>
                  <a:pt x="33571" y="8710"/>
                  <a:pt x="29930" y="8141"/>
                </a:cubicBezTo>
                <a:cubicBezTo>
                  <a:pt x="26289" y="7573"/>
                  <a:pt x="22196" y="8476"/>
                  <a:pt x="17637" y="10865"/>
                </a:cubicBezTo>
                <a:cubicBezTo>
                  <a:pt x="13093" y="13254"/>
                  <a:pt x="10020" y="16108"/>
                  <a:pt x="8433" y="19458"/>
                </a:cubicBezTo>
                <a:cubicBezTo>
                  <a:pt x="6831" y="22764"/>
                  <a:pt x="6889" y="26114"/>
                  <a:pt x="8651" y="29478"/>
                </a:cubicBezTo>
                <a:cubicBezTo>
                  <a:pt x="10414" y="32828"/>
                  <a:pt x="13152" y="34765"/>
                  <a:pt x="16793" y="35333"/>
                </a:cubicBezTo>
                <a:cubicBezTo>
                  <a:pt x="20434" y="35901"/>
                  <a:pt x="24526" y="34998"/>
                  <a:pt x="29085" y="32595"/>
                </a:cubicBezTo>
                <a:cubicBezTo>
                  <a:pt x="33571" y="30207"/>
                  <a:pt x="36644" y="27366"/>
                  <a:pt x="38232" y="24075"/>
                </a:cubicBezTo>
                <a:cubicBezTo>
                  <a:pt x="39892" y="20711"/>
                  <a:pt x="39775" y="17361"/>
                  <a:pt x="38071" y="14055"/>
                </a:cubicBezTo>
                <a:close/>
                <a:moveTo>
                  <a:pt x="43358" y="11273"/>
                </a:moveTo>
                <a:cubicBezTo>
                  <a:pt x="46198" y="16676"/>
                  <a:pt x="46664" y="21905"/>
                  <a:pt x="44786" y="26857"/>
                </a:cubicBezTo>
                <a:cubicBezTo>
                  <a:pt x="42848" y="31809"/>
                  <a:pt x="38800" y="35959"/>
                  <a:pt x="32551" y="39266"/>
                </a:cubicBezTo>
                <a:cubicBezTo>
                  <a:pt x="26289" y="42499"/>
                  <a:pt x="20594" y="43518"/>
                  <a:pt x="15424" y="42280"/>
                </a:cubicBezTo>
                <a:cubicBezTo>
                  <a:pt x="10253" y="41028"/>
                  <a:pt x="6204" y="37722"/>
                  <a:pt x="3364" y="32260"/>
                </a:cubicBezTo>
                <a:cubicBezTo>
                  <a:pt x="524" y="26798"/>
                  <a:pt x="0" y="21628"/>
                  <a:pt x="1937" y="16618"/>
                </a:cubicBezTo>
                <a:cubicBezTo>
                  <a:pt x="3874" y="11666"/>
                  <a:pt x="7967" y="7573"/>
                  <a:pt x="14171" y="4267"/>
                </a:cubicBezTo>
                <a:cubicBezTo>
                  <a:pt x="20434" y="1034"/>
                  <a:pt x="26114" y="0"/>
                  <a:pt x="31299" y="1194"/>
                </a:cubicBezTo>
                <a:cubicBezTo>
                  <a:pt x="36469" y="2447"/>
                  <a:pt x="40460" y="5811"/>
                  <a:pt x="43358" y="11273"/>
                </a:cubicBezTo>
                <a:close/>
                <a:moveTo>
                  <a:pt x="43358" y="112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B9987-1998-4906-9182-1A5BC1EF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588" y="773482"/>
            <a:ext cx="48864" cy="44887"/>
          </a:xfrm>
          <a:custGeom xmlns:a="http://schemas.openxmlformats.org/drawingml/2006/main">
            <a:pathLst>
              <a:path w="48864" h="44887">
                <a:moveTo>
                  <a:pt x="48864" y="6248"/>
                </a:moveTo>
                <a:lnTo>
                  <a:pt x="38057" y="11943"/>
                </a:lnTo>
                <a:lnTo>
                  <a:pt x="44829" y="24861"/>
                </a:lnTo>
                <a:lnTo>
                  <a:pt x="39994" y="27410"/>
                </a:lnTo>
                <a:lnTo>
                  <a:pt x="33221" y="14506"/>
                </a:lnTo>
                <a:lnTo>
                  <a:pt x="12511" y="25371"/>
                </a:lnTo>
                <a:cubicBezTo>
                  <a:pt x="9438" y="27017"/>
                  <a:pt x="7675" y="28503"/>
                  <a:pt x="7224" y="29799"/>
                </a:cubicBezTo>
                <a:cubicBezTo>
                  <a:pt x="6772" y="31110"/>
                  <a:pt x="7224" y="33105"/>
                  <a:pt x="8651" y="35668"/>
                </a:cubicBezTo>
                <a:lnTo>
                  <a:pt x="12001" y="42091"/>
                </a:lnTo>
                <a:lnTo>
                  <a:pt x="6772" y="44887"/>
                </a:lnTo>
                <a:lnTo>
                  <a:pt x="3408" y="38450"/>
                </a:lnTo>
                <a:cubicBezTo>
                  <a:pt x="845" y="33615"/>
                  <a:pt x="0" y="29799"/>
                  <a:pt x="845" y="27017"/>
                </a:cubicBezTo>
                <a:cubicBezTo>
                  <a:pt x="1646" y="24235"/>
                  <a:pt x="4486" y="21614"/>
                  <a:pt x="9219" y="19108"/>
                </a:cubicBezTo>
                <a:lnTo>
                  <a:pt x="29915" y="8243"/>
                </a:lnTo>
                <a:lnTo>
                  <a:pt x="27468" y="3641"/>
                </a:lnTo>
                <a:lnTo>
                  <a:pt x="32362" y="1078"/>
                </a:lnTo>
                <a:lnTo>
                  <a:pt x="34751" y="5680"/>
                </a:lnTo>
                <a:lnTo>
                  <a:pt x="45572" y="0"/>
                </a:lnTo>
                <a:lnTo>
                  <a:pt x="48864" y="6248"/>
                </a:lnTo>
                <a:close/>
                <a:moveTo>
                  <a:pt x="48864" y="62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C25D1-985E-4D7A-BEFB-245225CD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94" y="809544"/>
            <a:ext cx="46650" cy="43518"/>
          </a:xfrm>
          <a:custGeom xmlns:a="http://schemas.openxmlformats.org/drawingml/2006/main">
            <a:pathLst>
              <a:path w="46650" h="43518">
                <a:moveTo>
                  <a:pt x="37998" y="14055"/>
                </a:moveTo>
                <a:cubicBezTo>
                  <a:pt x="36236" y="10690"/>
                  <a:pt x="33571" y="8768"/>
                  <a:pt x="29930" y="8200"/>
                </a:cubicBezTo>
                <a:cubicBezTo>
                  <a:pt x="26289" y="7632"/>
                  <a:pt x="22182" y="8535"/>
                  <a:pt x="17637" y="10923"/>
                </a:cubicBezTo>
                <a:cubicBezTo>
                  <a:pt x="13079" y="13312"/>
                  <a:pt x="10006" y="16152"/>
                  <a:pt x="8360" y="19458"/>
                </a:cubicBezTo>
                <a:cubicBezTo>
                  <a:pt x="6772" y="22764"/>
                  <a:pt x="6889" y="26114"/>
                  <a:pt x="8651" y="29522"/>
                </a:cubicBezTo>
                <a:cubicBezTo>
                  <a:pt x="10414" y="32828"/>
                  <a:pt x="13079" y="34765"/>
                  <a:pt x="16720" y="35333"/>
                </a:cubicBezTo>
                <a:cubicBezTo>
                  <a:pt x="20419" y="35901"/>
                  <a:pt x="24512" y="34984"/>
                  <a:pt x="29012" y="32595"/>
                </a:cubicBezTo>
                <a:cubicBezTo>
                  <a:pt x="33571" y="30265"/>
                  <a:pt x="36644" y="27425"/>
                  <a:pt x="38232" y="24060"/>
                </a:cubicBezTo>
                <a:cubicBezTo>
                  <a:pt x="39819" y="20711"/>
                  <a:pt x="39761" y="17404"/>
                  <a:pt x="37998" y="14055"/>
                </a:cubicBezTo>
                <a:close/>
                <a:moveTo>
                  <a:pt x="43300" y="11273"/>
                </a:moveTo>
                <a:cubicBezTo>
                  <a:pt x="46198" y="16734"/>
                  <a:pt x="46650" y="21905"/>
                  <a:pt x="44771" y="26857"/>
                </a:cubicBezTo>
                <a:cubicBezTo>
                  <a:pt x="42834" y="31867"/>
                  <a:pt x="38800" y="35959"/>
                  <a:pt x="32537" y="39251"/>
                </a:cubicBezTo>
                <a:cubicBezTo>
                  <a:pt x="26289" y="42557"/>
                  <a:pt x="20594" y="43518"/>
                  <a:pt x="15409" y="42324"/>
                </a:cubicBezTo>
                <a:cubicBezTo>
                  <a:pt x="10239" y="41072"/>
                  <a:pt x="6204" y="37722"/>
                  <a:pt x="3350" y="32318"/>
                </a:cubicBezTo>
                <a:cubicBezTo>
                  <a:pt x="451" y="26857"/>
                  <a:pt x="0" y="21614"/>
                  <a:pt x="1937" y="16676"/>
                </a:cubicBezTo>
                <a:cubicBezTo>
                  <a:pt x="3874" y="11724"/>
                  <a:pt x="7908" y="7573"/>
                  <a:pt x="14171" y="4326"/>
                </a:cubicBezTo>
                <a:cubicBezTo>
                  <a:pt x="20419" y="1020"/>
                  <a:pt x="26114" y="0"/>
                  <a:pt x="31284" y="1253"/>
                </a:cubicBezTo>
                <a:cubicBezTo>
                  <a:pt x="36411" y="2447"/>
                  <a:pt x="40445" y="5811"/>
                  <a:pt x="43300" y="11273"/>
                </a:cubicBezTo>
                <a:close/>
                <a:moveTo>
                  <a:pt x="43300" y="112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5735B-5B98-4E79-B9FB-2C2419D7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911" y="855859"/>
            <a:ext cx="65030" cy="53757"/>
          </a:xfrm>
          <a:custGeom xmlns:a="http://schemas.openxmlformats.org/drawingml/2006/main">
            <a:pathLst>
              <a:path w="65030" h="53757">
                <a:moveTo>
                  <a:pt x="56204" y="7399"/>
                </a:moveTo>
                <a:lnTo>
                  <a:pt x="26056" y="11375"/>
                </a:lnTo>
                <a:lnTo>
                  <a:pt x="35843" y="30032"/>
                </a:lnTo>
                <a:lnTo>
                  <a:pt x="56204" y="7399"/>
                </a:lnTo>
                <a:close/>
                <a:moveTo>
                  <a:pt x="60923" y="0"/>
                </a:moveTo>
                <a:lnTo>
                  <a:pt x="65030" y="7792"/>
                </a:lnTo>
                <a:lnTo>
                  <a:pt x="24468" y="53757"/>
                </a:lnTo>
                <a:lnTo>
                  <a:pt x="20711" y="46650"/>
                </a:lnTo>
                <a:lnTo>
                  <a:pt x="31284" y="35158"/>
                </a:lnTo>
                <a:lnTo>
                  <a:pt x="19225" y="12292"/>
                </a:lnTo>
                <a:lnTo>
                  <a:pt x="3816" y="14506"/>
                </a:lnTo>
                <a:lnTo>
                  <a:pt x="0" y="7282"/>
                </a:lnTo>
                <a:lnTo>
                  <a:pt x="60923" y="0"/>
                </a:lnTo>
                <a:close/>
                <a:moveTo>
                  <a:pt x="609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C9EC4-B2A9-4BE1-AA85-7D89E106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962" y="896537"/>
            <a:ext cx="51485" cy="51878"/>
          </a:xfrm>
          <a:custGeom xmlns:a="http://schemas.openxmlformats.org/drawingml/2006/main">
            <a:pathLst>
              <a:path w="51485" h="51878">
                <a:moveTo>
                  <a:pt x="39761" y="39819"/>
                </a:moveTo>
                <a:lnTo>
                  <a:pt x="16778" y="51878"/>
                </a:lnTo>
                <a:lnTo>
                  <a:pt x="13472" y="45630"/>
                </a:lnTo>
                <a:lnTo>
                  <a:pt x="36294" y="33673"/>
                </a:lnTo>
                <a:cubicBezTo>
                  <a:pt x="39877" y="31794"/>
                  <a:pt x="42208" y="29639"/>
                  <a:pt x="43227" y="27308"/>
                </a:cubicBezTo>
                <a:cubicBezTo>
                  <a:pt x="44319" y="24978"/>
                  <a:pt x="44086" y="22356"/>
                  <a:pt x="42601" y="19575"/>
                </a:cubicBezTo>
                <a:cubicBezTo>
                  <a:pt x="40839" y="16210"/>
                  <a:pt x="38333" y="14098"/>
                  <a:pt x="35158" y="13254"/>
                </a:cubicBezTo>
                <a:cubicBezTo>
                  <a:pt x="32027" y="12453"/>
                  <a:pt x="28561" y="13021"/>
                  <a:pt x="24861" y="14958"/>
                </a:cubicBezTo>
                <a:lnTo>
                  <a:pt x="3292" y="26274"/>
                </a:lnTo>
                <a:lnTo>
                  <a:pt x="0" y="20026"/>
                </a:lnTo>
                <a:lnTo>
                  <a:pt x="38057" y="0"/>
                </a:lnTo>
                <a:lnTo>
                  <a:pt x="41407" y="6248"/>
                </a:lnTo>
                <a:lnTo>
                  <a:pt x="35493" y="9379"/>
                </a:lnTo>
                <a:cubicBezTo>
                  <a:pt x="38567" y="9671"/>
                  <a:pt x="41188" y="10515"/>
                  <a:pt x="43402" y="12001"/>
                </a:cubicBezTo>
                <a:cubicBezTo>
                  <a:pt x="45557" y="13428"/>
                  <a:pt x="47393" y="15467"/>
                  <a:pt x="48747" y="18089"/>
                </a:cubicBezTo>
                <a:cubicBezTo>
                  <a:pt x="51077" y="22473"/>
                  <a:pt x="51485" y="26507"/>
                  <a:pt x="49941" y="30148"/>
                </a:cubicBezTo>
                <a:cubicBezTo>
                  <a:pt x="48412" y="33848"/>
                  <a:pt x="44989" y="37037"/>
                  <a:pt x="39761" y="39819"/>
                </a:cubicBezTo>
                <a:close/>
                <a:moveTo>
                  <a:pt x="39761" y="398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D325B-767D-4410-B786-09622D00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159" y="942211"/>
            <a:ext cx="47786" cy="48485"/>
          </a:xfrm>
          <a:custGeom xmlns:a="http://schemas.openxmlformats.org/drawingml/2006/main">
            <a:pathLst>
              <a:path w="47786" h="48485">
                <a:moveTo>
                  <a:pt x="26347" y="25954"/>
                </a:moveTo>
                <a:cubicBezTo>
                  <a:pt x="23725" y="20885"/>
                  <a:pt x="21279" y="17696"/>
                  <a:pt x="19123" y="16341"/>
                </a:cubicBezTo>
                <a:cubicBezTo>
                  <a:pt x="16953" y="14972"/>
                  <a:pt x="14448" y="15089"/>
                  <a:pt x="11666" y="16501"/>
                </a:cubicBezTo>
                <a:cubicBezTo>
                  <a:pt x="9438" y="17696"/>
                  <a:pt x="8083" y="19356"/>
                  <a:pt x="7515" y="21512"/>
                </a:cubicBezTo>
                <a:cubicBezTo>
                  <a:pt x="7005" y="23667"/>
                  <a:pt x="7399" y="25954"/>
                  <a:pt x="8710" y="28517"/>
                </a:cubicBezTo>
                <a:cubicBezTo>
                  <a:pt x="10530" y="31983"/>
                  <a:pt x="13254" y="34081"/>
                  <a:pt x="16778" y="34882"/>
                </a:cubicBezTo>
                <a:cubicBezTo>
                  <a:pt x="20361" y="35683"/>
                  <a:pt x="24177" y="35056"/>
                  <a:pt x="28226" y="32886"/>
                </a:cubicBezTo>
                <a:lnTo>
                  <a:pt x="29639" y="32158"/>
                </a:lnTo>
                <a:lnTo>
                  <a:pt x="26347" y="25954"/>
                </a:lnTo>
                <a:close/>
                <a:moveTo>
                  <a:pt x="35508" y="37037"/>
                </a:moveTo>
                <a:lnTo>
                  <a:pt x="13763" y="48485"/>
                </a:lnTo>
                <a:lnTo>
                  <a:pt x="10530" y="42222"/>
                </a:lnTo>
                <a:lnTo>
                  <a:pt x="16268" y="39207"/>
                </a:lnTo>
                <a:cubicBezTo>
                  <a:pt x="13195" y="38974"/>
                  <a:pt x="10588" y="38071"/>
                  <a:pt x="8360" y="36527"/>
                </a:cubicBezTo>
                <a:cubicBezTo>
                  <a:pt x="6146" y="34998"/>
                  <a:pt x="4209" y="32668"/>
                  <a:pt x="2622" y="29595"/>
                </a:cubicBezTo>
                <a:cubicBezTo>
                  <a:pt x="568" y="25662"/>
                  <a:pt x="0" y="22021"/>
                  <a:pt x="961" y="18555"/>
                </a:cubicBezTo>
                <a:cubicBezTo>
                  <a:pt x="1995" y="15089"/>
                  <a:pt x="4267" y="12409"/>
                  <a:pt x="7967" y="10472"/>
                </a:cubicBezTo>
                <a:cubicBezTo>
                  <a:pt x="12234" y="8258"/>
                  <a:pt x="16210" y="7967"/>
                  <a:pt x="19910" y="9685"/>
                </a:cubicBezTo>
                <a:cubicBezTo>
                  <a:pt x="23609" y="11448"/>
                  <a:pt x="26915" y="15147"/>
                  <a:pt x="29930" y="20827"/>
                </a:cubicBezTo>
                <a:lnTo>
                  <a:pt x="34532" y="29595"/>
                </a:lnTo>
                <a:lnTo>
                  <a:pt x="35158" y="29245"/>
                </a:lnTo>
                <a:cubicBezTo>
                  <a:pt x="37998" y="27774"/>
                  <a:pt x="39775" y="25604"/>
                  <a:pt x="40343" y="22939"/>
                </a:cubicBezTo>
                <a:cubicBezTo>
                  <a:pt x="40911" y="20201"/>
                  <a:pt x="40285" y="17128"/>
                  <a:pt x="38523" y="13720"/>
                </a:cubicBezTo>
                <a:cubicBezTo>
                  <a:pt x="37372" y="11506"/>
                  <a:pt x="35959" y="9569"/>
                  <a:pt x="34357" y="7748"/>
                </a:cubicBezTo>
                <a:cubicBezTo>
                  <a:pt x="32770" y="5986"/>
                  <a:pt x="30949" y="4384"/>
                  <a:pt x="28896" y="3029"/>
                </a:cubicBezTo>
                <a:lnTo>
                  <a:pt x="34707" y="0"/>
                </a:lnTo>
                <a:cubicBezTo>
                  <a:pt x="36761" y="1821"/>
                  <a:pt x="38625" y="3699"/>
                  <a:pt x="40169" y="5636"/>
                </a:cubicBezTo>
                <a:cubicBezTo>
                  <a:pt x="41756" y="7515"/>
                  <a:pt x="43067" y="9511"/>
                  <a:pt x="44145" y="11550"/>
                </a:cubicBezTo>
                <a:cubicBezTo>
                  <a:pt x="47058" y="17069"/>
                  <a:pt x="47786" y="21905"/>
                  <a:pt x="46373" y="26172"/>
                </a:cubicBezTo>
                <a:cubicBezTo>
                  <a:pt x="44946" y="30381"/>
                  <a:pt x="41305" y="34022"/>
                  <a:pt x="35508" y="37037"/>
                </a:cubicBezTo>
                <a:close/>
                <a:moveTo>
                  <a:pt x="35508" y="37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E050B-5C9E-48FF-A34C-37B4A320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694" y="975724"/>
            <a:ext cx="56219" cy="34081"/>
          </a:xfrm>
          <a:custGeom xmlns:a="http://schemas.openxmlformats.org/drawingml/2006/main">
            <a:pathLst>
              <a:path w="56219" h="34081">
                <a:moveTo>
                  <a:pt x="52912" y="0"/>
                </a:moveTo>
                <a:lnTo>
                  <a:pt x="56219" y="6263"/>
                </a:lnTo>
                <a:lnTo>
                  <a:pt x="3306" y="34081"/>
                </a:lnTo>
                <a:lnTo>
                  <a:pt x="0" y="27818"/>
                </a:lnTo>
                <a:lnTo>
                  <a:pt x="52912" y="0"/>
                </a:lnTo>
                <a:close/>
                <a:moveTo>
                  <a:pt x="529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EF321-6EBE-4861-89F6-908B9EA7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859" y="998429"/>
            <a:ext cx="70200" cy="42776"/>
          </a:xfrm>
          <a:custGeom xmlns:a="http://schemas.openxmlformats.org/drawingml/2006/main">
            <a:pathLst>
              <a:path w="70200" h="42776">
                <a:moveTo>
                  <a:pt x="19808" y="42149"/>
                </a:moveTo>
                <a:cubicBezTo>
                  <a:pt x="14346" y="42776"/>
                  <a:pt x="10472" y="42615"/>
                  <a:pt x="8258" y="41640"/>
                </a:cubicBezTo>
                <a:cubicBezTo>
                  <a:pt x="5971" y="40737"/>
                  <a:pt x="4093" y="38858"/>
                  <a:pt x="2622" y="36003"/>
                </a:cubicBezTo>
                <a:lnTo>
                  <a:pt x="0" y="31008"/>
                </a:lnTo>
                <a:lnTo>
                  <a:pt x="5243" y="28269"/>
                </a:lnTo>
                <a:lnTo>
                  <a:pt x="7166" y="31969"/>
                </a:lnTo>
                <a:cubicBezTo>
                  <a:pt x="8083" y="33673"/>
                  <a:pt x="9161" y="34809"/>
                  <a:pt x="10472" y="35333"/>
                </a:cubicBezTo>
                <a:cubicBezTo>
                  <a:pt x="11783" y="35843"/>
                  <a:pt x="14288" y="35901"/>
                  <a:pt x="17929" y="35435"/>
                </a:cubicBezTo>
                <a:lnTo>
                  <a:pt x="21395" y="35042"/>
                </a:lnTo>
                <a:lnTo>
                  <a:pt x="50757" y="0"/>
                </a:lnTo>
                <a:lnTo>
                  <a:pt x="54223" y="6598"/>
                </a:lnTo>
                <a:lnTo>
                  <a:pt x="30731" y="34139"/>
                </a:lnTo>
                <a:lnTo>
                  <a:pt x="66734" y="30381"/>
                </a:lnTo>
                <a:lnTo>
                  <a:pt x="70200" y="37037"/>
                </a:lnTo>
                <a:lnTo>
                  <a:pt x="19808" y="42149"/>
                </a:lnTo>
                <a:close/>
                <a:moveTo>
                  <a:pt x="19808" y="421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36127-1945-4F54-901B-6CE4726B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445" y="1044904"/>
            <a:ext cx="49781" cy="41931"/>
          </a:xfrm>
          <a:custGeom xmlns:a="http://schemas.openxmlformats.org/drawingml/2006/main">
            <a:pathLst>
              <a:path w="49781" h="41931">
                <a:moveTo>
                  <a:pt x="49781" y="24017"/>
                </a:moveTo>
                <a:lnTo>
                  <a:pt x="43868" y="27148"/>
                </a:lnTo>
                <a:cubicBezTo>
                  <a:pt x="43868" y="24920"/>
                  <a:pt x="43577" y="22706"/>
                  <a:pt x="43009" y="20594"/>
                </a:cubicBezTo>
                <a:cubicBezTo>
                  <a:pt x="42499" y="18439"/>
                  <a:pt x="41698" y="16327"/>
                  <a:pt x="40620" y="14288"/>
                </a:cubicBezTo>
                <a:cubicBezTo>
                  <a:pt x="38974" y="11215"/>
                  <a:pt x="37256" y="9103"/>
                  <a:pt x="35493" y="8083"/>
                </a:cubicBezTo>
                <a:cubicBezTo>
                  <a:pt x="33731" y="7005"/>
                  <a:pt x="31911" y="7005"/>
                  <a:pt x="29974" y="7967"/>
                </a:cubicBezTo>
                <a:cubicBezTo>
                  <a:pt x="28561" y="8768"/>
                  <a:pt x="27701" y="9904"/>
                  <a:pt x="27483" y="11433"/>
                </a:cubicBezTo>
                <a:cubicBezTo>
                  <a:pt x="27192" y="12977"/>
                  <a:pt x="27585" y="15642"/>
                  <a:pt x="28619" y="19400"/>
                </a:cubicBezTo>
                <a:lnTo>
                  <a:pt x="29245" y="21788"/>
                </a:lnTo>
                <a:cubicBezTo>
                  <a:pt x="30658" y="26740"/>
                  <a:pt x="30949" y="30556"/>
                  <a:pt x="30207" y="33338"/>
                </a:cubicBezTo>
                <a:cubicBezTo>
                  <a:pt x="29464" y="36134"/>
                  <a:pt x="27541" y="38348"/>
                  <a:pt x="24468" y="39994"/>
                </a:cubicBezTo>
                <a:cubicBezTo>
                  <a:pt x="20885" y="41814"/>
                  <a:pt x="17346" y="41931"/>
                  <a:pt x="13822" y="40227"/>
                </a:cubicBezTo>
                <a:cubicBezTo>
                  <a:pt x="10297" y="38465"/>
                  <a:pt x="7224" y="35158"/>
                  <a:pt x="4661" y="30265"/>
                </a:cubicBezTo>
                <a:cubicBezTo>
                  <a:pt x="3583" y="28226"/>
                  <a:pt x="2680" y="25997"/>
                  <a:pt x="1937" y="23609"/>
                </a:cubicBezTo>
                <a:cubicBezTo>
                  <a:pt x="1136" y="21162"/>
                  <a:pt x="510" y="18555"/>
                  <a:pt x="0" y="15700"/>
                </a:cubicBezTo>
                <a:lnTo>
                  <a:pt x="6481" y="12292"/>
                </a:lnTo>
                <a:cubicBezTo>
                  <a:pt x="6481" y="15249"/>
                  <a:pt x="6772" y="17987"/>
                  <a:pt x="7399" y="20536"/>
                </a:cubicBezTo>
                <a:cubicBezTo>
                  <a:pt x="7967" y="23099"/>
                  <a:pt x="8811" y="25488"/>
                  <a:pt x="9962" y="27658"/>
                </a:cubicBezTo>
                <a:cubicBezTo>
                  <a:pt x="11550" y="30614"/>
                  <a:pt x="13195" y="32610"/>
                  <a:pt x="15074" y="33687"/>
                </a:cubicBezTo>
                <a:cubicBezTo>
                  <a:pt x="16895" y="34707"/>
                  <a:pt x="18715" y="34765"/>
                  <a:pt x="20594" y="33804"/>
                </a:cubicBezTo>
                <a:cubicBezTo>
                  <a:pt x="22298" y="32886"/>
                  <a:pt x="23274" y="31634"/>
                  <a:pt x="23551" y="30046"/>
                </a:cubicBezTo>
                <a:cubicBezTo>
                  <a:pt x="23900" y="28386"/>
                  <a:pt x="23434" y="25429"/>
                  <a:pt x="22240" y="21104"/>
                </a:cubicBezTo>
                <a:lnTo>
                  <a:pt x="21614" y="18657"/>
                </a:lnTo>
                <a:cubicBezTo>
                  <a:pt x="20361" y="14404"/>
                  <a:pt x="20143" y="10923"/>
                  <a:pt x="20929" y="8316"/>
                </a:cubicBezTo>
                <a:cubicBezTo>
                  <a:pt x="21730" y="5695"/>
                  <a:pt x="23609" y="3641"/>
                  <a:pt x="26565" y="2112"/>
                </a:cubicBezTo>
                <a:cubicBezTo>
                  <a:pt x="30148" y="175"/>
                  <a:pt x="33571" y="0"/>
                  <a:pt x="36804" y="1544"/>
                </a:cubicBezTo>
                <a:cubicBezTo>
                  <a:pt x="40110" y="3015"/>
                  <a:pt x="43009" y="6146"/>
                  <a:pt x="45455" y="10807"/>
                </a:cubicBezTo>
                <a:cubicBezTo>
                  <a:pt x="46650" y="13093"/>
                  <a:pt x="47611" y="15365"/>
                  <a:pt x="48354" y="17579"/>
                </a:cubicBezTo>
                <a:cubicBezTo>
                  <a:pt x="49097" y="19808"/>
                  <a:pt x="49606" y="21963"/>
                  <a:pt x="49781" y="24017"/>
                </a:cubicBezTo>
                <a:close/>
                <a:moveTo>
                  <a:pt x="49781" y="240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8CC72-4144-4540-9375-D6DBF43E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611" y="1072562"/>
            <a:ext cx="56160" cy="34081"/>
          </a:xfrm>
          <a:custGeom xmlns:a="http://schemas.openxmlformats.org/drawingml/2006/main">
            <a:pathLst>
              <a:path w="56160" h="34081">
                <a:moveTo>
                  <a:pt x="38071" y="7792"/>
                </a:moveTo>
                <a:lnTo>
                  <a:pt x="41363" y="14055"/>
                </a:lnTo>
                <a:lnTo>
                  <a:pt x="3306" y="34081"/>
                </a:lnTo>
                <a:lnTo>
                  <a:pt x="0" y="27818"/>
                </a:lnTo>
                <a:lnTo>
                  <a:pt x="38071" y="7792"/>
                </a:lnTo>
                <a:close/>
                <a:moveTo>
                  <a:pt x="52912" y="0"/>
                </a:moveTo>
                <a:lnTo>
                  <a:pt x="56160" y="6248"/>
                </a:lnTo>
                <a:lnTo>
                  <a:pt x="48252" y="10414"/>
                </a:lnTo>
                <a:lnTo>
                  <a:pt x="44946" y="4151"/>
                </a:lnTo>
                <a:lnTo>
                  <a:pt x="52912" y="0"/>
                </a:lnTo>
                <a:close/>
                <a:moveTo>
                  <a:pt x="529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A83EA-75E5-4A71-8304-89743145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690" y="1100555"/>
            <a:ext cx="49781" cy="41873"/>
          </a:xfrm>
          <a:custGeom xmlns:a="http://schemas.openxmlformats.org/drawingml/2006/main">
            <a:pathLst>
              <a:path w="49781" h="41873">
                <a:moveTo>
                  <a:pt x="49781" y="24002"/>
                </a:moveTo>
                <a:lnTo>
                  <a:pt x="43853" y="27133"/>
                </a:lnTo>
                <a:cubicBezTo>
                  <a:pt x="43853" y="24861"/>
                  <a:pt x="43577" y="22691"/>
                  <a:pt x="43009" y="20536"/>
                </a:cubicBezTo>
                <a:cubicBezTo>
                  <a:pt x="42499" y="18366"/>
                  <a:pt x="41640" y="16327"/>
                  <a:pt x="40620" y="14273"/>
                </a:cubicBezTo>
                <a:cubicBezTo>
                  <a:pt x="38974" y="11142"/>
                  <a:pt x="37256" y="9103"/>
                  <a:pt x="35493" y="8010"/>
                </a:cubicBezTo>
                <a:cubicBezTo>
                  <a:pt x="33731" y="6991"/>
                  <a:pt x="31911" y="6933"/>
                  <a:pt x="29974" y="7952"/>
                </a:cubicBezTo>
                <a:cubicBezTo>
                  <a:pt x="28561" y="8695"/>
                  <a:pt x="27701" y="9889"/>
                  <a:pt x="27425" y="11433"/>
                </a:cubicBezTo>
                <a:cubicBezTo>
                  <a:pt x="27192" y="12962"/>
                  <a:pt x="27585" y="15584"/>
                  <a:pt x="28619" y="19342"/>
                </a:cubicBezTo>
                <a:lnTo>
                  <a:pt x="29245" y="21730"/>
                </a:lnTo>
                <a:cubicBezTo>
                  <a:pt x="30658" y="26682"/>
                  <a:pt x="30949" y="30542"/>
                  <a:pt x="30207" y="33338"/>
                </a:cubicBezTo>
                <a:cubicBezTo>
                  <a:pt x="29464" y="36120"/>
                  <a:pt x="27527" y="38333"/>
                  <a:pt x="24410" y="39936"/>
                </a:cubicBezTo>
                <a:cubicBezTo>
                  <a:pt x="20871" y="41814"/>
                  <a:pt x="17346" y="41873"/>
                  <a:pt x="13822" y="40154"/>
                </a:cubicBezTo>
                <a:cubicBezTo>
                  <a:pt x="10297" y="38450"/>
                  <a:pt x="7224" y="35158"/>
                  <a:pt x="4661" y="30265"/>
                </a:cubicBezTo>
                <a:cubicBezTo>
                  <a:pt x="3583" y="28211"/>
                  <a:pt x="2665" y="25997"/>
                  <a:pt x="1879" y="23551"/>
                </a:cubicBezTo>
                <a:cubicBezTo>
                  <a:pt x="1136" y="21162"/>
                  <a:pt x="510" y="18482"/>
                  <a:pt x="0" y="15642"/>
                </a:cubicBezTo>
                <a:lnTo>
                  <a:pt x="6481" y="12220"/>
                </a:lnTo>
                <a:cubicBezTo>
                  <a:pt x="6481" y="15191"/>
                  <a:pt x="6772" y="17914"/>
                  <a:pt x="7340" y="20478"/>
                </a:cubicBezTo>
                <a:cubicBezTo>
                  <a:pt x="7967" y="23041"/>
                  <a:pt x="8811" y="25429"/>
                  <a:pt x="9947" y="27643"/>
                </a:cubicBezTo>
                <a:cubicBezTo>
                  <a:pt x="11491" y="30600"/>
                  <a:pt x="13195" y="32595"/>
                  <a:pt x="15074" y="33615"/>
                </a:cubicBezTo>
                <a:cubicBezTo>
                  <a:pt x="16895" y="34692"/>
                  <a:pt x="18715" y="34751"/>
                  <a:pt x="20594" y="33789"/>
                </a:cubicBezTo>
                <a:cubicBezTo>
                  <a:pt x="22240" y="32872"/>
                  <a:pt x="23259" y="31619"/>
                  <a:pt x="23551" y="29974"/>
                </a:cubicBezTo>
                <a:cubicBezTo>
                  <a:pt x="23886" y="28386"/>
                  <a:pt x="23434" y="25429"/>
                  <a:pt x="22240" y="21104"/>
                </a:cubicBezTo>
                <a:lnTo>
                  <a:pt x="21614" y="18657"/>
                </a:lnTo>
                <a:cubicBezTo>
                  <a:pt x="20361" y="14331"/>
                  <a:pt x="20143" y="10923"/>
                  <a:pt x="20929" y="8302"/>
                </a:cubicBezTo>
                <a:cubicBezTo>
                  <a:pt x="21730" y="5680"/>
                  <a:pt x="23609" y="3583"/>
                  <a:pt x="26507" y="2039"/>
                </a:cubicBezTo>
                <a:cubicBezTo>
                  <a:pt x="30090" y="160"/>
                  <a:pt x="33556" y="0"/>
                  <a:pt x="36804" y="1471"/>
                </a:cubicBezTo>
                <a:cubicBezTo>
                  <a:pt x="40110" y="3015"/>
                  <a:pt x="42950" y="6088"/>
                  <a:pt x="45455" y="10749"/>
                </a:cubicBezTo>
                <a:cubicBezTo>
                  <a:pt x="46650" y="13079"/>
                  <a:pt x="47611" y="15351"/>
                  <a:pt x="48354" y="17579"/>
                </a:cubicBezTo>
                <a:cubicBezTo>
                  <a:pt x="49097" y="19793"/>
                  <a:pt x="49548" y="21890"/>
                  <a:pt x="49781" y="24002"/>
                </a:cubicBezTo>
                <a:close/>
                <a:moveTo>
                  <a:pt x="49781" y="240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942C8-42E2-4442-B98A-C2A4C271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973" y="1129567"/>
            <a:ext cx="54383" cy="58258"/>
          </a:xfrm>
          <a:custGeom xmlns:a="http://schemas.openxmlformats.org/drawingml/2006/main">
            <a:pathLst>
              <a:path w="54383" h="58258">
                <a:moveTo>
                  <a:pt x="50742" y="0"/>
                </a:moveTo>
                <a:lnTo>
                  <a:pt x="54383" y="6874"/>
                </a:lnTo>
                <a:lnTo>
                  <a:pt x="9379" y="30498"/>
                </a:lnTo>
                <a:lnTo>
                  <a:pt x="22356" y="55243"/>
                </a:lnTo>
                <a:lnTo>
                  <a:pt x="16618" y="58258"/>
                </a:lnTo>
                <a:lnTo>
                  <a:pt x="0" y="26682"/>
                </a:lnTo>
                <a:lnTo>
                  <a:pt x="50742" y="0"/>
                </a:lnTo>
                <a:close/>
                <a:moveTo>
                  <a:pt x="507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78DA2-0626-4868-8D71-CD3BAFC2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32" y="1166939"/>
            <a:ext cx="56204" cy="34081"/>
          </a:xfrm>
          <a:custGeom xmlns:a="http://schemas.openxmlformats.org/drawingml/2006/main">
            <a:pathLst>
              <a:path w="56204" h="34081">
                <a:moveTo>
                  <a:pt x="38057" y="7792"/>
                </a:moveTo>
                <a:lnTo>
                  <a:pt x="41348" y="14055"/>
                </a:lnTo>
                <a:lnTo>
                  <a:pt x="3292" y="34081"/>
                </a:lnTo>
                <a:lnTo>
                  <a:pt x="0" y="27818"/>
                </a:lnTo>
                <a:lnTo>
                  <a:pt x="38057" y="7792"/>
                </a:lnTo>
                <a:close/>
                <a:moveTo>
                  <a:pt x="52898" y="0"/>
                </a:moveTo>
                <a:lnTo>
                  <a:pt x="56204" y="6263"/>
                </a:lnTo>
                <a:lnTo>
                  <a:pt x="48237" y="10414"/>
                </a:lnTo>
                <a:lnTo>
                  <a:pt x="44931" y="4209"/>
                </a:lnTo>
                <a:lnTo>
                  <a:pt x="52898" y="0"/>
                </a:lnTo>
                <a:close/>
                <a:moveTo>
                  <a:pt x="528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2F6FA-CDF7-4ABF-9F62-2DE6C459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22" y="1196986"/>
            <a:ext cx="65991" cy="50466"/>
          </a:xfrm>
          <a:custGeom xmlns:a="http://schemas.openxmlformats.org/drawingml/2006/main">
            <a:pathLst>
              <a:path w="65991" h="50466">
                <a:moveTo>
                  <a:pt x="44145" y="31911"/>
                </a:moveTo>
                <a:cubicBezTo>
                  <a:pt x="48645" y="29522"/>
                  <a:pt x="51660" y="26784"/>
                  <a:pt x="53189" y="23609"/>
                </a:cubicBezTo>
                <a:cubicBezTo>
                  <a:pt x="54675" y="20419"/>
                  <a:pt x="54558" y="17113"/>
                  <a:pt x="52796" y="13763"/>
                </a:cubicBezTo>
                <a:cubicBezTo>
                  <a:pt x="51034" y="10414"/>
                  <a:pt x="48412" y="8476"/>
                  <a:pt x="44946" y="7908"/>
                </a:cubicBezTo>
                <a:cubicBezTo>
                  <a:pt x="41465" y="7340"/>
                  <a:pt x="37430" y="8243"/>
                  <a:pt x="32930" y="10632"/>
                </a:cubicBezTo>
                <a:cubicBezTo>
                  <a:pt x="28386" y="12962"/>
                  <a:pt x="25429" y="15759"/>
                  <a:pt x="23886" y="18934"/>
                </a:cubicBezTo>
                <a:cubicBezTo>
                  <a:pt x="22356" y="22123"/>
                  <a:pt x="22531" y="25429"/>
                  <a:pt x="24293" y="28721"/>
                </a:cubicBezTo>
                <a:cubicBezTo>
                  <a:pt x="26056" y="32144"/>
                  <a:pt x="28663" y="34066"/>
                  <a:pt x="32144" y="34649"/>
                </a:cubicBezTo>
                <a:cubicBezTo>
                  <a:pt x="35610" y="35217"/>
                  <a:pt x="39586" y="34299"/>
                  <a:pt x="44145" y="31911"/>
                </a:cubicBezTo>
                <a:close/>
                <a:moveTo>
                  <a:pt x="32653" y="45965"/>
                </a:moveTo>
                <a:cubicBezTo>
                  <a:pt x="26172" y="49315"/>
                  <a:pt x="20594" y="50466"/>
                  <a:pt x="15919" y="49213"/>
                </a:cubicBezTo>
                <a:cubicBezTo>
                  <a:pt x="11258" y="48019"/>
                  <a:pt x="7340" y="44421"/>
                  <a:pt x="4209" y="38508"/>
                </a:cubicBezTo>
                <a:cubicBezTo>
                  <a:pt x="3073" y="36294"/>
                  <a:pt x="2156" y="34124"/>
                  <a:pt x="1471" y="32027"/>
                </a:cubicBezTo>
                <a:cubicBezTo>
                  <a:pt x="743" y="29915"/>
                  <a:pt x="277" y="27760"/>
                  <a:pt x="0" y="25546"/>
                </a:cubicBezTo>
                <a:lnTo>
                  <a:pt x="6088" y="22356"/>
                </a:lnTo>
                <a:cubicBezTo>
                  <a:pt x="6030" y="24687"/>
                  <a:pt x="6248" y="26900"/>
                  <a:pt x="6714" y="28954"/>
                </a:cubicBezTo>
                <a:cubicBezTo>
                  <a:pt x="7166" y="31008"/>
                  <a:pt x="7908" y="32930"/>
                  <a:pt x="8870" y="34809"/>
                </a:cubicBezTo>
                <a:cubicBezTo>
                  <a:pt x="11040" y="38916"/>
                  <a:pt x="13705" y="41407"/>
                  <a:pt x="16953" y="42324"/>
                </a:cubicBezTo>
                <a:cubicBezTo>
                  <a:pt x="20143" y="43227"/>
                  <a:pt x="23886" y="42557"/>
                  <a:pt x="28211" y="40271"/>
                </a:cubicBezTo>
                <a:lnTo>
                  <a:pt x="31343" y="38625"/>
                </a:lnTo>
                <a:cubicBezTo>
                  <a:pt x="28444" y="38508"/>
                  <a:pt x="25881" y="37765"/>
                  <a:pt x="23725" y="36353"/>
                </a:cubicBezTo>
                <a:cubicBezTo>
                  <a:pt x="21497" y="34925"/>
                  <a:pt x="19676" y="32770"/>
                  <a:pt x="18205" y="29974"/>
                </a:cubicBezTo>
                <a:cubicBezTo>
                  <a:pt x="15759" y="25313"/>
                  <a:pt x="15584" y="20594"/>
                  <a:pt x="17637" y="15861"/>
                </a:cubicBezTo>
                <a:cubicBezTo>
                  <a:pt x="19676" y="11142"/>
                  <a:pt x="23667" y="7224"/>
                  <a:pt x="29522" y="4151"/>
                </a:cubicBezTo>
                <a:cubicBezTo>
                  <a:pt x="35435" y="1078"/>
                  <a:pt x="40897" y="0"/>
                  <a:pt x="45965" y="1020"/>
                </a:cubicBezTo>
                <a:cubicBezTo>
                  <a:pt x="51034" y="1981"/>
                  <a:pt x="54777" y="4835"/>
                  <a:pt x="57223" y="9496"/>
                </a:cubicBezTo>
                <a:cubicBezTo>
                  <a:pt x="58709" y="12278"/>
                  <a:pt x="59394" y="15016"/>
                  <a:pt x="59335" y="17579"/>
                </a:cubicBezTo>
                <a:cubicBezTo>
                  <a:pt x="59277" y="20186"/>
                  <a:pt x="58476" y="22750"/>
                  <a:pt x="56947" y="25196"/>
                </a:cubicBezTo>
                <a:lnTo>
                  <a:pt x="62685" y="22182"/>
                </a:lnTo>
                <a:lnTo>
                  <a:pt x="65991" y="28386"/>
                </a:lnTo>
                <a:lnTo>
                  <a:pt x="32653" y="45965"/>
                </a:lnTo>
                <a:close/>
                <a:moveTo>
                  <a:pt x="32653" y="459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08B0F-9E37-4492-8855-2ECB3E02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512" y="1230265"/>
            <a:ext cx="56204" cy="59670"/>
          </a:xfrm>
          <a:custGeom xmlns:a="http://schemas.openxmlformats.org/drawingml/2006/main">
            <a:pathLst>
              <a:path w="56204" h="59670">
                <a:moveTo>
                  <a:pt x="39703" y="47611"/>
                </a:moveTo>
                <a:lnTo>
                  <a:pt x="16778" y="59670"/>
                </a:lnTo>
                <a:lnTo>
                  <a:pt x="13487" y="53422"/>
                </a:lnTo>
                <a:lnTo>
                  <a:pt x="36236" y="41465"/>
                </a:lnTo>
                <a:cubicBezTo>
                  <a:pt x="39819" y="39542"/>
                  <a:pt x="42149" y="37430"/>
                  <a:pt x="43227" y="35100"/>
                </a:cubicBezTo>
                <a:cubicBezTo>
                  <a:pt x="44261" y="32770"/>
                  <a:pt x="44028" y="30148"/>
                  <a:pt x="42557" y="27366"/>
                </a:cubicBezTo>
                <a:cubicBezTo>
                  <a:pt x="40780" y="24002"/>
                  <a:pt x="38348" y="21905"/>
                  <a:pt x="35158" y="21046"/>
                </a:cubicBezTo>
                <a:cubicBezTo>
                  <a:pt x="31969" y="20245"/>
                  <a:pt x="28503" y="20827"/>
                  <a:pt x="24803" y="22750"/>
                </a:cubicBezTo>
                <a:lnTo>
                  <a:pt x="3292" y="34081"/>
                </a:lnTo>
                <a:lnTo>
                  <a:pt x="0" y="27818"/>
                </a:lnTo>
                <a:lnTo>
                  <a:pt x="52912" y="0"/>
                </a:lnTo>
                <a:lnTo>
                  <a:pt x="56204" y="6263"/>
                </a:lnTo>
                <a:lnTo>
                  <a:pt x="35435" y="17186"/>
                </a:lnTo>
                <a:cubicBezTo>
                  <a:pt x="38508" y="17463"/>
                  <a:pt x="41188" y="18322"/>
                  <a:pt x="43344" y="19735"/>
                </a:cubicBezTo>
                <a:cubicBezTo>
                  <a:pt x="45572" y="21220"/>
                  <a:pt x="47334" y="23259"/>
                  <a:pt x="48747" y="25881"/>
                </a:cubicBezTo>
                <a:cubicBezTo>
                  <a:pt x="51034" y="30265"/>
                  <a:pt x="51427" y="34299"/>
                  <a:pt x="49898" y="37940"/>
                </a:cubicBezTo>
                <a:cubicBezTo>
                  <a:pt x="48354" y="41640"/>
                  <a:pt x="45004" y="44829"/>
                  <a:pt x="39703" y="47611"/>
                </a:cubicBezTo>
                <a:close/>
                <a:moveTo>
                  <a:pt x="39703" y="476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95A05-8EB0-4A62-A95F-30AF5ED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077" y="1276624"/>
            <a:ext cx="48864" cy="44844"/>
          </a:xfrm>
          <a:custGeom xmlns:a="http://schemas.openxmlformats.org/drawingml/2006/main">
            <a:pathLst>
              <a:path w="48864" h="44844">
                <a:moveTo>
                  <a:pt x="48864" y="6263"/>
                </a:moveTo>
                <a:lnTo>
                  <a:pt x="38057" y="11957"/>
                </a:lnTo>
                <a:lnTo>
                  <a:pt x="44829" y="24861"/>
                </a:lnTo>
                <a:lnTo>
                  <a:pt x="39994" y="27425"/>
                </a:lnTo>
                <a:lnTo>
                  <a:pt x="33221" y="14521"/>
                </a:lnTo>
                <a:lnTo>
                  <a:pt x="12511" y="25386"/>
                </a:lnTo>
                <a:cubicBezTo>
                  <a:pt x="9438" y="27032"/>
                  <a:pt x="7675" y="28503"/>
                  <a:pt x="7224" y="29813"/>
                </a:cubicBezTo>
                <a:cubicBezTo>
                  <a:pt x="6772" y="31124"/>
                  <a:pt x="7224" y="33061"/>
                  <a:pt x="8651" y="35683"/>
                </a:cubicBezTo>
                <a:lnTo>
                  <a:pt x="12001" y="42106"/>
                </a:lnTo>
                <a:lnTo>
                  <a:pt x="6772" y="44844"/>
                </a:lnTo>
                <a:lnTo>
                  <a:pt x="3408" y="38465"/>
                </a:lnTo>
                <a:cubicBezTo>
                  <a:pt x="859" y="33629"/>
                  <a:pt x="0" y="29813"/>
                  <a:pt x="859" y="27032"/>
                </a:cubicBezTo>
                <a:cubicBezTo>
                  <a:pt x="1646" y="24235"/>
                  <a:pt x="4500" y="21628"/>
                  <a:pt x="9219" y="19123"/>
                </a:cubicBezTo>
                <a:lnTo>
                  <a:pt x="29930" y="8258"/>
                </a:lnTo>
                <a:lnTo>
                  <a:pt x="27483" y="3641"/>
                </a:lnTo>
                <a:lnTo>
                  <a:pt x="32377" y="1092"/>
                </a:lnTo>
                <a:lnTo>
                  <a:pt x="34765" y="5695"/>
                </a:lnTo>
                <a:lnTo>
                  <a:pt x="45572" y="0"/>
                </a:lnTo>
                <a:lnTo>
                  <a:pt x="48864" y="6263"/>
                </a:lnTo>
                <a:close/>
                <a:moveTo>
                  <a:pt x="48864" y="62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38EC5-15CD-4984-9048-F000009D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59" y="1301660"/>
            <a:ext cx="56204" cy="59685"/>
          </a:xfrm>
          <a:custGeom xmlns:a="http://schemas.openxmlformats.org/drawingml/2006/main">
            <a:pathLst>
              <a:path w="56204" h="59685">
                <a:moveTo>
                  <a:pt x="39703" y="47626"/>
                </a:moveTo>
                <a:lnTo>
                  <a:pt x="16720" y="59685"/>
                </a:lnTo>
                <a:lnTo>
                  <a:pt x="13487" y="53422"/>
                </a:lnTo>
                <a:lnTo>
                  <a:pt x="36236" y="41479"/>
                </a:lnTo>
                <a:cubicBezTo>
                  <a:pt x="39819" y="39601"/>
                  <a:pt x="42149" y="37430"/>
                  <a:pt x="43242" y="35100"/>
                </a:cubicBezTo>
                <a:cubicBezTo>
                  <a:pt x="44261" y="32770"/>
                  <a:pt x="44028" y="30207"/>
                  <a:pt x="42557" y="27366"/>
                </a:cubicBezTo>
                <a:cubicBezTo>
                  <a:pt x="40795" y="24017"/>
                  <a:pt x="38348" y="21905"/>
                  <a:pt x="35158" y="21104"/>
                </a:cubicBezTo>
                <a:cubicBezTo>
                  <a:pt x="31969" y="20259"/>
                  <a:pt x="28503" y="20827"/>
                  <a:pt x="24803" y="22822"/>
                </a:cubicBezTo>
                <a:lnTo>
                  <a:pt x="3292" y="34081"/>
                </a:lnTo>
                <a:lnTo>
                  <a:pt x="0" y="27818"/>
                </a:lnTo>
                <a:lnTo>
                  <a:pt x="52854" y="0"/>
                </a:lnTo>
                <a:lnTo>
                  <a:pt x="56204" y="6321"/>
                </a:lnTo>
                <a:lnTo>
                  <a:pt x="35435" y="17186"/>
                </a:lnTo>
                <a:cubicBezTo>
                  <a:pt x="38508" y="17463"/>
                  <a:pt x="41130" y="18380"/>
                  <a:pt x="43344" y="19808"/>
                </a:cubicBezTo>
                <a:cubicBezTo>
                  <a:pt x="45572" y="21220"/>
                  <a:pt x="47334" y="23274"/>
                  <a:pt x="48762" y="25939"/>
                </a:cubicBezTo>
                <a:cubicBezTo>
                  <a:pt x="51034" y="30265"/>
                  <a:pt x="51427" y="34314"/>
                  <a:pt x="49898" y="37955"/>
                </a:cubicBezTo>
                <a:cubicBezTo>
                  <a:pt x="48354" y="41654"/>
                  <a:pt x="45004" y="44829"/>
                  <a:pt x="39703" y="47626"/>
                </a:cubicBezTo>
                <a:close/>
                <a:moveTo>
                  <a:pt x="39703" y="476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7EA5C-72E1-472A-850B-B8AA5716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799" y="1356786"/>
            <a:ext cx="46650" cy="43591"/>
          </a:xfrm>
          <a:custGeom xmlns:a="http://schemas.openxmlformats.org/drawingml/2006/main">
            <a:pathLst>
              <a:path w="46650" h="43591">
                <a:moveTo>
                  <a:pt x="37998" y="14113"/>
                </a:moveTo>
                <a:cubicBezTo>
                  <a:pt x="36236" y="10763"/>
                  <a:pt x="33556" y="8768"/>
                  <a:pt x="29915" y="8200"/>
                </a:cubicBezTo>
                <a:cubicBezTo>
                  <a:pt x="26230" y="7632"/>
                  <a:pt x="22123" y="8535"/>
                  <a:pt x="17579" y="10923"/>
                </a:cubicBezTo>
                <a:cubicBezTo>
                  <a:pt x="13021" y="13312"/>
                  <a:pt x="9947" y="16166"/>
                  <a:pt x="8360" y="19458"/>
                </a:cubicBezTo>
                <a:cubicBezTo>
                  <a:pt x="6772" y="22822"/>
                  <a:pt x="6874" y="26172"/>
                  <a:pt x="8651" y="29537"/>
                </a:cubicBezTo>
                <a:cubicBezTo>
                  <a:pt x="10414" y="32886"/>
                  <a:pt x="13079" y="34823"/>
                  <a:pt x="16720" y="35391"/>
                </a:cubicBezTo>
                <a:cubicBezTo>
                  <a:pt x="20361" y="35959"/>
                  <a:pt x="24454" y="35056"/>
                  <a:pt x="29012" y="32668"/>
                </a:cubicBezTo>
                <a:cubicBezTo>
                  <a:pt x="33513" y="30265"/>
                  <a:pt x="36586" y="27425"/>
                  <a:pt x="38232" y="24075"/>
                </a:cubicBezTo>
                <a:cubicBezTo>
                  <a:pt x="39819" y="20769"/>
                  <a:pt x="39761" y="17419"/>
                  <a:pt x="37998" y="14113"/>
                </a:cubicBezTo>
                <a:close/>
                <a:moveTo>
                  <a:pt x="43285" y="11331"/>
                </a:moveTo>
                <a:cubicBezTo>
                  <a:pt x="46140" y="16734"/>
                  <a:pt x="46650" y="21963"/>
                  <a:pt x="44713" y="26915"/>
                </a:cubicBezTo>
                <a:cubicBezTo>
                  <a:pt x="42834" y="31867"/>
                  <a:pt x="38741" y="36018"/>
                  <a:pt x="32479" y="39266"/>
                </a:cubicBezTo>
                <a:cubicBezTo>
                  <a:pt x="26274" y="42557"/>
                  <a:pt x="20594" y="43591"/>
                  <a:pt x="15351" y="42339"/>
                </a:cubicBezTo>
                <a:cubicBezTo>
                  <a:pt x="10181" y="41086"/>
                  <a:pt x="6204" y="37780"/>
                  <a:pt x="3292" y="32318"/>
                </a:cubicBezTo>
                <a:cubicBezTo>
                  <a:pt x="451" y="26857"/>
                  <a:pt x="0" y="21628"/>
                  <a:pt x="1879" y="16676"/>
                </a:cubicBezTo>
                <a:cubicBezTo>
                  <a:pt x="3816" y="11724"/>
                  <a:pt x="7908" y="7632"/>
                  <a:pt x="14113" y="4326"/>
                </a:cubicBezTo>
                <a:cubicBezTo>
                  <a:pt x="20361" y="1034"/>
                  <a:pt x="26114" y="0"/>
                  <a:pt x="31226" y="1253"/>
                </a:cubicBezTo>
                <a:cubicBezTo>
                  <a:pt x="36411" y="2505"/>
                  <a:pt x="40445" y="5869"/>
                  <a:pt x="43285" y="11331"/>
                </a:cubicBezTo>
                <a:close/>
                <a:moveTo>
                  <a:pt x="43285" y="113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415B5-59AE-4510-8024-97BFF2B4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762" y="1395761"/>
            <a:ext cx="51485" cy="51893"/>
          </a:xfrm>
          <a:custGeom xmlns:a="http://schemas.openxmlformats.org/drawingml/2006/main">
            <a:pathLst>
              <a:path w="51485" h="51893">
                <a:moveTo>
                  <a:pt x="11652" y="12118"/>
                </a:moveTo>
                <a:lnTo>
                  <a:pt x="34692" y="0"/>
                </a:lnTo>
                <a:lnTo>
                  <a:pt x="37998" y="6263"/>
                </a:lnTo>
                <a:lnTo>
                  <a:pt x="15191" y="18264"/>
                </a:lnTo>
                <a:cubicBezTo>
                  <a:pt x="11593" y="20143"/>
                  <a:pt x="9263" y="22240"/>
                  <a:pt x="8185" y="24628"/>
                </a:cubicBezTo>
                <a:cubicBezTo>
                  <a:pt x="7107" y="26973"/>
                  <a:pt x="7340" y="29522"/>
                  <a:pt x="8811" y="32377"/>
                </a:cubicBezTo>
                <a:cubicBezTo>
                  <a:pt x="10574" y="35726"/>
                  <a:pt x="13079" y="37838"/>
                  <a:pt x="16268" y="38683"/>
                </a:cubicBezTo>
                <a:cubicBezTo>
                  <a:pt x="19458" y="39484"/>
                  <a:pt x="22866" y="38916"/>
                  <a:pt x="26624" y="36979"/>
                </a:cubicBezTo>
                <a:lnTo>
                  <a:pt x="48179" y="25662"/>
                </a:lnTo>
                <a:lnTo>
                  <a:pt x="51485" y="31911"/>
                </a:lnTo>
                <a:lnTo>
                  <a:pt x="13414" y="51893"/>
                </a:lnTo>
                <a:lnTo>
                  <a:pt x="10122" y="45630"/>
                </a:lnTo>
                <a:lnTo>
                  <a:pt x="15977" y="42557"/>
                </a:lnTo>
                <a:cubicBezTo>
                  <a:pt x="12846" y="42266"/>
                  <a:pt x="10239" y="41421"/>
                  <a:pt x="8010" y="39994"/>
                </a:cubicBezTo>
                <a:cubicBezTo>
                  <a:pt x="5855" y="38581"/>
                  <a:pt x="4093" y="36527"/>
                  <a:pt x="2665" y="33906"/>
                </a:cubicBezTo>
                <a:cubicBezTo>
                  <a:pt x="393" y="29522"/>
                  <a:pt x="0" y="25488"/>
                  <a:pt x="1529" y="21788"/>
                </a:cubicBezTo>
                <a:cubicBezTo>
                  <a:pt x="3073" y="18089"/>
                  <a:pt x="6423" y="14856"/>
                  <a:pt x="11652" y="12118"/>
                </a:cubicBezTo>
                <a:close/>
                <a:moveTo>
                  <a:pt x="11652" y="121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02135-E512-40F4-9528-454C00E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890" y="1441391"/>
            <a:ext cx="49781" cy="41873"/>
          </a:xfrm>
          <a:custGeom xmlns:a="http://schemas.openxmlformats.org/drawingml/2006/main">
            <a:pathLst>
              <a:path w="49781" h="41873">
                <a:moveTo>
                  <a:pt x="49781" y="24002"/>
                </a:moveTo>
                <a:lnTo>
                  <a:pt x="43810" y="27133"/>
                </a:lnTo>
                <a:cubicBezTo>
                  <a:pt x="43810" y="24861"/>
                  <a:pt x="43533" y="22691"/>
                  <a:pt x="42965" y="20536"/>
                </a:cubicBezTo>
                <a:cubicBezTo>
                  <a:pt x="42441" y="18380"/>
                  <a:pt x="41654" y="16327"/>
                  <a:pt x="40576" y="14273"/>
                </a:cubicBezTo>
                <a:cubicBezTo>
                  <a:pt x="38916" y="11156"/>
                  <a:pt x="37212" y="9103"/>
                  <a:pt x="35450" y="8025"/>
                </a:cubicBezTo>
                <a:cubicBezTo>
                  <a:pt x="33687" y="6991"/>
                  <a:pt x="31867" y="6933"/>
                  <a:pt x="29930" y="7967"/>
                </a:cubicBezTo>
                <a:cubicBezTo>
                  <a:pt x="28503" y="8710"/>
                  <a:pt x="27658" y="9846"/>
                  <a:pt x="27425" y="11433"/>
                </a:cubicBezTo>
                <a:cubicBezTo>
                  <a:pt x="27148" y="12977"/>
                  <a:pt x="27541" y="15584"/>
                  <a:pt x="28561" y="19342"/>
                </a:cubicBezTo>
                <a:lnTo>
                  <a:pt x="29245" y="21730"/>
                </a:lnTo>
                <a:cubicBezTo>
                  <a:pt x="30614" y="26682"/>
                  <a:pt x="30906" y="30556"/>
                  <a:pt x="30163" y="33338"/>
                </a:cubicBezTo>
                <a:cubicBezTo>
                  <a:pt x="29420" y="36120"/>
                  <a:pt x="27483" y="38290"/>
                  <a:pt x="24410" y="39936"/>
                </a:cubicBezTo>
                <a:cubicBezTo>
                  <a:pt x="20827" y="41814"/>
                  <a:pt x="17302" y="41873"/>
                  <a:pt x="13778" y="40169"/>
                </a:cubicBezTo>
                <a:cubicBezTo>
                  <a:pt x="10253" y="38465"/>
                  <a:pt x="7180" y="35158"/>
                  <a:pt x="4617" y="30265"/>
                </a:cubicBezTo>
                <a:cubicBezTo>
                  <a:pt x="3539" y="28211"/>
                  <a:pt x="2622" y="25997"/>
                  <a:pt x="1879" y="23551"/>
                </a:cubicBezTo>
                <a:cubicBezTo>
                  <a:pt x="1092" y="21162"/>
                  <a:pt x="466" y="18482"/>
                  <a:pt x="0" y="15642"/>
                </a:cubicBezTo>
                <a:lnTo>
                  <a:pt x="6437" y="12234"/>
                </a:lnTo>
                <a:cubicBezTo>
                  <a:pt x="6437" y="15191"/>
                  <a:pt x="6714" y="17914"/>
                  <a:pt x="7340" y="20478"/>
                </a:cubicBezTo>
                <a:cubicBezTo>
                  <a:pt x="7908" y="23041"/>
                  <a:pt x="8768" y="25429"/>
                  <a:pt x="9962" y="27643"/>
                </a:cubicBezTo>
                <a:cubicBezTo>
                  <a:pt x="11491" y="30556"/>
                  <a:pt x="13210" y="32595"/>
                  <a:pt x="15030" y="33615"/>
                </a:cubicBezTo>
                <a:cubicBezTo>
                  <a:pt x="16851" y="34707"/>
                  <a:pt x="18730" y="34765"/>
                  <a:pt x="20550" y="33789"/>
                </a:cubicBezTo>
                <a:cubicBezTo>
                  <a:pt x="22254" y="32886"/>
                  <a:pt x="23216" y="31634"/>
                  <a:pt x="23565" y="29974"/>
                </a:cubicBezTo>
                <a:cubicBezTo>
                  <a:pt x="23842" y="28386"/>
                  <a:pt x="23390" y="25429"/>
                  <a:pt x="22196" y="21104"/>
                </a:cubicBezTo>
                <a:lnTo>
                  <a:pt x="21570" y="18657"/>
                </a:lnTo>
                <a:cubicBezTo>
                  <a:pt x="20317" y="14331"/>
                  <a:pt x="20143" y="10865"/>
                  <a:pt x="20885" y="8243"/>
                </a:cubicBezTo>
                <a:cubicBezTo>
                  <a:pt x="21686" y="5695"/>
                  <a:pt x="23565" y="3583"/>
                  <a:pt x="26522" y="2054"/>
                </a:cubicBezTo>
                <a:cubicBezTo>
                  <a:pt x="30105" y="175"/>
                  <a:pt x="33513" y="0"/>
                  <a:pt x="36819" y="1471"/>
                </a:cubicBezTo>
                <a:cubicBezTo>
                  <a:pt x="40052" y="3015"/>
                  <a:pt x="42965" y="6088"/>
                  <a:pt x="45412" y="10749"/>
                </a:cubicBezTo>
                <a:cubicBezTo>
                  <a:pt x="46606" y="13079"/>
                  <a:pt x="47567" y="15365"/>
                  <a:pt x="48310" y="17579"/>
                </a:cubicBezTo>
                <a:cubicBezTo>
                  <a:pt x="49053" y="19793"/>
                  <a:pt x="49563" y="21905"/>
                  <a:pt x="49781" y="24002"/>
                </a:cubicBezTo>
                <a:close/>
                <a:moveTo>
                  <a:pt x="49781" y="240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4B79C-81DA-481F-B83E-3F680329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989" y="1480074"/>
            <a:ext cx="46548" cy="46825"/>
          </a:xfrm>
          <a:custGeom xmlns:a="http://schemas.openxmlformats.org/drawingml/2006/main">
            <a:pathLst>
              <a:path w="46548" h="46825">
                <a:moveTo>
                  <a:pt x="33746" y="38465"/>
                </a:moveTo>
                <a:lnTo>
                  <a:pt x="30673" y="40110"/>
                </a:lnTo>
                <a:lnTo>
                  <a:pt x="15540" y="11331"/>
                </a:lnTo>
                <a:cubicBezTo>
                  <a:pt x="11389" y="13880"/>
                  <a:pt x="8826" y="16895"/>
                  <a:pt x="7748" y="20376"/>
                </a:cubicBezTo>
                <a:cubicBezTo>
                  <a:pt x="6714" y="23900"/>
                  <a:pt x="7282" y="27701"/>
                  <a:pt x="9511" y="31867"/>
                </a:cubicBezTo>
                <a:cubicBezTo>
                  <a:pt x="10763" y="34255"/>
                  <a:pt x="12234" y="36469"/>
                  <a:pt x="14055" y="38406"/>
                </a:cubicBezTo>
                <a:cubicBezTo>
                  <a:pt x="15817" y="40343"/>
                  <a:pt x="17871" y="42106"/>
                  <a:pt x="20201" y="43693"/>
                </a:cubicBezTo>
                <a:lnTo>
                  <a:pt x="14288" y="46825"/>
                </a:lnTo>
                <a:cubicBezTo>
                  <a:pt x="12176" y="45062"/>
                  <a:pt x="10239" y="43183"/>
                  <a:pt x="8476" y="41072"/>
                </a:cubicBezTo>
                <a:cubicBezTo>
                  <a:pt x="6772" y="38974"/>
                  <a:pt x="5243" y="36702"/>
                  <a:pt x="3991" y="34314"/>
                </a:cubicBezTo>
                <a:cubicBezTo>
                  <a:pt x="801" y="28226"/>
                  <a:pt x="0" y="22473"/>
                  <a:pt x="1719" y="17069"/>
                </a:cubicBezTo>
                <a:cubicBezTo>
                  <a:pt x="3364" y="11666"/>
                  <a:pt x="7224" y="7399"/>
                  <a:pt x="13254" y="4209"/>
                </a:cubicBezTo>
                <a:cubicBezTo>
                  <a:pt x="19458" y="918"/>
                  <a:pt x="25327" y="0"/>
                  <a:pt x="30731" y="1486"/>
                </a:cubicBezTo>
                <a:cubicBezTo>
                  <a:pt x="36193" y="2898"/>
                  <a:pt x="40402" y="6481"/>
                  <a:pt x="43358" y="12176"/>
                </a:cubicBezTo>
                <a:cubicBezTo>
                  <a:pt x="46082" y="17302"/>
                  <a:pt x="46548" y="22254"/>
                  <a:pt x="44829" y="26973"/>
                </a:cubicBezTo>
                <a:cubicBezTo>
                  <a:pt x="43067" y="31634"/>
                  <a:pt x="39426" y="35508"/>
                  <a:pt x="33746" y="38465"/>
                </a:cubicBezTo>
                <a:close/>
                <a:moveTo>
                  <a:pt x="32260" y="31241"/>
                </a:moveTo>
                <a:cubicBezTo>
                  <a:pt x="35683" y="29420"/>
                  <a:pt x="37897" y="27032"/>
                  <a:pt x="38974" y="24060"/>
                </a:cubicBezTo>
                <a:cubicBezTo>
                  <a:pt x="39994" y="21162"/>
                  <a:pt x="39717" y="18147"/>
                  <a:pt x="38130" y="15016"/>
                </a:cubicBezTo>
                <a:cubicBezTo>
                  <a:pt x="36309" y="11550"/>
                  <a:pt x="33862" y="9278"/>
                  <a:pt x="30789" y="8258"/>
                </a:cubicBezTo>
                <a:cubicBezTo>
                  <a:pt x="27716" y="7166"/>
                  <a:pt x="24293" y="7399"/>
                  <a:pt x="20536" y="8986"/>
                </a:cubicBezTo>
                <a:lnTo>
                  <a:pt x="32260" y="31241"/>
                </a:lnTo>
                <a:close/>
                <a:moveTo>
                  <a:pt x="32260" y="312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E0E95-8914-4B3D-A89C-C70A47EA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661" y="1513252"/>
            <a:ext cx="62860" cy="43912"/>
          </a:xfrm>
          <a:custGeom xmlns:a="http://schemas.openxmlformats.org/drawingml/2006/main">
            <a:pathLst>
              <a:path w="62860" h="43912">
                <a:moveTo>
                  <a:pt x="48689" y="9831"/>
                </a:moveTo>
                <a:lnTo>
                  <a:pt x="29639" y="19851"/>
                </a:lnTo>
                <a:lnTo>
                  <a:pt x="34183" y="28503"/>
                </a:lnTo>
                <a:cubicBezTo>
                  <a:pt x="35887" y="31678"/>
                  <a:pt x="37998" y="33731"/>
                  <a:pt x="40562" y="34576"/>
                </a:cubicBezTo>
                <a:cubicBezTo>
                  <a:pt x="43125" y="35435"/>
                  <a:pt x="45965" y="35100"/>
                  <a:pt x="49038" y="33498"/>
                </a:cubicBezTo>
                <a:cubicBezTo>
                  <a:pt x="52053" y="31911"/>
                  <a:pt x="53932" y="29799"/>
                  <a:pt x="54675" y="27192"/>
                </a:cubicBezTo>
                <a:cubicBezTo>
                  <a:pt x="55403" y="24570"/>
                  <a:pt x="54951" y="21672"/>
                  <a:pt x="53247" y="18424"/>
                </a:cubicBezTo>
                <a:lnTo>
                  <a:pt x="48689" y="9831"/>
                </a:lnTo>
                <a:close/>
                <a:moveTo>
                  <a:pt x="50742" y="0"/>
                </a:moveTo>
                <a:lnTo>
                  <a:pt x="58884" y="15467"/>
                </a:lnTo>
                <a:cubicBezTo>
                  <a:pt x="61899" y="21162"/>
                  <a:pt x="62860" y="26158"/>
                  <a:pt x="61840" y="30425"/>
                </a:cubicBezTo>
                <a:cubicBezTo>
                  <a:pt x="60806" y="34692"/>
                  <a:pt x="57792" y="38115"/>
                  <a:pt x="52840" y="40722"/>
                </a:cubicBezTo>
                <a:cubicBezTo>
                  <a:pt x="47844" y="43344"/>
                  <a:pt x="43227" y="43912"/>
                  <a:pt x="39193" y="42324"/>
                </a:cubicBezTo>
                <a:cubicBezTo>
                  <a:pt x="35100" y="40780"/>
                  <a:pt x="31517" y="37139"/>
                  <a:pt x="28561" y="31459"/>
                </a:cubicBezTo>
                <a:lnTo>
                  <a:pt x="24002" y="22808"/>
                </a:lnTo>
                <a:lnTo>
                  <a:pt x="3641" y="33498"/>
                </a:lnTo>
                <a:lnTo>
                  <a:pt x="0" y="26682"/>
                </a:lnTo>
                <a:lnTo>
                  <a:pt x="50742" y="0"/>
                </a:lnTo>
                <a:close/>
                <a:moveTo>
                  <a:pt x="507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E225F-4DE3-43FC-B069-A6D9AFF4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610" y="1553813"/>
            <a:ext cx="56160" cy="34066"/>
          </a:xfrm>
          <a:custGeom xmlns:a="http://schemas.openxmlformats.org/drawingml/2006/main">
            <a:pathLst>
              <a:path w="56160" h="34066">
                <a:moveTo>
                  <a:pt x="52854" y="0"/>
                </a:moveTo>
                <a:lnTo>
                  <a:pt x="56160" y="6248"/>
                </a:lnTo>
                <a:lnTo>
                  <a:pt x="3248" y="34066"/>
                </a:lnTo>
                <a:lnTo>
                  <a:pt x="0" y="27818"/>
                </a:lnTo>
                <a:lnTo>
                  <a:pt x="52854" y="0"/>
                </a:lnTo>
                <a:close/>
                <a:moveTo>
                  <a:pt x="528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E6E7A-DAA0-4767-B027-C04562D5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61" y="1580321"/>
            <a:ext cx="51485" cy="51878"/>
          </a:xfrm>
          <a:custGeom xmlns:a="http://schemas.openxmlformats.org/drawingml/2006/main">
            <a:pathLst>
              <a:path w="51485" h="51878">
                <a:moveTo>
                  <a:pt x="11666" y="12118"/>
                </a:moveTo>
                <a:lnTo>
                  <a:pt x="34751" y="0"/>
                </a:lnTo>
                <a:lnTo>
                  <a:pt x="37998" y="6263"/>
                </a:lnTo>
                <a:lnTo>
                  <a:pt x="15191" y="18264"/>
                </a:lnTo>
                <a:cubicBezTo>
                  <a:pt x="11608" y="20143"/>
                  <a:pt x="9263" y="22240"/>
                  <a:pt x="8185" y="24570"/>
                </a:cubicBezTo>
                <a:cubicBezTo>
                  <a:pt x="7166" y="26973"/>
                  <a:pt x="7340" y="29522"/>
                  <a:pt x="8811" y="32377"/>
                </a:cubicBezTo>
                <a:cubicBezTo>
                  <a:pt x="10574" y="35726"/>
                  <a:pt x="13079" y="37838"/>
                  <a:pt x="16268" y="38625"/>
                </a:cubicBezTo>
                <a:cubicBezTo>
                  <a:pt x="19458" y="39484"/>
                  <a:pt x="22924" y="38916"/>
                  <a:pt x="26624" y="36979"/>
                </a:cubicBezTo>
                <a:lnTo>
                  <a:pt x="48179" y="25604"/>
                </a:lnTo>
                <a:lnTo>
                  <a:pt x="51485" y="31852"/>
                </a:lnTo>
                <a:lnTo>
                  <a:pt x="13428" y="51878"/>
                </a:lnTo>
                <a:lnTo>
                  <a:pt x="10122" y="45630"/>
                </a:lnTo>
                <a:lnTo>
                  <a:pt x="15977" y="42557"/>
                </a:lnTo>
                <a:cubicBezTo>
                  <a:pt x="12860" y="42266"/>
                  <a:pt x="10239" y="41421"/>
                  <a:pt x="8069" y="39994"/>
                </a:cubicBezTo>
                <a:cubicBezTo>
                  <a:pt x="5855" y="38567"/>
                  <a:pt x="4093" y="36527"/>
                  <a:pt x="2665" y="33906"/>
                </a:cubicBezTo>
                <a:cubicBezTo>
                  <a:pt x="393" y="29522"/>
                  <a:pt x="0" y="25488"/>
                  <a:pt x="1529" y="21788"/>
                </a:cubicBezTo>
                <a:cubicBezTo>
                  <a:pt x="3073" y="18089"/>
                  <a:pt x="6423" y="14841"/>
                  <a:pt x="11666" y="12118"/>
                </a:cubicBezTo>
                <a:close/>
                <a:moveTo>
                  <a:pt x="11666" y="121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CD469-07F5-43D8-AE52-9852D456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456" y="1627990"/>
            <a:ext cx="66006" cy="50407"/>
          </a:xfrm>
          <a:custGeom xmlns:a="http://schemas.openxmlformats.org/drawingml/2006/main">
            <a:pathLst>
              <a:path w="66006" h="50407">
                <a:moveTo>
                  <a:pt x="44159" y="31925"/>
                </a:moveTo>
                <a:cubicBezTo>
                  <a:pt x="48645" y="29537"/>
                  <a:pt x="51718" y="26740"/>
                  <a:pt x="53204" y="23565"/>
                </a:cubicBezTo>
                <a:cubicBezTo>
                  <a:pt x="54733" y="20376"/>
                  <a:pt x="54573" y="17128"/>
                  <a:pt x="52796" y="13720"/>
                </a:cubicBezTo>
                <a:cubicBezTo>
                  <a:pt x="51034" y="10355"/>
                  <a:pt x="48427" y="8433"/>
                  <a:pt x="44946" y="7850"/>
                </a:cubicBezTo>
                <a:cubicBezTo>
                  <a:pt x="41479" y="7282"/>
                  <a:pt x="37503" y="8200"/>
                  <a:pt x="32945" y="10588"/>
                </a:cubicBezTo>
                <a:cubicBezTo>
                  <a:pt x="28459" y="12977"/>
                  <a:pt x="25444" y="15759"/>
                  <a:pt x="23900" y="18948"/>
                </a:cubicBezTo>
                <a:cubicBezTo>
                  <a:pt x="22415" y="22138"/>
                  <a:pt x="22531" y="25386"/>
                  <a:pt x="24293" y="28736"/>
                </a:cubicBezTo>
                <a:cubicBezTo>
                  <a:pt x="26056" y="32100"/>
                  <a:pt x="28677" y="34081"/>
                  <a:pt x="32144" y="34590"/>
                </a:cubicBezTo>
                <a:cubicBezTo>
                  <a:pt x="35625" y="35158"/>
                  <a:pt x="39659" y="34255"/>
                  <a:pt x="44159" y="31925"/>
                </a:cubicBezTo>
                <a:close/>
                <a:moveTo>
                  <a:pt x="32668" y="45922"/>
                </a:moveTo>
                <a:cubicBezTo>
                  <a:pt x="26172" y="49330"/>
                  <a:pt x="20594" y="50407"/>
                  <a:pt x="15933" y="49213"/>
                </a:cubicBezTo>
                <a:cubicBezTo>
                  <a:pt x="11273" y="47961"/>
                  <a:pt x="7399" y="44436"/>
                  <a:pt x="4267" y="38465"/>
                </a:cubicBezTo>
                <a:cubicBezTo>
                  <a:pt x="3073" y="36309"/>
                  <a:pt x="2170" y="34139"/>
                  <a:pt x="1486" y="31983"/>
                </a:cubicBezTo>
                <a:cubicBezTo>
                  <a:pt x="801" y="29872"/>
                  <a:pt x="291" y="27716"/>
                  <a:pt x="0" y="25546"/>
                </a:cubicBezTo>
                <a:lnTo>
                  <a:pt x="6088" y="22313"/>
                </a:lnTo>
                <a:cubicBezTo>
                  <a:pt x="6030" y="24701"/>
                  <a:pt x="6263" y="26857"/>
                  <a:pt x="6714" y="28910"/>
                </a:cubicBezTo>
                <a:cubicBezTo>
                  <a:pt x="7239" y="30949"/>
                  <a:pt x="7908" y="32886"/>
                  <a:pt x="8884" y="34765"/>
                </a:cubicBezTo>
                <a:cubicBezTo>
                  <a:pt x="11040" y="38858"/>
                  <a:pt x="13720" y="41363"/>
                  <a:pt x="16953" y="42280"/>
                </a:cubicBezTo>
                <a:cubicBezTo>
                  <a:pt x="20143" y="43183"/>
                  <a:pt x="23958" y="42499"/>
                  <a:pt x="28284" y="40227"/>
                </a:cubicBezTo>
                <a:lnTo>
                  <a:pt x="31357" y="38639"/>
                </a:lnTo>
                <a:cubicBezTo>
                  <a:pt x="28459" y="38523"/>
                  <a:pt x="25895" y="37722"/>
                  <a:pt x="23725" y="36309"/>
                </a:cubicBezTo>
                <a:cubicBezTo>
                  <a:pt x="21570" y="34882"/>
                  <a:pt x="19749" y="32770"/>
                  <a:pt x="18264" y="29930"/>
                </a:cubicBezTo>
                <a:cubicBezTo>
                  <a:pt x="15817" y="25269"/>
                  <a:pt x="15598" y="20594"/>
                  <a:pt x="17637" y="15875"/>
                </a:cubicBezTo>
                <a:cubicBezTo>
                  <a:pt x="19691" y="11156"/>
                  <a:pt x="23667" y="7224"/>
                  <a:pt x="29537" y="4165"/>
                </a:cubicBezTo>
                <a:cubicBezTo>
                  <a:pt x="35450" y="1034"/>
                  <a:pt x="40911" y="0"/>
                  <a:pt x="45980" y="976"/>
                </a:cubicBezTo>
                <a:cubicBezTo>
                  <a:pt x="51034" y="1937"/>
                  <a:pt x="54791" y="4792"/>
                  <a:pt x="57238" y="9452"/>
                </a:cubicBezTo>
                <a:cubicBezTo>
                  <a:pt x="58724" y="12234"/>
                  <a:pt x="59408" y="14972"/>
                  <a:pt x="59408" y="17579"/>
                </a:cubicBezTo>
                <a:cubicBezTo>
                  <a:pt x="59350" y="20143"/>
                  <a:pt x="58549" y="22706"/>
                  <a:pt x="56961" y="25153"/>
                </a:cubicBezTo>
                <a:lnTo>
                  <a:pt x="62758" y="22138"/>
                </a:lnTo>
                <a:lnTo>
                  <a:pt x="66006" y="28401"/>
                </a:lnTo>
                <a:lnTo>
                  <a:pt x="32668" y="45922"/>
                </a:lnTo>
                <a:close/>
                <a:moveTo>
                  <a:pt x="32668" y="459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620F5-6CBF-4964-B220-DF4EC451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163" y="1661444"/>
            <a:ext cx="56219" cy="34081"/>
          </a:xfrm>
          <a:custGeom xmlns:a="http://schemas.openxmlformats.org/drawingml/2006/main">
            <a:pathLst>
              <a:path w="56219" h="34081">
                <a:moveTo>
                  <a:pt x="38071" y="7792"/>
                </a:moveTo>
                <a:lnTo>
                  <a:pt x="41363" y="14055"/>
                </a:lnTo>
                <a:lnTo>
                  <a:pt x="3306" y="34081"/>
                </a:lnTo>
                <a:lnTo>
                  <a:pt x="0" y="27818"/>
                </a:lnTo>
                <a:lnTo>
                  <a:pt x="38071" y="7792"/>
                </a:lnTo>
                <a:close/>
                <a:moveTo>
                  <a:pt x="52912" y="0"/>
                </a:moveTo>
                <a:lnTo>
                  <a:pt x="56219" y="6263"/>
                </a:lnTo>
                <a:lnTo>
                  <a:pt x="48252" y="10472"/>
                </a:lnTo>
                <a:lnTo>
                  <a:pt x="45004" y="4209"/>
                </a:lnTo>
                <a:lnTo>
                  <a:pt x="52912" y="0"/>
                </a:lnTo>
                <a:close/>
                <a:moveTo>
                  <a:pt x="529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01F3B-2C60-4B3B-98C6-C8CC3E62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42" y="1688359"/>
            <a:ext cx="51427" cy="51878"/>
          </a:xfrm>
          <a:custGeom xmlns:a="http://schemas.openxmlformats.org/drawingml/2006/main">
            <a:pathLst>
              <a:path w="51427" h="51878">
                <a:moveTo>
                  <a:pt x="39703" y="39819"/>
                </a:moveTo>
                <a:lnTo>
                  <a:pt x="16720" y="51878"/>
                </a:lnTo>
                <a:lnTo>
                  <a:pt x="13472" y="45688"/>
                </a:lnTo>
                <a:lnTo>
                  <a:pt x="36236" y="33673"/>
                </a:lnTo>
                <a:cubicBezTo>
                  <a:pt x="39819" y="31809"/>
                  <a:pt x="42149" y="29697"/>
                  <a:pt x="43227" y="27308"/>
                </a:cubicBezTo>
                <a:cubicBezTo>
                  <a:pt x="44261" y="24978"/>
                  <a:pt x="44028" y="22415"/>
                  <a:pt x="42557" y="19575"/>
                </a:cubicBezTo>
                <a:cubicBezTo>
                  <a:pt x="40780" y="16210"/>
                  <a:pt x="38333" y="14113"/>
                  <a:pt x="35158" y="13312"/>
                </a:cubicBezTo>
                <a:cubicBezTo>
                  <a:pt x="31969" y="12453"/>
                  <a:pt x="28503" y="13021"/>
                  <a:pt x="24803" y="15016"/>
                </a:cubicBezTo>
                <a:lnTo>
                  <a:pt x="3292" y="26289"/>
                </a:lnTo>
                <a:lnTo>
                  <a:pt x="0" y="20026"/>
                </a:lnTo>
                <a:lnTo>
                  <a:pt x="38057" y="0"/>
                </a:lnTo>
                <a:lnTo>
                  <a:pt x="41348" y="6321"/>
                </a:lnTo>
                <a:lnTo>
                  <a:pt x="35435" y="9379"/>
                </a:lnTo>
                <a:cubicBezTo>
                  <a:pt x="38508" y="9729"/>
                  <a:pt x="41188" y="10588"/>
                  <a:pt x="43344" y="12001"/>
                </a:cubicBezTo>
                <a:cubicBezTo>
                  <a:pt x="45572" y="13428"/>
                  <a:pt x="47334" y="15467"/>
                  <a:pt x="48747" y="18147"/>
                </a:cubicBezTo>
                <a:cubicBezTo>
                  <a:pt x="51034" y="22473"/>
                  <a:pt x="51427" y="26507"/>
                  <a:pt x="49883" y="30148"/>
                </a:cubicBezTo>
                <a:cubicBezTo>
                  <a:pt x="48354" y="33848"/>
                  <a:pt x="44989" y="37096"/>
                  <a:pt x="39703" y="39819"/>
                </a:cubicBezTo>
                <a:close/>
                <a:moveTo>
                  <a:pt x="39703" y="398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F0EA5-7A3C-4F23-AE35-B872B90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011" y="1749064"/>
            <a:ext cx="12409" cy="11724"/>
          </a:xfrm>
          <a:custGeom xmlns:a="http://schemas.openxmlformats.org/drawingml/2006/main">
            <a:pathLst>
              <a:path w="12409" h="11724">
                <a:moveTo>
                  <a:pt x="8651" y="0"/>
                </a:moveTo>
                <a:lnTo>
                  <a:pt x="12409" y="7224"/>
                </a:lnTo>
                <a:lnTo>
                  <a:pt x="3758" y="11724"/>
                </a:lnTo>
                <a:lnTo>
                  <a:pt x="0" y="4544"/>
                </a:lnTo>
                <a:lnTo>
                  <a:pt x="8651" y="0"/>
                </a:lnTo>
                <a:close/>
                <a:moveTo>
                  <a:pt x="86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4F7DA-D9D8-442B-ADBD-E0519F5D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342" y="1748437"/>
            <a:ext cx="54325" cy="58258"/>
          </a:xfrm>
          <a:custGeom xmlns:a="http://schemas.openxmlformats.org/drawingml/2006/main">
            <a:pathLst>
              <a:path w="54325" h="58258">
                <a:moveTo>
                  <a:pt x="50742" y="0"/>
                </a:moveTo>
                <a:lnTo>
                  <a:pt x="54325" y="6889"/>
                </a:lnTo>
                <a:lnTo>
                  <a:pt x="9379" y="30556"/>
                </a:lnTo>
                <a:lnTo>
                  <a:pt x="22356" y="55243"/>
                </a:lnTo>
                <a:lnTo>
                  <a:pt x="16545" y="58258"/>
                </a:lnTo>
                <a:lnTo>
                  <a:pt x="0" y="26682"/>
                </a:lnTo>
                <a:lnTo>
                  <a:pt x="50742" y="0"/>
                </a:lnTo>
                <a:close/>
                <a:moveTo>
                  <a:pt x="507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74644-B0B8-42CC-99B2-33367093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407" y="1794971"/>
            <a:ext cx="47800" cy="48470"/>
          </a:xfrm>
          <a:custGeom xmlns:a="http://schemas.openxmlformats.org/drawingml/2006/main">
            <a:pathLst>
              <a:path w="47800" h="48470">
                <a:moveTo>
                  <a:pt x="26405" y="25939"/>
                </a:moveTo>
                <a:cubicBezTo>
                  <a:pt x="23725" y="20885"/>
                  <a:pt x="21279" y="17696"/>
                  <a:pt x="19123" y="16327"/>
                </a:cubicBezTo>
                <a:cubicBezTo>
                  <a:pt x="16953" y="14972"/>
                  <a:pt x="14462" y="15016"/>
                  <a:pt x="11666" y="16501"/>
                </a:cubicBezTo>
                <a:cubicBezTo>
                  <a:pt x="9452" y="17696"/>
                  <a:pt x="8083" y="19342"/>
                  <a:pt x="7573" y="21512"/>
                </a:cubicBezTo>
                <a:cubicBezTo>
                  <a:pt x="7005" y="23609"/>
                  <a:pt x="7399" y="25939"/>
                  <a:pt x="8710" y="28444"/>
                </a:cubicBezTo>
                <a:cubicBezTo>
                  <a:pt x="10530" y="31983"/>
                  <a:pt x="13268" y="34081"/>
                  <a:pt x="16793" y="34882"/>
                </a:cubicBezTo>
                <a:cubicBezTo>
                  <a:pt x="20376" y="35668"/>
                  <a:pt x="24191" y="35056"/>
                  <a:pt x="28284" y="32886"/>
                </a:cubicBezTo>
                <a:lnTo>
                  <a:pt x="29653" y="32144"/>
                </a:lnTo>
                <a:lnTo>
                  <a:pt x="26405" y="25939"/>
                </a:lnTo>
                <a:close/>
                <a:moveTo>
                  <a:pt x="35508" y="37037"/>
                </a:moveTo>
                <a:lnTo>
                  <a:pt x="13836" y="48470"/>
                </a:lnTo>
                <a:lnTo>
                  <a:pt x="10530" y="42222"/>
                </a:lnTo>
                <a:lnTo>
                  <a:pt x="16283" y="39149"/>
                </a:lnTo>
                <a:cubicBezTo>
                  <a:pt x="13268" y="38974"/>
                  <a:pt x="10588" y="38071"/>
                  <a:pt x="8375" y="36527"/>
                </a:cubicBezTo>
                <a:cubicBezTo>
                  <a:pt x="6146" y="34998"/>
                  <a:pt x="4209" y="32653"/>
                  <a:pt x="2622" y="29580"/>
                </a:cubicBezTo>
                <a:cubicBezTo>
                  <a:pt x="568" y="25662"/>
                  <a:pt x="0" y="22021"/>
                  <a:pt x="1034" y="18555"/>
                </a:cubicBezTo>
                <a:cubicBezTo>
                  <a:pt x="1995" y="15074"/>
                  <a:pt x="4326" y="12409"/>
                  <a:pt x="7967" y="10472"/>
                </a:cubicBezTo>
                <a:cubicBezTo>
                  <a:pt x="12234" y="8200"/>
                  <a:pt x="16225" y="7967"/>
                  <a:pt x="19924" y="9671"/>
                </a:cubicBezTo>
                <a:cubicBezTo>
                  <a:pt x="23609" y="11375"/>
                  <a:pt x="26973" y="15132"/>
                  <a:pt x="29930" y="20827"/>
                </a:cubicBezTo>
                <a:lnTo>
                  <a:pt x="34532" y="29580"/>
                </a:lnTo>
                <a:lnTo>
                  <a:pt x="35158" y="29245"/>
                </a:lnTo>
                <a:cubicBezTo>
                  <a:pt x="38071" y="27774"/>
                  <a:pt x="39775" y="25604"/>
                  <a:pt x="40343" y="22924"/>
                </a:cubicBezTo>
                <a:cubicBezTo>
                  <a:pt x="40911" y="20201"/>
                  <a:pt x="40343" y="17128"/>
                  <a:pt x="38523" y="13720"/>
                </a:cubicBezTo>
                <a:cubicBezTo>
                  <a:pt x="37387" y="11491"/>
                  <a:pt x="36018" y="9511"/>
                  <a:pt x="34372" y="7734"/>
                </a:cubicBezTo>
                <a:cubicBezTo>
                  <a:pt x="32770" y="5971"/>
                  <a:pt x="30949" y="4384"/>
                  <a:pt x="28910" y="3015"/>
                </a:cubicBezTo>
                <a:lnTo>
                  <a:pt x="34707" y="0"/>
                </a:lnTo>
                <a:cubicBezTo>
                  <a:pt x="36819" y="1821"/>
                  <a:pt x="38639" y="3699"/>
                  <a:pt x="40169" y="5636"/>
                </a:cubicBezTo>
                <a:cubicBezTo>
                  <a:pt x="41771" y="7515"/>
                  <a:pt x="43067" y="9511"/>
                  <a:pt x="44159" y="11550"/>
                </a:cubicBezTo>
                <a:cubicBezTo>
                  <a:pt x="47058" y="17069"/>
                  <a:pt x="47800" y="21905"/>
                  <a:pt x="46373" y="26114"/>
                </a:cubicBezTo>
                <a:cubicBezTo>
                  <a:pt x="44946" y="30381"/>
                  <a:pt x="41305" y="33964"/>
                  <a:pt x="35508" y="37037"/>
                </a:cubicBezTo>
                <a:close/>
                <a:moveTo>
                  <a:pt x="35508" y="370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D615C-146E-454A-A110-0D09575A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841" y="1836057"/>
            <a:ext cx="50349" cy="26274"/>
          </a:xfrm>
          <a:custGeom xmlns:a="http://schemas.openxmlformats.org/drawingml/2006/main">
            <a:pathLst>
              <a:path w="50349" h="26274">
                <a:moveTo>
                  <a:pt x="43970" y="25371"/>
                </a:moveTo>
                <a:cubicBezTo>
                  <a:pt x="44028" y="24454"/>
                  <a:pt x="43912" y="23551"/>
                  <a:pt x="43635" y="22633"/>
                </a:cubicBezTo>
                <a:cubicBezTo>
                  <a:pt x="43402" y="21672"/>
                  <a:pt x="43067" y="20696"/>
                  <a:pt x="42499" y="19735"/>
                </a:cubicBezTo>
                <a:cubicBezTo>
                  <a:pt x="40678" y="16210"/>
                  <a:pt x="38057" y="14040"/>
                  <a:pt x="34751" y="13370"/>
                </a:cubicBezTo>
                <a:cubicBezTo>
                  <a:pt x="31517" y="12686"/>
                  <a:pt x="27701" y="13472"/>
                  <a:pt x="23376" y="15759"/>
                </a:cubicBezTo>
                <a:lnTo>
                  <a:pt x="3292" y="26274"/>
                </a:lnTo>
                <a:lnTo>
                  <a:pt x="0" y="20026"/>
                </a:lnTo>
                <a:lnTo>
                  <a:pt x="38115" y="0"/>
                </a:lnTo>
                <a:lnTo>
                  <a:pt x="41421" y="6306"/>
                </a:lnTo>
                <a:lnTo>
                  <a:pt x="35493" y="9379"/>
                </a:lnTo>
                <a:cubicBezTo>
                  <a:pt x="38508" y="9496"/>
                  <a:pt x="41072" y="10297"/>
                  <a:pt x="43344" y="11826"/>
                </a:cubicBezTo>
                <a:cubicBezTo>
                  <a:pt x="45572" y="13370"/>
                  <a:pt x="47451" y="15642"/>
                  <a:pt x="49038" y="18657"/>
                </a:cubicBezTo>
                <a:cubicBezTo>
                  <a:pt x="49271" y="19050"/>
                  <a:pt x="49490" y="19560"/>
                  <a:pt x="49723" y="20128"/>
                </a:cubicBezTo>
                <a:cubicBezTo>
                  <a:pt x="49941" y="20652"/>
                  <a:pt x="50174" y="21264"/>
                  <a:pt x="50349" y="21949"/>
                </a:cubicBezTo>
                <a:lnTo>
                  <a:pt x="43970" y="25371"/>
                </a:lnTo>
                <a:close/>
                <a:moveTo>
                  <a:pt x="43970" y="253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2B3FE-AA29-4DAB-BB1B-21FEA4EF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914" y="1866598"/>
            <a:ext cx="65991" cy="50466"/>
          </a:xfrm>
          <a:custGeom xmlns:a="http://schemas.openxmlformats.org/drawingml/2006/main">
            <a:pathLst>
              <a:path w="65991" h="50466">
                <a:moveTo>
                  <a:pt x="44145" y="31925"/>
                </a:moveTo>
                <a:cubicBezTo>
                  <a:pt x="48645" y="29537"/>
                  <a:pt x="51660" y="26740"/>
                  <a:pt x="53189" y="23609"/>
                </a:cubicBezTo>
                <a:cubicBezTo>
                  <a:pt x="54675" y="20434"/>
                  <a:pt x="54558" y="17128"/>
                  <a:pt x="52796" y="13778"/>
                </a:cubicBezTo>
                <a:cubicBezTo>
                  <a:pt x="51034" y="10414"/>
                  <a:pt x="48412" y="8418"/>
                  <a:pt x="44946" y="7908"/>
                </a:cubicBezTo>
                <a:cubicBezTo>
                  <a:pt x="41465" y="7340"/>
                  <a:pt x="37430" y="8258"/>
                  <a:pt x="32930" y="10647"/>
                </a:cubicBezTo>
                <a:cubicBezTo>
                  <a:pt x="28444" y="12977"/>
                  <a:pt x="25429" y="15759"/>
                  <a:pt x="23886" y="18948"/>
                </a:cubicBezTo>
                <a:cubicBezTo>
                  <a:pt x="22356" y="22138"/>
                  <a:pt x="22531" y="25371"/>
                  <a:pt x="24293" y="28736"/>
                </a:cubicBezTo>
                <a:cubicBezTo>
                  <a:pt x="26056" y="32144"/>
                  <a:pt x="28663" y="34081"/>
                  <a:pt x="32144" y="34649"/>
                </a:cubicBezTo>
                <a:cubicBezTo>
                  <a:pt x="35610" y="35217"/>
                  <a:pt x="39586" y="34314"/>
                  <a:pt x="44145" y="31925"/>
                </a:cubicBezTo>
                <a:close/>
                <a:moveTo>
                  <a:pt x="32653" y="45922"/>
                </a:moveTo>
                <a:cubicBezTo>
                  <a:pt x="26172" y="49330"/>
                  <a:pt x="20594" y="50466"/>
                  <a:pt x="15919" y="49213"/>
                </a:cubicBezTo>
                <a:cubicBezTo>
                  <a:pt x="11258" y="48019"/>
                  <a:pt x="7340" y="44436"/>
                  <a:pt x="4267" y="38523"/>
                </a:cubicBezTo>
                <a:cubicBezTo>
                  <a:pt x="3073" y="36294"/>
                  <a:pt x="2156" y="34139"/>
                  <a:pt x="1471" y="32027"/>
                </a:cubicBezTo>
                <a:cubicBezTo>
                  <a:pt x="728" y="29872"/>
                  <a:pt x="277" y="27760"/>
                  <a:pt x="0" y="25546"/>
                </a:cubicBezTo>
                <a:lnTo>
                  <a:pt x="6088" y="22356"/>
                </a:lnTo>
                <a:cubicBezTo>
                  <a:pt x="6030" y="24701"/>
                  <a:pt x="6248" y="26915"/>
                  <a:pt x="6714" y="28969"/>
                </a:cubicBezTo>
                <a:cubicBezTo>
                  <a:pt x="7166" y="31008"/>
                  <a:pt x="7908" y="32945"/>
                  <a:pt x="8870" y="34765"/>
                </a:cubicBezTo>
                <a:cubicBezTo>
                  <a:pt x="11025" y="38916"/>
                  <a:pt x="13705" y="41421"/>
                  <a:pt x="16953" y="42324"/>
                </a:cubicBezTo>
                <a:cubicBezTo>
                  <a:pt x="20143" y="43242"/>
                  <a:pt x="23886" y="42557"/>
                  <a:pt x="28269" y="40285"/>
                </a:cubicBezTo>
                <a:lnTo>
                  <a:pt x="31343" y="38639"/>
                </a:lnTo>
                <a:cubicBezTo>
                  <a:pt x="28444" y="38523"/>
                  <a:pt x="25881" y="37780"/>
                  <a:pt x="23725" y="36353"/>
                </a:cubicBezTo>
                <a:cubicBezTo>
                  <a:pt x="21555" y="34882"/>
                  <a:pt x="19735" y="32770"/>
                  <a:pt x="18264" y="29988"/>
                </a:cubicBezTo>
                <a:cubicBezTo>
                  <a:pt x="15759" y="25327"/>
                  <a:pt x="15584" y="20594"/>
                  <a:pt x="17637" y="15875"/>
                </a:cubicBezTo>
                <a:cubicBezTo>
                  <a:pt x="19676" y="11156"/>
                  <a:pt x="23667" y="7224"/>
                  <a:pt x="29522" y="4151"/>
                </a:cubicBezTo>
                <a:cubicBezTo>
                  <a:pt x="35435" y="1078"/>
                  <a:pt x="40897" y="0"/>
                  <a:pt x="45965" y="976"/>
                </a:cubicBezTo>
                <a:cubicBezTo>
                  <a:pt x="51034" y="1995"/>
                  <a:pt x="54777" y="4777"/>
                  <a:pt x="57223" y="9452"/>
                </a:cubicBezTo>
                <a:cubicBezTo>
                  <a:pt x="58709" y="12292"/>
                  <a:pt x="59394" y="14972"/>
                  <a:pt x="59335" y="17579"/>
                </a:cubicBezTo>
                <a:cubicBezTo>
                  <a:pt x="59335" y="20201"/>
                  <a:pt x="58476" y="22706"/>
                  <a:pt x="56947" y="25211"/>
                </a:cubicBezTo>
                <a:lnTo>
                  <a:pt x="62685" y="22138"/>
                </a:lnTo>
                <a:lnTo>
                  <a:pt x="65991" y="28386"/>
                </a:lnTo>
                <a:lnTo>
                  <a:pt x="32653" y="45922"/>
                </a:lnTo>
                <a:close/>
                <a:moveTo>
                  <a:pt x="32653" y="459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63180-35AA-4671-BD7D-8CDE020C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55" y="1911209"/>
            <a:ext cx="46475" cy="46766"/>
          </a:xfrm>
          <a:custGeom xmlns:a="http://schemas.openxmlformats.org/drawingml/2006/main">
            <a:pathLst>
              <a:path w="46475" h="46766">
                <a:moveTo>
                  <a:pt x="33673" y="38450"/>
                </a:moveTo>
                <a:lnTo>
                  <a:pt x="30600" y="40052"/>
                </a:lnTo>
                <a:lnTo>
                  <a:pt x="15526" y="11258"/>
                </a:lnTo>
                <a:cubicBezTo>
                  <a:pt x="11375" y="13822"/>
                  <a:pt x="8753" y="16836"/>
                  <a:pt x="7734" y="20361"/>
                </a:cubicBezTo>
                <a:cubicBezTo>
                  <a:pt x="6656" y="23827"/>
                  <a:pt x="7224" y="27701"/>
                  <a:pt x="9438" y="31852"/>
                </a:cubicBezTo>
                <a:cubicBezTo>
                  <a:pt x="10690" y="34241"/>
                  <a:pt x="12234" y="36411"/>
                  <a:pt x="13996" y="38348"/>
                </a:cubicBezTo>
                <a:cubicBezTo>
                  <a:pt x="15759" y="40271"/>
                  <a:pt x="17812" y="42091"/>
                  <a:pt x="20201" y="43693"/>
                </a:cubicBezTo>
                <a:lnTo>
                  <a:pt x="14273" y="46766"/>
                </a:lnTo>
                <a:cubicBezTo>
                  <a:pt x="12118" y="45048"/>
                  <a:pt x="10181" y="43125"/>
                  <a:pt x="8476" y="41013"/>
                </a:cubicBezTo>
                <a:cubicBezTo>
                  <a:pt x="6714" y="38916"/>
                  <a:pt x="5170" y="36688"/>
                  <a:pt x="3918" y="34241"/>
                </a:cubicBezTo>
                <a:cubicBezTo>
                  <a:pt x="743" y="28153"/>
                  <a:pt x="0" y="22415"/>
                  <a:pt x="1646" y="17011"/>
                </a:cubicBezTo>
                <a:cubicBezTo>
                  <a:pt x="3292" y="11608"/>
                  <a:pt x="7166" y="7340"/>
                  <a:pt x="13195" y="4151"/>
                </a:cubicBezTo>
                <a:cubicBezTo>
                  <a:pt x="19458" y="903"/>
                  <a:pt x="25255" y="0"/>
                  <a:pt x="30658" y="1413"/>
                </a:cubicBezTo>
                <a:cubicBezTo>
                  <a:pt x="36120" y="2840"/>
                  <a:pt x="40329" y="6423"/>
                  <a:pt x="43344" y="12176"/>
                </a:cubicBezTo>
                <a:cubicBezTo>
                  <a:pt x="46023" y="17288"/>
                  <a:pt x="46475" y="22182"/>
                  <a:pt x="44771" y="26900"/>
                </a:cubicBezTo>
                <a:cubicBezTo>
                  <a:pt x="43067" y="31634"/>
                  <a:pt x="39368" y="35435"/>
                  <a:pt x="33673" y="38450"/>
                </a:cubicBezTo>
                <a:close/>
                <a:moveTo>
                  <a:pt x="32260" y="31226"/>
                </a:moveTo>
                <a:cubicBezTo>
                  <a:pt x="35610" y="29347"/>
                  <a:pt x="37824" y="26959"/>
                  <a:pt x="38916" y="24060"/>
                </a:cubicBezTo>
                <a:cubicBezTo>
                  <a:pt x="39994" y="21104"/>
                  <a:pt x="39703" y="18089"/>
                  <a:pt x="38057" y="15016"/>
                </a:cubicBezTo>
                <a:cubicBezTo>
                  <a:pt x="36236" y="11491"/>
                  <a:pt x="33789" y="9219"/>
                  <a:pt x="30716" y="8185"/>
                </a:cubicBezTo>
                <a:cubicBezTo>
                  <a:pt x="27643" y="7107"/>
                  <a:pt x="24235" y="7399"/>
                  <a:pt x="20478" y="8928"/>
                </a:cubicBezTo>
                <a:lnTo>
                  <a:pt x="32260" y="31226"/>
                </a:lnTo>
                <a:close/>
                <a:moveTo>
                  <a:pt x="32260" y="312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50166-203F-4340-AD24-0DAA34CF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405" y="440205"/>
            <a:ext cx="101266" cy="91479"/>
          </a:xfrm>
          <a:custGeom xmlns:a="http://schemas.openxmlformats.org/drawingml/2006/main">
            <a:pathLst>
              <a:path w="101266" h="91479">
                <a:moveTo>
                  <a:pt x="75036" y="0"/>
                </a:moveTo>
                <a:lnTo>
                  <a:pt x="81357" y="13647"/>
                </a:lnTo>
                <a:lnTo>
                  <a:pt x="33964" y="75953"/>
                </a:lnTo>
                <a:lnTo>
                  <a:pt x="96708" y="46926"/>
                </a:lnTo>
                <a:lnTo>
                  <a:pt x="101266" y="56772"/>
                </a:lnTo>
                <a:lnTo>
                  <a:pt x="26216" y="91479"/>
                </a:lnTo>
                <a:lnTo>
                  <a:pt x="19910" y="77774"/>
                </a:lnTo>
                <a:lnTo>
                  <a:pt x="67302" y="15526"/>
                </a:lnTo>
                <a:lnTo>
                  <a:pt x="4544" y="44538"/>
                </a:lnTo>
                <a:lnTo>
                  <a:pt x="0" y="34707"/>
                </a:lnTo>
                <a:lnTo>
                  <a:pt x="75036" y="0"/>
                </a:lnTo>
                <a:close/>
                <a:moveTo>
                  <a:pt x="7503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7D465-5461-4342-BB10-D4ABBDC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782" y="515299"/>
            <a:ext cx="82493" cy="45397"/>
          </a:xfrm>
          <a:custGeom xmlns:a="http://schemas.openxmlformats.org/drawingml/2006/main">
            <a:pathLst>
              <a:path w="82493" h="45397">
                <a:moveTo>
                  <a:pt x="56277" y="10122"/>
                </a:moveTo>
                <a:lnTo>
                  <a:pt x="60602" y="19400"/>
                </a:lnTo>
                <a:lnTo>
                  <a:pt x="4267" y="45397"/>
                </a:lnTo>
                <a:lnTo>
                  <a:pt x="0" y="36178"/>
                </a:lnTo>
                <a:lnTo>
                  <a:pt x="56277" y="10122"/>
                </a:lnTo>
                <a:close/>
                <a:moveTo>
                  <a:pt x="78225" y="0"/>
                </a:moveTo>
                <a:lnTo>
                  <a:pt x="82493" y="9278"/>
                </a:lnTo>
                <a:lnTo>
                  <a:pt x="70783" y="14681"/>
                </a:lnTo>
                <a:lnTo>
                  <a:pt x="66516" y="5462"/>
                </a:lnTo>
                <a:lnTo>
                  <a:pt x="78225" y="0"/>
                </a:lnTo>
                <a:close/>
                <a:moveTo>
                  <a:pt x="7822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8A83A-CD71-49D8-87EA-723B5208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864" y="557565"/>
            <a:ext cx="94843" cy="71118"/>
          </a:xfrm>
          <a:custGeom xmlns:a="http://schemas.openxmlformats.org/drawingml/2006/main">
            <a:pathLst>
              <a:path w="94843" h="71118">
                <a:moveTo>
                  <a:pt x="63093" y="46198"/>
                </a:moveTo>
                <a:cubicBezTo>
                  <a:pt x="69749" y="43125"/>
                  <a:pt x="74293" y="39324"/>
                  <a:pt x="76740" y="34882"/>
                </a:cubicBezTo>
                <a:cubicBezTo>
                  <a:pt x="79128" y="30381"/>
                  <a:pt x="79187" y="25662"/>
                  <a:pt x="76856" y="20652"/>
                </a:cubicBezTo>
                <a:cubicBezTo>
                  <a:pt x="74584" y="15700"/>
                  <a:pt x="70943" y="12686"/>
                  <a:pt x="65991" y="11666"/>
                </a:cubicBezTo>
                <a:cubicBezTo>
                  <a:pt x="61039" y="10588"/>
                  <a:pt x="55184" y="11608"/>
                  <a:pt x="48529" y="14681"/>
                </a:cubicBezTo>
                <a:cubicBezTo>
                  <a:pt x="41873" y="17812"/>
                  <a:pt x="37314" y="21570"/>
                  <a:pt x="34867" y="26056"/>
                </a:cubicBezTo>
                <a:cubicBezTo>
                  <a:pt x="32479" y="30498"/>
                  <a:pt x="32420" y="35217"/>
                  <a:pt x="34707" y="40169"/>
                </a:cubicBezTo>
                <a:cubicBezTo>
                  <a:pt x="37037" y="45179"/>
                  <a:pt x="40678" y="48194"/>
                  <a:pt x="45630" y="49213"/>
                </a:cubicBezTo>
                <a:cubicBezTo>
                  <a:pt x="50582" y="50291"/>
                  <a:pt x="56379" y="49271"/>
                  <a:pt x="63093" y="46198"/>
                </a:cubicBezTo>
                <a:close/>
                <a:moveTo>
                  <a:pt x="45514" y="65540"/>
                </a:moveTo>
                <a:cubicBezTo>
                  <a:pt x="35959" y="69982"/>
                  <a:pt x="27876" y="71118"/>
                  <a:pt x="21220" y="69021"/>
                </a:cubicBezTo>
                <a:cubicBezTo>
                  <a:pt x="14564" y="66967"/>
                  <a:pt x="9219" y="61505"/>
                  <a:pt x="5170" y="52738"/>
                </a:cubicBezTo>
                <a:cubicBezTo>
                  <a:pt x="3641" y="49504"/>
                  <a:pt x="2505" y="46315"/>
                  <a:pt x="1646" y="43183"/>
                </a:cubicBezTo>
                <a:cubicBezTo>
                  <a:pt x="801" y="40110"/>
                  <a:pt x="233" y="36979"/>
                  <a:pt x="0" y="33804"/>
                </a:cubicBezTo>
                <a:lnTo>
                  <a:pt x="8986" y="29639"/>
                </a:lnTo>
                <a:cubicBezTo>
                  <a:pt x="8753" y="33003"/>
                  <a:pt x="8928" y="36193"/>
                  <a:pt x="9438" y="39149"/>
                </a:cubicBezTo>
                <a:cubicBezTo>
                  <a:pt x="9947" y="42164"/>
                  <a:pt x="10865" y="45004"/>
                  <a:pt x="12118" y="47742"/>
                </a:cubicBezTo>
                <a:cubicBezTo>
                  <a:pt x="14958" y="53830"/>
                  <a:pt x="18599" y="57631"/>
                  <a:pt x="23157" y="59175"/>
                </a:cubicBezTo>
                <a:cubicBezTo>
                  <a:pt x="27701" y="60704"/>
                  <a:pt x="33221" y="60020"/>
                  <a:pt x="39601" y="57063"/>
                </a:cubicBezTo>
                <a:lnTo>
                  <a:pt x="44203" y="54966"/>
                </a:lnTo>
                <a:cubicBezTo>
                  <a:pt x="39994" y="54558"/>
                  <a:pt x="36353" y="53262"/>
                  <a:pt x="33338" y="51034"/>
                </a:cubicBezTo>
                <a:cubicBezTo>
                  <a:pt x="30323" y="48820"/>
                  <a:pt x="27876" y="45630"/>
                  <a:pt x="25939" y="41479"/>
                </a:cubicBezTo>
                <a:cubicBezTo>
                  <a:pt x="22750" y="34590"/>
                  <a:pt x="22808" y="27818"/>
                  <a:pt x="26114" y="21162"/>
                </a:cubicBezTo>
                <a:cubicBezTo>
                  <a:pt x="29406" y="14506"/>
                  <a:pt x="35391" y="9161"/>
                  <a:pt x="44086" y="5185"/>
                </a:cubicBezTo>
                <a:cubicBezTo>
                  <a:pt x="52796" y="1136"/>
                  <a:pt x="60763" y="0"/>
                  <a:pt x="67987" y="1821"/>
                </a:cubicBezTo>
                <a:cubicBezTo>
                  <a:pt x="75152" y="3583"/>
                  <a:pt x="80381" y="7967"/>
                  <a:pt x="83570" y="14856"/>
                </a:cubicBezTo>
                <a:cubicBezTo>
                  <a:pt x="85508" y="19007"/>
                  <a:pt x="86309" y="22939"/>
                  <a:pt x="86076" y="26682"/>
                </a:cubicBezTo>
                <a:cubicBezTo>
                  <a:pt x="85784" y="30440"/>
                  <a:pt x="84430" y="34022"/>
                  <a:pt x="82041" y="37445"/>
                </a:cubicBezTo>
                <a:lnTo>
                  <a:pt x="90576" y="33513"/>
                </a:lnTo>
                <a:lnTo>
                  <a:pt x="94843" y="42732"/>
                </a:lnTo>
                <a:lnTo>
                  <a:pt x="45514" y="65540"/>
                </a:lnTo>
                <a:close/>
                <a:moveTo>
                  <a:pt x="45514" y="655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D4BEF-E658-401B-8399-2D3C9D46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82" y="608890"/>
            <a:ext cx="82434" cy="83279"/>
          </a:xfrm>
          <a:custGeom xmlns:a="http://schemas.openxmlformats.org/drawingml/2006/main">
            <a:pathLst>
              <a:path w="82434" h="83279">
                <a:moveTo>
                  <a:pt x="55752" y="67579"/>
                </a:moveTo>
                <a:lnTo>
                  <a:pt x="21788" y="83279"/>
                </a:lnTo>
                <a:lnTo>
                  <a:pt x="17463" y="74016"/>
                </a:lnTo>
                <a:lnTo>
                  <a:pt x="51150" y="58476"/>
                </a:lnTo>
                <a:cubicBezTo>
                  <a:pt x="56495" y="55986"/>
                  <a:pt x="59962" y="53131"/>
                  <a:pt x="61666" y="49839"/>
                </a:cubicBezTo>
                <a:cubicBezTo>
                  <a:pt x="63384" y="46533"/>
                  <a:pt x="63209" y="42776"/>
                  <a:pt x="61331" y="38625"/>
                </a:cubicBezTo>
                <a:cubicBezTo>
                  <a:pt x="59000" y="33615"/>
                  <a:pt x="55578" y="30440"/>
                  <a:pt x="51092" y="29012"/>
                </a:cubicBezTo>
                <a:cubicBezTo>
                  <a:pt x="46591" y="27585"/>
                  <a:pt x="41596" y="28153"/>
                  <a:pt x="36076" y="30716"/>
                </a:cubicBezTo>
                <a:lnTo>
                  <a:pt x="4267" y="45397"/>
                </a:lnTo>
                <a:lnTo>
                  <a:pt x="0" y="36120"/>
                </a:lnTo>
                <a:lnTo>
                  <a:pt x="78167" y="0"/>
                </a:lnTo>
                <a:lnTo>
                  <a:pt x="82434" y="9263"/>
                </a:lnTo>
                <a:lnTo>
                  <a:pt x="51776" y="23434"/>
                </a:lnTo>
                <a:cubicBezTo>
                  <a:pt x="56204" y="24119"/>
                  <a:pt x="59962" y="25546"/>
                  <a:pt x="62976" y="27760"/>
                </a:cubicBezTo>
                <a:cubicBezTo>
                  <a:pt x="66050" y="29974"/>
                  <a:pt x="68496" y="33047"/>
                  <a:pt x="70317" y="36979"/>
                </a:cubicBezTo>
                <a:cubicBezTo>
                  <a:pt x="73273" y="43460"/>
                  <a:pt x="73565" y="49271"/>
                  <a:pt x="71118" y="54442"/>
                </a:cubicBezTo>
                <a:cubicBezTo>
                  <a:pt x="68613" y="59568"/>
                  <a:pt x="63486" y="63938"/>
                  <a:pt x="55752" y="67579"/>
                </a:cubicBezTo>
                <a:close/>
                <a:moveTo>
                  <a:pt x="55752" y="675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0AA3F-5F27-40B2-A109-5028BFA6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789" y="677037"/>
            <a:ext cx="72079" cy="61738"/>
          </a:xfrm>
          <a:custGeom xmlns:a="http://schemas.openxmlformats.org/drawingml/2006/main">
            <a:pathLst>
              <a:path w="72079" h="61738">
                <a:moveTo>
                  <a:pt x="72079" y="9278"/>
                </a:moveTo>
                <a:lnTo>
                  <a:pt x="56087" y="16676"/>
                </a:lnTo>
                <a:lnTo>
                  <a:pt x="64913" y="35741"/>
                </a:lnTo>
                <a:lnTo>
                  <a:pt x="57690" y="39033"/>
                </a:lnTo>
                <a:lnTo>
                  <a:pt x="48864" y="20026"/>
                </a:lnTo>
                <a:lnTo>
                  <a:pt x="18380" y="34139"/>
                </a:lnTo>
                <a:cubicBezTo>
                  <a:pt x="13763" y="36251"/>
                  <a:pt x="11098" y="38232"/>
                  <a:pt x="10355" y="40110"/>
                </a:cubicBezTo>
                <a:cubicBezTo>
                  <a:pt x="9671" y="41931"/>
                  <a:pt x="10181" y="44844"/>
                  <a:pt x="11943" y="48645"/>
                </a:cubicBezTo>
                <a:lnTo>
                  <a:pt x="16327" y="58156"/>
                </a:lnTo>
                <a:lnTo>
                  <a:pt x="8593" y="61738"/>
                </a:lnTo>
                <a:lnTo>
                  <a:pt x="4209" y="52228"/>
                </a:lnTo>
                <a:cubicBezTo>
                  <a:pt x="903" y="45120"/>
                  <a:pt x="0" y="39542"/>
                  <a:pt x="1369" y="35625"/>
                </a:cubicBezTo>
                <a:cubicBezTo>
                  <a:pt x="2782" y="31692"/>
                  <a:pt x="6991" y="28109"/>
                  <a:pt x="14055" y="24818"/>
                </a:cubicBezTo>
                <a:lnTo>
                  <a:pt x="44596" y="10705"/>
                </a:lnTo>
                <a:lnTo>
                  <a:pt x="41479" y="3932"/>
                </a:lnTo>
                <a:lnTo>
                  <a:pt x="48645" y="626"/>
                </a:lnTo>
                <a:lnTo>
                  <a:pt x="51776" y="7399"/>
                </a:lnTo>
                <a:lnTo>
                  <a:pt x="67754" y="0"/>
                </a:lnTo>
                <a:lnTo>
                  <a:pt x="72079" y="9278"/>
                </a:lnTo>
                <a:close/>
                <a:moveTo>
                  <a:pt x="72079" y="92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706C7-B28F-4669-A6BF-3C91FF0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004" y="714759"/>
            <a:ext cx="82507" cy="45397"/>
          </a:xfrm>
          <a:custGeom xmlns:a="http://schemas.openxmlformats.org/drawingml/2006/main">
            <a:pathLst>
              <a:path w="82507" h="45397">
                <a:moveTo>
                  <a:pt x="56277" y="10181"/>
                </a:moveTo>
                <a:lnTo>
                  <a:pt x="60544" y="19400"/>
                </a:lnTo>
                <a:lnTo>
                  <a:pt x="4267" y="45397"/>
                </a:lnTo>
                <a:lnTo>
                  <a:pt x="0" y="36193"/>
                </a:lnTo>
                <a:lnTo>
                  <a:pt x="56277" y="10181"/>
                </a:lnTo>
                <a:close/>
                <a:moveTo>
                  <a:pt x="78240" y="0"/>
                </a:moveTo>
                <a:lnTo>
                  <a:pt x="82507" y="9278"/>
                </a:lnTo>
                <a:lnTo>
                  <a:pt x="70783" y="14681"/>
                </a:lnTo>
                <a:lnTo>
                  <a:pt x="66516" y="5462"/>
                </a:lnTo>
                <a:lnTo>
                  <a:pt x="78240" y="0"/>
                </a:lnTo>
                <a:close/>
                <a:moveTo>
                  <a:pt x="7824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6A7AD-EE96-47F4-AED5-CC8CF0B5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097" y="753165"/>
            <a:ext cx="73565" cy="73157"/>
          </a:xfrm>
          <a:custGeom xmlns:a="http://schemas.openxmlformats.org/drawingml/2006/main">
            <a:pathLst>
              <a:path w="73565" h="73157">
                <a:moveTo>
                  <a:pt x="55752" y="57457"/>
                </a:moveTo>
                <a:lnTo>
                  <a:pt x="21788" y="73157"/>
                </a:lnTo>
                <a:lnTo>
                  <a:pt x="17521" y="63894"/>
                </a:lnTo>
                <a:lnTo>
                  <a:pt x="51150" y="48354"/>
                </a:lnTo>
                <a:cubicBezTo>
                  <a:pt x="56495" y="45849"/>
                  <a:pt x="60020" y="43009"/>
                  <a:pt x="61666" y="39717"/>
                </a:cubicBezTo>
                <a:cubicBezTo>
                  <a:pt x="63370" y="36411"/>
                  <a:pt x="63268" y="32653"/>
                  <a:pt x="61331" y="28503"/>
                </a:cubicBezTo>
                <a:cubicBezTo>
                  <a:pt x="59000" y="23551"/>
                  <a:pt x="55578" y="20317"/>
                  <a:pt x="51092" y="18890"/>
                </a:cubicBezTo>
                <a:cubicBezTo>
                  <a:pt x="46591" y="17463"/>
                  <a:pt x="41581" y="18031"/>
                  <a:pt x="36061" y="20594"/>
                </a:cubicBezTo>
                <a:lnTo>
                  <a:pt x="4267" y="35275"/>
                </a:lnTo>
                <a:lnTo>
                  <a:pt x="0" y="25997"/>
                </a:lnTo>
                <a:lnTo>
                  <a:pt x="56262" y="0"/>
                </a:lnTo>
                <a:lnTo>
                  <a:pt x="60530" y="9278"/>
                </a:lnTo>
                <a:lnTo>
                  <a:pt x="51820" y="13312"/>
                </a:lnTo>
                <a:cubicBezTo>
                  <a:pt x="56204" y="13996"/>
                  <a:pt x="59962" y="15424"/>
                  <a:pt x="62976" y="17637"/>
                </a:cubicBezTo>
                <a:cubicBezTo>
                  <a:pt x="66050" y="19851"/>
                  <a:pt x="68496" y="22924"/>
                  <a:pt x="70317" y="26857"/>
                </a:cubicBezTo>
                <a:cubicBezTo>
                  <a:pt x="73273" y="33338"/>
                  <a:pt x="73565" y="39149"/>
                  <a:pt x="71118" y="44319"/>
                </a:cubicBezTo>
                <a:cubicBezTo>
                  <a:pt x="68613" y="49490"/>
                  <a:pt x="63486" y="53874"/>
                  <a:pt x="55752" y="57457"/>
                </a:cubicBezTo>
                <a:close/>
                <a:moveTo>
                  <a:pt x="55752" y="574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7DBC2-BADA-4584-A66A-36483E54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34" y="822288"/>
            <a:ext cx="94843" cy="71118"/>
          </a:xfrm>
          <a:custGeom xmlns:a="http://schemas.openxmlformats.org/drawingml/2006/main">
            <a:pathLst>
              <a:path w="94843" h="71118">
                <a:moveTo>
                  <a:pt x="63035" y="46198"/>
                </a:moveTo>
                <a:cubicBezTo>
                  <a:pt x="69749" y="43067"/>
                  <a:pt x="74308" y="39309"/>
                  <a:pt x="76696" y="34823"/>
                </a:cubicBezTo>
                <a:cubicBezTo>
                  <a:pt x="79143" y="30381"/>
                  <a:pt x="79201" y="25662"/>
                  <a:pt x="76871" y="20652"/>
                </a:cubicBezTo>
                <a:cubicBezTo>
                  <a:pt x="74584" y="15700"/>
                  <a:pt x="70943" y="12686"/>
                  <a:pt x="65991" y="11608"/>
                </a:cubicBezTo>
                <a:cubicBezTo>
                  <a:pt x="61054" y="10588"/>
                  <a:pt x="55184" y="11550"/>
                  <a:pt x="48529" y="14681"/>
                </a:cubicBezTo>
                <a:cubicBezTo>
                  <a:pt x="41814" y="17754"/>
                  <a:pt x="37329" y="21512"/>
                  <a:pt x="34882" y="25997"/>
                </a:cubicBezTo>
                <a:cubicBezTo>
                  <a:pt x="32493" y="30498"/>
                  <a:pt x="32435" y="35158"/>
                  <a:pt x="34707" y="40110"/>
                </a:cubicBezTo>
                <a:cubicBezTo>
                  <a:pt x="37037" y="45120"/>
                  <a:pt x="40678" y="48135"/>
                  <a:pt x="45630" y="49213"/>
                </a:cubicBezTo>
                <a:cubicBezTo>
                  <a:pt x="50582" y="50291"/>
                  <a:pt x="56379" y="49271"/>
                  <a:pt x="63035" y="46198"/>
                </a:cubicBezTo>
                <a:close/>
                <a:moveTo>
                  <a:pt x="45514" y="65482"/>
                </a:moveTo>
                <a:cubicBezTo>
                  <a:pt x="35959" y="69924"/>
                  <a:pt x="27818" y="71118"/>
                  <a:pt x="21220" y="69006"/>
                </a:cubicBezTo>
                <a:cubicBezTo>
                  <a:pt x="14564" y="66909"/>
                  <a:pt x="9219" y="61505"/>
                  <a:pt x="5185" y="52679"/>
                </a:cubicBezTo>
                <a:cubicBezTo>
                  <a:pt x="3641" y="49446"/>
                  <a:pt x="2505" y="46257"/>
                  <a:pt x="1660" y="43183"/>
                </a:cubicBezTo>
                <a:cubicBezTo>
                  <a:pt x="801" y="40052"/>
                  <a:pt x="233" y="36921"/>
                  <a:pt x="0" y="33731"/>
                </a:cubicBezTo>
                <a:lnTo>
                  <a:pt x="8986" y="29580"/>
                </a:lnTo>
                <a:cubicBezTo>
                  <a:pt x="8768" y="33003"/>
                  <a:pt x="8943" y="36178"/>
                  <a:pt x="9452" y="39149"/>
                </a:cubicBezTo>
                <a:cubicBezTo>
                  <a:pt x="9962" y="42106"/>
                  <a:pt x="10865" y="44946"/>
                  <a:pt x="12118" y="47728"/>
                </a:cubicBezTo>
                <a:cubicBezTo>
                  <a:pt x="14914" y="53772"/>
                  <a:pt x="18613" y="57573"/>
                  <a:pt x="23157" y="59117"/>
                </a:cubicBezTo>
                <a:cubicBezTo>
                  <a:pt x="27716" y="60704"/>
                  <a:pt x="33178" y="59962"/>
                  <a:pt x="39601" y="57005"/>
                </a:cubicBezTo>
                <a:lnTo>
                  <a:pt x="44145" y="54908"/>
                </a:lnTo>
                <a:cubicBezTo>
                  <a:pt x="39994" y="54558"/>
                  <a:pt x="36353" y="53247"/>
                  <a:pt x="33338" y="51034"/>
                </a:cubicBezTo>
                <a:cubicBezTo>
                  <a:pt x="30323" y="48820"/>
                  <a:pt x="27876" y="45630"/>
                  <a:pt x="25939" y="41421"/>
                </a:cubicBezTo>
                <a:cubicBezTo>
                  <a:pt x="22764" y="34532"/>
                  <a:pt x="22822" y="27760"/>
                  <a:pt x="26114" y="21104"/>
                </a:cubicBezTo>
                <a:cubicBezTo>
                  <a:pt x="29420" y="14448"/>
                  <a:pt x="35391" y="9161"/>
                  <a:pt x="44101" y="5127"/>
                </a:cubicBezTo>
                <a:cubicBezTo>
                  <a:pt x="52796" y="1078"/>
                  <a:pt x="60763" y="0"/>
                  <a:pt x="67928" y="1762"/>
                </a:cubicBezTo>
                <a:cubicBezTo>
                  <a:pt x="75152" y="3583"/>
                  <a:pt x="80395" y="7908"/>
                  <a:pt x="83570" y="14797"/>
                </a:cubicBezTo>
                <a:cubicBezTo>
                  <a:pt x="85449" y="18948"/>
                  <a:pt x="86309" y="22924"/>
                  <a:pt x="86017" y="26624"/>
                </a:cubicBezTo>
                <a:cubicBezTo>
                  <a:pt x="85799" y="30381"/>
                  <a:pt x="84430" y="33964"/>
                  <a:pt x="81983" y="37430"/>
                </a:cubicBezTo>
                <a:lnTo>
                  <a:pt x="90518" y="33454"/>
                </a:lnTo>
                <a:lnTo>
                  <a:pt x="94843" y="42732"/>
                </a:lnTo>
                <a:lnTo>
                  <a:pt x="45514" y="65482"/>
                </a:lnTo>
                <a:close/>
                <a:moveTo>
                  <a:pt x="45514" y="654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C27D5-D0B1-4F0A-A399-E269DF6C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015" y="885832"/>
            <a:ext cx="68788" cy="68278"/>
          </a:xfrm>
          <a:custGeom xmlns:a="http://schemas.openxmlformats.org/drawingml/2006/main">
            <a:pathLst>
              <a:path w="68788" h="68278">
                <a:moveTo>
                  <a:pt x="37664" y="36761"/>
                </a:moveTo>
                <a:cubicBezTo>
                  <a:pt x="34197" y="29245"/>
                  <a:pt x="30949" y="24468"/>
                  <a:pt x="27935" y="22371"/>
                </a:cubicBezTo>
                <a:cubicBezTo>
                  <a:pt x="24920" y="20317"/>
                  <a:pt x="21337" y="20201"/>
                  <a:pt x="17186" y="22080"/>
                </a:cubicBezTo>
                <a:cubicBezTo>
                  <a:pt x="13938" y="23609"/>
                  <a:pt x="11841" y="25895"/>
                  <a:pt x="10865" y="28969"/>
                </a:cubicBezTo>
                <a:cubicBezTo>
                  <a:pt x="9962" y="32042"/>
                  <a:pt x="10355" y="35391"/>
                  <a:pt x="12059" y="39091"/>
                </a:cubicBezTo>
                <a:cubicBezTo>
                  <a:pt x="14448" y="44261"/>
                  <a:pt x="18147" y="47509"/>
                  <a:pt x="23216" y="48936"/>
                </a:cubicBezTo>
                <a:cubicBezTo>
                  <a:pt x="28284" y="50349"/>
                  <a:pt x="33848" y="49679"/>
                  <a:pt x="39877" y="46883"/>
                </a:cubicBezTo>
                <a:lnTo>
                  <a:pt x="41931" y="45922"/>
                </a:lnTo>
                <a:lnTo>
                  <a:pt x="37664" y="36761"/>
                </a:lnTo>
                <a:close/>
                <a:moveTo>
                  <a:pt x="50014" y="53422"/>
                </a:moveTo>
                <a:lnTo>
                  <a:pt x="17929" y="68278"/>
                </a:lnTo>
                <a:lnTo>
                  <a:pt x="13661" y="59000"/>
                </a:lnTo>
                <a:lnTo>
                  <a:pt x="22196" y="55083"/>
                </a:lnTo>
                <a:cubicBezTo>
                  <a:pt x="17812" y="54515"/>
                  <a:pt x="14055" y="53087"/>
                  <a:pt x="10982" y="50640"/>
                </a:cubicBezTo>
                <a:cubicBezTo>
                  <a:pt x="7908" y="48252"/>
                  <a:pt x="5287" y="44786"/>
                  <a:pt x="3190" y="40227"/>
                </a:cubicBezTo>
                <a:cubicBezTo>
                  <a:pt x="510" y="34488"/>
                  <a:pt x="0" y="29129"/>
                  <a:pt x="1704" y="24235"/>
                </a:cubicBezTo>
                <a:cubicBezTo>
                  <a:pt x="3364" y="19356"/>
                  <a:pt x="6889" y="15657"/>
                  <a:pt x="12351" y="13152"/>
                </a:cubicBezTo>
                <a:cubicBezTo>
                  <a:pt x="18657" y="10195"/>
                  <a:pt x="24410" y="10137"/>
                  <a:pt x="29580" y="12860"/>
                </a:cubicBezTo>
                <a:cubicBezTo>
                  <a:pt x="34765" y="15657"/>
                  <a:pt x="39266" y="21220"/>
                  <a:pt x="43183" y="29595"/>
                </a:cubicBezTo>
                <a:lnTo>
                  <a:pt x="49155" y="42615"/>
                </a:lnTo>
                <a:lnTo>
                  <a:pt x="50072" y="42164"/>
                </a:lnTo>
                <a:cubicBezTo>
                  <a:pt x="54340" y="40169"/>
                  <a:pt x="56947" y="37270"/>
                  <a:pt x="58039" y="33396"/>
                </a:cubicBezTo>
                <a:cubicBezTo>
                  <a:pt x="59059" y="29537"/>
                  <a:pt x="58374" y="25094"/>
                  <a:pt x="56044" y="20026"/>
                </a:cubicBezTo>
                <a:cubicBezTo>
                  <a:pt x="54558" y="16793"/>
                  <a:pt x="52738" y="13836"/>
                  <a:pt x="50524" y="11156"/>
                </a:cubicBezTo>
                <a:cubicBezTo>
                  <a:pt x="48354" y="8433"/>
                  <a:pt x="45863" y="6030"/>
                  <a:pt x="43009" y="3991"/>
                </a:cubicBezTo>
                <a:lnTo>
                  <a:pt x="51543" y="0"/>
                </a:lnTo>
                <a:cubicBezTo>
                  <a:pt x="54442" y="2796"/>
                  <a:pt x="56947" y="5636"/>
                  <a:pt x="59059" y="8476"/>
                </a:cubicBezTo>
                <a:cubicBezTo>
                  <a:pt x="61156" y="11389"/>
                  <a:pt x="62918" y="14346"/>
                  <a:pt x="64345" y="17361"/>
                </a:cubicBezTo>
                <a:cubicBezTo>
                  <a:pt x="68103" y="25488"/>
                  <a:pt x="68788" y="32551"/>
                  <a:pt x="66399" y="38523"/>
                </a:cubicBezTo>
                <a:cubicBezTo>
                  <a:pt x="64069" y="44494"/>
                  <a:pt x="58607" y="49446"/>
                  <a:pt x="50014" y="53422"/>
                </a:cubicBezTo>
                <a:close/>
                <a:moveTo>
                  <a:pt x="50014" y="5342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835FD-8DAD-47C0-B7E0-3E184438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755" y="936982"/>
            <a:ext cx="82434" cy="45397"/>
          </a:xfrm>
          <a:custGeom xmlns:a="http://schemas.openxmlformats.org/drawingml/2006/main">
            <a:pathLst>
              <a:path w="82434" h="45397">
                <a:moveTo>
                  <a:pt x="78167" y="0"/>
                </a:moveTo>
                <a:lnTo>
                  <a:pt x="82434" y="9219"/>
                </a:lnTo>
                <a:lnTo>
                  <a:pt x="4267" y="45397"/>
                </a:lnTo>
                <a:lnTo>
                  <a:pt x="0" y="36134"/>
                </a:lnTo>
                <a:lnTo>
                  <a:pt x="78167" y="0"/>
                </a:lnTo>
                <a:close/>
                <a:moveTo>
                  <a:pt x="7816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3A370-7D31-444B-9AF2-BFD16AF8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310" y="979772"/>
            <a:ext cx="67011" cy="66618"/>
          </a:xfrm>
          <a:custGeom xmlns:a="http://schemas.openxmlformats.org/drawingml/2006/main">
            <a:pathLst>
              <a:path w="67011" h="66618">
                <a:moveTo>
                  <a:pt x="47334" y="55971"/>
                </a:moveTo>
                <a:lnTo>
                  <a:pt x="42834" y="58083"/>
                </a:lnTo>
                <a:lnTo>
                  <a:pt x="23201" y="15584"/>
                </a:lnTo>
                <a:cubicBezTo>
                  <a:pt x="17011" y="18934"/>
                  <a:pt x="13021" y="23099"/>
                  <a:pt x="11317" y="28036"/>
                </a:cubicBezTo>
                <a:cubicBezTo>
                  <a:pt x="9554" y="33047"/>
                  <a:pt x="10064" y="38567"/>
                  <a:pt x="12904" y="44713"/>
                </a:cubicBezTo>
                <a:cubicBezTo>
                  <a:pt x="14564" y="48237"/>
                  <a:pt x="16603" y="51485"/>
                  <a:pt x="18992" y="54442"/>
                </a:cubicBezTo>
                <a:cubicBezTo>
                  <a:pt x="21381" y="57340"/>
                  <a:pt x="24235" y="60078"/>
                  <a:pt x="27527" y="62569"/>
                </a:cubicBezTo>
                <a:lnTo>
                  <a:pt x="18774" y="66618"/>
                </a:lnTo>
                <a:cubicBezTo>
                  <a:pt x="15817" y="63938"/>
                  <a:pt x="13195" y="61039"/>
                  <a:pt x="10807" y="57850"/>
                </a:cubicBezTo>
                <a:cubicBezTo>
                  <a:pt x="8476" y="54718"/>
                  <a:pt x="6481" y="51369"/>
                  <a:pt x="4835" y="47786"/>
                </a:cubicBezTo>
                <a:cubicBezTo>
                  <a:pt x="670" y="38800"/>
                  <a:pt x="0" y="30483"/>
                  <a:pt x="2782" y="22866"/>
                </a:cubicBezTo>
                <a:cubicBezTo>
                  <a:pt x="5564" y="15191"/>
                  <a:pt x="11433" y="9263"/>
                  <a:pt x="20361" y="5170"/>
                </a:cubicBezTo>
                <a:cubicBezTo>
                  <a:pt x="29580" y="903"/>
                  <a:pt x="38057" y="0"/>
                  <a:pt x="45732" y="2491"/>
                </a:cubicBezTo>
                <a:cubicBezTo>
                  <a:pt x="53466" y="4937"/>
                  <a:pt x="59277" y="10399"/>
                  <a:pt x="63151" y="18875"/>
                </a:cubicBezTo>
                <a:cubicBezTo>
                  <a:pt x="66676" y="26449"/>
                  <a:pt x="67011" y="33556"/>
                  <a:pt x="64171" y="40212"/>
                </a:cubicBezTo>
                <a:cubicBezTo>
                  <a:pt x="61316" y="46868"/>
                  <a:pt x="55752" y="52111"/>
                  <a:pt x="47334" y="55971"/>
                </a:cubicBezTo>
                <a:close/>
                <a:moveTo>
                  <a:pt x="45790" y="45514"/>
                </a:moveTo>
                <a:cubicBezTo>
                  <a:pt x="50801" y="43125"/>
                  <a:pt x="54209" y="39819"/>
                  <a:pt x="55913" y="35668"/>
                </a:cubicBezTo>
                <a:cubicBezTo>
                  <a:pt x="57675" y="31517"/>
                  <a:pt x="57515" y="27133"/>
                  <a:pt x="55345" y="22575"/>
                </a:cubicBezTo>
                <a:cubicBezTo>
                  <a:pt x="53014" y="17404"/>
                  <a:pt x="49606" y="13996"/>
                  <a:pt x="45281" y="12220"/>
                </a:cubicBezTo>
                <a:cubicBezTo>
                  <a:pt x="40955" y="10457"/>
                  <a:pt x="36003" y="10574"/>
                  <a:pt x="30483" y="12569"/>
                </a:cubicBezTo>
                <a:lnTo>
                  <a:pt x="45790" y="45514"/>
                </a:lnTo>
                <a:close/>
                <a:moveTo>
                  <a:pt x="45790" y="455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CBE45-B9C3-4EDA-B878-9C4DD07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822" y="1060445"/>
            <a:ext cx="17696" cy="16487"/>
          </a:xfrm>
          <a:custGeom xmlns:a="http://schemas.openxmlformats.org/drawingml/2006/main">
            <a:pathLst>
              <a:path w="17696" h="16487">
                <a:moveTo>
                  <a:pt x="12744" y="0"/>
                </a:moveTo>
                <a:lnTo>
                  <a:pt x="17696" y="10574"/>
                </a:lnTo>
                <a:lnTo>
                  <a:pt x="4894" y="16487"/>
                </a:lnTo>
                <a:lnTo>
                  <a:pt x="0" y="5855"/>
                </a:lnTo>
                <a:lnTo>
                  <a:pt x="12744" y="0"/>
                </a:lnTo>
                <a:close/>
                <a:moveTo>
                  <a:pt x="1274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7B591-561E-4A7C-95FF-927A2A85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955" y="1093156"/>
            <a:ext cx="17637" cy="16501"/>
          </a:xfrm>
          <a:custGeom xmlns:a="http://schemas.openxmlformats.org/drawingml/2006/main">
            <a:pathLst>
              <a:path w="17637" h="16501">
                <a:moveTo>
                  <a:pt x="12744" y="0"/>
                </a:moveTo>
                <a:lnTo>
                  <a:pt x="17637" y="10574"/>
                </a:lnTo>
                <a:lnTo>
                  <a:pt x="4894" y="16501"/>
                </a:lnTo>
                <a:lnTo>
                  <a:pt x="0" y="5855"/>
                </a:lnTo>
                <a:lnTo>
                  <a:pt x="12744" y="0"/>
                </a:lnTo>
                <a:close/>
                <a:moveTo>
                  <a:pt x="1274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04066-97AA-4415-AD9D-58D079FE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636" y="1096171"/>
            <a:ext cx="90576" cy="62641"/>
          </a:xfrm>
          <a:custGeom xmlns:a="http://schemas.openxmlformats.org/drawingml/2006/main">
            <a:pathLst>
              <a:path w="90576" h="62641">
                <a:moveTo>
                  <a:pt x="71395" y="13996"/>
                </a:moveTo>
                <a:lnTo>
                  <a:pt x="43183" y="27017"/>
                </a:lnTo>
                <a:lnTo>
                  <a:pt x="49097" y="39761"/>
                </a:lnTo>
                <a:cubicBezTo>
                  <a:pt x="51267" y="44538"/>
                  <a:pt x="54223" y="47611"/>
                  <a:pt x="57806" y="49038"/>
                </a:cubicBezTo>
                <a:cubicBezTo>
                  <a:pt x="61447" y="50524"/>
                  <a:pt x="65540" y="50174"/>
                  <a:pt x="70098" y="48077"/>
                </a:cubicBezTo>
                <a:cubicBezTo>
                  <a:pt x="74584" y="46023"/>
                  <a:pt x="77424" y="43125"/>
                  <a:pt x="78677" y="39426"/>
                </a:cubicBezTo>
                <a:cubicBezTo>
                  <a:pt x="79929" y="35726"/>
                  <a:pt x="79478" y="31459"/>
                  <a:pt x="77264" y="26740"/>
                </a:cubicBezTo>
                <a:lnTo>
                  <a:pt x="71395" y="13996"/>
                </a:lnTo>
                <a:close/>
                <a:moveTo>
                  <a:pt x="75036" y="0"/>
                </a:moveTo>
                <a:lnTo>
                  <a:pt x="85624" y="22924"/>
                </a:lnTo>
                <a:cubicBezTo>
                  <a:pt x="89498" y="31284"/>
                  <a:pt x="90576" y="38567"/>
                  <a:pt x="88755" y="44596"/>
                </a:cubicBezTo>
                <a:cubicBezTo>
                  <a:pt x="86935" y="50684"/>
                  <a:pt x="82318" y="55403"/>
                  <a:pt x="75036" y="58767"/>
                </a:cubicBezTo>
                <a:cubicBezTo>
                  <a:pt x="67593" y="62234"/>
                  <a:pt x="61039" y="62641"/>
                  <a:pt x="55243" y="60078"/>
                </a:cubicBezTo>
                <a:cubicBezTo>
                  <a:pt x="49490" y="57515"/>
                  <a:pt x="44654" y="52053"/>
                  <a:pt x="40737" y="43635"/>
                </a:cubicBezTo>
                <a:lnTo>
                  <a:pt x="34882" y="30891"/>
                </a:lnTo>
                <a:lnTo>
                  <a:pt x="4719" y="44829"/>
                </a:lnTo>
                <a:lnTo>
                  <a:pt x="0" y="34649"/>
                </a:lnTo>
                <a:lnTo>
                  <a:pt x="75036" y="0"/>
                </a:lnTo>
                <a:close/>
                <a:moveTo>
                  <a:pt x="7503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4835D-4DD7-4C32-9392-38E0DC32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779" y="1166823"/>
            <a:ext cx="67025" cy="66632"/>
          </a:xfrm>
          <a:custGeom xmlns:a="http://schemas.openxmlformats.org/drawingml/2006/main">
            <a:pathLst>
              <a:path w="67025" h="66632">
                <a:moveTo>
                  <a:pt x="47334" y="55986"/>
                </a:moveTo>
                <a:lnTo>
                  <a:pt x="42834" y="58097"/>
                </a:lnTo>
                <a:lnTo>
                  <a:pt x="23157" y="15598"/>
                </a:lnTo>
                <a:cubicBezTo>
                  <a:pt x="17011" y="18948"/>
                  <a:pt x="13035" y="23099"/>
                  <a:pt x="11258" y="28051"/>
                </a:cubicBezTo>
                <a:cubicBezTo>
                  <a:pt x="9554" y="33061"/>
                  <a:pt x="10064" y="38581"/>
                  <a:pt x="12919" y="44727"/>
                </a:cubicBezTo>
                <a:cubicBezTo>
                  <a:pt x="14564" y="48252"/>
                  <a:pt x="16618" y="51500"/>
                  <a:pt x="19007" y="54456"/>
                </a:cubicBezTo>
                <a:cubicBezTo>
                  <a:pt x="21395" y="57355"/>
                  <a:pt x="24235" y="60078"/>
                  <a:pt x="27541" y="62525"/>
                </a:cubicBezTo>
                <a:lnTo>
                  <a:pt x="18774" y="66632"/>
                </a:lnTo>
                <a:cubicBezTo>
                  <a:pt x="15817" y="63952"/>
                  <a:pt x="13195" y="60996"/>
                  <a:pt x="10807" y="57864"/>
                </a:cubicBezTo>
                <a:cubicBezTo>
                  <a:pt x="8476" y="54733"/>
                  <a:pt x="6481" y="51383"/>
                  <a:pt x="4835" y="47800"/>
                </a:cubicBezTo>
                <a:cubicBezTo>
                  <a:pt x="685" y="38800"/>
                  <a:pt x="0" y="30498"/>
                  <a:pt x="2782" y="22822"/>
                </a:cubicBezTo>
                <a:cubicBezTo>
                  <a:pt x="5578" y="15191"/>
                  <a:pt x="11433" y="9278"/>
                  <a:pt x="20376" y="5185"/>
                </a:cubicBezTo>
                <a:cubicBezTo>
                  <a:pt x="29580" y="918"/>
                  <a:pt x="38057" y="0"/>
                  <a:pt x="45747" y="2505"/>
                </a:cubicBezTo>
                <a:cubicBezTo>
                  <a:pt x="53480" y="4952"/>
                  <a:pt x="59277" y="10414"/>
                  <a:pt x="63151" y="18890"/>
                </a:cubicBezTo>
                <a:cubicBezTo>
                  <a:pt x="66676" y="26463"/>
                  <a:pt x="67025" y="33571"/>
                  <a:pt x="64171" y="40227"/>
                </a:cubicBezTo>
                <a:cubicBezTo>
                  <a:pt x="61331" y="46883"/>
                  <a:pt x="55694" y="52111"/>
                  <a:pt x="47334" y="55986"/>
                </a:cubicBezTo>
                <a:close/>
                <a:moveTo>
                  <a:pt x="45805" y="45514"/>
                </a:moveTo>
                <a:cubicBezTo>
                  <a:pt x="50801" y="43125"/>
                  <a:pt x="54165" y="39834"/>
                  <a:pt x="55927" y="35683"/>
                </a:cubicBezTo>
                <a:cubicBezTo>
                  <a:pt x="57690" y="31517"/>
                  <a:pt x="57457" y="27148"/>
                  <a:pt x="55359" y="22589"/>
                </a:cubicBezTo>
                <a:cubicBezTo>
                  <a:pt x="53029" y="17419"/>
                  <a:pt x="49606" y="13996"/>
                  <a:pt x="45281" y="12234"/>
                </a:cubicBezTo>
                <a:cubicBezTo>
                  <a:pt x="40970" y="10472"/>
                  <a:pt x="36018" y="10588"/>
                  <a:pt x="30498" y="12584"/>
                </a:cubicBezTo>
                <a:lnTo>
                  <a:pt x="45805" y="45514"/>
                </a:lnTo>
                <a:close/>
                <a:moveTo>
                  <a:pt x="45805" y="455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45FA0-D9C4-485F-89CE-2EDC6C9D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505" y="1225707"/>
            <a:ext cx="72370" cy="36921"/>
          </a:xfrm>
          <a:custGeom xmlns:a="http://schemas.openxmlformats.org/drawingml/2006/main">
            <a:pathLst>
              <a:path w="72370" h="36921">
                <a:moveTo>
                  <a:pt x="62918" y="36921"/>
                </a:moveTo>
                <a:cubicBezTo>
                  <a:pt x="63035" y="35625"/>
                  <a:pt x="62918" y="34314"/>
                  <a:pt x="62641" y="32945"/>
                </a:cubicBezTo>
                <a:cubicBezTo>
                  <a:pt x="62350" y="31576"/>
                  <a:pt x="61899" y="30163"/>
                  <a:pt x="61214" y="28736"/>
                </a:cubicBezTo>
                <a:cubicBezTo>
                  <a:pt x="58826" y="23507"/>
                  <a:pt x="55243" y="20259"/>
                  <a:pt x="50582" y="19007"/>
                </a:cubicBezTo>
                <a:cubicBezTo>
                  <a:pt x="45849" y="17812"/>
                  <a:pt x="40343" y="18672"/>
                  <a:pt x="33964" y="21628"/>
                </a:cubicBezTo>
                <a:lnTo>
                  <a:pt x="4326" y="35275"/>
                </a:lnTo>
                <a:lnTo>
                  <a:pt x="0" y="25997"/>
                </a:lnTo>
                <a:lnTo>
                  <a:pt x="56321" y="0"/>
                </a:lnTo>
                <a:lnTo>
                  <a:pt x="60588" y="9278"/>
                </a:lnTo>
                <a:lnTo>
                  <a:pt x="51835" y="13312"/>
                </a:lnTo>
                <a:cubicBezTo>
                  <a:pt x="56146" y="13720"/>
                  <a:pt x="59845" y="15074"/>
                  <a:pt x="62976" y="17419"/>
                </a:cubicBezTo>
                <a:cubicBezTo>
                  <a:pt x="66050" y="19749"/>
                  <a:pt x="68671" y="23157"/>
                  <a:pt x="70710" y="27600"/>
                </a:cubicBezTo>
                <a:cubicBezTo>
                  <a:pt x="71001" y="28284"/>
                  <a:pt x="71278" y="28969"/>
                  <a:pt x="71569" y="29755"/>
                </a:cubicBezTo>
                <a:cubicBezTo>
                  <a:pt x="71861" y="30614"/>
                  <a:pt x="72079" y="31517"/>
                  <a:pt x="72370" y="32493"/>
                </a:cubicBezTo>
                <a:lnTo>
                  <a:pt x="62918" y="36921"/>
                </a:lnTo>
                <a:close/>
                <a:moveTo>
                  <a:pt x="62918" y="369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9077B-1FF6-4B26-B9B6-EA09A6B1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239" y="1258258"/>
            <a:ext cx="82507" cy="45339"/>
          </a:xfrm>
          <a:custGeom xmlns:a="http://schemas.openxmlformats.org/drawingml/2006/main">
            <a:pathLst>
              <a:path w="82507" h="45339">
                <a:moveTo>
                  <a:pt x="56277" y="10122"/>
                </a:moveTo>
                <a:lnTo>
                  <a:pt x="60544" y="19342"/>
                </a:lnTo>
                <a:lnTo>
                  <a:pt x="4267" y="45339"/>
                </a:lnTo>
                <a:lnTo>
                  <a:pt x="0" y="36120"/>
                </a:lnTo>
                <a:lnTo>
                  <a:pt x="56277" y="10122"/>
                </a:lnTo>
                <a:close/>
                <a:moveTo>
                  <a:pt x="78182" y="0"/>
                </a:moveTo>
                <a:lnTo>
                  <a:pt x="82507" y="9205"/>
                </a:lnTo>
                <a:lnTo>
                  <a:pt x="70783" y="14623"/>
                </a:lnTo>
                <a:lnTo>
                  <a:pt x="66457" y="5403"/>
                </a:lnTo>
                <a:lnTo>
                  <a:pt x="78182" y="0"/>
                </a:lnTo>
                <a:close/>
                <a:moveTo>
                  <a:pt x="7818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20CEA-A63C-4D9F-8366-5EE0091E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52" y="1300641"/>
            <a:ext cx="67127" cy="62292"/>
          </a:xfrm>
          <a:custGeom xmlns:a="http://schemas.openxmlformats.org/drawingml/2006/main">
            <a:pathLst>
              <a:path w="67127" h="62292">
                <a:moveTo>
                  <a:pt x="55301" y="21104"/>
                </a:moveTo>
                <a:cubicBezTo>
                  <a:pt x="53029" y="16152"/>
                  <a:pt x="49271" y="13137"/>
                  <a:pt x="44043" y="12059"/>
                </a:cubicBezTo>
                <a:cubicBezTo>
                  <a:pt x="38858" y="10923"/>
                  <a:pt x="32886" y="11943"/>
                  <a:pt x="26172" y="15074"/>
                </a:cubicBezTo>
                <a:cubicBezTo>
                  <a:pt x="19400" y="18205"/>
                  <a:pt x="14797" y="22065"/>
                  <a:pt x="12234" y="26740"/>
                </a:cubicBezTo>
                <a:cubicBezTo>
                  <a:pt x="9671" y="31343"/>
                  <a:pt x="9554" y="36178"/>
                  <a:pt x="11885" y="41188"/>
                </a:cubicBezTo>
                <a:cubicBezTo>
                  <a:pt x="14171" y="46140"/>
                  <a:pt x="17929" y="49097"/>
                  <a:pt x="23099" y="50174"/>
                </a:cubicBezTo>
                <a:cubicBezTo>
                  <a:pt x="28328" y="51252"/>
                  <a:pt x="34314" y="50291"/>
                  <a:pt x="41013" y="47160"/>
                </a:cubicBezTo>
                <a:cubicBezTo>
                  <a:pt x="47684" y="44086"/>
                  <a:pt x="52286" y="40227"/>
                  <a:pt x="54849" y="35493"/>
                </a:cubicBezTo>
                <a:cubicBezTo>
                  <a:pt x="57413" y="30833"/>
                  <a:pt x="57573" y="26056"/>
                  <a:pt x="55301" y="21104"/>
                </a:cubicBezTo>
                <a:close/>
                <a:moveTo>
                  <a:pt x="63093" y="17463"/>
                </a:moveTo>
                <a:cubicBezTo>
                  <a:pt x="66851" y="25546"/>
                  <a:pt x="67127" y="33047"/>
                  <a:pt x="64011" y="40052"/>
                </a:cubicBezTo>
                <a:cubicBezTo>
                  <a:pt x="60937" y="47043"/>
                  <a:pt x="54791" y="52738"/>
                  <a:pt x="45514" y="57005"/>
                </a:cubicBezTo>
                <a:cubicBezTo>
                  <a:pt x="36294" y="61214"/>
                  <a:pt x="28051" y="62292"/>
                  <a:pt x="20652" y="60136"/>
                </a:cubicBezTo>
                <a:cubicBezTo>
                  <a:pt x="13312" y="57966"/>
                  <a:pt x="7734" y="52854"/>
                  <a:pt x="4034" y="44829"/>
                </a:cubicBezTo>
                <a:cubicBezTo>
                  <a:pt x="291" y="36746"/>
                  <a:pt x="0" y="29187"/>
                  <a:pt x="3131" y="22182"/>
                </a:cubicBezTo>
                <a:cubicBezTo>
                  <a:pt x="6263" y="15191"/>
                  <a:pt x="12467" y="9554"/>
                  <a:pt x="21614" y="5345"/>
                </a:cubicBezTo>
                <a:cubicBezTo>
                  <a:pt x="30891" y="1078"/>
                  <a:pt x="39149" y="0"/>
                  <a:pt x="46490" y="2156"/>
                </a:cubicBezTo>
                <a:cubicBezTo>
                  <a:pt x="53815" y="4326"/>
                  <a:pt x="59394" y="9438"/>
                  <a:pt x="63093" y="17463"/>
                </a:cubicBezTo>
                <a:close/>
                <a:moveTo>
                  <a:pt x="63093" y="174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1C602-DBAF-4BC1-B7B1-B9F6E3F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29" y="1363675"/>
            <a:ext cx="95411" cy="68496"/>
          </a:xfrm>
          <a:custGeom xmlns:a="http://schemas.openxmlformats.org/drawingml/2006/main">
            <a:pathLst>
              <a:path w="95411" h="68496">
                <a:moveTo>
                  <a:pt x="60704" y="37212"/>
                </a:moveTo>
                <a:lnTo>
                  <a:pt x="91144" y="23157"/>
                </a:lnTo>
                <a:lnTo>
                  <a:pt x="95411" y="32377"/>
                </a:lnTo>
                <a:lnTo>
                  <a:pt x="17230" y="68496"/>
                </a:lnTo>
                <a:lnTo>
                  <a:pt x="12962" y="59277"/>
                </a:lnTo>
                <a:lnTo>
                  <a:pt x="21395" y="55359"/>
                </a:lnTo>
                <a:cubicBezTo>
                  <a:pt x="17186" y="54951"/>
                  <a:pt x="13545" y="53699"/>
                  <a:pt x="10530" y="51485"/>
                </a:cubicBezTo>
                <a:cubicBezTo>
                  <a:pt x="7559" y="49271"/>
                  <a:pt x="5054" y="46082"/>
                  <a:pt x="3190" y="41931"/>
                </a:cubicBezTo>
                <a:cubicBezTo>
                  <a:pt x="0" y="35100"/>
                  <a:pt x="175" y="28328"/>
                  <a:pt x="3641" y="21555"/>
                </a:cubicBezTo>
                <a:cubicBezTo>
                  <a:pt x="7049" y="14797"/>
                  <a:pt x="13254" y="9336"/>
                  <a:pt x="22065" y="5229"/>
                </a:cubicBezTo>
                <a:cubicBezTo>
                  <a:pt x="30891" y="1136"/>
                  <a:pt x="39033" y="0"/>
                  <a:pt x="46417" y="1762"/>
                </a:cubicBezTo>
                <a:cubicBezTo>
                  <a:pt x="53815" y="3525"/>
                  <a:pt x="59102" y="7792"/>
                  <a:pt x="62234" y="14623"/>
                </a:cubicBezTo>
                <a:cubicBezTo>
                  <a:pt x="64171" y="18774"/>
                  <a:pt x="65030" y="22706"/>
                  <a:pt x="64739" y="26391"/>
                </a:cubicBezTo>
                <a:cubicBezTo>
                  <a:pt x="64520" y="30090"/>
                  <a:pt x="63151" y="33731"/>
                  <a:pt x="60704" y="37212"/>
                </a:cubicBezTo>
                <a:close/>
                <a:moveTo>
                  <a:pt x="26507" y="14797"/>
                </a:moveTo>
                <a:cubicBezTo>
                  <a:pt x="19676" y="17914"/>
                  <a:pt x="15016" y="21788"/>
                  <a:pt x="12453" y="26391"/>
                </a:cubicBezTo>
                <a:cubicBezTo>
                  <a:pt x="9846" y="30949"/>
                  <a:pt x="9671" y="35726"/>
                  <a:pt x="11943" y="40620"/>
                </a:cubicBezTo>
                <a:cubicBezTo>
                  <a:pt x="14215" y="45514"/>
                  <a:pt x="17914" y="48412"/>
                  <a:pt x="23099" y="49432"/>
                </a:cubicBezTo>
                <a:cubicBezTo>
                  <a:pt x="28269" y="50466"/>
                  <a:pt x="34241" y="49432"/>
                  <a:pt x="41072" y="46315"/>
                </a:cubicBezTo>
                <a:cubicBezTo>
                  <a:pt x="47844" y="43125"/>
                  <a:pt x="52505" y="39251"/>
                  <a:pt x="55068" y="34649"/>
                </a:cubicBezTo>
                <a:cubicBezTo>
                  <a:pt x="57690" y="30090"/>
                  <a:pt x="57806" y="25313"/>
                  <a:pt x="55578" y="20419"/>
                </a:cubicBezTo>
                <a:cubicBezTo>
                  <a:pt x="53306" y="15526"/>
                  <a:pt x="49606" y="12627"/>
                  <a:pt x="44436" y="11608"/>
                </a:cubicBezTo>
                <a:cubicBezTo>
                  <a:pt x="39251" y="10588"/>
                  <a:pt x="33280" y="11666"/>
                  <a:pt x="26507" y="14797"/>
                </a:cubicBezTo>
                <a:close/>
                <a:moveTo>
                  <a:pt x="26507" y="1479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F510A-EEE8-4DF5-9285-AFBF7D71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959" y="1416981"/>
            <a:ext cx="90503" cy="62641"/>
          </a:xfrm>
          <a:custGeom xmlns:a="http://schemas.openxmlformats.org/drawingml/2006/main">
            <a:pathLst>
              <a:path w="90503" h="62641">
                <a:moveTo>
                  <a:pt x="71336" y="13996"/>
                </a:moveTo>
                <a:lnTo>
                  <a:pt x="43169" y="27032"/>
                </a:lnTo>
                <a:lnTo>
                  <a:pt x="49097" y="39775"/>
                </a:lnTo>
                <a:cubicBezTo>
                  <a:pt x="51252" y="44494"/>
                  <a:pt x="54150" y="47626"/>
                  <a:pt x="57792" y="49038"/>
                </a:cubicBezTo>
                <a:cubicBezTo>
                  <a:pt x="61433" y="50466"/>
                  <a:pt x="65540" y="50174"/>
                  <a:pt x="70026" y="48077"/>
                </a:cubicBezTo>
                <a:cubicBezTo>
                  <a:pt x="74526" y="46023"/>
                  <a:pt x="77424" y="43125"/>
                  <a:pt x="78677" y="39368"/>
                </a:cubicBezTo>
                <a:cubicBezTo>
                  <a:pt x="79929" y="35668"/>
                  <a:pt x="79478" y="31459"/>
                  <a:pt x="77250" y="26740"/>
                </a:cubicBezTo>
                <a:lnTo>
                  <a:pt x="71336" y="13996"/>
                </a:lnTo>
                <a:close/>
                <a:moveTo>
                  <a:pt x="75036" y="0"/>
                </a:moveTo>
                <a:lnTo>
                  <a:pt x="85624" y="22866"/>
                </a:lnTo>
                <a:cubicBezTo>
                  <a:pt x="89484" y="31299"/>
                  <a:pt x="90503" y="38523"/>
                  <a:pt x="88683" y="44611"/>
                </a:cubicBezTo>
                <a:cubicBezTo>
                  <a:pt x="86920" y="50699"/>
                  <a:pt x="82318" y="55418"/>
                  <a:pt x="74977" y="58767"/>
                </a:cubicBezTo>
                <a:cubicBezTo>
                  <a:pt x="67579" y="62190"/>
                  <a:pt x="60981" y="62641"/>
                  <a:pt x="55243" y="60078"/>
                </a:cubicBezTo>
                <a:cubicBezTo>
                  <a:pt x="49432" y="57515"/>
                  <a:pt x="44596" y="52053"/>
                  <a:pt x="40722" y="43635"/>
                </a:cubicBezTo>
                <a:lnTo>
                  <a:pt x="34809" y="30891"/>
                </a:lnTo>
                <a:lnTo>
                  <a:pt x="4661" y="44829"/>
                </a:lnTo>
                <a:lnTo>
                  <a:pt x="0" y="34649"/>
                </a:lnTo>
                <a:lnTo>
                  <a:pt x="75036" y="0"/>
                </a:lnTo>
                <a:close/>
                <a:moveTo>
                  <a:pt x="7503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62F08-4D53-4CA3-83B7-B43F24B9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428" y="1485142"/>
            <a:ext cx="72370" cy="36921"/>
          </a:xfrm>
          <a:custGeom xmlns:a="http://schemas.openxmlformats.org/drawingml/2006/main">
            <a:pathLst>
              <a:path w="72370" h="36921">
                <a:moveTo>
                  <a:pt x="62933" y="36921"/>
                </a:moveTo>
                <a:cubicBezTo>
                  <a:pt x="63035" y="35610"/>
                  <a:pt x="62933" y="34299"/>
                  <a:pt x="62641" y="32945"/>
                </a:cubicBezTo>
                <a:cubicBezTo>
                  <a:pt x="62365" y="31576"/>
                  <a:pt x="61899" y="30148"/>
                  <a:pt x="61214" y="28677"/>
                </a:cubicBezTo>
                <a:cubicBezTo>
                  <a:pt x="58826" y="23492"/>
                  <a:pt x="55243" y="20245"/>
                  <a:pt x="50582" y="18992"/>
                </a:cubicBezTo>
                <a:cubicBezTo>
                  <a:pt x="45863" y="17798"/>
                  <a:pt x="40343" y="18657"/>
                  <a:pt x="33964" y="21555"/>
                </a:cubicBezTo>
                <a:lnTo>
                  <a:pt x="4326" y="35275"/>
                </a:lnTo>
                <a:lnTo>
                  <a:pt x="0" y="25997"/>
                </a:lnTo>
                <a:lnTo>
                  <a:pt x="56335" y="0"/>
                </a:lnTo>
                <a:lnTo>
                  <a:pt x="60588" y="9278"/>
                </a:lnTo>
                <a:lnTo>
                  <a:pt x="51835" y="13312"/>
                </a:lnTo>
                <a:cubicBezTo>
                  <a:pt x="56160" y="13705"/>
                  <a:pt x="59860" y="15074"/>
                  <a:pt x="62991" y="17404"/>
                </a:cubicBezTo>
                <a:cubicBezTo>
                  <a:pt x="66064" y="19735"/>
                  <a:pt x="68671" y="23157"/>
                  <a:pt x="70725" y="27585"/>
                </a:cubicBezTo>
                <a:cubicBezTo>
                  <a:pt x="71001" y="28211"/>
                  <a:pt x="71293" y="28954"/>
                  <a:pt x="71569" y="29755"/>
                </a:cubicBezTo>
                <a:cubicBezTo>
                  <a:pt x="71861" y="30600"/>
                  <a:pt x="72094" y="31517"/>
                  <a:pt x="72370" y="32479"/>
                </a:cubicBezTo>
                <a:lnTo>
                  <a:pt x="62933" y="36921"/>
                </a:lnTo>
                <a:close/>
                <a:moveTo>
                  <a:pt x="62933" y="369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93E08-A0B9-4371-BDFF-7D2EBDAE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445" y="1529578"/>
            <a:ext cx="67011" cy="66559"/>
          </a:xfrm>
          <a:custGeom xmlns:a="http://schemas.openxmlformats.org/drawingml/2006/main">
            <a:pathLst>
              <a:path w="67011" h="66559">
                <a:moveTo>
                  <a:pt x="47393" y="55971"/>
                </a:moveTo>
                <a:lnTo>
                  <a:pt x="42834" y="58083"/>
                </a:lnTo>
                <a:lnTo>
                  <a:pt x="23216" y="15526"/>
                </a:lnTo>
                <a:cubicBezTo>
                  <a:pt x="17011" y="18875"/>
                  <a:pt x="13079" y="23041"/>
                  <a:pt x="11317" y="28036"/>
                </a:cubicBezTo>
                <a:cubicBezTo>
                  <a:pt x="9554" y="32988"/>
                  <a:pt x="10122" y="38567"/>
                  <a:pt x="12962" y="44713"/>
                </a:cubicBezTo>
                <a:cubicBezTo>
                  <a:pt x="14564" y="48237"/>
                  <a:pt x="16603" y="51485"/>
                  <a:pt x="18992" y="54383"/>
                </a:cubicBezTo>
                <a:cubicBezTo>
                  <a:pt x="21439" y="57340"/>
                  <a:pt x="24293" y="60078"/>
                  <a:pt x="27527" y="62525"/>
                </a:cubicBezTo>
                <a:lnTo>
                  <a:pt x="18774" y="66559"/>
                </a:lnTo>
                <a:cubicBezTo>
                  <a:pt x="15875" y="63879"/>
                  <a:pt x="13195" y="60981"/>
                  <a:pt x="10865" y="57850"/>
                </a:cubicBezTo>
                <a:cubicBezTo>
                  <a:pt x="8476" y="54718"/>
                  <a:pt x="6481" y="51369"/>
                  <a:pt x="4835" y="47786"/>
                </a:cubicBezTo>
                <a:cubicBezTo>
                  <a:pt x="685" y="38800"/>
                  <a:pt x="0" y="30483"/>
                  <a:pt x="2782" y="22808"/>
                </a:cubicBezTo>
                <a:cubicBezTo>
                  <a:pt x="5636" y="15132"/>
                  <a:pt x="11491" y="9263"/>
                  <a:pt x="20419" y="5112"/>
                </a:cubicBezTo>
                <a:cubicBezTo>
                  <a:pt x="29580" y="903"/>
                  <a:pt x="38057" y="0"/>
                  <a:pt x="45732" y="2447"/>
                </a:cubicBezTo>
                <a:cubicBezTo>
                  <a:pt x="53480" y="4937"/>
                  <a:pt x="59277" y="10399"/>
                  <a:pt x="63209" y="18832"/>
                </a:cubicBezTo>
                <a:cubicBezTo>
                  <a:pt x="66676" y="26391"/>
                  <a:pt x="67011" y="33498"/>
                  <a:pt x="64171" y="40154"/>
                </a:cubicBezTo>
                <a:cubicBezTo>
                  <a:pt x="61331" y="46810"/>
                  <a:pt x="55752" y="52111"/>
                  <a:pt x="47393" y="55971"/>
                </a:cubicBezTo>
                <a:close/>
                <a:moveTo>
                  <a:pt x="45790" y="45455"/>
                </a:moveTo>
                <a:cubicBezTo>
                  <a:pt x="50859" y="43067"/>
                  <a:pt x="54209" y="39819"/>
                  <a:pt x="55927" y="35610"/>
                </a:cubicBezTo>
                <a:cubicBezTo>
                  <a:pt x="57690" y="31459"/>
                  <a:pt x="57515" y="27133"/>
                  <a:pt x="55403" y="22575"/>
                </a:cubicBezTo>
                <a:cubicBezTo>
                  <a:pt x="53014" y="17404"/>
                  <a:pt x="49665" y="13938"/>
                  <a:pt x="45281" y="12220"/>
                </a:cubicBezTo>
                <a:cubicBezTo>
                  <a:pt x="40955" y="10457"/>
                  <a:pt x="36003" y="10574"/>
                  <a:pt x="30498" y="12511"/>
                </a:cubicBezTo>
                <a:lnTo>
                  <a:pt x="45790" y="45455"/>
                </a:lnTo>
                <a:close/>
                <a:moveTo>
                  <a:pt x="45790" y="454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8F939-7F0A-4328-9824-CB668509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539" y="1592555"/>
            <a:ext cx="95411" cy="68496"/>
          </a:xfrm>
          <a:custGeom xmlns:a="http://schemas.openxmlformats.org/drawingml/2006/main">
            <a:pathLst>
              <a:path w="95411" h="68496">
                <a:moveTo>
                  <a:pt x="60704" y="37212"/>
                </a:moveTo>
                <a:lnTo>
                  <a:pt x="91144" y="23157"/>
                </a:lnTo>
                <a:lnTo>
                  <a:pt x="95411" y="32362"/>
                </a:lnTo>
                <a:lnTo>
                  <a:pt x="17244" y="68496"/>
                </a:lnTo>
                <a:lnTo>
                  <a:pt x="12977" y="59277"/>
                </a:lnTo>
                <a:lnTo>
                  <a:pt x="21395" y="55359"/>
                </a:lnTo>
                <a:cubicBezTo>
                  <a:pt x="17128" y="54951"/>
                  <a:pt x="13545" y="53641"/>
                  <a:pt x="10530" y="51427"/>
                </a:cubicBezTo>
                <a:cubicBezTo>
                  <a:pt x="7515" y="49271"/>
                  <a:pt x="5068" y="46082"/>
                  <a:pt x="3131" y="41931"/>
                </a:cubicBezTo>
                <a:cubicBezTo>
                  <a:pt x="0" y="35100"/>
                  <a:pt x="175" y="28328"/>
                  <a:pt x="3597" y="21555"/>
                </a:cubicBezTo>
                <a:cubicBezTo>
                  <a:pt x="7064" y="14739"/>
                  <a:pt x="13210" y="9321"/>
                  <a:pt x="22080" y="5229"/>
                </a:cubicBezTo>
                <a:cubicBezTo>
                  <a:pt x="30906" y="1136"/>
                  <a:pt x="39033" y="0"/>
                  <a:pt x="46431" y="1762"/>
                </a:cubicBezTo>
                <a:cubicBezTo>
                  <a:pt x="53830" y="3525"/>
                  <a:pt x="59117" y="7792"/>
                  <a:pt x="62248" y="14623"/>
                </a:cubicBezTo>
                <a:cubicBezTo>
                  <a:pt x="64185" y="18774"/>
                  <a:pt x="64972" y="22691"/>
                  <a:pt x="64753" y="26391"/>
                </a:cubicBezTo>
                <a:cubicBezTo>
                  <a:pt x="64462" y="30090"/>
                  <a:pt x="63151" y="33731"/>
                  <a:pt x="60704" y="37212"/>
                </a:cubicBezTo>
                <a:close/>
                <a:moveTo>
                  <a:pt x="26463" y="14783"/>
                </a:moveTo>
                <a:cubicBezTo>
                  <a:pt x="19691" y="17914"/>
                  <a:pt x="15030" y="21788"/>
                  <a:pt x="12409" y="26391"/>
                </a:cubicBezTo>
                <a:cubicBezTo>
                  <a:pt x="9846" y="30949"/>
                  <a:pt x="9685" y="35726"/>
                  <a:pt x="11957" y="40620"/>
                </a:cubicBezTo>
                <a:cubicBezTo>
                  <a:pt x="14229" y="45455"/>
                  <a:pt x="17929" y="48412"/>
                  <a:pt x="23099" y="49432"/>
                </a:cubicBezTo>
                <a:cubicBezTo>
                  <a:pt x="28284" y="50466"/>
                  <a:pt x="34255" y="49432"/>
                  <a:pt x="41028" y="46300"/>
                </a:cubicBezTo>
                <a:cubicBezTo>
                  <a:pt x="47859" y="43125"/>
                  <a:pt x="52519" y="39251"/>
                  <a:pt x="55083" y="34649"/>
                </a:cubicBezTo>
                <a:cubicBezTo>
                  <a:pt x="57646" y="30032"/>
                  <a:pt x="57806" y="25313"/>
                  <a:pt x="55534" y="20419"/>
                </a:cubicBezTo>
                <a:cubicBezTo>
                  <a:pt x="53320" y="15526"/>
                  <a:pt x="49563" y="12569"/>
                  <a:pt x="44436" y="11608"/>
                </a:cubicBezTo>
                <a:cubicBezTo>
                  <a:pt x="39266" y="10574"/>
                  <a:pt x="33294" y="11666"/>
                  <a:pt x="26463" y="14783"/>
                </a:cubicBezTo>
                <a:close/>
                <a:moveTo>
                  <a:pt x="26463" y="147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0AEB7-243E-48BA-A891-95076CB0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770" y="1645860"/>
            <a:ext cx="91712" cy="81357"/>
          </a:xfrm>
          <a:custGeom xmlns:a="http://schemas.openxmlformats.org/drawingml/2006/main">
            <a:pathLst>
              <a:path w="91712" h="81357">
                <a:moveTo>
                  <a:pt x="40504" y="28211"/>
                </a:moveTo>
                <a:lnTo>
                  <a:pt x="13035" y="40955"/>
                </a:lnTo>
                <a:lnTo>
                  <a:pt x="20536" y="57238"/>
                </a:lnTo>
                <a:cubicBezTo>
                  <a:pt x="23099" y="62700"/>
                  <a:pt x="26056" y="66224"/>
                  <a:pt x="29537" y="67812"/>
                </a:cubicBezTo>
                <a:cubicBezTo>
                  <a:pt x="33061" y="69356"/>
                  <a:pt x="37096" y="69123"/>
                  <a:pt x="41756" y="66967"/>
                </a:cubicBezTo>
                <a:cubicBezTo>
                  <a:pt x="46431" y="64797"/>
                  <a:pt x="49271" y="61840"/>
                  <a:pt x="50291" y="58199"/>
                </a:cubicBezTo>
                <a:cubicBezTo>
                  <a:pt x="51325" y="54558"/>
                  <a:pt x="50582" y="50014"/>
                  <a:pt x="48019" y="44552"/>
                </a:cubicBezTo>
                <a:lnTo>
                  <a:pt x="40504" y="28211"/>
                </a:lnTo>
                <a:close/>
                <a:moveTo>
                  <a:pt x="71351" y="13996"/>
                </a:moveTo>
                <a:lnTo>
                  <a:pt x="48762" y="24410"/>
                </a:lnTo>
                <a:lnTo>
                  <a:pt x="55694" y="39484"/>
                </a:lnTo>
                <a:cubicBezTo>
                  <a:pt x="57981" y="44436"/>
                  <a:pt x="60646" y="47669"/>
                  <a:pt x="63603" y="49213"/>
                </a:cubicBezTo>
                <a:cubicBezTo>
                  <a:pt x="66574" y="50801"/>
                  <a:pt x="69982" y="50684"/>
                  <a:pt x="73798" y="48922"/>
                </a:cubicBezTo>
                <a:cubicBezTo>
                  <a:pt x="77599" y="47218"/>
                  <a:pt x="79886" y="44654"/>
                  <a:pt x="80614" y="41363"/>
                </a:cubicBezTo>
                <a:cubicBezTo>
                  <a:pt x="81357" y="38057"/>
                  <a:pt x="80614" y="33964"/>
                  <a:pt x="78284" y="29012"/>
                </a:cubicBezTo>
                <a:lnTo>
                  <a:pt x="71351" y="13996"/>
                </a:lnTo>
                <a:close/>
                <a:moveTo>
                  <a:pt x="74992" y="0"/>
                </a:moveTo>
                <a:lnTo>
                  <a:pt x="86993" y="25881"/>
                </a:lnTo>
                <a:cubicBezTo>
                  <a:pt x="90576" y="33629"/>
                  <a:pt x="91712" y="40329"/>
                  <a:pt x="90459" y="46023"/>
                </a:cubicBezTo>
                <a:cubicBezTo>
                  <a:pt x="89149" y="51718"/>
                  <a:pt x="85566" y="55927"/>
                  <a:pt x="79653" y="58651"/>
                </a:cubicBezTo>
                <a:cubicBezTo>
                  <a:pt x="75050" y="60763"/>
                  <a:pt x="70885" y="61389"/>
                  <a:pt x="67200" y="60471"/>
                </a:cubicBezTo>
                <a:cubicBezTo>
                  <a:pt x="63501" y="59627"/>
                  <a:pt x="60311" y="57238"/>
                  <a:pt x="57748" y="53364"/>
                </a:cubicBezTo>
                <a:cubicBezTo>
                  <a:pt x="59000" y="58884"/>
                  <a:pt x="58549" y="63777"/>
                  <a:pt x="56379" y="68161"/>
                </a:cubicBezTo>
                <a:cubicBezTo>
                  <a:pt x="54281" y="72487"/>
                  <a:pt x="50699" y="75837"/>
                  <a:pt x="45572" y="78167"/>
                </a:cubicBezTo>
                <a:cubicBezTo>
                  <a:pt x="38916" y="81240"/>
                  <a:pt x="32653" y="81357"/>
                  <a:pt x="26915" y="78517"/>
                </a:cubicBezTo>
                <a:cubicBezTo>
                  <a:pt x="21162" y="75662"/>
                  <a:pt x="16327" y="69982"/>
                  <a:pt x="12467" y="61607"/>
                </a:cubicBezTo>
                <a:lnTo>
                  <a:pt x="0" y="34649"/>
                </a:lnTo>
                <a:lnTo>
                  <a:pt x="74992" y="0"/>
                </a:lnTo>
                <a:close/>
                <a:moveTo>
                  <a:pt x="7499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5BDB9-68FC-4D11-A180-524B817E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651" y="1726474"/>
            <a:ext cx="68773" cy="68278"/>
          </a:xfrm>
          <a:custGeom xmlns:a="http://schemas.openxmlformats.org/drawingml/2006/main">
            <a:pathLst>
              <a:path w="68773" h="68278">
                <a:moveTo>
                  <a:pt x="37664" y="36761"/>
                </a:moveTo>
                <a:cubicBezTo>
                  <a:pt x="34183" y="29245"/>
                  <a:pt x="30949" y="24468"/>
                  <a:pt x="27935" y="22415"/>
                </a:cubicBezTo>
                <a:cubicBezTo>
                  <a:pt x="24920" y="20317"/>
                  <a:pt x="21337" y="20201"/>
                  <a:pt x="17171" y="22138"/>
                </a:cubicBezTo>
                <a:cubicBezTo>
                  <a:pt x="13880" y="23609"/>
                  <a:pt x="11768" y="25881"/>
                  <a:pt x="10865" y="28954"/>
                </a:cubicBezTo>
                <a:cubicBezTo>
                  <a:pt x="9947" y="32027"/>
                  <a:pt x="10355" y="35391"/>
                  <a:pt x="12059" y="39091"/>
                </a:cubicBezTo>
                <a:cubicBezTo>
                  <a:pt x="14448" y="44261"/>
                  <a:pt x="18147" y="47509"/>
                  <a:pt x="23216" y="48936"/>
                </a:cubicBezTo>
                <a:cubicBezTo>
                  <a:pt x="28269" y="50349"/>
                  <a:pt x="33848" y="49665"/>
                  <a:pt x="39877" y="46883"/>
                </a:cubicBezTo>
                <a:lnTo>
                  <a:pt x="41931" y="45907"/>
                </a:lnTo>
                <a:lnTo>
                  <a:pt x="37664" y="36761"/>
                </a:lnTo>
                <a:close/>
                <a:moveTo>
                  <a:pt x="50000" y="53422"/>
                </a:moveTo>
                <a:lnTo>
                  <a:pt x="17914" y="68278"/>
                </a:lnTo>
                <a:lnTo>
                  <a:pt x="13647" y="59000"/>
                </a:lnTo>
                <a:lnTo>
                  <a:pt x="22182" y="55068"/>
                </a:lnTo>
                <a:cubicBezTo>
                  <a:pt x="17798" y="54500"/>
                  <a:pt x="14055" y="53087"/>
                  <a:pt x="10982" y="50699"/>
                </a:cubicBezTo>
                <a:cubicBezTo>
                  <a:pt x="7908" y="48252"/>
                  <a:pt x="5287" y="44771"/>
                  <a:pt x="3190" y="40227"/>
                </a:cubicBezTo>
                <a:cubicBezTo>
                  <a:pt x="510" y="34474"/>
                  <a:pt x="0" y="29129"/>
                  <a:pt x="1704" y="24235"/>
                </a:cubicBezTo>
                <a:cubicBezTo>
                  <a:pt x="3350" y="19342"/>
                  <a:pt x="6874" y="15642"/>
                  <a:pt x="12336" y="13137"/>
                </a:cubicBezTo>
                <a:cubicBezTo>
                  <a:pt x="18657" y="10239"/>
                  <a:pt x="24410" y="10122"/>
                  <a:pt x="29580" y="12860"/>
                </a:cubicBezTo>
                <a:cubicBezTo>
                  <a:pt x="34751" y="15642"/>
                  <a:pt x="39251" y="21220"/>
                  <a:pt x="43183" y="29639"/>
                </a:cubicBezTo>
                <a:lnTo>
                  <a:pt x="49155" y="42615"/>
                </a:lnTo>
                <a:lnTo>
                  <a:pt x="50058" y="42164"/>
                </a:lnTo>
                <a:cubicBezTo>
                  <a:pt x="54325" y="40227"/>
                  <a:pt x="56947" y="37270"/>
                  <a:pt x="58025" y="33396"/>
                </a:cubicBezTo>
                <a:cubicBezTo>
                  <a:pt x="59044" y="29522"/>
                  <a:pt x="58374" y="25094"/>
                  <a:pt x="56029" y="20026"/>
                </a:cubicBezTo>
                <a:cubicBezTo>
                  <a:pt x="54558" y="16778"/>
                  <a:pt x="52738" y="13822"/>
                  <a:pt x="50524" y="11156"/>
                </a:cubicBezTo>
                <a:cubicBezTo>
                  <a:pt x="48354" y="8476"/>
                  <a:pt x="45849" y="6088"/>
                  <a:pt x="43009" y="3991"/>
                </a:cubicBezTo>
                <a:lnTo>
                  <a:pt x="51543" y="0"/>
                </a:lnTo>
                <a:cubicBezTo>
                  <a:pt x="54442" y="2796"/>
                  <a:pt x="56947" y="5636"/>
                  <a:pt x="59044" y="8476"/>
                </a:cubicBezTo>
                <a:cubicBezTo>
                  <a:pt x="61156" y="11375"/>
                  <a:pt x="62918" y="14331"/>
                  <a:pt x="64287" y="17361"/>
                </a:cubicBezTo>
                <a:cubicBezTo>
                  <a:pt x="68103" y="25488"/>
                  <a:pt x="68773" y="32537"/>
                  <a:pt x="66384" y="38523"/>
                </a:cubicBezTo>
                <a:cubicBezTo>
                  <a:pt x="64054" y="44494"/>
                  <a:pt x="58593" y="49446"/>
                  <a:pt x="50000" y="53422"/>
                </a:cubicBezTo>
                <a:close/>
                <a:moveTo>
                  <a:pt x="50000" y="5342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7BFF0-7DD7-4FE4-A171-A9F2A184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761" y="1780246"/>
            <a:ext cx="72094" cy="61724"/>
          </a:xfrm>
          <a:custGeom xmlns:a="http://schemas.openxmlformats.org/drawingml/2006/main">
            <a:pathLst>
              <a:path w="72094" h="61724">
                <a:moveTo>
                  <a:pt x="72094" y="9263"/>
                </a:moveTo>
                <a:lnTo>
                  <a:pt x="56102" y="16662"/>
                </a:lnTo>
                <a:lnTo>
                  <a:pt x="64928" y="35668"/>
                </a:lnTo>
                <a:lnTo>
                  <a:pt x="57690" y="39018"/>
                </a:lnTo>
                <a:lnTo>
                  <a:pt x="48936" y="19968"/>
                </a:lnTo>
                <a:lnTo>
                  <a:pt x="18380" y="34124"/>
                </a:lnTo>
                <a:cubicBezTo>
                  <a:pt x="13778" y="36236"/>
                  <a:pt x="11098" y="38232"/>
                  <a:pt x="10414" y="40052"/>
                </a:cubicBezTo>
                <a:cubicBezTo>
                  <a:pt x="9685" y="41916"/>
                  <a:pt x="10195" y="44771"/>
                  <a:pt x="11957" y="48631"/>
                </a:cubicBezTo>
                <a:lnTo>
                  <a:pt x="16341" y="58141"/>
                </a:lnTo>
                <a:lnTo>
                  <a:pt x="8651" y="61724"/>
                </a:lnTo>
                <a:lnTo>
                  <a:pt x="4224" y="52213"/>
                </a:lnTo>
                <a:cubicBezTo>
                  <a:pt x="918" y="45106"/>
                  <a:pt x="0" y="39528"/>
                  <a:pt x="1369" y="35610"/>
                </a:cubicBezTo>
                <a:cubicBezTo>
                  <a:pt x="2796" y="31678"/>
                  <a:pt x="7064" y="28036"/>
                  <a:pt x="14055" y="24803"/>
                </a:cubicBezTo>
                <a:lnTo>
                  <a:pt x="44611" y="10690"/>
                </a:lnTo>
                <a:lnTo>
                  <a:pt x="41479" y="3918"/>
                </a:lnTo>
                <a:lnTo>
                  <a:pt x="48645" y="568"/>
                </a:lnTo>
                <a:lnTo>
                  <a:pt x="51776" y="7384"/>
                </a:lnTo>
                <a:lnTo>
                  <a:pt x="67768" y="0"/>
                </a:lnTo>
                <a:lnTo>
                  <a:pt x="72094" y="9263"/>
                </a:lnTo>
                <a:close/>
                <a:moveTo>
                  <a:pt x="72094" y="92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E9768-35BE-4901-9C0B-F8B7351A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433" y="1820575"/>
            <a:ext cx="72079" cy="61724"/>
          </a:xfrm>
          <a:custGeom xmlns:a="http://schemas.openxmlformats.org/drawingml/2006/main">
            <a:pathLst>
              <a:path w="72079" h="61724">
                <a:moveTo>
                  <a:pt x="72079" y="9278"/>
                </a:moveTo>
                <a:lnTo>
                  <a:pt x="56087" y="16676"/>
                </a:lnTo>
                <a:lnTo>
                  <a:pt x="64913" y="35726"/>
                </a:lnTo>
                <a:lnTo>
                  <a:pt x="57690" y="39033"/>
                </a:lnTo>
                <a:lnTo>
                  <a:pt x="48922" y="19968"/>
                </a:lnTo>
                <a:lnTo>
                  <a:pt x="18366" y="34139"/>
                </a:lnTo>
                <a:cubicBezTo>
                  <a:pt x="13763" y="36236"/>
                  <a:pt x="11084" y="38232"/>
                  <a:pt x="10355" y="40110"/>
                </a:cubicBezTo>
                <a:cubicBezTo>
                  <a:pt x="9671" y="41931"/>
                  <a:pt x="10181" y="44829"/>
                  <a:pt x="11943" y="48645"/>
                </a:cubicBezTo>
                <a:lnTo>
                  <a:pt x="16327" y="58141"/>
                </a:lnTo>
                <a:lnTo>
                  <a:pt x="8593" y="61724"/>
                </a:lnTo>
                <a:lnTo>
                  <a:pt x="4209" y="52228"/>
                </a:lnTo>
                <a:cubicBezTo>
                  <a:pt x="903" y="45120"/>
                  <a:pt x="0" y="39542"/>
                  <a:pt x="1369" y="35610"/>
                </a:cubicBezTo>
                <a:cubicBezTo>
                  <a:pt x="2782" y="31692"/>
                  <a:pt x="6991" y="28051"/>
                  <a:pt x="14055" y="24803"/>
                </a:cubicBezTo>
                <a:lnTo>
                  <a:pt x="44596" y="10690"/>
                </a:lnTo>
                <a:lnTo>
                  <a:pt x="41465" y="3932"/>
                </a:lnTo>
                <a:lnTo>
                  <a:pt x="48645" y="568"/>
                </a:lnTo>
                <a:lnTo>
                  <a:pt x="51762" y="7399"/>
                </a:lnTo>
                <a:lnTo>
                  <a:pt x="67754" y="0"/>
                </a:lnTo>
                <a:lnTo>
                  <a:pt x="72079" y="9278"/>
                </a:lnTo>
                <a:close/>
                <a:moveTo>
                  <a:pt x="72079" y="92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3DBA8-E67B-4AF2-AD80-9E1339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007" y="1872511"/>
            <a:ext cx="67011" cy="66632"/>
          </a:xfrm>
          <a:custGeom xmlns:a="http://schemas.openxmlformats.org/drawingml/2006/main">
            <a:pathLst>
              <a:path w="67011" h="66632">
                <a:moveTo>
                  <a:pt x="47378" y="55986"/>
                </a:moveTo>
                <a:lnTo>
                  <a:pt x="42834" y="58097"/>
                </a:lnTo>
                <a:lnTo>
                  <a:pt x="23201" y="15598"/>
                </a:lnTo>
                <a:cubicBezTo>
                  <a:pt x="16997" y="18948"/>
                  <a:pt x="13079" y="23099"/>
                  <a:pt x="11317" y="28051"/>
                </a:cubicBezTo>
                <a:cubicBezTo>
                  <a:pt x="9554" y="33061"/>
                  <a:pt x="10122" y="38581"/>
                  <a:pt x="12904" y="44727"/>
                </a:cubicBezTo>
                <a:cubicBezTo>
                  <a:pt x="14564" y="48252"/>
                  <a:pt x="16603" y="51500"/>
                  <a:pt x="18992" y="54456"/>
                </a:cubicBezTo>
                <a:cubicBezTo>
                  <a:pt x="21439" y="57355"/>
                  <a:pt x="24235" y="60078"/>
                  <a:pt x="27527" y="62583"/>
                </a:cubicBezTo>
                <a:lnTo>
                  <a:pt x="18774" y="66632"/>
                </a:lnTo>
                <a:cubicBezTo>
                  <a:pt x="15861" y="63952"/>
                  <a:pt x="13195" y="61054"/>
                  <a:pt x="10865" y="57864"/>
                </a:cubicBezTo>
                <a:cubicBezTo>
                  <a:pt x="8476" y="54733"/>
                  <a:pt x="6481" y="51383"/>
                  <a:pt x="4835" y="47800"/>
                </a:cubicBezTo>
                <a:cubicBezTo>
                  <a:pt x="670" y="38814"/>
                  <a:pt x="0" y="30498"/>
                  <a:pt x="2782" y="22881"/>
                </a:cubicBezTo>
                <a:cubicBezTo>
                  <a:pt x="5622" y="15191"/>
                  <a:pt x="11491" y="9278"/>
                  <a:pt x="20419" y="5185"/>
                </a:cubicBezTo>
                <a:cubicBezTo>
                  <a:pt x="29580" y="918"/>
                  <a:pt x="38057" y="0"/>
                  <a:pt x="45732" y="2505"/>
                </a:cubicBezTo>
                <a:cubicBezTo>
                  <a:pt x="53466" y="4952"/>
                  <a:pt x="59277" y="10414"/>
                  <a:pt x="63195" y="18890"/>
                </a:cubicBezTo>
                <a:cubicBezTo>
                  <a:pt x="66676" y="26463"/>
                  <a:pt x="67011" y="33571"/>
                  <a:pt x="64171" y="40227"/>
                </a:cubicBezTo>
                <a:cubicBezTo>
                  <a:pt x="61316" y="46883"/>
                  <a:pt x="55752" y="52126"/>
                  <a:pt x="47378" y="55986"/>
                </a:cubicBezTo>
                <a:close/>
                <a:moveTo>
                  <a:pt x="45790" y="45514"/>
                </a:moveTo>
                <a:cubicBezTo>
                  <a:pt x="50859" y="43125"/>
                  <a:pt x="54209" y="39834"/>
                  <a:pt x="55913" y="35683"/>
                </a:cubicBezTo>
                <a:cubicBezTo>
                  <a:pt x="57675" y="31532"/>
                  <a:pt x="57515" y="27148"/>
                  <a:pt x="55403" y="22589"/>
                </a:cubicBezTo>
                <a:cubicBezTo>
                  <a:pt x="53014" y="17419"/>
                  <a:pt x="49665" y="13996"/>
                  <a:pt x="45281" y="12234"/>
                </a:cubicBezTo>
                <a:cubicBezTo>
                  <a:pt x="40955" y="10472"/>
                  <a:pt x="36003" y="10588"/>
                  <a:pt x="30483" y="12584"/>
                </a:cubicBezTo>
                <a:lnTo>
                  <a:pt x="45790" y="45514"/>
                </a:lnTo>
                <a:close/>
                <a:moveTo>
                  <a:pt x="45790" y="455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5749B-E8E8-4805-A0A1-87C38F3A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6" y="1931395"/>
            <a:ext cx="72312" cy="36994"/>
          </a:xfrm>
          <a:custGeom xmlns:a="http://schemas.openxmlformats.org/drawingml/2006/main">
            <a:pathLst>
              <a:path w="72312" h="36994">
                <a:moveTo>
                  <a:pt x="62874" y="36994"/>
                </a:moveTo>
                <a:cubicBezTo>
                  <a:pt x="62991" y="35625"/>
                  <a:pt x="62933" y="34314"/>
                  <a:pt x="62641" y="32945"/>
                </a:cubicBezTo>
                <a:cubicBezTo>
                  <a:pt x="62365" y="31576"/>
                  <a:pt x="61840" y="30221"/>
                  <a:pt x="61170" y="28736"/>
                </a:cubicBezTo>
                <a:cubicBezTo>
                  <a:pt x="58767" y="23507"/>
                  <a:pt x="55184" y="20259"/>
                  <a:pt x="50524" y="19007"/>
                </a:cubicBezTo>
                <a:cubicBezTo>
                  <a:pt x="45863" y="17812"/>
                  <a:pt x="40285" y="18672"/>
                  <a:pt x="33906" y="21628"/>
                </a:cubicBezTo>
                <a:lnTo>
                  <a:pt x="4267" y="35333"/>
                </a:lnTo>
                <a:lnTo>
                  <a:pt x="0" y="26012"/>
                </a:lnTo>
                <a:lnTo>
                  <a:pt x="56277" y="0"/>
                </a:lnTo>
                <a:lnTo>
                  <a:pt x="60544" y="9278"/>
                </a:lnTo>
                <a:lnTo>
                  <a:pt x="51835" y="13312"/>
                </a:lnTo>
                <a:cubicBezTo>
                  <a:pt x="56160" y="13720"/>
                  <a:pt x="59860" y="15089"/>
                  <a:pt x="62933" y="17419"/>
                </a:cubicBezTo>
                <a:cubicBezTo>
                  <a:pt x="66050" y="19749"/>
                  <a:pt x="68613" y="23157"/>
                  <a:pt x="70666" y="27658"/>
                </a:cubicBezTo>
                <a:cubicBezTo>
                  <a:pt x="70943" y="28284"/>
                  <a:pt x="71234" y="28969"/>
                  <a:pt x="71511" y="29813"/>
                </a:cubicBezTo>
                <a:cubicBezTo>
                  <a:pt x="71802" y="30614"/>
                  <a:pt x="72094" y="31517"/>
                  <a:pt x="72312" y="32551"/>
                </a:cubicBezTo>
                <a:lnTo>
                  <a:pt x="62874" y="36994"/>
                </a:lnTo>
                <a:close/>
                <a:moveTo>
                  <a:pt x="62874" y="369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5AC6E-486D-4E27-996B-1C51F6F6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388" y="1967413"/>
            <a:ext cx="100640" cy="59000"/>
          </a:xfrm>
          <a:custGeom xmlns:a="http://schemas.openxmlformats.org/drawingml/2006/main">
            <a:pathLst>
              <a:path w="100640" h="59000">
                <a:moveTo>
                  <a:pt x="27716" y="58491"/>
                </a:moveTo>
                <a:cubicBezTo>
                  <a:pt x="19808" y="59000"/>
                  <a:pt x="14229" y="58432"/>
                  <a:pt x="11040" y="56889"/>
                </a:cubicBezTo>
                <a:cubicBezTo>
                  <a:pt x="7850" y="55359"/>
                  <a:pt x="5301" y="52563"/>
                  <a:pt x="3423" y="48412"/>
                </a:cubicBezTo>
                <a:lnTo>
                  <a:pt x="0" y="41028"/>
                </a:lnTo>
                <a:lnTo>
                  <a:pt x="7748" y="37430"/>
                </a:lnTo>
                <a:lnTo>
                  <a:pt x="10239" y="42834"/>
                </a:lnTo>
                <a:cubicBezTo>
                  <a:pt x="11389" y="45397"/>
                  <a:pt x="12919" y="47101"/>
                  <a:pt x="14797" y="47961"/>
                </a:cubicBezTo>
                <a:cubicBezTo>
                  <a:pt x="16618" y="48820"/>
                  <a:pt x="20201" y="49038"/>
                  <a:pt x="25488" y="48645"/>
                </a:cubicBezTo>
                <a:lnTo>
                  <a:pt x="30440" y="48354"/>
                </a:lnTo>
                <a:lnTo>
                  <a:pt x="75327" y="0"/>
                </a:lnTo>
                <a:lnTo>
                  <a:pt x="79827" y="9846"/>
                </a:lnTo>
                <a:lnTo>
                  <a:pt x="43984" y="47728"/>
                </a:lnTo>
                <a:lnTo>
                  <a:pt x="96096" y="45004"/>
                </a:lnTo>
                <a:lnTo>
                  <a:pt x="100640" y="54791"/>
                </a:lnTo>
                <a:lnTo>
                  <a:pt x="27716" y="58491"/>
                </a:lnTo>
                <a:close/>
                <a:moveTo>
                  <a:pt x="27716" y="584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DD4EC-D5E5-4999-9E2C-ED1B14A5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977" y="342289"/>
            <a:ext cx="99562" cy="87896"/>
          </a:xfrm>
          <a:custGeom xmlns:a="http://schemas.openxmlformats.org/drawingml/2006/main">
            <a:pathLst>
              <a:path w="99562" h="87896">
                <a:moveTo>
                  <a:pt x="77206" y="0"/>
                </a:moveTo>
                <a:lnTo>
                  <a:pt x="82609" y="14055"/>
                </a:lnTo>
                <a:lnTo>
                  <a:pt x="31110" y="72938"/>
                </a:lnTo>
                <a:lnTo>
                  <a:pt x="95688" y="48296"/>
                </a:lnTo>
                <a:lnTo>
                  <a:pt x="99562" y="58432"/>
                </a:lnTo>
                <a:lnTo>
                  <a:pt x="22356" y="87896"/>
                </a:lnTo>
                <a:lnTo>
                  <a:pt x="17011" y="73841"/>
                </a:lnTo>
                <a:lnTo>
                  <a:pt x="68496" y="14958"/>
                </a:lnTo>
                <a:lnTo>
                  <a:pt x="3918" y="39659"/>
                </a:lnTo>
                <a:lnTo>
                  <a:pt x="0" y="29464"/>
                </a:lnTo>
                <a:lnTo>
                  <a:pt x="77206" y="0"/>
                </a:lnTo>
                <a:close/>
                <a:moveTo>
                  <a:pt x="7720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6EDEB-8802-4013-AEF4-39E77754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126" y="419830"/>
            <a:ext cx="84095" cy="40285"/>
          </a:xfrm>
          <a:custGeom xmlns:a="http://schemas.openxmlformats.org/drawingml/2006/main">
            <a:pathLst>
              <a:path w="84095" h="40285">
                <a:moveTo>
                  <a:pt x="57923" y="8593"/>
                </a:moveTo>
                <a:lnTo>
                  <a:pt x="61564" y="18147"/>
                </a:lnTo>
                <a:lnTo>
                  <a:pt x="3641" y="40285"/>
                </a:lnTo>
                <a:lnTo>
                  <a:pt x="0" y="30731"/>
                </a:lnTo>
                <a:lnTo>
                  <a:pt x="57923" y="8593"/>
                </a:lnTo>
                <a:close/>
                <a:moveTo>
                  <a:pt x="80454" y="0"/>
                </a:moveTo>
                <a:lnTo>
                  <a:pt x="84095" y="9511"/>
                </a:lnTo>
                <a:lnTo>
                  <a:pt x="72021" y="14113"/>
                </a:lnTo>
                <a:lnTo>
                  <a:pt x="68380" y="4617"/>
                </a:lnTo>
                <a:lnTo>
                  <a:pt x="80454" y="0"/>
                </a:lnTo>
                <a:close/>
                <a:moveTo>
                  <a:pt x="8045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2F564-443D-4D06-B686-D698CBB9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470" y="460566"/>
            <a:ext cx="93984" cy="68671"/>
          </a:xfrm>
          <a:custGeom xmlns:a="http://schemas.openxmlformats.org/drawingml/2006/main">
            <a:pathLst>
              <a:path w="93984" h="68671">
                <a:moveTo>
                  <a:pt x="62073" y="46198"/>
                </a:moveTo>
                <a:cubicBezTo>
                  <a:pt x="69006" y="43577"/>
                  <a:pt x="73783" y="40110"/>
                  <a:pt x="76463" y="35843"/>
                </a:cubicBezTo>
                <a:cubicBezTo>
                  <a:pt x="79201" y="31517"/>
                  <a:pt x="79594" y="26798"/>
                  <a:pt x="77599" y="21672"/>
                </a:cubicBezTo>
                <a:cubicBezTo>
                  <a:pt x="75662" y="16618"/>
                  <a:pt x="72254" y="13312"/>
                  <a:pt x="67360" y="11943"/>
                </a:cubicBezTo>
                <a:cubicBezTo>
                  <a:pt x="62467" y="10530"/>
                  <a:pt x="56612" y="11156"/>
                  <a:pt x="49723" y="13822"/>
                </a:cubicBezTo>
                <a:cubicBezTo>
                  <a:pt x="42834" y="16443"/>
                  <a:pt x="38057" y="19851"/>
                  <a:pt x="35333" y="24177"/>
                </a:cubicBezTo>
                <a:cubicBezTo>
                  <a:pt x="32653" y="28444"/>
                  <a:pt x="32260" y="33178"/>
                  <a:pt x="34197" y="38290"/>
                </a:cubicBezTo>
                <a:cubicBezTo>
                  <a:pt x="36178" y="43416"/>
                  <a:pt x="39601" y="46650"/>
                  <a:pt x="44494" y="48077"/>
                </a:cubicBezTo>
                <a:cubicBezTo>
                  <a:pt x="49388" y="49446"/>
                  <a:pt x="55243" y="48820"/>
                  <a:pt x="62073" y="46198"/>
                </a:cubicBezTo>
                <a:close/>
                <a:moveTo>
                  <a:pt x="43300" y="64287"/>
                </a:moveTo>
                <a:cubicBezTo>
                  <a:pt x="33454" y="68103"/>
                  <a:pt x="25255" y="68671"/>
                  <a:pt x="18774" y="66166"/>
                </a:cubicBezTo>
                <a:cubicBezTo>
                  <a:pt x="12292" y="63603"/>
                  <a:pt x="7340" y="57864"/>
                  <a:pt x="3874" y="48820"/>
                </a:cubicBezTo>
                <a:cubicBezTo>
                  <a:pt x="2622" y="45455"/>
                  <a:pt x="1646" y="42222"/>
                  <a:pt x="1020" y="39033"/>
                </a:cubicBezTo>
                <a:cubicBezTo>
                  <a:pt x="393" y="35901"/>
                  <a:pt x="58" y="32712"/>
                  <a:pt x="0" y="29537"/>
                </a:cubicBezTo>
                <a:lnTo>
                  <a:pt x="9278" y="25997"/>
                </a:lnTo>
                <a:cubicBezTo>
                  <a:pt x="8826" y="29362"/>
                  <a:pt x="8768" y="32551"/>
                  <a:pt x="9103" y="35566"/>
                </a:cubicBezTo>
                <a:cubicBezTo>
                  <a:pt x="9394" y="38581"/>
                  <a:pt x="10064" y="41479"/>
                  <a:pt x="11156" y="44261"/>
                </a:cubicBezTo>
                <a:cubicBezTo>
                  <a:pt x="13545" y="50524"/>
                  <a:pt x="16953" y="54558"/>
                  <a:pt x="21395" y="56437"/>
                </a:cubicBezTo>
                <a:cubicBezTo>
                  <a:pt x="25823" y="58316"/>
                  <a:pt x="31343" y="57981"/>
                  <a:pt x="37955" y="55476"/>
                </a:cubicBezTo>
                <a:lnTo>
                  <a:pt x="42674" y="53655"/>
                </a:lnTo>
                <a:cubicBezTo>
                  <a:pt x="38465" y="52971"/>
                  <a:pt x="34984" y="51427"/>
                  <a:pt x="32085" y="49038"/>
                </a:cubicBezTo>
                <a:cubicBezTo>
                  <a:pt x="29245" y="46591"/>
                  <a:pt x="27032" y="43242"/>
                  <a:pt x="25371" y="38974"/>
                </a:cubicBezTo>
                <a:cubicBezTo>
                  <a:pt x="22648" y="31867"/>
                  <a:pt x="23157" y="25153"/>
                  <a:pt x="26915" y="18715"/>
                </a:cubicBezTo>
                <a:cubicBezTo>
                  <a:pt x="30673" y="12292"/>
                  <a:pt x="37037" y="7399"/>
                  <a:pt x="45965" y="3991"/>
                </a:cubicBezTo>
                <a:cubicBezTo>
                  <a:pt x="54908" y="568"/>
                  <a:pt x="62918" y="0"/>
                  <a:pt x="69982" y="2272"/>
                </a:cubicBezTo>
                <a:cubicBezTo>
                  <a:pt x="77089" y="4559"/>
                  <a:pt x="81983" y="9219"/>
                  <a:pt x="84663" y="16327"/>
                </a:cubicBezTo>
                <a:cubicBezTo>
                  <a:pt x="86309" y="20594"/>
                  <a:pt x="86877" y="24585"/>
                  <a:pt x="86367" y="28284"/>
                </a:cubicBezTo>
                <a:cubicBezTo>
                  <a:pt x="85857" y="32027"/>
                  <a:pt x="84255" y="35508"/>
                  <a:pt x="81590" y="38741"/>
                </a:cubicBezTo>
                <a:lnTo>
                  <a:pt x="90343" y="35391"/>
                </a:lnTo>
                <a:lnTo>
                  <a:pt x="93984" y="44946"/>
                </a:lnTo>
                <a:lnTo>
                  <a:pt x="43300" y="64287"/>
                </a:lnTo>
                <a:close/>
                <a:moveTo>
                  <a:pt x="43300" y="642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211E9-98B1-4B28-A794-AFFF56E5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930" y="516101"/>
            <a:ext cx="84095" cy="79245"/>
          </a:xfrm>
          <a:custGeom xmlns:a="http://schemas.openxmlformats.org/drawingml/2006/main">
            <a:pathLst>
              <a:path w="84095" h="79245">
                <a:moveTo>
                  <a:pt x="53480" y="65875"/>
                </a:moveTo>
                <a:lnTo>
                  <a:pt x="18555" y="79245"/>
                </a:lnTo>
                <a:lnTo>
                  <a:pt x="14914" y="69749"/>
                </a:lnTo>
                <a:lnTo>
                  <a:pt x="49563" y="56495"/>
                </a:lnTo>
                <a:cubicBezTo>
                  <a:pt x="55024" y="54442"/>
                  <a:pt x="58724" y="51762"/>
                  <a:pt x="60602" y="48587"/>
                </a:cubicBezTo>
                <a:cubicBezTo>
                  <a:pt x="62525" y="45397"/>
                  <a:pt x="62641" y="41698"/>
                  <a:pt x="61054" y="37430"/>
                </a:cubicBezTo>
                <a:cubicBezTo>
                  <a:pt x="59059" y="32304"/>
                  <a:pt x="55869" y="28837"/>
                  <a:pt x="51441" y="27133"/>
                </a:cubicBezTo>
                <a:cubicBezTo>
                  <a:pt x="47058" y="25429"/>
                  <a:pt x="42047" y="25648"/>
                  <a:pt x="36367" y="27818"/>
                </a:cubicBezTo>
                <a:lnTo>
                  <a:pt x="3641" y="40329"/>
                </a:lnTo>
                <a:lnTo>
                  <a:pt x="0" y="30775"/>
                </a:lnTo>
                <a:lnTo>
                  <a:pt x="80454" y="0"/>
                </a:lnTo>
                <a:lnTo>
                  <a:pt x="84095" y="9554"/>
                </a:lnTo>
                <a:lnTo>
                  <a:pt x="52577" y="21614"/>
                </a:lnTo>
                <a:cubicBezTo>
                  <a:pt x="56903" y="22575"/>
                  <a:pt x="60544" y="24293"/>
                  <a:pt x="63442" y="26682"/>
                </a:cubicBezTo>
                <a:cubicBezTo>
                  <a:pt x="66341" y="29129"/>
                  <a:pt x="68555" y="32362"/>
                  <a:pt x="70098" y="36411"/>
                </a:cubicBezTo>
                <a:cubicBezTo>
                  <a:pt x="72662" y="43009"/>
                  <a:pt x="72487" y="48864"/>
                  <a:pt x="69705" y="53815"/>
                </a:cubicBezTo>
                <a:cubicBezTo>
                  <a:pt x="66909" y="58826"/>
                  <a:pt x="61505" y="62860"/>
                  <a:pt x="53480" y="65875"/>
                </a:cubicBezTo>
                <a:close/>
                <a:moveTo>
                  <a:pt x="53480" y="658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2CD7B-3CBB-4C40-AC56-7C89467C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685" y="585048"/>
            <a:ext cx="73973" cy="58316"/>
          </a:xfrm>
          <a:custGeom xmlns:a="http://schemas.openxmlformats.org/drawingml/2006/main">
            <a:pathLst>
              <a:path w="73973" h="58316">
                <a:moveTo>
                  <a:pt x="73973" y="10297"/>
                </a:moveTo>
                <a:lnTo>
                  <a:pt x="57529" y="16560"/>
                </a:lnTo>
                <a:lnTo>
                  <a:pt x="65030" y="36134"/>
                </a:lnTo>
                <a:lnTo>
                  <a:pt x="57631" y="38974"/>
                </a:lnTo>
                <a:lnTo>
                  <a:pt x="50131" y="19400"/>
                </a:lnTo>
                <a:lnTo>
                  <a:pt x="18730" y="31401"/>
                </a:lnTo>
                <a:cubicBezTo>
                  <a:pt x="13996" y="33221"/>
                  <a:pt x="11215" y="35042"/>
                  <a:pt x="10355" y="36804"/>
                </a:cubicBezTo>
                <a:cubicBezTo>
                  <a:pt x="9511" y="38625"/>
                  <a:pt x="9846" y="41538"/>
                  <a:pt x="11331" y="45514"/>
                </a:cubicBezTo>
                <a:lnTo>
                  <a:pt x="15089" y="55243"/>
                </a:lnTo>
                <a:lnTo>
                  <a:pt x="7122" y="58316"/>
                </a:lnTo>
                <a:lnTo>
                  <a:pt x="3364" y="48529"/>
                </a:lnTo>
                <a:cubicBezTo>
                  <a:pt x="568" y="41188"/>
                  <a:pt x="0" y="35610"/>
                  <a:pt x="1660" y="31750"/>
                </a:cubicBezTo>
                <a:cubicBezTo>
                  <a:pt x="3364" y="27935"/>
                  <a:pt x="7807" y="24628"/>
                  <a:pt x="15030" y="21847"/>
                </a:cubicBezTo>
                <a:lnTo>
                  <a:pt x="46490" y="9846"/>
                </a:lnTo>
                <a:lnTo>
                  <a:pt x="43810" y="2840"/>
                </a:lnTo>
                <a:lnTo>
                  <a:pt x="51208" y="0"/>
                </a:lnTo>
                <a:lnTo>
                  <a:pt x="53888" y="7005"/>
                </a:lnTo>
                <a:lnTo>
                  <a:pt x="70331" y="743"/>
                </a:lnTo>
                <a:lnTo>
                  <a:pt x="73973" y="10297"/>
                </a:lnTo>
                <a:close/>
                <a:moveTo>
                  <a:pt x="73973" y="1029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5C693-6BF8-47F2-8BD2-B3F78EB9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584" y="625100"/>
            <a:ext cx="84080" cy="40285"/>
          </a:xfrm>
          <a:custGeom xmlns:a="http://schemas.openxmlformats.org/drawingml/2006/main">
            <a:pathLst>
              <a:path w="84080" h="40285">
                <a:moveTo>
                  <a:pt x="57908" y="8593"/>
                </a:moveTo>
                <a:lnTo>
                  <a:pt x="61549" y="18147"/>
                </a:lnTo>
                <a:lnTo>
                  <a:pt x="3641" y="40285"/>
                </a:lnTo>
                <a:lnTo>
                  <a:pt x="0" y="30775"/>
                </a:lnTo>
                <a:lnTo>
                  <a:pt x="57908" y="8593"/>
                </a:lnTo>
                <a:close/>
                <a:moveTo>
                  <a:pt x="80439" y="0"/>
                </a:moveTo>
                <a:lnTo>
                  <a:pt x="84080" y="9496"/>
                </a:lnTo>
                <a:lnTo>
                  <a:pt x="72021" y="14113"/>
                </a:lnTo>
                <a:lnTo>
                  <a:pt x="68380" y="4602"/>
                </a:lnTo>
                <a:lnTo>
                  <a:pt x="80439" y="0"/>
                </a:lnTo>
                <a:close/>
                <a:moveTo>
                  <a:pt x="8043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EA83B-FD02-42AA-B51E-24E2F606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82" y="662764"/>
            <a:ext cx="72647" cy="70666"/>
          </a:xfrm>
          <a:custGeom xmlns:a="http://schemas.openxmlformats.org/drawingml/2006/main">
            <a:pathLst>
              <a:path w="72647" h="70666">
                <a:moveTo>
                  <a:pt x="53524" y="57296"/>
                </a:moveTo>
                <a:lnTo>
                  <a:pt x="18540" y="70666"/>
                </a:lnTo>
                <a:lnTo>
                  <a:pt x="14899" y="61156"/>
                </a:lnTo>
                <a:lnTo>
                  <a:pt x="49548" y="47902"/>
                </a:lnTo>
                <a:cubicBezTo>
                  <a:pt x="55068" y="45805"/>
                  <a:pt x="58767" y="43183"/>
                  <a:pt x="60646" y="39994"/>
                </a:cubicBezTo>
                <a:cubicBezTo>
                  <a:pt x="62525" y="36804"/>
                  <a:pt x="62685" y="33105"/>
                  <a:pt x="61039" y="28837"/>
                </a:cubicBezTo>
                <a:cubicBezTo>
                  <a:pt x="59102" y="23667"/>
                  <a:pt x="55913" y="20259"/>
                  <a:pt x="51485" y="18540"/>
                </a:cubicBezTo>
                <a:cubicBezTo>
                  <a:pt x="47101" y="16836"/>
                  <a:pt x="42033" y="17011"/>
                  <a:pt x="36411" y="19167"/>
                </a:cubicBezTo>
                <a:lnTo>
                  <a:pt x="3685" y="31692"/>
                </a:lnTo>
                <a:lnTo>
                  <a:pt x="0" y="22123"/>
                </a:lnTo>
                <a:lnTo>
                  <a:pt x="57908" y="0"/>
                </a:lnTo>
                <a:lnTo>
                  <a:pt x="61549" y="9554"/>
                </a:lnTo>
                <a:lnTo>
                  <a:pt x="52563" y="13035"/>
                </a:lnTo>
                <a:cubicBezTo>
                  <a:pt x="56947" y="13938"/>
                  <a:pt x="60588" y="15642"/>
                  <a:pt x="63486" y="18089"/>
                </a:cubicBezTo>
                <a:cubicBezTo>
                  <a:pt x="66384" y="20478"/>
                  <a:pt x="68598" y="23725"/>
                  <a:pt x="70142" y="27760"/>
                </a:cubicBezTo>
                <a:cubicBezTo>
                  <a:pt x="72647" y="34416"/>
                  <a:pt x="72531" y="40227"/>
                  <a:pt x="69749" y="45222"/>
                </a:cubicBezTo>
                <a:cubicBezTo>
                  <a:pt x="66894" y="50233"/>
                  <a:pt x="61491" y="54223"/>
                  <a:pt x="53524" y="57296"/>
                </a:cubicBezTo>
                <a:close/>
                <a:moveTo>
                  <a:pt x="53524" y="572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A05A7-2490-4D9C-BDC7-19C36DDF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590" y="732906"/>
            <a:ext cx="94042" cy="68729"/>
          </a:xfrm>
          <a:custGeom xmlns:a="http://schemas.openxmlformats.org/drawingml/2006/main">
            <a:pathLst>
              <a:path w="94042" h="68729">
                <a:moveTo>
                  <a:pt x="62117" y="46257"/>
                </a:moveTo>
                <a:cubicBezTo>
                  <a:pt x="69006" y="43635"/>
                  <a:pt x="73783" y="40169"/>
                  <a:pt x="76463" y="35843"/>
                </a:cubicBezTo>
                <a:cubicBezTo>
                  <a:pt x="79187" y="31576"/>
                  <a:pt x="79580" y="26857"/>
                  <a:pt x="77599" y="21745"/>
                </a:cubicBezTo>
                <a:cubicBezTo>
                  <a:pt x="75662" y="16618"/>
                  <a:pt x="72239" y="13370"/>
                  <a:pt x="67346" y="12016"/>
                </a:cubicBezTo>
                <a:cubicBezTo>
                  <a:pt x="62467" y="10588"/>
                  <a:pt x="56597" y="11215"/>
                  <a:pt x="49723" y="13836"/>
                </a:cubicBezTo>
                <a:cubicBezTo>
                  <a:pt x="42834" y="16443"/>
                  <a:pt x="38057" y="19924"/>
                  <a:pt x="35377" y="24235"/>
                </a:cubicBezTo>
                <a:cubicBezTo>
                  <a:pt x="32653" y="28503"/>
                  <a:pt x="32246" y="33236"/>
                  <a:pt x="34241" y="38290"/>
                </a:cubicBezTo>
                <a:cubicBezTo>
                  <a:pt x="36178" y="43475"/>
                  <a:pt x="39586" y="46708"/>
                  <a:pt x="44480" y="48077"/>
                </a:cubicBezTo>
                <a:cubicBezTo>
                  <a:pt x="49373" y="49504"/>
                  <a:pt x="55228" y="48878"/>
                  <a:pt x="62117" y="46257"/>
                </a:cubicBezTo>
                <a:close/>
                <a:moveTo>
                  <a:pt x="43285" y="64345"/>
                </a:moveTo>
                <a:cubicBezTo>
                  <a:pt x="33440" y="68103"/>
                  <a:pt x="25255" y="68729"/>
                  <a:pt x="18774" y="66166"/>
                </a:cubicBezTo>
                <a:cubicBezTo>
                  <a:pt x="12278" y="63661"/>
                  <a:pt x="7326" y="57864"/>
                  <a:pt x="3860" y="48878"/>
                </a:cubicBezTo>
                <a:cubicBezTo>
                  <a:pt x="2607" y="45514"/>
                  <a:pt x="1646" y="42280"/>
                  <a:pt x="1020" y="39091"/>
                </a:cubicBezTo>
                <a:cubicBezTo>
                  <a:pt x="393" y="35959"/>
                  <a:pt x="44" y="32770"/>
                  <a:pt x="0" y="29595"/>
                </a:cubicBezTo>
                <a:lnTo>
                  <a:pt x="9263" y="26056"/>
                </a:lnTo>
                <a:cubicBezTo>
                  <a:pt x="8811" y="29420"/>
                  <a:pt x="8753" y="32610"/>
                  <a:pt x="9088" y="35625"/>
                </a:cubicBezTo>
                <a:cubicBezTo>
                  <a:pt x="9379" y="38581"/>
                  <a:pt x="10064" y="41538"/>
                  <a:pt x="11142" y="44319"/>
                </a:cubicBezTo>
                <a:cubicBezTo>
                  <a:pt x="13530" y="50582"/>
                  <a:pt x="16953" y="54616"/>
                  <a:pt x="21381" y="56495"/>
                </a:cubicBezTo>
                <a:cubicBezTo>
                  <a:pt x="25823" y="58316"/>
                  <a:pt x="31343" y="58039"/>
                  <a:pt x="37940" y="55476"/>
                </a:cubicBezTo>
                <a:lnTo>
                  <a:pt x="42659" y="53713"/>
                </a:lnTo>
                <a:cubicBezTo>
                  <a:pt x="38508" y="53029"/>
                  <a:pt x="34984" y="51500"/>
                  <a:pt x="32085" y="49097"/>
                </a:cubicBezTo>
                <a:cubicBezTo>
                  <a:pt x="29231" y="46650"/>
                  <a:pt x="27017" y="43300"/>
                  <a:pt x="25371" y="39033"/>
                </a:cubicBezTo>
                <a:cubicBezTo>
                  <a:pt x="22633" y="31925"/>
                  <a:pt x="23143" y="25153"/>
                  <a:pt x="26900" y="18774"/>
                </a:cubicBezTo>
                <a:cubicBezTo>
                  <a:pt x="30658" y="12351"/>
                  <a:pt x="37023" y="7457"/>
                  <a:pt x="45965" y="4049"/>
                </a:cubicBezTo>
                <a:cubicBezTo>
                  <a:pt x="54893" y="568"/>
                  <a:pt x="62918" y="0"/>
                  <a:pt x="69967" y="2287"/>
                </a:cubicBezTo>
                <a:cubicBezTo>
                  <a:pt x="77075" y="4559"/>
                  <a:pt x="81968" y="9278"/>
                  <a:pt x="84648" y="16327"/>
                </a:cubicBezTo>
                <a:cubicBezTo>
                  <a:pt x="86294" y="20652"/>
                  <a:pt x="86862" y="24643"/>
                  <a:pt x="86352" y="28342"/>
                </a:cubicBezTo>
                <a:cubicBezTo>
                  <a:pt x="85843" y="32042"/>
                  <a:pt x="84255" y="35566"/>
                  <a:pt x="81575" y="38800"/>
                </a:cubicBezTo>
                <a:lnTo>
                  <a:pt x="90401" y="35450"/>
                </a:lnTo>
                <a:lnTo>
                  <a:pt x="94042" y="44946"/>
                </a:lnTo>
                <a:lnTo>
                  <a:pt x="43285" y="64345"/>
                </a:lnTo>
                <a:close/>
                <a:moveTo>
                  <a:pt x="43285" y="643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6A3AE-4FED-463D-BF89-BFEE59D5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323" y="799130"/>
            <a:ext cx="68336" cy="65773"/>
          </a:xfrm>
          <a:custGeom xmlns:a="http://schemas.openxmlformats.org/drawingml/2006/main">
            <a:pathLst>
              <a:path w="68336" h="65773">
                <a:moveTo>
                  <a:pt x="37037" y="35668"/>
                </a:moveTo>
                <a:cubicBezTo>
                  <a:pt x="34081" y="27993"/>
                  <a:pt x="31182" y="22983"/>
                  <a:pt x="28284" y="20711"/>
                </a:cubicBezTo>
                <a:cubicBezTo>
                  <a:pt x="25371" y="18380"/>
                  <a:pt x="21847" y="18045"/>
                  <a:pt x="17579" y="19691"/>
                </a:cubicBezTo>
                <a:cubicBezTo>
                  <a:pt x="14229" y="21002"/>
                  <a:pt x="11943" y="23099"/>
                  <a:pt x="10807" y="26114"/>
                </a:cubicBezTo>
                <a:cubicBezTo>
                  <a:pt x="9671" y="29071"/>
                  <a:pt x="9846" y="32493"/>
                  <a:pt x="11317" y="36294"/>
                </a:cubicBezTo>
                <a:cubicBezTo>
                  <a:pt x="13312" y="41596"/>
                  <a:pt x="16836" y="45120"/>
                  <a:pt x="21788" y="46883"/>
                </a:cubicBezTo>
                <a:cubicBezTo>
                  <a:pt x="26740" y="48645"/>
                  <a:pt x="32318" y="48310"/>
                  <a:pt x="38523" y="45965"/>
                </a:cubicBezTo>
                <a:lnTo>
                  <a:pt x="40620" y="45120"/>
                </a:lnTo>
                <a:lnTo>
                  <a:pt x="37037" y="35668"/>
                </a:lnTo>
                <a:close/>
                <a:moveTo>
                  <a:pt x="48194" y="53145"/>
                </a:moveTo>
                <a:lnTo>
                  <a:pt x="15191" y="65773"/>
                </a:lnTo>
                <a:lnTo>
                  <a:pt x="11550" y="56277"/>
                </a:lnTo>
                <a:lnTo>
                  <a:pt x="20317" y="52912"/>
                </a:lnTo>
                <a:cubicBezTo>
                  <a:pt x="15992" y="52053"/>
                  <a:pt x="12351" y="50349"/>
                  <a:pt x="9452" y="47742"/>
                </a:cubicBezTo>
                <a:cubicBezTo>
                  <a:pt x="6539" y="45179"/>
                  <a:pt x="4151" y="41538"/>
                  <a:pt x="2389" y="36819"/>
                </a:cubicBezTo>
                <a:cubicBezTo>
                  <a:pt x="117" y="30891"/>
                  <a:pt x="0" y="25546"/>
                  <a:pt x="1995" y="20769"/>
                </a:cubicBezTo>
                <a:cubicBezTo>
                  <a:pt x="3991" y="15992"/>
                  <a:pt x="7734" y="12525"/>
                  <a:pt x="13312" y="10414"/>
                </a:cubicBezTo>
                <a:cubicBezTo>
                  <a:pt x="19851" y="7908"/>
                  <a:pt x="25604" y="8200"/>
                  <a:pt x="30556" y="11331"/>
                </a:cubicBezTo>
                <a:cubicBezTo>
                  <a:pt x="35566" y="14404"/>
                  <a:pt x="39659" y="20317"/>
                  <a:pt x="42950" y="28969"/>
                </a:cubicBezTo>
                <a:lnTo>
                  <a:pt x="48077" y="42280"/>
                </a:lnTo>
                <a:lnTo>
                  <a:pt x="49038" y="41931"/>
                </a:lnTo>
                <a:cubicBezTo>
                  <a:pt x="53422" y="40285"/>
                  <a:pt x="56262" y="37547"/>
                  <a:pt x="57515" y="33746"/>
                </a:cubicBezTo>
                <a:cubicBezTo>
                  <a:pt x="58826" y="29930"/>
                  <a:pt x="58491" y="25429"/>
                  <a:pt x="56495" y="20259"/>
                </a:cubicBezTo>
                <a:cubicBezTo>
                  <a:pt x="55243" y="16895"/>
                  <a:pt x="53597" y="13822"/>
                  <a:pt x="51602" y="10982"/>
                </a:cubicBezTo>
                <a:cubicBezTo>
                  <a:pt x="49606" y="8200"/>
                  <a:pt x="47276" y="5636"/>
                  <a:pt x="44552" y="3364"/>
                </a:cubicBezTo>
                <a:lnTo>
                  <a:pt x="53364" y="0"/>
                </a:lnTo>
                <a:cubicBezTo>
                  <a:pt x="56044" y="2957"/>
                  <a:pt x="58316" y="5913"/>
                  <a:pt x="60253" y="8943"/>
                </a:cubicBezTo>
                <a:cubicBezTo>
                  <a:pt x="62190" y="11957"/>
                  <a:pt x="63719" y="15030"/>
                  <a:pt x="64913" y="18147"/>
                </a:cubicBezTo>
                <a:cubicBezTo>
                  <a:pt x="68103" y="26522"/>
                  <a:pt x="68336" y="33629"/>
                  <a:pt x="65598" y="39368"/>
                </a:cubicBezTo>
                <a:cubicBezTo>
                  <a:pt x="62816" y="45179"/>
                  <a:pt x="57063" y="49781"/>
                  <a:pt x="48194" y="53145"/>
                </a:cubicBezTo>
                <a:close/>
                <a:moveTo>
                  <a:pt x="48194" y="531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FD1B1-8612-415E-87A2-A19AA96C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970" y="853747"/>
            <a:ext cx="84080" cy="40285"/>
          </a:xfrm>
          <a:custGeom xmlns:a="http://schemas.openxmlformats.org/drawingml/2006/main">
            <a:pathLst>
              <a:path w="84080" h="40285">
                <a:moveTo>
                  <a:pt x="80497" y="0"/>
                </a:moveTo>
                <a:lnTo>
                  <a:pt x="84080" y="9511"/>
                </a:lnTo>
                <a:lnTo>
                  <a:pt x="3641" y="40285"/>
                </a:lnTo>
                <a:lnTo>
                  <a:pt x="0" y="30731"/>
                </a:lnTo>
                <a:lnTo>
                  <a:pt x="80497" y="0"/>
                </a:lnTo>
                <a:close/>
                <a:moveTo>
                  <a:pt x="8049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19247-A417-47A0-B65F-407AAB73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947" y="894993"/>
            <a:ext cx="66851" cy="65147"/>
          </a:xfrm>
          <a:custGeom xmlns:a="http://schemas.openxmlformats.org/drawingml/2006/main">
            <a:pathLst>
              <a:path w="66851" h="65147">
                <a:moveTo>
                  <a:pt x="45572" y="56495"/>
                </a:moveTo>
                <a:lnTo>
                  <a:pt x="40911" y="58258"/>
                </a:lnTo>
                <a:lnTo>
                  <a:pt x="24191" y="14506"/>
                </a:lnTo>
                <a:cubicBezTo>
                  <a:pt x="17812" y="17419"/>
                  <a:pt x="13545" y="21337"/>
                  <a:pt x="11506" y="26172"/>
                </a:cubicBezTo>
                <a:cubicBezTo>
                  <a:pt x="9394" y="31008"/>
                  <a:pt x="9569" y="36586"/>
                  <a:pt x="11957" y="42907"/>
                </a:cubicBezTo>
                <a:cubicBezTo>
                  <a:pt x="13370" y="46548"/>
                  <a:pt x="15147" y="49898"/>
                  <a:pt x="17361" y="52971"/>
                </a:cubicBezTo>
                <a:cubicBezTo>
                  <a:pt x="19575" y="56102"/>
                  <a:pt x="22196" y="59000"/>
                  <a:pt x="25327" y="61680"/>
                </a:cubicBezTo>
                <a:lnTo>
                  <a:pt x="16341" y="65147"/>
                </a:lnTo>
                <a:cubicBezTo>
                  <a:pt x="13545" y="62248"/>
                  <a:pt x="11098" y="59175"/>
                  <a:pt x="9001" y="55869"/>
                </a:cubicBezTo>
                <a:cubicBezTo>
                  <a:pt x="6831" y="52577"/>
                  <a:pt x="5068" y="49097"/>
                  <a:pt x="3699" y="45397"/>
                </a:cubicBezTo>
                <a:cubicBezTo>
                  <a:pt x="117" y="36193"/>
                  <a:pt x="0" y="27818"/>
                  <a:pt x="3364" y="20376"/>
                </a:cubicBezTo>
                <a:cubicBezTo>
                  <a:pt x="6670" y="12919"/>
                  <a:pt x="12919" y="7457"/>
                  <a:pt x="22080" y="3932"/>
                </a:cubicBezTo>
                <a:cubicBezTo>
                  <a:pt x="31576" y="291"/>
                  <a:pt x="40052" y="0"/>
                  <a:pt x="47567" y="3015"/>
                </a:cubicBezTo>
                <a:cubicBezTo>
                  <a:pt x="55083" y="5971"/>
                  <a:pt x="60544" y="11841"/>
                  <a:pt x="63836" y="20536"/>
                </a:cubicBezTo>
                <a:cubicBezTo>
                  <a:pt x="66851" y="28284"/>
                  <a:pt x="66690" y="35450"/>
                  <a:pt x="63384" y="41873"/>
                </a:cubicBezTo>
                <a:cubicBezTo>
                  <a:pt x="60136" y="48310"/>
                  <a:pt x="54165" y="53204"/>
                  <a:pt x="45572" y="56495"/>
                </a:cubicBezTo>
                <a:close/>
                <a:moveTo>
                  <a:pt x="44727" y="45922"/>
                </a:moveTo>
                <a:cubicBezTo>
                  <a:pt x="49898" y="43868"/>
                  <a:pt x="53480" y="40795"/>
                  <a:pt x="55476" y="36761"/>
                </a:cubicBezTo>
                <a:cubicBezTo>
                  <a:pt x="57529" y="32712"/>
                  <a:pt x="57646" y="28401"/>
                  <a:pt x="55811" y="23667"/>
                </a:cubicBezTo>
                <a:cubicBezTo>
                  <a:pt x="53830" y="18380"/>
                  <a:pt x="50699" y="14739"/>
                  <a:pt x="46490" y="12686"/>
                </a:cubicBezTo>
                <a:cubicBezTo>
                  <a:pt x="42222" y="10647"/>
                  <a:pt x="37329" y="10414"/>
                  <a:pt x="31692" y="12001"/>
                </a:cubicBezTo>
                <a:lnTo>
                  <a:pt x="44727" y="45922"/>
                </a:lnTo>
                <a:close/>
                <a:moveTo>
                  <a:pt x="44727" y="4592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1D6A5-1A82-4CB7-BA6C-C0C34F30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688" y="939254"/>
            <a:ext cx="91654" cy="68671"/>
          </a:xfrm>
          <a:custGeom xmlns:a="http://schemas.openxmlformats.org/drawingml/2006/main">
            <a:pathLst>
              <a:path w="91654" h="68671">
                <a:moveTo>
                  <a:pt x="66734" y="0"/>
                </a:moveTo>
                <a:lnTo>
                  <a:pt x="91654" y="65321"/>
                </a:lnTo>
                <a:lnTo>
                  <a:pt x="82901" y="68671"/>
                </a:lnTo>
                <a:lnTo>
                  <a:pt x="72370" y="41305"/>
                </a:lnTo>
                <a:lnTo>
                  <a:pt x="3991" y="67419"/>
                </a:lnTo>
                <a:lnTo>
                  <a:pt x="0" y="56961"/>
                </a:lnTo>
                <a:lnTo>
                  <a:pt x="68394" y="30789"/>
                </a:lnTo>
                <a:lnTo>
                  <a:pt x="57923" y="3364"/>
                </a:lnTo>
                <a:lnTo>
                  <a:pt x="66734" y="0"/>
                </a:lnTo>
                <a:close/>
                <a:moveTo>
                  <a:pt x="6673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60926-DE65-4ADC-92DC-4DA0052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762" y="1005653"/>
            <a:ext cx="71730" cy="37314"/>
          </a:xfrm>
          <a:custGeom xmlns:a="http://schemas.openxmlformats.org/drawingml/2006/main">
            <a:pathLst>
              <a:path w="71730" h="37314">
                <a:moveTo>
                  <a:pt x="61942" y="37314"/>
                </a:moveTo>
                <a:cubicBezTo>
                  <a:pt x="62175" y="36018"/>
                  <a:pt x="62175" y="34649"/>
                  <a:pt x="62001" y="33280"/>
                </a:cubicBezTo>
                <a:cubicBezTo>
                  <a:pt x="61840" y="31911"/>
                  <a:pt x="61433" y="30498"/>
                  <a:pt x="60865" y="28954"/>
                </a:cubicBezTo>
                <a:cubicBezTo>
                  <a:pt x="58826" y="23551"/>
                  <a:pt x="55461" y="20143"/>
                  <a:pt x="50859" y="18540"/>
                </a:cubicBezTo>
                <a:cubicBezTo>
                  <a:pt x="46300" y="17011"/>
                  <a:pt x="40722" y="17521"/>
                  <a:pt x="34124" y="20026"/>
                </a:cubicBezTo>
                <a:lnTo>
                  <a:pt x="3641" y="31692"/>
                </a:lnTo>
                <a:lnTo>
                  <a:pt x="0" y="22123"/>
                </a:lnTo>
                <a:lnTo>
                  <a:pt x="57908" y="0"/>
                </a:lnTo>
                <a:lnTo>
                  <a:pt x="61549" y="9554"/>
                </a:lnTo>
                <a:lnTo>
                  <a:pt x="52563" y="12977"/>
                </a:lnTo>
                <a:cubicBezTo>
                  <a:pt x="56830" y="13647"/>
                  <a:pt x="60413" y="15249"/>
                  <a:pt x="63370" y="17812"/>
                </a:cubicBezTo>
                <a:cubicBezTo>
                  <a:pt x="66268" y="20361"/>
                  <a:pt x="68657" y="23944"/>
                  <a:pt x="70419" y="28503"/>
                </a:cubicBezTo>
                <a:cubicBezTo>
                  <a:pt x="70652" y="29187"/>
                  <a:pt x="70885" y="29930"/>
                  <a:pt x="71103" y="30716"/>
                </a:cubicBezTo>
                <a:cubicBezTo>
                  <a:pt x="71336" y="31576"/>
                  <a:pt x="71511" y="32479"/>
                  <a:pt x="71730" y="33513"/>
                </a:cubicBezTo>
                <a:lnTo>
                  <a:pt x="61942" y="37314"/>
                </a:lnTo>
                <a:close/>
                <a:moveTo>
                  <a:pt x="61942" y="373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5D013-D483-42B7-BF53-C0ABC01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37" y="1051167"/>
            <a:ext cx="68394" cy="65816"/>
          </a:xfrm>
          <a:custGeom xmlns:a="http://schemas.openxmlformats.org/drawingml/2006/main">
            <a:pathLst>
              <a:path w="68394" h="65816">
                <a:moveTo>
                  <a:pt x="37037" y="35726"/>
                </a:moveTo>
                <a:cubicBezTo>
                  <a:pt x="34139" y="27993"/>
                  <a:pt x="31182" y="23041"/>
                  <a:pt x="28342" y="20711"/>
                </a:cubicBezTo>
                <a:cubicBezTo>
                  <a:pt x="25444" y="18439"/>
                  <a:pt x="21847" y="18089"/>
                  <a:pt x="17579" y="19735"/>
                </a:cubicBezTo>
                <a:cubicBezTo>
                  <a:pt x="14229" y="20987"/>
                  <a:pt x="12016" y="23157"/>
                  <a:pt x="10880" y="26114"/>
                </a:cubicBezTo>
                <a:cubicBezTo>
                  <a:pt x="9729" y="29129"/>
                  <a:pt x="9904" y="32537"/>
                  <a:pt x="11331" y="36353"/>
                </a:cubicBezTo>
                <a:cubicBezTo>
                  <a:pt x="13370" y="41581"/>
                  <a:pt x="16851" y="45120"/>
                  <a:pt x="21803" y="46883"/>
                </a:cubicBezTo>
                <a:cubicBezTo>
                  <a:pt x="26798" y="48645"/>
                  <a:pt x="32377" y="48354"/>
                  <a:pt x="38581" y="45965"/>
                </a:cubicBezTo>
                <a:lnTo>
                  <a:pt x="40678" y="45164"/>
                </a:lnTo>
                <a:lnTo>
                  <a:pt x="37037" y="35726"/>
                </a:lnTo>
                <a:close/>
                <a:moveTo>
                  <a:pt x="48252" y="53189"/>
                </a:moveTo>
                <a:lnTo>
                  <a:pt x="15191" y="65816"/>
                </a:lnTo>
                <a:lnTo>
                  <a:pt x="11550" y="56262"/>
                </a:lnTo>
                <a:lnTo>
                  <a:pt x="20376" y="52912"/>
                </a:lnTo>
                <a:cubicBezTo>
                  <a:pt x="15992" y="52111"/>
                  <a:pt x="12409" y="50407"/>
                  <a:pt x="9452" y="47786"/>
                </a:cubicBezTo>
                <a:cubicBezTo>
                  <a:pt x="6554" y="45164"/>
                  <a:pt x="4209" y="41523"/>
                  <a:pt x="2389" y="36862"/>
                </a:cubicBezTo>
                <a:cubicBezTo>
                  <a:pt x="117" y="30949"/>
                  <a:pt x="0" y="25546"/>
                  <a:pt x="1995" y="20769"/>
                </a:cubicBezTo>
                <a:cubicBezTo>
                  <a:pt x="3991" y="16035"/>
                  <a:pt x="7807" y="12569"/>
                  <a:pt x="13370" y="10414"/>
                </a:cubicBezTo>
                <a:cubicBezTo>
                  <a:pt x="19866" y="7967"/>
                  <a:pt x="25604" y="8243"/>
                  <a:pt x="30614" y="11317"/>
                </a:cubicBezTo>
                <a:cubicBezTo>
                  <a:pt x="35566" y="14448"/>
                  <a:pt x="39717" y="20303"/>
                  <a:pt x="43023" y="28954"/>
                </a:cubicBezTo>
                <a:lnTo>
                  <a:pt x="48135" y="42324"/>
                </a:lnTo>
                <a:lnTo>
                  <a:pt x="49053" y="41989"/>
                </a:lnTo>
                <a:cubicBezTo>
                  <a:pt x="53422" y="40285"/>
                  <a:pt x="56277" y="37547"/>
                  <a:pt x="57588" y="33731"/>
                </a:cubicBezTo>
                <a:cubicBezTo>
                  <a:pt x="58884" y="29988"/>
                  <a:pt x="58491" y="25488"/>
                  <a:pt x="56495" y="20259"/>
                </a:cubicBezTo>
                <a:cubicBezTo>
                  <a:pt x="55243" y="16953"/>
                  <a:pt x="53655" y="13880"/>
                  <a:pt x="51602" y="11040"/>
                </a:cubicBezTo>
                <a:cubicBezTo>
                  <a:pt x="49621" y="8185"/>
                  <a:pt x="47291" y="5636"/>
                  <a:pt x="44611" y="3350"/>
                </a:cubicBezTo>
                <a:lnTo>
                  <a:pt x="53422" y="0"/>
                </a:lnTo>
                <a:cubicBezTo>
                  <a:pt x="56102" y="2957"/>
                  <a:pt x="58374" y="5971"/>
                  <a:pt x="60311" y="8986"/>
                </a:cubicBezTo>
                <a:cubicBezTo>
                  <a:pt x="62190" y="12001"/>
                  <a:pt x="63777" y="15074"/>
                  <a:pt x="64972" y="18147"/>
                </a:cubicBezTo>
                <a:cubicBezTo>
                  <a:pt x="68161" y="26507"/>
                  <a:pt x="68394" y="33629"/>
                  <a:pt x="65598" y="39426"/>
                </a:cubicBezTo>
                <a:cubicBezTo>
                  <a:pt x="62874" y="45222"/>
                  <a:pt x="57063" y="49781"/>
                  <a:pt x="48252" y="53189"/>
                </a:cubicBezTo>
                <a:close/>
                <a:moveTo>
                  <a:pt x="48252" y="531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5290D-7CA2-4743-8E33-6D9D1F8E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343" y="1105784"/>
            <a:ext cx="84080" cy="40285"/>
          </a:xfrm>
          <a:custGeom xmlns:a="http://schemas.openxmlformats.org/drawingml/2006/main">
            <a:pathLst>
              <a:path w="84080" h="40285">
                <a:moveTo>
                  <a:pt x="57923" y="8651"/>
                </a:moveTo>
                <a:lnTo>
                  <a:pt x="61564" y="18147"/>
                </a:lnTo>
                <a:lnTo>
                  <a:pt x="3641" y="40285"/>
                </a:lnTo>
                <a:lnTo>
                  <a:pt x="0" y="30775"/>
                </a:lnTo>
                <a:lnTo>
                  <a:pt x="57923" y="8651"/>
                </a:lnTo>
                <a:close/>
                <a:moveTo>
                  <a:pt x="80439" y="0"/>
                </a:moveTo>
                <a:lnTo>
                  <a:pt x="84080" y="9554"/>
                </a:lnTo>
                <a:lnTo>
                  <a:pt x="72021" y="14171"/>
                </a:lnTo>
                <a:lnTo>
                  <a:pt x="68380" y="4602"/>
                </a:lnTo>
                <a:lnTo>
                  <a:pt x="80439" y="0"/>
                </a:lnTo>
                <a:close/>
                <a:moveTo>
                  <a:pt x="8043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49270-8B60-4703-821D-942AD20D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441" y="1143505"/>
            <a:ext cx="72647" cy="70594"/>
          </a:xfrm>
          <a:custGeom xmlns:a="http://schemas.openxmlformats.org/drawingml/2006/main">
            <a:pathLst>
              <a:path w="72647" h="70594">
                <a:moveTo>
                  <a:pt x="53480" y="57282"/>
                </a:moveTo>
                <a:lnTo>
                  <a:pt x="18540" y="70594"/>
                </a:lnTo>
                <a:lnTo>
                  <a:pt x="14899" y="61098"/>
                </a:lnTo>
                <a:lnTo>
                  <a:pt x="49548" y="47844"/>
                </a:lnTo>
                <a:cubicBezTo>
                  <a:pt x="55010" y="45790"/>
                  <a:pt x="58709" y="43125"/>
                  <a:pt x="60646" y="39936"/>
                </a:cubicBezTo>
                <a:cubicBezTo>
                  <a:pt x="62525" y="36746"/>
                  <a:pt x="62627" y="33047"/>
                  <a:pt x="61039" y="28779"/>
                </a:cubicBezTo>
                <a:cubicBezTo>
                  <a:pt x="59044" y="23667"/>
                  <a:pt x="55869" y="20201"/>
                  <a:pt x="51485" y="18482"/>
                </a:cubicBezTo>
                <a:cubicBezTo>
                  <a:pt x="47043" y="16778"/>
                  <a:pt x="42033" y="17011"/>
                  <a:pt x="36411" y="19167"/>
                </a:cubicBezTo>
                <a:lnTo>
                  <a:pt x="3641" y="31692"/>
                </a:lnTo>
                <a:lnTo>
                  <a:pt x="0" y="22123"/>
                </a:lnTo>
                <a:lnTo>
                  <a:pt x="57908" y="0"/>
                </a:lnTo>
                <a:lnTo>
                  <a:pt x="61549" y="9554"/>
                </a:lnTo>
                <a:lnTo>
                  <a:pt x="52563" y="12962"/>
                </a:lnTo>
                <a:cubicBezTo>
                  <a:pt x="56947" y="13938"/>
                  <a:pt x="60530" y="15642"/>
                  <a:pt x="63428" y="18031"/>
                </a:cubicBezTo>
                <a:cubicBezTo>
                  <a:pt x="66326" y="20478"/>
                  <a:pt x="68555" y="23725"/>
                  <a:pt x="70084" y="27760"/>
                </a:cubicBezTo>
                <a:cubicBezTo>
                  <a:pt x="72647" y="34416"/>
                  <a:pt x="72531" y="40212"/>
                  <a:pt x="69691" y="45164"/>
                </a:cubicBezTo>
                <a:cubicBezTo>
                  <a:pt x="66894" y="50174"/>
                  <a:pt x="61491" y="54209"/>
                  <a:pt x="53480" y="57282"/>
                </a:cubicBezTo>
                <a:close/>
                <a:moveTo>
                  <a:pt x="53480" y="572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276FA-C929-4DF2-B22F-21E929DB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715" y="1229406"/>
            <a:ext cx="17361" cy="15933"/>
          </a:xfrm>
          <a:custGeom xmlns:a="http://schemas.openxmlformats.org/drawingml/2006/main">
            <a:pathLst>
              <a:path w="17361" h="15933">
                <a:moveTo>
                  <a:pt x="13152" y="0"/>
                </a:moveTo>
                <a:lnTo>
                  <a:pt x="17361" y="10923"/>
                </a:lnTo>
                <a:lnTo>
                  <a:pt x="4209" y="15933"/>
                </a:lnTo>
                <a:lnTo>
                  <a:pt x="0" y="5010"/>
                </a:lnTo>
                <a:lnTo>
                  <a:pt x="13152" y="0"/>
                </a:lnTo>
                <a:close/>
                <a:moveTo>
                  <a:pt x="1315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6BD7D-4FFE-4746-89E3-965ED037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634" y="1263094"/>
            <a:ext cx="17302" cy="15919"/>
          </a:xfrm>
          <a:custGeom xmlns:a="http://schemas.openxmlformats.org/drawingml/2006/main">
            <a:pathLst>
              <a:path w="17302" h="15919">
                <a:moveTo>
                  <a:pt x="13093" y="0"/>
                </a:moveTo>
                <a:lnTo>
                  <a:pt x="17302" y="10923"/>
                </a:lnTo>
                <a:lnTo>
                  <a:pt x="4151" y="15919"/>
                </a:lnTo>
                <a:lnTo>
                  <a:pt x="0" y="4996"/>
                </a:lnTo>
                <a:lnTo>
                  <a:pt x="13093" y="0"/>
                </a:lnTo>
                <a:close/>
                <a:moveTo>
                  <a:pt x="1309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006C9-735F-411A-97FA-EADE9785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01" y="1271337"/>
            <a:ext cx="90110" cy="61564"/>
          </a:xfrm>
          <a:custGeom xmlns:a="http://schemas.openxmlformats.org/drawingml/2006/main">
            <a:pathLst>
              <a:path w="90110" h="61564">
                <a:moveTo>
                  <a:pt x="72647" y="13720"/>
                </a:moveTo>
                <a:lnTo>
                  <a:pt x="43635" y="24803"/>
                </a:lnTo>
                <a:lnTo>
                  <a:pt x="48631" y="37955"/>
                </a:lnTo>
                <a:cubicBezTo>
                  <a:pt x="50509" y="42790"/>
                  <a:pt x="53189" y="46082"/>
                  <a:pt x="56714" y="47728"/>
                </a:cubicBezTo>
                <a:cubicBezTo>
                  <a:pt x="60238" y="49446"/>
                  <a:pt x="64345" y="49446"/>
                  <a:pt x="69006" y="47626"/>
                </a:cubicBezTo>
                <a:cubicBezTo>
                  <a:pt x="73608" y="45863"/>
                  <a:pt x="76682" y="43183"/>
                  <a:pt x="78167" y="39542"/>
                </a:cubicBezTo>
                <a:cubicBezTo>
                  <a:pt x="79696" y="35959"/>
                  <a:pt x="79536" y="31692"/>
                  <a:pt x="77657" y="26857"/>
                </a:cubicBezTo>
                <a:lnTo>
                  <a:pt x="72647" y="13720"/>
                </a:lnTo>
                <a:close/>
                <a:moveTo>
                  <a:pt x="77191" y="0"/>
                </a:moveTo>
                <a:lnTo>
                  <a:pt x="86236" y="23551"/>
                </a:lnTo>
                <a:cubicBezTo>
                  <a:pt x="89542" y="32202"/>
                  <a:pt x="90110" y="39484"/>
                  <a:pt x="87838" y="45455"/>
                </a:cubicBezTo>
                <a:cubicBezTo>
                  <a:pt x="85624" y="51369"/>
                  <a:pt x="80774" y="55752"/>
                  <a:pt x="73215" y="58651"/>
                </a:cubicBezTo>
                <a:cubicBezTo>
                  <a:pt x="65583" y="61564"/>
                  <a:pt x="58986" y="61564"/>
                  <a:pt x="53422" y="58607"/>
                </a:cubicBezTo>
                <a:cubicBezTo>
                  <a:pt x="47844" y="55636"/>
                  <a:pt x="43344" y="49898"/>
                  <a:pt x="40052" y="41188"/>
                </a:cubicBezTo>
                <a:lnTo>
                  <a:pt x="35042" y="28051"/>
                </a:lnTo>
                <a:lnTo>
                  <a:pt x="4034" y="39936"/>
                </a:lnTo>
                <a:lnTo>
                  <a:pt x="0" y="29478"/>
                </a:lnTo>
                <a:lnTo>
                  <a:pt x="77191" y="0"/>
                </a:lnTo>
                <a:close/>
                <a:moveTo>
                  <a:pt x="7719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58763-FDFB-45A9-B70D-CE7FDBD1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28" y="1341494"/>
            <a:ext cx="66851" cy="65132"/>
          </a:xfrm>
          <a:custGeom xmlns:a="http://schemas.openxmlformats.org/drawingml/2006/main">
            <a:pathLst>
              <a:path w="66851" h="65132">
                <a:moveTo>
                  <a:pt x="45572" y="56481"/>
                </a:moveTo>
                <a:lnTo>
                  <a:pt x="40911" y="58258"/>
                </a:lnTo>
                <a:lnTo>
                  <a:pt x="24177" y="14564"/>
                </a:lnTo>
                <a:cubicBezTo>
                  <a:pt x="17812" y="17463"/>
                  <a:pt x="13545" y="21322"/>
                  <a:pt x="11491" y="26158"/>
                </a:cubicBezTo>
                <a:cubicBezTo>
                  <a:pt x="9394" y="30993"/>
                  <a:pt x="9554" y="36571"/>
                  <a:pt x="11957" y="42892"/>
                </a:cubicBezTo>
                <a:cubicBezTo>
                  <a:pt x="13370" y="46533"/>
                  <a:pt x="15132" y="49941"/>
                  <a:pt x="17361" y="53014"/>
                </a:cubicBezTo>
                <a:cubicBezTo>
                  <a:pt x="19575" y="56087"/>
                  <a:pt x="22196" y="58986"/>
                  <a:pt x="25327" y="61724"/>
                </a:cubicBezTo>
                <a:lnTo>
                  <a:pt x="16327" y="65132"/>
                </a:lnTo>
                <a:cubicBezTo>
                  <a:pt x="13545" y="62292"/>
                  <a:pt x="11098" y="59219"/>
                  <a:pt x="8986" y="55913"/>
                </a:cubicBezTo>
                <a:cubicBezTo>
                  <a:pt x="6831" y="52621"/>
                  <a:pt x="5068" y="49097"/>
                  <a:pt x="3699" y="45455"/>
                </a:cubicBezTo>
                <a:cubicBezTo>
                  <a:pt x="117" y="36178"/>
                  <a:pt x="0" y="27818"/>
                  <a:pt x="3364" y="20419"/>
                </a:cubicBezTo>
                <a:cubicBezTo>
                  <a:pt x="6656" y="12962"/>
                  <a:pt x="12919" y="7442"/>
                  <a:pt x="22080" y="3976"/>
                </a:cubicBezTo>
                <a:cubicBezTo>
                  <a:pt x="31576" y="335"/>
                  <a:pt x="40052" y="0"/>
                  <a:pt x="47567" y="3015"/>
                </a:cubicBezTo>
                <a:cubicBezTo>
                  <a:pt x="55068" y="6030"/>
                  <a:pt x="60530" y="11826"/>
                  <a:pt x="63836" y="20536"/>
                </a:cubicBezTo>
                <a:cubicBezTo>
                  <a:pt x="66851" y="28328"/>
                  <a:pt x="66676" y="35435"/>
                  <a:pt x="63384" y="41873"/>
                </a:cubicBezTo>
                <a:cubicBezTo>
                  <a:pt x="60136" y="48354"/>
                  <a:pt x="54165" y="53189"/>
                  <a:pt x="45572" y="56481"/>
                </a:cubicBezTo>
                <a:close/>
                <a:moveTo>
                  <a:pt x="44727" y="45907"/>
                </a:moveTo>
                <a:cubicBezTo>
                  <a:pt x="49898" y="43853"/>
                  <a:pt x="53480" y="40839"/>
                  <a:pt x="55476" y="36804"/>
                </a:cubicBezTo>
                <a:cubicBezTo>
                  <a:pt x="57515" y="32770"/>
                  <a:pt x="57631" y="28386"/>
                  <a:pt x="55811" y="23711"/>
                </a:cubicBezTo>
                <a:cubicBezTo>
                  <a:pt x="53830" y="18424"/>
                  <a:pt x="50699" y="14725"/>
                  <a:pt x="46490" y="12686"/>
                </a:cubicBezTo>
                <a:cubicBezTo>
                  <a:pt x="42222" y="10632"/>
                  <a:pt x="37329" y="10399"/>
                  <a:pt x="31692" y="12001"/>
                </a:cubicBezTo>
                <a:lnTo>
                  <a:pt x="44727" y="45907"/>
                </a:lnTo>
                <a:close/>
                <a:moveTo>
                  <a:pt x="44727" y="459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0E0C6-4805-4904-8012-3F52C19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54" y="1403101"/>
            <a:ext cx="71744" cy="37329"/>
          </a:xfrm>
          <a:custGeom xmlns:a="http://schemas.openxmlformats.org/drawingml/2006/main">
            <a:pathLst>
              <a:path w="71744" h="37329">
                <a:moveTo>
                  <a:pt x="62015" y="37329"/>
                </a:moveTo>
                <a:cubicBezTo>
                  <a:pt x="62248" y="36018"/>
                  <a:pt x="62248" y="34649"/>
                  <a:pt x="62015" y="33280"/>
                </a:cubicBezTo>
                <a:cubicBezTo>
                  <a:pt x="61840" y="31911"/>
                  <a:pt x="61447" y="30498"/>
                  <a:pt x="60879" y="28954"/>
                </a:cubicBezTo>
                <a:cubicBezTo>
                  <a:pt x="58826" y="23609"/>
                  <a:pt x="55534" y="20143"/>
                  <a:pt x="50917" y="18599"/>
                </a:cubicBezTo>
                <a:cubicBezTo>
                  <a:pt x="46315" y="17011"/>
                  <a:pt x="40737" y="17521"/>
                  <a:pt x="34197" y="20026"/>
                </a:cubicBezTo>
                <a:lnTo>
                  <a:pt x="3641" y="31692"/>
                </a:lnTo>
                <a:lnTo>
                  <a:pt x="0" y="22138"/>
                </a:lnTo>
                <a:lnTo>
                  <a:pt x="57923" y="0"/>
                </a:lnTo>
                <a:lnTo>
                  <a:pt x="61564" y="9554"/>
                </a:lnTo>
                <a:lnTo>
                  <a:pt x="52577" y="12977"/>
                </a:lnTo>
                <a:cubicBezTo>
                  <a:pt x="56845" y="13647"/>
                  <a:pt x="60486" y="15249"/>
                  <a:pt x="63384" y="17812"/>
                </a:cubicBezTo>
                <a:cubicBezTo>
                  <a:pt x="66341" y="20361"/>
                  <a:pt x="68671" y="23958"/>
                  <a:pt x="70433" y="28503"/>
                </a:cubicBezTo>
                <a:cubicBezTo>
                  <a:pt x="70666" y="29187"/>
                  <a:pt x="70885" y="29930"/>
                  <a:pt x="71118" y="30716"/>
                </a:cubicBezTo>
                <a:cubicBezTo>
                  <a:pt x="71351" y="31576"/>
                  <a:pt x="71569" y="32479"/>
                  <a:pt x="71744" y="33513"/>
                </a:cubicBezTo>
                <a:lnTo>
                  <a:pt x="62015" y="37329"/>
                </a:lnTo>
                <a:close/>
                <a:moveTo>
                  <a:pt x="62015" y="373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714CB-54AE-44E3-AC08-F74DEC0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446" y="1438376"/>
            <a:ext cx="84080" cy="40271"/>
          </a:xfrm>
          <a:custGeom xmlns:a="http://schemas.openxmlformats.org/drawingml/2006/main">
            <a:pathLst>
              <a:path w="84080" h="40271">
                <a:moveTo>
                  <a:pt x="57908" y="8593"/>
                </a:moveTo>
                <a:lnTo>
                  <a:pt x="61549" y="18147"/>
                </a:lnTo>
                <a:lnTo>
                  <a:pt x="3641" y="40271"/>
                </a:lnTo>
                <a:lnTo>
                  <a:pt x="0" y="30716"/>
                </a:lnTo>
                <a:lnTo>
                  <a:pt x="57908" y="8593"/>
                </a:lnTo>
                <a:close/>
                <a:moveTo>
                  <a:pt x="80439" y="0"/>
                </a:moveTo>
                <a:lnTo>
                  <a:pt x="84080" y="9496"/>
                </a:lnTo>
                <a:lnTo>
                  <a:pt x="72021" y="14113"/>
                </a:lnTo>
                <a:lnTo>
                  <a:pt x="68380" y="4602"/>
                </a:lnTo>
                <a:lnTo>
                  <a:pt x="80439" y="0"/>
                </a:lnTo>
                <a:close/>
                <a:moveTo>
                  <a:pt x="8043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C2A9D-0667-4B9E-A5C1-D84C63A5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579" y="1479229"/>
            <a:ext cx="67127" cy="61374"/>
          </a:xfrm>
          <a:custGeom xmlns:a="http://schemas.openxmlformats.org/drawingml/2006/main">
            <a:pathLst>
              <a:path w="67127" h="61374">
                <a:moveTo>
                  <a:pt x="55913" y="22182"/>
                </a:moveTo>
                <a:cubicBezTo>
                  <a:pt x="53990" y="17055"/>
                  <a:pt x="50451" y="13822"/>
                  <a:pt x="45339" y="12336"/>
                </a:cubicBezTo>
                <a:cubicBezTo>
                  <a:pt x="40212" y="10923"/>
                  <a:pt x="34183" y="11491"/>
                  <a:pt x="27250" y="14157"/>
                </a:cubicBezTo>
                <a:cubicBezTo>
                  <a:pt x="20361" y="16778"/>
                  <a:pt x="15467" y="20361"/>
                  <a:pt x="12627" y="24861"/>
                </a:cubicBezTo>
                <a:cubicBezTo>
                  <a:pt x="9729" y="29289"/>
                  <a:pt x="9321" y="34124"/>
                  <a:pt x="11258" y="39251"/>
                </a:cubicBezTo>
                <a:cubicBezTo>
                  <a:pt x="13195" y="44319"/>
                  <a:pt x="16720" y="47553"/>
                  <a:pt x="21847" y="48980"/>
                </a:cubicBezTo>
                <a:cubicBezTo>
                  <a:pt x="27017" y="50451"/>
                  <a:pt x="32988" y="49825"/>
                  <a:pt x="39877" y="47218"/>
                </a:cubicBezTo>
                <a:cubicBezTo>
                  <a:pt x="46766" y="44596"/>
                  <a:pt x="51645" y="41013"/>
                  <a:pt x="54500" y="36513"/>
                </a:cubicBezTo>
                <a:cubicBezTo>
                  <a:pt x="57398" y="32027"/>
                  <a:pt x="57850" y="27250"/>
                  <a:pt x="55913" y="22182"/>
                </a:cubicBezTo>
                <a:close/>
                <a:moveTo>
                  <a:pt x="63996" y="19108"/>
                </a:moveTo>
                <a:cubicBezTo>
                  <a:pt x="67127" y="27352"/>
                  <a:pt x="66953" y="34867"/>
                  <a:pt x="63370" y="41640"/>
                </a:cubicBezTo>
                <a:cubicBezTo>
                  <a:pt x="59787" y="48470"/>
                  <a:pt x="53247" y="53641"/>
                  <a:pt x="43751" y="57282"/>
                </a:cubicBezTo>
                <a:cubicBezTo>
                  <a:pt x="34299" y="60923"/>
                  <a:pt x="25939" y="61374"/>
                  <a:pt x="18715" y="58709"/>
                </a:cubicBezTo>
                <a:cubicBezTo>
                  <a:pt x="11550" y="56087"/>
                  <a:pt x="6365" y="50568"/>
                  <a:pt x="3175" y="42324"/>
                </a:cubicBezTo>
                <a:cubicBezTo>
                  <a:pt x="0" y="34022"/>
                  <a:pt x="218" y="26507"/>
                  <a:pt x="3801" y="19735"/>
                </a:cubicBezTo>
                <a:cubicBezTo>
                  <a:pt x="7442" y="12962"/>
                  <a:pt x="13996" y="7734"/>
                  <a:pt x="23434" y="4151"/>
                </a:cubicBezTo>
                <a:cubicBezTo>
                  <a:pt x="32930" y="510"/>
                  <a:pt x="41305" y="0"/>
                  <a:pt x="48470" y="2665"/>
                </a:cubicBezTo>
                <a:cubicBezTo>
                  <a:pt x="55636" y="5287"/>
                  <a:pt x="60806" y="10807"/>
                  <a:pt x="63996" y="19108"/>
                </a:cubicBezTo>
                <a:close/>
                <a:moveTo>
                  <a:pt x="63996" y="191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A2161-49EC-4AA0-9C26-62F2CBC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56" y="1544084"/>
            <a:ext cx="95353" cy="66851"/>
          </a:xfrm>
          <a:custGeom xmlns:a="http://schemas.openxmlformats.org/drawingml/2006/main">
            <a:pathLst>
              <a:path w="95353" h="66851">
                <a:moveTo>
                  <a:pt x="60413" y="38567"/>
                </a:moveTo>
                <a:lnTo>
                  <a:pt x="91712" y="26624"/>
                </a:lnTo>
                <a:lnTo>
                  <a:pt x="95353" y="36120"/>
                </a:lnTo>
                <a:lnTo>
                  <a:pt x="14899" y="66851"/>
                </a:lnTo>
                <a:lnTo>
                  <a:pt x="11258" y="57340"/>
                </a:lnTo>
                <a:lnTo>
                  <a:pt x="19968" y="54048"/>
                </a:lnTo>
                <a:cubicBezTo>
                  <a:pt x="15759" y="53364"/>
                  <a:pt x="12234" y="51820"/>
                  <a:pt x="9379" y="49373"/>
                </a:cubicBezTo>
                <a:cubicBezTo>
                  <a:pt x="6539" y="46985"/>
                  <a:pt x="4326" y="43635"/>
                  <a:pt x="2665" y="39368"/>
                </a:cubicBezTo>
                <a:cubicBezTo>
                  <a:pt x="0" y="32362"/>
                  <a:pt x="626" y="25590"/>
                  <a:pt x="4486" y="19050"/>
                </a:cubicBezTo>
                <a:cubicBezTo>
                  <a:pt x="8418" y="12569"/>
                  <a:pt x="14899" y="7559"/>
                  <a:pt x="24002" y="4034"/>
                </a:cubicBezTo>
                <a:cubicBezTo>
                  <a:pt x="33105" y="568"/>
                  <a:pt x="41305" y="0"/>
                  <a:pt x="48587" y="2214"/>
                </a:cubicBezTo>
                <a:cubicBezTo>
                  <a:pt x="55811" y="4486"/>
                  <a:pt x="60821" y="9103"/>
                  <a:pt x="63486" y="16094"/>
                </a:cubicBezTo>
                <a:cubicBezTo>
                  <a:pt x="65132" y="20419"/>
                  <a:pt x="65656" y="24395"/>
                  <a:pt x="65132" y="28036"/>
                </a:cubicBezTo>
                <a:cubicBezTo>
                  <a:pt x="64680" y="31736"/>
                  <a:pt x="63093" y="35275"/>
                  <a:pt x="60413" y="38567"/>
                </a:cubicBezTo>
                <a:close/>
                <a:moveTo>
                  <a:pt x="27760" y="13880"/>
                </a:moveTo>
                <a:cubicBezTo>
                  <a:pt x="20813" y="16545"/>
                  <a:pt x="15875" y="20084"/>
                  <a:pt x="12962" y="24512"/>
                </a:cubicBezTo>
                <a:cubicBezTo>
                  <a:pt x="10064" y="28896"/>
                  <a:pt x="9612" y="33615"/>
                  <a:pt x="11550" y="38625"/>
                </a:cubicBezTo>
                <a:cubicBezTo>
                  <a:pt x="13487" y="43693"/>
                  <a:pt x="16953" y="46868"/>
                  <a:pt x="22065" y="48237"/>
                </a:cubicBezTo>
                <a:cubicBezTo>
                  <a:pt x="27133" y="49606"/>
                  <a:pt x="33163" y="48980"/>
                  <a:pt x="40169" y="46300"/>
                </a:cubicBezTo>
                <a:cubicBezTo>
                  <a:pt x="47160" y="43635"/>
                  <a:pt x="52111" y="40110"/>
                  <a:pt x="54951" y="35668"/>
                </a:cubicBezTo>
                <a:cubicBezTo>
                  <a:pt x="57850" y="31226"/>
                  <a:pt x="58316" y="26507"/>
                  <a:pt x="56437" y="21497"/>
                </a:cubicBezTo>
                <a:cubicBezTo>
                  <a:pt x="54500" y="16443"/>
                  <a:pt x="50975" y="13254"/>
                  <a:pt x="45907" y="11885"/>
                </a:cubicBezTo>
                <a:cubicBezTo>
                  <a:pt x="40795" y="10574"/>
                  <a:pt x="34751" y="11200"/>
                  <a:pt x="27760" y="13880"/>
                </a:cubicBezTo>
                <a:close/>
                <a:moveTo>
                  <a:pt x="27760" y="1388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35A1A-FB4E-4F28-92ED-62FBC05F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345" y="1601424"/>
            <a:ext cx="91071" cy="78691"/>
          </a:xfrm>
          <a:custGeom xmlns:a="http://schemas.openxmlformats.org/drawingml/2006/main">
            <a:pathLst>
              <a:path w="91071" h="78691">
                <a:moveTo>
                  <a:pt x="40839" y="25895"/>
                </a:moveTo>
                <a:lnTo>
                  <a:pt x="12569" y="36702"/>
                </a:lnTo>
                <a:lnTo>
                  <a:pt x="18934" y="53480"/>
                </a:lnTo>
                <a:cubicBezTo>
                  <a:pt x="21104" y="59059"/>
                  <a:pt x="23827" y="62816"/>
                  <a:pt x="27192" y="64579"/>
                </a:cubicBezTo>
                <a:cubicBezTo>
                  <a:pt x="30600" y="66399"/>
                  <a:pt x="34634" y="66399"/>
                  <a:pt x="39426" y="64579"/>
                </a:cubicBezTo>
                <a:cubicBezTo>
                  <a:pt x="44261" y="62758"/>
                  <a:pt x="47334" y="60020"/>
                  <a:pt x="48572" y="56437"/>
                </a:cubicBezTo>
                <a:cubicBezTo>
                  <a:pt x="49825" y="52854"/>
                  <a:pt x="49373" y="48252"/>
                  <a:pt x="47218" y="42674"/>
                </a:cubicBezTo>
                <a:lnTo>
                  <a:pt x="40839" y="25895"/>
                </a:lnTo>
                <a:close/>
                <a:moveTo>
                  <a:pt x="72589" y="13778"/>
                </a:moveTo>
                <a:lnTo>
                  <a:pt x="49315" y="22648"/>
                </a:lnTo>
                <a:lnTo>
                  <a:pt x="55243" y="38115"/>
                </a:lnTo>
                <a:cubicBezTo>
                  <a:pt x="57165" y="43183"/>
                  <a:pt x="59554" y="46650"/>
                  <a:pt x="62467" y="48412"/>
                </a:cubicBezTo>
                <a:cubicBezTo>
                  <a:pt x="65307" y="50189"/>
                  <a:pt x="68715" y="50291"/>
                  <a:pt x="72647" y="48820"/>
                </a:cubicBezTo>
                <a:cubicBezTo>
                  <a:pt x="76507" y="47334"/>
                  <a:pt x="78954" y="44946"/>
                  <a:pt x="79929" y="41698"/>
                </a:cubicBezTo>
                <a:cubicBezTo>
                  <a:pt x="80891" y="38465"/>
                  <a:pt x="80439" y="34314"/>
                  <a:pt x="78502" y="29245"/>
                </a:cubicBezTo>
                <a:lnTo>
                  <a:pt x="72589" y="13778"/>
                </a:lnTo>
                <a:close/>
                <a:moveTo>
                  <a:pt x="77191" y="0"/>
                </a:moveTo>
                <a:lnTo>
                  <a:pt x="87386" y="26740"/>
                </a:lnTo>
                <a:cubicBezTo>
                  <a:pt x="90401" y="34707"/>
                  <a:pt x="91071" y="41421"/>
                  <a:pt x="89425" y="46999"/>
                </a:cubicBezTo>
                <a:cubicBezTo>
                  <a:pt x="87780" y="52577"/>
                  <a:pt x="83905" y="56554"/>
                  <a:pt x="77818" y="58884"/>
                </a:cubicBezTo>
                <a:cubicBezTo>
                  <a:pt x="73040" y="60704"/>
                  <a:pt x="68890" y="61054"/>
                  <a:pt x="65248" y="59860"/>
                </a:cubicBezTo>
                <a:cubicBezTo>
                  <a:pt x="61607" y="58709"/>
                  <a:pt x="58651" y="56160"/>
                  <a:pt x="56321" y="52111"/>
                </a:cubicBezTo>
                <a:cubicBezTo>
                  <a:pt x="57165" y="57690"/>
                  <a:pt x="56379" y="62583"/>
                  <a:pt x="53990" y="66792"/>
                </a:cubicBezTo>
                <a:cubicBezTo>
                  <a:pt x="51602" y="70943"/>
                  <a:pt x="47728" y="74016"/>
                  <a:pt x="42499" y="76070"/>
                </a:cubicBezTo>
                <a:cubicBezTo>
                  <a:pt x="35610" y="78691"/>
                  <a:pt x="29406" y="78400"/>
                  <a:pt x="23827" y="75094"/>
                </a:cubicBezTo>
                <a:cubicBezTo>
                  <a:pt x="18307" y="71861"/>
                  <a:pt x="13880" y="65889"/>
                  <a:pt x="10574" y="57238"/>
                </a:cubicBezTo>
                <a:lnTo>
                  <a:pt x="0" y="29537"/>
                </a:lnTo>
                <a:lnTo>
                  <a:pt x="77191" y="0"/>
                </a:lnTo>
                <a:close/>
                <a:moveTo>
                  <a:pt x="7719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38F7D-2948-441B-B7ED-AEBA2ADA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042" y="1682665"/>
            <a:ext cx="68380" cy="65831"/>
          </a:xfrm>
          <a:custGeom xmlns:a="http://schemas.openxmlformats.org/drawingml/2006/main">
            <a:pathLst>
              <a:path w="68380" h="65831">
                <a:moveTo>
                  <a:pt x="37037" y="35726"/>
                </a:moveTo>
                <a:cubicBezTo>
                  <a:pt x="34124" y="28051"/>
                  <a:pt x="31168" y="23041"/>
                  <a:pt x="28328" y="20769"/>
                </a:cubicBezTo>
                <a:cubicBezTo>
                  <a:pt x="25429" y="18439"/>
                  <a:pt x="21847" y="18089"/>
                  <a:pt x="17637" y="19749"/>
                </a:cubicBezTo>
                <a:cubicBezTo>
                  <a:pt x="14215" y="21060"/>
                  <a:pt x="12001" y="23157"/>
                  <a:pt x="10865" y="26172"/>
                </a:cubicBezTo>
                <a:cubicBezTo>
                  <a:pt x="9729" y="29129"/>
                  <a:pt x="9889" y="32551"/>
                  <a:pt x="11317" y="36353"/>
                </a:cubicBezTo>
                <a:cubicBezTo>
                  <a:pt x="13370" y="41654"/>
                  <a:pt x="16836" y="45179"/>
                  <a:pt x="21788" y="46941"/>
                </a:cubicBezTo>
                <a:cubicBezTo>
                  <a:pt x="26784" y="48703"/>
                  <a:pt x="32362" y="48368"/>
                  <a:pt x="38567" y="46023"/>
                </a:cubicBezTo>
                <a:lnTo>
                  <a:pt x="40678" y="45179"/>
                </a:lnTo>
                <a:lnTo>
                  <a:pt x="37037" y="35726"/>
                </a:lnTo>
                <a:close/>
                <a:moveTo>
                  <a:pt x="48237" y="53204"/>
                </a:moveTo>
                <a:lnTo>
                  <a:pt x="15191" y="65831"/>
                </a:lnTo>
                <a:lnTo>
                  <a:pt x="11550" y="56335"/>
                </a:lnTo>
                <a:lnTo>
                  <a:pt x="20361" y="52971"/>
                </a:lnTo>
                <a:cubicBezTo>
                  <a:pt x="15977" y="52111"/>
                  <a:pt x="12394" y="50407"/>
                  <a:pt x="9438" y="47800"/>
                </a:cubicBezTo>
                <a:cubicBezTo>
                  <a:pt x="6539" y="45237"/>
                  <a:pt x="4209" y="41538"/>
                  <a:pt x="2389" y="36877"/>
                </a:cubicBezTo>
                <a:cubicBezTo>
                  <a:pt x="160" y="30949"/>
                  <a:pt x="0" y="25604"/>
                  <a:pt x="1981" y="20827"/>
                </a:cubicBezTo>
                <a:cubicBezTo>
                  <a:pt x="3976" y="16050"/>
                  <a:pt x="7792" y="12584"/>
                  <a:pt x="13370" y="10472"/>
                </a:cubicBezTo>
                <a:cubicBezTo>
                  <a:pt x="19851" y="7967"/>
                  <a:pt x="25590" y="8258"/>
                  <a:pt x="30600" y="11389"/>
                </a:cubicBezTo>
                <a:cubicBezTo>
                  <a:pt x="35552" y="14448"/>
                  <a:pt x="39703" y="20376"/>
                  <a:pt x="43009" y="29012"/>
                </a:cubicBezTo>
                <a:lnTo>
                  <a:pt x="48121" y="42339"/>
                </a:lnTo>
                <a:lnTo>
                  <a:pt x="49038" y="41989"/>
                </a:lnTo>
                <a:cubicBezTo>
                  <a:pt x="53422" y="40343"/>
                  <a:pt x="56262" y="37547"/>
                  <a:pt x="57573" y="33804"/>
                </a:cubicBezTo>
                <a:cubicBezTo>
                  <a:pt x="58884" y="29988"/>
                  <a:pt x="58476" y="25488"/>
                  <a:pt x="56495" y="20259"/>
                </a:cubicBezTo>
                <a:cubicBezTo>
                  <a:pt x="55243" y="16953"/>
                  <a:pt x="53641" y="13880"/>
                  <a:pt x="51645" y="11040"/>
                </a:cubicBezTo>
                <a:cubicBezTo>
                  <a:pt x="49665" y="8258"/>
                  <a:pt x="47276" y="5695"/>
                  <a:pt x="44596" y="3423"/>
                </a:cubicBezTo>
                <a:lnTo>
                  <a:pt x="53422" y="0"/>
                </a:lnTo>
                <a:cubicBezTo>
                  <a:pt x="56087" y="2957"/>
                  <a:pt x="58360" y="5971"/>
                  <a:pt x="60297" y="9001"/>
                </a:cubicBezTo>
                <a:cubicBezTo>
                  <a:pt x="62234" y="12016"/>
                  <a:pt x="63777" y="15074"/>
                  <a:pt x="64972" y="18205"/>
                </a:cubicBezTo>
                <a:cubicBezTo>
                  <a:pt x="68147" y="26580"/>
                  <a:pt x="68380" y="33629"/>
                  <a:pt x="65598" y="39426"/>
                </a:cubicBezTo>
                <a:cubicBezTo>
                  <a:pt x="62860" y="45237"/>
                  <a:pt x="57063" y="49839"/>
                  <a:pt x="48237" y="53204"/>
                </a:cubicBezTo>
                <a:close/>
                <a:moveTo>
                  <a:pt x="48237" y="532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A15BC-E69F-41B5-9E61-A7B0B6BD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724" y="1738825"/>
            <a:ext cx="73958" cy="58258"/>
          </a:xfrm>
          <a:custGeom xmlns:a="http://schemas.openxmlformats.org/drawingml/2006/main">
            <a:pathLst>
              <a:path w="73958" h="58258">
                <a:moveTo>
                  <a:pt x="73958" y="10239"/>
                </a:moveTo>
                <a:lnTo>
                  <a:pt x="57515" y="16545"/>
                </a:lnTo>
                <a:lnTo>
                  <a:pt x="65015" y="36120"/>
                </a:lnTo>
                <a:lnTo>
                  <a:pt x="57631" y="38974"/>
                </a:lnTo>
                <a:lnTo>
                  <a:pt x="50116" y="19342"/>
                </a:lnTo>
                <a:lnTo>
                  <a:pt x="18657" y="31401"/>
                </a:lnTo>
                <a:cubicBezTo>
                  <a:pt x="13938" y="33163"/>
                  <a:pt x="11142" y="34984"/>
                  <a:pt x="10297" y="36804"/>
                </a:cubicBezTo>
                <a:cubicBezTo>
                  <a:pt x="9438" y="38625"/>
                  <a:pt x="9787" y="41465"/>
                  <a:pt x="11317" y="45455"/>
                </a:cubicBezTo>
                <a:lnTo>
                  <a:pt x="15074" y="55243"/>
                </a:lnTo>
                <a:lnTo>
                  <a:pt x="7107" y="58258"/>
                </a:lnTo>
                <a:lnTo>
                  <a:pt x="3350" y="48529"/>
                </a:lnTo>
                <a:cubicBezTo>
                  <a:pt x="568" y="41130"/>
                  <a:pt x="0" y="35552"/>
                  <a:pt x="1646" y="31736"/>
                </a:cubicBezTo>
                <a:cubicBezTo>
                  <a:pt x="3350" y="27876"/>
                  <a:pt x="7792" y="24570"/>
                  <a:pt x="15016" y="21847"/>
                </a:cubicBezTo>
                <a:lnTo>
                  <a:pt x="46475" y="9787"/>
                </a:lnTo>
                <a:lnTo>
                  <a:pt x="43795" y="2840"/>
                </a:lnTo>
                <a:lnTo>
                  <a:pt x="51194" y="0"/>
                </a:lnTo>
                <a:lnTo>
                  <a:pt x="53874" y="6991"/>
                </a:lnTo>
                <a:lnTo>
                  <a:pt x="70317" y="685"/>
                </a:lnTo>
                <a:lnTo>
                  <a:pt x="73958" y="10239"/>
                </a:lnTo>
                <a:close/>
                <a:moveTo>
                  <a:pt x="73958" y="102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1E7F6-7642-417D-A277-E7483868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599" y="1780348"/>
            <a:ext cx="73958" cy="58258"/>
          </a:xfrm>
          <a:custGeom xmlns:a="http://schemas.openxmlformats.org/drawingml/2006/main">
            <a:pathLst>
              <a:path w="73958" h="58258">
                <a:moveTo>
                  <a:pt x="73958" y="10239"/>
                </a:moveTo>
                <a:lnTo>
                  <a:pt x="57515" y="16560"/>
                </a:lnTo>
                <a:lnTo>
                  <a:pt x="65015" y="36134"/>
                </a:lnTo>
                <a:lnTo>
                  <a:pt x="57631" y="38974"/>
                </a:lnTo>
                <a:lnTo>
                  <a:pt x="50116" y="19342"/>
                </a:lnTo>
                <a:lnTo>
                  <a:pt x="18657" y="31357"/>
                </a:lnTo>
                <a:cubicBezTo>
                  <a:pt x="13938" y="33178"/>
                  <a:pt x="11142" y="34998"/>
                  <a:pt x="10297" y="36819"/>
                </a:cubicBezTo>
                <a:cubicBezTo>
                  <a:pt x="9438" y="38581"/>
                  <a:pt x="9773" y="41479"/>
                  <a:pt x="11317" y="45455"/>
                </a:cubicBezTo>
                <a:lnTo>
                  <a:pt x="15074" y="55243"/>
                </a:lnTo>
                <a:lnTo>
                  <a:pt x="7107" y="58258"/>
                </a:lnTo>
                <a:lnTo>
                  <a:pt x="3350" y="48470"/>
                </a:lnTo>
                <a:cubicBezTo>
                  <a:pt x="568" y="41144"/>
                  <a:pt x="0" y="35566"/>
                  <a:pt x="1646" y="31750"/>
                </a:cubicBezTo>
                <a:cubicBezTo>
                  <a:pt x="3350" y="27876"/>
                  <a:pt x="7792" y="24585"/>
                  <a:pt x="15016" y="21788"/>
                </a:cubicBezTo>
                <a:lnTo>
                  <a:pt x="46475" y="9787"/>
                </a:lnTo>
                <a:lnTo>
                  <a:pt x="43795" y="2796"/>
                </a:lnTo>
                <a:lnTo>
                  <a:pt x="51194" y="0"/>
                </a:lnTo>
                <a:lnTo>
                  <a:pt x="53874" y="6947"/>
                </a:lnTo>
                <a:lnTo>
                  <a:pt x="70317" y="685"/>
                </a:lnTo>
                <a:lnTo>
                  <a:pt x="73958" y="10239"/>
                </a:lnTo>
                <a:close/>
                <a:moveTo>
                  <a:pt x="73958" y="102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FD22A-DCC6-403D-9AAA-DF6B929D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202" y="1832183"/>
            <a:ext cx="66792" cy="65147"/>
          </a:xfrm>
          <a:custGeom xmlns:a="http://schemas.openxmlformats.org/drawingml/2006/main">
            <a:pathLst>
              <a:path w="66792" h="65147">
                <a:moveTo>
                  <a:pt x="45514" y="56495"/>
                </a:moveTo>
                <a:lnTo>
                  <a:pt x="40911" y="58258"/>
                </a:lnTo>
                <a:lnTo>
                  <a:pt x="24177" y="14506"/>
                </a:lnTo>
                <a:cubicBezTo>
                  <a:pt x="17754" y="17463"/>
                  <a:pt x="13545" y="21337"/>
                  <a:pt x="11433" y="26172"/>
                </a:cubicBezTo>
                <a:cubicBezTo>
                  <a:pt x="9394" y="31008"/>
                  <a:pt x="9554" y="36586"/>
                  <a:pt x="11943" y="42892"/>
                </a:cubicBezTo>
                <a:cubicBezTo>
                  <a:pt x="13370" y="46533"/>
                  <a:pt x="15132" y="49956"/>
                  <a:pt x="17361" y="53029"/>
                </a:cubicBezTo>
                <a:cubicBezTo>
                  <a:pt x="19575" y="56102"/>
                  <a:pt x="22196" y="59000"/>
                  <a:pt x="25313" y="61666"/>
                </a:cubicBezTo>
                <a:lnTo>
                  <a:pt x="16268" y="65147"/>
                </a:lnTo>
                <a:cubicBezTo>
                  <a:pt x="13545" y="62292"/>
                  <a:pt x="11098" y="59161"/>
                  <a:pt x="8986" y="55927"/>
                </a:cubicBezTo>
                <a:cubicBezTo>
                  <a:pt x="6831" y="52621"/>
                  <a:pt x="5068" y="49097"/>
                  <a:pt x="3641" y="45455"/>
                </a:cubicBezTo>
                <a:cubicBezTo>
                  <a:pt x="117" y="36178"/>
                  <a:pt x="0" y="27818"/>
                  <a:pt x="3306" y="20361"/>
                </a:cubicBezTo>
                <a:cubicBezTo>
                  <a:pt x="6656" y="12919"/>
                  <a:pt x="12919" y="7457"/>
                  <a:pt x="22080" y="3976"/>
                </a:cubicBezTo>
                <a:cubicBezTo>
                  <a:pt x="31576" y="335"/>
                  <a:pt x="40052" y="0"/>
                  <a:pt x="47567" y="3015"/>
                </a:cubicBezTo>
                <a:cubicBezTo>
                  <a:pt x="55068" y="5971"/>
                  <a:pt x="60530" y="11826"/>
                  <a:pt x="63836" y="20536"/>
                </a:cubicBezTo>
                <a:cubicBezTo>
                  <a:pt x="66792" y="28328"/>
                  <a:pt x="66676" y="35450"/>
                  <a:pt x="63384" y="41873"/>
                </a:cubicBezTo>
                <a:cubicBezTo>
                  <a:pt x="60078" y="48354"/>
                  <a:pt x="54165" y="53189"/>
                  <a:pt x="45514" y="56495"/>
                </a:cubicBezTo>
                <a:close/>
                <a:moveTo>
                  <a:pt x="44713" y="45907"/>
                </a:moveTo>
                <a:cubicBezTo>
                  <a:pt x="49898" y="43868"/>
                  <a:pt x="53480" y="40853"/>
                  <a:pt x="55476" y="36804"/>
                </a:cubicBezTo>
                <a:cubicBezTo>
                  <a:pt x="57515" y="32770"/>
                  <a:pt x="57631" y="28386"/>
                  <a:pt x="55811" y="23725"/>
                </a:cubicBezTo>
                <a:cubicBezTo>
                  <a:pt x="53772" y="18439"/>
                  <a:pt x="50699" y="14739"/>
                  <a:pt x="46431" y="12686"/>
                </a:cubicBezTo>
                <a:cubicBezTo>
                  <a:pt x="42222" y="10632"/>
                  <a:pt x="37329" y="10414"/>
                  <a:pt x="31692" y="12001"/>
                </a:cubicBezTo>
                <a:lnTo>
                  <a:pt x="44713" y="45907"/>
                </a:lnTo>
                <a:close/>
                <a:moveTo>
                  <a:pt x="44713" y="459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137BB-E796-4DEF-B1D1-4B1F5DE8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228" y="1893790"/>
            <a:ext cx="71744" cy="37329"/>
          </a:xfrm>
          <a:custGeom xmlns:a="http://schemas.openxmlformats.org/drawingml/2006/main">
            <a:pathLst>
              <a:path w="71744" h="37329">
                <a:moveTo>
                  <a:pt x="62015" y="37329"/>
                </a:moveTo>
                <a:cubicBezTo>
                  <a:pt x="62190" y="36018"/>
                  <a:pt x="62190" y="34649"/>
                  <a:pt x="62015" y="33294"/>
                </a:cubicBezTo>
                <a:cubicBezTo>
                  <a:pt x="61840" y="31925"/>
                  <a:pt x="61447" y="30498"/>
                  <a:pt x="60879" y="28969"/>
                </a:cubicBezTo>
                <a:cubicBezTo>
                  <a:pt x="58826" y="23565"/>
                  <a:pt x="55476" y="20143"/>
                  <a:pt x="50917" y="18555"/>
                </a:cubicBezTo>
                <a:cubicBezTo>
                  <a:pt x="46315" y="17011"/>
                  <a:pt x="40737" y="17536"/>
                  <a:pt x="34197" y="20026"/>
                </a:cubicBezTo>
                <a:lnTo>
                  <a:pt x="3641" y="31692"/>
                </a:lnTo>
                <a:lnTo>
                  <a:pt x="0" y="22138"/>
                </a:lnTo>
                <a:lnTo>
                  <a:pt x="57923" y="0"/>
                </a:lnTo>
                <a:lnTo>
                  <a:pt x="61564" y="9569"/>
                </a:lnTo>
                <a:lnTo>
                  <a:pt x="52563" y="12977"/>
                </a:lnTo>
                <a:cubicBezTo>
                  <a:pt x="56830" y="13661"/>
                  <a:pt x="60471" y="15249"/>
                  <a:pt x="63384" y="17812"/>
                </a:cubicBezTo>
                <a:cubicBezTo>
                  <a:pt x="66341" y="20376"/>
                  <a:pt x="68671" y="23958"/>
                  <a:pt x="70433" y="28503"/>
                </a:cubicBezTo>
                <a:cubicBezTo>
                  <a:pt x="70666" y="29187"/>
                  <a:pt x="70885" y="29930"/>
                  <a:pt x="71118" y="30731"/>
                </a:cubicBezTo>
                <a:cubicBezTo>
                  <a:pt x="71351" y="31576"/>
                  <a:pt x="71569" y="32493"/>
                  <a:pt x="71744" y="33513"/>
                </a:cubicBezTo>
                <a:lnTo>
                  <a:pt x="62015" y="37329"/>
                </a:lnTo>
                <a:close/>
                <a:moveTo>
                  <a:pt x="62015" y="373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CC39F-EBDE-4A5D-B070-8726F39D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373" y="1930827"/>
            <a:ext cx="99504" cy="56379"/>
          </a:xfrm>
          <a:custGeom xmlns:a="http://schemas.openxmlformats.org/drawingml/2006/main">
            <a:pathLst>
              <a:path w="99504" h="56379">
                <a:moveTo>
                  <a:pt x="26449" y="55141"/>
                </a:moveTo>
                <a:cubicBezTo>
                  <a:pt x="18540" y="55083"/>
                  <a:pt x="13079" y="54165"/>
                  <a:pt x="9947" y="52403"/>
                </a:cubicBezTo>
                <a:cubicBezTo>
                  <a:pt x="6874" y="50699"/>
                  <a:pt x="4544" y="47684"/>
                  <a:pt x="2898" y="43416"/>
                </a:cubicBezTo>
                <a:lnTo>
                  <a:pt x="0" y="35785"/>
                </a:lnTo>
                <a:lnTo>
                  <a:pt x="7967" y="32770"/>
                </a:lnTo>
                <a:lnTo>
                  <a:pt x="10122" y="38348"/>
                </a:lnTo>
                <a:cubicBezTo>
                  <a:pt x="11084" y="40970"/>
                  <a:pt x="12511" y="42732"/>
                  <a:pt x="14273" y="43693"/>
                </a:cubicBezTo>
                <a:cubicBezTo>
                  <a:pt x="16094" y="44727"/>
                  <a:pt x="19618" y="45179"/>
                  <a:pt x="24920" y="45179"/>
                </a:cubicBezTo>
                <a:lnTo>
                  <a:pt x="29915" y="45237"/>
                </a:lnTo>
                <a:lnTo>
                  <a:pt x="77934" y="0"/>
                </a:lnTo>
                <a:lnTo>
                  <a:pt x="81808" y="10137"/>
                </a:lnTo>
                <a:lnTo>
                  <a:pt x="43402" y="45514"/>
                </a:lnTo>
                <a:lnTo>
                  <a:pt x="95630" y="46315"/>
                </a:lnTo>
                <a:lnTo>
                  <a:pt x="99504" y="56379"/>
                </a:lnTo>
                <a:lnTo>
                  <a:pt x="26449" y="55141"/>
                </a:lnTo>
                <a:close/>
                <a:moveTo>
                  <a:pt x="26449" y="551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01002-8DE9-4BA0-90E8-3BEA0DE8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42" y="305703"/>
            <a:ext cx="88814" cy="71176"/>
          </a:xfrm>
          <a:custGeom xmlns:a="http://schemas.openxmlformats.org/drawingml/2006/main">
            <a:pathLst>
              <a:path w="88814" h="71176">
                <a:moveTo>
                  <a:pt x="88697" y="47334"/>
                </a:moveTo>
                <a:lnTo>
                  <a:pt x="78284" y="50582"/>
                </a:lnTo>
                <a:cubicBezTo>
                  <a:pt x="78968" y="45922"/>
                  <a:pt x="79259" y="41654"/>
                  <a:pt x="79085" y="37722"/>
                </a:cubicBezTo>
                <a:cubicBezTo>
                  <a:pt x="78968" y="33862"/>
                  <a:pt x="78342" y="30221"/>
                  <a:pt x="77322" y="26857"/>
                </a:cubicBezTo>
                <a:cubicBezTo>
                  <a:pt x="75560" y="21060"/>
                  <a:pt x="73055" y="16909"/>
                  <a:pt x="69807" y="14462"/>
                </a:cubicBezTo>
                <a:cubicBezTo>
                  <a:pt x="66559" y="11957"/>
                  <a:pt x="62874" y="11389"/>
                  <a:pt x="58709" y="12642"/>
                </a:cubicBezTo>
                <a:cubicBezTo>
                  <a:pt x="55243" y="13720"/>
                  <a:pt x="52912" y="15598"/>
                  <a:pt x="51776" y="18205"/>
                </a:cubicBezTo>
                <a:cubicBezTo>
                  <a:pt x="50640" y="20885"/>
                  <a:pt x="50407" y="25269"/>
                  <a:pt x="51150" y="31474"/>
                </a:cubicBezTo>
                <a:lnTo>
                  <a:pt x="51776" y="38348"/>
                </a:lnTo>
                <a:cubicBezTo>
                  <a:pt x="52679" y="46766"/>
                  <a:pt x="51835" y="53480"/>
                  <a:pt x="49155" y="58432"/>
                </a:cubicBezTo>
                <a:cubicBezTo>
                  <a:pt x="46490" y="63442"/>
                  <a:pt x="41931" y="66909"/>
                  <a:pt x="35566" y="68846"/>
                </a:cubicBezTo>
                <a:cubicBezTo>
                  <a:pt x="27876" y="71176"/>
                  <a:pt x="21279" y="70375"/>
                  <a:pt x="15759" y="66457"/>
                </a:cubicBezTo>
                <a:cubicBezTo>
                  <a:pt x="10239" y="62583"/>
                  <a:pt x="5913" y="55651"/>
                  <a:pt x="2898" y="45747"/>
                </a:cubicBezTo>
                <a:cubicBezTo>
                  <a:pt x="1762" y="41989"/>
                  <a:pt x="976" y="37897"/>
                  <a:pt x="510" y="33396"/>
                </a:cubicBezTo>
                <a:cubicBezTo>
                  <a:pt x="58" y="28910"/>
                  <a:pt x="0" y="24191"/>
                  <a:pt x="291" y="19181"/>
                </a:cubicBezTo>
                <a:lnTo>
                  <a:pt x="11273" y="15759"/>
                </a:lnTo>
                <a:cubicBezTo>
                  <a:pt x="10181" y="20885"/>
                  <a:pt x="9671" y="25662"/>
                  <a:pt x="9671" y="30221"/>
                </a:cubicBezTo>
                <a:cubicBezTo>
                  <a:pt x="9729" y="34765"/>
                  <a:pt x="10355" y="39033"/>
                  <a:pt x="11608" y="43067"/>
                </a:cubicBezTo>
                <a:cubicBezTo>
                  <a:pt x="13487" y="49155"/>
                  <a:pt x="16108" y="53480"/>
                  <a:pt x="19516" y="56102"/>
                </a:cubicBezTo>
                <a:cubicBezTo>
                  <a:pt x="22924" y="58665"/>
                  <a:pt x="26857" y="59292"/>
                  <a:pt x="31299" y="57923"/>
                </a:cubicBezTo>
                <a:cubicBezTo>
                  <a:pt x="35217" y="56728"/>
                  <a:pt x="37838" y="54616"/>
                  <a:pt x="39309" y="51543"/>
                </a:cubicBezTo>
                <a:cubicBezTo>
                  <a:pt x="40795" y="48529"/>
                  <a:pt x="41246" y="44101"/>
                  <a:pt x="40678" y="38348"/>
                </a:cubicBezTo>
                <a:lnTo>
                  <a:pt x="39936" y="31415"/>
                </a:lnTo>
                <a:cubicBezTo>
                  <a:pt x="39091" y="22983"/>
                  <a:pt x="39775" y="16443"/>
                  <a:pt x="42106" y="11841"/>
                </a:cubicBezTo>
                <a:cubicBezTo>
                  <a:pt x="44378" y="7224"/>
                  <a:pt x="48529" y="4049"/>
                  <a:pt x="54616" y="2170"/>
                </a:cubicBezTo>
                <a:cubicBezTo>
                  <a:pt x="61564" y="0"/>
                  <a:pt x="67812" y="801"/>
                  <a:pt x="73390" y="4500"/>
                </a:cubicBezTo>
                <a:cubicBezTo>
                  <a:pt x="78910" y="8200"/>
                  <a:pt x="83002" y="14346"/>
                  <a:pt x="85624" y="22983"/>
                </a:cubicBezTo>
                <a:cubicBezTo>
                  <a:pt x="86760" y="26682"/>
                  <a:pt x="87561" y="30614"/>
                  <a:pt x="88071" y="34649"/>
                </a:cubicBezTo>
                <a:cubicBezTo>
                  <a:pt x="88581" y="38698"/>
                  <a:pt x="88814" y="42965"/>
                  <a:pt x="88697" y="47334"/>
                </a:cubicBezTo>
                <a:close/>
                <a:moveTo>
                  <a:pt x="88697" y="473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2B279-6064-426E-BE21-262C81F2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757" y="372277"/>
            <a:ext cx="85347" cy="34925"/>
          </a:xfrm>
          <a:custGeom xmlns:a="http://schemas.openxmlformats.org/drawingml/2006/main">
            <a:pathLst>
              <a:path w="85347" h="34925">
                <a:moveTo>
                  <a:pt x="59292" y="7049"/>
                </a:moveTo>
                <a:lnTo>
                  <a:pt x="62248" y="16778"/>
                </a:lnTo>
                <a:lnTo>
                  <a:pt x="2957" y="34925"/>
                </a:lnTo>
                <a:lnTo>
                  <a:pt x="0" y="25196"/>
                </a:lnTo>
                <a:lnTo>
                  <a:pt x="59292" y="7049"/>
                </a:lnTo>
                <a:close/>
                <a:moveTo>
                  <a:pt x="82333" y="0"/>
                </a:moveTo>
                <a:lnTo>
                  <a:pt x="85347" y="9729"/>
                </a:lnTo>
                <a:lnTo>
                  <a:pt x="72997" y="13472"/>
                </a:lnTo>
                <a:lnTo>
                  <a:pt x="69982" y="3743"/>
                </a:lnTo>
                <a:lnTo>
                  <a:pt x="82333" y="0"/>
                </a:lnTo>
                <a:close/>
                <a:moveTo>
                  <a:pt x="8233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7E160-D7A7-4940-81B4-7485EA8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860" y="409081"/>
            <a:ext cx="70783" cy="37489"/>
          </a:xfrm>
          <a:custGeom xmlns:a="http://schemas.openxmlformats.org/drawingml/2006/main">
            <a:pathLst>
              <a:path w="70783" h="37489">
                <a:moveTo>
                  <a:pt x="60821" y="37489"/>
                </a:moveTo>
                <a:cubicBezTo>
                  <a:pt x="61112" y="36178"/>
                  <a:pt x="61214" y="34882"/>
                  <a:pt x="61112" y="33513"/>
                </a:cubicBezTo>
                <a:cubicBezTo>
                  <a:pt x="60996" y="32144"/>
                  <a:pt x="60704" y="30658"/>
                  <a:pt x="60253" y="29129"/>
                </a:cubicBezTo>
                <a:cubicBezTo>
                  <a:pt x="58549" y="23609"/>
                  <a:pt x="55476" y="19910"/>
                  <a:pt x="50975" y="18089"/>
                </a:cubicBezTo>
                <a:cubicBezTo>
                  <a:pt x="46548" y="16210"/>
                  <a:pt x="40911" y="16327"/>
                  <a:pt x="34197" y="18380"/>
                </a:cubicBezTo>
                <a:lnTo>
                  <a:pt x="2957" y="27935"/>
                </a:lnTo>
                <a:lnTo>
                  <a:pt x="0" y="18147"/>
                </a:lnTo>
                <a:lnTo>
                  <a:pt x="59292" y="0"/>
                </a:lnTo>
                <a:lnTo>
                  <a:pt x="62248" y="9787"/>
                </a:lnTo>
                <a:lnTo>
                  <a:pt x="53029" y="12569"/>
                </a:lnTo>
                <a:cubicBezTo>
                  <a:pt x="57296" y="13545"/>
                  <a:pt x="60763" y="15424"/>
                  <a:pt x="63501" y="18147"/>
                </a:cubicBezTo>
                <a:cubicBezTo>
                  <a:pt x="66283" y="20885"/>
                  <a:pt x="68394" y="24628"/>
                  <a:pt x="69807" y="29304"/>
                </a:cubicBezTo>
                <a:cubicBezTo>
                  <a:pt x="69982" y="29988"/>
                  <a:pt x="70215" y="30716"/>
                  <a:pt x="70317" y="31576"/>
                </a:cubicBezTo>
                <a:cubicBezTo>
                  <a:pt x="70492" y="32435"/>
                  <a:pt x="70666" y="33338"/>
                  <a:pt x="70783" y="34357"/>
                </a:cubicBezTo>
                <a:lnTo>
                  <a:pt x="60821" y="37489"/>
                </a:lnTo>
                <a:close/>
                <a:moveTo>
                  <a:pt x="60821" y="374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9CA93-329D-415D-80FF-2664E44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638" y="446920"/>
            <a:ext cx="85333" cy="34984"/>
          </a:xfrm>
          <a:custGeom xmlns:a="http://schemas.openxmlformats.org/drawingml/2006/main">
            <a:pathLst>
              <a:path w="85333" h="34984">
                <a:moveTo>
                  <a:pt x="59277" y="7107"/>
                </a:moveTo>
                <a:lnTo>
                  <a:pt x="62234" y="16836"/>
                </a:lnTo>
                <a:lnTo>
                  <a:pt x="2957" y="34984"/>
                </a:lnTo>
                <a:lnTo>
                  <a:pt x="0" y="25255"/>
                </a:lnTo>
                <a:lnTo>
                  <a:pt x="59277" y="7107"/>
                </a:lnTo>
                <a:close/>
                <a:moveTo>
                  <a:pt x="82318" y="0"/>
                </a:moveTo>
                <a:lnTo>
                  <a:pt x="85333" y="9787"/>
                </a:lnTo>
                <a:lnTo>
                  <a:pt x="72982" y="13530"/>
                </a:lnTo>
                <a:lnTo>
                  <a:pt x="69967" y="3801"/>
                </a:lnTo>
                <a:lnTo>
                  <a:pt x="82318" y="0"/>
                </a:lnTo>
                <a:close/>
                <a:moveTo>
                  <a:pt x="8231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1E15F-D731-47E4-A08E-3621FAD7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87" y="479340"/>
            <a:ext cx="88799" cy="71176"/>
          </a:xfrm>
          <a:custGeom xmlns:a="http://schemas.openxmlformats.org/drawingml/2006/main">
            <a:pathLst>
              <a:path w="88799" h="71176">
                <a:moveTo>
                  <a:pt x="88741" y="47334"/>
                </a:moveTo>
                <a:lnTo>
                  <a:pt x="78284" y="50524"/>
                </a:lnTo>
                <a:cubicBezTo>
                  <a:pt x="78954" y="45863"/>
                  <a:pt x="79245" y="41596"/>
                  <a:pt x="79128" y="37722"/>
                </a:cubicBezTo>
                <a:cubicBezTo>
                  <a:pt x="78954" y="33804"/>
                  <a:pt x="78386" y="30207"/>
                  <a:pt x="77366" y="26857"/>
                </a:cubicBezTo>
                <a:cubicBezTo>
                  <a:pt x="75546" y="21002"/>
                  <a:pt x="73040" y="16895"/>
                  <a:pt x="69851" y="14404"/>
                </a:cubicBezTo>
                <a:cubicBezTo>
                  <a:pt x="66618" y="11957"/>
                  <a:pt x="62918" y="11331"/>
                  <a:pt x="58767" y="12627"/>
                </a:cubicBezTo>
                <a:cubicBezTo>
                  <a:pt x="55243" y="13720"/>
                  <a:pt x="52898" y="15540"/>
                  <a:pt x="51762" y="18205"/>
                </a:cubicBezTo>
                <a:cubicBezTo>
                  <a:pt x="50684" y="20827"/>
                  <a:pt x="50451" y="25269"/>
                  <a:pt x="51136" y="31459"/>
                </a:cubicBezTo>
                <a:lnTo>
                  <a:pt x="51820" y="38290"/>
                </a:lnTo>
                <a:cubicBezTo>
                  <a:pt x="52738" y="46766"/>
                  <a:pt x="51820" y="53422"/>
                  <a:pt x="49155" y="58432"/>
                </a:cubicBezTo>
                <a:cubicBezTo>
                  <a:pt x="46533" y="63384"/>
                  <a:pt x="41975" y="66851"/>
                  <a:pt x="35552" y="68788"/>
                </a:cubicBezTo>
                <a:cubicBezTo>
                  <a:pt x="27876" y="71176"/>
                  <a:pt x="21264" y="70375"/>
                  <a:pt x="15759" y="66457"/>
                </a:cubicBezTo>
                <a:cubicBezTo>
                  <a:pt x="10239" y="62525"/>
                  <a:pt x="5971" y="55592"/>
                  <a:pt x="2957" y="45688"/>
                </a:cubicBezTo>
                <a:cubicBezTo>
                  <a:pt x="1762" y="41989"/>
                  <a:pt x="1020" y="37838"/>
                  <a:pt x="568" y="33396"/>
                </a:cubicBezTo>
                <a:cubicBezTo>
                  <a:pt x="102" y="28910"/>
                  <a:pt x="0" y="24119"/>
                  <a:pt x="277" y="19123"/>
                </a:cubicBezTo>
                <a:lnTo>
                  <a:pt x="11317" y="15759"/>
                </a:lnTo>
                <a:cubicBezTo>
                  <a:pt x="10181" y="20827"/>
                  <a:pt x="9671" y="25662"/>
                  <a:pt x="9729" y="30207"/>
                </a:cubicBezTo>
                <a:cubicBezTo>
                  <a:pt x="9729" y="34765"/>
                  <a:pt x="10399" y="39033"/>
                  <a:pt x="11593" y="43009"/>
                </a:cubicBezTo>
                <a:cubicBezTo>
                  <a:pt x="13472" y="49155"/>
                  <a:pt x="16152" y="53480"/>
                  <a:pt x="19502" y="56044"/>
                </a:cubicBezTo>
                <a:cubicBezTo>
                  <a:pt x="22983" y="58665"/>
                  <a:pt x="26900" y="59292"/>
                  <a:pt x="31343" y="57923"/>
                </a:cubicBezTo>
                <a:cubicBezTo>
                  <a:pt x="35217" y="56728"/>
                  <a:pt x="37882" y="54558"/>
                  <a:pt x="39368" y="51543"/>
                </a:cubicBezTo>
                <a:cubicBezTo>
                  <a:pt x="40780" y="48470"/>
                  <a:pt x="41246" y="44101"/>
                  <a:pt x="40678" y="38290"/>
                </a:cubicBezTo>
                <a:lnTo>
                  <a:pt x="39936" y="31401"/>
                </a:lnTo>
                <a:cubicBezTo>
                  <a:pt x="39076" y="22924"/>
                  <a:pt x="39819" y="16385"/>
                  <a:pt x="42091" y="11783"/>
                </a:cubicBezTo>
                <a:cubicBezTo>
                  <a:pt x="44421" y="7224"/>
                  <a:pt x="48587" y="3991"/>
                  <a:pt x="54616" y="2170"/>
                </a:cubicBezTo>
                <a:cubicBezTo>
                  <a:pt x="61607" y="0"/>
                  <a:pt x="67870" y="801"/>
                  <a:pt x="73390" y="4442"/>
                </a:cubicBezTo>
                <a:cubicBezTo>
                  <a:pt x="78910" y="8141"/>
                  <a:pt x="83002" y="14346"/>
                  <a:pt x="85668" y="22983"/>
                </a:cubicBezTo>
                <a:cubicBezTo>
                  <a:pt x="86804" y="26682"/>
                  <a:pt x="87605" y="30556"/>
                  <a:pt x="88115" y="34590"/>
                </a:cubicBezTo>
                <a:cubicBezTo>
                  <a:pt x="88639" y="38639"/>
                  <a:pt x="88799" y="42907"/>
                  <a:pt x="88741" y="47334"/>
                </a:cubicBezTo>
                <a:close/>
                <a:moveTo>
                  <a:pt x="88741" y="473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C1A4D-B427-413C-A3F0-B2E4857C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903" y="545856"/>
            <a:ext cx="85333" cy="34984"/>
          </a:xfrm>
          <a:custGeom xmlns:a="http://schemas.openxmlformats.org/drawingml/2006/main">
            <a:pathLst>
              <a:path w="85333" h="34984">
                <a:moveTo>
                  <a:pt x="59277" y="7049"/>
                </a:moveTo>
                <a:lnTo>
                  <a:pt x="62234" y="16836"/>
                </a:lnTo>
                <a:lnTo>
                  <a:pt x="3015" y="34984"/>
                </a:lnTo>
                <a:lnTo>
                  <a:pt x="0" y="25255"/>
                </a:lnTo>
                <a:lnTo>
                  <a:pt x="59277" y="7049"/>
                </a:lnTo>
                <a:close/>
                <a:moveTo>
                  <a:pt x="82376" y="0"/>
                </a:moveTo>
                <a:lnTo>
                  <a:pt x="85333" y="9729"/>
                </a:lnTo>
                <a:lnTo>
                  <a:pt x="72982" y="13530"/>
                </a:lnTo>
                <a:lnTo>
                  <a:pt x="70026" y="3801"/>
                </a:lnTo>
                <a:lnTo>
                  <a:pt x="82376" y="0"/>
                </a:lnTo>
                <a:close/>
                <a:moveTo>
                  <a:pt x="8237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7E6B0-C1A1-45CB-817E-6AEC2F54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392" y="584815"/>
            <a:ext cx="92965" cy="66006"/>
          </a:xfrm>
          <a:custGeom xmlns:a="http://schemas.openxmlformats.org/drawingml/2006/main">
            <a:pathLst>
              <a:path w="92965" h="66006">
                <a:moveTo>
                  <a:pt x="60996" y="46082"/>
                </a:moveTo>
                <a:cubicBezTo>
                  <a:pt x="68045" y="43926"/>
                  <a:pt x="73113" y="40795"/>
                  <a:pt x="76070" y="36702"/>
                </a:cubicBezTo>
                <a:cubicBezTo>
                  <a:pt x="79085" y="32610"/>
                  <a:pt x="79769" y="27935"/>
                  <a:pt x="78182" y="22706"/>
                </a:cubicBezTo>
                <a:cubicBezTo>
                  <a:pt x="76521" y="17477"/>
                  <a:pt x="73346" y="13996"/>
                  <a:pt x="68555" y="12292"/>
                </a:cubicBezTo>
                <a:cubicBezTo>
                  <a:pt x="63836" y="10530"/>
                  <a:pt x="57923" y="10763"/>
                  <a:pt x="50873" y="12919"/>
                </a:cubicBezTo>
                <a:cubicBezTo>
                  <a:pt x="43810" y="15089"/>
                  <a:pt x="38800" y="18205"/>
                  <a:pt x="35843" y="22313"/>
                </a:cubicBezTo>
                <a:cubicBezTo>
                  <a:pt x="32828" y="26405"/>
                  <a:pt x="32144" y="31066"/>
                  <a:pt x="33746" y="36309"/>
                </a:cubicBezTo>
                <a:cubicBezTo>
                  <a:pt x="35333" y="41538"/>
                  <a:pt x="38523" y="45004"/>
                  <a:pt x="43300" y="46766"/>
                </a:cubicBezTo>
                <a:cubicBezTo>
                  <a:pt x="48077" y="48485"/>
                  <a:pt x="53990" y="48252"/>
                  <a:pt x="60996" y="46082"/>
                </a:cubicBezTo>
                <a:close/>
                <a:moveTo>
                  <a:pt x="41028" y="62874"/>
                </a:moveTo>
                <a:cubicBezTo>
                  <a:pt x="30949" y="65948"/>
                  <a:pt x="22764" y="66006"/>
                  <a:pt x="16443" y="63049"/>
                </a:cubicBezTo>
                <a:cubicBezTo>
                  <a:pt x="10137" y="60078"/>
                  <a:pt x="5578" y="53990"/>
                  <a:pt x="2738" y="44727"/>
                </a:cubicBezTo>
                <a:cubicBezTo>
                  <a:pt x="1719" y="41305"/>
                  <a:pt x="976" y="38013"/>
                  <a:pt x="568" y="34823"/>
                </a:cubicBezTo>
                <a:cubicBezTo>
                  <a:pt x="117" y="31634"/>
                  <a:pt x="0" y="28459"/>
                  <a:pt x="175" y="25269"/>
                </a:cubicBezTo>
                <a:lnTo>
                  <a:pt x="9671" y="22371"/>
                </a:lnTo>
                <a:cubicBezTo>
                  <a:pt x="9001" y="25662"/>
                  <a:pt x="8710" y="28852"/>
                  <a:pt x="8826" y="31867"/>
                </a:cubicBezTo>
                <a:cubicBezTo>
                  <a:pt x="8943" y="34882"/>
                  <a:pt x="9452" y="37838"/>
                  <a:pt x="10355" y="40737"/>
                </a:cubicBezTo>
                <a:cubicBezTo>
                  <a:pt x="12292" y="47116"/>
                  <a:pt x="15424" y="51383"/>
                  <a:pt x="19749" y="53539"/>
                </a:cubicBezTo>
                <a:cubicBezTo>
                  <a:pt x="24017" y="55709"/>
                  <a:pt x="29537" y="55767"/>
                  <a:pt x="36309" y="53655"/>
                </a:cubicBezTo>
                <a:lnTo>
                  <a:pt x="41144" y="52170"/>
                </a:lnTo>
                <a:cubicBezTo>
                  <a:pt x="36979" y="51267"/>
                  <a:pt x="33571" y="49504"/>
                  <a:pt x="30891" y="46883"/>
                </a:cubicBezTo>
                <a:cubicBezTo>
                  <a:pt x="28226" y="44261"/>
                  <a:pt x="26172" y="40795"/>
                  <a:pt x="24861" y="36411"/>
                </a:cubicBezTo>
                <a:cubicBezTo>
                  <a:pt x="22648" y="29129"/>
                  <a:pt x="23609" y="22415"/>
                  <a:pt x="27774" y="16283"/>
                </a:cubicBezTo>
                <a:cubicBezTo>
                  <a:pt x="31983" y="10137"/>
                  <a:pt x="38639" y="5636"/>
                  <a:pt x="47800" y="2855"/>
                </a:cubicBezTo>
                <a:cubicBezTo>
                  <a:pt x="56961" y="58"/>
                  <a:pt x="64972" y="0"/>
                  <a:pt x="71861" y="2796"/>
                </a:cubicBezTo>
                <a:cubicBezTo>
                  <a:pt x="78808" y="5520"/>
                  <a:pt x="83352" y="10530"/>
                  <a:pt x="85566" y="17812"/>
                </a:cubicBezTo>
                <a:cubicBezTo>
                  <a:pt x="86877" y="22196"/>
                  <a:pt x="87226" y="26230"/>
                  <a:pt x="86425" y="29872"/>
                </a:cubicBezTo>
                <a:cubicBezTo>
                  <a:pt x="85682" y="33513"/>
                  <a:pt x="83862" y="36935"/>
                  <a:pt x="80963" y="40008"/>
                </a:cubicBezTo>
                <a:lnTo>
                  <a:pt x="89950" y="37212"/>
                </a:lnTo>
                <a:lnTo>
                  <a:pt x="92965" y="46999"/>
                </a:lnTo>
                <a:lnTo>
                  <a:pt x="41028" y="62874"/>
                </a:lnTo>
                <a:close/>
                <a:moveTo>
                  <a:pt x="41028" y="628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9D96F-219C-4AD4-AEEB-1C2AEE8B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109" y="651506"/>
            <a:ext cx="71628" cy="67812"/>
          </a:xfrm>
          <a:custGeom xmlns:a="http://schemas.openxmlformats.org/drawingml/2006/main">
            <a:pathLst>
              <a:path w="71628" h="67812">
                <a:moveTo>
                  <a:pt x="50975" y="56830"/>
                </a:moveTo>
                <a:lnTo>
                  <a:pt x="15191" y="67812"/>
                </a:lnTo>
                <a:lnTo>
                  <a:pt x="12176" y="58025"/>
                </a:lnTo>
                <a:lnTo>
                  <a:pt x="47669" y="47218"/>
                </a:lnTo>
                <a:cubicBezTo>
                  <a:pt x="53306" y="45455"/>
                  <a:pt x="57122" y="43111"/>
                  <a:pt x="59219" y="40052"/>
                </a:cubicBezTo>
                <a:cubicBezTo>
                  <a:pt x="61389" y="37023"/>
                  <a:pt x="61724" y="33280"/>
                  <a:pt x="60413" y="28954"/>
                </a:cubicBezTo>
                <a:cubicBezTo>
                  <a:pt x="58826" y="23667"/>
                  <a:pt x="55869" y="20026"/>
                  <a:pt x="51602" y="18031"/>
                </a:cubicBezTo>
                <a:cubicBezTo>
                  <a:pt x="47276" y="15977"/>
                  <a:pt x="42266" y="15861"/>
                  <a:pt x="36469" y="17681"/>
                </a:cubicBezTo>
                <a:lnTo>
                  <a:pt x="2957" y="27935"/>
                </a:lnTo>
                <a:lnTo>
                  <a:pt x="0" y="18147"/>
                </a:lnTo>
                <a:lnTo>
                  <a:pt x="59277" y="0"/>
                </a:lnTo>
                <a:lnTo>
                  <a:pt x="62234" y="9773"/>
                </a:lnTo>
                <a:lnTo>
                  <a:pt x="53029" y="12569"/>
                </a:lnTo>
                <a:cubicBezTo>
                  <a:pt x="57340" y="13822"/>
                  <a:pt x="60821" y="15759"/>
                  <a:pt x="63544" y="18366"/>
                </a:cubicBezTo>
                <a:cubicBezTo>
                  <a:pt x="66283" y="20987"/>
                  <a:pt x="68263" y="24337"/>
                  <a:pt x="69516" y="28503"/>
                </a:cubicBezTo>
                <a:cubicBezTo>
                  <a:pt x="71628" y="35319"/>
                  <a:pt x="71118" y="41130"/>
                  <a:pt x="67987" y="45907"/>
                </a:cubicBezTo>
                <a:cubicBezTo>
                  <a:pt x="64797" y="50684"/>
                  <a:pt x="59161" y="54325"/>
                  <a:pt x="50975" y="56830"/>
                </a:cubicBezTo>
                <a:close/>
                <a:moveTo>
                  <a:pt x="50975" y="568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83F3B-259E-4BD6-9D21-C59EE7D7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815" y="722041"/>
            <a:ext cx="68147" cy="63035"/>
          </a:xfrm>
          <a:custGeom xmlns:a="http://schemas.openxmlformats.org/drawingml/2006/main">
            <a:pathLst>
              <a:path w="68147" h="63035">
                <a:moveTo>
                  <a:pt x="36455" y="34474"/>
                </a:moveTo>
                <a:cubicBezTo>
                  <a:pt x="34066" y="26624"/>
                  <a:pt x="31517" y="21453"/>
                  <a:pt x="28779" y="18948"/>
                </a:cubicBezTo>
                <a:cubicBezTo>
                  <a:pt x="26056" y="16443"/>
                  <a:pt x="22517" y="15875"/>
                  <a:pt x="18147" y="17244"/>
                </a:cubicBezTo>
                <a:cubicBezTo>
                  <a:pt x="14725" y="18264"/>
                  <a:pt x="12278" y="20259"/>
                  <a:pt x="10967" y="23157"/>
                </a:cubicBezTo>
                <a:cubicBezTo>
                  <a:pt x="9671" y="26056"/>
                  <a:pt x="9612" y="29478"/>
                  <a:pt x="10807" y="33396"/>
                </a:cubicBezTo>
                <a:cubicBezTo>
                  <a:pt x="12453" y="38800"/>
                  <a:pt x="15700" y="42557"/>
                  <a:pt x="20536" y="44611"/>
                </a:cubicBezTo>
                <a:cubicBezTo>
                  <a:pt x="25313" y="46708"/>
                  <a:pt x="30949" y="46766"/>
                  <a:pt x="37256" y="44829"/>
                </a:cubicBezTo>
                <a:lnTo>
                  <a:pt x="39426" y="44159"/>
                </a:lnTo>
                <a:lnTo>
                  <a:pt x="36455" y="34474"/>
                </a:lnTo>
                <a:close/>
                <a:moveTo>
                  <a:pt x="46475" y="52679"/>
                </a:moveTo>
                <a:lnTo>
                  <a:pt x="12627" y="63035"/>
                </a:lnTo>
                <a:lnTo>
                  <a:pt x="9671" y="53306"/>
                </a:lnTo>
                <a:lnTo>
                  <a:pt x="18657" y="50524"/>
                </a:lnTo>
                <a:cubicBezTo>
                  <a:pt x="14390" y="49446"/>
                  <a:pt x="10865" y="47451"/>
                  <a:pt x="8127" y="44669"/>
                </a:cubicBezTo>
                <a:cubicBezTo>
                  <a:pt x="5403" y="41873"/>
                  <a:pt x="3292" y="38071"/>
                  <a:pt x="1821" y="33280"/>
                </a:cubicBezTo>
                <a:cubicBezTo>
                  <a:pt x="0" y="27192"/>
                  <a:pt x="218" y="21847"/>
                  <a:pt x="2491" y="17244"/>
                </a:cubicBezTo>
                <a:cubicBezTo>
                  <a:pt x="4835" y="12627"/>
                  <a:pt x="8811" y="9452"/>
                  <a:pt x="14564" y="7690"/>
                </a:cubicBezTo>
                <a:cubicBezTo>
                  <a:pt x="21220" y="5636"/>
                  <a:pt x="26900" y="6321"/>
                  <a:pt x="31678" y="9729"/>
                </a:cubicBezTo>
                <a:cubicBezTo>
                  <a:pt x="36411" y="13210"/>
                  <a:pt x="40154" y="19342"/>
                  <a:pt x="42892" y="28168"/>
                </a:cubicBezTo>
                <a:lnTo>
                  <a:pt x="47043" y="41814"/>
                </a:lnTo>
                <a:lnTo>
                  <a:pt x="48004" y="41538"/>
                </a:lnTo>
                <a:cubicBezTo>
                  <a:pt x="52505" y="40169"/>
                  <a:pt x="55519" y="37664"/>
                  <a:pt x="57063" y="33964"/>
                </a:cubicBezTo>
                <a:cubicBezTo>
                  <a:pt x="58593" y="30265"/>
                  <a:pt x="58593" y="25721"/>
                  <a:pt x="56947" y="20434"/>
                </a:cubicBezTo>
                <a:cubicBezTo>
                  <a:pt x="55913" y="17011"/>
                  <a:pt x="54500" y="13822"/>
                  <a:pt x="52679" y="10865"/>
                </a:cubicBezTo>
                <a:cubicBezTo>
                  <a:pt x="50917" y="7908"/>
                  <a:pt x="48747" y="5185"/>
                  <a:pt x="46184" y="2738"/>
                </a:cubicBezTo>
                <a:lnTo>
                  <a:pt x="55228" y="0"/>
                </a:lnTo>
                <a:cubicBezTo>
                  <a:pt x="57675" y="3131"/>
                  <a:pt x="59787" y="6263"/>
                  <a:pt x="61433" y="9394"/>
                </a:cubicBezTo>
                <a:cubicBezTo>
                  <a:pt x="63195" y="12525"/>
                  <a:pt x="64506" y="15700"/>
                  <a:pt x="65482" y="18890"/>
                </a:cubicBezTo>
                <a:cubicBezTo>
                  <a:pt x="68147" y="27483"/>
                  <a:pt x="67870" y="34532"/>
                  <a:pt x="64739" y="40169"/>
                </a:cubicBezTo>
                <a:cubicBezTo>
                  <a:pt x="61549" y="45747"/>
                  <a:pt x="55461" y="49898"/>
                  <a:pt x="46475" y="52679"/>
                </a:cubicBezTo>
                <a:close/>
                <a:moveTo>
                  <a:pt x="46475" y="526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7FBC9C-5B26-432B-A5B8-26389F3D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589" y="779905"/>
            <a:ext cx="85333" cy="34984"/>
          </a:xfrm>
          <a:custGeom xmlns:a="http://schemas.openxmlformats.org/drawingml/2006/main">
            <a:pathLst>
              <a:path w="85333" h="34984">
                <a:moveTo>
                  <a:pt x="82376" y="0"/>
                </a:moveTo>
                <a:lnTo>
                  <a:pt x="85333" y="9729"/>
                </a:lnTo>
                <a:lnTo>
                  <a:pt x="2957" y="34984"/>
                </a:lnTo>
                <a:lnTo>
                  <a:pt x="0" y="25196"/>
                </a:lnTo>
                <a:lnTo>
                  <a:pt x="82376" y="0"/>
                </a:lnTo>
                <a:close/>
                <a:moveTo>
                  <a:pt x="8237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46B85-17FE-442B-B40B-5766CCAA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94" y="816375"/>
            <a:ext cx="68555" cy="56554"/>
          </a:xfrm>
          <a:custGeom xmlns:a="http://schemas.openxmlformats.org/drawingml/2006/main">
            <a:pathLst>
              <a:path w="68555" h="56554">
                <a:moveTo>
                  <a:pt x="68336" y="39033"/>
                </a:moveTo>
                <a:lnTo>
                  <a:pt x="59117" y="41873"/>
                </a:lnTo>
                <a:cubicBezTo>
                  <a:pt x="59685" y="38683"/>
                  <a:pt x="59845" y="35493"/>
                  <a:pt x="59627" y="32318"/>
                </a:cubicBezTo>
                <a:cubicBezTo>
                  <a:pt x="59452" y="29129"/>
                  <a:pt x="58884" y="25939"/>
                  <a:pt x="57923" y="22808"/>
                </a:cubicBezTo>
                <a:cubicBezTo>
                  <a:pt x="56437" y="17972"/>
                  <a:pt x="54558" y="14564"/>
                  <a:pt x="52344" y="12569"/>
                </a:cubicBezTo>
                <a:cubicBezTo>
                  <a:pt x="50131" y="10632"/>
                  <a:pt x="47509" y="10122"/>
                  <a:pt x="44552" y="11040"/>
                </a:cubicBezTo>
                <a:cubicBezTo>
                  <a:pt x="42324" y="11724"/>
                  <a:pt x="40795" y="13079"/>
                  <a:pt x="40052" y="15249"/>
                </a:cubicBezTo>
                <a:cubicBezTo>
                  <a:pt x="39251" y="17346"/>
                  <a:pt x="39149" y="21220"/>
                  <a:pt x="39542" y="26798"/>
                </a:cubicBezTo>
                <a:lnTo>
                  <a:pt x="39819" y="30381"/>
                </a:lnTo>
                <a:cubicBezTo>
                  <a:pt x="40445" y="37722"/>
                  <a:pt x="39877" y="43285"/>
                  <a:pt x="38057" y="46985"/>
                </a:cubicBezTo>
                <a:cubicBezTo>
                  <a:pt x="36294" y="50742"/>
                  <a:pt x="32945" y="53364"/>
                  <a:pt x="28109" y="54835"/>
                </a:cubicBezTo>
                <a:cubicBezTo>
                  <a:pt x="22589" y="56554"/>
                  <a:pt x="17579" y="55694"/>
                  <a:pt x="13035" y="52286"/>
                </a:cubicBezTo>
                <a:cubicBezTo>
                  <a:pt x="8476" y="48922"/>
                  <a:pt x="5068" y="43402"/>
                  <a:pt x="2738" y="35785"/>
                </a:cubicBezTo>
                <a:cubicBezTo>
                  <a:pt x="1762" y="32653"/>
                  <a:pt x="1020" y="29245"/>
                  <a:pt x="626" y="25604"/>
                </a:cubicBezTo>
                <a:cubicBezTo>
                  <a:pt x="175" y="21963"/>
                  <a:pt x="0" y="18031"/>
                  <a:pt x="58" y="13880"/>
                </a:cubicBezTo>
                <a:lnTo>
                  <a:pt x="10122" y="10807"/>
                </a:lnTo>
                <a:cubicBezTo>
                  <a:pt x="9336" y="14958"/>
                  <a:pt x="9044" y="18948"/>
                  <a:pt x="9161" y="22691"/>
                </a:cubicBezTo>
                <a:cubicBezTo>
                  <a:pt x="9278" y="26507"/>
                  <a:pt x="9904" y="30090"/>
                  <a:pt x="10923" y="33513"/>
                </a:cubicBezTo>
                <a:cubicBezTo>
                  <a:pt x="12351" y="38115"/>
                  <a:pt x="14229" y="41421"/>
                  <a:pt x="16560" y="43402"/>
                </a:cubicBezTo>
                <a:cubicBezTo>
                  <a:pt x="18832" y="45397"/>
                  <a:pt x="21453" y="45907"/>
                  <a:pt x="24293" y="45062"/>
                </a:cubicBezTo>
                <a:cubicBezTo>
                  <a:pt x="26973" y="44261"/>
                  <a:pt x="28677" y="42717"/>
                  <a:pt x="29580" y="40504"/>
                </a:cubicBezTo>
                <a:cubicBezTo>
                  <a:pt x="30440" y="38290"/>
                  <a:pt x="30614" y="33964"/>
                  <a:pt x="30046" y="27527"/>
                </a:cubicBezTo>
                <a:lnTo>
                  <a:pt x="29813" y="23886"/>
                </a:lnTo>
                <a:cubicBezTo>
                  <a:pt x="29245" y="17521"/>
                  <a:pt x="29872" y="12569"/>
                  <a:pt x="31634" y="9044"/>
                </a:cubicBezTo>
                <a:cubicBezTo>
                  <a:pt x="33454" y="5578"/>
                  <a:pt x="36644" y="3131"/>
                  <a:pt x="41246" y="1704"/>
                </a:cubicBezTo>
                <a:cubicBezTo>
                  <a:pt x="46825" y="0"/>
                  <a:pt x="51718" y="685"/>
                  <a:pt x="55986" y="3699"/>
                </a:cubicBezTo>
                <a:cubicBezTo>
                  <a:pt x="60195" y="6714"/>
                  <a:pt x="63442" y="11885"/>
                  <a:pt x="65715" y="19108"/>
                </a:cubicBezTo>
                <a:cubicBezTo>
                  <a:pt x="66792" y="22750"/>
                  <a:pt x="67535" y="26172"/>
                  <a:pt x="67987" y="29522"/>
                </a:cubicBezTo>
                <a:cubicBezTo>
                  <a:pt x="68438" y="32886"/>
                  <a:pt x="68555" y="36061"/>
                  <a:pt x="68336" y="39033"/>
                </a:cubicBezTo>
                <a:close/>
                <a:moveTo>
                  <a:pt x="68336" y="390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09C37-3F69-47D9-93E4-7703E99E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489" y="888963"/>
            <a:ext cx="16895" cy="15307"/>
          </a:xfrm>
          <a:custGeom xmlns:a="http://schemas.openxmlformats.org/drawingml/2006/main">
            <a:pathLst>
              <a:path w="16895" h="15307">
                <a:moveTo>
                  <a:pt x="13487" y="0"/>
                </a:moveTo>
                <a:lnTo>
                  <a:pt x="16895" y="11215"/>
                </a:lnTo>
                <a:lnTo>
                  <a:pt x="3481" y="15307"/>
                </a:lnTo>
                <a:lnTo>
                  <a:pt x="0" y="4151"/>
                </a:lnTo>
                <a:lnTo>
                  <a:pt x="13487" y="0"/>
                </a:lnTo>
                <a:close/>
                <a:moveTo>
                  <a:pt x="1348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EF5E5-C691-44BD-9CF2-FC548132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786" y="902392"/>
            <a:ext cx="101164" cy="96489"/>
          </a:xfrm>
          <a:custGeom xmlns:a="http://schemas.openxmlformats.org/drawingml/2006/main">
            <a:pathLst>
              <a:path w="101164" h="96489">
                <a:moveTo>
                  <a:pt x="79026" y="0"/>
                </a:moveTo>
                <a:lnTo>
                  <a:pt x="83920" y="15933"/>
                </a:lnTo>
                <a:lnTo>
                  <a:pt x="36294" y="52563"/>
                </a:lnTo>
                <a:lnTo>
                  <a:pt x="96271" y="56379"/>
                </a:lnTo>
                <a:lnTo>
                  <a:pt x="101164" y="72312"/>
                </a:lnTo>
                <a:lnTo>
                  <a:pt x="22138" y="96489"/>
                </a:lnTo>
                <a:lnTo>
                  <a:pt x="18948" y="86076"/>
                </a:lnTo>
                <a:lnTo>
                  <a:pt x="88362" y="64855"/>
                </a:lnTo>
                <a:lnTo>
                  <a:pt x="27876" y="61054"/>
                </a:lnTo>
                <a:lnTo>
                  <a:pt x="24585" y="50291"/>
                </a:lnTo>
                <a:lnTo>
                  <a:pt x="72545" y="13370"/>
                </a:lnTo>
                <a:lnTo>
                  <a:pt x="3190" y="34590"/>
                </a:lnTo>
                <a:lnTo>
                  <a:pt x="0" y="24235"/>
                </a:lnTo>
                <a:lnTo>
                  <a:pt x="79026" y="0"/>
                </a:lnTo>
                <a:close/>
                <a:moveTo>
                  <a:pt x="7902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26AA8-3196-401D-8530-9E7003DE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735" y="1000527"/>
            <a:ext cx="71744" cy="67826"/>
          </a:xfrm>
          <a:custGeom xmlns:a="http://schemas.openxmlformats.org/drawingml/2006/main">
            <a:pathLst>
              <a:path w="71744" h="67826">
                <a:moveTo>
                  <a:pt x="20652" y="11040"/>
                </a:moveTo>
                <a:lnTo>
                  <a:pt x="56554" y="0"/>
                </a:lnTo>
                <a:lnTo>
                  <a:pt x="59510" y="9787"/>
                </a:lnTo>
                <a:lnTo>
                  <a:pt x="24017" y="20652"/>
                </a:lnTo>
                <a:cubicBezTo>
                  <a:pt x="18380" y="22371"/>
                  <a:pt x="14506" y="24759"/>
                  <a:pt x="12351" y="27774"/>
                </a:cubicBezTo>
                <a:cubicBezTo>
                  <a:pt x="10239" y="30847"/>
                  <a:pt x="9846" y="34532"/>
                  <a:pt x="11156" y="38916"/>
                </a:cubicBezTo>
                <a:cubicBezTo>
                  <a:pt x="12802" y="44159"/>
                  <a:pt x="15759" y="47800"/>
                  <a:pt x="20026" y="49839"/>
                </a:cubicBezTo>
                <a:cubicBezTo>
                  <a:pt x="24293" y="51893"/>
                  <a:pt x="29362" y="52009"/>
                  <a:pt x="35158" y="50247"/>
                </a:cubicBezTo>
                <a:lnTo>
                  <a:pt x="68729" y="39950"/>
                </a:lnTo>
                <a:lnTo>
                  <a:pt x="71744" y="49679"/>
                </a:lnTo>
                <a:lnTo>
                  <a:pt x="12467" y="67826"/>
                </a:lnTo>
                <a:lnTo>
                  <a:pt x="9452" y="58097"/>
                </a:lnTo>
                <a:lnTo>
                  <a:pt x="18613" y="55301"/>
                </a:lnTo>
                <a:cubicBezTo>
                  <a:pt x="14288" y="54048"/>
                  <a:pt x="10763" y="52111"/>
                  <a:pt x="8025" y="49504"/>
                </a:cubicBezTo>
                <a:cubicBezTo>
                  <a:pt x="5345" y="46941"/>
                  <a:pt x="3364" y="43591"/>
                  <a:pt x="2054" y="39426"/>
                </a:cubicBezTo>
                <a:cubicBezTo>
                  <a:pt x="0" y="32668"/>
                  <a:pt x="510" y="26798"/>
                  <a:pt x="3699" y="21963"/>
                </a:cubicBezTo>
                <a:cubicBezTo>
                  <a:pt x="6831" y="17186"/>
                  <a:pt x="12467" y="13487"/>
                  <a:pt x="20652" y="11040"/>
                </a:cubicBezTo>
                <a:close/>
                <a:moveTo>
                  <a:pt x="20652" y="110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C4372-4554-45E3-9FAC-2C8E9FED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077" y="1069547"/>
            <a:ext cx="68613" cy="56495"/>
          </a:xfrm>
          <a:custGeom xmlns:a="http://schemas.openxmlformats.org/drawingml/2006/main">
            <a:pathLst>
              <a:path w="68613" h="56495">
                <a:moveTo>
                  <a:pt x="68394" y="39018"/>
                </a:moveTo>
                <a:lnTo>
                  <a:pt x="59175" y="41873"/>
                </a:lnTo>
                <a:cubicBezTo>
                  <a:pt x="59743" y="38683"/>
                  <a:pt x="59918" y="35493"/>
                  <a:pt x="59685" y="32304"/>
                </a:cubicBezTo>
                <a:cubicBezTo>
                  <a:pt x="59510" y="29129"/>
                  <a:pt x="58884" y="25939"/>
                  <a:pt x="57923" y="22750"/>
                </a:cubicBezTo>
                <a:cubicBezTo>
                  <a:pt x="56437" y="17914"/>
                  <a:pt x="54616" y="14564"/>
                  <a:pt x="52403" y="12569"/>
                </a:cubicBezTo>
                <a:cubicBezTo>
                  <a:pt x="50189" y="10632"/>
                  <a:pt x="47567" y="10064"/>
                  <a:pt x="44611" y="10982"/>
                </a:cubicBezTo>
                <a:cubicBezTo>
                  <a:pt x="42339" y="11652"/>
                  <a:pt x="40853" y="13079"/>
                  <a:pt x="40052" y="15191"/>
                </a:cubicBezTo>
                <a:cubicBezTo>
                  <a:pt x="39324" y="17346"/>
                  <a:pt x="39149" y="21162"/>
                  <a:pt x="39601" y="26784"/>
                </a:cubicBezTo>
                <a:lnTo>
                  <a:pt x="39892" y="30323"/>
                </a:lnTo>
                <a:cubicBezTo>
                  <a:pt x="40518" y="37707"/>
                  <a:pt x="39950" y="43227"/>
                  <a:pt x="38130" y="46985"/>
                </a:cubicBezTo>
                <a:cubicBezTo>
                  <a:pt x="36309" y="50742"/>
                  <a:pt x="33003" y="53364"/>
                  <a:pt x="28168" y="54835"/>
                </a:cubicBezTo>
                <a:cubicBezTo>
                  <a:pt x="22648" y="56495"/>
                  <a:pt x="17637" y="55694"/>
                  <a:pt x="13093" y="52272"/>
                </a:cubicBezTo>
                <a:cubicBezTo>
                  <a:pt x="8535" y="48922"/>
                  <a:pt x="5068" y="43402"/>
                  <a:pt x="2738" y="35785"/>
                </a:cubicBezTo>
                <a:cubicBezTo>
                  <a:pt x="1777" y="32595"/>
                  <a:pt x="1092" y="29231"/>
                  <a:pt x="626" y="25590"/>
                </a:cubicBezTo>
                <a:cubicBezTo>
                  <a:pt x="233" y="21949"/>
                  <a:pt x="0" y="18031"/>
                  <a:pt x="117" y="13880"/>
                </a:cubicBezTo>
                <a:lnTo>
                  <a:pt x="10137" y="10807"/>
                </a:lnTo>
                <a:cubicBezTo>
                  <a:pt x="9394" y="14958"/>
                  <a:pt x="9059" y="18934"/>
                  <a:pt x="9219" y="22691"/>
                </a:cubicBezTo>
                <a:cubicBezTo>
                  <a:pt x="9336" y="26507"/>
                  <a:pt x="9962" y="30090"/>
                  <a:pt x="10982" y="33498"/>
                </a:cubicBezTo>
                <a:cubicBezTo>
                  <a:pt x="12409" y="38115"/>
                  <a:pt x="14229" y="41348"/>
                  <a:pt x="16560" y="43344"/>
                </a:cubicBezTo>
                <a:cubicBezTo>
                  <a:pt x="18890" y="45339"/>
                  <a:pt x="21512" y="45907"/>
                  <a:pt x="24352" y="45048"/>
                </a:cubicBezTo>
                <a:cubicBezTo>
                  <a:pt x="26973" y="44261"/>
                  <a:pt x="28736" y="42717"/>
                  <a:pt x="29595" y="40504"/>
                </a:cubicBezTo>
                <a:cubicBezTo>
                  <a:pt x="30498" y="38290"/>
                  <a:pt x="30673" y="33964"/>
                  <a:pt x="30105" y="27527"/>
                </a:cubicBezTo>
                <a:lnTo>
                  <a:pt x="29872" y="23886"/>
                </a:lnTo>
                <a:cubicBezTo>
                  <a:pt x="29304" y="17463"/>
                  <a:pt x="29872" y="12511"/>
                  <a:pt x="31692" y="9044"/>
                </a:cubicBezTo>
                <a:cubicBezTo>
                  <a:pt x="33513" y="5564"/>
                  <a:pt x="36702" y="3131"/>
                  <a:pt x="41305" y="1704"/>
                </a:cubicBezTo>
                <a:cubicBezTo>
                  <a:pt x="46883" y="0"/>
                  <a:pt x="51776" y="685"/>
                  <a:pt x="56044" y="3699"/>
                </a:cubicBezTo>
                <a:cubicBezTo>
                  <a:pt x="60253" y="6714"/>
                  <a:pt x="63501" y="11826"/>
                  <a:pt x="65715" y="19108"/>
                </a:cubicBezTo>
                <a:cubicBezTo>
                  <a:pt x="66851" y="22691"/>
                  <a:pt x="67593" y="26172"/>
                  <a:pt x="68045" y="29522"/>
                </a:cubicBezTo>
                <a:cubicBezTo>
                  <a:pt x="68511" y="32872"/>
                  <a:pt x="68613" y="36003"/>
                  <a:pt x="68394" y="39018"/>
                </a:cubicBezTo>
                <a:close/>
                <a:moveTo>
                  <a:pt x="68394" y="390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6F99F-E14C-46E6-B625-718E550D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637" y="1119663"/>
            <a:ext cx="85333" cy="34925"/>
          </a:xfrm>
          <a:custGeom xmlns:a="http://schemas.openxmlformats.org/drawingml/2006/main">
            <a:pathLst>
              <a:path w="85333" h="34925">
                <a:moveTo>
                  <a:pt x="59277" y="7049"/>
                </a:moveTo>
                <a:lnTo>
                  <a:pt x="62248" y="16778"/>
                </a:lnTo>
                <a:lnTo>
                  <a:pt x="2957" y="34925"/>
                </a:lnTo>
                <a:lnTo>
                  <a:pt x="0" y="25211"/>
                </a:lnTo>
                <a:lnTo>
                  <a:pt x="59277" y="7049"/>
                </a:lnTo>
                <a:close/>
                <a:moveTo>
                  <a:pt x="82376" y="0"/>
                </a:moveTo>
                <a:lnTo>
                  <a:pt x="85333" y="9729"/>
                </a:lnTo>
                <a:lnTo>
                  <a:pt x="72997" y="13545"/>
                </a:lnTo>
                <a:lnTo>
                  <a:pt x="70040" y="3758"/>
                </a:lnTo>
                <a:lnTo>
                  <a:pt x="82376" y="0"/>
                </a:lnTo>
                <a:close/>
                <a:moveTo>
                  <a:pt x="8237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B2401-6E39-49DA-954B-278CD6F3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206" y="1158754"/>
            <a:ext cx="67200" cy="58199"/>
          </a:xfrm>
          <a:custGeom xmlns:a="http://schemas.openxmlformats.org/drawingml/2006/main">
            <a:pathLst>
              <a:path w="67200" h="58199">
                <a:moveTo>
                  <a:pt x="66734" y="41465"/>
                </a:moveTo>
                <a:lnTo>
                  <a:pt x="57588" y="44261"/>
                </a:lnTo>
                <a:cubicBezTo>
                  <a:pt x="58258" y="41013"/>
                  <a:pt x="58607" y="37882"/>
                  <a:pt x="58491" y="34925"/>
                </a:cubicBezTo>
                <a:cubicBezTo>
                  <a:pt x="58374" y="31911"/>
                  <a:pt x="57923" y="29012"/>
                  <a:pt x="57063" y="26172"/>
                </a:cubicBezTo>
                <a:cubicBezTo>
                  <a:pt x="55141" y="19851"/>
                  <a:pt x="51602" y="15584"/>
                  <a:pt x="46548" y="13312"/>
                </a:cubicBezTo>
                <a:cubicBezTo>
                  <a:pt x="41479" y="11025"/>
                  <a:pt x="35333" y="10982"/>
                  <a:pt x="28051" y="13195"/>
                </a:cubicBezTo>
                <a:cubicBezTo>
                  <a:pt x="20827" y="15409"/>
                  <a:pt x="15759" y="18890"/>
                  <a:pt x="12802" y="23609"/>
                </a:cubicBezTo>
                <a:cubicBezTo>
                  <a:pt x="9904" y="28328"/>
                  <a:pt x="9394" y="33848"/>
                  <a:pt x="11331" y="40154"/>
                </a:cubicBezTo>
                <a:cubicBezTo>
                  <a:pt x="12176" y="43009"/>
                  <a:pt x="13428" y="45674"/>
                  <a:pt x="15030" y="48237"/>
                </a:cubicBezTo>
                <a:cubicBezTo>
                  <a:pt x="16618" y="50742"/>
                  <a:pt x="18613" y="53189"/>
                  <a:pt x="21002" y="55461"/>
                </a:cubicBezTo>
                <a:lnTo>
                  <a:pt x="11957" y="58199"/>
                </a:lnTo>
                <a:cubicBezTo>
                  <a:pt x="9904" y="55869"/>
                  <a:pt x="8083" y="53364"/>
                  <a:pt x="6554" y="50626"/>
                </a:cubicBezTo>
                <a:cubicBezTo>
                  <a:pt x="5010" y="47961"/>
                  <a:pt x="3758" y="44946"/>
                  <a:pt x="2738" y="41640"/>
                </a:cubicBezTo>
                <a:cubicBezTo>
                  <a:pt x="0" y="32712"/>
                  <a:pt x="626" y="24745"/>
                  <a:pt x="4617" y="17798"/>
                </a:cubicBezTo>
                <a:cubicBezTo>
                  <a:pt x="8651" y="10807"/>
                  <a:pt x="15424" y="5855"/>
                  <a:pt x="24920" y="2957"/>
                </a:cubicBezTo>
                <a:cubicBezTo>
                  <a:pt x="34590" y="0"/>
                  <a:pt x="43023" y="335"/>
                  <a:pt x="50189" y="3918"/>
                </a:cubicBezTo>
                <a:cubicBezTo>
                  <a:pt x="57355" y="7559"/>
                  <a:pt x="62365" y="13996"/>
                  <a:pt x="65205" y="23201"/>
                </a:cubicBezTo>
                <a:cubicBezTo>
                  <a:pt x="66108" y="26216"/>
                  <a:pt x="66690" y="29231"/>
                  <a:pt x="66909" y="32304"/>
                </a:cubicBezTo>
                <a:cubicBezTo>
                  <a:pt x="67200" y="35319"/>
                  <a:pt x="67142" y="38392"/>
                  <a:pt x="66734" y="41465"/>
                </a:cubicBezTo>
                <a:close/>
                <a:moveTo>
                  <a:pt x="66734" y="414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40D57-CB76-482A-B5B0-0E42B67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221" y="1225255"/>
            <a:ext cx="91989" cy="72370"/>
          </a:xfrm>
          <a:custGeom xmlns:a="http://schemas.openxmlformats.org/drawingml/2006/main">
            <a:pathLst>
              <a:path w="91989" h="72370">
                <a:moveTo>
                  <a:pt x="79580" y="15191"/>
                </a:moveTo>
                <a:lnTo>
                  <a:pt x="35843" y="12744"/>
                </a:lnTo>
                <a:lnTo>
                  <a:pt x="44713" y="41814"/>
                </a:lnTo>
                <a:lnTo>
                  <a:pt x="79580" y="15191"/>
                </a:lnTo>
                <a:close/>
                <a:moveTo>
                  <a:pt x="88289" y="5913"/>
                </a:moveTo>
                <a:lnTo>
                  <a:pt x="91989" y="18031"/>
                </a:lnTo>
                <a:lnTo>
                  <a:pt x="22182" y="72370"/>
                </a:lnTo>
                <a:lnTo>
                  <a:pt x="18774" y="61272"/>
                </a:lnTo>
                <a:lnTo>
                  <a:pt x="36862" y="47844"/>
                </a:lnTo>
                <a:lnTo>
                  <a:pt x="25939" y="12234"/>
                </a:lnTo>
                <a:lnTo>
                  <a:pt x="3466" y="11273"/>
                </a:lnTo>
                <a:lnTo>
                  <a:pt x="0" y="0"/>
                </a:lnTo>
                <a:lnTo>
                  <a:pt x="88289" y="5913"/>
                </a:lnTo>
                <a:close/>
                <a:moveTo>
                  <a:pt x="88289" y="59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517C7-1F7C-4AA7-8FE2-259D7199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178" y="1290227"/>
            <a:ext cx="94202" cy="65030"/>
          </a:xfrm>
          <a:custGeom xmlns:a="http://schemas.openxmlformats.org/drawingml/2006/main">
            <a:pathLst>
              <a:path w="94202" h="65030">
                <a:moveTo>
                  <a:pt x="34416" y="25196"/>
                </a:moveTo>
                <a:lnTo>
                  <a:pt x="2957" y="34823"/>
                </a:lnTo>
                <a:lnTo>
                  <a:pt x="0" y="25036"/>
                </a:lnTo>
                <a:lnTo>
                  <a:pt x="81808" y="0"/>
                </a:lnTo>
                <a:lnTo>
                  <a:pt x="84823" y="9787"/>
                </a:lnTo>
                <a:lnTo>
                  <a:pt x="75779" y="12511"/>
                </a:lnTo>
                <a:cubicBezTo>
                  <a:pt x="79929" y="13545"/>
                  <a:pt x="83337" y="15307"/>
                  <a:pt x="86017" y="17914"/>
                </a:cubicBezTo>
                <a:cubicBezTo>
                  <a:pt x="88697" y="20478"/>
                  <a:pt x="90678" y="23958"/>
                  <a:pt x="92047" y="28269"/>
                </a:cubicBezTo>
                <a:cubicBezTo>
                  <a:pt x="94202" y="35493"/>
                  <a:pt x="93183" y="42208"/>
                  <a:pt x="88799" y="48470"/>
                </a:cubicBezTo>
                <a:cubicBezTo>
                  <a:pt x="84488" y="54733"/>
                  <a:pt x="77657" y="59277"/>
                  <a:pt x="68380" y="62132"/>
                </a:cubicBezTo>
                <a:cubicBezTo>
                  <a:pt x="59044" y="64972"/>
                  <a:pt x="50801" y="65030"/>
                  <a:pt x="43751" y="62292"/>
                </a:cubicBezTo>
                <a:cubicBezTo>
                  <a:pt x="36629" y="59568"/>
                  <a:pt x="31969" y="54558"/>
                  <a:pt x="29813" y="47334"/>
                </a:cubicBezTo>
                <a:cubicBezTo>
                  <a:pt x="28444" y="43009"/>
                  <a:pt x="28153" y="39033"/>
                  <a:pt x="28896" y="35391"/>
                </a:cubicBezTo>
                <a:cubicBezTo>
                  <a:pt x="29697" y="31750"/>
                  <a:pt x="31517" y="28328"/>
                  <a:pt x="34416" y="25196"/>
                </a:cubicBezTo>
                <a:close/>
                <a:moveTo>
                  <a:pt x="65248" y="51995"/>
                </a:moveTo>
                <a:cubicBezTo>
                  <a:pt x="72414" y="49839"/>
                  <a:pt x="77599" y="46650"/>
                  <a:pt x="80789" y="42441"/>
                </a:cubicBezTo>
                <a:cubicBezTo>
                  <a:pt x="83905" y="38232"/>
                  <a:pt x="84707" y="33571"/>
                  <a:pt x="83177" y="28444"/>
                </a:cubicBezTo>
                <a:cubicBezTo>
                  <a:pt x="81575" y="23274"/>
                  <a:pt x="78284" y="19851"/>
                  <a:pt x="73332" y="18147"/>
                </a:cubicBezTo>
                <a:cubicBezTo>
                  <a:pt x="68322" y="16443"/>
                  <a:pt x="62234" y="16676"/>
                  <a:pt x="55126" y="18890"/>
                </a:cubicBezTo>
                <a:cubicBezTo>
                  <a:pt x="47961" y="21046"/>
                  <a:pt x="42776" y="24235"/>
                  <a:pt x="39586" y="28444"/>
                </a:cubicBezTo>
                <a:cubicBezTo>
                  <a:pt x="36411" y="32653"/>
                  <a:pt x="35610" y="37329"/>
                  <a:pt x="37197" y="42499"/>
                </a:cubicBezTo>
                <a:cubicBezTo>
                  <a:pt x="38800" y="47626"/>
                  <a:pt x="42091" y="51092"/>
                  <a:pt x="47043" y="52738"/>
                </a:cubicBezTo>
                <a:cubicBezTo>
                  <a:pt x="52053" y="54442"/>
                  <a:pt x="58083" y="54223"/>
                  <a:pt x="65248" y="51995"/>
                </a:cubicBezTo>
                <a:close/>
                <a:moveTo>
                  <a:pt x="65248" y="519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6A662-90EA-4A8D-86C2-73F26AB6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223" y="1359015"/>
            <a:ext cx="94275" cy="65074"/>
          </a:xfrm>
          <a:custGeom xmlns:a="http://schemas.openxmlformats.org/drawingml/2006/main">
            <a:pathLst>
              <a:path w="94275" h="65074">
                <a:moveTo>
                  <a:pt x="34416" y="25255"/>
                </a:moveTo>
                <a:lnTo>
                  <a:pt x="3015" y="34867"/>
                </a:lnTo>
                <a:lnTo>
                  <a:pt x="0" y="25080"/>
                </a:lnTo>
                <a:lnTo>
                  <a:pt x="81808" y="0"/>
                </a:lnTo>
                <a:lnTo>
                  <a:pt x="84823" y="9787"/>
                </a:lnTo>
                <a:lnTo>
                  <a:pt x="75837" y="12569"/>
                </a:lnTo>
                <a:cubicBezTo>
                  <a:pt x="79988" y="13530"/>
                  <a:pt x="83410" y="15293"/>
                  <a:pt x="86017" y="17914"/>
                </a:cubicBezTo>
                <a:cubicBezTo>
                  <a:pt x="88697" y="20536"/>
                  <a:pt x="90751" y="24002"/>
                  <a:pt x="92047" y="28328"/>
                </a:cubicBezTo>
                <a:cubicBezTo>
                  <a:pt x="94275" y="35493"/>
                  <a:pt x="93198" y="42266"/>
                  <a:pt x="88872" y="48470"/>
                </a:cubicBezTo>
                <a:cubicBezTo>
                  <a:pt x="84546" y="54718"/>
                  <a:pt x="77716" y="59277"/>
                  <a:pt x="68380" y="62175"/>
                </a:cubicBezTo>
                <a:cubicBezTo>
                  <a:pt x="59059" y="65015"/>
                  <a:pt x="50859" y="65074"/>
                  <a:pt x="43751" y="62292"/>
                </a:cubicBezTo>
                <a:cubicBezTo>
                  <a:pt x="36644" y="59568"/>
                  <a:pt x="32027" y="54616"/>
                  <a:pt x="29813" y="47393"/>
                </a:cubicBezTo>
                <a:cubicBezTo>
                  <a:pt x="28503" y="43067"/>
                  <a:pt x="28226" y="39018"/>
                  <a:pt x="28954" y="35377"/>
                </a:cubicBezTo>
                <a:cubicBezTo>
                  <a:pt x="29697" y="31736"/>
                  <a:pt x="31517" y="28386"/>
                  <a:pt x="34416" y="25255"/>
                </a:cubicBezTo>
                <a:close/>
                <a:moveTo>
                  <a:pt x="65263" y="52053"/>
                </a:moveTo>
                <a:cubicBezTo>
                  <a:pt x="72429" y="49839"/>
                  <a:pt x="77599" y="46650"/>
                  <a:pt x="80789" y="42441"/>
                </a:cubicBezTo>
                <a:cubicBezTo>
                  <a:pt x="83978" y="38290"/>
                  <a:pt x="84765" y="33615"/>
                  <a:pt x="83177" y="28444"/>
                </a:cubicBezTo>
                <a:cubicBezTo>
                  <a:pt x="81590" y="23259"/>
                  <a:pt x="78342" y="19851"/>
                  <a:pt x="73332" y="18147"/>
                </a:cubicBezTo>
                <a:cubicBezTo>
                  <a:pt x="68380" y="16443"/>
                  <a:pt x="62292" y="16720"/>
                  <a:pt x="55126" y="18890"/>
                </a:cubicBezTo>
                <a:cubicBezTo>
                  <a:pt x="47961" y="21104"/>
                  <a:pt x="42790" y="24293"/>
                  <a:pt x="39659" y="28503"/>
                </a:cubicBezTo>
                <a:cubicBezTo>
                  <a:pt x="36469" y="32653"/>
                  <a:pt x="35668" y="37372"/>
                  <a:pt x="37270" y="42499"/>
                </a:cubicBezTo>
                <a:cubicBezTo>
                  <a:pt x="38800" y="47669"/>
                  <a:pt x="42106" y="51077"/>
                  <a:pt x="47058" y="52796"/>
                </a:cubicBezTo>
                <a:cubicBezTo>
                  <a:pt x="52053" y="54500"/>
                  <a:pt x="58141" y="54209"/>
                  <a:pt x="65263" y="52053"/>
                </a:cubicBezTo>
                <a:close/>
                <a:moveTo>
                  <a:pt x="65263" y="5205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5A771-53F1-435B-8FD2-728C28A5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305" y="1423418"/>
            <a:ext cx="88814" cy="71162"/>
          </a:xfrm>
          <a:custGeom xmlns:a="http://schemas.openxmlformats.org/drawingml/2006/main">
            <a:pathLst>
              <a:path w="88814" h="71162">
                <a:moveTo>
                  <a:pt x="88697" y="47334"/>
                </a:moveTo>
                <a:lnTo>
                  <a:pt x="78284" y="50509"/>
                </a:lnTo>
                <a:cubicBezTo>
                  <a:pt x="78968" y="45907"/>
                  <a:pt x="79259" y="41581"/>
                  <a:pt x="79085" y="37707"/>
                </a:cubicBezTo>
                <a:cubicBezTo>
                  <a:pt x="78968" y="33848"/>
                  <a:pt x="78400" y="30207"/>
                  <a:pt x="77381" y="26842"/>
                </a:cubicBezTo>
                <a:cubicBezTo>
                  <a:pt x="75560" y="21046"/>
                  <a:pt x="73055" y="16895"/>
                  <a:pt x="69865" y="14390"/>
                </a:cubicBezTo>
                <a:cubicBezTo>
                  <a:pt x="66618" y="11943"/>
                  <a:pt x="62918" y="11375"/>
                  <a:pt x="58767" y="12627"/>
                </a:cubicBezTo>
                <a:cubicBezTo>
                  <a:pt x="55243" y="13705"/>
                  <a:pt x="52912" y="15526"/>
                  <a:pt x="51776" y="18205"/>
                </a:cubicBezTo>
                <a:cubicBezTo>
                  <a:pt x="50640" y="20813"/>
                  <a:pt x="50466" y="25255"/>
                  <a:pt x="51150" y="31459"/>
                </a:cubicBezTo>
                <a:lnTo>
                  <a:pt x="51776" y="38333"/>
                </a:lnTo>
                <a:cubicBezTo>
                  <a:pt x="52738" y="46752"/>
                  <a:pt x="51835" y="53466"/>
                  <a:pt x="49155" y="58418"/>
                </a:cubicBezTo>
                <a:cubicBezTo>
                  <a:pt x="46533" y="63370"/>
                  <a:pt x="41989" y="66836"/>
                  <a:pt x="35566" y="68831"/>
                </a:cubicBezTo>
                <a:cubicBezTo>
                  <a:pt x="27876" y="71162"/>
                  <a:pt x="21279" y="70375"/>
                  <a:pt x="15759" y="66443"/>
                </a:cubicBezTo>
                <a:cubicBezTo>
                  <a:pt x="10239" y="62510"/>
                  <a:pt x="5971" y="55636"/>
                  <a:pt x="2957" y="45674"/>
                </a:cubicBezTo>
                <a:cubicBezTo>
                  <a:pt x="1762" y="41975"/>
                  <a:pt x="976" y="37882"/>
                  <a:pt x="568" y="33382"/>
                </a:cubicBezTo>
                <a:cubicBezTo>
                  <a:pt x="117" y="28896"/>
                  <a:pt x="0" y="24177"/>
                  <a:pt x="291" y="19108"/>
                </a:cubicBezTo>
                <a:lnTo>
                  <a:pt x="11317" y="15759"/>
                </a:lnTo>
                <a:cubicBezTo>
                  <a:pt x="10181" y="20813"/>
                  <a:pt x="9671" y="25648"/>
                  <a:pt x="9729" y="30207"/>
                </a:cubicBezTo>
                <a:cubicBezTo>
                  <a:pt x="9729" y="34751"/>
                  <a:pt x="10414" y="39018"/>
                  <a:pt x="11608" y="43067"/>
                </a:cubicBezTo>
                <a:cubicBezTo>
                  <a:pt x="13487" y="49155"/>
                  <a:pt x="16108" y="53466"/>
                  <a:pt x="19516" y="56087"/>
                </a:cubicBezTo>
                <a:cubicBezTo>
                  <a:pt x="22983" y="58651"/>
                  <a:pt x="26915" y="59277"/>
                  <a:pt x="31343" y="57908"/>
                </a:cubicBezTo>
                <a:cubicBezTo>
                  <a:pt x="35217" y="56714"/>
                  <a:pt x="37897" y="54616"/>
                  <a:pt x="39368" y="51543"/>
                </a:cubicBezTo>
                <a:cubicBezTo>
                  <a:pt x="40795" y="48470"/>
                  <a:pt x="41246" y="44086"/>
                  <a:pt x="40678" y="38333"/>
                </a:cubicBezTo>
                <a:lnTo>
                  <a:pt x="39936" y="31401"/>
                </a:lnTo>
                <a:cubicBezTo>
                  <a:pt x="39091" y="22924"/>
                  <a:pt x="39834" y="16429"/>
                  <a:pt x="42106" y="11826"/>
                </a:cubicBezTo>
                <a:cubicBezTo>
                  <a:pt x="44436" y="7224"/>
                  <a:pt x="48587" y="3976"/>
                  <a:pt x="54616" y="2156"/>
                </a:cubicBezTo>
                <a:cubicBezTo>
                  <a:pt x="61622" y="0"/>
                  <a:pt x="67870" y="786"/>
                  <a:pt x="73390" y="4486"/>
                </a:cubicBezTo>
                <a:cubicBezTo>
                  <a:pt x="78910" y="8185"/>
                  <a:pt x="83002" y="14331"/>
                  <a:pt x="85624" y="22983"/>
                </a:cubicBezTo>
                <a:cubicBezTo>
                  <a:pt x="86760" y="26682"/>
                  <a:pt x="87619" y="30542"/>
                  <a:pt x="88129" y="34590"/>
                </a:cubicBezTo>
                <a:cubicBezTo>
                  <a:pt x="88639" y="38683"/>
                  <a:pt x="88814" y="42892"/>
                  <a:pt x="88697" y="47334"/>
                </a:cubicBezTo>
                <a:close/>
                <a:moveTo>
                  <a:pt x="88697" y="473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A12DD-7B10-40BF-A115-7797DB7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720" y="1499080"/>
            <a:ext cx="67084" cy="63603"/>
          </a:xfrm>
          <a:custGeom xmlns:a="http://schemas.openxmlformats.org/drawingml/2006/main">
            <a:pathLst>
              <a:path w="67084" h="63603">
                <a:moveTo>
                  <a:pt x="43926" y="56947"/>
                </a:moveTo>
                <a:lnTo>
                  <a:pt x="39149" y="58432"/>
                </a:lnTo>
                <a:lnTo>
                  <a:pt x="25429" y="13647"/>
                </a:lnTo>
                <a:cubicBezTo>
                  <a:pt x="18890" y="16152"/>
                  <a:pt x="14390" y="19735"/>
                  <a:pt x="11943" y="24410"/>
                </a:cubicBezTo>
                <a:cubicBezTo>
                  <a:pt x="9554" y="29071"/>
                  <a:pt x="9336" y="34649"/>
                  <a:pt x="11331" y="41130"/>
                </a:cubicBezTo>
                <a:cubicBezTo>
                  <a:pt x="12467" y="44887"/>
                  <a:pt x="14055" y="48354"/>
                  <a:pt x="16050" y="51602"/>
                </a:cubicBezTo>
                <a:cubicBezTo>
                  <a:pt x="18031" y="54791"/>
                  <a:pt x="20478" y="57864"/>
                  <a:pt x="23390" y="60763"/>
                </a:cubicBezTo>
                <a:lnTo>
                  <a:pt x="14171" y="63603"/>
                </a:lnTo>
                <a:cubicBezTo>
                  <a:pt x="11608" y="60530"/>
                  <a:pt x="9394" y="57340"/>
                  <a:pt x="7457" y="53874"/>
                </a:cubicBezTo>
                <a:cubicBezTo>
                  <a:pt x="5578" y="50466"/>
                  <a:pt x="4049" y="46883"/>
                  <a:pt x="2898" y="43067"/>
                </a:cubicBezTo>
                <a:cubicBezTo>
                  <a:pt x="0" y="33615"/>
                  <a:pt x="451" y="25313"/>
                  <a:pt x="4267" y="18089"/>
                </a:cubicBezTo>
                <a:cubicBezTo>
                  <a:pt x="8083" y="10865"/>
                  <a:pt x="14681" y="5855"/>
                  <a:pt x="24075" y="2957"/>
                </a:cubicBezTo>
                <a:cubicBezTo>
                  <a:pt x="33789" y="0"/>
                  <a:pt x="42280" y="218"/>
                  <a:pt x="49563" y="3758"/>
                </a:cubicBezTo>
                <a:cubicBezTo>
                  <a:pt x="56889" y="7224"/>
                  <a:pt x="61899" y="13428"/>
                  <a:pt x="64637" y="22298"/>
                </a:cubicBezTo>
                <a:cubicBezTo>
                  <a:pt x="67084" y="30323"/>
                  <a:pt x="66399" y="37372"/>
                  <a:pt x="62700" y="43635"/>
                </a:cubicBezTo>
                <a:cubicBezTo>
                  <a:pt x="59000" y="49839"/>
                  <a:pt x="52738" y="54267"/>
                  <a:pt x="43926" y="56947"/>
                </a:cubicBezTo>
                <a:close/>
                <a:moveTo>
                  <a:pt x="43810" y="46358"/>
                </a:moveTo>
                <a:cubicBezTo>
                  <a:pt x="49097" y="44654"/>
                  <a:pt x="52854" y="41873"/>
                  <a:pt x="55184" y="37998"/>
                </a:cubicBezTo>
                <a:cubicBezTo>
                  <a:pt x="57471" y="34081"/>
                  <a:pt x="57864" y="29755"/>
                  <a:pt x="56379" y="24978"/>
                </a:cubicBezTo>
                <a:cubicBezTo>
                  <a:pt x="54733" y="19516"/>
                  <a:pt x="51893" y="15642"/>
                  <a:pt x="47786" y="13312"/>
                </a:cubicBezTo>
                <a:cubicBezTo>
                  <a:pt x="43693" y="10982"/>
                  <a:pt x="38800" y="10472"/>
                  <a:pt x="33119" y="11666"/>
                </a:cubicBezTo>
                <a:lnTo>
                  <a:pt x="43810" y="46358"/>
                </a:lnTo>
                <a:close/>
                <a:moveTo>
                  <a:pt x="43810" y="463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7619C-6103-48FE-8D5F-74C7B8AC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454" y="1556653"/>
            <a:ext cx="85333" cy="34925"/>
          </a:xfrm>
          <a:custGeom xmlns:a="http://schemas.openxmlformats.org/drawingml/2006/main">
            <a:pathLst>
              <a:path w="85333" h="34925">
                <a:moveTo>
                  <a:pt x="82376" y="0"/>
                </a:moveTo>
                <a:lnTo>
                  <a:pt x="85333" y="9729"/>
                </a:lnTo>
                <a:lnTo>
                  <a:pt x="2957" y="34925"/>
                </a:lnTo>
                <a:lnTo>
                  <a:pt x="0" y="25196"/>
                </a:lnTo>
                <a:lnTo>
                  <a:pt x="82376" y="0"/>
                </a:lnTo>
                <a:close/>
                <a:moveTo>
                  <a:pt x="8237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B3885-C534-4B1E-B291-9E78F9EA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358" y="1595846"/>
            <a:ext cx="67084" cy="63661"/>
          </a:xfrm>
          <a:custGeom xmlns:a="http://schemas.openxmlformats.org/drawingml/2006/main">
            <a:pathLst>
              <a:path w="67084" h="63661">
                <a:moveTo>
                  <a:pt x="43926" y="57005"/>
                </a:moveTo>
                <a:lnTo>
                  <a:pt x="39149" y="58491"/>
                </a:lnTo>
                <a:lnTo>
                  <a:pt x="25429" y="13720"/>
                </a:lnTo>
                <a:cubicBezTo>
                  <a:pt x="18890" y="16166"/>
                  <a:pt x="14404" y="19749"/>
                  <a:pt x="11957" y="24468"/>
                </a:cubicBezTo>
                <a:cubicBezTo>
                  <a:pt x="9569" y="29129"/>
                  <a:pt x="9336" y="34707"/>
                  <a:pt x="11331" y="41203"/>
                </a:cubicBezTo>
                <a:cubicBezTo>
                  <a:pt x="12467" y="44887"/>
                  <a:pt x="14055" y="48368"/>
                  <a:pt x="16050" y="51602"/>
                </a:cubicBezTo>
                <a:cubicBezTo>
                  <a:pt x="18045" y="54849"/>
                  <a:pt x="20492" y="57923"/>
                  <a:pt x="23390" y="60821"/>
                </a:cubicBezTo>
                <a:lnTo>
                  <a:pt x="14171" y="63661"/>
                </a:lnTo>
                <a:cubicBezTo>
                  <a:pt x="11608" y="60602"/>
                  <a:pt x="9394" y="57355"/>
                  <a:pt x="7457" y="53932"/>
                </a:cubicBezTo>
                <a:cubicBezTo>
                  <a:pt x="5578" y="50466"/>
                  <a:pt x="4049" y="46883"/>
                  <a:pt x="2913" y="43125"/>
                </a:cubicBezTo>
                <a:cubicBezTo>
                  <a:pt x="0" y="33687"/>
                  <a:pt x="466" y="25327"/>
                  <a:pt x="4267" y="18104"/>
                </a:cubicBezTo>
                <a:cubicBezTo>
                  <a:pt x="8083" y="10923"/>
                  <a:pt x="14681" y="5869"/>
                  <a:pt x="24075" y="2957"/>
                </a:cubicBezTo>
                <a:cubicBezTo>
                  <a:pt x="33804" y="0"/>
                  <a:pt x="42280" y="291"/>
                  <a:pt x="49563" y="3758"/>
                </a:cubicBezTo>
                <a:cubicBezTo>
                  <a:pt x="56903" y="7282"/>
                  <a:pt x="61899" y="13487"/>
                  <a:pt x="64637" y="22371"/>
                </a:cubicBezTo>
                <a:cubicBezTo>
                  <a:pt x="67084" y="30323"/>
                  <a:pt x="66399" y="37445"/>
                  <a:pt x="62700" y="43635"/>
                </a:cubicBezTo>
                <a:cubicBezTo>
                  <a:pt x="59000" y="49839"/>
                  <a:pt x="52738" y="54340"/>
                  <a:pt x="43926" y="57005"/>
                </a:cubicBezTo>
                <a:close/>
                <a:moveTo>
                  <a:pt x="43810" y="46373"/>
                </a:moveTo>
                <a:cubicBezTo>
                  <a:pt x="49097" y="44727"/>
                  <a:pt x="52912" y="41931"/>
                  <a:pt x="55184" y="38013"/>
                </a:cubicBezTo>
                <a:cubicBezTo>
                  <a:pt x="57471" y="34139"/>
                  <a:pt x="57864" y="29813"/>
                  <a:pt x="56379" y="24978"/>
                </a:cubicBezTo>
                <a:cubicBezTo>
                  <a:pt x="54733" y="19575"/>
                  <a:pt x="51893" y="15715"/>
                  <a:pt x="47800" y="13370"/>
                </a:cubicBezTo>
                <a:cubicBezTo>
                  <a:pt x="43751" y="11040"/>
                  <a:pt x="38800" y="10472"/>
                  <a:pt x="33119" y="11724"/>
                </a:cubicBezTo>
                <a:lnTo>
                  <a:pt x="43810" y="46373"/>
                </a:lnTo>
                <a:close/>
                <a:moveTo>
                  <a:pt x="43810" y="4637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01DFF-8652-4508-A97A-796F622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443" y="1662420"/>
            <a:ext cx="67200" cy="58199"/>
          </a:xfrm>
          <a:custGeom xmlns:a="http://schemas.openxmlformats.org/drawingml/2006/main">
            <a:pathLst>
              <a:path w="67200" h="58199">
                <a:moveTo>
                  <a:pt x="66734" y="41465"/>
                </a:moveTo>
                <a:lnTo>
                  <a:pt x="57631" y="44261"/>
                </a:lnTo>
                <a:cubicBezTo>
                  <a:pt x="58316" y="41013"/>
                  <a:pt x="58607" y="37882"/>
                  <a:pt x="58491" y="34925"/>
                </a:cubicBezTo>
                <a:cubicBezTo>
                  <a:pt x="58432" y="31911"/>
                  <a:pt x="57923" y="29012"/>
                  <a:pt x="57063" y="26172"/>
                </a:cubicBezTo>
                <a:cubicBezTo>
                  <a:pt x="55126" y="19851"/>
                  <a:pt x="51602" y="15584"/>
                  <a:pt x="46548" y="13312"/>
                </a:cubicBezTo>
                <a:cubicBezTo>
                  <a:pt x="41479" y="11040"/>
                  <a:pt x="35333" y="10982"/>
                  <a:pt x="28109" y="13195"/>
                </a:cubicBezTo>
                <a:cubicBezTo>
                  <a:pt x="20827" y="15409"/>
                  <a:pt x="15759" y="18890"/>
                  <a:pt x="12802" y="23609"/>
                </a:cubicBezTo>
                <a:cubicBezTo>
                  <a:pt x="9904" y="28328"/>
                  <a:pt x="9394" y="33848"/>
                  <a:pt x="11331" y="40169"/>
                </a:cubicBezTo>
                <a:cubicBezTo>
                  <a:pt x="12176" y="43009"/>
                  <a:pt x="13428" y="45674"/>
                  <a:pt x="15030" y="48237"/>
                </a:cubicBezTo>
                <a:cubicBezTo>
                  <a:pt x="16676" y="50742"/>
                  <a:pt x="18613" y="53189"/>
                  <a:pt x="21002" y="55461"/>
                </a:cubicBezTo>
                <a:lnTo>
                  <a:pt x="12001" y="58199"/>
                </a:lnTo>
                <a:cubicBezTo>
                  <a:pt x="9904" y="55869"/>
                  <a:pt x="8083" y="53364"/>
                  <a:pt x="6539" y="50626"/>
                </a:cubicBezTo>
                <a:cubicBezTo>
                  <a:pt x="5010" y="47961"/>
                  <a:pt x="3758" y="44946"/>
                  <a:pt x="2738" y="41640"/>
                </a:cubicBezTo>
                <a:cubicBezTo>
                  <a:pt x="0" y="32712"/>
                  <a:pt x="626" y="24745"/>
                  <a:pt x="4675" y="17798"/>
                </a:cubicBezTo>
                <a:cubicBezTo>
                  <a:pt x="8651" y="10807"/>
                  <a:pt x="15424" y="5855"/>
                  <a:pt x="24920" y="2957"/>
                </a:cubicBezTo>
                <a:cubicBezTo>
                  <a:pt x="34590" y="0"/>
                  <a:pt x="43009" y="335"/>
                  <a:pt x="50189" y="3918"/>
                </a:cubicBezTo>
                <a:cubicBezTo>
                  <a:pt x="57355" y="7559"/>
                  <a:pt x="62365" y="13996"/>
                  <a:pt x="65205" y="23201"/>
                </a:cubicBezTo>
                <a:cubicBezTo>
                  <a:pt x="66108" y="26216"/>
                  <a:pt x="66676" y="29245"/>
                  <a:pt x="66967" y="32304"/>
                </a:cubicBezTo>
                <a:cubicBezTo>
                  <a:pt x="67200" y="35319"/>
                  <a:pt x="67142" y="38392"/>
                  <a:pt x="66734" y="41465"/>
                </a:cubicBezTo>
                <a:close/>
                <a:moveTo>
                  <a:pt x="66734" y="414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DDC31-480B-4974-951C-AE304FA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81" y="1712827"/>
            <a:ext cx="75546" cy="55126"/>
          </a:xfrm>
          <a:custGeom xmlns:a="http://schemas.openxmlformats.org/drawingml/2006/main">
            <a:pathLst>
              <a:path w="75546" h="55126">
                <a:moveTo>
                  <a:pt x="75546" y="11768"/>
                </a:moveTo>
                <a:lnTo>
                  <a:pt x="58709" y="16895"/>
                </a:lnTo>
                <a:lnTo>
                  <a:pt x="64855" y="36979"/>
                </a:lnTo>
                <a:lnTo>
                  <a:pt x="57282" y="39309"/>
                </a:lnTo>
                <a:lnTo>
                  <a:pt x="51150" y="19225"/>
                </a:lnTo>
                <a:lnTo>
                  <a:pt x="18948" y="29071"/>
                </a:lnTo>
                <a:cubicBezTo>
                  <a:pt x="14113" y="30542"/>
                  <a:pt x="11200" y="32202"/>
                  <a:pt x="10239" y="33906"/>
                </a:cubicBezTo>
                <a:cubicBezTo>
                  <a:pt x="9278" y="35668"/>
                  <a:pt x="9379" y="38567"/>
                  <a:pt x="10632" y="42659"/>
                </a:cubicBezTo>
                <a:lnTo>
                  <a:pt x="13705" y="52621"/>
                </a:lnTo>
                <a:lnTo>
                  <a:pt x="5578" y="55126"/>
                </a:lnTo>
                <a:lnTo>
                  <a:pt x="2505" y="45106"/>
                </a:lnTo>
                <a:cubicBezTo>
                  <a:pt x="175" y="37605"/>
                  <a:pt x="0" y="31969"/>
                  <a:pt x="1937" y="28269"/>
                </a:cubicBezTo>
                <a:cubicBezTo>
                  <a:pt x="3874" y="24570"/>
                  <a:pt x="8535" y="21555"/>
                  <a:pt x="15933" y="19283"/>
                </a:cubicBezTo>
                <a:lnTo>
                  <a:pt x="48135" y="9438"/>
                </a:lnTo>
                <a:lnTo>
                  <a:pt x="45965" y="2272"/>
                </a:lnTo>
                <a:lnTo>
                  <a:pt x="53539" y="0"/>
                </a:lnTo>
                <a:lnTo>
                  <a:pt x="55694" y="7107"/>
                </a:lnTo>
                <a:lnTo>
                  <a:pt x="72531" y="1981"/>
                </a:lnTo>
                <a:lnTo>
                  <a:pt x="75546" y="11768"/>
                </a:lnTo>
                <a:close/>
                <a:moveTo>
                  <a:pt x="75546" y="117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877C7-834B-4489-8F9D-CBA57156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377" y="1755545"/>
            <a:ext cx="85347" cy="34940"/>
          </a:xfrm>
          <a:custGeom xmlns:a="http://schemas.openxmlformats.org/drawingml/2006/main">
            <a:pathLst>
              <a:path w="85347" h="34940">
                <a:moveTo>
                  <a:pt x="59292" y="7064"/>
                </a:moveTo>
                <a:lnTo>
                  <a:pt x="62248" y="16793"/>
                </a:lnTo>
                <a:lnTo>
                  <a:pt x="2957" y="34940"/>
                </a:lnTo>
                <a:lnTo>
                  <a:pt x="0" y="25211"/>
                </a:lnTo>
                <a:lnTo>
                  <a:pt x="59292" y="7064"/>
                </a:lnTo>
                <a:close/>
                <a:moveTo>
                  <a:pt x="82333" y="0"/>
                </a:moveTo>
                <a:lnTo>
                  <a:pt x="85347" y="9729"/>
                </a:lnTo>
                <a:lnTo>
                  <a:pt x="72997" y="13487"/>
                </a:lnTo>
                <a:lnTo>
                  <a:pt x="69982" y="3758"/>
                </a:lnTo>
                <a:lnTo>
                  <a:pt x="82333" y="0"/>
                </a:lnTo>
                <a:close/>
                <a:moveTo>
                  <a:pt x="8233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4A6A3-5343-44C9-9D4D-5DC05FE4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495" y="1794577"/>
            <a:ext cx="67419" cy="60413"/>
          </a:xfrm>
          <a:custGeom xmlns:a="http://schemas.openxmlformats.org/drawingml/2006/main">
            <a:pathLst>
              <a:path w="67419" h="60413">
                <a:moveTo>
                  <a:pt x="56554" y="23216"/>
                </a:moveTo>
                <a:cubicBezTo>
                  <a:pt x="54966" y="17972"/>
                  <a:pt x="51660" y="14506"/>
                  <a:pt x="46650" y="12686"/>
                </a:cubicBezTo>
                <a:cubicBezTo>
                  <a:pt x="41654" y="10923"/>
                  <a:pt x="35625" y="11098"/>
                  <a:pt x="28503" y="13254"/>
                </a:cubicBezTo>
                <a:cubicBezTo>
                  <a:pt x="21453" y="15409"/>
                  <a:pt x="16327" y="18657"/>
                  <a:pt x="13152" y="22924"/>
                </a:cubicBezTo>
                <a:cubicBezTo>
                  <a:pt x="10020" y="27192"/>
                  <a:pt x="9219" y="31969"/>
                  <a:pt x="10865" y="37212"/>
                </a:cubicBezTo>
                <a:cubicBezTo>
                  <a:pt x="12467" y="42382"/>
                  <a:pt x="15759" y="45907"/>
                  <a:pt x="20769" y="47669"/>
                </a:cubicBezTo>
                <a:cubicBezTo>
                  <a:pt x="25779" y="49432"/>
                  <a:pt x="31809" y="49271"/>
                  <a:pt x="38858" y="47101"/>
                </a:cubicBezTo>
                <a:cubicBezTo>
                  <a:pt x="45922" y="44946"/>
                  <a:pt x="51034" y="41698"/>
                  <a:pt x="54165" y="37430"/>
                </a:cubicBezTo>
                <a:cubicBezTo>
                  <a:pt x="57355" y="33105"/>
                  <a:pt x="58141" y="28386"/>
                  <a:pt x="56554" y="23216"/>
                </a:cubicBezTo>
                <a:close/>
                <a:moveTo>
                  <a:pt x="64797" y="20652"/>
                </a:moveTo>
                <a:cubicBezTo>
                  <a:pt x="67419" y="29129"/>
                  <a:pt x="66676" y="36644"/>
                  <a:pt x="62700" y="43183"/>
                </a:cubicBezTo>
                <a:cubicBezTo>
                  <a:pt x="58665" y="49665"/>
                  <a:pt x="51776" y="54442"/>
                  <a:pt x="42047" y="57398"/>
                </a:cubicBezTo>
                <a:cubicBezTo>
                  <a:pt x="32377" y="60413"/>
                  <a:pt x="24017" y="60311"/>
                  <a:pt x="16953" y="57180"/>
                </a:cubicBezTo>
                <a:cubicBezTo>
                  <a:pt x="9962" y="53990"/>
                  <a:pt x="5185" y="48179"/>
                  <a:pt x="2563" y="39761"/>
                </a:cubicBezTo>
                <a:cubicBezTo>
                  <a:pt x="0" y="31226"/>
                  <a:pt x="685" y="23725"/>
                  <a:pt x="4719" y="17244"/>
                </a:cubicBezTo>
                <a:cubicBezTo>
                  <a:pt x="8826" y="10690"/>
                  <a:pt x="15700" y="5971"/>
                  <a:pt x="25371" y="3015"/>
                </a:cubicBezTo>
                <a:cubicBezTo>
                  <a:pt x="35100" y="0"/>
                  <a:pt x="43475" y="117"/>
                  <a:pt x="50466" y="3248"/>
                </a:cubicBezTo>
                <a:cubicBezTo>
                  <a:pt x="57413" y="6365"/>
                  <a:pt x="62248" y="12176"/>
                  <a:pt x="64797" y="20652"/>
                </a:cubicBezTo>
                <a:close/>
                <a:moveTo>
                  <a:pt x="64797" y="2065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1B959-8047-4EE8-8354-8AB743D9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797" y="1858690"/>
            <a:ext cx="71628" cy="67812"/>
          </a:xfrm>
          <a:custGeom xmlns:a="http://schemas.openxmlformats.org/drawingml/2006/main">
            <a:pathLst>
              <a:path w="71628" h="67812">
                <a:moveTo>
                  <a:pt x="50975" y="56845"/>
                </a:moveTo>
                <a:lnTo>
                  <a:pt x="15191" y="67812"/>
                </a:lnTo>
                <a:lnTo>
                  <a:pt x="12234" y="58039"/>
                </a:lnTo>
                <a:lnTo>
                  <a:pt x="47669" y="47174"/>
                </a:lnTo>
                <a:cubicBezTo>
                  <a:pt x="53306" y="45455"/>
                  <a:pt x="57180" y="43067"/>
                  <a:pt x="59277" y="40052"/>
                </a:cubicBezTo>
                <a:cubicBezTo>
                  <a:pt x="61389" y="36979"/>
                  <a:pt x="61782" y="33280"/>
                  <a:pt x="60413" y="28910"/>
                </a:cubicBezTo>
                <a:cubicBezTo>
                  <a:pt x="58826" y="23667"/>
                  <a:pt x="55869" y="20026"/>
                  <a:pt x="51602" y="18045"/>
                </a:cubicBezTo>
                <a:cubicBezTo>
                  <a:pt x="47334" y="15992"/>
                  <a:pt x="42266" y="15875"/>
                  <a:pt x="36469" y="17637"/>
                </a:cubicBezTo>
                <a:lnTo>
                  <a:pt x="2957" y="27935"/>
                </a:lnTo>
                <a:lnTo>
                  <a:pt x="0" y="18147"/>
                </a:lnTo>
                <a:lnTo>
                  <a:pt x="59277" y="0"/>
                </a:lnTo>
                <a:lnTo>
                  <a:pt x="62234" y="9787"/>
                </a:lnTo>
                <a:lnTo>
                  <a:pt x="53073" y="12584"/>
                </a:lnTo>
                <a:cubicBezTo>
                  <a:pt x="57340" y="13822"/>
                  <a:pt x="60821" y="15759"/>
                  <a:pt x="63544" y="18380"/>
                </a:cubicBezTo>
                <a:cubicBezTo>
                  <a:pt x="66283" y="21002"/>
                  <a:pt x="68263" y="24352"/>
                  <a:pt x="69574" y="28503"/>
                </a:cubicBezTo>
                <a:cubicBezTo>
                  <a:pt x="71628" y="35333"/>
                  <a:pt x="71118" y="41130"/>
                  <a:pt x="67987" y="45922"/>
                </a:cubicBezTo>
                <a:cubicBezTo>
                  <a:pt x="64855" y="50699"/>
                  <a:pt x="59161" y="54340"/>
                  <a:pt x="50975" y="56845"/>
                </a:cubicBezTo>
                <a:close/>
                <a:moveTo>
                  <a:pt x="50975" y="568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5570B-2C3A-4194-8DB6-43D1119E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769" y="218666"/>
            <a:ext cx="90503" cy="73725"/>
          </a:xfrm>
          <a:custGeom xmlns:a="http://schemas.openxmlformats.org/drawingml/2006/main">
            <a:pathLst>
              <a:path w="90503" h="73725">
                <a:moveTo>
                  <a:pt x="78342" y="20594"/>
                </a:moveTo>
                <a:lnTo>
                  <a:pt x="34809" y="15132"/>
                </a:lnTo>
                <a:lnTo>
                  <a:pt x="41756" y="44771"/>
                </a:lnTo>
                <a:lnTo>
                  <a:pt x="78342" y="20594"/>
                </a:lnTo>
                <a:close/>
                <a:moveTo>
                  <a:pt x="87605" y="11943"/>
                </a:moveTo>
                <a:lnTo>
                  <a:pt x="90503" y="24293"/>
                </a:lnTo>
                <a:lnTo>
                  <a:pt x="17171" y="73725"/>
                </a:lnTo>
                <a:lnTo>
                  <a:pt x="14564" y="62408"/>
                </a:lnTo>
                <a:lnTo>
                  <a:pt x="33440" y="50291"/>
                </a:lnTo>
                <a:lnTo>
                  <a:pt x="25022" y="13996"/>
                </a:lnTo>
                <a:lnTo>
                  <a:pt x="2665" y="11491"/>
                </a:lnTo>
                <a:lnTo>
                  <a:pt x="0" y="0"/>
                </a:lnTo>
                <a:lnTo>
                  <a:pt x="87605" y="11943"/>
                </a:lnTo>
                <a:close/>
                <a:moveTo>
                  <a:pt x="87605" y="119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BCFA0-0F5B-4979-9986-0EE82692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522" y="289260"/>
            <a:ext cx="93358" cy="63268"/>
          </a:xfrm>
          <a:custGeom xmlns:a="http://schemas.openxmlformats.org/drawingml/2006/main">
            <a:pathLst>
              <a:path w="93358" h="63268">
                <a:moveTo>
                  <a:pt x="34357" y="21963"/>
                </a:moveTo>
                <a:lnTo>
                  <a:pt x="2330" y="29420"/>
                </a:lnTo>
                <a:lnTo>
                  <a:pt x="0" y="19458"/>
                </a:lnTo>
                <a:lnTo>
                  <a:pt x="83352" y="0"/>
                </a:lnTo>
                <a:lnTo>
                  <a:pt x="85682" y="9962"/>
                </a:lnTo>
                <a:lnTo>
                  <a:pt x="76521" y="12118"/>
                </a:lnTo>
                <a:cubicBezTo>
                  <a:pt x="80614" y="13370"/>
                  <a:pt x="83862" y="15365"/>
                  <a:pt x="86367" y="18162"/>
                </a:cubicBezTo>
                <a:cubicBezTo>
                  <a:pt x="88872" y="20944"/>
                  <a:pt x="90634" y="24526"/>
                  <a:pt x="91654" y="28910"/>
                </a:cubicBezTo>
                <a:cubicBezTo>
                  <a:pt x="93358" y="36251"/>
                  <a:pt x="91828" y="42907"/>
                  <a:pt x="87095" y="48820"/>
                </a:cubicBezTo>
                <a:cubicBezTo>
                  <a:pt x="82318" y="54791"/>
                  <a:pt x="75211" y="58884"/>
                  <a:pt x="65715" y="61054"/>
                </a:cubicBezTo>
                <a:cubicBezTo>
                  <a:pt x="56204" y="63268"/>
                  <a:pt x="48019" y="62758"/>
                  <a:pt x="41130" y="59568"/>
                </a:cubicBezTo>
                <a:cubicBezTo>
                  <a:pt x="34255" y="56335"/>
                  <a:pt x="29930" y="51034"/>
                  <a:pt x="28211" y="43693"/>
                </a:cubicBezTo>
                <a:cubicBezTo>
                  <a:pt x="27192" y="39324"/>
                  <a:pt x="27192" y="35275"/>
                  <a:pt x="28211" y="31692"/>
                </a:cubicBezTo>
                <a:cubicBezTo>
                  <a:pt x="29187" y="28109"/>
                  <a:pt x="31226" y="24861"/>
                  <a:pt x="34357" y="21963"/>
                </a:cubicBezTo>
                <a:close/>
                <a:moveTo>
                  <a:pt x="63326" y="50757"/>
                </a:moveTo>
                <a:cubicBezTo>
                  <a:pt x="70608" y="49111"/>
                  <a:pt x="76012" y="46257"/>
                  <a:pt x="79420" y="42280"/>
                </a:cubicBezTo>
                <a:cubicBezTo>
                  <a:pt x="82886" y="38290"/>
                  <a:pt x="83978" y="33687"/>
                  <a:pt x="82784" y="28459"/>
                </a:cubicBezTo>
                <a:cubicBezTo>
                  <a:pt x="81531" y="23216"/>
                  <a:pt x="78517" y="19575"/>
                  <a:pt x="73681" y="17536"/>
                </a:cubicBezTo>
                <a:cubicBezTo>
                  <a:pt x="68788" y="15482"/>
                  <a:pt x="62758" y="15307"/>
                  <a:pt x="55418" y="17011"/>
                </a:cubicBezTo>
                <a:cubicBezTo>
                  <a:pt x="48135" y="18730"/>
                  <a:pt x="42776" y="21570"/>
                  <a:pt x="39309" y="25546"/>
                </a:cubicBezTo>
                <a:cubicBezTo>
                  <a:pt x="35901" y="29478"/>
                  <a:pt x="34765" y="34081"/>
                  <a:pt x="36018" y="39382"/>
                </a:cubicBezTo>
                <a:cubicBezTo>
                  <a:pt x="37212" y="44611"/>
                  <a:pt x="40285" y="48252"/>
                  <a:pt x="45120" y="50305"/>
                </a:cubicBezTo>
                <a:cubicBezTo>
                  <a:pt x="49956" y="52286"/>
                  <a:pt x="56044" y="52461"/>
                  <a:pt x="63326" y="50757"/>
                </a:cubicBezTo>
                <a:close/>
                <a:moveTo>
                  <a:pt x="63326" y="507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29BE9-626B-4DFB-9E51-18CF0A6F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906" y="359359"/>
            <a:ext cx="93299" cy="63268"/>
          </a:xfrm>
          <a:custGeom xmlns:a="http://schemas.openxmlformats.org/drawingml/2006/main">
            <a:pathLst>
              <a:path w="93299" h="63268">
                <a:moveTo>
                  <a:pt x="34299" y="21905"/>
                </a:moveTo>
                <a:lnTo>
                  <a:pt x="2330" y="29406"/>
                </a:lnTo>
                <a:lnTo>
                  <a:pt x="0" y="19400"/>
                </a:lnTo>
                <a:lnTo>
                  <a:pt x="83352" y="0"/>
                </a:lnTo>
                <a:lnTo>
                  <a:pt x="85624" y="9962"/>
                </a:lnTo>
                <a:lnTo>
                  <a:pt x="76463" y="12059"/>
                </a:lnTo>
                <a:cubicBezTo>
                  <a:pt x="80556" y="13312"/>
                  <a:pt x="83862" y="15365"/>
                  <a:pt x="86309" y="18089"/>
                </a:cubicBezTo>
                <a:cubicBezTo>
                  <a:pt x="88814" y="20885"/>
                  <a:pt x="90576" y="24526"/>
                  <a:pt x="91595" y="28896"/>
                </a:cubicBezTo>
                <a:cubicBezTo>
                  <a:pt x="93299" y="36236"/>
                  <a:pt x="91770" y="42892"/>
                  <a:pt x="87051" y="48805"/>
                </a:cubicBezTo>
                <a:cubicBezTo>
                  <a:pt x="82318" y="54791"/>
                  <a:pt x="75152" y="58826"/>
                  <a:pt x="65715" y="61039"/>
                </a:cubicBezTo>
                <a:cubicBezTo>
                  <a:pt x="56204" y="63268"/>
                  <a:pt x="48019" y="62758"/>
                  <a:pt x="41130" y="59510"/>
                </a:cubicBezTo>
                <a:cubicBezTo>
                  <a:pt x="34197" y="56321"/>
                  <a:pt x="29930" y="51034"/>
                  <a:pt x="28211" y="43693"/>
                </a:cubicBezTo>
                <a:cubicBezTo>
                  <a:pt x="27192" y="39309"/>
                  <a:pt x="27133" y="35275"/>
                  <a:pt x="28168" y="31692"/>
                </a:cubicBezTo>
                <a:cubicBezTo>
                  <a:pt x="29187" y="28109"/>
                  <a:pt x="31226" y="24861"/>
                  <a:pt x="34299" y="21905"/>
                </a:cubicBezTo>
                <a:close/>
                <a:moveTo>
                  <a:pt x="63268" y="50742"/>
                </a:moveTo>
                <a:cubicBezTo>
                  <a:pt x="70608" y="49038"/>
                  <a:pt x="75953" y="46198"/>
                  <a:pt x="79420" y="42266"/>
                </a:cubicBezTo>
                <a:cubicBezTo>
                  <a:pt x="82828" y="38290"/>
                  <a:pt x="83978" y="33673"/>
                  <a:pt x="82726" y="28444"/>
                </a:cubicBezTo>
                <a:cubicBezTo>
                  <a:pt x="81531" y="23157"/>
                  <a:pt x="78458" y="19516"/>
                  <a:pt x="73623" y="17521"/>
                </a:cubicBezTo>
                <a:cubicBezTo>
                  <a:pt x="68788" y="15467"/>
                  <a:pt x="62700" y="15307"/>
                  <a:pt x="55418" y="17011"/>
                </a:cubicBezTo>
                <a:cubicBezTo>
                  <a:pt x="48135" y="18715"/>
                  <a:pt x="42732" y="21555"/>
                  <a:pt x="39309" y="25488"/>
                </a:cubicBezTo>
                <a:cubicBezTo>
                  <a:pt x="35843" y="29464"/>
                  <a:pt x="34707" y="34081"/>
                  <a:pt x="35959" y="39368"/>
                </a:cubicBezTo>
                <a:cubicBezTo>
                  <a:pt x="37212" y="44596"/>
                  <a:pt x="40227" y="48237"/>
                  <a:pt x="45062" y="50233"/>
                </a:cubicBezTo>
                <a:cubicBezTo>
                  <a:pt x="49956" y="52286"/>
                  <a:pt x="55986" y="52446"/>
                  <a:pt x="63268" y="50742"/>
                </a:cubicBezTo>
                <a:close/>
                <a:moveTo>
                  <a:pt x="63268" y="507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C9D49-9F4E-46C7-ABF8-0FDCDF5B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74" y="424330"/>
            <a:ext cx="86192" cy="29464"/>
          </a:xfrm>
          <a:custGeom xmlns:a="http://schemas.openxmlformats.org/drawingml/2006/main">
            <a:pathLst>
              <a:path w="86192" h="29464">
                <a:moveTo>
                  <a:pt x="83920" y="0"/>
                </a:moveTo>
                <a:lnTo>
                  <a:pt x="86192" y="9904"/>
                </a:lnTo>
                <a:lnTo>
                  <a:pt x="2330" y="29464"/>
                </a:lnTo>
                <a:lnTo>
                  <a:pt x="0" y="19575"/>
                </a:lnTo>
                <a:lnTo>
                  <a:pt x="83920" y="0"/>
                </a:lnTo>
                <a:close/>
                <a:moveTo>
                  <a:pt x="839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F4B66-DC34-4025-9067-41665F24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945" y="461018"/>
            <a:ext cx="67142" cy="62132"/>
          </a:xfrm>
          <a:custGeom xmlns:a="http://schemas.openxmlformats.org/drawingml/2006/main">
            <a:pathLst>
              <a:path w="67142" h="62132">
                <a:moveTo>
                  <a:pt x="42222" y="57588"/>
                </a:moveTo>
                <a:lnTo>
                  <a:pt x="37387" y="58665"/>
                </a:lnTo>
                <a:lnTo>
                  <a:pt x="26740" y="13093"/>
                </a:lnTo>
                <a:cubicBezTo>
                  <a:pt x="20026" y="15089"/>
                  <a:pt x="15307" y="18380"/>
                  <a:pt x="12569" y="22881"/>
                </a:cubicBezTo>
                <a:cubicBezTo>
                  <a:pt x="9846" y="27425"/>
                  <a:pt x="9278" y="32945"/>
                  <a:pt x="10807" y="39542"/>
                </a:cubicBezTo>
                <a:cubicBezTo>
                  <a:pt x="11666" y="43358"/>
                  <a:pt x="13035" y="46941"/>
                  <a:pt x="14797" y="50305"/>
                </a:cubicBezTo>
                <a:cubicBezTo>
                  <a:pt x="16560" y="53655"/>
                  <a:pt x="18774" y="56845"/>
                  <a:pt x="21453" y="59976"/>
                </a:cubicBezTo>
                <a:lnTo>
                  <a:pt x="12059" y="62132"/>
                </a:lnTo>
                <a:cubicBezTo>
                  <a:pt x="9729" y="58942"/>
                  <a:pt x="7734" y="55534"/>
                  <a:pt x="6088" y="52009"/>
                </a:cubicBezTo>
                <a:cubicBezTo>
                  <a:pt x="4442" y="48485"/>
                  <a:pt x="3131" y="44786"/>
                  <a:pt x="2214" y="40911"/>
                </a:cubicBezTo>
                <a:cubicBezTo>
                  <a:pt x="0" y="31299"/>
                  <a:pt x="1020" y="22997"/>
                  <a:pt x="5287" y="16050"/>
                </a:cubicBezTo>
                <a:cubicBezTo>
                  <a:pt x="9612" y="9103"/>
                  <a:pt x="16560" y="4559"/>
                  <a:pt x="26114" y="2345"/>
                </a:cubicBezTo>
                <a:cubicBezTo>
                  <a:pt x="35959" y="0"/>
                  <a:pt x="44436" y="859"/>
                  <a:pt x="51485" y="4835"/>
                </a:cubicBezTo>
                <a:cubicBezTo>
                  <a:pt x="58549" y="8826"/>
                  <a:pt x="63093" y="15307"/>
                  <a:pt x="65263" y="24410"/>
                </a:cubicBezTo>
                <a:cubicBezTo>
                  <a:pt x="67142" y="32493"/>
                  <a:pt x="65991" y="39542"/>
                  <a:pt x="61899" y="45514"/>
                </a:cubicBezTo>
                <a:cubicBezTo>
                  <a:pt x="57748" y="51441"/>
                  <a:pt x="51208" y="55476"/>
                  <a:pt x="42222" y="57588"/>
                </a:cubicBezTo>
                <a:close/>
                <a:moveTo>
                  <a:pt x="42848" y="46941"/>
                </a:moveTo>
                <a:cubicBezTo>
                  <a:pt x="48252" y="45630"/>
                  <a:pt x="52228" y="43067"/>
                  <a:pt x="54733" y="39382"/>
                </a:cubicBezTo>
                <a:cubicBezTo>
                  <a:pt x="57296" y="35683"/>
                  <a:pt x="57981" y="31357"/>
                  <a:pt x="56830" y="26463"/>
                </a:cubicBezTo>
                <a:cubicBezTo>
                  <a:pt x="55592" y="20944"/>
                  <a:pt x="52971" y="16851"/>
                  <a:pt x="49038" y="14288"/>
                </a:cubicBezTo>
                <a:cubicBezTo>
                  <a:pt x="45179" y="11666"/>
                  <a:pt x="40285" y="10821"/>
                  <a:pt x="34532" y="11608"/>
                </a:cubicBezTo>
                <a:lnTo>
                  <a:pt x="42848" y="46941"/>
                </a:lnTo>
                <a:close/>
                <a:moveTo>
                  <a:pt x="42848" y="469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4FC01-318B-4C0C-BE1E-7AC23CA3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373" y="524111"/>
            <a:ext cx="97683" cy="92455"/>
          </a:xfrm>
          <a:custGeom xmlns:a="http://schemas.openxmlformats.org/drawingml/2006/main">
            <a:pathLst>
              <a:path w="97683" h="92455">
                <a:moveTo>
                  <a:pt x="80497" y="0"/>
                </a:moveTo>
                <a:lnTo>
                  <a:pt x="84313" y="16225"/>
                </a:lnTo>
                <a:lnTo>
                  <a:pt x="34299" y="49563"/>
                </a:lnTo>
                <a:lnTo>
                  <a:pt x="93926" y="57413"/>
                </a:lnTo>
                <a:lnTo>
                  <a:pt x="97683" y="73623"/>
                </a:lnTo>
                <a:lnTo>
                  <a:pt x="17244" y="92455"/>
                </a:lnTo>
                <a:lnTo>
                  <a:pt x="14739" y="81823"/>
                </a:lnTo>
                <a:lnTo>
                  <a:pt x="85391" y="65321"/>
                </a:lnTo>
                <a:lnTo>
                  <a:pt x="25371" y="57471"/>
                </a:lnTo>
                <a:lnTo>
                  <a:pt x="22808" y="46490"/>
                </a:lnTo>
                <a:lnTo>
                  <a:pt x="73157" y="12860"/>
                </a:lnTo>
                <a:lnTo>
                  <a:pt x="2505" y="29362"/>
                </a:lnTo>
                <a:lnTo>
                  <a:pt x="0" y="18774"/>
                </a:lnTo>
                <a:lnTo>
                  <a:pt x="80497" y="0"/>
                </a:lnTo>
                <a:close/>
                <a:moveTo>
                  <a:pt x="8049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7C530-DDAF-4929-9EAB-933C807D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002" y="624197"/>
            <a:ext cx="67142" cy="62117"/>
          </a:xfrm>
          <a:custGeom xmlns:a="http://schemas.openxmlformats.org/drawingml/2006/main">
            <a:pathLst>
              <a:path w="67142" h="62117">
                <a:moveTo>
                  <a:pt x="42280" y="57573"/>
                </a:moveTo>
                <a:lnTo>
                  <a:pt x="37387" y="58709"/>
                </a:lnTo>
                <a:lnTo>
                  <a:pt x="26740" y="13079"/>
                </a:lnTo>
                <a:cubicBezTo>
                  <a:pt x="20026" y="15132"/>
                  <a:pt x="15307" y="18366"/>
                  <a:pt x="12584" y="22866"/>
                </a:cubicBezTo>
                <a:cubicBezTo>
                  <a:pt x="9846" y="27410"/>
                  <a:pt x="9278" y="32930"/>
                  <a:pt x="10821" y="39528"/>
                </a:cubicBezTo>
                <a:cubicBezTo>
                  <a:pt x="11724" y="43344"/>
                  <a:pt x="13035" y="46926"/>
                  <a:pt x="14797" y="50291"/>
                </a:cubicBezTo>
                <a:cubicBezTo>
                  <a:pt x="16560" y="53641"/>
                  <a:pt x="18774" y="56889"/>
                  <a:pt x="21512" y="59962"/>
                </a:cubicBezTo>
                <a:lnTo>
                  <a:pt x="12118" y="62117"/>
                </a:lnTo>
                <a:cubicBezTo>
                  <a:pt x="9787" y="58928"/>
                  <a:pt x="7748" y="55578"/>
                  <a:pt x="6088" y="51995"/>
                </a:cubicBezTo>
                <a:cubicBezTo>
                  <a:pt x="4442" y="48470"/>
                  <a:pt x="3131" y="44771"/>
                  <a:pt x="2287" y="40897"/>
                </a:cubicBezTo>
                <a:cubicBezTo>
                  <a:pt x="0" y="31284"/>
                  <a:pt x="1034" y="22983"/>
                  <a:pt x="5301" y="16035"/>
                </a:cubicBezTo>
                <a:cubicBezTo>
                  <a:pt x="9627" y="9103"/>
                  <a:pt x="16560" y="4544"/>
                  <a:pt x="26114" y="2330"/>
                </a:cubicBezTo>
                <a:cubicBezTo>
                  <a:pt x="36018" y="0"/>
                  <a:pt x="44436" y="845"/>
                  <a:pt x="51500" y="4835"/>
                </a:cubicBezTo>
                <a:cubicBezTo>
                  <a:pt x="58549" y="8811"/>
                  <a:pt x="63151" y="15351"/>
                  <a:pt x="65263" y="24395"/>
                </a:cubicBezTo>
                <a:cubicBezTo>
                  <a:pt x="67142" y="32537"/>
                  <a:pt x="66064" y="39528"/>
                  <a:pt x="61899" y="45514"/>
                </a:cubicBezTo>
                <a:cubicBezTo>
                  <a:pt x="57806" y="51427"/>
                  <a:pt x="51208" y="55461"/>
                  <a:pt x="42280" y="57573"/>
                </a:cubicBezTo>
                <a:close/>
                <a:moveTo>
                  <a:pt x="42848" y="46926"/>
                </a:moveTo>
                <a:cubicBezTo>
                  <a:pt x="48252" y="45616"/>
                  <a:pt x="52228" y="43111"/>
                  <a:pt x="54733" y="39368"/>
                </a:cubicBezTo>
                <a:cubicBezTo>
                  <a:pt x="57296" y="35668"/>
                  <a:pt x="58039" y="31343"/>
                  <a:pt x="56903" y="26449"/>
                </a:cubicBezTo>
                <a:cubicBezTo>
                  <a:pt x="55592" y="20929"/>
                  <a:pt x="52971" y="16836"/>
                  <a:pt x="49097" y="14273"/>
                </a:cubicBezTo>
                <a:cubicBezTo>
                  <a:pt x="45179" y="11652"/>
                  <a:pt x="40343" y="10807"/>
                  <a:pt x="34532" y="11593"/>
                </a:cubicBezTo>
                <a:lnTo>
                  <a:pt x="42848" y="46926"/>
                </a:lnTo>
                <a:close/>
                <a:moveTo>
                  <a:pt x="42848" y="469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F2BC3-874A-4849-9013-0ED1AB44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57" y="692067"/>
            <a:ext cx="93984" cy="63209"/>
          </a:xfrm>
          <a:custGeom xmlns:a="http://schemas.openxmlformats.org/drawingml/2006/main">
            <a:pathLst>
              <a:path w="93984" h="63209">
                <a:moveTo>
                  <a:pt x="59000" y="41363"/>
                </a:moveTo>
                <a:lnTo>
                  <a:pt x="91654" y="33731"/>
                </a:lnTo>
                <a:lnTo>
                  <a:pt x="93984" y="43635"/>
                </a:lnTo>
                <a:lnTo>
                  <a:pt x="10122" y="63209"/>
                </a:lnTo>
                <a:lnTo>
                  <a:pt x="7792" y="53306"/>
                </a:lnTo>
                <a:lnTo>
                  <a:pt x="16836" y="51194"/>
                </a:lnTo>
                <a:cubicBezTo>
                  <a:pt x="12802" y="49941"/>
                  <a:pt x="9496" y="47961"/>
                  <a:pt x="6991" y="45164"/>
                </a:cubicBezTo>
                <a:cubicBezTo>
                  <a:pt x="4500" y="42382"/>
                  <a:pt x="2724" y="38800"/>
                  <a:pt x="1704" y="34299"/>
                </a:cubicBezTo>
                <a:cubicBezTo>
                  <a:pt x="0" y="27017"/>
                  <a:pt x="1529" y="20419"/>
                  <a:pt x="6263" y="14448"/>
                </a:cubicBezTo>
                <a:cubicBezTo>
                  <a:pt x="11040" y="8535"/>
                  <a:pt x="18147" y="4428"/>
                  <a:pt x="27643" y="2214"/>
                </a:cubicBezTo>
                <a:cubicBezTo>
                  <a:pt x="37154" y="0"/>
                  <a:pt x="45339" y="510"/>
                  <a:pt x="52228" y="3743"/>
                </a:cubicBezTo>
                <a:cubicBezTo>
                  <a:pt x="59117" y="6991"/>
                  <a:pt x="63370" y="12234"/>
                  <a:pt x="65088" y="19516"/>
                </a:cubicBezTo>
                <a:cubicBezTo>
                  <a:pt x="66166" y="24002"/>
                  <a:pt x="66166" y="27993"/>
                  <a:pt x="65147" y="31576"/>
                </a:cubicBezTo>
                <a:cubicBezTo>
                  <a:pt x="64171" y="35158"/>
                  <a:pt x="62132" y="38450"/>
                  <a:pt x="59000" y="41363"/>
                </a:cubicBezTo>
                <a:close/>
                <a:moveTo>
                  <a:pt x="30032" y="12453"/>
                </a:moveTo>
                <a:cubicBezTo>
                  <a:pt x="22750" y="14157"/>
                  <a:pt x="17346" y="17011"/>
                  <a:pt x="13938" y="20987"/>
                </a:cubicBezTo>
                <a:cubicBezTo>
                  <a:pt x="10472" y="24978"/>
                  <a:pt x="9379" y="29580"/>
                  <a:pt x="10588" y="34809"/>
                </a:cubicBezTo>
                <a:cubicBezTo>
                  <a:pt x="11826" y="40052"/>
                  <a:pt x="14841" y="43693"/>
                  <a:pt x="19676" y="45732"/>
                </a:cubicBezTo>
                <a:cubicBezTo>
                  <a:pt x="24570" y="47786"/>
                  <a:pt x="30658" y="47961"/>
                  <a:pt x="37940" y="46242"/>
                </a:cubicBezTo>
                <a:cubicBezTo>
                  <a:pt x="45222" y="44596"/>
                  <a:pt x="50582" y="41698"/>
                  <a:pt x="54048" y="37722"/>
                </a:cubicBezTo>
                <a:cubicBezTo>
                  <a:pt x="57457" y="33731"/>
                  <a:pt x="58593" y="29129"/>
                  <a:pt x="57340" y="23886"/>
                </a:cubicBezTo>
                <a:cubicBezTo>
                  <a:pt x="56146" y="18657"/>
                  <a:pt x="53131" y="15016"/>
                  <a:pt x="48237" y="12962"/>
                </a:cubicBezTo>
                <a:cubicBezTo>
                  <a:pt x="43402" y="10923"/>
                  <a:pt x="37314" y="10807"/>
                  <a:pt x="30032" y="12453"/>
                </a:cubicBezTo>
                <a:close/>
                <a:moveTo>
                  <a:pt x="30032" y="1245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84D96-571A-462A-B823-D88021BE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698" y="756122"/>
            <a:ext cx="86250" cy="29522"/>
          </a:xfrm>
          <a:custGeom xmlns:a="http://schemas.openxmlformats.org/drawingml/2006/main">
            <a:pathLst>
              <a:path w="86250" h="29522">
                <a:moveTo>
                  <a:pt x="60428" y="5520"/>
                </a:moveTo>
                <a:lnTo>
                  <a:pt x="62700" y="15424"/>
                </a:lnTo>
                <a:lnTo>
                  <a:pt x="2345" y="29522"/>
                </a:lnTo>
                <a:lnTo>
                  <a:pt x="0" y="19633"/>
                </a:lnTo>
                <a:lnTo>
                  <a:pt x="60428" y="5520"/>
                </a:lnTo>
                <a:close/>
                <a:moveTo>
                  <a:pt x="83920" y="0"/>
                </a:moveTo>
                <a:lnTo>
                  <a:pt x="86250" y="9962"/>
                </a:lnTo>
                <a:lnTo>
                  <a:pt x="73681" y="12860"/>
                </a:lnTo>
                <a:lnTo>
                  <a:pt x="71351" y="2957"/>
                </a:lnTo>
                <a:lnTo>
                  <a:pt x="83920" y="0"/>
                </a:lnTo>
                <a:close/>
                <a:moveTo>
                  <a:pt x="839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9BAA4-37AE-4679-A823-236EFEFE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723" y="793610"/>
            <a:ext cx="67987" cy="60020"/>
          </a:xfrm>
          <a:custGeom xmlns:a="http://schemas.openxmlformats.org/drawingml/2006/main">
            <a:pathLst>
              <a:path w="67987" h="60020">
                <a:moveTo>
                  <a:pt x="35901" y="33178"/>
                </a:moveTo>
                <a:cubicBezTo>
                  <a:pt x="34022" y="25153"/>
                  <a:pt x="31809" y="19808"/>
                  <a:pt x="29304" y="17128"/>
                </a:cubicBezTo>
                <a:cubicBezTo>
                  <a:pt x="26740" y="14462"/>
                  <a:pt x="23216" y="13661"/>
                  <a:pt x="18832" y="14681"/>
                </a:cubicBezTo>
                <a:cubicBezTo>
                  <a:pt x="15307" y="15482"/>
                  <a:pt x="12744" y="17302"/>
                  <a:pt x="11273" y="20143"/>
                </a:cubicBezTo>
                <a:cubicBezTo>
                  <a:pt x="9729" y="22939"/>
                  <a:pt x="9452" y="26289"/>
                  <a:pt x="10355" y="30265"/>
                </a:cubicBezTo>
                <a:cubicBezTo>
                  <a:pt x="11666" y="35785"/>
                  <a:pt x="14623" y="39775"/>
                  <a:pt x="19283" y="42164"/>
                </a:cubicBezTo>
                <a:cubicBezTo>
                  <a:pt x="23958" y="44611"/>
                  <a:pt x="29537" y="45062"/>
                  <a:pt x="36018" y="43533"/>
                </a:cubicBezTo>
                <a:lnTo>
                  <a:pt x="38232" y="43009"/>
                </a:lnTo>
                <a:lnTo>
                  <a:pt x="35901" y="33178"/>
                </a:lnTo>
                <a:close/>
                <a:moveTo>
                  <a:pt x="44611" y="52009"/>
                </a:moveTo>
                <a:lnTo>
                  <a:pt x="10181" y="60020"/>
                </a:lnTo>
                <a:lnTo>
                  <a:pt x="7850" y="50131"/>
                </a:lnTo>
                <a:lnTo>
                  <a:pt x="17011" y="47961"/>
                </a:lnTo>
                <a:cubicBezTo>
                  <a:pt x="12860" y="46548"/>
                  <a:pt x="9511" y="44378"/>
                  <a:pt x="6947" y="41363"/>
                </a:cubicBezTo>
                <a:cubicBezTo>
                  <a:pt x="4384" y="38406"/>
                  <a:pt x="2563" y="34488"/>
                  <a:pt x="1427" y="29595"/>
                </a:cubicBezTo>
                <a:cubicBezTo>
                  <a:pt x="0" y="23449"/>
                  <a:pt x="568" y="18104"/>
                  <a:pt x="3190" y="13603"/>
                </a:cubicBezTo>
                <a:cubicBezTo>
                  <a:pt x="5811" y="9161"/>
                  <a:pt x="10020" y="6263"/>
                  <a:pt x="15875" y="4894"/>
                </a:cubicBezTo>
                <a:cubicBezTo>
                  <a:pt x="22648" y="3306"/>
                  <a:pt x="28284" y="4384"/>
                  <a:pt x="32828" y="8141"/>
                </a:cubicBezTo>
                <a:cubicBezTo>
                  <a:pt x="37329" y="11899"/>
                  <a:pt x="40620" y="18264"/>
                  <a:pt x="42732" y="27308"/>
                </a:cubicBezTo>
                <a:lnTo>
                  <a:pt x="45980" y="41188"/>
                </a:lnTo>
                <a:lnTo>
                  <a:pt x="46941" y="40970"/>
                </a:lnTo>
                <a:cubicBezTo>
                  <a:pt x="51543" y="39892"/>
                  <a:pt x="54733" y="37605"/>
                  <a:pt x="56495" y="34022"/>
                </a:cubicBezTo>
                <a:cubicBezTo>
                  <a:pt x="58316" y="30440"/>
                  <a:pt x="58549" y="25895"/>
                  <a:pt x="57296" y="20492"/>
                </a:cubicBezTo>
                <a:cubicBezTo>
                  <a:pt x="56495" y="17011"/>
                  <a:pt x="55301" y="13778"/>
                  <a:pt x="53713" y="10705"/>
                </a:cubicBezTo>
                <a:cubicBezTo>
                  <a:pt x="52111" y="7632"/>
                  <a:pt x="50131" y="4777"/>
                  <a:pt x="47786" y="2112"/>
                </a:cubicBezTo>
                <a:lnTo>
                  <a:pt x="56947" y="0"/>
                </a:lnTo>
                <a:cubicBezTo>
                  <a:pt x="59175" y="3306"/>
                  <a:pt x="61054" y="6554"/>
                  <a:pt x="62525" y="9787"/>
                </a:cubicBezTo>
                <a:cubicBezTo>
                  <a:pt x="64069" y="13093"/>
                  <a:pt x="65205" y="16327"/>
                  <a:pt x="65948" y="19516"/>
                </a:cubicBezTo>
                <a:cubicBezTo>
                  <a:pt x="67987" y="28284"/>
                  <a:pt x="67244" y="35333"/>
                  <a:pt x="63719" y="40678"/>
                </a:cubicBezTo>
                <a:cubicBezTo>
                  <a:pt x="60195" y="46082"/>
                  <a:pt x="53830" y="49839"/>
                  <a:pt x="44611" y="52009"/>
                </a:cubicBezTo>
                <a:close/>
                <a:moveTo>
                  <a:pt x="44611" y="5200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2098D-0452-4F1B-8C0D-530401CE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972" y="872244"/>
            <a:ext cx="16385" cy="14564"/>
          </a:xfrm>
          <a:custGeom xmlns:a="http://schemas.openxmlformats.org/drawingml/2006/main">
            <a:pathLst>
              <a:path w="16385" h="14564">
                <a:moveTo>
                  <a:pt x="13720" y="0"/>
                </a:moveTo>
                <a:lnTo>
                  <a:pt x="16385" y="11375"/>
                </a:lnTo>
                <a:lnTo>
                  <a:pt x="2680" y="14564"/>
                </a:lnTo>
                <a:lnTo>
                  <a:pt x="0" y="3190"/>
                </a:lnTo>
                <a:lnTo>
                  <a:pt x="13720" y="0"/>
                </a:lnTo>
                <a:close/>
                <a:moveTo>
                  <a:pt x="137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3C8E9-6119-430B-A5FF-5537FCB6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667" y="899610"/>
            <a:ext cx="90518" cy="73725"/>
          </a:xfrm>
          <a:custGeom xmlns:a="http://schemas.openxmlformats.org/drawingml/2006/main">
            <a:pathLst>
              <a:path w="90518" h="73725">
                <a:moveTo>
                  <a:pt x="78342" y="20594"/>
                </a:moveTo>
                <a:lnTo>
                  <a:pt x="34809" y="15191"/>
                </a:lnTo>
                <a:lnTo>
                  <a:pt x="41756" y="44771"/>
                </a:lnTo>
                <a:lnTo>
                  <a:pt x="78342" y="20594"/>
                </a:lnTo>
                <a:close/>
                <a:moveTo>
                  <a:pt x="87605" y="11943"/>
                </a:moveTo>
                <a:lnTo>
                  <a:pt x="90518" y="24293"/>
                </a:lnTo>
                <a:lnTo>
                  <a:pt x="17171" y="73725"/>
                </a:lnTo>
                <a:lnTo>
                  <a:pt x="14564" y="62408"/>
                </a:lnTo>
                <a:lnTo>
                  <a:pt x="33454" y="50291"/>
                </a:lnTo>
                <a:lnTo>
                  <a:pt x="25036" y="13996"/>
                </a:lnTo>
                <a:lnTo>
                  <a:pt x="2665" y="11491"/>
                </a:lnTo>
                <a:lnTo>
                  <a:pt x="0" y="0"/>
                </a:lnTo>
                <a:lnTo>
                  <a:pt x="87605" y="11943"/>
                </a:lnTo>
                <a:close/>
                <a:moveTo>
                  <a:pt x="87605" y="119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31FE3-8A8A-49F5-8069-9F94E672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513" y="966111"/>
            <a:ext cx="87663" cy="68729"/>
          </a:xfrm>
          <a:custGeom xmlns:a="http://schemas.openxmlformats.org/drawingml/2006/main">
            <a:pathLst>
              <a:path w="87663" h="68729">
                <a:moveTo>
                  <a:pt x="87212" y="49038"/>
                </a:moveTo>
                <a:lnTo>
                  <a:pt x="76580" y="51543"/>
                </a:lnTo>
                <a:cubicBezTo>
                  <a:pt x="77599" y="46941"/>
                  <a:pt x="78109" y="42732"/>
                  <a:pt x="78225" y="38800"/>
                </a:cubicBezTo>
                <a:cubicBezTo>
                  <a:pt x="78400" y="34940"/>
                  <a:pt x="78051" y="31299"/>
                  <a:pt x="77250" y="27876"/>
                </a:cubicBezTo>
                <a:cubicBezTo>
                  <a:pt x="75837" y="21905"/>
                  <a:pt x="73608" y="17637"/>
                  <a:pt x="70594" y="14958"/>
                </a:cubicBezTo>
                <a:cubicBezTo>
                  <a:pt x="67521" y="12292"/>
                  <a:pt x="63879" y="11433"/>
                  <a:pt x="59612" y="12409"/>
                </a:cubicBezTo>
                <a:cubicBezTo>
                  <a:pt x="56087" y="13254"/>
                  <a:pt x="53641" y="14914"/>
                  <a:pt x="52330" y="17521"/>
                </a:cubicBezTo>
                <a:cubicBezTo>
                  <a:pt x="51034" y="20084"/>
                  <a:pt x="50524" y="24468"/>
                  <a:pt x="50742" y="30673"/>
                </a:cubicBezTo>
                <a:lnTo>
                  <a:pt x="50975" y="37547"/>
                </a:lnTo>
                <a:cubicBezTo>
                  <a:pt x="51310" y="46023"/>
                  <a:pt x="49941" y="52679"/>
                  <a:pt x="46985" y="57457"/>
                </a:cubicBezTo>
                <a:cubicBezTo>
                  <a:pt x="43970" y="62248"/>
                  <a:pt x="39193" y="65365"/>
                  <a:pt x="32712" y="66909"/>
                </a:cubicBezTo>
                <a:cubicBezTo>
                  <a:pt x="24861" y="68729"/>
                  <a:pt x="18366" y="67477"/>
                  <a:pt x="13079" y="63209"/>
                </a:cubicBezTo>
                <a:cubicBezTo>
                  <a:pt x="7850" y="58884"/>
                  <a:pt x="4034" y="51718"/>
                  <a:pt x="1704" y="41640"/>
                </a:cubicBezTo>
                <a:cubicBezTo>
                  <a:pt x="786" y="37838"/>
                  <a:pt x="277" y="33687"/>
                  <a:pt x="160" y="29187"/>
                </a:cubicBezTo>
                <a:cubicBezTo>
                  <a:pt x="0" y="24687"/>
                  <a:pt x="277" y="19910"/>
                  <a:pt x="845" y="14914"/>
                </a:cubicBezTo>
                <a:lnTo>
                  <a:pt x="12118" y="12292"/>
                </a:lnTo>
                <a:cubicBezTo>
                  <a:pt x="10632" y="17302"/>
                  <a:pt x="9787" y="22080"/>
                  <a:pt x="9496" y="26624"/>
                </a:cubicBezTo>
                <a:cubicBezTo>
                  <a:pt x="9263" y="31124"/>
                  <a:pt x="9612" y="35450"/>
                  <a:pt x="10574" y="39542"/>
                </a:cubicBezTo>
                <a:cubicBezTo>
                  <a:pt x="12001" y="45747"/>
                  <a:pt x="14331" y="50291"/>
                  <a:pt x="17579" y="53087"/>
                </a:cubicBezTo>
                <a:cubicBezTo>
                  <a:pt x="20813" y="55927"/>
                  <a:pt x="24687" y="56787"/>
                  <a:pt x="29245" y="55694"/>
                </a:cubicBezTo>
                <a:cubicBezTo>
                  <a:pt x="33163" y="54791"/>
                  <a:pt x="35959" y="52854"/>
                  <a:pt x="37664" y="49898"/>
                </a:cubicBezTo>
                <a:cubicBezTo>
                  <a:pt x="39309" y="46999"/>
                  <a:pt x="40052" y="42615"/>
                  <a:pt x="39877" y="36804"/>
                </a:cubicBezTo>
                <a:lnTo>
                  <a:pt x="39601" y="29872"/>
                </a:lnTo>
                <a:cubicBezTo>
                  <a:pt x="39309" y="21395"/>
                  <a:pt x="40504" y="14914"/>
                  <a:pt x="43067" y="10472"/>
                </a:cubicBezTo>
                <a:cubicBezTo>
                  <a:pt x="45674" y="6030"/>
                  <a:pt x="50058" y="3131"/>
                  <a:pt x="56204" y="1646"/>
                </a:cubicBezTo>
                <a:cubicBezTo>
                  <a:pt x="63311" y="0"/>
                  <a:pt x="69516" y="1194"/>
                  <a:pt x="74803" y="5287"/>
                </a:cubicBezTo>
                <a:cubicBezTo>
                  <a:pt x="80046" y="9336"/>
                  <a:pt x="83745" y="15759"/>
                  <a:pt x="85784" y="24585"/>
                </a:cubicBezTo>
                <a:cubicBezTo>
                  <a:pt x="86644" y="28328"/>
                  <a:pt x="87212" y="32260"/>
                  <a:pt x="87445" y="36353"/>
                </a:cubicBezTo>
                <a:cubicBezTo>
                  <a:pt x="87663" y="40402"/>
                  <a:pt x="87605" y="44669"/>
                  <a:pt x="87212" y="49038"/>
                </a:cubicBezTo>
                <a:close/>
                <a:moveTo>
                  <a:pt x="87212" y="4903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47B7C-62FD-4781-A852-F255187B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961" y="1036370"/>
            <a:ext cx="83002" cy="68904"/>
          </a:xfrm>
          <a:custGeom xmlns:a="http://schemas.openxmlformats.org/drawingml/2006/main">
            <a:pathLst>
              <a:path w="83002" h="68904">
                <a:moveTo>
                  <a:pt x="80439" y="0"/>
                </a:moveTo>
                <a:lnTo>
                  <a:pt x="83002" y="10923"/>
                </a:lnTo>
                <a:lnTo>
                  <a:pt x="11666" y="27541"/>
                </a:lnTo>
                <a:lnTo>
                  <a:pt x="20827" y="66734"/>
                </a:lnTo>
                <a:lnTo>
                  <a:pt x="11666" y="68904"/>
                </a:lnTo>
                <a:lnTo>
                  <a:pt x="0" y="18774"/>
                </a:lnTo>
                <a:lnTo>
                  <a:pt x="80439" y="0"/>
                </a:lnTo>
                <a:close/>
                <a:moveTo>
                  <a:pt x="8043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6524D-5F2F-47FB-B0BC-CC6A1AFE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530" y="1109192"/>
            <a:ext cx="90576" cy="73740"/>
          </a:xfrm>
          <a:custGeom xmlns:a="http://schemas.openxmlformats.org/drawingml/2006/main">
            <a:pathLst>
              <a:path w="90576" h="73740">
                <a:moveTo>
                  <a:pt x="78400" y="20594"/>
                </a:moveTo>
                <a:lnTo>
                  <a:pt x="34882" y="15191"/>
                </a:lnTo>
                <a:lnTo>
                  <a:pt x="41756" y="44786"/>
                </a:lnTo>
                <a:lnTo>
                  <a:pt x="78400" y="20594"/>
                </a:lnTo>
                <a:close/>
                <a:moveTo>
                  <a:pt x="87678" y="11957"/>
                </a:moveTo>
                <a:lnTo>
                  <a:pt x="90576" y="24293"/>
                </a:lnTo>
                <a:lnTo>
                  <a:pt x="17244" y="73740"/>
                </a:lnTo>
                <a:lnTo>
                  <a:pt x="14564" y="62408"/>
                </a:lnTo>
                <a:lnTo>
                  <a:pt x="33513" y="50291"/>
                </a:lnTo>
                <a:lnTo>
                  <a:pt x="25036" y="13996"/>
                </a:lnTo>
                <a:lnTo>
                  <a:pt x="2680" y="11491"/>
                </a:lnTo>
                <a:lnTo>
                  <a:pt x="0" y="0"/>
                </a:lnTo>
                <a:lnTo>
                  <a:pt x="87678" y="11957"/>
                </a:lnTo>
                <a:close/>
                <a:moveTo>
                  <a:pt x="87678" y="119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D4564-EBF4-4771-94EB-CAA31520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338" y="1179800"/>
            <a:ext cx="69516" cy="37489"/>
          </a:xfrm>
          <a:custGeom xmlns:a="http://schemas.openxmlformats.org/drawingml/2006/main">
            <a:pathLst>
              <a:path w="69516" h="37489">
                <a:moveTo>
                  <a:pt x="59335" y="37489"/>
                </a:moveTo>
                <a:cubicBezTo>
                  <a:pt x="59729" y="36236"/>
                  <a:pt x="59903" y="34925"/>
                  <a:pt x="59903" y="33571"/>
                </a:cubicBezTo>
                <a:cubicBezTo>
                  <a:pt x="59903" y="32144"/>
                  <a:pt x="59729" y="30658"/>
                  <a:pt x="59335" y="29129"/>
                </a:cubicBezTo>
                <a:cubicBezTo>
                  <a:pt x="58025" y="23492"/>
                  <a:pt x="55243" y="19633"/>
                  <a:pt x="50859" y="17463"/>
                </a:cubicBezTo>
                <a:cubicBezTo>
                  <a:pt x="46533" y="15307"/>
                  <a:pt x="40955" y="15016"/>
                  <a:pt x="34124" y="16618"/>
                </a:cubicBezTo>
                <a:lnTo>
                  <a:pt x="2272" y="24060"/>
                </a:lnTo>
                <a:lnTo>
                  <a:pt x="0" y="14055"/>
                </a:lnTo>
                <a:lnTo>
                  <a:pt x="60355" y="0"/>
                </a:lnTo>
                <a:lnTo>
                  <a:pt x="62685" y="9962"/>
                </a:lnTo>
                <a:lnTo>
                  <a:pt x="53306" y="12176"/>
                </a:lnTo>
                <a:cubicBezTo>
                  <a:pt x="57457" y="13370"/>
                  <a:pt x="60806" y="15467"/>
                  <a:pt x="63370" y="18380"/>
                </a:cubicBezTo>
                <a:cubicBezTo>
                  <a:pt x="65933" y="21337"/>
                  <a:pt x="67754" y="25196"/>
                  <a:pt x="68890" y="29988"/>
                </a:cubicBezTo>
                <a:cubicBezTo>
                  <a:pt x="69006" y="30658"/>
                  <a:pt x="69181" y="31401"/>
                  <a:pt x="69239" y="32260"/>
                </a:cubicBezTo>
                <a:cubicBezTo>
                  <a:pt x="69341" y="33105"/>
                  <a:pt x="69458" y="34022"/>
                  <a:pt x="69516" y="35100"/>
                </a:cubicBezTo>
                <a:lnTo>
                  <a:pt x="59335" y="37489"/>
                </a:lnTo>
                <a:close/>
                <a:moveTo>
                  <a:pt x="59335" y="374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89F4B-DF9D-4DA3-8020-5CA6F48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616" y="1223551"/>
            <a:ext cx="66909" cy="56554"/>
          </a:xfrm>
          <a:custGeom xmlns:a="http://schemas.openxmlformats.org/drawingml/2006/main">
            <a:pathLst>
              <a:path w="66909" h="56554">
                <a:moveTo>
                  <a:pt x="66006" y="43518"/>
                </a:moveTo>
                <a:lnTo>
                  <a:pt x="56728" y="45688"/>
                </a:lnTo>
                <a:cubicBezTo>
                  <a:pt x="57631" y="42499"/>
                  <a:pt x="58097" y="39426"/>
                  <a:pt x="58199" y="36411"/>
                </a:cubicBezTo>
                <a:cubicBezTo>
                  <a:pt x="58316" y="33454"/>
                  <a:pt x="58097" y="30498"/>
                  <a:pt x="57413" y="27643"/>
                </a:cubicBezTo>
                <a:cubicBezTo>
                  <a:pt x="55869" y="21162"/>
                  <a:pt x="52694" y="16662"/>
                  <a:pt x="47800" y="14055"/>
                </a:cubicBezTo>
                <a:cubicBezTo>
                  <a:pt x="42848" y="11433"/>
                  <a:pt x="36761" y="10982"/>
                  <a:pt x="29362" y="12744"/>
                </a:cubicBezTo>
                <a:cubicBezTo>
                  <a:pt x="21963" y="14448"/>
                  <a:pt x="16676" y="17579"/>
                  <a:pt x="13428" y="22065"/>
                </a:cubicBezTo>
                <a:cubicBezTo>
                  <a:pt x="10195" y="26565"/>
                  <a:pt x="9336" y="32027"/>
                  <a:pt x="10821" y="38508"/>
                </a:cubicBezTo>
                <a:cubicBezTo>
                  <a:pt x="11491" y="41363"/>
                  <a:pt x="12525" y="44145"/>
                  <a:pt x="13938" y="46766"/>
                </a:cubicBezTo>
                <a:cubicBezTo>
                  <a:pt x="15424" y="49388"/>
                  <a:pt x="17244" y="51937"/>
                  <a:pt x="19400" y="54383"/>
                </a:cubicBezTo>
                <a:lnTo>
                  <a:pt x="10239" y="56554"/>
                </a:lnTo>
                <a:cubicBezTo>
                  <a:pt x="8316" y="54048"/>
                  <a:pt x="6656" y="51427"/>
                  <a:pt x="5360" y="48587"/>
                </a:cubicBezTo>
                <a:cubicBezTo>
                  <a:pt x="3991" y="45790"/>
                  <a:pt x="2913" y="42717"/>
                  <a:pt x="2170" y="39368"/>
                </a:cubicBezTo>
                <a:cubicBezTo>
                  <a:pt x="0" y="30265"/>
                  <a:pt x="1194" y="22356"/>
                  <a:pt x="5636" y="15700"/>
                </a:cubicBezTo>
                <a:cubicBezTo>
                  <a:pt x="10137" y="8986"/>
                  <a:pt x="17244" y="4544"/>
                  <a:pt x="26915" y="2272"/>
                </a:cubicBezTo>
                <a:cubicBezTo>
                  <a:pt x="36761" y="0"/>
                  <a:pt x="45120" y="845"/>
                  <a:pt x="52068" y="4952"/>
                </a:cubicBezTo>
                <a:cubicBezTo>
                  <a:pt x="58942" y="9044"/>
                  <a:pt x="63501" y="15817"/>
                  <a:pt x="65715" y="25255"/>
                </a:cubicBezTo>
                <a:cubicBezTo>
                  <a:pt x="66399" y="28269"/>
                  <a:pt x="66792" y="31343"/>
                  <a:pt x="66851" y="34416"/>
                </a:cubicBezTo>
                <a:cubicBezTo>
                  <a:pt x="66909" y="37430"/>
                  <a:pt x="66632" y="40504"/>
                  <a:pt x="66006" y="43518"/>
                </a:cubicBezTo>
                <a:close/>
                <a:moveTo>
                  <a:pt x="66006" y="435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30B47-25B5-4047-B938-2A828EA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418" y="1285057"/>
            <a:ext cx="67987" cy="60020"/>
          </a:xfrm>
          <a:custGeom xmlns:a="http://schemas.openxmlformats.org/drawingml/2006/main">
            <a:pathLst>
              <a:path w="67987" h="60020">
                <a:moveTo>
                  <a:pt x="35901" y="33163"/>
                </a:moveTo>
                <a:cubicBezTo>
                  <a:pt x="34022" y="25138"/>
                  <a:pt x="31809" y="19793"/>
                  <a:pt x="29245" y="17171"/>
                </a:cubicBezTo>
                <a:cubicBezTo>
                  <a:pt x="26740" y="14506"/>
                  <a:pt x="23216" y="13647"/>
                  <a:pt x="18774" y="14666"/>
                </a:cubicBezTo>
                <a:cubicBezTo>
                  <a:pt x="15307" y="15526"/>
                  <a:pt x="12744" y="17346"/>
                  <a:pt x="11215" y="20128"/>
                </a:cubicBezTo>
                <a:cubicBezTo>
                  <a:pt x="9729" y="22924"/>
                  <a:pt x="9452" y="26332"/>
                  <a:pt x="10355" y="30323"/>
                </a:cubicBezTo>
                <a:cubicBezTo>
                  <a:pt x="11666" y="35828"/>
                  <a:pt x="14623" y="39761"/>
                  <a:pt x="19283" y="42208"/>
                </a:cubicBezTo>
                <a:cubicBezTo>
                  <a:pt x="23958" y="44596"/>
                  <a:pt x="29537" y="45048"/>
                  <a:pt x="36018" y="43577"/>
                </a:cubicBezTo>
                <a:lnTo>
                  <a:pt x="38173" y="43067"/>
                </a:lnTo>
                <a:lnTo>
                  <a:pt x="35901" y="33163"/>
                </a:lnTo>
                <a:close/>
                <a:moveTo>
                  <a:pt x="44611" y="51995"/>
                </a:moveTo>
                <a:lnTo>
                  <a:pt x="10181" y="60020"/>
                </a:lnTo>
                <a:lnTo>
                  <a:pt x="7850" y="50116"/>
                </a:lnTo>
                <a:lnTo>
                  <a:pt x="17011" y="47946"/>
                </a:lnTo>
                <a:cubicBezTo>
                  <a:pt x="12860" y="46591"/>
                  <a:pt x="9452" y="44363"/>
                  <a:pt x="6947" y="41407"/>
                </a:cubicBezTo>
                <a:cubicBezTo>
                  <a:pt x="4384" y="38450"/>
                  <a:pt x="2563" y="34532"/>
                  <a:pt x="1427" y="29639"/>
                </a:cubicBezTo>
                <a:cubicBezTo>
                  <a:pt x="0" y="23434"/>
                  <a:pt x="568" y="18147"/>
                  <a:pt x="3190" y="13647"/>
                </a:cubicBezTo>
                <a:cubicBezTo>
                  <a:pt x="5811" y="9205"/>
                  <a:pt x="10020" y="6306"/>
                  <a:pt x="15875" y="4937"/>
                </a:cubicBezTo>
                <a:cubicBezTo>
                  <a:pt x="22648" y="3350"/>
                  <a:pt x="28284" y="4428"/>
                  <a:pt x="32770" y="8185"/>
                </a:cubicBezTo>
                <a:cubicBezTo>
                  <a:pt x="37329" y="11885"/>
                  <a:pt x="40620" y="18307"/>
                  <a:pt x="42732" y="27308"/>
                </a:cubicBezTo>
                <a:lnTo>
                  <a:pt x="45965" y="41246"/>
                </a:lnTo>
                <a:lnTo>
                  <a:pt x="46941" y="41013"/>
                </a:lnTo>
                <a:cubicBezTo>
                  <a:pt x="51485" y="39936"/>
                  <a:pt x="54675" y="37605"/>
                  <a:pt x="56495" y="34008"/>
                </a:cubicBezTo>
                <a:cubicBezTo>
                  <a:pt x="58258" y="30425"/>
                  <a:pt x="58549" y="25939"/>
                  <a:pt x="57296" y="20536"/>
                </a:cubicBezTo>
                <a:cubicBezTo>
                  <a:pt x="56495" y="17055"/>
                  <a:pt x="55301" y="13763"/>
                  <a:pt x="53713" y="10690"/>
                </a:cubicBezTo>
                <a:cubicBezTo>
                  <a:pt x="52111" y="7617"/>
                  <a:pt x="50131" y="4777"/>
                  <a:pt x="47742" y="2156"/>
                </a:cubicBezTo>
                <a:lnTo>
                  <a:pt x="56947" y="0"/>
                </a:lnTo>
                <a:cubicBezTo>
                  <a:pt x="59175" y="3292"/>
                  <a:pt x="61054" y="6598"/>
                  <a:pt x="62525" y="9831"/>
                </a:cubicBezTo>
                <a:cubicBezTo>
                  <a:pt x="64069" y="13079"/>
                  <a:pt x="65147" y="16327"/>
                  <a:pt x="65948" y="19560"/>
                </a:cubicBezTo>
                <a:cubicBezTo>
                  <a:pt x="67987" y="28328"/>
                  <a:pt x="67200" y="35377"/>
                  <a:pt x="63719" y="40722"/>
                </a:cubicBezTo>
                <a:cubicBezTo>
                  <a:pt x="60195" y="46082"/>
                  <a:pt x="53830" y="49825"/>
                  <a:pt x="44611" y="51995"/>
                </a:cubicBezTo>
                <a:close/>
                <a:moveTo>
                  <a:pt x="44611" y="519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360AA-4A0F-46B0-BBA8-8D38ACBB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861" y="1351951"/>
            <a:ext cx="93984" cy="63209"/>
          </a:xfrm>
          <a:custGeom xmlns:a="http://schemas.openxmlformats.org/drawingml/2006/main">
            <a:pathLst>
              <a:path w="93984" h="63209">
                <a:moveTo>
                  <a:pt x="59000" y="41363"/>
                </a:moveTo>
                <a:lnTo>
                  <a:pt x="91654" y="33746"/>
                </a:lnTo>
                <a:lnTo>
                  <a:pt x="93984" y="43635"/>
                </a:lnTo>
                <a:lnTo>
                  <a:pt x="10079" y="63209"/>
                </a:lnTo>
                <a:lnTo>
                  <a:pt x="7792" y="53306"/>
                </a:lnTo>
                <a:lnTo>
                  <a:pt x="16836" y="51150"/>
                </a:lnTo>
                <a:cubicBezTo>
                  <a:pt x="12744" y="49956"/>
                  <a:pt x="9452" y="47902"/>
                  <a:pt x="7005" y="45120"/>
                </a:cubicBezTo>
                <a:cubicBezTo>
                  <a:pt x="4500" y="42382"/>
                  <a:pt x="2738" y="38741"/>
                  <a:pt x="1704" y="34314"/>
                </a:cubicBezTo>
                <a:cubicBezTo>
                  <a:pt x="0" y="27032"/>
                  <a:pt x="1486" y="20376"/>
                  <a:pt x="6263" y="14448"/>
                </a:cubicBezTo>
                <a:cubicBezTo>
                  <a:pt x="11040" y="8476"/>
                  <a:pt x="18147" y="4442"/>
                  <a:pt x="27658" y="2228"/>
                </a:cubicBezTo>
                <a:cubicBezTo>
                  <a:pt x="37096" y="0"/>
                  <a:pt x="45295" y="510"/>
                  <a:pt x="52170" y="3699"/>
                </a:cubicBezTo>
                <a:cubicBezTo>
                  <a:pt x="59059" y="6947"/>
                  <a:pt x="63384" y="12234"/>
                  <a:pt x="65088" y="19516"/>
                </a:cubicBezTo>
                <a:cubicBezTo>
                  <a:pt x="66108" y="23958"/>
                  <a:pt x="66108" y="27993"/>
                  <a:pt x="65147" y="31576"/>
                </a:cubicBezTo>
                <a:cubicBezTo>
                  <a:pt x="64127" y="35158"/>
                  <a:pt x="62073" y="38406"/>
                  <a:pt x="59000" y="41363"/>
                </a:cubicBezTo>
                <a:close/>
                <a:moveTo>
                  <a:pt x="30046" y="12467"/>
                </a:moveTo>
                <a:cubicBezTo>
                  <a:pt x="22706" y="14171"/>
                  <a:pt x="17361" y="17011"/>
                  <a:pt x="13880" y="21002"/>
                </a:cubicBezTo>
                <a:cubicBezTo>
                  <a:pt x="10472" y="24920"/>
                  <a:pt x="9336" y="29537"/>
                  <a:pt x="10588" y="34823"/>
                </a:cubicBezTo>
                <a:cubicBezTo>
                  <a:pt x="11783" y="40052"/>
                  <a:pt x="14856" y="43693"/>
                  <a:pt x="19691" y="45747"/>
                </a:cubicBezTo>
                <a:cubicBezTo>
                  <a:pt x="24526" y="47800"/>
                  <a:pt x="30614" y="47961"/>
                  <a:pt x="37897" y="46257"/>
                </a:cubicBezTo>
                <a:cubicBezTo>
                  <a:pt x="45179" y="44552"/>
                  <a:pt x="50582" y="41712"/>
                  <a:pt x="53990" y="37722"/>
                </a:cubicBezTo>
                <a:cubicBezTo>
                  <a:pt x="57457" y="33746"/>
                  <a:pt x="58549" y="29129"/>
                  <a:pt x="57355" y="23900"/>
                </a:cubicBezTo>
                <a:cubicBezTo>
                  <a:pt x="56102" y="18613"/>
                  <a:pt x="53087" y="15030"/>
                  <a:pt x="48252" y="12977"/>
                </a:cubicBezTo>
                <a:cubicBezTo>
                  <a:pt x="43416" y="10923"/>
                  <a:pt x="37329" y="10763"/>
                  <a:pt x="30046" y="12467"/>
                </a:cubicBezTo>
                <a:close/>
                <a:moveTo>
                  <a:pt x="30046" y="124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C6044-4242-41CA-AA5F-7AB3B881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222" y="1422049"/>
            <a:ext cx="67127" cy="62175"/>
          </a:xfrm>
          <a:custGeom xmlns:a="http://schemas.openxmlformats.org/drawingml/2006/main">
            <a:pathLst>
              <a:path w="67127" h="62175">
                <a:moveTo>
                  <a:pt x="42208" y="57573"/>
                </a:moveTo>
                <a:lnTo>
                  <a:pt x="37372" y="58709"/>
                </a:lnTo>
                <a:lnTo>
                  <a:pt x="26726" y="13079"/>
                </a:lnTo>
                <a:cubicBezTo>
                  <a:pt x="20026" y="15132"/>
                  <a:pt x="15293" y="18380"/>
                  <a:pt x="12569" y="22924"/>
                </a:cubicBezTo>
                <a:cubicBezTo>
                  <a:pt x="9831" y="27425"/>
                  <a:pt x="9263" y="32988"/>
                  <a:pt x="10807" y="39542"/>
                </a:cubicBezTo>
                <a:cubicBezTo>
                  <a:pt x="11652" y="43344"/>
                  <a:pt x="13021" y="46926"/>
                  <a:pt x="14783" y="50291"/>
                </a:cubicBezTo>
                <a:cubicBezTo>
                  <a:pt x="16545" y="53641"/>
                  <a:pt x="18774" y="56889"/>
                  <a:pt x="21439" y="59962"/>
                </a:cubicBezTo>
                <a:lnTo>
                  <a:pt x="12059" y="62175"/>
                </a:lnTo>
                <a:cubicBezTo>
                  <a:pt x="9729" y="58942"/>
                  <a:pt x="7734" y="55578"/>
                  <a:pt x="6088" y="51995"/>
                </a:cubicBezTo>
                <a:cubicBezTo>
                  <a:pt x="4428" y="48470"/>
                  <a:pt x="3117" y="44771"/>
                  <a:pt x="2214" y="40897"/>
                </a:cubicBezTo>
                <a:cubicBezTo>
                  <a:pt x="0" y="31284"/>
                  <a:pt x="1020" y="22983"/>
                  <a:pt x="5287" y="16094"/>
                </a:cubicBezTo>
                <a:cubicBezTo>
                  <a:pt x="9612" y="9161"/>
                  <a:pt x="16487" y="4544"/>
                  <a:pt x="26114" y="2330"/>
                </a:cubicBezTo>
                <a:cubicBezTo>
                  <a:pt x="35945" y="0"/>
                  <a:pt x="44421" y="845"/>
                  <a:pt x="51485" y="4835"/>
                </a:cubicBezTo>
                <a:cubicBezTo>
                  <a:pt x="58534" y="8811"/>
                  <a:pt x="63093" y="15351"/>
                  <a:pt x="65190" y="24410"/>
                </a:cubicBezTo>
                <a:cubicBezTo>
                  <a:pt x="67127" y="32537"/>
                  <a:pt x="65991" y="39542"/>
                  <a:pt x="61899" y="45514"/>
                </a:cubicBezTo>
                <a:cubicBezTo>
                  <a:pt x="57733" y="51427"/>
                  <a:pt x="51194" y="55461"/>
                  <a:pt x="42208" y="57573"/>
                </a:cubicBezTo>
                <a:close/>
                <a:moveTo>
                  <a:pt x="42834" y="46985"/>
                </a:moveTo>
                <a:cubicBezTo>
                  <a:pt x="48237" y="45630"/>
                  <a:pt x="52170" y="43125"/>
                  <a:pt x="54718" y="39368"/>
                </a:cubicBezTo>
                <a:cubicBezTo>
                  <a:pt x="57282" y="35668"/>
                  <a:pt x="57966" y="31343"/>
                  <a:pt x="56830" y="26449"/>
                </a:cubicBezTo>
                <a:cubicBezTo>
                  <a:pt x="55578" y="20929"/>
                  <a:pt x="52956" y="16895"/>
                  <a:pt x="49038" y="14273"/>
                </a:cubicBezTo>
                <a:cubicBezTo>
                  <a:pt x="45164" y="11710"/>
                  <a:pt x="40271" y="10807"/>
                  <a:pt x="34474" y="11608"/>
                </a:cubicBezTo>
                <a:lnTo>
                  <a:pt x="42834" y="46985"/>
                </a:lnTo>
                <a:close/>
                <a:moveTo>
                  <a:pt x="42834" y="469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20F03-9A94-41B6-8457-4444F888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636" y="1485142"/>
            <a:ext cx="88420" cy="81517"/>
          </a:xfrm>
          <a:custGeom xmlns:a="http://schemas.openxmlformats.org/drawingml/2006/main">
            <a:pathLst>
              <a:path w="88420" h="81517">
                <a:moveTo>
                  <a:pt x="46664" y="48179"/>
                </a:moveTo>
                <a:cubicBezTo>
                  <a:pt x="46431" y="50684"/>
                  <a:pt x="45295" y="53364"/>
                  <a:pt x="43183" y="56146"/>
                </a:cubicBezTo>
                <a:cubicBezTo>
                  <a:pt x="41144" y="59000"/>
                  <a:pt x="38071" y="62015"/>
                  <a:pt x="34081" y="65307"/>
                </a:cubicBezTo>
                <a:lnTo>
                  <a:pt x="14681" y="81517"/>
                </a:lnTo>
                <a:lnTo>
                  <a:pt x="11957" y="69807"/>
                </a:lnTo>
                <a:lnTo>
                  <a:pt x="30163" y="54675"/>
                </a:lnTo>
                <a:cubicBezTo>
                  <a:pt x="34940" y="50742"/>
                  <a:pt x="37897" y="47334"/>
                  <a:pt x="39091" y="44436"/>
                </a:cubicBezTo>
                <a:cubicBezTo>
                  <a:pt x="40285" y="41523"/>
                  <a:pt x="40343" y="37940"/>
                  <a:pt x="39382" y="33615"/>
                </a:cubicBezTo>
                <a:lnTo>
                  <a:pt x="36586" y="21730"/>
                </a:lnTo>
                <a:lnTo>
                  <a:pt x="2563" y="29697"/>
                </a:lnTo>
                <a:lnTo>
                  <a:pt x="0" y="18832"/>
                </a:lnTo>
                <a:lnTo>
                  <a:pt x="80512" y="0"/>
                </a:lnTo>
                <a:lnTo>
                  <a:pt x="86250" y="24628"/>
                </a:lnTo>
                <a:cubicBezTo>
                  <a:pt x="88420" y="33789"/>
                  <a:pt x="88071" y="41130"/>
                  <a:pt x="85289" y="46533"/>
                </a:cubicBezTo>
                <a:cubicBezTo>
                  <a:pt x="82493" y="51995"/>
                  <a:pt x="77206" y="55578"/>
                  <a:pt x="69472" y="57398"/>
                </a:cubicBezTo>
                <a:cubicBezTo>
                  <a:pt x="64404" y="58593"/>
                  <a:pt x="59918" y="58374"/>
                  <a:pt x="55986" y="56830"/>
                </a:cubicBezTo>
                <a:cubicBezTo>
                  <a:pt x="52126" y="55243"/>
                  <a:pt x="48995" y="52344"/>
                  <a:pt x="46664" y="48179"/>
                </a:cubicBezTo>
                <a:close/>
                <a:moveTo>
                  <a:pt x="74074" y="12962"/>
                </a:moveTo>
                <a:lnTo>
                  <a:pt x="45514" y="19676"/>
                </a:lnTo>
                <a:lnTo>
                  <a:pt x="48762" y="33338"/>
                </a:lnTo>
                <a:cubicBezTo>
                  <a:pt x="49956" y="38625"/>
                  <a:pt x="52126" y="42266"/>
                  <a:pt x="55141" y="44378"/>
                </a:cubicBezTo>
                <a:cubicBezTo>
                  <a:pt x="58214" y="46533"/>
                  <a:pt x="62073" y="46985"/>
                  <a:pt x="66792" y="45907"/>
                </a:cubicBezTo>
                <a:cubicBezTo>
                  <a:pt x="71467" y="44829"/>
                  <a:pt x="74701" y="42674"/>
                  <a:pt x="76463" y="39426"/>
                </a:cubicBezTo>
                <a:cubicBezTo>
                  <a:pt x="78240" y="36178"/>
                  <a:pt x="78517" y="31911"/>
                  <a:pt x="77322" y="26682"/>
                </a:cubicBezTo>
                <a:lnTo>
                  <a:pt x="74074" y="12962"/>
                </a:lnTo>
                <a:close/>
                <a:moveTo>
                  <a:pt x="74074" y="1296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C789B-C264-4C29-8706-788D3346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739" y="1564955"/>
            <a:ext cx="67928" cy="60020"/>
          </a:xfrm>
          <a:custGeom xmlns:a="http://schemas.openxmlformats.org/drawingml/2006/main">
            <a:pathLst>
              <a:path w="67928" h="60020">
                <a:moveTo>
                  <a:pt x="35887" y="33178"/>
                </a:moveTo>
                <a:cubicBezTo>
                  <a:pt x="34022" y="25153"/>
                  <a:pt x="31794" y="19808"/>
                  <a:pt x="29231" y="17128"/>
                </a:cubicBezTo>
                <a:cubicBezTo>
                  <a:pt x="26740" y="14448"/>
                  <a:pt x="23201" y="13661"/>
                  <a:pt x="18774" y="14681"/>
                </a:cubicBezTo>
                <a:cubicBezTo>
                  <a:pt x="15293" y="15482"/>
                  <a:pt x="12744" y="17302"/>
                  <a:pt x="11200" y="20143"/>
                </a:cubicBezTo>
                <a:cubicBezTo>
                  <a:pt x="9729" y="22924"/>
                  <a:pt x="9438" y="26289"/>
                  <a:pt x="10355" y="30265"/>
                </a:cubicBezTo>
                <a:cubicBezTo>
                  <a:pt x="11608" y="35785"/>
                  <a:pt x="14623" y="39775"/>
                  <a:pt x="19283" y="42164"/>
                </a:cubicBezTo>
                <a:cubicBezTo>
                  <a:pt x="23944" y="44611"/>
                  <a:pt x="29522" y="45062"/>
                  <a:pt x="36003" y="43533"/>
                </a:cubicBezTo>
                <a:lnTo>
                  <a:pt x="38173" y="43009"/>
                </a:lnTo>
                <a:lnTo>
                  <a:pt x="35887" y="33178"/>
                </a:lnTo>
                <a:close/>
                <a:moveTo>
                  <a:pt x="44596" y="52009"/>
                </a:moveTo>
                <a:lnTo>
                  <a:pt x="10181" y="60020"/>
                </a:lnTo>
                <a:lnTo>
                  <a:pt x="7850" y="50072"/>
                </a:lnTo>
                <a:lnTo>
                  <a:pt x="17011" y="47961"/>
                </a:lnTo>
                <a:cubicBezTo>
                  <a:pt x="12846" y="46548"/>
                  <a:pt x="9438" y="44378"/>
                  <a:pt x="6933" y="41363"/>
                </a:cubicBezTo>
                <a:cubicBezTo>
                  <a:pt x="4369" y="38406"/>
                  <a:pt x="2549" y="34474"/>
                  <a:pt x="1413" y="29595"/>
                </a:cubicBezTo>
                <a:cubicBezTo>
                  <a:pt x="0" y="23390"/>
                  <a:pt x="568" y="18089"/>
                  <a:pt x="3175" y="13603"/>
                </a:cubicBezTo>
                <a:cubicBezTo>
                  <a:pt x="5797" y="9161"/>
                  <a:pt x="10006" y="6263"/>
                  <a:pt x="15861" y="4894"/>
                </a:cubicBezTo>
                <a:cubicBezTo>
                  <a:pt x="22633" y="3306"/>
                  <a:pt x="28269" y="4384"/>
                  <a:pt x="32770" y="8141"/>
                </a:cubicBezTo>
                <a:cubicBezTo>
                  <a:pt x="37314" y="11899"/>
                  <a:pt x="40620" y="18264"/>
                  <a:pt x="42717" y="27308"/>
                </a:cubicBezTo>
                <a:lnTo>
                  <a:pt x="45965" y="41188"/>
                </a:lnTo>
                <a:lnTo>
                  <a:pt x="46926" y="40970"/>
                </a:lnTo>
                <a:cubicBezTo>
                  <a:pt x="51485" y="39892"/>
                  <a:pt x="54675" y="37605"/>
                  <a:pt x="56495" y="34022"/>
                </a:cubicBezTo>
                <a:cubicBezTo>
                  <a:pt x="58258" y="30440"/>
                  <a:pt x="58534" y="25895"/>
                  <a:pt x="57282" y="20492"/>
                </a:cubicBezTo>
                <a:cubicBezTo>
                  <a:pt x="56495" y="17011"/>
                  <a:pt x="55301" y="13778"/>
                  <a:pt x="53699" y="10705"/>
                </a:cubicBezTo>
                <a:cubicBezTo>
                  <a:pt x="52111" y="7632"/>
                  <a:pt x="50116" y="4777"/>
                  <a:pt x="47728" y="2112"/>
                </a:cubicBezTo>
                <a:lnTo>
                  <a:pt x="56947" y="0"/>
                </a:lnTo>
                <a:cubicBezTo>
                  <a:pt x="59161" y="3306"/>
                  <a:pt x="61039" y="6554"/>
                  <a:pt x="62525" y="9787"/>
                </a:cubicBezTo>
                <a:cubicBezTo>
                  <a:pt x="64054" y="13093"/>
                  <a:pt x="65132" y="16327"/>
                  <a:pt x="65933" y="19516"/>
                </a:cubicBezTo>
                <a:cubicBezTo>
                  <a:pt x="67928" y="28284"/>
                  <a:pt x="67186" y="35333"/>
                  <a:pt x="63661" y="40678"/>
                </a:cubicBezTo>
                <a:cubicBezTo>
                  <a:pt x="60180" y="46082"/>
                  <a:pt x="53815" y="49839"/>
                  <a:pt x="44596" y="52009"/>
                </a:cubicBezTo>
                <a:close/>
                <a:moveTo>
                  <a:pt x="44596" y="5200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CDCEE-6309-4A1A-B35D-582B3A84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80" y="1630903"/>
            <a:ext cx="70317" cy="64680"/>
          </a:xfrm>
          <a:custGeom xmlns:a="http://schemas.openxmlformats.org/drawingml/2006/main">
            <a:pathLst>
              <a:path w="70317" h="64680">
                <a:moveTo>
                  <a:pt x="48252" y="56204"/>
                </a:moveTo>
                <a:lnTo>
                  <a:pt x="11783" y="64680"/>
                </a:lnTo>
                <a:lnTo>
                  <a:pt x="9496" y="54777"/>
                </a:lnTo>
                <a:lnTo>
                  <a:pt x="45630" y="46358"/>
                </a:lnTo>
                <a:cubicBezTo>
                  <a:pt x="51325" y="44989"/>
                  <a:pt x="55359" y="42892"/>
                  <a:pt x="57631" y="39994"/>
                </a:cubicBezTo>
                <a:cubicBezTo>
                  <a:pt x="59962" y="37081"/>
                  <a:pt x="60588" y="33440"/>
                  <a:pt x="59568" y="29012"/>
                </a:cubicBezTo>
                <a:cubicBezTo>
                  <a:pt x="58316" y="23609"/>
                  <a:pt x="55636" y="19793"/>
                  <a:pt x="51485" y="17521"/>
                </a:cubicBezTo>
                <a:cubicBezTo>
                  <a:pt x="47334" y="15191"/>
                  <a:pt x="42324" y="14725"/>
                  <a:pt x="36469" y="16094"/>
                </a:cubicBezTo>
                <a:lnTo>
                  <a:pt x="2330" y="24060"/>
                </a:lnTo>
                <a:lnTo>
                  <a:pt x="0" y="14098"/>
                </a:lnTo>
                <a:lnTo>
                  <a:pt x="60369" y="0"/>
                </a:lnTo>
                <a:lnTo>
                  <a:pt x="62700" y="10006"/>
                </a:lnTo>
                <a:lnTo>
                  <a:pt x="53306" y="12176"/>
                </a:lnTo>
                <a:cubicBezTo>
                  <a:pt x="57515" y="13705"/>
                  <a:pt x="60879" y="15861"/>
                  <a:pt x="63442" y="18657"/>
                </a:cubicBezTo>
                <a:cubicBezTo>
                  <a:pt x="65948" y="21439"/>
                  <a:pt x="67710" y="24963"/>
                  <a:pt x="68729" y="29187"/>
                </a:cubicBezTo>
                <a:cubicBezTo>
                  <a:pt x="70317" y="36120"/>
                  <a:pt x="69414" y="41873"/>
                  <a:pt x="65948" y="46417"/>
                </a:cubicBezTo>
                <a:cubicBezTo>
                  <a:pt x="62467" y="50975"/>
                  <a:pt x="56612" y="54209"/>
                  <a:pt x="48252" y="56204"/>
                </a:cubicBezTo>
                <a:close/>
                <a:moveTo>
                  <a:pt x="48252" y="562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EDBAC-95B8-4658-B978-1A98C1F7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907" y="1695408"/>
            <a:ext cx="86192" cy="73172"/>
          </a:xfrm>
          <a:custGeom xmlns:a="http://schemas.openxmlformats.org/drawingml/2006/main">
            <a:pathLst>
              <a:path w="86192" h="73172">
                <a:moveTo>
                  <a:pt x="83862" y="0"/>
                </a:moveTo>
                <a:lnTo>
                  <a:pt x="86192" y="9962"/>
                </a:lnTo>
                <a:lnTo>
                  <a:pt x="36702" y="21512"/>
                </a:lnTo>
                <a:lnTo>
                  <a:pt x="69632" y="45062"/>
                </a:lnTo>
                <a:lnTo>
                  <a:pt x="72545" y="57690"/>
                </a:lnTo>
                <a:lnTo>
                  <a:pt x="36862" y="32318"/>
                </a:lnTo>
                <a:lnTo>
                  <a:pt x="12525" y="73172"/>
                </a:lnTo>
                <a:lnTo>
                  <a:pt x="9511" y="60253"/>
                </a:lnTo>
                <a:lnTo>
                  <a:pt x="31809" y="22648"/>
                </a:lnTo>
                <a:lnTo>
                  <a:pt x="2330" y="29537"/>
                </a:lnTo>
                <a:lnTo>
                  <a:pt x="0" y="19575"/>
                </a:lnTo>
                <a:lnTo>
                  <a:pt x="83862" y="0"/>
                </a:lnTo>
                <a:close/>
                <a:moveTo>
                  <a:pt x="8386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4D3DF-7F1C-4762-8B43-C141CED1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923" y="1759696"/>
            <a:ext cx="86192" cy="29537"/>
          </a:xfrm>
          <a:custGeom xmlns:a="http://schemas.openxmlformats.org/drawingml/2006/main">
            <a:pathLst>
              <a:path w="86192" h="29537">
                <a:moveTo>
                  <a:pt x="60369" y="5520"/>
                </a:moveTo>
                <a:lnTo>
                  <a:pt x="62700" y="15424"/>
                </a:lnTo>
                <a:lnTo>
                  <a:pt x="2287" y="29537"/>
                </a:lnTo>
                <a:lnTo>
                  <a:pt x="0" y="19575"/>
                </a:lnTo>
                <a:lnTo>
                  <a:pt x="60369" y="5520"/>
                </a:lnTo>
                <a:close/>
                <a:moveTo>
                  <a:pt x="83862" y="0"/>
                </a:moveTo>
                <a:lnTo>
                  <a:pt x="86192" y="9962"/>
                </a:lnTo>
                <a:lnTo>
                  <a:pt x="73623" y="12860"/>
                </a:lnTo>
                <a:lnTo>
                  <a:pt x="71293" y="2957"/>
                </a:lnTo>
                <a:lnTo>
                  <a:pt x="83862" y="0"/>
                </a:lnTo>
                <a:close/>
                <a:moveTo>
                  <a:pt x="8386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3B966-A95F-489F-AEEC-6815EE8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987" y="1795480"/>
            <a:ext cx="70317" cy="64695"/>
          </a:xfrm>
          <a:custGeom xmlns:a="http://schemas.openxmlformats.org/drawingml/2006/main">
            <a:pathLst>
              <a:path w="70317" h="64695">
                <a:moveTo>
                  <a:pt x="48237" y="56160"/>
                </a:moveTo>
                <a:lnTo>
                  <a:pt x="11768" y="64695"/>
                </a:lnTo>
                <a:lnTo>
                  <a:pt x="9496" y="54791"/>
                </a:lnTo>
                <a:lnTo>
                  <a:pt x="45630" y="46315"/>
                </a:lnTo>
                <a:cubicBezTo>
                  <a:pt x="51310" y="45004"/>
                  <a:pt x="55359" y="42907"/>
                  <a:pt x="57631" y="39994"/>
                </a:cubicBezTo>
                <a:cubicBezTo>
                  <a:pt x="59962" y="37096"/>
                  <a:pt x="60588" y="33454"/>
                  <a:pt x="59568" y="28969"/>
                </a:cubicBezTo>
                <a:cubicBezTo>
                  <a:pt x="58316" y="23623"/>
                  <a:pt x="55636" y="19808"/>
                  <a:pt x="51485" y="17536"/>
                </a:cubicBezTo>
                <a:cubicBezTo>
                  <a:pt x="47334" y="15191"/>
                  <a:pt x="42324" y="14739"/>
                  <a:pt x="36469" y="16108"/>
                </a:cubicBezTo>
                <a:lnTo>
                  <a:pt x="2330" y="24075"/>
                </a:lnTo>
                <a:lnTo>
                  <a:pt x="0" y="14113"/>
                </a:lnTo>
                <a:lnTo>
                  <a:pt x="60355" y="0"/>
                </a:lnTo>
                <a:lnTo>
                  <a:pt x="62700" y="10020"/>
                </a:lnTo>
                <a:lnTo>
                  <a:pt x="53306" y="12176"/>
                </a:lnTo>
                <a:cubicBezTo>
                  <a:pt x="57515" y="13720"/>
                  <a:pt x="60879" y="15875"/>
                  <a:pt x="63428" y="18672"/>
                </a:cubicBezTo>
                <a:cubicBezTo>
                  <a:pt x="65933" y="21453"/>
                  <a:pt x="67695" y="24978"/>
                  <a:pt x="68729" y="29187"/>
                </a:cubicBezTo>
                <a:cubicBezTo>
                  <a:pt x="70317" y="36134"/>
                  <a:pt x="69399" y="41873"/>
                  <a:pt x="65933" y="46431"/>
                </a:cubicBezTo>
                <a:cubicBezTo>
                  <a:pt x="62467" y="50975"/>
                  <a:pt x="56612" y="54223"/>
                  <a:pt x="48237" y="56160"/>
                </a:cubicBezTo>
                <a:close/>
                <a:moveTo>
                  <a:pt x="48237" y="561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19982-908A-4141-B069-AD7104DA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797" y="1866263"/>
            <a:ext cx="91537" cy="63938"/>
          </a:xfrm>
          <a:custGeom xmlns:a="http://schemas.openxmlformats.org/drawingml/2006/main">
            <a:pathLst>
              <a:path w="91537" h="63938">
                <a:moveTo>
                  <a:pt x="59801" y="46198"/>
                </a:moveTo>
                <a:cubicBezTo>
                  <a:pt x="66967" y="44538"/>
                  <a:pt x="72196" y="41756"/>
                  <a:pt x="75444" y="37824"/>
                </a:cubicBezTo>
                <a:cubicBezTo>
                  <a:pt x="78677" y="33964"/>
                  <a:pt x="79711" y="29347"/>
                  <a:pt x="78458" y="24002"/>
                </a:cubicBezTo>
                <a:cubicBezTo>
                  <a:pt x="77206" y="18657"/>
                  <a:pt x="74249" y="15016"/>
                  <a:pt x="69632" y="12962"/>
                </a:cubicBezTo>
                <a:cubicBezTo>
                  <a:pt x="64972" y="10923"/>
                  <a:pt x="59059" y="10749"/>
                  <a:pt x="51893" y="12394"/>
                </a:cubicBezTo>
                <a:cubicBezTo>
                  <a:pt x="44713" y="14055"/>
                  <a:pt x="39542" y="16836"/>
                  <a:pt x="36236" y="20769"/>
                </a:cubicBezTo>
                <a:cubicBezTo>
                  <a:pt x="33003" y="24628"/>
                  <a:pt x="31969" y="29245"/>
                  <a:pt x="33221" y="34532"/>
                </a:cubicBezTo>
                <a:cubicBezTo>
                  <a:pt x="34474" y="39877"/>
                  <a:pt x="37430" y="43577"/>
                  <a:pt x="42047" y="45630"/>
                </a:cubicBezTo>
                <a:cubicBezTo>
                  <a:pt x="46708" y="47669"/>
                  <a:pt x="52621" y="47844"/>
                  <a:pt x="59801" y="46198"/>
                </a:cubicBezTo>
                <a:close/>
                <a:moveTo>
                  <a:pt x="38683" y="61549"/>
                </a:moveTo>
                <a:cubicBezTo>
                  <a:pt x="28386" y="63938"/>
                  <a:pt x="20259" y="63486"/>
                  <a:pt x="14171" y="60078"/>
                </a:cubicBezTo>
                <a:cubicBezTo>
                  <a:pt x="8083" y="56714"/>
                  <a:pt x="3932" y="50291"/>
                  <a:pt x="1762" y="40839"/>
                </a:cubicBezTo>
                <a:cubicBezTo>
                  <a:pt x="918" y="37372"/>
                  <a:pt x="393" y="34022"/>
                  <a:pt x="233" y="30833"/>
                </a:cubicBezTo>
                <a:cubicBezTo>
                  <a:pt x="0" y="27585"/>
                  <a:pt x="117" y="24410"/>
                  <a:pt x="510" y="21279"/>
                </a:cubicBezTo>
                <a:lnTo>
                  <a:pt x="10122" y="18992"/>
                </a:lnTo>
                <a:cubicBezTo>
                  <a:pt x="9278" y="22298"/>
                  <a:pt x="8768" y="25429"/>
                  <a:pt x="8710" y="28444"/>
                </a:cubicBezTo>
                <a:cubicBezTo>
                  <a:pt x="8593" y="31459"/>
                  <a:pt x="8884" y="34474"/>
                  <a:pt x="9554" y="37372"/>
                </a:cubicBezTo>
                <a:cubicBezTo>
                  <a:pt x="11098" y="43912"/>
                  <a:pt x="13938" y="48354"/>
                  <a:pt x="18089" y="50801"/>
                </a:cubicBezTo>
                <a:cubicBezTo>
                  <a:pt x="22196" y="53247"/>
                  <a:pt x="27701" y="53641"/>
                  <a:pt x="34590" y="52053"/>
                </a:cubicBezTo>
                <a:lnTo>
                  <a:pt x="39484" y="50917"/>
                </a:lnTo>
                <a:cubicBezTo>
                  <a:pt x="35450" y="49723"/>
                  <a:pt x="32202" y="47728"/>
                  <a:pt x="29697" y="44946"/>
                </a:cubicBezTo>
                <a:cubicBezTo>
                  <a:pt x="27192" y="42149"/>
                  <a:pt x="25371" y="38508"/>
                  <a:pt x="24352" y="34081"/>
                </a:cubicBezTo>
                <a:cubicBezTo>
                  <a:pt x="22648" y="26682"/>
                  <a:pt x="24060" y="20026"/>
                  <a:pt x="28619" y="14157"/>
                </a:cubicBezTo>
                <a:cubicBezTo>
                  <a:pt x="33221" y="8360"/>
                  <a:pt x="40169" y="4326"/>
                  <a:pt x="49504" y="2156"/>
                </a:cubicBezTo>
                <a:cubicBezTo>
                  <a:pt x="58826" y="0"/>
                  <a:pt x="66851" y="510"/>
                  <a:pt x="73565" y="3699"/>
                </a:cubicBezTo>
                <a:cubicBezTo>
                  <a:pt x="80221" y="6933"/>
                  <a:pt x="84488" y="12234"/>
                  <a:pt x="86192" y="19618"/>
                </a:cubicBezTo>
                <a:cubicBezTo>
                  <a:pt x="87212" y="24060"/>
                  <a:pt x="87212" y="28095"/>
                  <a:pt x="86250" y="31736"/>
                </a:cubicBezTo>
                <a:cubicBezTo>
                  <a:pt x="85231" y="35333"/>
                  <a:pt x="83177" y="38567"/>
                  <a:pt x="80104" y="41465"/>
                </a:cubicBezTo>
                <a:lnTo>
                  <a:pt x="89265" y="39309"/>
                </a:lnTo>
                <a:lnTo>
                  <a:pt x="91537" y="49213"/>
                </a:lnTo>
                <a:lnTo>
                  <a:pt x="38683" y="61549"/>
                </a:lnTo>
                <a:close/>
                <a:moveTo>
                  <a:pt x="38683" y="615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05CF6-BB7B-40CB-9139-D4897CE2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953" y="592054"/>
            <a:ext cx="60311" cy="46242"/>
          </a:xfrm>
          <a:custGeom xmlns:a="http://schemas.openxmlformats.org/drawingml/2006/main">
            <a:pathLst>
              <a:path w="60311" h="46242">
                <a:moveTo>
                  <a:pt x="59685" y="34809"/>
                </a:moveTo>
                <a:lnTo>
                  <a:pt x="52228" y="36178"/>
                </a:lnTo>
                <a:cubicBezTo>
                  <a:pt x="53087" y="33047"/>
                  <a:pt x="53655" y="30090"/>
                  <a:pt x="53830" y="27410"/>
                </a:cubicBezTo>
                <a:cubicBezTo>
                  <a:pt x="54048" y="24745"/>
                  <a:pt x="53932" y="22182"/>
                  <a:pt x="53539" y="19793"/>
                </a:cubicBezTo>
                <a:cubicBezTo>
                  <a:pt x="52796" y="15642"/>
                  <a:pt x="51383" y="12569"/>
                  <a:pt x="49388" y="10632"/>
                </a:cubicBezTo>
                <a:cubicBezTo>
                  <a:pt x="47334" y="8637"/>
                  <a:pt x="44829" y="7894"/>
                  <a:pt x="41873" y="8476"/>
                </a:cubicBezTo>
                <a:cubicBezTo>
                  <a:pt x="39368" y="8928"/>
                  <a:pt x="37605" y="10006"/>
                  <a:pt x="36644" y="11710"/>
                </a:cubicBezTo>
                <a:cubicBezTo>
                  <a:pt x="35625" y="13472"/>
                  <a:pt x="35100" y="16487"/>
                  <a:pt x="35100" y="20813"/>
                </a:cubicBezTo>
                <a:lnTo>
                  <a:pt x="34998" y="25590"/>
                </a:lnTo>
                <a:cubicBezTo>
                  <a:pt x="34940" y="31459"/>
                  <a:pt x="33746" y="36003"/>
                  <a:pt x="31517" y="39251"/>
                </a:cubicBezTo>
                <a:cubicBezTo>
                  <a:pt x="29304" y="42441"/>
                  <a:pt x="25895" y="44421"/>
                  <a:pt x="21279" y="45281"/>
                </a:cubicBezTo>
                <a:cubicBezTo>
                  <a:pt x="15817" y="46242"/>
                  <a:pt x="11331" y="45164"/>
                  <a:pt x="7850" y="41975"/>
                </a:cubicBezTo>
                <a:cubicBezTo>
                  <a:pt x="4384" y="38843"/>
                  <a:pt x="1995" y="33731"/>
                  <a:pt x="685" y="26682"/>
                </a:cubicBezTo>
                <a:cubicBezTo>
                  <a:pt x="233" y="24002"/>
                  <a:pt x="0" y="21104"/>
                  <a:pt x="58" y="17972"/>
                </a:cubicBezTo>
                <a:cubicBezTo>
                  <a:pt x="175" y="14841"/>
                  <a:pt x="451" y="11593"/>
                  <a:pt x="1078" y="8127"/>
                </a:cubicBezTo>
                <a:lnTo>
                  <a:pt x="8928" y="6700"/>
                </a:lnTo>
                <a:cubicBezTo>
                  <a:pt x="7792" y="10122"/>
                  <a:pt x="7005" y="13414"/>
                  <a:pt x="6656" y="16545"/>
                </a:cubicBezTo>
                <a:cubicBezTo>
                  <a:pt x="6321" y="19676"/>
                  <a:pt x="6379" y="22691"/>
                  <a:pt x="6947" y="25531"/>
                </a:cubicBezTo>
                <a:cubicBezTo>
                  <a:pt x="7690" y="29915"/>
                  <a:pt x="9161" y="33105"/>
                  <a:pt x="11331" y="35158"/>
                </a:cubicBezTo>
                <a:cubicBezTo>
                  <a:pt x="13428" y="37197"/>
                  <a:pt x="16108" y="37940"/>
                  <a:pt x="19283" y="37372"/>
                </a:cubicBezTo>
                <a:cubicBezTo>
                  <a:pt x="22021" y="36921"/>
                  <a:pt x="24075" y="35668"/>
                  <a:pt x="25313" y="33673"/>
                </a:cubicBezTo>
                <a:cubicBezTo>
                  <a:pt x="26565" y="31678"/>
                  <a:pt x="27250" y="28663"/>
                  <a:pt x="27308" y="24687"/>
                </a:cubicBezTo>
                <a:lnTo>
                  <a:pt x="27366" y="19851"/>
                </a:lnTo>
                <a:cubicBezTo>
                  <a:pt x="27483" y="13938"/>
                  <a:pt x="28503" y="9496"/>
                  <a:pt x="30498" y="6539"/>
                </a:cubicBezTo>
                <a:cubicBezTo>
                  <a:pt x="32435" y="3583"/>
                  <a:pt x="35566" y="1704"/>
                  <a:pt x="39877" y="903"/>
                </a:cubicBezTo>
                <a:cubicBezTo>
                  <a:pt x="44887" y="0"/>
                  <a:pt x="49155" y="1078"/>
                  <a:pt x="52621" y="4034"/>
                </a:cubicBezTo>
                <a:cubicBezTo>
                  <a:pt x="56160" y="7049"/>
                  <a:pt x="58432" y="11652"/>
                  <a:pt x="59568" y="17798"/>
                </a:cubicBezTo>
                <a:cubicBezTo>
                  <a:pt x="60020" y="20478"/>
                  <a:pt x="60311" y="23201"/>
                  <a:pt x="60311" y="25997"/>
                </a:cubicBezTo>
                <a:cubicBezTo>
                  <a:pt x="60311" y="28837"/>
                  <a:pt x="60136" y="31794"/>
                  <a:pt x="59685" y="34809"/>
                </a:cubicBezTo>
                <a:close/>
                <a:moveTo>
                  <a:pt x="59685" y="3480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F9278-8D73-4755-956D-78527597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745" y="641150"/>
            <a:ext cx="60078" cy="17521"/>
          </a:xfrm>
          <a:custGeom xmlns:a="http://schemas.openxmlformats.org/drawingml/2006/main">
            <a:pathLst>
              <a:path w="60078" h="17521">
                <a:moveTo>
                  <a:pt x="42339" y="2957"/>
                </a:moveTo>
                <a:lnTo>
                  <a:pt x="43591" y="9889"/>
                </a:lnTo>
                <a:lnTo>
                  <a:pt x="1253" y="17521"/>
                </a:lnTo>
                <a:lnTo>
                  <a:pt x="0" y="10574"/>
                </a:lnTo>
                <a:lnTo>
                  <a:pt x="42339" y="2957"/>
                </a:lnTo>
                <a:close/>
                <a:moveTo>
                  <a:pt x="58826" y="0"/>
                </a:moveTo>
                <a:lnTo>
                  <a:pt x="60078" y="6933"/>
                </a:lnTo>
                <a:lnTo>
                  <a:pt x="51267" y="8535"/>
                </a:lnTo>
                <a:lnTo>
                  <a:pt x="50014" y="1588"/>
                </a:lnTo>
                <a:lnTo>
                  <a:pt x="58826" y="0"/>
                </a:lnTo>
                <a:close/>
                <a:moveTo>
                  <a:pt x="5882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B6249-5674-42EB-85C0-0A530F5E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560" y="665327"/>
            <a:ext cx="47451" cy="25997"/>
          </a:xfrm>
          <a:custGeom xmlns:a="http://schemas.openxmlformats.org/drawingml/2006/main">
            <a:pathLst>
              <a:path w="47451" h="25997">
                <a:moveTo>
                  <a:pt x="40343" y="25997"/>
                </a:moveTo>
                <a:cubicBezTo>
                  <a:pt x="40620" y="25080"/>
                  <a:pt x="40795" y="24177"/>
                  <a:pt x="40853" y="23259"/>
                </a:cubicBezTo>
                <a:cubicBezTo>
                  <a:pt x="40911" y="22298"/>
                  <a:pt x="40853" y="21279"/>
                  <a:pt x="40620" y="20143"/>
                </a:cubicBezTo>
                <a:cubicBezTo>
                  <a:pt x="39936" y="16210"/>
                  <a:pt x="38115" y="13428"/>
                  <a:pt x="35158" y="11768"/>
                </a:cubicBezTo>
                <a:cubicBezTo>
                  <a:pt x="32260" y="10122"/>
                  <a:pt x="28386" y="9729"/>
                  <a:pt x="23551" y="10632"/>
                </a:cubicBezTo>
                <a:lnTo>
                  <a:pt x="1253" y="14623"/>
                </a:lnTo>
                <a:lnTo>
                  <a:pt x="0" y="7617"/>
                </a:lnTo>
                <a:lnTo>
                  <a:pt x="42324" y="0"/>
                </a:lnTo>
                <a:lnTo>
                  <a:pt x="43577" y="6991"/>
                </a:lnTo>
                <a:lnTo>
                  <a:pt x="37037" y="8185"/>
                </a:lnTo>
                <a:cubicBezTo>
                  <a:pt x="39877" y="9219"/>
                  <a:pt x="42106" y="10749"/>
                  <a:pt x="43751" y="12860"/>
                </a:cubicBezTo>
                <a:cubicBezTo>
                  <a:pt x="45455" y="14958"/>
                  <a:pt x="46591" y="17754"/>
                  <a:pt x="47218" y="21046"/>
                </a:cubicBezTo>
                <a:cubicBezTo>
                  <a:pt x="47276" y="21555"/>
                  <a:pt x="47334" y="22065"/>
                  <a:pt x="47393" y="22691"/>
                </a:cubicBezTo>
                <a:cubicBezTo>
                  <a:pt x="47451" y="23259"/>
                  <a:pt x="47451" y="23944"/>
                  <a:pt x="47451" y="24628"/>
                </a:cubicBezTo>
                <a:lnTo>
                  <a:pt x="40343" y="25997"/>
                </a:lnTo>
                <a:close/>
                <a:moveTo>
                  <a:pt x="40343" y="2599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F712F-51BD-4FB8-878B-4DEE2B4B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72" y="694456"/>
            <a:ext cx="60064" cy="17579"/>
          </a:xfrm>
          <a:custGeom xmlns:a="http://schemas.openxmlformats.org/drawingml/2006/main">
            <a:pathLst>
              <a:path w="60064" h="17579">
                <a:moveTo>
                  <a:pt x="42324" y="2957"/>
                </a:moveTo>
                <a:lnTo>
                  <a:pt x="43577" y="9889"/>
                </a:lnTo>
                <a:lnTo>
                  <a:pt x="1238" y="17579"/>
                </a:lnTo>
                <a:lnTo>
                  <a:pt x="0" y="10574"/>
                </a:lnTo>
                <a:lnTo>
                  <a:pt x="42324" y="2957"/>
                </a:lnTo>
                <a:close/>
                <a:moveTo>
                  <a:pt x="58826" y="0"/>
                </a:moveTo>
                <a:lnTo>
                  <a:pt x="60064" y="6933"/>
                </a:lnTo>
                <a:lnTo>
                  <a:pt x="51252" y="8535"/>
                </a:lnTo>
                <a:lnTo>
                  <a:pt x="50000" y="1588"/>
                </a:lnTo>
                <a:lnTo>
                  <a:pt x="58826" y="0"/>
                </a:lnTo>
                <a:close/>
                <a:moveTo>
                  <a:pt x="5882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2CE2E-39D8-4666-95E5-36E1FEF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406" y="725799"/>
            <a:ext cx="11040" cy="9729"/>
          </a:xfrm>
          <a:custGeom xmlns:a="http://schemas.openxmlformats.org/drawingml/2006/main">
            <a:pathLst>
              <a:path w="11040" h="9729">
                <a:moveTo>
                  <a:pt x="9612" y="0"/>
                </a:moveTo>
                <a:lnTo>
                  <a:pt x="11040" y="7967"/>
                </a:lnTo>
                <a:lnTo>
                  <a:pt x="1413" y="9729"/>
                </a:lnTo>
                <a:lnTo>
                  <a:pt x="0" y="1762"/>
                </a:lnTo>
                <a:lnTo>
                  <a:pt x="9612" y="0"/>
                </a:lnTo>
                <a:close/>
                <a:moveTo>
                  <a:pt x="961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81AF3-00F7-4CFA-970E-92AE0B7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751" y="740596"/>
            <a:ext cx="60311" cy="46242"/>
          </a:xfrm>
          <a:custGeom xmlns:a="http://schemas.openxmlformats.org/drawingml/2006/main">
            <a:pathLst>
              <a:path w="60311" h="46242">
                <a:moveTo>
                  <a:pt x="59685" y="34867"/>
                </a:moveTo>
                <a:lnTo>
                  <a:pt x="52228" y="36178"/>
                </a:lnTo>
                <a:cubicBezTo>
                  <a:pt x="53087" y="33047"/>
                  <a:pt x="53597" y="30148"/>
                  <a:pt x="53815" y="27425"/>
                </a:cubicBezTo>
                <a:cubicBezTo>
                  <a:pt x="54048" y="24745"/>
                  <a:pt x="53932" y="22182"/>
                  <a:pt x="53480" y="19793"/>
                </a:cubicBezTo>
                <a:cubicBezTo>
                  <a:pt x="52738" y="15642"/>
                  <a:pt x="51369" y="12569"/>
                  <a:pt x="49388" y="10632"/>
                </a:cubicBezTo>
                <a:cubicBezTo>
                  <a:pt x="47334" y="8637"/>
                  <a:pt x="44829" y="7967"/>
                  <a:pt x="41873" y="8476"/>
                </a:cubicBezTo>
                <a:cubicBezTo>
                  <a:pt x="39368" y="8928"/>
                  <a:pt x="37605" y="10006"/>
                  <a:pt x="36586" y="11768"/>
                </a:cubicBezTo>
                <a:cubicBezTo>
                  <a:pt x="35610" y="13472"/>
                  <a:pt x="35100" y="16501"/>
                  <a:pt x="35042" y="20813"/>
                </a:cubicBezTo>
                <a:lnTo>
                  <a:pt x="34925" y="25604"/>
                </a:lnTo>
                <a:cubicBezTo>
                  <a:pt x="34882" y="31517"/>
                  <a:pt x="33731" y="36061"/>
                  <a:pt x="31517" y="39251"/>
                </a:cubicBezTo>
                <a:cubicBezTo>
                  <a:pt x="29245" y="42441"/>
                  <a:pt x="25823" y="44480"/>
                  <a:pt x="21279" y="45281"/>
                </a:cubicBezTo>
                <a:cubicBezTo>
                  <a:pt x="15759" y="46242"/>
                  <a:pt x="11317" y="45164"/>
                  <a:pt x="7850" y="42033"/>
                </a:cubicBezTo>
                <a:cubicBezTo>
                  <a:pt x="4326" y="38858"/>
                  <a:pt x="1995" y="33731"/>
                  <a:pt x="685" y="26682"/>
                </a:cubicBezTo>
                <a:cubicBezTo>
                  <a:pt x="233" y="24002"/>
                  <a:pt x="0" y="21104"/>
                  <a:pt x="58" y="17972"/>
                </a:cubicBezTo>
                <a:cubicBezTo>
                  <a:pt x="117" y="14841"/>
                  <a:pt x="451" y="11608"/>
                  <a:pt x="1078" y="8127"/>
                </a:cubicBezTo>
                <a:lnTo>
                  <a:pt x="8928" y="6772"/>
                </a:lnTo>
                <a:cubicBezTo>
                  <a:pt x="7734" y="10122"/>
                  <a:pt x="6991" y="13428"/>
                  <a:pt x="6656" y="16545"/>
                </a:cubicBezTo>
                <a:cubicBezTo>
                  <a:pt x="6321" y="19676"/>
                  <a:pt x="6379" y="22691"/>
                  <a:pt x="6889" y="25546"/>
                </a:cubicBezTo>
                <a:cubicBezTo>
                  <a:pt x="7675" y="29915"/>
                  <a:pt x="9161" y="33105"/>
                  <a:pt x="11258" y="35217"/>
                </a:cubicBezTo>
                <a:cubicBezTo>
                  <a:pt x="13428" y="37256"/>
                  <a:pt x="16108" y="37998"/>
                  <a:pt x="19225" y="37430"/>
                </a:cubicBezTo>
                <a:cubicBezTo>
                  <a:pt x="22021" y="36921"/>
                  <a:pt x="24002" y="35668"/>
                  <a:pt x="25313" y="33673"/>
                </a:cubicBezTo>
                <a:cubicBezTo>
                  <a:pt x="26565" y="31678"/>
                  <a:pt x="27192" y="28721"/>
                  <a:pt x="27308" y="24687"/>
                </a:cubicBezTo>
                <a:lnTo>
                  <a:pt x="27366" y="19851"/>
                </a:lnTo>
                <a:cubicBezTo>
                  <a:pt x="27483" y="13996"/>
                  <a:pt x="28503" y="9554"/>
                  <a:pt x="30440" y="6539"/>
                </a:cubicBezTo>
                <a:cubicBezTo>
                  <a:pt x="32435" y="3583"/>
                  <a:pt x="35552" y="1704"/>
                  <a:pt x="39877" y="903"/>
                </a:cubicBezTo>
                <a:cubicBezTo>
                  <a:pt x="44887" y="0"/>
                  <a:pt x="49097" y="1078"/>
                  <a:pt x="52621" y="4093"/>
                </a:cubicBezTo>
                <a:cubicBezTo>
                  <a:pt x="56102" y="7049"/>
                  <a:pt x="58432" y="11666"/>
                  <a:pt x="59568" y="17798"/>
                </a:cubicBezTo>
                <a:cubicBezTo>
                  <a:pt x="60020" y="20478"/>
                  <a:pt x="60253" y="23201"/>
                  <a:pt x="60253" y="26056"/>
                </a:cubicBezTo>
                <a:cubicBezTo>
                  <a:pt x="60311" y="28896"/>
                  <a:pt x="60078" y="31794"/>
                  <a:pt x="59685" y="34867"/>
                </a:cubicBezTo>
                <a:close/>
                <a:moveTo>
                  <a:pt x="59685" y="348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C2F17-59DA-4F2A-B6D2-B74CF3EA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391" y="792416"/>
            <a:ext cx="64054" cy="42907"/>
          </a:xfrm>
          <a:custGeom xmlns:a="http://schemas.openxmlformats.org/drawingml/2006/main">
            <a:pathLst>
              <a:path w="64054" h="42907">
                <a:moveTo>
                  <a:pt x="23725" y="13428"/>
                </a:moveTo>
                <a:lnTo>
                  <a:pt x="1253" y="17521"/>
                </a:lnTo>
                <a:lnTo>
                  <a:pt x="0" y="10530"/>
                </a:lnTo>
                <a:lnTo>
                  <a:pt x="58432" y="0"/>
                </a:lnTo>
                <a:lnTo>
                  <a:pt x="59670" y="6947"/>
                </a:lnTo>
                <a:lnTo>
                  <a:pt x="53247" y="8141"/>
                </a:lnTo>
                <a:cubicBezTo>
                  <a:pt x="56029" y="9161"/>
                  <a:pt x="58258" y="10647"/>
                  <a:pt x="59845" y="12627"/>
                </a:cubicBezTo>
                <a:cubicBezTo>
                  <a:pt x="61491" y="14681"/>
                  <a:pt x="62583" y="17244"/>
                  <a:pt x="63151" y="20317"/>
                </a:cubicBezTo>
                <a:cubicBezTo>
                  <a:pt x="64054" y="25488"/>
                  <a:pt x="62743" y="29988"/>
                  <a:pt x="59277" y="33964"/>
                </a:cubicBezTo>
                <a:cubicBezTo>
                  <a:pt x="55752" y="37897"/>
                  <a:pt x="50684" y="40460"/>
                  <a:pt x="44028" y="41712"/>
                </a:cubicBezTo>
                <a:cubicBezTo>
                  <a:pt x="37372" y="42907"/>
                  <a:pt x="31750" y="42222"/>
                  <a:pt x="27075" y="39775"/>
                </a:cubicBezTo>
                <a:cubicBezTo>
                  <a:pt x="22415" y="37270"/>
                  <a:pt x="19618" y="33454"/>
                  <a:pt x="18715" y="28342"/>
                </a:cubicBezTo>
                <a:cubicBezTo>
                  <a:pt x="18147" y="25211"/>
                  <a:pt x="18264" y="22473"/>
                  <a:pt x="19050" y="20026"/>
                </a:cubicBezTo>
                <a:cubicBezTo>
                  <a:pt x="19910" y="17579"/>
                  <a:pt x="21439" y="15365"/>
                  <a:pt x="23725" y="13428"/>
                </a:cubicBezTo>
                <a:close/>
                <a:moveTo>
                  <a:pt x="42717" y="34474"/>
                </a:moveTo>
                <a:cubicBezTo>
                  <a:pt x="47844" y="33513"/>
                  <a:pt x="51660" y="31750"/>
                  <a:pt x="54209" y="29129"/>
                </a:cubicBezTo>
                <a:cubicBezTo>
                  <a:pt x="56714" y="26522"/>
                  <a:pt x="57690" y="23332"/>
                  <a:pt x="57005" y="19691"/>
                </a:cubicBezTo>
                <a:cubicBezTo>
                  <a:pt x="56321" y="15992"/>
                  <a:pt x="54383" y="13370"/>
                  <a:pt x="51092" y="11783"/>
                </a:cubicBezTo>
                <a:cubicBezTo>
                  <a:pt x="47786" y="10195"/>
                  <a:pt x="43577" y="9846"/>
                  <a:pt x="38450" y="10821"/>
                </a:cubicBezTo>
                <a:cubicBezTo>
                  <a:pt x="33338" y="11724"/>
                  <a:pt x="29522" y="13487"/>
                  <a:pt x="27017" y="16108"/>
                </a:cubicBezTo>
                <a:cubicBezTo>
                  <a:pt x="24468" y="18715"/>
                  <a:pt x="23551" y="21905"/>
                  <a:pt x="24235" y="25604"/>
                </a:cubicBezTo>
                <a:cubicBezTo>
                  <a:pt x="24861" y="29245"/>
                  <a:pt x="26857" y="31867"/>
                  <a:pt x="30148" y="33454"/>
                </a:cubicBezTo>
                <a:cubicBezTo>
                  <a:pt x="33454" y="35056"/>
                  <a:pt x="37605" y="35391"/>
                  <a:pt x="42717" y="34474"/>
                </a:cubicBezTo>
                <a:close/>
                <a:moveTo>
                  <a:pt x="42717" y="344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56DFB-F65B-41C3-A13B-AD59FF11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505" y="841411"/>
            <a:ext cx="46417" cy="42208"/>
          </a:xfrm>
          <a:custGeom xmlns:a="http://schemas.openxmlformats.org/drawingml/2006/main">
            <a:pathLst>
              <a:path w="46417" h="42208">
                <a:moveTo>
                  <a:pt x="28328" y="40096"/>
                </a:moveTo>
                <a:lnTo>
                  <a:pt x="24920" y="40722"/>
                </a:lnTo>
                <a:lnTo>
                  <a:pt x="19167" y="8753"/>
                </a:lnTo>
                <a:cubicBezTo>
                  <a:pt x="14390" y="9889"/>
                  <a:pt x="11040" y="12001"/>
                  <a:pt x="8986" y="15016"/>
                </a:cubicBezTo>
                <a:cubicBezTo>
                  <a:pt x="6933" y="18089"/>
                  <a:pt x="6306" y="21890"/>
                  <a:pt x="7166" y="26507"/>
                </a:cubicBezTo>
                <a:cubicBezTo>
                  <a:pt x="7617" y="29172"/>
                  <a:pt x="8418" y="31678"/>
                  <a:pt x="9554" y="34066"/>
                </a:cubicBezTo>
                <a:cubicBezTo>
                  <a:pt x="10632" y="36455"/>
                  <a:pt x="12059" y="38800"/>
                  <a:pt x="13822" y="41013"/>
                </a:cubicBezTo>
                <a:lnTo>
                  <a:pt x="7282" y="42208"/>
                </a:lnTo>
                <a:cubicBezTo>
                  <a:pt x="5738" y="39877"/>
                  <a:pt x="4486" y="37489"/>
                  <a:pt x="3466" y="34984"/>
                </a:cubicBezTo>
                <a:cubicBezTo>
                  <a:pt x="2447" y="32420"/>
                  <a:pt x="1646" y="29857"/>
                  <a:pt x="1194" y="27133"/>
                </a:cubicBezTo>
                <a:cubicBezTo>
                  <a:pt x="0" y="20419"/>
                  <a:pt x="961" y="14666"/>
                  <a:pt x="4209" y="10064"/>
                </a:cubicBezTo>
                <a:cubicBezTo>
                  <a:pt x="7399" y="5403"/>
                  <a:pt x="12394" y="2447"/>
                  <a:pt x="19108" y="1253"/>
                </a:cubicBezTo>
                <a:cubicBezTo>
                  <a:pt x="25997" y="0"/>
                  <a:pt x="31852" y="903"/>
                  <a:pt x="36571" y="3860"/>
                </a:cubicBezTo>
                <a:cubicBezTo>
                  <a:pt x="41305" y="6874"/>
                  <a:pt x="44261" y="11593"/>
                  <a:pt x="45397" y="17914"/>
                </a:cubicBezTo>
                <a:cubicBezTo>
                  <a:pt x="46417" y="23609"/>
                  <a:pt x="45397" y="28444"/>
                  <a:pt x="42324" y="32420"/>
                </a:cubicBezTo>
                <a:cubicBezTo>
                  <a:pt x="39309" y="36411"/>
                  <a:pt x="34590" y="38960"/>
                  <a:pt x="28328" y="40096"/>
                </a:cubicBezTo>
                <a:close/>
                <a:moveTo>
                  <a:pt x="29129" y="32770"/>
                </a:moveTo>
                <a:cubicBezTo>
                  <a:pt x="32886" y="32027"/>
                  <a:pt x="35726" y="30425"/>
                  <a:pt x="37605" y="27935"/>
                </a:cubicBezTo>
                <a:cubicBezTo>
                  <a:pt x="39542" y="25429"/>
                  <a:pt x="40169" y="22473"/>
                  <a:pt x="39542" y="19050"/>
                </a:cubicBezTo>
                <a:cubicBezTo>
                  <a:pt x="38858" y="15191"/>
                  <a:pt x="37197" y="12278"/>
                  <a:pt x="34590" y="10355"/>
                </a:cubicBezTo>
                <a:cubicBezTo>
                  <a:pt x="31969" y="8418"/>
                  <a:pt x="28619" y="7617"/>
                  <a:pt x="24570" y="7952"/>
                </a:cubicBezTo>
                <a:lnTo>
                  <a:pt x="29129" y="32770"/>
                </a:lnTo>
                <a:close/>
                <a:moveTo>
                  <a:pt x="29129" y="3277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3864E-E92A-49AB-BC6F-F7AA7B3B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040" y="889022"/>
            <a:ext cx="46475" cy="42222"/>
          </a:xfrm>
          <a:custGeom xmlns:a="http://schemas.openxmlformats.org/drawingml/2006/main">
            <a:pathLst>
              <a:path w="46475" h="42222">
                <a:moveTo>
                  <a:pt x="28328" y="40110"/>
                </a:moveTo>
                <a:lnTo>
                  <a:pt x="24978" y="40737"/>
                </a:lnTo>
                <a:lnTo>
                  <a:pt x="19167" y="8768"/>
                </a:lnTo>
                <a:cubicBezTo>
                  <a:pt x="14448" y="9904"/>
                  <a:pt x="11084" y="12001"/>
                  <a:pt x="9044" y="15016"/>
                </a:cubicBezTo>
                <a:cubicBezTo>
                  <a:pt x="6991" y="18089"/>
                  <a:pt x="6365" y="21905"/>
                  <a:pt x="7224" y="26507"/>
                </a:cubicBezTo>
                <a:cubicBezTo>
                  <a:pt x="7675" y="29187"/>
                  <a:pt x="8476" y="31692"/>
                  <a:pt x="9612" y="34081"/>
                </a:cubicBezTo>
                <a:cubicBezTo>
                  <a:pt x="10690" y="36469"/>
                  <a:pt x="12118" y="38800"/>
                  <a:pt x="13880" y="41028"/>
                </a:cubicBezTo>
                <a:lnTo>
                  <a:pt x="7340" y="42222"/>
                </a:lnTo>
                <a:cubicBezTo>
                  <a:pt x="5797" y="39936"/>
                  <a:pt x="4544" y="37489"/>
                  <a:pt x="3525" y="34984"/>
                </a:cubicBezTo>
                <a:cubicBezTo>
                  <a:pt x="2505" y="32435"/>
                  <a:pt x="1704" y="29872"/>
                  <a:pt x="1253" y="27133"/>
                </a:cubicBezTo>
                <a:cubicBezTo>
                  <a:pt x="0" y="20419"/>
                  <a:pt x="1020" y="14681"/>
                  <a:pt x="4209" y="10079"/>
                </a:cubicBezTo>
                <a:cubicBezTo>
                  <a:pt x="7442" y="5403"/>
                  <a:pt x="12394" y="2447"/>
                  <a:pt x="19108" y="1253"/>
                </a:cubicBezTo>
                <a:cubicBezTo>
                  <a:pt x="26056" y="0"/>
                  <a:pt x="31911" y="918"/>
                  <a:pt x="36629" y="3874"/>
                </a:cubicBezTo>
                <a:cubicBezTo>
                  <a:pt x="41363" y="6889"/>
                  <a:pt x="44319" y="11608"/>
                  <a:pt x="45455" y="17929"/>
                </a:cubicBezTo>
                <a:cubicBezTo>
                  <a:pt x="46475" y="23609"/>
                  <a:pt x="45455" y="28444"/>
                  <a:pt x="42382" y="32435"/>
                </a:cubicBezTo>
                <a:cubicBezTo>
                  <a:pt x="39309" y="36411"/>
                  <a:pt x="34649" y="38974"/>
                  <a:pt x="28328" y="40110"/>
                </a:cubicBezTo>
                <a:close/>
                <a:moveTo>
                  <a:pt x="29129" y="32770"/>
                </a:moveTo>
                <a:cubicBezTo>
                  <a:pt x="32930" y="32027"/>
                  <a:pt x="35785" y="30440"/>
                  <a:pt x="37664" y="27935"/>
                </a:cubicBezTo>
                <a:cubicBezTo>
                  <a:pt x="39542" y="25429"/>
                  <a:pt x="40212" y="22473"/>
                  <a:pt x="39586" y="19065"/>
                </a:cubicBezTo>
                <a:cubicBezTo>
                  <a:pt x="38916" y="15191"/>
                  <a:pt x="37256" y="12292"/>
                  <a:pt x="34649" y="10355"/>
                </a:cubicBezTo>
                <a:cubicBezTo>
                  <a:pt x="32027" y="8418"/>
                  <a:pt x="28663" y="7632"/>
                  <a:pt x="24628" y="8025"/>
                </a:cubicBezTo>
                <a:lnTo>
                  <a:pt x="29129" y="32770"/>
                </a:lnTo>
                <a:close/>
                <a:moveTo>
                  <a:pt x="29129" y="3277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93BAA-AA62-470B-8A81-DD7A0A85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516" y="936589"/>
            <a:ext cx="46198" cy="38232"/>
          </a:xfrm>
          <a:custGeom xmlns:a="http://schemas.openxmlformats.org/drawingml/2006/main">
            <a:pathLst>
              <a:path w="46198" h="38232">
                <a:moveTo>
                  <a:pt x="45222" y="31168"/>
                </a:moveTo>
                <a:lnTo>
                  <a:pt x="38741" y="32362"/>
                </a:lnTo>
                <a:cubicBezTo>
                  <a:pt x="39484" y="30207"/>
                  <a:pt x="39936" y="28095"/>
                  <a:pt x="40110" y="25997"/>
                </a:cubicBezTo>
                <a:cubicBezTo>
                  <a:pt x="40271" y="23944"/>
                  <a:pt x="40212" y="21905"/>
                  <a:pt x="39819" y="19910"/>
                </a:cubicBezTo>
                <a:cubicBezTo>
                  <a:pt x="39018" y="15351"/>
                  <a:pt x="36979" y="12118"/>
                  <a:pt x="33615" y="10122"/>
                </a:cubicBezTo>
                <a:cubicBezTo>
                  <a:pt x="30323" y="8185"/>
                  <a:pt x="26114" y="7617"/>
                  <a:pt x="20929" y="8593"/>
                </a:cubicBezTo>
                <a:cubicBezTo>
                  <a:pt x="15759" y="9496"/>
                  <a:pt x="12001" y="11491"/>
                  <a:pt x="9554" y="14506"/>
                </a:cubicBezTo>
                <a:cubicBezTo>
                  <a:pt x="7166" y="17521"/>
                  <a:pt x="6365" y="21279"/>
                  <a:pt x="7166" y="25764"/>
                </a:cubicBezTo>
                <a:cubicBezTo>
                  <a:pt x="7559" y="27760"/>
                  <a:pt x="8185" y="29755"/>
                  <a:pt x="9044" y="31634"/>
                </a:cubicBezTo>
                <a:cubicBezTo>
                  <a:pt x="9947" y="33513"/>
                  <a:pt x="11142" y="35333"/>
                  <a:pt x="12569" y="37096"/>
                </a:cubicBezTo>
                <a:lnTo>
                  <a:pt x="6146" y="38232"/>
                </a:lnTo>
                <a:cubicBezTo>
                  <a:pt x="4894" y="36469"/>
                  <a:pt x="3860" y="34590"/>
                  <a:pt x="3015" y="32595"/>
                </a:cubicBezTo>
                <a:cubicBezTo>
                  <a:pt x="2214" y="30600"/>
                  <a:pt x="1529" y="28444"/>
                  <a:pt x="1136" y="26056"/>
                </a:cubicBezTo>
                <a:cubicBezTo>
                  <a:pt x="0" y="19676"/>
                  <a:pt x="1078" y="14273"/>
                  <a:pt x="4428" y="9787"/>
                </a:cubicBezTo>
                <a:cubicBezTo>
                  <a:pt x="7734" y="5345"/>
                  <a:pt x="12802" y="2447"/>
                  <a:pt x="19618" y="1253"/>
                </a:cubicBezTo>
                <a:cubicBezTo>
                  <a:pt x="26507" y="0"/>
                  <a:pt x="32260" y="903"/>
                  <a:pt x="36921" y="3976"/>
                </a:cubicBezTo>
                <a:cubicBezTo>
                  <a:pt x="41581" y="7049"/>
                  <a:pt x="44480" y="11943"/>
                  <a:pt x="45674" y="18540"/>
                </a:cubicBezTo>
                <a:cubicBezTo>
                  <a:pt x="46023" y="20652"/>
                  <a:pt x="46198" y="22808"/>
                  <a:pt x="46140" y="24920"/>
                </a:cubicBezTo>
                <a:cubicBezTo>
                  <a:pt x="46082" y="27017"/>
                  <a:pt x="45732" y="29129"/>
                  <a:pt x="45222" y="31168"/>
                </a:cubicBezTo>
                <a:close/>
                <a:moveTo>
                  <a:pt x="45222" y="311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DBB78-C658-43B2-B591-2E7460B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172" y="976350"/>
            <a:ext cx="60078" cy="46082"/>
          </a:xfrm>
          <a:custGeom xmlns:a="http://schemas.openxmlformats.org/drawingml/2006/main">
            <a:pathLst>
              <a:path w="60078" h="46082">
                <a:moveTo>
                  <a:pt x="31911" y="41479"/>
                </a:moveTo>
                <a:lnTo>
                  <a:pt x="6365" y="46082"/>
                </a:lnTo>
                <a:lnTo>
                  <a:pt x="5112" y="39091"/>
                </a:lnTo>
                <a:lnTo>
                  <a:pt x="30440" y="34532"/>
                </a:lnTo>
                <a:cubicBezTo>
                  <a:pt x="34474" y="33804"/>
                  <a:pt x="37314" y="32493"/>
                  <a:pt x="39018" y="30556"/>
                </a:cubicBezTo>
                <a:cubicBezTo>
                  <a:pt x="40737" y="28677"/>
                  <a:pt x="41305" y="26114"/>
                  <a:pt x="40737" y="22983"/>
                </a:cubicBezTo>
                <a:cubicBezTo>
                  <a:pt x="40052" y="19240"/>
                  <a:pt x="38348" y="16501"/>
                  <a:pt x="35552" y="14797"/>
                </a:cubicBezTo>
                <a:cubicBezTo>
                  <a:pt x="32770" y="13035"/>
                  <a:pt x="29304" y="12525"/>
                  <a:pt x="25196" y="13254"/>
                </a:cubicBezTo>
                <a:lnTo>
                  <a:pt x="1253" y="17579"/>
                </a:lnTo>
                <a:lnTo>
                  <a:pt x="0" y="10588"/>
                </a:lnTo>
                <a:lnTo>
                  <a:pt x="58826" y="0"/>
                </a:lnTo>
                <a:lnTo>
                  <a:pt x="60078" y="7005"/>
                </a:lnTo>
                <a:lnTo>
                  <a:pt x="36979" y="11156"/>
                </a:lnTo>
                <a:cubicBezTo>
                  <a:pt x="39877" y="12351"/>
                  <a:pt x="42091" y="13996"/>
                  <a:pt x="43751" y="15992"/>
                </a:cubicBezTo>
                <a:cubicBezTo>
                  <a:pt x="45455" y="18031"/>
                  <a:pt x="46533" y="20536"/>
                  <a:pt x="47043" y="23449"/>
                </a:cubicBezTo>
                <a:cubicBezTo>
                  <a:pt x="47961" y="28342"/>
                  <a:pt x="47101" y="32260"/>
                  <a:pt x="44538" y="35333"/>
                </a:cubicBezTo>
                <a:cubicBezTo>
                  <a:pt x="41989" y="38348"/>
                  <a:pt x="37780" y="40402"/>
                  <a:pt x="31911" y="41479"/>
                </a:cubicBezTo>
                <a:close/>
                <a:moveTo>
                  <a:pt x="31911" y="414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10DB5-6C9A-48D3-B022-71AF0136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921" y="1026582"/>
            <a:ext cx="60996" cy="55083"/>
          </a:xfrm>
          <a:custGeom xmlns:a="http://schemas.openxmlformats.org/drawingml/2006/main">
            <a:pathLst>
              <a:path w="60996" h="55083">
                <a:moveTo>
                  <a:pt x="13195" y="46999"/>
                </a:moveTo>
                <a:lnTo>
                  <a:pt x="28328" y="44261"/>
                </a:lnTo>
                <a:lnTo>
                  <a:pt x="26056" y="31809"/>
                </a:lnTo>
                <a:lnTo>
                  <a:pt x="32377" y="30673"/>
                </a:lnTo>
                <a:lnTo>
                  <a:pt x="35959" y="50699"/>
                </a:lnTo>
                <a:lnTo>
                  <a:pt x="11724" y="55083"/>
                </a:lnTo>
                <a:cubicBezTo>
                  <a:pt x="9103" y="52519"/>
                  <a:pt x="6947" y="49563"/>
                  <a:pt x="5229" y="46198"/>
                </a:cubicBezTo>
                <a:cubicBezTo>
                  <a:pt x="3525" y="42848"/>
                  <a:pt x="2330" y="39149"/>
                  <a:pt x="1588" y="35115"/>
                </a:cubicBezTo>
                <a:cubicBezTo>
                  <a:pt x="0" y="26289"/>
                  <a:pt x="1311" y="18890"/>
                  <a:pt x="5578" y="13035"/>
                </a:cubicBezTo>
                <a:cubicBezTo>
                  <a:pt x="9846" y="7122"/>
                  <a:pt x="16560" y="3306"/>
                  <a:pt x="25779" y="1660"/>
                </a:cubicBezTo>
                <a:cubicBezTo>
                  <a:pt x="34984" y="0"/>
                  <a:pt x="42615" y="1194"/>
                  <a:pt x="48645" y="5243"/>
                </a:cubicBezTo>
                <a:cubicBezTo>
                  <a:pt x="54733" y="9278"/>
                  <a:pt x="58549" y="15715"/>
                  <a:pt x="60136" y="24526"/>
                </a:cubicBezTo>
                <a:cubicBezTo>
                  <a:pt x="60763" y="28226"/>
                  <a:pt x="60996" y="31809"/>
                  <a:pt x="60646" y="35275"/>
                </a:cubicBezTo>
                <a:cubicBezTo>
                  <a:pt x="60369" y="38756"/>
                  <a:pt x="59568" y="42047"/>
                  <a:pt x="58316" y="45179"/>
                </a:cubicBezTo>
                <a:lnTo>
                  <a:pt x="50174" y="46664"/>
                </a:lnTo>
                <a:cubicBezTo>
                  <a:pt x="52053" y="43358"/>
                  <a:pt x="53306" y="40052"/>
                  <a:pt x="53932" y="36644"/>
                </a:cubicBezTo>
                <a:cubicBezTo>
                  <a:pt x="54616" y="33294"/>
                  <a:pt x="54616" y="29813"/>
                  <a:pt x="53990" y="26347"/>
                </a:cubicBezTo>
                <a:cubicBezTo>
                  <a:pt x="52738" y="19400"/>
                  <a:pt x="49839" y="14564"/>
                  <a:pt x="45397" y="11783"/>
                </a:cubicBezTo>
                <a:cubicBezTo>
                  <a:pt x="40911" y="9059"/>
                  <a:pt x="34823" y="8375"/>
                  <a:pt x="27192" y="9729"/>
                </a:cubicBezTo>
                <a:cubicBezTo>
                  <a:pt x="19575" y="11098"/>
                  <a:pt x="14171" y="13836"/>
                  <a:pt x="10923" y="17987"/>
                </a:cubicBezTo>
                <a:cubicBezTo>
                  <a:pt x="7734" y="22196"/>
                  <a:pt x="6714" y="27716"/>
                  <a:pt x="7967" y="34590"/>
                </a:cubicBezTo>
                <a:cubicBezTo>
                  <a:pt x="8476" y="37329"/>
                  <a:pt x="9103" y="39659"/>
                  <a:pt x="9962" y="41712"/>
                </a:cubicBezTo>
                <a:cubicBezTo>
                  <a:pt x="10807" y="43751"/>
                  <a:pt x="11885" y="45514"/>
                  <a:pt x="13195" y="46999"/>
                </a:cubicBezTo>
                <a:close/>
                <a:moveTo>
                  <a:pt x="13195" y="4699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9C992-AD99-4342-91E6-AE17F7DA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849" y="1085641"/>
            <a:ext cx="60078" cy="17579"/>
          </a:xfrm>
          <a:custGeom xmlns:a="http://schemas.openxmlformats.org/drawingml/2006/main">
            <a:pathLst>
              <a:path w="60078" h="17579">
                <a:moveTo>
                  <a:pt x="58826" y="0"/>
                </a:moveTo>
                <a:lnTo>
                  <a:pt x="60078" y="6947"/>
                </a:lnTo>
                <a:lnTo>
                  <a:pt x="1253" y="17579"/>
                </a:lnTo>
                <a:lnTo>
                  <a:pt x="0" y="10588"/>
                </a:lnTo>
                <a:lnTo>
                  <a:pt x="58826" y="0"/>
                </a:lnTo>
                <a:close/>
                <a:moveTo>
                  <a:pt x="5882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F7AA5-98B9-4F38-90B3-79AD6CC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524" y="1109658"/>
            <a:ext cx="46591" cy="41348"/>
          </a:xfrm>
          <a:custGeom xmlns:a="http://schemas.openxmlformats.org/drawingml/2006/main">
            <a:pathLst>
              <a:path w="46591" h="41348">
                <a:moveTo>
                  <a:pt x="39644" y="17739"/>
                </a:moveTo>
                <a:cubicBezTo>
                  <a:pt x="38960" y="14040"/>
                  <a:pt x="36979" y="11317"/>
                  <a:pt x="33673" y="9671"/>
                </a:cubicBezTo>
                <a:cubicBezTo>
                  <a:pt x="30381" y="8069"/>
                  <a:pt x="26172" y="7675"/>
                  <a:pt x="21104" y="8578"/>
                </a:cubicBezTo>
                <a:cubicBezTo>
                  <a:pt x="16035" y="9496"/>
                  <a:pt x="12278" y="11317"/>
                  <a:pt x="9729" y="13996"/>
                </a:cubicBezTo>
                <a:cubicBezTo>
                  <a:pt x="7224" y="16662"/>
                  <a:pt x="6306" y="19910"/>
                  <a:pt x="6991" y="23609"/>
                </a:cubicBezTo>
                <a:cubicBezTo>
                  <a:pt x="7617" y="27352"/>
                  <a:pt x="9612" y="30032"/>
                  <a:pt x="12962" y="31619"/>
                </a:cubicBezTo>
                <a:cubicBezTo>
                  <a:pt x="16268" y="33280"/>
                  <a:pt x="20419" y="33673"/>
                  <a:pt x="25488" y="32770"/>
                </a:cubicBezTo>
                <a:cubicBezTo>
                  <a:pt x="30483" y="31852"/>
                  <a:pt x="34241" y="30032"/>
                  <a:pt x="36804" y="27352"/>
                </a:cubicBezTo>
                <a:cubicBezTo>
                  <a:pt x="39368" y="24628"/>
                  <a:pt x="40271" y="21439"/>
                  <a:pt x="39644" y="17739"/>
                </a:cubicBezTo>
                <a:close/>
                <a:moveTo>
                  <a:pt x="45514" y="16662"/>
                </a:moveTo>
                <a:cubicBezTo>
                  <a:pt x="46591" y="22750"/>
                  <a:pt x="45514" y="27818"/>
                  <a:pt x="42208" y="32027"/>
                </a:cubicBezTo>
                <a:cubicBezTo>
                  <a:pt x="38858" y="36178"/>
                  <a:pt x="33731" y="38858"/>
                  <a:pt x="26798" y="40096"/>
                </a:cubicBezTo>
                <a:cubicBezTo>
                  <a:pt x="19851" y="41348"/>
                  <a:pt x="14098" y="40620"/>
                  <a:pt x="9554" y="37882"/>
                </a:cubicBezTo>
                <a:cubicBezTo>
                  <a:pt x="4996" y="35158"/>
                  <a:pt x="2156" y="30716"/>
                  <a:pt x="1078" y="24687"/>
                </a:cubicBezTo>
                <a:cubicBezTo>
                  <a:pt x="0" y="18599"/>
                  <a:pt x="1078" y="13530"/>
                  <a:pt x="4428" y="9379"/>
                </a:cubicBezTo>
                <a:cubicBezTo>
                  <a:pt x="7734" y="5229"/>
                  <a:pt x="12846" y="2491"/>
                  <a:pt x="19793" y="1238"/>
                </a:cubicBezTo>
                <a:cubicBezTo>
                  <a:pt x="26740" y="0"/>
                  <a:pt x="32479" y="728"/>
                  <a:pt x="37037" y="3466"/>
                </a:cubicBezTo>
                <a:cubicBezTo>
                  <a:pt x="41581" y="6190"/>
                  <a:pt x="44421" y="10632"/>
                  <a:pt x="45514" y="16662"/>
                </a:cubicBezTo>
                <a:close/>
                <a:moveTo>
                  <a:pt x="45514" y="1666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A3A67-7899-431C-876B-DB82682D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199" y="1154254"/>
            <a:ext cx="60078" cy="45863"/>
          </a:xfrm>
          <a:custGeom xmlns:a="http://schemas.openxmlformats.org/drawingml/2006/main">
            <a:pathLst>
              <a:path w="60078" h="45863">
                <a:moveTo>
                  <a:pt x="26682" y="37430"/>
                </a:moveTo>
                <a:cubicBezTo>
                  <a:pt x="31809" y="36527"/>
                  <a:pt x="35610" y="34765"/>
                  <a:pt x="38115" y="32085"/>
                </a:cubicBezTo>
                <a:cubicBezTo>
                  <a:pt x="40678" y="29464"/>
                  <a:pt x="41581" y="26347"/>
                  <a:pt x="40970" y="22648"/>
                </a:cubicBezTo>
                <a:cubicBezTo>
                  <a:pt x="40285" y="18948"/>
                  <a:pt x="38290" y="16327"/>
                  <a:pt x="35042" y="14739"/>
                </a:cubicBezTo>
                <a:cubicBezTo>
                  <a:pt x="31750" y="13195"/>
                  <a:pt x="27541" y="12860"/>
                  <a:pt x="22415" y="13763"/>
                </a:cubicBezTo>
                <a:cubicBezTo>
                  <a:pt x="17288" y="14681"/>
                  <a:pt x="13487" y="16443"/>
                  <a:pt x="10923" y="19123"/>
                </a:cubicBezTo>
                <a:cubicBezTo>
                  <a:pt x="8418" y="21730"/>
                  <a:pt x="7515" y="24861"/>
                  <a:pt x="8141" y="28561"/>
                </a:cubicBezTo>
                <a:cubicBezTo>
                  <a:pt x="8811" y="32260"/>
                  <a:pt x="10807" y="34882"/>
                  <a:pt x="14055" y="36469"/>
                </a:cubicBezTo>
                <a:cubicBezTo>
                  <a:pt x="17346" y="37998"/>
                  <a:pt x="21555" y="38348"/>
                  <a:pt x="26682" y="37430"/>
                </a:cubicBezTo>
                <a:close/>
                <a:moveTo>
                  <a:pt x="37212" y="11098"/>
                </a:moveTo>
                <a:cubicBezTo>
                  <a:pt x="39994" y="12118"/>
                  <a:pt x="42164" y="13661"/>
                  <a:pt x="43810" y="15642"/>
                </a:cubicBezTo>
                <a:cubicBezTo>
                  <a:pt x="45397" y="17637"/>
                  <a:pt x="46533" y="20201"/>
                  <a:pt x="47043" y="23332"/>
                </a:cubicBezTo>
                <a:cubicBezTo>
                  <a:pt x="48019" y="28444"/>
                  <a:pt x="46708" y="33003"/>
                  <a:pt x="43242" y="36921"/>
                </a:cubicBezTo>
                <a:cubicBezTo>
                  <a:pt x="39717" y="40911"/>
                  <a:pt x="34649" y="43460"/>
                  <a:pt x="27993" y="44654"/>
                </a:cubicBezTo>
                <a:cubicBezTo>
                  <a:pt x="21337" y="45863"/>
                  <a:pt x="15642" y="45237"/>
                  <a:pt x="10982" y="42732"/>
                </a:cubicBezTo>
                <a:cubicBezTo>
                  <a:pt x="6365" y="40285"/>
                  <a:pt x="3525" y="36469"/>
                  <a:pt x="2622" y="31299"/>
                </a:cubicBezTo>
                <a:cubicBezTo>
                  <a:pt x="2054" y="28226"/>
                  <a:pt x="2214" y="25429"/>
                  <a:pt x="3015" y="22983"/>
                </a:cubicBezTo>
                <a:cubicBezTo>
                  <a:pt x="3874" y="20536"/>
                  <a:pt x="5403" y="18380"/>
                  <a:pt x="7617" y="16443"/>
                </a:cubicBezTo>
                <a:lnTo>
                  <a:pt x="1311" y="17579"/>
                </a:lnTo>
                <a:lnTo>
                  <a:pt x="0" y="10588"/>
                </a:lnTo>
                <a:lnTo>
                  <a:pt x="58826" y="0"/>
                </a:lnTo>
                <a:lnTo>
                  <a:pt x="60078" y="7005"/>
                </a:lnTo>
                <a:lnTo>
                  <a:pt x="37212" y="11098"/>
                </a:lnTo>
                <a:close/>
                <a:moveTo>
                  <a:pt x="37212" y="110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57285-7E3A-431C-A72D-0BA35E77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02" y="1207399"/>
            <a:ext cx="46941" cy="39936"/>
          </a:xfrm>
          <a:custGeom xmlns:a="http://schemas.openxmlformats.org/drawingml/2006/main">
            <a:pathLst>
              <a:path w="46941" h="39936">
                <a:moveTo>
                  <a:pt x="24585" y="22240"/>
                </a:moveTo>
                <a:cubicBezTo>
                  <a:pt x="23551" y="16603"/>
                  <a:pt x="22182" y="12846"/>
                  <a:pt x="20536" y="10923"/>
                </a:cubicBezTo>
                <a:cubicBezTo>
                  <a:pt x="18890" y="8986"/>
                  <a:pt x="16501" y="8302"/>
                  <a:pt x="13370" y="8870"/>
                </a:cubicBezTo>
                <a:cubicBezTo>
                  <a:pt x="10923" y="9263"/>
                  <a:pt x="9103" y="10457"/>
                  <a:pt x="7967" y="12336"/>
                </a:cubicBezTo>
                <a:cubicBezTo>
                  <a:pt x="6772" y="14215"/>
                  <a:pt x="6481" y="16603"/>
                  <a:pt x="6947" y="19400"/>
                </a:cubicBezTo>
                <a:cubicBezTo>
                  <a:pt x="7675" y="23201"/>
                  <a:pt x="9612" y="26099"/>
                  <a:pt x="12744" y="27920"/>
                </a:cubicBezTo>
                <a:cubicBezTo>
                  <a:pt x="15875" y="29740"/>
                  <a:pt x="19735" y="30265"/>
                  <a:pt x="24293" y="29464"/>
                </a:cubicBezTo>
                <a:lnTo>
                  <a:pt x="25823" y="29172"/>
                </a:lnTo>
                <a:lnTo>
                  <a:pt x="24585" y="22240"/>
                </a:lnTo>
                <a:close/>
                <a:moveTo>
                  <a:pt x="29930" y="35610"/>
                </a:moveTo>
                <a:lnTo>
                  <a:pt x="5797" y="39936"/>
                </a:lnTo>
                <a:lnTo>
                  <a:pt x="4544" y="32988"/>
                </a:lnTo>
                <a:lnTo>
                  <a:pt x="10982" y="31852"/>
                </a:lnTo>
                <a:cubicBezTo>
                  <a:pt x="8141" y="30716"/>
                  <a:pt x="5855" y="29071"/>
                  <a:pt x="4209" y="26900"/>
                </a:cubicBezTo>
                <a:cubicBezTo>
                  <a:pt x="2563" y="24803"/>
                  <a:pt x="1427" y="22007"/>
                  <a:pt x="801" y="18540"/>
                </a:cubicBezTo>
                <a:cubicBezTo>
                  <a:pt x="0" y="14215"/>
                  <a:pt x="626" y="10574"/>
                  <a:pt x="2622" y="7559"/>
                </a:cubicBezTo>
                <a:cubicBezTo>
                  <a:pt x="4544" y="4602"/>
                  <a:pt x="7573" y="2724"/>
                  <a:pt x="11666" y="1981"/>
                </a:cubicBezTo>
                <a:cubicBezTo>
                  <a:pt x="16443" y="1136"/>
                  <a:pt x="20317" y="2039"/>
                  <a:pt x="23332" y="4835"/>
                </a:cubicBezTo>
                <a:cubicBezTo>
                  <a:pt x="26289" y="7559"/>
                  <a:pt x="28328" y="12118"/>
                  <a:pt x="29464" y="18424"/>
                </a:cubicBezTo>
                <a:lnTo>
                  <a:pt x="31241" y="28211"/>
                </a:lnTo>
                <a:lnTo>
                  <a:pt x="31969" y="28036"/>
                </a:lnTo>
                <a:cubicBezTo>
                  <a:pt x="35158" y="27468"/>
                  <a:pt x="37430" y="25997"/>
                  <a:pt x="38800" y="23551"/>
                </a:cubicBezTo>
                <a:cubicBezTo>
                  <a:pt x="40169" y="21162"/>
                  <a:pt x="40504" y="18031"/>
                  <a:pt x="39819" y="14215"/>
                </a:cubicBezTo>
                <a:cubicBezTo>
                  <a:pt x="39368" y="11826"/>
                  <a:pt x="38683" y="9496"/>
                  <a:pt x="37664" y="7326"/>
                </a:cubicBezTo>
                <a:cubicBezTo>
                  <a:pt x="36702" y="5112"/>
                  <a:pt x="35450" y="3059"/>
                  <a:pt x="33906" y="1194"/>
                </a:cubicBezTo>
                <a:lnTo>
                  <a:pt x="40343" y="0"/>
                </a:lnTo>
                <a:cubicBezTo>
                  <a:pt x="41756" y="2389"/>
                  <a:pt x="42950" y="4719"/>
                  <a:pt x="43868" y="7049"/>
                </a:cubicBezTo>
                <a:cubicBezTo>
                  <a:pt x="44771" y="9321"/>
                  <a:pt x="45455" y="11593"/>
                  <a:pt x="45849" y="13880"/>
                </a:cubicBezTo>
                <a:cubicBezTo>
                  <a:pt x="46941" y="20011"/>
                  <a:pt x="46198" y="24861"/>
                  <a:pt x="43577" y="28503"/>
                </a:cubicBezTo>
                <a:cubicBezTo>
                  <a:pt x="40911" y="32085"/>
                  <a:pt x="36411" y="34416"/>
                  <a:pt x="29930" y="35610"/>
                </a:cubicBezTo>
                <a:close/>
                <a:moveTo>
                  <a:pt x="29930" y="3561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0AF38-EAD3-484B-9710-23788C2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662" y="1251093"/>
            <a:ext cx="60078" cy="17521"/>
          </a:xfrm>
          <a:custGeom xmlns:a="http://schemas.openxmlformats.org/drawingml/2006/main">
            <a:pathLst>
              <a:path w="60078" h="17521">
                <a:moveTo>
                  <a:pt x="58826" y="0"/>
                </a:moveTo>
                <a:lnTo>
                  <a:pt x="60078" y="6933"/>
                </a:lnTo>
                <a:lnTo>
                  <a:pt x="1253" y="17521"/>
                </a:lnTo>
                <a:lnTo>
                  <a:pt x="0" y="10574"/>
                </a:lnTo>
                <a:lnTo>
                  <a:pt x="58826" y="0"/>
                </a:lnTo>
                <a:close/>
                <a:moveTo>
                  <a:pt x="5882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69967-7744-488B-90CD-1447347B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594" y="1273332"/>
            <a:ext cx="64112" cy="52854"/>
          </a:xfrm>
          <a:custGeom xmlns:a="http://schemas.openxmlformats.org/drawingml/2006/main">
            <a:pathLst>
              <a:path w="64112" h="52854">
                <a:moveTo>
                  <a:pt x="56437" y="0"/>
                </a:moveTo>
                <a:lnTo>
                  <a:pt x="58316" y="10239"/>
                </a:lnTo>
                <a:lnTo>
                  <a:pt x="15584" y="43810"/>
                </a:lnTo>
                <a:lnTo>
                  <a:pt x="62802" y="35275"/>
                </a:lnTo>
                <a:lnTo>
                  <a:pt x="64112" y="42674"/>
                </a:lnTo>
                <a:lnTo>
                  <a:pt x="7734" y="52854"/>
                </a:lnTo>
                <a:lnTo>
                  <a:pt x="5855" y="42557"/>
                </a:lnTo>
                <a:lnTo>
                  <a:pt x="48529" y="9044"/>
                </a:lnTo>
                <a:lnTo>
                  <a:pt x="1369" y="17579"/>
                </a:lnTo>
                <a:lnTo>
                  <a:pt x="0" y="10122"/>
                </a:lnTo>
                <a:lnTo>
                  <a:pt x="56437" y="0"/>
                </a:lnTo>
                <a:close/>
                <a:moveTo>
                  <a:pt x="5643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9C5EE-64FF-469F-8CC1-351EAE35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052" y="1331197"/>
            <a:ext cx="64127" cy="52898"/>
          </a:xfrm>
          <a:custGeom xmlns:a="http://schemas.openxmlformats.org/drawingml/2006/main">
            <a:pathLst>
              <a:path w="64127" h="52898">
                <a:moveTo>
                  <a:pt x="56452" y="0"/>
                </a:moveTo>
                <a:lnTo>
                  <a:pt x="58258" y="10297"/>
                </a:lnTo>
                <a:lnTo>
                  <a:pt x="15598" y="43795"/>
                </a:lnTo>
                <a:lnTo>
                  <a:pt x="62758" y="35319"/>
                </a:lnTo>
                <a:lnTo>
                  <a:pt x="64127" y="42717"/>
                </a:lnTo>
                <a:lnTo>
                  <a:pt x="7690" y="52898"/>
                </a:lnTo>
                <a:lnTo>
                  <a:pt x="5811" y="42601"/>
                </a:lnTo>
                <a:lnTo>
                  <a:pt x="48543" y="9088"/>
                </a:lnTo>
                <a:lnTo>
                  <a:pt x="1311" y="17579"/>
                </a:lnTo>
                <a:lnTo>
                  <a:pt x="0" y="10181"/>
                </a:lnTo>
                <a:lnTo>
                  <a:pt x="56452" y="0"/>
                </a:lnTo>
                <a:close/>
                <a:moveTo>
                  <a:pt x="5645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94D0C-53C7-4FCE-86BF-CE6D7BE1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465" y="1389105"/>
            <a:ext cx="57806" cy="45281"/>
          </a:xfrm>
          <a:custGeom xmlns:a="http://schemas.openxmlformats.org/drawingml/2006/main">
            <a:pathLst>
              <a:path w="57806" h="45281">
                <a:moveTo>
                  <a:pt x="56437" y="0"/>
                </a:moveTo>
                <a:lnTo>
                  <a:pt x="57806" y="7632"/>
                </a:lnTo>
                <a:lnTo>
                  <a:pt x="7792" y="16676"/>
                </a:lnTo>
                <a:lnTo>
                  <a:pt x="12744" y="44145"/>
                </a:lnTo>
                <a:lnTo>
                  <a:pt x="6321" y="45281"/>
                </a:lnTo>
                <a:lnTo>
                  <a:pt x="0" y="10181"/>
                </a:lnTo>
                <a:lnTo>
                  <a:pt x="56437" y="0"/>
                </a:lnTo>
                <a:close/>
                <a:moveTo>
                  <a:pt x="5643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D7051-4627-41C1-BDBD-71EEABC9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257" y="1432230"/>
            <a:ext cx="65715" cy="61782"/>
          </a:xfrm>
          <a:custGeom xmlns:a="http://schemas.openxmlformats.org/drawingml/2006/main">
            <a:pathLst>
              <a:path w="65715" h="61782">
                <a:moveTo>
                  <a:pt x="56452" y="0"/>
                </a:moveTo>
                <a:lnTo>
                  <a:pt x="58491" y="11375"/>
                </a:lnTo>
                <a:lnTo>
                  <a:pt x="22648" y="32712"/>
                </a:lnTo>
                <a:lnTo>
                  <a:pt x="63676" y="40227"/>
                </a:lnTo>
                <a:lnTo>
                  <a:pt x="65715" y="51660"/>
                </a:lnTo>
                <a:lnTo>
                  <a:pt x="9278" y="61782"/>
                </a:lnTo>
                <a:lnTo>
                  <a:pt x="7967" y="54325"/>
                </a:lnTo>
                <a:lnTo>
                  <a:pt x="57529" y="45397"/>
                </a:lnTo>
                <a:lnTo>
                  <a:pt x="16166" y="37838"/>
                </a:lnTo>
                <a:lnTo>
                  <a:pt x="14797" y="30148"/>
                </a:lnTo>
                <a:lnTo>
                  <a:pt x="50873" y="8651"/>
                </a:lnTo>
                <a:lnTo>
                  <a:pt x="1311" y="17579"/>
                </a:lnTo>
                <a:lnTo>
                  <a:pt x="0" y="10181"/>
                </a:lnTo>
                <a:lnTo>
                  <a:pt x="56452" y="0"/>
                </a:lnTo>
                <a:close/>
                <a:moveTo>
                  <a:pt x="5645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5B19A-2EFA-49CE-AACA-6B7F287E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939" y="343833"/>
            <a:ext cx="60195" cy="39936"/>
          </a:xfrm>
          <a:custGeom xmlns:a="http://schemas.openxmlformats.org/drawingml/2006/main">
            <a:pathLst>
              <a:path w="60195" h="39936">
                <a:moveTo>
                  <a:pt x="51543" y="8578"/>
                </a:moveTo>
                <a:lnTo>
                  <a:pt x="30207" y="11652"/>
                </a:lnTo>
                <a:lnTo>
                  <a:pt x="31634" y="21322"/>
                </a:lnTo>
                <a:cubicBezTo>
                  <a:pt x="32144" y="24905"/>
                  <a:pt x="33454" y="27527"/>
                  <a:pt x="35610" y="29231"/>
                </a:cubicBezTo>
                <a:cubicBezTo>
                  <a:pt x="37722" y="30891"/>
                  <a:pt x="40504" y="31517"/>
                  <a:pt x="43926" y="30993"/>
                </a:cubicBezTo>
                <a:cubicBezTo>
                  <a:pt x="47334" y="30483"/>
                  <a:pt x="49781" y="29129"/>
                  <a:pt x="51383" y="26900"/>
                </a:cubicBezTo>
                <a:cubicBezTo>
                  <a:pt x="52912" y="24687"/>
                  <a:pt x="53480" y="21788"/>
                  <a:pt x="52912" y="18249"/>
                </a:cubicBezTo>
                <a:lnTo>
                  <a:pt x="51543" y="8578"/>
                </a:lnTo>
                <a:close/>
                <a:moveTo>
                  <a:pt x="56728" y="0"/>
                </a:moveTo>
                <a:lnTo>
                  <a:pt x="59233" y="17346"/>
                </a:lnTo>
                <a:cubicBezTo>
                  <a:pt x="60195" y="23667"/>
                  <a:pt x="59452" y="28721"/>
                  <a:pt x="57005" y="32362"/>
                </a:cubicBezTo>
                <a:cubicBezTo>
                  <a:pt x="54616" y="36061"/>
                  <a:pt x="50640" y="38275"/>
                  <a:pt x="45120" y="39076"/>
                </a:cubicBezTo>
                <a:cubicBezTo>
                  <a:pt x="39484" y="39936"/>
                  <a:pt x="35042" y="38901"/>
                  <a:pt x="31692" y="36061"/>
                </a:cubicBezTo>
                <a:cubicBezTo>
                  <a:pt x="28328" y="33221"/>
                  <a:pt x="26230" y="28604"/>
                  <a:pt x="25313" y="22240"/>
                </a:cubicBezTo>
                <a:lnTo>
                  <a:pt x="23900" y="12627"/>
                </a:lnTo>
                <a:lnTo>
                  <a:pt x="1078" y="15919"/>
                </a:lnTo>
                <a:lnTo>
                  <a:pt x="0" y="8243"/>
                </a:lnTo>
                <a:lnTo>
                  <a:pt x="56728" y="0"/>
                </a:lnTo>
                <a:close/>
                <a:moveTo>
                  <a:pt x="5672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B214F-E52B-4E1E-8B62-3BAD6A6B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479" y="390876"/>
            <a:ext cx="46825" cy="25881"/>
          </a:xfrm>
          <a:custGeom xmlns:a="http://schemas.openxmlformats.org/drawingml/2006/main">
            <a:pathLst>
              <a:path w="46825" h="25881">
                <a:moveTo>
                  <a:pt x="39659" y="25881"/>
                </a:moveTo>
                <a:cubicBezTo>
                  <a:pt x="39994" y="25036"/>
                  <a:pt x="40169" y="24119"/>
                  <a:pt x="40285" y="23157"/>
                </a:cubicBezTo>
                <a:cubicBezTo>
                  <a:pt x="40343" y="22240"/>
                  <a:pt x="40285" y="21162"/>
                  <a:pt x="40169" y="20084"/>
                </a:cubicBezTo>
                <a:cubicBezTo>
                  <a:pt x="39601" y="16094"/>
                  <a:pt x="37838" y="13254"/>
                  <a:pt x="34998" y="11550"/>
                </a:cubicBezTo>
                <a:cubicBezTo>
                  <a:pt x="32085" y="9787"/>
                  <a:pt x="28226" y="9278"/>
                  <a:pt x="23449" y="9962"/>
                </a:cubicBezTo>
                <a:lnTo>
                  <a:pt x="1034" y="13195"/>
                </a:lnTo>
                <a:lnTo>
                  <a:pt x="0" y="6204"/>
                </a:lnTo>
                <a:lnTo>
                  <a:pt x="42557" y="0"/>
                </a:lnTo>
                <a:lnTo>
                  <a:pt x="43591" y="7049"/>
                </a:lnTo>
                <a:lnTo>
                  <a:pt x="36935" y="8025"/>
                </a:lnTo>
                <a:cubicBezTo>
                  <a:pt x="39775" y="9103"/>
                  <a:pt x="41931" y="10749"/>
                  <a:pt x="43533" y="12919"/>
                </a:cubicBezTo>
                <a:cubicBezTo>
                  <a:pt x="45120" y="15074"/>
                  <a:pt x="46198" y="17871"/>
                  <a:pt x="46650" y="21220"/>
                </a:cubicBezTo>
                <a:cubicBezTo>
                  <a:pt x="46766" y="21672"/>
                  <a:pt x="46766" y="22240"/>
                  <a:pt x="46825" y="22808"/>
                </a:cubicBezTo>
                <a:cubicBezTo>
                  <a:pt x="46825" y="23434"/>
                  <a:pt x="46825" y="24060"/>
                  <a:pt x="46825" y="24803"/>
                </a:cubicBezTo>
                <a:lnTo>
                  <a:pt x="39659" y="25881"/>
                </a:lnTo>
                <a:close/>
                <a:moveTo>
                  <a:pt x="39659" y="258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D7BA1-EABD-4A49-BDC6-28DF3513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314" y="420456"/>
            <a:ext cx="46431" cy="41086"/>
          </a:xfrm>
          <a:custGeom xmlns:a="http://schemas.openxmlformats.org/drawingml/2006/main">
            <a:pathLst>
              <a:path w="46431" h="41086">
                <a:moveTo>
                  <a:pt x="39659" y="18147"/>
                </a:moveTo>
                <a:cubicBezTo>
                  <a:pt x="39091" y="14404"/>
                  <a:pt x="37212" y="11666"/>
                  <a:pt x="33964" y="9904"/>
                </a:cubicBezTo>
                <a:cubicBezTo>
                  <a:pt x="30731" y="8141"/>
                  <a:pt x="26580" y="7632"/>
                  <a:pt x="21453" y="8360"/>
                </a:cubicBezTo>
                <a:cubicBezTo>
                  <a:pt x="16385" y="9103"/>
                  <a:pt x="12525" y="10763"/>
                  <a:pt x="9904" y="13370"/>
                </a:cubicBezTo>
                <a:cubicBezTo>
                  <a:pt x="7282" y="15992"/>
                  <a:pt x="6263" y="19123"/>
                  <a:pt x="6831" y="22924"/>
                </a:cubicBezTo>
                <a:cubicBezTo>
                  <a:pt x="7340" y="26624"/>
                  <a:pt x="9219" y="29362"/>
                  <a:pt x="12525" y="31124"/>
                </a:cubicBezTo>
                <a:cubicBezTo>
                  <a:pt x="15759" y="32886"/>
                  <a:pt x="19924" y="33396"/>
                  <a:pt x="24978" y="32653"/>
                </a:cubicBezTo>
                <a:cubicBezTo>
                  <a:pt x="30046" y="31925"/>
                  <a:pt x="33862" y="30265"/>
                  <a:pt x="36527" y="27658"/>
                </a:cubicBezTo>
                <a:cubicBezTo>
                  <a:pt x="39149" y="25036"/>
                  <a:pt x="40169" y="21847"/>
                  <a:pt x="39659" y="18147"/>
                </a:cubicBezTo>
                <a:close/>
                <a:moveTo>
                  <a:pt x="45572" y="17302"/>
                </a:moveTo>
                <a:cubicBezTo>
                  <a:pt x="46431" y="23390"/>
                  <a:pt x="45179" y="28444"/>
                  <a:pt x="41712" y="32493"/>
                </a:cubicBezTo>
                <a:cubicBezTo>
                  <a:pt x="38290" y="36527"/>
                  <a:pt x="33061" y="39033"/>
                  <a:pt x="26056" y="40052"/>
                </a:cubicBezTo>
                <a:cubicBezTo>
                  <a:pt x="19123" y="41086"/>
                  <a:pt x="13370" y="40110"/>
                  <a:pt x="8884" y="37270"/>
                </a:cubicBezTo>
                <a:cubicBezTo>
                  <a:pt x="4442" y="34372"/>
                  <a:pt x="1762" y="29872"/>
                  <a:pt x="859" y="23784"/>
                </a:cubicBezTo>
                <a:cubicBezTo>
                  <a:pt x="0" y="17696"/>
                  <a:pt x="1253" y="12584"/>
                  <a:pt x="4733" y="8535"/>
                </a:cubicBezTo>
                <a:cubicBezTo>
                  <a:pt x="8200" y="4559"/>
                  <a:pt x="13428" y="1995"/>
                  <a:pt x="20376" y="976"/>
                </a:cubicBezTo>
                <a:cubicBezTo>
                  <a:pt x="27366" y="0"/>
                  <a:pt x="33119" y="918"/>
                  <a:pt x="37562" y="3816"/>
                </a:cubicBezTo>
                <a:cubicBezTo>
                  <a:pt x="41989" y="6656"/>
                  <a:pt x="44669" y="11156"/>
                  <a:pt x="45572" y="17302"/>
                </a:cubicBezTo>
                <a:close/>
                <a:moveTo>
                  <a:pt x="45572" y="173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C0D01-E81E-4310-B6B7-E076B7BC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751" y="469786"/>
            <a:ext cx="46708" cy="38683"/>
          </a:xfrm>
          <a:custGeom xmlns:a="http://schemas.openxmlformats.org/drawingml/2006/main">
            <a:pathLst>
              <a:path w="46708" h="38683">
                <a:moveTo>
                  <a:pt x="24293" y="21672"/>
                </a:moveTo>
                <a:cubicBezTo>
                  <a:pt x="23434" y="15992"/>
                  <a:pt x="22240" y="12176"/>
                  <a:pt x="20652" y="10181"/>
                </a:cubicBezTo>
                <a:cubicBezTo>
                  <a:pt x="19007" y="8185"/>
                  <a:pt x="16662" y="7457"/>
                  <a:pt x="13530" y="7850"/>
                </a:cubicBezTo>
                <a:cubicBezTo>
                  <a:pt x="11040" y="8243"/>
                  <a:pt x="9219" y="9336"/>
                  <a:pt x="7967" y="11200"/>
                </a:cubicBezTo>
                <a:cubicBezTo>
                  <a:pt x="6772" y="13035"/>
                  <a:pt x="6365" y="15365"/>
                  <a:pt x="6772" y="18147"/>
                </a:cubicBezTo>
                <a:cubicBezTo>
                  <a:pt x="7340" y="22080"/>
                  <a:pt x="9161" y="24978"/>
                  <a:pt x="12292" y="26915"/>
                </a:cubicBezTo>
                <a:cubicBezTo>
                  <a:pt x="15365" y="28837"/>
                  <a:pt x="19167" y="29522"/>
                  <a:pt x="23725" y="28837"/>
                </a:cubicBezTo>
                <a:lnTo>
                  <a:pt x="25255" y="28619"/>
                </a:lnTo>
                <a:lnTo>
                  <a:pt x="24293" y="21672"/>
                </a:lnTo>
                <a:close/>
                <a:moveTo>
                  <a:pt x="29187" y="35158"/>
                </a:moveTo>
                <a:lnTo>
                  <a:pt x="4894" y="38683"/>
                </a:lnTo>
                <a:lnTo>
                  <a:pt x="3860" y="31750"/>
                </a:lnTo>
                <a:lnTo>
                  <a:pt x="10355" y="30775"/>
                </a:lnTo>
                <a:cubicBezTo>
                  <a:pt x="7559" y="29580"/>
                  <a:pt x="5345" y="27818"/>
                  <a:pt x="3758" y="25662"/>
                </a:cubicBezTo>
                <a:cubicBezTo>
                  <a:pt x="2214" y="23434"/>
                  <a:pt x="1136" y="20594"/>
                  <a:pt x="626" y="17186"/>
                </a:cubicBezTo>
                <a:cubicBezTo>
                  <a:pt x="0" y="12802"/>
                  <a:pt x="743" y="9161"/>
                  <a:pt x="2782" y="6263"/>
                </a:cubicBezTo>
                <a:cubicBezTo>
                  <a:pt x="4894" y="3306"/>
                  <a:pt x="7967" y="1529"/>
                  <a:pt x="12059" y="961"/>
                </a:cubicBezTo>
                <a:cubicBezTo>
                  <a:pt x="16836" y="277"/>
                  <a:pt x="20711" y="1311"/>
                  <a:pt x="23609" y="4209"/>
                </a:cubicBezTo>
                <a:cubicBezTo>
                  <a:pt x="26507" y="7049"/>
                  <a:pt x="28386" y="11666"/>
                  <a:pt x="29347" y="17972"/>
                </a:cubicBezTo>
                <a:lnTo>
                  <a:pt x="30775" y="27818"/>
                </a:lnTo>
                <a:lnTo>
                  <a:pt x="31459" y="27701"/>
                </a:lnTo>
                <a:cubicBezTo>
                  <a:pt x="34649" y="27250"/>
                  <a:pt x="36979" y="25823"/>
                  <a:pt x="38450" y="23434"/>
                </a:cubicBezTo>
                <a:cubicBezTo>
                  <a:pt x="39936" y="21104"/>
                  <a:pt x="40329" y="17972"/>
                  <a:pt x="39819" y="14171"/>
                </a:cubicBezTo>
                <a:cubicBezTo>
                  <a:pt x="39426" y="11724"/>
                  <a:pt x="38800" y="9394"/>
                  <a:pt x="37882" y="7166"/>
                </a:cubicBezTo>
                <a:cubicBezTo>
                  <a:pt x="36979" y="4952"/>
                  <a:pt x="35785" y="2840"/>
                  <a:pt x="34299" y="903"/>
                </a:cubicBezTo>
                <a:lnTo>
                  <a:pt x="40795" y="0"/>
                </a:lnTo>
                <a:cubicBezTo>
                  <a:pt x="42149" y="2389"/>
                  <a:pt x="43242" y="4777"/>
                  <a:pt x="44086" y="7107"/>
                </a:cubicBezTo>
                <a:cubicBezTo>
                  <a:pt x="44887" y="9438"/>
                  <a:pt x="45514" y="11724"/>
                  <a:pt x="45849" y="13996"/>
                </a:cubicBezTo>
                <a:cubicBezTo>
                  <a:pt x="46708" y="20201"/>
                  <a:pt x="45790" y="25036"/>
                  <a:pt x="43067" y="28503"/>
                </a:cubicBezTo>
                <a:cubicBezTo>
                  <a:pt x="40271" y="32027"/>
                  <a:pt x="35668" y="34255"/>
                  <a:pt x="29187" y="35158"/>
                </a:cubicBezTo>
                <a:close/>
                <a:moveTo>
                  <a:pt x="29187" y="351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B17A9-FE60-4363-BDFD-7FF52F3F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310" y="515751"/>
            <a:ext cx="46082" cy="37547"/>
          </a:xfrm>
          <a:custGeom xmlns:a="http://schemas.openxmlformats.org/drawingml/2006/main">
            <a:pathLst>
              <a:path w="46082" h="37547">
                <a:moveTo>
                  <a:pt x="44829" y="31809"/>
                </a:moveTo>
                <a:lnTo>
                  <a:pt x="38290" y="32770"/>
                </a:lnTo>
                <a:cubicBezTo>
                  <a:pt x="39091" y="30673"/>
                  <a:pt x="39601" y="28561"/>
                  <a:pt x="39892" y="26463"/>
                </a:cubicBezTo>
                <a:cubicBezTo>
                  <a:pt x="40110" y="24410"/>
                  <a:pt x="40110" y="22356"/>
                  <a:pt x="39834" y="20317"/>
                </a:cubicBezTo>
                <a:cubicBezTo>
                  <a:pt x="39149" y="15817"/>
                  <a:pt x="37212" y="12467"/>
                  <a:pt x="33964" y="10355"/>
                </a:cubicBezTo>
                <a:cubicBezTo>
                  <a:pt x="30731" y="8316"/>
                  <a:pt x="26522" y="7632"/>
                  <a:pt x="21337" y="8360"/>
                </a:cubicBezTo>
                <a:cubicBezTo>
                  <a:pt x="16108" y="9161"/>
                  <a:pt x="12292" y="10982"/>
                  <a:pt x="9729" y="13880"/>
                </a:cubicBezTo>
                <a:cubicBezTo>
                  <a:pt x="7224" y="16836"/>
                  <a:pt x="6321" y="20536"/>
                  <a:pt x="7005" y="25094"/>
                </a:cubicBezTo>
                <a:cubicBezTo>
                  <a:pt x="7282" y="27133"/>
                  <a:pt x="7850" y="29071"/>
                  <a:pt x="8651" y="31008"/>
                </a:cubicBezTo>
                <a:cubicBezTo>
                  <a:pt x="9511" y="32945"/>
                  <a:pt x="10588" y="34765"/>
                  <a:pt x="12016" y="36586"/>
                </a:cubicBezTo>
                <a:lnTo>
                  <a:pt x="5520" y="37547"/>
                </a:lnTo>
                <a:cubicBezTo>
                  <a:pt x="4326" y="35726"/>
                  <a:pt x="3364" y="33804"/>
                  <a:pt x="2622" y="31750"/>
                </a:cubicBezTo>
                <a:cubicBezTo>
                  <a:pt x="1821" y="29755"/>
                  <a:pt x="1253" y="27541"/>
                  <a:pt x="918" y="25211"/>
                </a:cubicBezTo>
                <a:cubicBezTo>
                  <a:pt x="0" y="18774"/>
                  <a:pt x="1253" y="13428"/>
                  <a:pt x="4777" y="9044"/>
                </a:cubicBezTo>
                <a:cubicBezTo>
                  <a:pt x="8258" y="4675"/>
                  <a:pt x="13428" y="1995"/>
                  <a:pt x="20259" y="1034"/>
                </a:cubicBezTo>
                <a:cubicBezTo>
                  <a:pt x="27206" y="0"/>
                  <a:pt x="32945" y="1136"/>
                  <a:pt x="37445" y="4326"/>
                </a:cubicBezTo>
                <a:cubicBezTo>
                  <a:pt x="41989" y="7573"/>
                  <a:pt x="44727" y="12525"/>
                  <a:pt x="45688" y="19181"/>
                </a:cubicBezTo>
                <a:cubicBezTo>
                  <a:pt x="46023" y="21337"/>
                  <a:pt x="46082" y="23449"/>
                  <a:pt x="45922" y="25546"/>
                </a:cubicBezTo>
                <a:cubicBezTo>
                  <a:pt x="45805" y="27716"/>
                  <a:pt x="45412" y="29755"/>
                  <a:pt x="44829" y="31809"/>
                </a:cubicBezTo>
                <a:close/>
                <a:moveTo>
                  <a:pt x="44829" y="3180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738A2-4C79-4543-B23D-9ACA2A3E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258" y="554274"/>
            <a:ext cx="54383" cy="32712"/>
          </a:xfrm>
          <a:custGeom xmlns:a="http://schemas.openxmlformats.org/drawingml/2006/main">
            <a:pathLst>
              <a:path w="54383" h="32712">
                <a:moveTo>
                  <a:pt x="54383" y="10414"/>
                </a:moveTo>
                <a:lnTo>
                  <a:pt x="42266" y="12176"/>
                </a:lnTo>
                <a:lnTo>
                  <a:pt x="44378" y="26565"/>
                </a:lnTo>
                <a:lnTo>
                  <a:pt x="38974" y="27366"/>
                </a:lnTo>
                <a:lnTo>
                  <a:pt x="36862" y="12904"/>
                </a:lnTo>
                <a:lnTo>
                  <a:pt x="13763" y="16268"/>
                </a:lnTo>
                <a:cubicBezTo>
                  <a:pt x="10297" y="16778"/>
                  <a:pt x="8141" y="17579"/>
                  <a:pt x="7282" y="18715"/>
                </a:cubicBezTo>
                <a:cubicBezTo>
                  <a:pt x="6423" y="19793"/>
                  <a:pt x="6204" y="21788"/>
                  <a:pt x="6598" y="24687"/>
                </a:cubicBezTo>
                <a:lnTo>
                  <a:pt x="7675" y="31852"/>
                </a:lnTo>
                <a:lnTo>
                  <a:pt x="1821" y="32712"/>
                </a:lnTo>
                <a:lnTo>
                  <a:pt x="801" y="25546"/>
                </a:lnTo>
                <a:cubicBezTo>
                  <a:pt x="0" y="20143"/>
                  <a:pt x="451" y="16268"/>
                  <a:pt x="2156" y="13938"/>
                </a:cubicBezTo>
                <a:cubicBezTo>
                  <a:pt x="3874" y="11608"/>
                  <a:pt x="7399" y="10006"/>
                  <a:pt x="12744" y="9263"/>
                </a:cubicBezTo>
                <a:lnTo>
                  <a:pt x="35843" y="5913"/>
                </a:lnTo>
                <a:lnTo>
                  <a:pt x="35100" y="786"/>
                </a:lnTo>
                <a:lnTo>
                  <a:pt x="40504" y="0"/>
                </a:lnTo>
                <a:lnTo>
                  <a:pt x="41246" y="5112"/>
                </a:lnTo>
                <a:lnTo>
                  <a:pt x="53364" y="3350"/>
                </a:lnTo>
                <a:lnTo>
                  <a:pt x="54383" y="10414"/>
                </a:lnTo>
                <a:close/>
                <a:moveTo>
                  <a:pt x="54383" y="104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8D9EA-D9D2-42C5-B863-D6371B56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389" y="587612"/>
            <a:ext cx="60195" cy="15584"/>
          </a:xfrm>
          <a:custGeom xmlns:a="http://schemas.openxmlformats.org/drawingml/2006/main">
            <a:pathLst>
              <a:path w="60195" h="15584">
                <a:moveTo>
                  <a:pt x="42615" y="2389"/>
                </a:moveTo>
                <a:lnTo>
                  <a:pt x="43577" y="9379"/>
                </a:lnTo>
                <a:lnTo>
                  <a:pt x="1020" y="15584"/>
                </a:lnTo>
                <a:lnTo>
                  <a:pt x="0" y="8593"/>
                </a:lnTo>
                <a:lnTo>
                  <a:pt x="42615" y="2389"/>
                </a:lnTo>
                <a:close/>
                <a:moveTo>
                  <a:pt x="59161" y="0"/>
                </a:moveTo>
                <a:lnTo>
                  <a:pt x="60195" y="6991"/>
                </a:lnTo>
                <a:lnTo>
                  <a:pt x="51310" y="8302"/>
                </a:lnTo>
                <a:lnTo>
                  <a:pt x="50291" y="1311"/>
                </a:lnTo>
                <a:lnTo>
                  <a:pt x="59161" y="0"/>
                </a:lnTo>
                <a:close/>
                <a:moveTo>
                  <a:pt x="5916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6D446-0C9C-42B8-A577-56DEC0D5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166" y="606618"/>
            <a:ext cx="46257" cy="41407"/>
          </a:xfrm>
          <a:custGeom xmlns:a="http://schemas.openxmlformats.org/drawingml/2006/main">
            <a:pathLst>
              <a:path w="46257" h="41407">
                <a:moveTo>
                  <a:pt x="40227" y="0"/>
                </a:moveTo>
                <a:lnTo>
                  <a:pt x="41305" y="7384"/>
                </a:lnTo>
                <a:lnTo>
                  <a:pt x="7515" y="25939"/>
                </a:lnTo>
                <a:lnTo>
                  <a:pt x="45164" y="34008"/>
                </a:lnTo>
                <a:lnTo>
                  <a:pt x="46257" y="41407"/>
                </a:lnTo>
                <a:lnTo>
                  <a:pt x="1369" y="31619"/>
                </a:lnTo>
                <a:lnTo>
                  <a:pt x="0" y="22182"/>
                </a:lnTo>
                <a:lnTo>
                  <a:pt x="40227" y="0"/>
                </a:lnTo>
                <a:close/>
                <a:moveTo>
                  <a:pt x="4022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D5ACB-7FD3-43EC-B7B5-A3D8E347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904" y="656793"/>
            <a:ext cx="46373" cy="41581"/>
          </a:xfrm>
          <a:custGeom xmlns:a="http://schemas.openxmlformats.org/drawingml/2006/main">
            <a:pathLst>
              <a:path w="46373" h="41581">
                <a:moveTo>
                  <a:pt x="27658" y="40169"/>
                </a:moveTo>
                <a:lnTo>
                  <a:pt x="24235" y="40678"/>
                </a:lnTo>
                <a:lnTo>
                  <a:pt x="19575" y="8476"/>
                </a:lnTo>
                <a:cubicBezTo>
                  <a:pt x="14797" y="9496"/>
                  <a:pt x="11331" y="11491"/>
                  <a:pt x="9219" y="14448"/>
                </a:cubicBezTo>
                <a:cubicBezTo>
                  <a:pt x="7064" y="17404"/>
                  <a:pt x="6321" y="21220"/>
                  <a:pt x="7005" y="25823"/>
                </a:cubicBezTo>
                <a:cubicBezTo>
                  <a:pt x="7399" y="28561"/>
                  <a:pt x="8083" y="31066"/>
                  <a:pt x="9103" y="33513"/>
                </a:cubicBezTo>
                <a:cubicBezTo>
                  <a:pt x="10137" y="35959"/>
                  <a:pt x="11491" y="38290"/>
                  <a:pt x="13210" y="40620"/>
                </a:cubicBezTo>
                <a:lnTo>
                  <a:pt x="6554" y="41581"/>
                </a:lnTo>
                <a:cubicBezTo>
                  <a:pt x="5127" y="39193"/>
                  <a:pt x="3932" y="36746"/>
                  <a:pt x="3015" y="34183"/>
                </a:cubicBezTo>
                <a:cubicBezTo>
                  <a:pt x="2054" y="31634"/>
                  <a:pt x="1369" y="29012"/>
                  <a:pt x="1034" y="26289"/>
                </a:cubicBezTo>
                <a:cubicBezTo>
                  <a:pt x="0" y="19516"/>
                  <a:pt x="1194" y="13822"/>
                  <a:pt x="4559" y="9321"/>
                </a:cubicBezTo>
                <a:cubicBezTo>
                  <a:pt x="7967" y="4777"/>
                  <a:pt x="13035" y="1995"/>
                  <a:pt x="19749" y="1020"/>
                </a:cubicBezTo>
                <a:cubicBezTo>
                  <a:pt x="26740" y="0"/>
                  <a:pt x="32551" y="1078"/>
                  <a:pt x="37154" y="4267"/>
                </a:cubicBezTo>
                <a:cubicBezTo>
                  <a:pt x="41829" y="7399"/>
                  <a:pt x="44611" y="12176"/>
                  <a:pt x="45514" y="18599"/>
                </a:cubicBezTo>
                <a:cubicBezTo>
                  <a:pt x="46373" y="24293"/>
                  <a:pt x="45179" y="29129"/>
                  <a:pt x="41931" y="32988"/>
                </a:cubicBezTo>
                <a:cubicBezTo>
                  <a:pt x="38756" y="36862"/>
                  <a:pt x="34022" y="39251"/>
                  <a:pt x="27658" y="40169"/>
                </a:cubicBezTo>
                <a:close/>
                <a:moveTo>
                  <a:pt x="28677" y="32886"/>
                </a:moveTo>
                <a:cubicBezTo>
                  <a:pt x="32493" y="32260"/>
                  <a:pt x="35391" y="30716"/>
                  <a:pt x="37387" y="28328"/>
                </a:cubicBezTo>
                <a:cubicBezTo>
                  <a:pt x="39382" y="25881"/>
                  <a:pt x="40110" y="22983"/>
                  <a:pt x="39601" y="19516"/>
                </a:cubicBezTo>
                <a:cubicBezTo>
                  <a:pt x="39033" y="15642"/>
                  <a:pt x="37503" y="12686"/>
                  <a:pt x="34940" y="10632"/>
                </a:cubicBezTo>
                <a:cubicBezTo>
                  <a:pt x="32377" y="8593"/>
                  <a:pt x="29071" y="7734"/>
                  <a:pt x="25036" y="7967"/>
                </a:cubicBezTo>
                <a:lnTo>
                  <a:pt x="28677" y="32886"/>
                </a:lnTo>
                <a:close/>
                <a:moveTo>
                  <a:pt x="28677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767E2-EFB4-4EB5-B345-DF146047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342" y="711351"/>
            <a:ext cx="10807" cy="9438"/>
          </a:xfrm>
          <a:custGeom xmlns:a="http://schemas.openxmlformats.org/drawingml/2006/main">
            <a:pathLst>
              <a:path w="10807" h="9438">
                <a:moveTo>
                  <a:pt x="9671" y="0"/>
                </a:moveTo>
                <a:lnTo>
                  <a:pt x="10807" y="8025"/>
                </a:lnTo>
                <a:lnTo>
                  <a:pt x="1194" y="9438"/>
                </a:lnTo>
                <a:lnTo>
                  <a:pt x="0" y="1427"/>
                </a:lnTo>
                <a:lnTo>
                  <a:pt x="9671" y="0"/>
                </a:lnTo>
                <a:close/>
                <a:moveTo>
                  <a:pt x="967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5707F-5474-4C4A-87FD-6FED98F4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866" y="728580"/>
            <a:ext cx="60195" cy="39892"/>
          </a:xfrm>
          <a:custGeom xmlns:a="http://schemas.openxmlformats.org/drawingml/2006/main">
            <a:pathLst>
              <a:path w="60195" h="39892">
                <a:moveTo>
                  <a:pt x="51543" y="8593"/>
                </a:moveTo>
                <a:lnTo>
                  <a:pt x="30207" y="11666"/>
                </a:lnTo>
                <a:lnTo>
                  <a:pt x="31634" y="21337"/>
                </a:lnTo>
                <a:cubicBezTo>
                  <a:pt x="32144" y="24920"/>
                  <a:pt x="33454" y="27541"/>
                  <a:pt x="35610" y="29187"/>
                </a:cubicBezTo>
                <a:cubicBezTo>
                  <a:pt x="37722" y="30906"/>
                  <a:pt x="40504" y="31474"/>
                  <a:pt x="43926" y="31008"/>
                </a:cubicBezTo>
                <a:cubicBezTo>
                  <a:pt x="47334" y="30498"/>
                  <a:pt x="49781" y="29129"/>
                  <a:pt x="51369" y="26915"/>
                </a:cubicBezTo>
                <a:cubicBezTo>
                  <a:pt x="52912" y="24701"/>
                  <a:pt x="53480" y="21803"/>
                  <a:pt x="52912" y="18205"/>
                </a:cubicBezTo>
                <a:lnTo>
                  <a:pt x="51543" y="8593"/>
                </a:lnTo>
                <a:close/>
                <a:moveTo>
                  <a:pt x="56728" y="0"/>
                </a:moveTo>
                <a:lnTo>
                  <a:pt x="59219" y="17302"/>
                </a:lnTo>
                <a:cubicBezTo>
                  <a:pt x="60195" y="23682"/>
                  <a:pt x="59452" y="28677"/>
                  <a:pt x="57005" y="32377"/>
                </a:cubicBezTo>
                <a:cubicBezTo>
                  <a:pt x="54616" y="36018"/>
                  <a:pt x="50640" y="38290"/>
                  <a:pt x="45120" y="39091"/>
                </a:cubicBezTo>
                <a:cubicBezTo>
                  <a:pt x="39484" y="39892"/>
                  <a:pt x="35042" y="38858"/>
                  <a:pt x="31692" y="36018"/>
                </a:cubicBezTo>
                <a:cubicBezTo>
                  <a:pt x="28328" y="33236"/>
                  <a:pt x="26230" y="28619"/>
                  <a:pt x="25313" y="22254"/>
                </a:cubicBezTo>
                <a:lnTo>
                  <a:pt x="23900" y="12584"/>
                </a:lnTo>
                <a:lnTo>
                  <a:pt x="1078" y="15875"/>
                </a:lnTo>
                <a:lnTo>
                  <a:pt x="0" y="8258"/>
                </a:lnTo>
                <a:lnTo>
                  <a:pt x="56728" y="0"/>
                </a:lnTo>
                <a:close/>
                <a:moveTo>
                  <a:pt x="5672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95C70-073A-4B43-8020-025D4AED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1697" y="775521"/>
            <a:ext cx="64287" cy="60136"/>
          </a:xfrm>
          <a:custGeom xmlns:a="http://schemas.openxmlformats.org/drawingml/2006/main">
            <a:pathLst>
              <a:path w="64287" h="60136">
                <a:moveTo>
                  <a:pt x="56714" y="0"/>
                </a:moveTo>
                <a:lnTo>
                  <a:pt x="58374" y="11433"/>
                </a:lnTo>
                <a:lnTo>
                  <a:pt x="21905" y="31517"/>
                </a:lnTo>
                <a:lnTo>
                  <a:pt x="62583" y="40445"/>
                </a:lnTo>
                <a:lnTo>
                  <a:pt x="64287" y="51893"/>
                </a:lnTo>
                <a:lnTo>
                  <a:pt x="7501" y="60136"/>
                </a:lnTo>
                <a:lnTo>
                  <a:pt x="6423" y="52621"/>
                </a:lnTo>
                <a:lnTo>
                  <a:pt x="56262" y="45397"/>
                </a:lnTo>
                <a:lnTo>
                  <a:pt x="15191" y="36411"/>
                </a:lnTo>
                <a:lnTo>
                  <a:pt x="14113" y="28736"/>
                </a:lnTo>
                <a:lnTo>
                  <a:pt x="50859" y="8418"/>
                </a:lnTo>
                <a:lnTo>
                  <a:pt x="1078" y="15700"/>
                </a:lnTo>
                <a:lnTo>
                  <a:pt x="0" y="8258"/>
                </a:lnTo>
                <a:lnTo>
                  <a:pt x="56714" y="0"/>
                </a:lnTo>
                <a:close/>
                <a:moveTo>
                  <a:pt x="5671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498B6-166D-49A0-8B14-D22591D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426" y="842663"/>
            <a:ext cx="57850" cy="43518"/>
          </a:xfrm>
          <a:custGeom xmlns:a="http://schemas.openxmlformats.org/drawingml/2006/main">
            <a:pathLst>
              <a:path w="57850" h="43518">
                <a:moveTo>
                  <a:pt x="56772" y="0"/>
                </a:moveTo>
                <a:lnTo>
                  <a:pt x="57850" y="7675"/>
                </a:lnTo>
                <a:lnTo>
                  <a:pt x="7559" y="14958"/>
                </a:lnTo>
                <a:lnTo>
                  <a:pt x="11608" y="42601"/>
                </a:lnTo>
                <a:lnTo>
                  <a:pt x="5112" y="43518"/>
                </a:lnTo>
                <a:lnTo>
                  <a:pt x="0" y="8243"/>
                </a:lnTo>
                <a:lnTo>
                  <a:pt x="56772" y="0"/>
                </a:lnTo>
                <a:close/>
                <a:moveTo>
                  <a:pt x="5677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DF153-2FDA-4723-ABFD-58687769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3" y="886007"/>
            <a:ext cx="60646" cy="53247"/>
          </a:xfrm>
          <a:custGeom xmlns:a="http://schemas.openxmlformats.org/drawingml/2006/main">
            <a:pathLst>
              <a:path w="60646" h="53247">
                <a:moveTo>
                  <a:pt x="51543" y="8593"/>
                </a:moveTo>
                <a:lnTo>
                  <a:pt x="7399" y="15016"/>
                </a:lnTo>
                <a:lnTo>
                  <a:pt x="8768" y="24293"/>
                </a:lnTo>
                <a:cubicBezTo>
                  <a:pt x="9904" y="32144"/>
                  <a:pt x="12525" y="37605"/>
                  <a:pt x="16618" y="40737"/>
                </a:cubicBezTo>
                <a:cubicBezTo>
                  <a:pt x="20652" y="43810"/>
                  <a:pt x="26522" y="44829"/>
                  <a:pt x="34197" y="43693"/>
                </a:cubicBezTo>
                <a:cubicBezTo>
                  <a:pt x="41771" y="42615"/>
                  <a:pt x="47116" y="39994"/>
                  <a:pt x="50072" y="35843"/>
                </a:cubicBezTo>
                <a:cubicBezTo>
                  <a:pt x="53087" y="31692"/>
                  <a:pt x="54048" y="25721"/>
                  <a:pt x="52912" y="17871"/>
                </a:cubicBezTo>
                <a:lnTo>
                  <a:pt x="51543" y="8593"/>
                </a:lnTo>
                <a:close/>
                <a:moveTo>
                  <a:pt x="56728" y="0"/>
                </a:moveTo>
                <a:lnTo>
                  <a:pt x="59059" y="15759"/>
                </a:lnTo>
                <a:cubicBezTo>
                  <a:pt x="60646" y="26798"/>
                  <a:pt x="59510" y="35158"/>
                  <a:pt x="55709" y="40970"/>
                </a:cubicBezTo>
                <a:cubicBezTo>
                  <a:pt x="51893" y="46766"/>
                  <a:pt x="45120" y="50407"/>
                  <a:pt x="35391" y="51835"/>
                </a:cubicBezTo>
                <a:cubicBezTo>
                  <a:pt x="25604" y="53247"/>
                  <a:pt x="18045" y="51718"/>
                  <a:pt x="12686" y="47160"/>
                </a:cubicBezTo>
                <a:cubicBezTo>
                  <a:pt x="7340" y="42674"/>
                  <a:pt x="3874" y="34984"/>
                  <a:pt x="2287" y="24017"/>
                </a:cubicBezTo>
                <a:lnTo>
                  <a:pt x="0" y="8258"/>
                </a:lnTo>
                <a:lnTo>
                  <a:pt x="56728" y="0"/>
                </a:lnTo>
                <a:close/>
                <a:moveTo>
                  <a:pt x="5672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15E2F-C704-4923-B911-A93D7554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2" y="945910"/>
            <a:ext cx="61957" cy="44829"/>
          </a:xfrm>
          <a:custGeom xmlns:a="http://schemas.openxmlformats.org/drawingml/2006/main">
            <a:pathLst>
              <a:path w="61957" h="44829">
                <a:moveTo>
                  <a:pt x="56714" y="0"/>
                </a:moveTo>
                <a:lnTo>
                  <a:pt x="61957" y="35901"/>
                </a:lnTo>
                <a:lnTo>
                  <a:pt x="55476" y="36877"/>
                </a:lnTo>
                <a:lnTo>
                  <a:pt x="51369" y="8651"/>
                </a:lnTo>
                <a:lnTo>
                  <a:pt x="34590" y="11098"/>
                </a:lnTo>
                <a:lnTo>
                  <a:pt x="38508" y="38130"/>
                </a:lnTo>
                <a:lnTo>
                  <a:pt x="32085" y="39033"/>
                </a:lnTo>
                <a:lnTo>
                  <a:pt x="28168" y="12016"/>
                </a:lnTo>
                <a:lnTo>
                  <a:pt x="7573" y="15030"/>
                </a:lnTo>
                <a:lnTo>
                  <a:pt x="11783" y="43868"/>
                </a:lnTo>
                <a:lnTo>
                  <a:pt x="5287" y="44829"/>
                </a:lnTo>
                <a:lnTo>
                  <a:pt x="0" y="8258"/>
                </a:lnTo>
                <a:lnTo>
                  <a:pt x="56714" y="0"/>
                </a:lnTo>
                <a:close/>
                <a:moveTo>
                  <a:pt x="5671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18A22-3D9D-40F2-BEE6-79C53060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292" y="994104"/>
            <a:ext cx="60136" cy="45222"/>
          </a:xfrm>
          <a:custGeom xmlns:a="http://schemas.openxmlformats.org/drawingml/2006/main">
            <a:pathLst>
              <a:path w="60136" h="45222">
                <a:moveTo>
                  <a:pt x="59117" y="35275"/>
                </a:moveTo>
                <a:lnTo>
                  <a:pt x="51660" y="36411"/>
                </a:lnTo>
                <a:cubicBezTo>
                  <a:pt x="52621" y="33280"/>
                  <a:pt x="53247" y="30381"/>
                  <a:pt x="53539" y="27701"/>
                </a:cubicBezTo>
                <a:cubicBezTo>
                  <a:pt x="53874" y="24978"/>
                  <a:pt x="53815" y="22473"/>
                  <a:pt x="53480" y="20026"/>
                </a:cubicBezTo>
                <a:cubicBezTo>
                  <a:pt x="52912" y="15875"/>
                  <a:pt x="51602" y="12744"/>
                  <a:pt x="49665" y="10749"/>
                </a:cubicBezTo>
                <a:cubicBezTo>
                  <a:pt x="47728" y="8710"/>
                  <a:pt x="45222" y="7908"/>
                  <a:pt x="42208" y="8302"/>
                </a:cubicBezTo>
                <a:cubicBezTo>
                  <a:pt x="39717" y="8710"/>
                  <a:pt x="37940" y="9729"/>
                  <a:pt x="36862" y="11433"/>
                </a:cubicBezTo>
                <a:cubicBezTo>
                  <a:pt x="35843" y="13137"/>
                  <a:pt x="35217" y="16094"/>
                  <a:pt x="35042" y="20419"/>
                </a:cubicBezTo>
                <a:lnTo>
                  <a:pt x="34765" y="25196"/>
                </a:lnTo>
                <a:cubicBezTo>
                  <a:pt x="34474" y="31124"/>
                  <a:pt x="33163" y="35610"/>
                  <a:pt x="30833" y="38741"/>
                </a:cubicBezTo>
                <a:cubicBezTo>
                  <a:pt x="28503" y="41873"/>
                  <a:pt x="25036" y="43751"/>
                  <a:pt x="20419" y="44436"/>
                </a:cubicBezTo>
                <a:cubicBezTo>
                  <a:pt x="14899" y="45222"/>
                  <a:pt x="10472" y="43970"/>
                  <a:pt x="7107" y="40678"/>
                </a:cubicBezTo>
                <a:cubicBezTo>
                  <a:pt x="3699" y="37430"/>
                  <a:pt x="1529" y="32260"/>
                  <a:pt x="451" y="25153"/>
                </a:cubicBezTo>
                <a:cubicBezTo>
                  <a:pt x="58" y="22415"/>
                  <a:pt x="0" y="19516"/>
                  <a:pt x="117" y="16443"/>
                </a:cubicBezTo>
                <a:cubicBezTo>
                  <a:pt x="291" y="13312"/>
                  <a:pt x="743" y="10006"/>
                  <a:pt x="1486" y="6598"/>
                </a:cubicBezTo>
                <a:lnTo>
                  <a:pt x="9394" y="5462"/>
                </a:lnTo>
                <a:cubicBezTo>
                  <a:pt x="8083" y="8811"/>
                  <a:pt x="7224" y="12059"/>
                  <a:pt x="6772" y="15191"/>
                </a:cubicBezTo>
                <a:cubicBezTo>
                  <a:pt x="6321" y="18322"/>
                  <a:pt x="6321" y="21337"/>
                  <a:pt x="6714" y="24235"/>
                </a:cubicBezTo>
                <a:cubicBezTo>
                  <a:pt x="7340" y="28619"/>
                  <a:pt x="8710" y="31852"/>
                  <a:pt x="10749" y="33964"/>
                </a:cubicBezTo>
                <a:cubicBezTo>
                  <a:pt x="12860" y="36120"/>
                  <a:pt x="15482" y="36921"/>
                  <a:pt x="18657" y="36469"/>
                </a:cubicBezTo>
                <a:cubicBezTo>
                  <a:pt x="21453" y="36076"/>
                  <a:pt x="23492" y="34925"/>
                  <a:pt x="24803" y="33003"/>
                </a:cubicBezTo>
                <a:cubicBezTo>
                  <a:pt x="26172" y="31008"/>
                  <a:pt x="26915" y="28051"/>
                  <a:pt x="27133" y="24060"/>
                </a:cubicBezTo>
                <a:lnTo>
                  <a:pt x="27366" y="19225"/>
                </a:lnTo>
                <a:cubicBezTo>
                  <a:pt x="27643" y="13312"/>
                  <a:pt x="28852" y="8928"/>
                  <a:pt x="30891" y="6030"/>
                </a:cubicBezTo>
                <a:cubicBezTo>
                  <a:pt x="33003" y="3131"/>
                  <a:pt x="36178" y="1369"/>
                  <a:pt x="40504" y="743"/>
                </a:cubicBezTo>
                <a:cubicBezTo>
                  <a:pt x="45514" y="0"/>
                  <a:pt x="49723" y="1194"/>
                  <a:pt x="53131" y="4267"/>
                </a:cubicBezTo>
                <a:cubicBezTo>
                  <a:pt x="56554" y="7399"/>
                  <a:pt x="58709" y="12059"/>
                  <a:pt x="59568" y="18264"/>
                </a:cubicBezTo>
                <a:cubicBezTo>
                  <a:pt x="59962" y="20929"/>
                  <a:pt x="60136" y="23667"/>
                  <a:pt x="60020" y="26507"/>
                </a:cubicBezTo>
                <a:cubicBezTo>
                  <a:pt x="59962" y="29362"/>
                  <a:pt x="59685" y="32260"/>
                  <a:pt x="59117" y="35275"/>
                </a:cubicBezTo>
                <a:close/>
                <a:moveTo>
                  <a:pt x="59117" y="352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8DE52-DB35-4AD2-A292-92B0C386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773" y="1044511"/>
            <a:ext cx="60195" cy="39936"/>
          </a:xfrm>
          <a:custGeom xmlns:a="http://schemas.openxmlformats.org/drawingml/2006/main">
            <a:pathLst>
              <a:path w="60195" h="39936">
                <a:moveTo>
                  <a:pt x="51543" y="8593"/>
                </a:moveTo>
                <a:lnTo>
                  <a:pt x="30221" y="11724"/>
                </a:lnTo>
                <a:lnTo>
                  <a:pt x="31634" y="21337"/>
                </a:lnTo>
                <a:cubicBezTo>
                  <a:pt x="32144" y="24920"/>
                  <a:pt x="33454" y="27541"/>
                  <a:pt x="35625" y="29245"/>
                </a:cubicBezTo>
                <a:cubicBezTo>
                  <a:pt x="37722" y="30891"/>
                  <a:pt x="40518" y="31517"/>
                  <a:pt x="43926" y="31008"/>
                </a:cubicBezTo>
                <a:cubicBezTo>
                  <a:pt x="47334" y="30556"/>
                  <a:pt x="49839" y="29187"/>
                  <a:pt x="51383" y="26959"/>
                </a:cubicBezTo>
                <a:cubicBezTo>
                  <a:pt x="52971" y="24745"/>
                  <a:pt x="53480" y="21847"/>
                  <a:pt x="52971" y="18264"/>
                </a:cubicBezTo>
                <a:lnTo>
                  <a:pt x="51543" y="8593"/>
                </a:lnTo>
                <a:close/>
                <a:moveTo>
                  <a:pt x="56728" y="0"/>
                </a:moveTo>
                <a:lnTo>
                  <a:pt x="59292" y="17346"/>
                </a:lnTo>
                <a:cubicBezTo>
                  <a:pt x="60195" y="23725"/>
                  <a:pt x="59452" y="28736"/>
                  <a:pt x="57063" y="32377"/>
                </a:cubicBezTo>
                <a:cubicBezTo>
                  <a:pt x="54616" y="36061"/>
                  <a:pt x="50640" y="38290"/>
                  <a:pt x="45120" y="39135"/>
                </a:cubicBezTo>
                <a:cubicBezTo>
                  <a:pt x="39484" y="39936"/>
                  <a:pt x="35056" y="38916"/>
                  <a:pt x="31692" y="36061"/>
                </a:cubicBezTo>
                <a:cubicBezTo>
                  <a:pt x="28401" y="33221"/>
                  <a:pt x="26230" y="28619"/>
                  <a:pt x="25327" y="22298"/>
                </a:cubicBezTo>
                <a:lnTo>
                  <a:pt x="23900" y="12627"/>
                </a:lnTo>
                <a:lnTo>
                  <a:pt x="1136" y="15933"/>
                </a:lnTo>
                <a:lnTo>
                  <a:pt x="0" y="8243"/>
                </a:lnTo>
                <a:lnTo>
                  <a:pt x="56728" y="0"/>
                </a:lnTo>
                <a:close/>
                <a:moveTo>
                  <a:pt x="5672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BB625-FAF6-4963-98F4-78F21BF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546" y="1090826"/>
            <a:ext cx="60136" cy="15584"/>
          </a:xfrm>
          <a:custGeom xmlns:a="http://schemas.openxmlformats.org/drawingml/2006/main">
            <a:pathLst>
              <a:path w="60136" h="15584">
                <a:moveTo>
                  <a:pt x="59175" y="0"/>
                </a:moveTo>
                <a:lnTo>
                  <a:pt x="60136" y="6991"/>
                </a:lnTo>
                <a:lnTo>
                  <a:pt x="1034" y="15584"/>
                </a:lnTo>
                <a:lnTo>
                  <a:pt x="0" y="8578"/>
                </a:lnTo>
                <a:lnTo>
                  <a:pt x="59175" y="0"/>
                </a:lnTo>
                <a:close/>
                <a:moveTo>
                  <a:pt x="5917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73F2B-C5DC-4980-BEF6-CD4A632E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968" y="1114085"/>
            <a:ext cx="47378" cy="41873"/>
          </a:xfrm>
          <a:custGeom xmlns:a="http://schemas.openxmlformats.org/drawingml/2006/main">
            <a:pathLst>
              <a:path w="47378" h="41873">
                <a:moveTo>
                  <a:pt x="16429" y="3758"/>
                </a:moveTo>
                <a:lnTo>
                  <a:pt x="42208" y="0"/>
                </a:lnTo>
                <a:lnTo>
                  <a:pt x="43169" y="7005"/>
                </a:lnTo>
                <a:lnTo>
                  <a:pt x="17681" y="10763"/>
                </a:lnTo>
                <a:cubicBezTo>
                  <a:pt x="13647" y="11331"/>
                  <a:pt x="10749" y="12525"/>
                  <a:pt x="8986" y="14404"/>
                </a:cubicBezTo>
                <a:cubicBezTo>
                  <a:pt x="7166" y="16268"/>
                  <a:pt x="6539" y="18774"/>
                  <a:pt x="6991" y="21905"/>
                </a:cubicBezTo>
                <a:cubicBezTo>
                  <a:pt x="7501" y="25662"/>
                  <a:pt x="9146" y="28503"/>
                  <a:pt x="11885" y="30323"/>
                </a:cubicBezTo>
                <a:cubicBezTo>
                  <a:pt x="14608" y="32144"/>
                  <a:pt x="18089" y="32770"/>
                  <a:pt x="22240" y="32202"/>
                </a:cubicBezTo>
                <a:lnTo>
                  <a:pt x="46358" y="28677"/>
                </a:lnTo>
                <a:lnTo>
                  <a:pt x="47378" y="35668"/>
                </a:lnTo>
                <a:lnTo>
                  <a:pt x="4835" y="41873"/>
                </a:lnTo>
                <a:lnTo>
                  <a:pt x="3801" y="34882"/>
                </a:lnTo>
                <a:lnTo>
                  <a:pt x="10341" y="33906"/>
                </a:lnTo>
                <a:cubicBezTo>
                  <a:pt x="7501" y="32610"/>
                  <a:pt x="5287" y="30891"/>
                  <a:pt x="3685" y="28852"/>
                </a:cubicBezTo>
                <a:cubicBezTo>
                  <a:pt x="2097" y="26798"/>
                  <a:pt x="1136" y="24293"/>
                  <a:pt x="670" y="21337"/>
                </a:cubicBezTo>
                <a:cubicBezTo>
                  <a:pt x="0" y="16443"/>
                  <a:pt x="961" y="12467"/>
                  <a:pt x="3641" y="9511"/>
                </a:cubicBezTo>
                <a:cubicBezTo>
                  <a:pt x="6306" y="6539"/>
                  <a:pt x="10574" y="4617"/>
                  <a:pt x="16429" y="3758"/>
                </a:cubicBezTo>
                <a:close/>
                <a:moveTo>
                  <a:pt x="16429" y="37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E12B9-C823-4A31-BB28-1E3BCA13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395" y="1163182"/>
            <a:ext cx="62132" cy="42441"/>
          </a:xfrm>
          <a:custGeom xmlns:a="http://schemas.openxmlformats.org/drawingml/2006/main">
            <a:pathLst>
              <a:path w="62132" h="42441">
                <a:moveTo>
                  <a:pt x="40343" y="32042"/>
                </a:moveTo>
                <a:cubicBezTo>
                  <a:pt x="45397" y="31299"/>
                  <a:pt x="49155" y="29653"/>
                  <a:pt x="51660" y="27148"/>
                </a:cubicBezTo>
                <a:cubicBezTo>
                  <a:pt x="54107" y="24701"/>
                  <a:pt x="55068" y="21512"/>
                  <a:pt x="54558" y="17754"/>
                </a:cubicBezTo>
                <a:cubicBezTo>
                  <a:pt x="53990" y="13996"/>
                  <a:pt x="52170" y="11273"/>
                  <a:pt x="49097" y="9612"/>
                </a:cubicBezTo>
                <a:cubicBezTo>
                  <a:pt x="46023" y="7908"/>
                  <a:pt x="41931" y="7457"/>
                  <a:pt x="36862" y="8200"/>
                </a:cubicBezTo>
                <a:cubicBezTo>
                  <a:pt x="31809" y="8943"/>
                  <a:pt x="28051" y="10530"/>
                  <a:pt x="25546" y="13035"/>
                </a:cubicBezTo>
                <a:cubicBezTo>
                  <a:pt x="23099" y="15540"/>
                  <a:pt x="22138" y="18672"/>
                  <a:pt x="22648" y="22415"/>
                </a:cubicBezTo>
                <a:cubicBezTo>
                  <a:pt x="23216" y="26172"/>
                  <a:pt x="25036" y="28910"/>
                  <a:pt x="28109" y="30556"/>
                </a:cubicBezTo>
                <a:cubicBezTo>
                  <a:pt x="31241" y="32260"/>
                  <a:pt x="35275" y="32712"/>
                  <a:pt x="40343" y="32042"/>
                </a:cubicBezTo>
                <a:close/>
                <a:moveTo>
                  <a:pt x="24861" y="41421"/>
                </a:moveTo>
                <a:cubicBezTo>
                  <a:pt x="17579" y="42441"/>
                  <a:pt x="11943" y="41654"/>
                  <a:pt x="7967" y="38916"/>
                </a:cubicBezTo>
                <a:cubicBezTo>
                  <a:pt x="3976" y="36251"/>
                  <a:pt x="1486" y="31576"/>
                  <a:pt x="510" y="24920"/>
                </a:cubicBezTo>
                <a:cubicBezTo>
                  <a:pt x="175" y="22473"/>
                  <a:pt x="0" y="20084"/>
                  <a:pt x="58" y="17871"/>
                </a:cubicBezTo>
                <a:cubicBezTo>
                  <a:pt x="117" y="15657"/>
                  <a:pt x="335" y="13428"/>
                  <a:pt x="801" y="11273"/>
                </a:cubicBezTo>
                <a:lnTo>
                  <a:pt x="7617" y="10297"/>
                </a:lnTo>
                <a:cubicBezTo>
                  <a:pt x="6831" y="12525"/>
                  <a:pt x="6263" y="14681"/>
                  <a:pt x="6030" y="16734"/>
                </a:cubicBezTo>
                <a:cubicBezTo>
                  <a:pt x="5797" y="18832"/>
                  <a:pt x="5855" y="20885"/>
                  <a:pt x="6146" y="22983"/>
                </a:cubicBezTo>
                <a:cubicBezTo>
                  <a:pt x="6831" y="27541"/>
                  <a:pt x="8476" y="30847"/>
                  <a:pt x="11215" y="32770"/>
                </a:cubicBezTo>
                <a:cubicBezTo>
                  <a:pt x="13938" y="34649"/>
                  <a:pt x="17754" y="35275"/>
                  <a:pt x="22589" y="34590"/>
                </a:cubicBezTo>
                <a:lnTo>
                  <a:pt x="26056" y="34081"/>
                </a:lnTo>
                <a:cubicBezTo>
                  <a:pt x="23332" y="33003"/>
                  <a:pt x="21162" y="31415"/>
                  <a:pt x="19575" y="29362"/>
                </a:cubicBezTo>
                <a:cubicBezTo>
                  <a:pt x="18031" y="27250"/>
                  <a:pt x="17011" y="24701"/>
                  <a:pt x="16560" y="21512"/>
                </a:cubicBezTo>
                <a:cubicBezTo>
                  <a:pt x="15817" y="16327"/>
                  <a:pt x="17186" y="11841"/>
                  <a:pt x="20711" y="8025"/>
                </a:cubicBezTo>
                <a:cubicBezTo>
                  <a:pt x="24177" y="4267"/>
                  <a:pt x="29245" y="1937"/>
                  <a:pt x="35785" y="976"/>
                </a:cubicBezTo>
                <a:cubicBezTo>
                  <a:pt x="42382" y="0"/>
                  <a:pt x="47902" y="859"/>
                  <a:pt x="52344" y="3481"/>
                </a:cubicBezTo>
                <a:cubicBezTo>
                  <a:pt x="56772" y="6088"/>
                  <a:pt x="59394" y="9962"/>
                  <a:pt x="60136" y="15191"/>
                </a:cubicBezTo>
                <a:cubicBezTo>
                  <a:pt x="60588" y="18322"/>
                  <a:pt x="60369" y="21118"/>
                  <a:pt x="59452" y="23565"/>
                </a:cubicBezTo>
                <a:cubicBezTo>
                  <a:pt x="58549" y="26012"/>
                  <a:pt x="56947" y="28109"/>
                  <a:pt x="54675" y="29930"/>
                </a:cubicBezTo>
                <a:lnTo>
                  <a:pt x="61098" y="28969"/>
                </a:lnTo>
                <a:lnTo>
                  <a:pt x="62132" y="35959"/>
                </a:lnTo>
                <a:lnTo>
                  <a:pt x="24861" y="41421"/>
                </a:lnTo>
                <a:close/>
                <a:moveTo>
                  <a:pt x="24861" y="414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DAC39-9A11-4D0D-BC17-7BBC371B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067" y="1211142"/>
            <a:ext cx="60136" cy="15598"/>
          </a:xfrm>
          <a:custGeom xmlns:a="http://schemas.openxmlformats.org/drawingml/2006/main">
            <a:pathLst>
              <a:path w="60136" h="15598">
                <a:moveTo>
                  <a:pt x="42557" y="2447"/>
                </a:moveTo>
                <a:lnTo>
                  <a:pt x="43577" y="9394"/>
                </a:lnTo>
                <a:lnTo>
                  <a:pt x="976" y="15598"/>
                </a:lnTo>
                <a:lnTo>
                  <a:pt x="0" y="8593"/>
                </a:lnTo>
                <a:lnTo>
                  <a:pt x="42557" y="2447"/>
                </a:lnTo>
                <a:close/>
                <a:moveTo>
                  <a:pt x="59117" y="0"/>
                </a:moveTo>
                <a:lnTo>
                  <a:pt x="60136" y="7005"/>
                </a:lnTo>
                <a:lnTo>
                  <a:pt x="51267" y="8316"/>
                </a:lnTo>
                <a:lnTo>
                  <a:pt x="50247" y="1311"/>
                </a:lnTo>
                <a:lnTo>
                  <a:pt x="59117" y="0"/>
                </a:lnTo>
                <a:close/>
                <a:moveTo>
                  <a:pt x="5911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CA363-2314-4D5B-A142-F9633A6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140" y="1234926"/>
            <a:ext cx="47334" cy="41814"/>
          </a:xfrm>
          <a:custGeom xmlns:a="http://schemas.openxmlformats.org/drawingml/2006/main">
            <a:pathLst>
              <a:path w="47334" h="41814">
                <a:moveTo>
                  <a:pt x="30891" y="38115"/>
                </a:moveTo>
                <a:lnTo>
                  <a:pt x="5185" y="41814"/>
                </a:lnTo>
                <a:lnTo>
                  <a:pt x="4151" y="34823"/>
                </a:lnTo>
                <a:lnTo>
                  <a:pt x="29639" y="31124"/>
                </a:lnTo>
                <a:cubicBezTo>
                  <a:pt x="33687" y="30556"/>
                  <a:pt x="36586" y="29362"/>
                  <a:pt x="38348" y="27483"/>
                </a:cubicBezTo>
                <a:cubicBezTo>
                  <a:pt x="40110" y="25604"/>
                  <a:pt x="40737" y="23099"/>
                  <a:pt x="40285" y="19968"/>
                </a:cubicBezTo>
                <a:cubicBezTo>
                  <a:pt x="39775" y="16210"/>
                  <a:pt x="38115" y="13370"/>
                  <a:pt x="35391" y="11550"/>
                </a:cubicBezTo>
                <a:cubicBezTo>
                  <a:pt x="32653" y="9729"/>
                  <a:pt x="29245" y="9103"/>
                  <a:pt x="25094" y="9729"/>
                </a:cubicBezTo>
                <a:lnTo>
                  <a:pt x="1034" y="13195"/>
                </a:lnTo>
                <a:lnTo>
                  <a:pt x="0" y="6204"/>
                </a:lnTo>
                <a:lnTo>
                  <a:pt x="42557" y="0"/>
                </a:lnTo>
                <a:lnTo>
                  <a:pt x="43577" y="7005"/>
                </a:lnTo>
                <a:lnTo>
                  <a:pt x="36979" y="7967"/>
                </a:lnTo>
                <a:cubicBezTo>
                  <a:pt x="39775" y="9278"/>
                  <a:pt x="41989" y="10982"/>
                  <a:pt x="43577" y="13093"/>
                </a:cubicBezTo>
                <a:cubicBezTo>
                  <a:pt x="45179" y="15132"/>
                  <a:pt x="46198" y="17696"/>
                  <a:pt x="46591" y="20652"/>
                </a:cubicBezTo>
                <a:cubicBezTo>
                  <a:pt x="47334" y="25546"/>
                  <a:pt x="46373" y="29478"/>
                  <a:pt x="43693" y="32377"/>
                </a:cubicBezTo>
                <a:cubicBezTo>
                  <a:pt x="41028" y="35333"/>
                  <a:pt x="36761" y="37270"/>
                  <a:pt x="30891" y="38115"/>
                </a:cubicBezTo>
                <a:close/>
                <a:moveTo>
                  <a:pt x="30891" y="381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D6D53-F9AE-450A-8F85-9CB7A60E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480" y="1290285"/>
            <a:ext cx="10865" cy="9438"/>
          </a:xfrm>
          <a:custGeom xmlns:a="http://schemas.openxmlformats.org/drawingml/2006/main">
            <a:pathLst>
              <a:path w="10865" h="9438">
                <a:moveTo>
                  <a:pt x="9671" y="0"/>
                </a:moveTo>
                <a:lnTo>
                  <a:pt x="10865" y="8025"/>
                </a:lnTo>
                <a:lnTo>
                  <a:pt x="1194" y="9438"/>
                </a:lnTo>
                <a:lnTo>
                  <a:pt x="0" y="1427"/>
                </a:lnTo>
                <a:lnTo>
                  <a:pt x="9671" y="0"/>
                </a:lnTo>
                <a:close/>
                <a:moveTo>
                  <a:pt x="967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39BA7-C7C9-467A-9B28-C39F70B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005" y="1307515"/>
            <a:ext cx="60195" cy="52461"/>
          </a:xfrm>
          <a:custGeom xmlns:a="http://schemas.openxmlformats.org/drawingml/2006/main">
            <a:pathLst>
              <a:path w="60195" h="52461">
                <a:moveTo>
                  <a:pt x="30498" y="31299"/>
                </a:moveTo>
                <a:cubicBezTo>
                  <a:pt x="30221" y="33003"/>
                  <a:pt x="29245" y="34765"/>
                  <a:pt x="27658" y="36586"/>
                </a:cubicBezTo>
                <a:cubicBezTo>
                  <a:pt x="26056" y="38406"/>
                  <a:pt x="23725" y="40343"/>
                  <a:pt x="20769" y="42397"/>
                </a:cubicBezTo>
                <a:lnTo>
                  <a:pt x="6437" y="52461"/>
                </a:lnTo>
                <a:lnTo>
                  <a:pt x="5243" y="44159"/>
                </a:lnTo>
                <a:lnTo>
                  <a:pt x="18715" y="34823"/>
                </a:lnTo>
                <a:cubicBezTo>
                  <a:pt x="22254" y="32377"/>
                  <a:pt x="24526" y="30221"/>
                  <a:pt x="25488" y="28284"/>
                </a:cubicBezTo>
                <a:cubicBezTo>
                  <a:pt x="26463" y="26289"/>
                  <a:pt x="26740" y="23842"/>
                  <a:pt x="26289" y="20769"/>
                </a:cubicBezTo>
                <a:lnTo>
                  <a:pt x="25094" y="12409"/>
                </a:lnTo>
                <a:lnTo>
                  <a:pt x="1092" y="15875"/>
                </a:lnTo>
                <a:lnTo>
                  <a:pt x="0" y="8258"/>
                </a:lnTo>
                <a:lnTo>
                  <a:pt x="56728" y="0"/>
                </a:lnTo>
                <a:lnTo>
                  <a:pt x="59233" y="17302"/>
                </a:lnTo>
                <a:cubicBezTo>
                  <a:pt x="60195" y="23784"/>
                  <a:pt x="59568" y="28852"/>
                  <a:pt x="57296" y="32435"/>
                </a:cubicBezTo>
                <a:cubicBezTo>
                  <a:pt x="55083" y="36018"/>
                  <a:pt x="51208" y="38188"/>
                  <a:pt x="45747" y="38974"/>
                </a:cubicBezTo>
                <a:cubicBezTo>
                  <a:pt x="42164" y="39542"/>
                  <a:pt x="39033" y="39149"/>
                  <a:pt x="36469" y="37780"/>
                </a:cubicBezTo>
                <a:cubicBezTo>
                  <a:pt x="33862" y="36469"/>
                  <a:pt x="31867" y="34314"/>
                  <a:pt x="30498" y="31299"/>
                </a:cubicBezTo>
                <a:close/>
                <a:moveTo>
                  <a:pt x="51543" y="8593"/>
                </a:moveTo>
                <a:lnTo>
                  <a:pt x="31415" y="11506"/>
                </a:lnTo>
                <a:lnTo>
                  <a:pt x="32828" y="21177"/>
                </a:lnTo>
                <a:cubicBezTo>
                  <a:pt x="33338" y="24876"/>
                  <a:pt x="34590" y="27541"/>
                  <a:pt x="36586" y="29187"/>
                </a:cubicBezTo>
                <a:cubicBezTo>
                  <a:pt x="38581" y="30789"/>
                  <a:pt x="41246" y="31415"/>
                  <a:pt x="44552" y="30906"/>
                </a:cubicBezTo>
                <a:cubicBezTo>
                  <a:pt x="47844" y="30440"/>
                  <a:pt x="50247" y="29129"/>
                  <a:pt x="51602" y="26973"/>
                </a:cubicBezTo>
                <a:cubicBezTo>
                  <a:pt x="53029" y="24876"/>
                  <a:pt x="53480" y="21905"/>
                  <a:pt x="52971" y="18205"/>
                </a:cubicBezTo>
                <a:lnTo>
                  <a:pt x="51543" y="8593"/>
                </a:lnTo>
                <a:close/>
                <a:moveTo>
                  <a:pt x="51543" y="85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53361-1D27-40BD-BAA0-027E638B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972" y="1358956"/>
            <a:ext cx="46373" cy="41523"/>
          </a:xfrm>
          <a:custGeom xmlns:a="http://schemas.openxmlformats.org/drawingml/2006/main">
            <a:pathLst>
              <a:path w="46373" h="41523">
                <a:moveTo>
                  <a:pt x="27658" y="40110"/>
                </a:moveTo>
                <a:lnTo>
                  <a:pt x="24235" y="40620"/>
                </a:lnTo>
                <a:lnTo>
                  <a:pt x="19575" y="8476"/>
                </a:lnTo>
                <a:cubicBezTo>
                  <a:pt x="14797" y="9496"/>
                  <a:pt x="11331" y="11491"/>
                  <a:pt x="9219" y="14448"/>
                </a:cubicBezTo>
                <a:cubicBezTo>
                  <a:pt x="7064" y="17404"/>
                  <a:pt x="6321" y="21162"/>
                  <a:pt x="7005" y="25823"/>
                </a:cubicBezTo>
                <a:cubicBezTo>
                  <a:pt x="7399" y="28503"/>
                  <a:pt x="8083" y="31066"/>
                  <a:pt x="9103" y="33513"/>
                </a:cubicBezTo>
                <a:cubicBezTo>
                  <a:pt x="10137" y="35901"/>
                  <a:pt x="11491" y="38290"/>
                  <a:pt x="13152" y="40562"/>
                </a:cubicBezTo>
                <a:lnTo>
                  <a:pt x="6539" y="41523"/>
                </a:lnTo>
                <a:cubicBezTo>
                  <a:pt x="5127" y="39193"/>
                  <a:pt x="3932" y="36688"/>
                  <a:pt x="3015" y="34183"/>
                </a:cubicBezTo>
                <a:cubicBezTo>
                  <a:pt x="2054" y="31634"/>
                  <a:pt x="1369" y="28954"/>
                  <a:pt x="976" y="26274"/>
                </a:cubicBezTo>
                <a:cubicBezTo>
                  <a:pt x="0" y="19458"/>
                  <a:pt x="1194" y="13822"/>
                  <a:pt x="4559" y="9263"/>
                </a:cubicBezTo>
                <a:cubicBezTo>
                  <a:pt x="7967" y="4719"/>
                  <a:pt x="13035" y="1981"/>
                  <a:pt x="19749" y="961"/>
                </a:cubicBezTo>
                <a:cubicBezTo>
                  <a:pt x="26740" y="0"/>
                  <a:pt x="32551" y="1078"/>
                  <a:pt x="37154" y="4209"/>
                </a:cubicBezTo>
                <a:cubicBezTo>
                  <a:pt x="41814" y="7399"/>
                  <a:pt x="44611" y="12176"/>
                  <a:pt x="45514" y="18540"/>
                </a:cubicBezTo>
                <a:cubicBezTo>
                  <a:pt x="46373" y="24293"/>
                  <a:pt x="45179" y="29071"/>
                  <a:pt x="41931" y="32930"/>
                </a:cubicBezTo>
                <a:cubicBezTo>
                  <a:pt x="38741" y="36804"/>
                  <a:pt x="33964" y="39193"/>
                  <a:pt x="27658" y="40110"/>
                </a:cubicBezTo>
                <a:close/>
                <a:moveTo>
                  <a:pt x="28677" y="32828"/>
                </a:moveTo>
                <a:cubicBezTo>
                  <a:pt x="32493" y="32260"/>
                  <a:pt x="35391" y="30716"/>
                  <a:pt x="37387" y="28269"/>
                </a:cubicBezTo>
                <a:cubicBezTo>
                  <a:pt x="39368" y="25881"/>
                  <a:pt x="40110" y="22924"/>
                  <a:pt x="39601" y="19516"/>
                </a:cubicBezTo>
                <a:cubicBezTo>
                  <a:pt x="39033" y="15584"/>
                  <a:pt x="37489" y="12627"/>
                  <a:pt x="34940" y="10574"/>
                </a:cubicBezTo>
                <a:cubicBezTo>
                  <a:pt x="32377" y="8593"/>
                  <a:pt x="29071" y="7675"/>
                  <a:pt x="25036" y="7908"/>
                </a:cubicBezTo>
                <a:lnTo>
                  <a:pt x="28677" y="32828"/>
                </a:lnTo>
                <a:close/>
                <a:moveTo>
                  <a:pt x="28677" y="328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DCC8D-1E1F-4E12-93C0-14B07361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409" y="1405999"/>
            <a:ext cx="45965" cy="36193"/>
          </a:xfrm>
          <a:custGeom xmlns:a="http://schemas.openxmlformats.org/drawingml/2006/main">
            <a:pathLst>
              <a:path w="45965" h="36193">
                <a:moveTo>
                  <a:pt x="45106" y="29012"/>
                </a:moveTo>
                <a:lnTo>
                  <a:pt x="38508" y="29988"/>
                </a:lnTo>
                <a:cubicBezTo>
                  <a:pt x="39251" y="27876"/>
                  <a:pt x="39703" y="25721"/>
                  <a:pt x="39877" y="23507"/>
                </a:cubicBezTo>
                <a:cubicBezTo>
                  <a:pt x="40110" y="21337"/>
                  <a:pt x="39994" y="19065"/>
                  <a:pt x="39703" y="16793"/>
                </a:cubicBezTo>
                <a:cubicBezTo>
                  <a:pt x="39193" y="13312"/>
                  <a:pt x="38290" y="10807"/>
                  <a:pt x="36979" y="9219"/>
                </a:cubicBezTo>
                <a:cubicBezTo>
                  <a:pt x="35610" y="7632"/>
                  <a:pt x="33906" y="7005"/>
                  <a:pt x="31794" y="7282"/>
                </a:cubicBezTo>
                <a:cubicBezTo>
                  <a:pt x="30148" y="7515"/>
                  <a:pt x="28954" y="8360"/>
                  <a:pt x="28211" y="9729"/>
                </a:cubicBezTo>
                <a:cubicBezTo>
                  <a:pt x="27468" y="11098"/>
                  <a:pt x="26959" y="13720"/>
                  <a:pt x="26682" y="17579"/>
                </a:cubicBezTo>
                <a:lnTo>
                  <a:pt x="26507" y="20084"/>
                </a:lnTo>
                <a:cubicBezTo>
                  <a:pt x="26158" y="25211"/>
                  <a:pt x="25138" y="28910"/>
                  <a:pt x="23551" y="31299"/>
                </a:cubicBezTo>
                <a:cubicBezTo>
                  <a:pt x="21905" y="33687"/>
                  <a:pt x="19342" y="35100"/>
                  <a:pt x="15861" y="35625"/>
                </a:cubicBezTo>
                <a:cubicBezTo>
                  <a:pt x="11943" y="36193"/>
                  <a:pt x="8578" y="35100"/>
                  <a:pt x="5797" y="32260"/>
                </a:cubicBezTo>
                <a:cubicBezTo>
                  <a:pt x="3073" y="29478"/>
                  <a:pt x="1253" y="25371"/>
                  <a:pt x="451" y="19866"/>
                </a:cubicBezTo>
                <a:cubicBezTo>
                  <a:pt x="160" y="17579"/>
                  <a:pt x="0" y="15191"/>
                  <a:pt x="102" y="12627"/>
                </a:cubicBezTo>
                <a:cubicBezTo>
                  <a:pt x="160" y="10137"/>
                  <a:pt x="451" y="7399"/>
                  <a:pt x="961" y="4559"/>
                </a:cubicBezTo>
                <a:lnTo>
                  <a:pt x="8185" y="3525"/>
                </a:lnTo>
                <a:cubicBezTo>
                  <a:pt x="7224" y="6321"/>
                  <a:pt x="6598" y="8986"/>
                  <a:pt x="6248" y="11608"/>
                </a:cubicBezTo>
                <a:cubicBezTo>
                  <a:pt x="5971" y="14171"/>
                  <a:pt x="5971" y="16734"/>
                  <a:pt x="6365" y="19181"/>
                </a:cubicBezTo>
                <a:cubicBezTo>
                  <a:pt x="6816" y="22473"/>
                  <a:pt x="7792" y="24920"/>
                  <a:pt x="9161" y="26522"/>
                </a:cubicBezTo>
                <a:cubicBezTo>
                  <a:pt x="10515" y="28168"/>
                  <a:pt x="12220" y="28794"/>
                  <a:pt x="14273" y="28503"/>
                </a:cubicBezTo>
                <a:cubicBezTo>
                  <a:pt x="16210" y="28226"/>
                  <a:pt x="17579" y="27366"/>
                  <a:pt x="18366" y="25939"/>
                </a:cubicBezTo>
                <a:cubicBezTo>
                  <a:pt x="19225" y="24526"/>
                  <a:pt x="19793" y="21570"/>
                  <a:pt x="20084" y="17128"/>
                </a:cubicBezTo>
                <a:lnTo>
                  <a:pt x="20303" y="14564"/>
                </a:lnTo>
                <a:cubicBezTo>
                  <a:pt x="20594" y="10137"/>
                  <a:pt x="21555" y="6772"/>
                  <a:pt x="23143" y="4617"/>
                </a:cubicBezTo>
                <a:cubicBezTo>
                  <a:pt x="24745" y="2389"/>
                  <a:pt x="27192" y="1078"/>
                  <a:pt x="30483" y="568"/>
                </a:cubicBezTo>
                <a:cubicBezTo>
                  <a:pt x="34532" y="0"/>
                  <a:pt x="37765" y="976"/>
                  <a:pt x="40387" y="3466"/>
                </a:cubicBezTo>
                <a:cubicBezTo>
                  <a:pt x="42950" y="6030"/>
                  <a:pt x="44654" y="9904"/>
                  <a:pt x="45397" y="15074"/>
                </a:cubicBezTo>
                <a:cubicBezTo>
                  <a:pt x="45790" y="17696"/>
                  <a:pt x="45965" y="20143"/>
                  <a:pt x="45907" y="22473"/>
                </a:cubicBezTo>
                <a:cubicBezTo>
                  <a:pt x="45849" y="24803"/>
                  <a:pt x="45616" y="26973"/>
                  <a:pt x="45106" y="29012"/>
                </a:cubicBezTo>
                <a:close/>
                <a:moveTo>
                  <a:pt x="45106" y="290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705E3-B6F5-411C-B577-0971AB96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37" y="1447989"/>
            <a:ext cx="63544" cy="42164"/>
          </a:xfrm>
          <a:custGeom xmlns:a="http://schemas.openxmlformats.org/drawingml/2006/main">
            <a:pathLst>
              <a:path w="63544" h="42164">
                <a:moveTo>
                  <a:pt x="23609" y="12292"/>
                </a:moveTo>
                <a:lnTo>
                  <a:pt x="1020" y="15584"/>
                </a:lnTo>
                <a:lnTo>
                  <a:pt x="0" y="8535"/>
                </a:lnTo>
                <a:lnTo>
                  <a:pt x="58767" y="0"/>
                </a:lnTo>
                <a:lnTo>
                  <a:pt x="59787" y="7049"/>
                </a:lnTo>
                <a:lnTo>
                  <a:pt x="53306" y="7967"/>
                </a:lnTo>
                <a:cubicBezTo>
                  <a:pt x="56044" y="9103"/>
                  <a:pt x="58199" y="10690"/>
                  <a:pt x="59729" y="12744"/>
                </a:cubicBezTo>
                <a:cubicBezTo>
                  <a:pt x="61331" y="14797"/>
                  <a:pt x="62292" y="17404"/>
                  <a:pt x="62743" y="20478"/>
                </a:cubicBezTo>
                <a:cubicBezTo>
                  <a:pt x="63544" y="25662"/>
                  <a:pt x="62073" y="30148"/>
                  <a:pt x="58432" y="33964"/>
                </a:cubicBezTo>
                <a:cubicBezTo>
                  <a:pt x="54791" y="37838"/>
                  <a:pt x="49665" y="40227"/>
                  <a:pt x="42950" y="41188"/>
                </a:cubicBezTo>
                <a:cubicBezTo>
                  <a:pt x="36294" y="42164"/>
                  <a:pt x="30658" y="41363"/>
                  <a:pt x="26056" y="38683"/>
                </a:cubicBezTo>
                <a:cubicBezTo>
                  <a:pt x="21497" y="36076"/>
                  <a:pt x="18832" y="32144"/>
                  <a:pt x="18089" y="26973"/>
                </a:cubicBezTo>
                <a:cubicBezTo>
                  <a:pt x="17637" y="23900"/>
                  <a:pt x="17856" y="21104"/>
                  <a:pt x="18774" y="18657"/>
                </a:cubicBezTo>
                <a:cubicBezTo>
                  <a:pt x="19676" y="16268"/>
                  <a:pt x="21279" y="14171"/>
                  <a:pt x="23609" y="12292"/>
                </a:cubicBezTo>
                <a:close/>
                <a:moveTo>
                  <a:pt x="41931" y="33906"/>
                </a:moveTo>
                <a:cubicBezTo>
                  <a:pt x="47043" y="33163"/>
                  <a:pt x="50917" y="31517"/>
                  <a:pt x="53539" y="29012"/>
                </a:cubicBezTo>
                <a:cubicBezTo>
                  <a:pt x="56146" y="26449"/>
                  <a:pt x="57238" y="23332"/>
                  <a:pt x="56670" y="19633"/>
                </a:cubicBezTo>
                <a:cubicBezTo>
                  <a:pt x="56146" y="15933"/>
                  <a:pt x="54267" y="13254"/>
                  <a:pt x="51034" y="11550"/>
                </a:cubicBezTo>
                <a:cubicBezTo>
                  <a:pt x="47786" y="9846"/>
                  <a:pt x="43577" y="9394"/>
                  <a:pt x="38465" y="10122"/>
                </a:cubicBezTo>
                <a:cubicBezTo>
                  <a:pt x="33338" y="10865"/>
                  <a:pt x="29406" y="12511"/>
                  <a:pt x="26798" y="15074"/>
                </a:cubicBezTo>
                <a:cubicBezTo>
                  <a:pt x="24177" y="17637"/>
                  <a:pt x="23157" y="20711"/>
                  <a:pt x="23667" y="24468"/>
                </a:cubicBezTo>
                <a:cubicBezTo>
                  <a:pt x="24235" y="28168"/>
                  <a:pt x="26114" y="30833"/>
                  <a:pt x="29347" y="32537"/>
                </a:cubicBezTo>
                <a:cubicBezTo>
                  <a:pt x="32595" y="34197"/>
                  <a:pt x="36746" y="34707"/>
                  <a:pt x="41931" y="33906"/>
                </a:cubicBezTo>
                <a:close/>
                <a:moveTo>
                  <a:pt x="41931" y="339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92D3E-1BA4-4B19-B665-CE345A43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721" y="1496692"/>
            <a:ext cx="46475" cy="41130"/>
          </a:xfrm>
          <a:custGeom xmlns:a="http://schemas.openxmlformats.org/drawingml/2006/main">
            <a:pathLst>
              <a:path w="46475" h="41130">
                <a:moveTo>
                  <a:pt x="39703" y="18205"/>
                </a:moveTo>
                <a:cubicBezTo>
                  <a:pt x="39135" y="14448"/>
                  <a:pt x="37256" y="11666"/>
                  <a:pt x="34022" y="9947"/>
                </a:cubicBezTo>
                <a:cubicBezTo>
                  <a:pt x="30775" y="8185"/>
                  <a:pt x="26565" y="7675"/>
                  <a:pt x="21497" y="8418"/>
                </a:cubicBezTo>
                <a:cubicBezTo>
                  <a:pt x="16385" y="9161"/>
                  <a:pt x="12569" y="10807"/>
                  <a:pt x="9947" y="13428"/>
                </a:cubicBezTo>
                <a:cubicBezTo>
                  <a:pt x="7340" y="15977"/>
                  <a:pt x="6306" y="19167"/>
                  <a:pt x="6816" y="22924"/>
                </a:cubicBezTo>
                <a:cubicBezTo>
                  <a:pt x="7399" y="26682"/>
                  <a:pt x="9263" y="29406"/>
                  <a:pt x="12511" y="31168"/>
                </a:cubicBezTo>
                <a:cubicBezTo>
                  <a:pt x="15817" y="32930"/>
                  <a:pt x="19968" y="33454"/>
                  <a:pt x="25022" y="32712"/>
                </a:cubicBezTo>
                <a:cubicBezTo>
                  <a:pt x="30090" y="31969"/>
                  <a:pt x="33906" y="30265"/>
                  <a:pt x="36527" y="27701"/>
                </a:cubicBezTo>
                <a:cubicBezTo>
                  <a:pt x="39193" y="25080"/>
                  <a:pt x="40212" y="21905"/>
                  <a:pt x="39703" y="18205"/>
                </a:cubicBezTo>
                <a:close/>
                <a:moveTo>
                  <a:pt x="45616" y="17288"/>
                </a:moveTo>
                <a:cubicBezTo>
                  <a:pt x="46475" y="23376"/>
                  <a:pt x="45222" y="28444"/>
                  <a:pt x="41756" y="32479"/>
                </a:cubicBezTo>
                <a:cubicBezTo>
                  <a:pt x="38290" y="36571"/>
                  <a:pt x="33105" y="39076"/>
                  <a:pt x="26114" y="40110"/>
                </a:cubicBezTo>
                <a:cubicBezTo>
                  <a:pt x="19108" y="41130"/>
                  <a:pt x="13428" y="40169"/>
                  <a:pt x="8928" y="37256"/>
                </a:cubicBezTo>
                <a:cubicBezTo>
                  <a:pt x="4486" y="34357"/>
                  <a:pt x="1821" y="29915"/>
                  <a:pt x="903" y="23842"/>
                </a:cubicBezTo>
                <a:cubicBezTo>
                  <a:pt x="0" y="17696"/>
                  <a:pt x="1311" y="12627"/>
                  <a:pt x="4777" y="8593"/>
                </a:cubicBezTo>
                <a:cubicBezTo>
                  <a:pt x="8243" y="4544"/>
                  <a:pt x="13472" y="2039"/>
                  <a:pt x="20419" y="1020"/>
                </a:cubicBezTo>
                <a:cubicBezTo>
                  <a:pt x="27410" y="0"/>
                  <a:pt x="33105" y="961"/>
                  <a:pt x="37605" y="3801"/>
                </a:cubicBezTo>
                <a:cubicBezTo>
                  <a:pt x="42033" y="6714"/>
                  <a:pt x="44713" y="11200"/>
                  <a:pt x="45616" y="17288"/>
                </a:cubicBezTo>
                <a:close/>
                <a:moveTo>
                  <a:pt x="45616" y="172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D0633-47FE-4BEA-B1A9-61D1D091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202" y="1545046"/>
            <a:ext cx="47334" cy="41814"/>
          </a:xfrm>
          <a:custGeom xmlns:a="http://schemas.openxmlformats.org/drawingml/2006/main">
            <a:pathLst>
              <a:path w="47334" h="41814">
                <a:moveTo>
                  <a:pt x="30891" y="38057"/>
                </a:moveTo>
                <a:lnTo>
                  <a:pt x="5170" y="41814"/>
                </a:lnTo>
                <a:lnTo>
                  <a:pt x="4209" y="34823"/>
                </a:lnTo>
                <a:lnTo>
                  <a:pt x="29639" y="31124"/>
                </a:lnTo>
                <a:cubicBezTo>
                  <a:pt x="33687" y="30556"/>
                  <a:pt x="36586" y="29304"/>
                  <a:pt x="38348" y="27425"/>
                </a:cubicBezTo>
                <a:cubicBezTo>
                  <a:pt x="40110" y="25604"/>
                  <a:pt x="40795" y="23099"/>
                  <a:pt x="40343" y="19968"/>
                </a:cubicBezTo>
                <a:cubicBezTo>
                  <a:pt x="39761" y="16152"/>
                  <a:pt x="38115" y="13370"/>
                  <a:pt x="35391" y="11550"/>
                </a:cubicBezTo>
                <a:cubicBezTo>
                  <a:pt x="32712" y="9729"/>
                  <a:pt x="29245" y="9103"/>
                  <a:pt x="25094" y="9671"/>
                </a:cubicBezTo>
                <a:lnTo>
                  <a:pt x="1020" y="13195"/>
                </a:lnTo>
                <a:lnTo>
                  <a:pt x="0" y="6146"/>
                </a:lnTo>
                <a:lnTo>
                  <a:pt x="42615" y="0"/>
                </a:lnTo>
                <a:lnTo>
                  <a:pt x="43577" y="7005"/>
                </a:lnTo>
                <a:lnTo>
                  <a:pt x="36979" y="7967"/>
                </a:lnTo>
                <a:cubicBezTo>
                  <a:pt x="39819" y="9278"/>
                  <a:pt x="41989" y="10982"/>
                  <a:pt x="43577" y="13035"/>
                </a:cubicBezTo>
                <a:cubicBezTo>
                  <a:pt x="45179" y="15132"/>
                  <a:pt x="46198" y="17637"/>
                  <a:pt x="46650" y="20594"/>
                </a:cubicBezTo>
                <a:cubicBezTo>
                  <a:pt x="47334" y="25488"/>
                  <a:pt x="46373" y="29420"/>
                  <a:pt x="43693" y="32377"/>
                </a:cubicBezTo>
                <a:cubicBezTo>
                  <a:pt x="41013" y="35333"/>
                  <a:pt x="36746" y="37212"/>
                  <a:pt x="30891" y="38057"/>
                </a:cubicBezTo>
                <a:close/>
                <a:moveTo>
                  <a:pt x="30891" y="380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3361F-45F5-4CB4-BDC9-AED5C34E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601" y="1592890"/>
            <a:ext cx="45907" cy="36193"/>
          </a:xfrm>
          <a:custGeom xmlns:a="http://schemas.openxmlformats.org/drawingml/2006/main">
            <a:pathLst>
              <a:path w="45907" h="36193">
                <a:moveTo>
                  <a:pt x="45106" y="29012"/>
                </a:moveTo>
                <a:lnTo>
                  <a:pt x="38450" y="29988"/>
                </a:lnTo>
                <a:cubicBezTo>
                  <a:pt x="39193" y="27876"/>
                  <a:pt x="39644" y="25721"/>
                  <a:pt x="39819" y="23507"/>
                </a:cubicBezTo>
                <a:cubicBezTo>
                  <a:pt x="40052" y="21337"/>
                  <a:pt x="39994" y="19065"/>
                  <a:pt x="39644" y="16793"/>
                </a:cubicBezTo>
                <a:cubicBezTo>
                  <a:pt x="39135" y="13312"/>
                  <a:pt x="38232" y="10807"/>
                  <a:pt x="36921" y="9219"/>
                </a:cubicBezTo>
                <a:cubicBezTo>
                  <a:pt x="35610" y="7632"/>
                  <a:pt x="33906" y="7005"/>
                  <a:pt x="31736" y="7282"/>
                </a:cubicBezTo>
                <a:cubicBezTo>
                  <a:pt x="30148" y="7573"/>
                  <a:pt x="28954" y="8360"/>
                  <a:pt x="28211" y="9729"/>
                </a:cubicBezTo>
                <a:cubicBezTo>
                  <a:pt x="27483" y="11098"/>
                  <a:pt x="26959" y="13720"/>
                  <a:pt x="26682" y="17579"/>
                </a:cubicBezTo>
                <a:lnTo>
                  <a:pt x="26449" y="20084"/>
                </a:lnTo>
                <a:cubicBezTo>
                  <a:pt x="26114" y="25211"/>
                  <a:pt x="25138" y="28910"/>
                  <a:pt x="23492" y="31299"/>
                </a:cubicBezTo>
                <a:cubicBezTo>
                  <a:pt x="21905" y="33687"/>
                  <a:pt x="19342" y="35100"/>
                  <a:pt x="15875" y="35625"/>
                </a:cubicBezTo>
                <a:cubicBezTo>
                  <a:pt x="11885" y="36193"/>
                  <a:pt x="8535" y="35100"/>
                  <a:pt x="5797" y="32318"/>
                </a:cubicBezTo>
                <a:cubicBezTo>
                  <a:pt x="3015" y="29478"/>
                  <a:pt x="1253" y="25371"/>
                  <a:pt x="451" y="19910"/>
                </a:cubicBezTo>
                <a:cubicBezTo>
                  <a:pt x="117" y="17637"/>
                  <a:pt x="0" y="15191"/>
                  <a:pt x="58" y="12686"/>
                </a:cubicBezTo>
                <a:cubicBezTo>
                  <a:pt x="175" y="10137"/>
                  <a:pt x="451" y="7457"/>
                  <a:pt x="903" y="4559"/>
                </a:cubicBezTo>
                <a:lnTo>
                  <a:pt x="8127" y="3525"/>
                </a:lnTo>
                <a:cubicBezTo>
                  <a:pt x="7166" y="6321"/>
                  <a:pt x="6539" y="8986"/>
                  <a:pt x="6248" y="11608"/>
                </a:cubicBezTo>
                <a:cubicBezTo>
                  <a:pt x="5913" y="14229"/>
                  <a:pt x="5971" y="16734"/>
                  <a:pt x="6306" y="19181"/>
                </a:cubicBezTo>
                <a:cubicBezTo>
                  <a:pt x="6831" y="22473"/>
                  <a:pt x="7734" y="24920"/>
                  <a:pt x="9103" y="26522"/>
                </a:cubicBezTo>
                <a:cubicBezTo>
                  <a:pt x="10515" y="28168"/>
                  <a:pt x="12234" y="28794"/>
                  <a:pt x="14273" y="28503"/>
                </a:cubicBezTo>
                <a:cubicBezTo>
                  <a:pt x="16152" y="28226"/>
                  <a:pt x="17521" y="27366"/>
                  <a:pt x="18380" y="25954"/>
                </a:cubicBezTo>
                <a:cubicBezTo>
                  <a:pt x="19167" y="24526"/>
                  <a:pt x="19735" y="21570"/>
                  <a:pt x="20084" y="17128"/>
                </a:cubicBezTo>
                <a:lnTo>
                  <a:pt x="20303" y="14623"/>
                </a:lnTo>
                <a:cubicBezTo>
                  <a:pt x="20594" y="10137"/>
                  <a:pt x="21497" y="6831"/>
                  <a:pt x="23099" y="4617"/>
                </a:cubicBezTo>
                <a:cubicBezTo>
                  <a:pt x="24745" y="2389"/>
                  <a:pt x="27192" y="1078"/>
                  <a:pt x="30498" y="568"/>
                </a:cubicBezTo>
                <a:cubicBezTo>
                  <a:pt x="34474" y="0"/>
                  <a:pt x="37780" y="976"/>
                  <a:pt x="40329" y="3481"/>
                </a:cubicBezTo>
                <a:cubicBezTo>
                  <a:pt x="42950" y="6030"/>
                  <a:pt x="44596" y="9904"/>
                  <a:pt x="45397" y="15132"/>
                </a:cubicBezTo>
                <a:cubicBezTo>
                  <a:pt x="45732" y="17696"/>
                  <a:pt x="45907" y="20143"/>
                  <a:pt x="45849" y="22473"/>
                </a:cubicBezTo>
                <a:cubicBezTo>
                  <a:pt x="45849" y="24803"/>
                  <a:pt x="45572" y="27032"/>
                  <a:pt x="45106" y="29012"/>
                </a:cubicBezTo>
                <a:close/>
                <a:moveTo>
                  <a:pt x="45106" y="290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EE5FF-2A78-4CFC-8742-AA4CCAFD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024" y="1634253"/>
            <a:ext cx="46315" cy="41596"/>
          </a:xfrm>
          <a:custGeom xmlns:a="http://schemas.openxmlformats.org/drawingml/2006/main">
            <a:pathLst>
              <a:path w="46315" h="41596">
                <a:moveTo>
                  <a:pt x="27658" y="40169"/>
                </a:moveTo>
                <a:lnTo>
                  <a:pt x="24177" y="40678"/>
                </a:lnTo>
                <a:lnTo>
                  <a:pt x="19516" y="8476"/>
                </a:lnTo>
                <a:cubicBezTo>
                  <a:pt x="14739" y="9496"/>
                  <a:pt x="11331" y="11491"/>
                  <a:pt x="9161" y="14448"/>
                </a:cubicBezTo>
                <a:cubicBezTo>
                  <a:pt x="7005" y="17404"/>
                  <a:pt x="6263" y="21220"/>
                  <a:pt x="6947" y="25837"/>
                </a:cubicBezTo>
                <a:cubicBezTo>
                  <a:pt x="7340" y="28561"/>
                  <a:pt x="8083" y="31066"/>
                  <a:pt x="9103" y="33513"/>
                </a:cubicBezTo>
                <a:cubicBezTo>
                  <a:pt x="10137" y="35959"/>
                  <a:pt x="11433" y="38290"/>
                  <a:pt x="13152" y="40620"/>
                </a:cubicBezTo>
                <a:lnTo>
                  <a:pt x="6539" y="41596"/>
                </a:lnTo>
                <a:cubicBezTo>
                  <a:pt x="5127" y="39207"/>
                  <a:pt x="3932" y="36761"/>
                  <a:pt x="2957" y="34197"/>
                </a:cubicBezTo>
                <a:cubicBezTo>
                  <a:pt x="2054" y="31634"/>
                  <a:pt x="1369" y="29012"/>
                  <a:pt x="976" y="26289"/>
                </a:cubicBezTo>
                <a:cubicBezTo>
                  <a:pt x="0" y="19516"/>
                  <a:pt x="1136" y="13822"/>
                  <a:pt x="4559" y="9336"/>
                </a:cubicBezTo>
                <a:cubicBezTo>
                  <a:pt x="7908" y="4777"/>
                  <a:pt x="12977" y="1995"/>
                  <a:pt x="19749" y="1020"/>
                </a:cubicBezTo>
                <a:cubicBezTo>
                  <a:pt x="26682" y="0"/>
                  <a:pt x="32493" y="1078"/>
                  <a:pt x="37096" y="4267"/>
                </a:cubicBezTo>
                <a:cubicBezTo>
                  <a:pt x="41756" y="7399"/>
                  <a:pt x="44552" y="12176"/>
                  <a:pt x="45455" y="18599"/>
                </a:cubicBezTo>
                <a:cubicBezTo>
                  <a:pt x="46315" y="24293"/>
                  <a:pt x="45120" y="29129"/>
                  <a:pt x="41931" y="33003"/>
                </a:cubicBezTo>
                <a:cubicBezTo>
                  <a:pt x="38741" y="36862"/>
                  <a:pt x="33964" y="39251"/>
                  <a:pt x="27658" y="40169"/>
                </a:cubicBezTo>
                <a:close/>
                <a:moveTo>
                  <a:pt x="28677" y="32886"/>
                </a:moveTo>
                <a:cubicBezTo>
                  <a:pt x="32493" y="32260"/>
                  <a:pt x="35391" y="30716"/>
                  <a:pt x="37329" y="28328"/>
                </a:cubicBezTo>
                <a:cubicBezTo>
                  <a:pt x="39309" y="25881"/>
                  <a:pt x="40052" y="22983"/>
                  <a:pt x="39542" y="19516"/>
                </a:cubicBezTo>
                <a:cubicBezTo>
                  <a:pt x="38974" y="15642"/>
                  <a:pt x="37445" y="12686"/>
                  <a:pt x="34882" y="10647"/>
                </a:cubicBezTo>
                <a:cubicBezTo>
                  <a:pt x="32377" y="8593"/>
                  <a:pt x="29071" y="7734"/>
                  <a:pt x="24978" y="7967"/>
                </a:cubicBezTo>
                <a:lnTo>
                  <a:pt x="28677" y="32886"/>
                </a:lnTo>
                <a:close/>
                <a:moveTo>
                  <a:pt x="28677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796E6-FE34-4326-8641-4B19BAF9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461" y="1681310"/>
            <a:ext cx="45907" cy="36236"/>
          </a:xfrm>
          <a:custGeom xmlns:a="http://schemas.openxmlformats.org/drawingml/2006/main">
            <a:pathLst>
              <a:path w="45907" h="36236">
                <a:moveTo>
                  <a:pt x="45048" y="29071"/>
                </a:moveTo>
                <a:lnTo>
                  <a:pt x="38450" y="30032"/>
                </a:lnTo>
                <a:cubicBezTo>
                  <a:pt x="39193" y="27876"/>
                  <a:pt x="39644" y="25706"/>
                  <a:pt x="39819" y="23551"/>
                </a:cubicBezTo>
                <a:cubicBezTo>
                  <a:pt x="40052" y="21322"/>
                  <a:pt x="39994" y="19108"/>
                  <a:pt x="39644" y="16778"/>
                </a:cubicBezTo>
                <a:cubicBezTo>
                  <a:pt x="39135" y="13312"/>
                  <a:pt x="38232" y="10807"/>
                  <a:pt x="36921" y="9205"/>
                </a:cubicBezTo>
                <a:cubicBezTo>
                  <a:pt x="35610" y="7617"/>
                  <a:pt x="33906" y="6991"/>
                  <a:pt x="31736" y="7326"/>
                </a:cubicBezTo>
                <a:cubicBezTo>
                  <a:pt x="30148" y="7559"/>
                  <a:pt x="28954" y="8360"/>
                  <a:pt x="28211" y="9729"/>
                </a:cubicBezTo>
                <a:cubicBezTo>
                  <a:pt x="27468" y="11084"/>
                  <a:pt x="26959" y="13763"/>
                  <a:pt x="26682" y="17637"/>
                </a:cubicBezTo>
                <a:lnTo>
                  <a:pt x="26449" y="20070"/>
                </a:lnTo>
                <a:cubicBezTo>
                  <a:pt x="26114" y="25196"/>
                  <a:pt x="25138" y="28954"/>
                  <a:pt x="23492" y="31343"/>
                </a:cubicBezTo>
                <a:cubicBezTo>
                  <a:pt x="21905" y="33673"/>
                  <a:pt x="19342" y="35158"/>
                  <a:pt x="15861" y="35610"/>
                </a:cubicBezTo>
                <a:cubicBezTo>
                  <a:pt x="11885" y="36236"/>
                  <a:pt x="8535" y="35100"/>
                  <a:pt x="5738" y="32304"/>
                </a:cubicBezTo>
                <a:cubicBezTo>
                  <a:pt x="3015" y="29522"/>
                  <a:pt x="1253" y="25371"/>
                  <a:pt x="451" y="19910"/>
                </a:cubicBezTo>
                <a:cubicBezTo>
                  <a:pt x="102" y="17637"/>
                  <a:pt x="0" y="15234"/>
                  <a:pt x="58" y="12686"/>
                </a:cubicBezTo>
                <a:cubicBezTo>
                  <a:pt x="160" y="10122"/>
                  <a:pt x="451" y="7442"/>
                  <a:pt x="903" y="4602"/>
                </a:cubicBezTo>
                <a:lnTo>
                  <a:pt x="8127" y="3525"/>
                </a:lnTo>
                <a:cubicBezTo>
                  <a:pt x="7166" y="6306"/>
                  <a:pt x="6539" y="8986"/>
                  <a:pt x="6248" y="11593"/>
                </a:cubicBezTo>
                <a:cubicBezTo>
                  <a:pt x="5913" y="14215"/>
                  <a:pt x="5971" y="16720"/>
                  <a:pt x="6306" y="19225"/>
                </a:cubicBezTo>
                <a:cubicBezTo>
                  <a:pt x="6816" y="22517"/>
                  <a:pt x="7734" y="24963"/>
                  <a:pt x="9103" y="26565"/>
                </a:cubicBezTo>
                <a:cubicBezTo>
                  <a:pt x="10515" y="28153"/>
                  <a:pt x="12220" y="28837"/>
                  <a:pt x="14273" y="28503"/>
                </a:cubicBezTo>
                <a:cubicBezTo>
                  <a:pt x="16152" y="28269"/>
                  <a:pt x="17521" y="27410"/>
                  <a:pt x="18366" y="25997"/>
                </a:cubicBezTo>
                <a:cubicBezTo>
                  <a:pt x="19167" y="24570"/>
                  <a:pt x="19735" y="21614"/>
                  <a:pt x="20084" y="17113"/>
                </a:cubicBezTo>
                <a:lnTo>
                  <a:pt x="20303" y="14608"/>
                </a:lnTo>
                <a:cubicBezTo>
                  <a:pt x="20536" y="10181"/>
                  <a:pt x="21497" y="6816"/>
                  <a:pt x="23099" y="4602"/>
                </a:cubicBezTo>
                <a:cubicBezTo>
                  <a:pt x="24745" y="2447"/>
                  <a:pt x="27192" y="1078"/>
                  <a:pt x="30483" y="626"/>
                </a:cubicBezTo>
                <a:cubicBezTo>
                  <a:pt x="34474" y="0"/>
                  <a:pt x="37765" y="1020"/>
                  <a:pt x="40329" y="3525"/>
                </a:cubicBezTo>
                <a:cubicBezTo>
                  <a:pt x="42950" y="6030"/>
                  <a:pt x="44596" y="9889"/>
                  <a:pt x="45397" y="15132"/>
                </a:cubicBezTo>
                <a:cubicBezTo>
                  <a:pt x="45732" y="17681"/>
                  <a:pt x="45907" y="20128"/>
                  <a:pt x="45849" y="22473"/>
                </a:cubicBezTo>
                <a:cubicBezTo>
                  <a:pt x="45849" y="24861"/>
                  <a:pt x="45572" y="27017"/>
                  <a:pt x="45048" y="29071"/>
                </a:cubicBezTo>
                <a:close/>
                <a:moveTo>
                  <a:pt x="45048" y="290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55F31-12E3-4F8F-8978-881DC1B5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075" y="292799"/>
            <a:ext cx="59612" cy="39309"/>
          </a:xfrm>
          <a:custGeom xmlns:a="http://schemas.openxmlformats.org/drawingml/2006/main">
            <a:pathLst>
              <a:path w="59612" h="39309">
                <a:moveTo>
                  <a:pt x="51543" y="8418"/>
                </a:moveTo>
                <a:lnTo>
                  <a:pt x="30090" y="10807"/>
                </a:lnTo>
                <a:lnTo>
                  <a:pt x="31168" y="20478"/>
                </a:lnTo>
                <a:cubicBezTo>
                  <a:pt x="31576" y="24060"/>
                  <a:pt x="32828" y="26740"/>
                  <a:pt x="34867" y="28503"/>
                </a:cubicBezTo>
                <a:cubicBezTo>
                  <a:pt x="36979" y="30265"/>
                  <a:pt x="39703" y="30949"/>
                  <a:pt x="43169" y="30542"/>
                </a:cubicBezTo>
                <a:cubicBezTo>
                  <a:pt x="46591" y="30207"/>
                  <a:pt x="49097" y="28896"/>
                  <a:pt x="50742" y="26740"/>
                </a:cubicBezTo>
                <a:cubicBezTo>
                  <a:pt x="52388" y="24570"/>
                  <a:pt x="52956" y="21730"/>
                  <a:pt x="52563" y="18147"/>
                </a:cubicBezTo>
                <a:lnTo>
                  <a:pt x="51543" y="8418"/>
                </a:lnTo>
                <a:close/>
                <a:moveTo>
                  <a:pt x="57005" y="0"/>
                </a:moveTo>
                <a:lnTo>
                  <a:pt x="58928" y="17404"/>
                </a:lnTo>
                <a:cubicBezTo>
                  <a:pt x="59612" y="23827"/>
                  <a:pt x="58709" y="28779"/>
                  <a:pt x="56204" y="32362"/>
                </a:cubicBezTo>
                <a:cubicBezTo>
                  <a:pt x="53641" y="35945"/>
                  <a:pt x="49606" y="38057"/>
                  <a:pt x="44028" y="38683"/>
                </a:cubicBezTo>
                <a:cubicBezTo>
                  <a:pt x="38450" y="39309"/>
                  <a:pt x="34022" y="38173"/>
                  <a:pt x="30775" y="35217"/>
                </a:cubicBezTo>
                <a:cubicBezTo>
                  <a:pt x="27527" y="32246"/>
                  <a:pt x="25546" y="27585"/>
                  <a:pt x="24861" y="21220"/>
                </a:cubicBezTo>
                <a:lnTo>
                  <a:pt x="23769" y="11491"/>
                </a:lnTo>
                <a:lnTo>
                  <a:pt x="845" y="14040"/>
                </a:lnTo>
                <a:lnTo>
                  <a:pt x="0" y="6306"/>
                </a:lnTo>
                <a:lnTo>
                  <a:pt x="57005" y="0"/>
                </a:lnTo>
                <a:close/>
                <a:moveTo>
                  <a:pt x="5700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05224-2DC8-466F-B13A-38AD69C0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245" y="339099"/>
            <a:ext cx="60195" cy="42382"/>
          </a:xfrm>
          <a:custGeom xmlns:a="http://schemas.openxmlformats.org/drawingml/2006/main">
            <a:pathLst>
              <a:path w="60195" h="42382">
                <a:moveTo>
                  <a:pt x="29755" y="39542"/>
                </a:moveTo>
                <a:lnTo>
                  <a:pt x="3991" y="42382"/>
                </a:lnTo>
                <a:lnTo>
                  <a:pt x="3190" y="35391"/>
                </a:lnTo>
                <a:lnTo>
                  <a:pt x="28794" y="32551"/>
                </a:lnTo>
                <a:cubicBezTo>
                  <a:pt x="32828" y="32085"/>
                  <a:pt x="35726" y="30949"/>
                  <a:pt x="37547" y="29187"/>
                </a:cubicBezTo>
                <a:cubicBezTo>
                  <a:pt x="39426" y="27366"/>
                  <a:pt x="40169" y="24861"/>
                  <a:pt x="39819" y="21730"/>
                </a:cubicBezTo>
                <a:cubicBezTo>
                  <a:pt x="39368" y="17929"/>
                  <a:pt x="37838" y="15074"/>
                  <a:pt x="35158" y="13152"/>
                </a:cubicBezTo>
                <a:cubicBezTo>
                  <a:pt x="32537" y="11273"/>
                  <a:pt x="29129" y="10530"/>
                  <a:pt x="24920" y="10982"/>
                </a:cubicBezTo>
                <a:lnTo>
                  <a:pt x="801" y="13661"/>
                </a:lnTo>
                <a:lnTo>
                  <a:pt x="0" y="6598"/>
                </a:lnTo>
                <a:lnTo>
                  <a:pt x="59394" y="0"/>
                </a:lnTo>
                <a:lnTo>
                  <a:pt x="60195" y="7064"/>
                </a:lnTo>
                <a:lnTo>
                  <a:pt x="36862" y="9671"/>
                </a:lnTo>
                <a:cubicBezTo>
                  <a:pt x="39659" y="11040"/>
                  <a:pt x="41756" y="12802"/>
                  <a:pt x="43300" y="14972"/>
                </a:cubicBezTo>
                <a:cubicBezTo>
                  <a:pt x="44829" y="17069"/>
                  <a:pt x="45747" y="19633"/>
                  <a:pt x="46082" y="22648"/>
                </a:cubicBezTo>
                <a:cubicBezTo>
                  <a:pt x="46650" y="27541"/>
                  <a:pt x="45514" y="31415"/>
                  <a:pt x="42790" y="34255"/>
                </a:cubicBezTo>
                <a:cubicBezTo>
                  <a:pt x="39994" y="37154"/>
                  <a:pt x="35668" y="38858"/>
                  <a:pt x="29755" y="39542"/>
                </a:cubicBezTo>
                <a:close/>
                <a:moveTo>
                  <a:pt x="29755" y="395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D6DB3-05F5-487D-A2A8-CA560E2B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823" y="389288"/>
            <a:ext cx="46257" cy="40839"/>
          </a:xfrm>
          <a:custGeom xmlns:a="http://schemas.openxmlformats.org/drawingml/2006/main">
            <a:pathLst>
              <a:path w="46257" h="40839">
                <a:moveTo>
                  <a:pt x="39601" y="18599"/>
                </a:moveTo>
                <a:cubicBezTo>
                  <a:pt x="39193" y="14841"/>
                  <a:pt x="37372" y="12001"/>
                  <a:pt x="34197" y="10122"/>
                </a:cubicBezTo>
                <a:cubicBezTo>
                  <a:pt x="31008" y="8302"/>
                  <a:pt x="26857" y="7617"/>
                  <a:pt x="21788" y="8185"/>
                </a:cubicBezTo>
                <a:cubicBezTo>
                  <a:pt x="16662" y="8753"/>
                  <a:pt x="12744" y="10297"/>
                  <a:pt x="10064" y="12802"/>
                </a:cubicBezTo>
                <a:cubicBezTo>
                  <a:pt x="7340" y="15293"/>
                  <a:pt x="6204" y="18424"/>
                  <a:pt x="6656" y="22240"/>
                </a:cubicBezTo>
                <a:cubicBezTo>
                  <a:pt x="7049" y="25997"/>
                  <a:pt x="8811" y="28779"/>
                  <a:pt x="12059" y="30658"/>
                </a:cubicBezTo>
                <a:cubicBezTo>
                  <a:pt x="15249" y="32479"/>
                  <a:pt x="19400" y="33163"/>
                  <a:pt x="24468" y="32595"/>
                </a:cubicBezTo>
                <a:cubicBezTo>
                  <a:pt x="29522" y="32027"/>
                  <a:pt x="33396" y="30483"/>
                  <a:pt x="36120" y="27993"/>
                </a:cubicBezTo>
                <a:cubicBezTo>
                  <a:pt x="38858" y="25488"/>
                  <a:pt x="39994" y="22356"/>
                  <a:pt x="39601" y="18599"/>
                </a:cubicBezTo>
                <a:close/>
                <a:moveTo>
                  <a:pt x="45572" y="17914"/>
                </a:moveTo>
                <a:cubicBezTo>
                  <a:pt x="46257" y="24060"/>
                  <a:pt x="44771" y="29071"/>
                  <a:pt x="41188" y="32988"/>
                </a:cubicBezTo>
                <a:cubicBezTo>
                  <a:pt x="37605" y="36921"/>
                  <a:pt x="32318" y="39251"/>
                  <a:pt x="25313" y="40052"/>
                </a:cubicBezTo>
                <a:cubicBezTo>
                  <a:pt x="18322" y="40839"/>
                  <a:pt x="12627" y="39703"/>
                  <a:pt x="8243" y="36629"/>
                </a:cubicBezTo>
                <a:cubicBezTo>
                  <a:pt x="3874" y="33556"/>
                  <a:pt x="1369" y="29012"/>
                  <a:pt x="685" y="22924"/>
                </a:cubicBezTo>
                <a:cubicBezTo>
                  <a:pt x="0" y="16778"/>
                  <a:pt x="1427" y="11768"/>
                  <a:pt x="5068" y="7850"/>
                </a:cubicBezTo>
                <a:cubicBezTo>
                  <a:pt x="8651" y="3918"/>
                  <a:pt x="13938" y="1588"/>
                  <a:pt x="20929" y="786"/>
                </a:cubicBezTo>
                <a:cubicBezTo>
                  <a:pt x="27935" y="0"/>
                  <a:pt x="33615" y="1136"/>
                  <a:pt x="37998" y="4151"/>
                </a:cubicBezTo>
                <a:cubicBezTo>
                  <a:pt x="42324" y="7224"/>
                  <a:pt x="44887" y="11768"/>
                  <a:pt x="45572" y="17914"/>
                </a:cubicBezTo>
                <a:close/>
                <a:moveTo>
                  <a:pt x="45572" y="179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A80D5-1DBC-4DB3-9515-E4AAD26F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028" y="433317"/>
            <a:ext cx="54733" cy="31401"/>
          </a:xfrm>
          <a:custGeom xmlns:a="http://schemas.openxmlformats.org/drawingml/2006/main">
            <a:pathLst>
              <a:path w="54733" h="31401">
                <a:moveTo>
                  <a:pt x="54733" y="10865"/>
                </a:moveTo>
                <a:lnTo>
                  <a:pt x="42557" y="12234"/>
                </a:lnTo>
                <a:lnTo>
                  <a:pt x="44145" y="26682"/>
                </a:lnTo>
                <a:lnTo>
                  <a:pt x="38683" y="27308"/>
                </a:lnTo>
                <a:lnTo>
                  <a:pt x="37096" y="12802"/>
                </a:lnTo>
                <a:lnTo>
                  <a:pt x="13880" y="15424"/>
                </a:lnTo>
                <a:cubicBezTo>
                  <a:pt x="10414" y="15759"/>
                  <a:pt x="8243" y="16501"/>
                  <a:pt x="7340" y="17579"/>
                </a:cubicBezTo>
                <a:cubicBezTo>
                  <a:pt x="6423" y="18657"/>
                  <a:pt x="6146" y="20652"/>
                  <a:pt x="6481" y="23551"/>
                </a:cubicBezTo>
                <a:lnTo>
                  <a:pt x="7282" y="30775"/>
                </a:lnTo>
                <a:lnTo>
                  <a:pt x="1413" y="31401"/>
                </a:lnTo>
                <a:lnTo>
                  <a:pt x="626" y="24235"/>
                </a:lnTo>
                <a:cubicBezTo>
                  <a:pt x="0" y="18774"/>
                  <a:pt x="626" y="14958"/>
                  <a:pt x="2389" y="12627"/>
                </a:cubicBezTo>
                <a:cubicBezTo>
                  <a:pt x="4209" y="10355"/>
                  <a:pt x="7792" y="8928"/>
                  <a:pt x="13079" y="8360"/>
                </a:cubicBezTo>
                <a:lnTo>
                  <a:pt x="36294" y="5753"/>
                </a:lnTo>
                <a:lnTo>
                  <a:pt x="35726" y="626"/>
                </a:lnTo>
                <a:lnTo>
                  <a:pt x="41188" y="0"/>
                </a:lnTo>
                <a:lnTo>
                  <a:pt x="41756" y="5185"/>
                </a:lnTo>
                <a:lnTo>
                  <a:pt x="53932" y="3816"/>
                </a:lnTo>
                <a:lnTo>
                  <a:pt x="54733" y="10865"/>
                </a:lnTo>
                <a:close/>
                <a:moveTo>
                  <a:pt x="54733" y="108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7E2A7-5AB1-4842-BA53-D6A4DAF6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533" y="467790"/>
            <a:ext cx="46184" cy="40795"/>
          </a:xfrm>
          <a:custGeom xmlns:a="http://schemas.openxmlformats.org/drawingml/2006/main">
            <a:pathLst>
              <a:path w="46184" h="40795">
                <a:moveTo>
                  <a:pt x="39586" y="18555"/>
                </a:moveTo>
                <a:cubicBezTo>
                  <a:pt x="39193" y="14797"/>
                  <a:pt x="37372" y="12001"/>
                  <a:pt x="34183" y="10137"/>
                </a:cubicBezTo>
                <a:cubicBezTo>
                  <a:pt x="30993" y="8258"/>
                  <a:pt x="26842" y="7632"/>
                  <a:pt x="21730" y="8200"/>
                </a:cubicBezTo>
                <a:cubicBezTo>
                  <a:pt x="16662" y="8768"/>
                  <a:pt x="12744" y="10239"/>
                  <a:pt x="10006" y="12744"/>
                </a:cubicBezTo>
                <a:cubicBezTo>
                  <a:pt x="7326" y="15307"/>
                  <a:pt x="6190" y="18439"/>
                  <a:pt x="6598" y="22196"/>
                </a:cubicBezTo>
                <a:cubicBezTo>
                  <a:pt x="7049" y="25954"/>
                  <a:pt x="8811" y="28736"/>
                  <a:pt x="12001" y="30614"/>
                </a:cubicBezTo>
                <a:cubicBezTo>
                  <a:pt x="15234" y="32493"/>
                  <a:pt x="19342" y="33119"/>
                  <a:pt x="24454" y="32551"/>
                </a:cubicBezTo>
                <a:cubicBezTo>
                  <a:pt x="29522" y="31983"/>
                  <a:pt x="33396" y="30440"/>
                  <a:pt x="36120" y="27935"/>
                </a:cubicBezTo>
                <a:cubicBezTo>
                  <a:pt x="38858" y="25429"/>
                  <a:pt x="39994" y="22313"/>
                  <a:pt x="39586" y="18555"/>
                </a:cubicBezTo>
                <a:close/>
                <a:moveTo>
                  <a:pt x="45557" y="17929"/>
                </a:moveTo>
                <a:cubicBezTo>
                  <a:pt x="46184" y="24017"/>
                  <a:pt x="44771" y="29012"/>
                  <a:pt x="41188" y="32945"/>
                </a:cubicBezTo>
                <a:cubicBezTo>
                  <a:pt x="37605" y="36877"/>
                  <a:pt x="32304" y="39266"/>
                  <a:pt x="25255" y="39994"/>
                </a:cubicBezTo>
                <a:cubicBezTo>
                  <a:pt x="18249" y="40795"/>
                  <a:pt x="12627" y="39659"/>
                  <a:pt x="8243" y="36586"/>
                </a:cubicBezTo>
                <a:cubicBezTo>
                  <a:pt x="3860" y="33571"/>
                  <a:pt x="1354" y="28969"/>
                  <a:pt x="670" y="22881"/>
                </a:cubicBezTo>
                <a:cubicBezTo>
                  <a:pt x="0" y="16734"/>
                  <a:pt x="1413" y="11724"/>
                  <a:pt x="5054" y="7792"/>
                </a:cubicBezTo>
                <a:cubicBezTo>
                  <a:pt x="8637" y="3874"/>
                  <a:pt x="13938" y="1544"/>
                  <a:pt x="20929" y="743"/>
                </a:cubicBezTo>
                <a:cubicBezTo>
                  <a:pt x="27935" y="0"/>
                  <a:pt x="33615" y="1136"/>
                  <a:pt x="37998" y="4151"/>
                </a:cubicBezTo>
                <a:cubicBezTo>
                  <a:pt x="42324" y="7166"/>
                  <a:pt x="44887" y="11783"/>
                  <a:pt x="45557" y="17929"/>
                </a:cubicBezTo>
                <a:close/>
                <a:moveTo>
                  <a:pt x="45557" y="179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09C1C-D4DB-43BA-8756-9A99A9A6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019" y="515066"/>
            <a:ext cx="60369" cy="52170"/>
          </a:xfrm>
          <a:custGeom xmlns:a="http://schemas.openxmlformats.org/drawingml/2006/main">
            <a:pathLst>
              <a:path w="60369" h="52170">
                <a:moveTo>
                  <a:pt x="52286" y="20594"/>
                </a:moveTo>
                <a:lnTo>
                  <a:pt x="22764" y="13312"/>
                </a:lnTo>
                <a:lnTo>
                  <a:pt x="25094" y="34255"/>
                </a:lnTo>
                <a:lnTo>
                  <a:pt x="52286" y="20594"/>
                </a:lnTo>
                <a:close/>
                <a:moveTo>
                  <a:pt x="59394" y="15424"/>
                </a:moveTo>
                <a:lnTo>
                  <a:pt x="60369" y="24177"/>
                </a:lnTo>
                <a:lnTo>
                  <a:pt x="5811" y="52170"/>
                </a:lnTo>
                <a:lnTo>
                  <a:pt x="4894" y="44217"/>
                </a:lnTo>
                <a:lnTo>
                  <a:pt x="18948" y="37387"/>
                </a:lnTo>
                <a:lnTo>
                  <a:pt x="16108" y="11666"/>
                </a:lnTo>
                <a:lnTo>
                  <a:pt x="918" y="8141"/>
                </a:lnTo>
                <a:lnTo>
                  <a:pt x="0" y="0"/>
                </a:lnTo>
                <a:lnTo>
                  <a:pt x="59394" y="15424"/>
                </a:lnTo>
                <a:close/>
                <a:moveTo>
                  <a:pt x="59394" y="1542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EBC55-9938-4DFD-90D3-7D846301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675" y="570251"/>
            <a:ext cx="46591" cy="40576"/>
          </a:xfrm>
          <a:custGeom xmlns:a="http://schemas.openxmlformats.org/drawingml/2006/main">
            <a:pathLst>
              <a:path w="46591" h="40576">
                <a:moveTo>
                  <a:pt x="29755" y="37722"/>
                </a:moveTo>
                <a:lnTo>
                  <a:pt x="3932" y="40576"/>
                </a:lnTo>
                <a:lnTo>
                  <a:pt x="3190" y="33571"/>
                </a:lnTo>
                <a:lnTo>
                  <a:pt x="28736" y="30731"/>
                </a:lnTo>
                <a:cubicBezTo>
                  <a:pt x="32770" y="30279"/>
                  <a:pt x="35726" y="29129"/>
                  <a:pt x="37547" y="27308"/>
                </a:cubicBezTo>
                <a:cubicBezTo>
                  <a:pt x="39368" y="25546"/>
                  <a:pt x="40169" y="23041"/>
                  <a:pt x="39775" y="19924"/>
                </a:cubicBezTo>
                <a:cubicBezTo>
                  <a:pt x="39368" y="16108"/>
                  <a:pt x="37838" y="13268"/>
                  <a:pt x="35158" y="11331"/>
                </a:cubicBezTo>
                <a:cubicBezTo>
                  <a:pt x="32551" y="9394"/>
                  <a:pt x="29129" y="8651"/>
                  <a:pt x="24920" y="9161"/>
                </a:cubicBezTo>
                <a:lnTo>
                  <a:pt x="743" y="11841"/>
                </a:lnTo>
                <a:lnTo>
                  <a:pt x="0" y="4792"/>
                </a:lnTo>
                <a:lnTo>
                  <a:pt x="42732" y="0"/>
                </a:lnTo>
                <a:lnTo>
                  <a:pt x="43518" y="7064"/>
                </a:lnTo>
                <a:lnTo>
                  <a:pt x="36862" y="7807"/>
                </a:lnTo>
                <a:cubicBezTo>
                  <a:pt x="39659" y="9219"/>
                  <a:pt x="41756" y="10982"/>
                  <a:pt x="43300" y="13093"/>
                </a:cubicBezTo>
                <a:cubicBezTo>
                  <a:pt x="44829" y="15249"/>
                  <a:pt x="45747" y="17812"/>
                  <a:pt x="46082" y="20769"/>
                </a:cubicBezTo>
                <a:cubicBezTo>
                  <a:pt x="46591" y="25721"/>
                  <a:pt x="45514" y="29595"/>
                  <a:pt x="42732" y="32435"/>
                </a:cubicBezTo>
                <a:cubicBezTo>
                  <a:pt x="39994" y="35275"/>
                  <a:pt x="35668" y="37037"/>
                  <a:pt x="29755" y="37722"/>
                </a:cubicBezTo>
                <a:close/>
                <a:moveTo>
                  <a:pt x="29755" y="3772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BAA8E-8EA5-4C85-9C3C-5F7707D7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860" y="620207"/>
            <a:ext cx="46417" cy="38057"/>
          </a:xfrm>
          <a:custGeom xmlns:a="http://schemas.openxmlformats.org/drawingml/2006/main">
            <a:pathLst>
              <a:path w="46417" h="38057">
                <a:moveTo>
                  <a:pt x="23944" y="21672"/>
                </a:moveTo>
                <a:cubicBezTo>
                  <a:pt x="23318" y="15992"/>
                  <a:pt x="22240" y="12118"/>
                  <a:pt x="20711" y="10064"/>
                </a:cubicBezTo>
                <a:cubicBezTo>
                  <a:pt x="19167" y="8025"/>
                  <a:pt x="16836" y="7166"/>
                  <a:pt x="13705" y="7515"/>
                </a:cubicBezTo>
                <a:cubicBezTo>
                  <a:pt x="11200" y="7792"/>
                  <a:pt x="9321" y="8870"/>
                  <a:pt x="8010" y="10647"/>
                </a:cubicBezTo>
                <a:cubicBezTo>
                  <a:pt x="6772" y="12467"/>
                  <a:pt x="6306" y="14797"/>
                  <a:pt x="6598" y="17579"/>
                </a:cubicBezTo>
                <a:cubicBezTo>
                  <a:pt x="7049" y="21512"/>
                  <a:pt x="8753" y="24468"/>
                  <a:pt x="11768" y="26507"/>
                </a:cubicBezTo>
                <a:cubicBezTo>
                  <a:pt x="14783" y="28561"/>
                  <a:pt x="18599" y="29362"/>
                  <a:pt x="23143" y="28852"/>
                </a:cubicBezTo>
                <a:lnTo>
                  <a:pt x="24745" y="28677"/>
                </a:lnTo>
                <a:lnTo>
                  <a:pt x="23944" y="21672"/>
                </a:lnTo>
                <a:close/>
                <a:moveTo>
                  <a:pt x="28444" y="35333"/>
                </a:moveTo>
                <a:lnTo>
                  <a:pt x="4034" y="38057"/>
                </a:lnTo>
                <a:lnTo>
                  <a:pt x="3233" y="31008"/>
                </a:lnTo>
                <a:lnTo>
                  <a:pt x="9729" y="30323"/>
                </a:lnTo>
                <a:cubicBezTo>
                  <a:pt x="6991" y="29012"/>
                  <a:pt x="4835" y="27192"/>
                  <a:pt x="3350" y="24978"/>
                </a:cubicBezTo>
                <a:cubicBezTo>
                  <a:pt x="1821" y="22706"/>
                  <a:pt x="903" y="19851"/>
                  <a:pt x="510" y="16385"/>
                </a:cubicBezTo>
                <a:cubicBezTo>
                  <a:pt x="0" y="12001"/>
                  <a:pt x="845" y="8360"/>
                  <a:pt x="3015" y="5520"/>
                </a:cubicBezTo>
                <a:cubicBezTo>
                  <a:pt x="5229" y="2680"/>
                  <a:pt x="8360" y="1020"/>
                  <a:pt x="12453" y="568"/>
                </a:cubicBezTo>
                <a:cubicBezTo>
                  <a:pt x="17288" y="0"/>
                  <a:pt x="21104" y="1253"/>
                  <a:pt x="23886" y="4151"/>
                </a:cubicBezTo>
                <a:cubicBezTo>
                  <a:pt x="26682" y="7107"/>
                  <a:pt x="28444" y="11783"/>
                  <a:pt x="29129" y="18205"/>
                </a:cubicBezTo>
                <a:lnTo>
                  <a:pt x="30207" y="28051"/>
                </a:lnTo>
                <a:lnTo>
                  <a:pt x="30949" y="27993"/>
                </a:lnTo>
                <a:cubicBezTo>
                  <a:pt x="34124" y="27600"/>
                  <a:pt x="36513" y="26289"/>
                  <a:pt x="38057" y="23958"/>
                </a:cubicBezTo>
                <a:cubicBezTo>
                  <a:pt x="39586" y="21614"/>
                  <a:pt x="40154" y="18555"/>
                  <a:pt x="39703" y="14681"/>
                </a:cubicBezTo>
                <a:cubicBezTo>
                  <a:pt x="39484" y="12234"/>
                  <a:pt x="38916" y="9904"/>
                  <a:pt x="38057" y="7632"/>
                </a:cubicBezTo>
                <a:cubicBezTo>
                  <a:pt x="37197" y="5403"/>
                  <a:pt x="36061" y="3306"/>
                  <a:pt x="34692" y="1253"/>
                </a:cubicBezTo>
                <a:lnTo>
                  <a:pt x="41188" y="568"/>
                </a:lnTo>
                <a:cubicBezTo>
                  <a:pt x="42441" y="3015"/>
                  <a:pt x="43460" y="5403"/>
                  <a:pt x="44261" y="7792"/>
                </a:cubicBezTo>
                <a:cubicBezTo>
                  <a:pt x="44989" y="10122"/>
                  <a:pt x="45514" y="12467"/>
                  <a:pt x="45732" y="14739"/>
                </a:cubicBezTo>
                <a:cubicBezTo>
                  <a:pt x="46417" y="20944"/>
                  <a:pt x="45339" y="25779"/>
                  <a:pt x="42499" y="29129"/>
                </a:cubicBezTo>
                <a:cubicBezTo>
                  <a:pt x="39644" y="32537"/>
                  <a:pt x="34925" y="34649"/>
                  <a:pt x="28444" y="35333"/>
                </a:cubicBezTo>
                <a:close/>
                <a:moveTo>
                  <a:pt x="28444" y="353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B42FF-E14B-46B8-AAF4-C02B70E5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481" y="666114"/>
            <a:ext cx="60195" cy="13603"/>
          </a:xfrm>
          <a:custGeom xmlns:a="http://schemas.openxmlformats.org/drawingml/2006/main">
            <a:pathLst>
              <a:path w="60195" h="13603">
                <a:moveTo>
                  <a:pt x="59408" y="0"/>
                </a:moveTo>
                <a:lnTo>
                  <a:pt x="60195" y="7064"/>
                </a:lnTo>
                <a:lnTo>
                  <a:pt x="801" y="13603"/>
                </a:lnTo>
                <a:lnTo>
                  <a:pt x="0" y="6612"/>
                </a:lnTo>
                <a:lnTo>
                  <a:pt x="59408" y="0"/>
                </a:lnTo>
                <a:close/>
                <a:moveTo>
                  <a:pt x="5940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44169-E00F-4EBC-8FDC-9B8FB022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485" y="684669"/>
            <a:ext cx="63209" cy="41581"/>
          </a:xfrm>
          <a:custGeom xmlns:a="http://schemas.openxmlformats.org/drawingml/2006/main">
            <a:pathLst>
              <a:path w="63209" h="41581">
                <a:moveTo>
                  <a:pt x="14404" y="27993"/>
                </a:moveTo>
                <a:cubicBezTo>
                  <a:pt x="9103" y="26565"/>
                  <a:pt x="5578" y="25036"/>
                  <a:pt x="3816" y="23318"/>
                </a:cubicBezTo>
                <a:cubicBezTo>
                  <a:pt x="2054" y="21555"/>
                  <a:pt x="976" y="19167"/>
                  <a:pt x="626" y="15992"/>
                </a:cubicBezTo>
                <a:lnTo>
                  <a:pt x="0" y="10414"/>
                </a:lnTo>
                <a:lnTo>
                  <a:pt x="5928" y="9729"/>
                </a:lnTo>
                <a:lnTo>
                  <a:pt x="6379" y="13880"/>
                </a:lnTo>
                <a:cubicBezTo>
                  <a:pt x="6554" y="15817"/>
                  <a:pt x="7180" y="17230"/>
                  <a:pt x="8258" y="18205"/>
                </a:cubicBezTo>
                <a:cubicBezTo>
                  <a:pt x="9278" y="19167"/>
                  <a:pt x="11550" y="20143"/>
                  <a:pt x="15147" y="21046"/>
                </a:cubicBezTo>
                <a:lnTo>
                  <a:pt x="18439" y="21963"/>
                </a:lnTo>
                <a:lnTo>
                  <a:pt x="58607" y="0"/>
                </a:lnTo>
                <a:lnTo>
                  <a:pt x="59408" y="7457"/>
                </a:lnTo>
                <a:lnTo>
                  <a:pt x="27483" y="24512"/>
                </a:lnTo>
                <a:lnTo>
                  <a:pt x="62423" y="34197"/>
                </a:lnTo>
                <a:lnTo>
                  <a:pt x="63209" y="41581"/>
                </a:lnTo>
                <a:lnTo>
                  <a:pt x="14404" y="27993"/>
                </a:lnTo>
                <a:close/>
                <a:moveTo>
                  <a:pt x="14404" y="279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49D9F-1EB7-426F-AA23-6652AEFC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938" y="733998"/>
            <a:ext cx="45747" cy="35377"/>
          </a:xfrm>
          <a:custGeom xmlns:a="http://schemas.openxmlformats.org/drawingml/2006/main">
            <a:pathLst>
              <a:path w="45747" h="35377">
                <a:moveTo>
                  <a:pt x="44611" y="29347"/>
                </a:moveTo>
                <a:lnTo>
                  <a:pt x="37955" y="30090"/>
                </a:lnTo>
                <a:cubicBezTo>
                  <a:pt x="38741" y="27978"/>
                  <a:pt x="39251" y="25881"/>
                  <a:pt x="39542" y="23667"/>
                </a:cubicBezTo>
                <a:cubicBezTo>
                  <a:pt x="39819" y="21439"/>
                  <a:pt x="39819" y="19225"/>
                  <a:pt x="39601" y="16953"/>
                </a:cubicBezTo>
                <a:cubicBezTo>
                  <a:pt x="39193" y="13414"/>
                  <a:pt x="38348" y="10865"/>
                  <a:pt x="37096" y="9263"/>
                </a:cubicBezTo>
                <a:cubicBezTo>
                  <a:pt x="35843" y="7617"/>
                  <a:pt x="34139" y="6933"/>
                  <a:pt x="32027" y="7166"/>
                </a:cubicBezTo>
                <a:cubicBezTo>
                  <a:pt x="30381" y="7384"/>
                  <a:pt x="29187" y="8127"/>
                  <a:pt x="28386" y="9496"/>
                </a:cubicBezTo>
                <a:cubicBezTo>
                  <a:pt x="27600" y="10807"/>
                  <a:pt x="26973" y="13414"/>
                  <a:pt x="26565" y="17288"/>
                </a:cubicBezTo>
                <a:lnTo>
                  <a:pt x="26289" y="19735"/>
                </a:lnTo>
                <a:cubicBezTo>
                  <a:pt x="25779" y="24861"/>
                  <a:pt x="24687" y="28561"/>
                  <a:pt x="22924" y="30891"/>
                </a:cubicBezTo>
                <a:cubicBezTo>
                  <a:pt x="21220" y="33221"/>
                  <a:pt x="18657" y="34532"/>
                  <a:pt x="15132" y="34925"/>
                </a:cubicBezTo>
                <a:cubicBezTo>
                  <a:pt x="11215" y="35377"/>
                  <a:pt x="7850" y="34124"/>
                  <a:pt x="5185" y="31284"/>
                </a:cubicBezTo>
                <a:cubicBezTo>
                  <a:pt x="2563" y="28386"/>
                  <a:pt x="918" y="24177"/>
                  <a:pt x="291" y="18715"/>
                </a:cubicBezTo>
                <a:cubicBezTo>
                  <a:pt x="58" y="16429"/>
                  <a:pt x="0" y="13996"/>
                  <a:pt x="175" y="11491"/>
                </a:cubicBezTo>
                <a:cubicBezTo>
                  <a:pt x="350" y="8928"/>
                  <a:pt x="743" y="6248"/>
                  <a:pt x="1311" y="3408"/>
                </a:cubicBezTo>
                <a:lnTo>
                  <a:pt x="8535" y="2607"/>
                </a:lnTo>
                <a:cubicBezTo>
                  <a:pt x="7515" y="5345"/>
                  <a:pt x="6772" y="8010"/>
                  <a:pt x="6379" y="10632"/>
                </a:cubicBezTo>
                <a:cubicBezTo>
                  <a:pt x="5971" y="13195"/>
                  <a:pt x="5913" y="15759"/>
                  <a:pt x="6204" y="18205"/>
                </a:cubicBezTo>
                <a:cubicBezTo>
                  <a:pt x="6539" y="21497"/>
                  <a:pt x="7399" y="24002"/>
                  <a:pt x="8768" y="25648"/>
                </a:cubicBezTo>
                <a:cubicBezTo>
                  <a:pt x="10064" y="27308"/>
                  <a:pt x="11783" y="27978"/>
                  <a:pt x="13822" y="27760"/>
                </a:cubicBezTo>
                <a:cubicBezTo>
                  <a:pt x="15700" y="27585"/>
                  <a:pt x="17128" y="26784"/>
                  <a:pt x="17972" y="25371"/>
                </a:cubicBezTo>
                <a:cubicBezTo>
                  <a:pt x="18890" y="23944"/>
                  <a:pt x="19516" y="21046"/>
                  <a:pt x="19968" y="16603"/>
                </a:cubicBezTo>
                <a:lnTo>
                  <a:pt x="20317" y="14098"/>
                </a:lnTo>
                <a:cubicBezTo>
                  <a:pt x="20711" y="9612"/>
                  <a:pt x="21788" y="6306"/>
                  <a:pt x="23492" y="4209"/>
                </a:cubicBezTo>
                <a:cubicBezTo>
                  <a:pt x="25153" y="2039"/>
                  <a:pt x="27658" y="786"/>
                  <a:pt x="30949" y="451"/>
                </a:cubicBezTo>
                <a:cubicBezTo>
                  <a:pt x="34984" y="0"/>
                  <a:pt x="38232" y="1078"/>
                  <a:pt x="40737" y="3699"/>
                </a:cubicBezTo>
                <a:cubicBezTo>
                  <a:pt x="43242" y="6248"/>
                  <a:pt x="44771" y="10181"/>
                  <a:pt x="45339" y="15467"/>
                </a:cubicBezTo>
                <a:cubicBezTo>
                  <a:pt x="45630" y="18031"/>
                  <a:pt x="45747" y="20478"/>
                  <a:pt x="45630" y="22808"/>
                </a:cubicBezTo>
                <a:cubicBezTo>
                  <a:pt x="45455" y="25138"/>
                  <a:pt x="45179" y="27352"/>
                  <a:pt x="44611" y="29347"/>
                </a:cubicBezTo>
                <a:close/>
                <a:moveTo>
                  <a:pt x="44611" y="2934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2B589-DC7B-48FF-8252-86A362DD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555" y="774837"/>
            <a:ext cx="60180" cy="13603"/>
          </a:xfrm>
          <a:custGeom xmlns:a="http://schemas.openxmlformats.org/drawingml/2006/main">
            <a:pathLst>
              <a:path w="60180" h="13603">
                <a:moveTo>
                  <a:pt x="42717" y="1821"/>
                </a:moveTo>
                <a:lnTo>
                  <a:pt x="43518" y="8884"/>
                </a:lnTo>
                <a:lnTo>
                  <a:pt x="728" y="13603"/>
                </a:lnTo>
                <a:lnTo>
                  <a:pt x="0" y="6598"/>
                </a:lnTo>
                <a:lnTo>
                  <a:pt x="42717" y="1821"/>
                </a:lnTo>
                <a:close/>
                <a:moveTo>
                  <a:pt x="59394" y="0"/>
                </a:moveTo>
                <a:lnTo>
                  <a:pt x="60180" y="7005"/>
                </a:lnTo>
                <a:lnTo>
                  <a:pt x="51252" y="8025"/>
                </a:lnTo>
                <a:lnTo>
                  <a:pt x="50451" y="976"/>
                </a:lnTo>
                <a:lnTo>
                  <a:pt x="59394" y="0"/>
                </a:lnTo>
                <a:close/>
                <a:moveTo>
                  <a:pt x="5939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E4494-3665-4AF4-9134-FF109BBA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886" y="796407"/>
            <a:ext cx="45674" cy="35435"/>
          </a:xfrm>
          <a:custGeom xmlns:a="http://schemas.openxmlformats.org/drawingml/2006/main">
            <a:pathLst>
              <a:path w="45674" h="35435">
                <a:moveTo>
                  <a:pt x="44538" y="29406"/>
                </a:moveTo>
                <a:lnTo>
                  <a:pt x="37940" y="30148"/>
                </a:lnTo>
                <a:cubicBezTo>
                  <a:pt x="38741" y="28051"/>
                  <a:pt x="39251" y="25881"/>
                  <a:pt x="39528" y="23667"/>
                </a:cubicBezTo>
                <a:cubicBezTo>
                  <a:pt x="39819" y="21497"/>
                  <a:pt x="39819" y="19283"/>
                  <a:pt x="39528" y="16953"/>
                </a:cubicBezTo>
                <a:cubicBezTo>
                  <a:pt x="39193" y="13487"/>
                  <a:pt x="38333" y="10923"/>
                  <a:pt x="37096" y="9263"/>
                </a:cubicBezTo>
                <a:cubicBezTo>
                  <a:pt x="35843" y="7675"/>
                  <a:pt x="34124" y="6991"/>
                  <a:pt x="31969" y="7224"/>
                </a:cubicBezTo>
                <a:cubicBezTo>
                  <a:pt x="30381" y="7399"/>
                  <a:pt x="29129" y="8185"/>
                  <a:pt x="28386" y="9496"/>
                </a:cubicBezTo>
                <a:cubicBezTo>
                  <a:pt x="27585" y="10865"/>
                  <a:pt x="26959" y="13487"/>
                  <a:pt x="26565" y="17346"/>
                </a:cubicBezTo>
                <a:lnTo>
                  <a:pt x="26274" y="19793"/>
                </a:lnTo>
                <a:cubicBezTo>
                  <a:pt x="25764" y="24920"/>
                  <a:pt x="24628" y="28619"/>
                  <a:pt x="22924" y="30949"/>
                </a:cubicBezTo>
                <a:cubicBezTo>
                  <a:pt x="21220" y="33221"/>
                  <a:pt x="18599" y="34590"/>
                  <a:pt x="15132" y="34984"/>
                </a:cubicBezTo>
                <a:cubicBezTo>
                  <a:pt x="11142" y="35435"/>
                  <a:pt x="7850" y="34183"/>
                  <a:pt x="5170" y="31284"/>
                </a:cubicBezTo>
                <a:cubicBezTo>
                  <a:pt x="2505" y="28444"/>
                  <a:pt x="845" y="24235"/>
                  <a:pt x="277" y="18715"/>
                </a:cubicBezTo>
                <a:cubicBezTo>
                  <a:pt x="0" y="16443"/>
                  <a:pt x="0" y="14055"/>
                  <a:pt x="160" y="11491"/>
                </a:cubicBezTo>
                <a:cubicBezTo>
                  <a:pt x="335" y="8986"/>
                  <a:pt x="685" y="6248"/>
                  <a:pt x="1311" y="3408"/>
                </a:cubicBezTo>
                <a:lnTo>
                  <a:pt x="8535" y="2607"/>
                </a:lnTo>
                <a:cubicBezTo>
                  <a:pt x="7442" y="5403"/>
                  <a:pt x="6714" y="8069"/>
                  <a:pt x="6365" y="10632"/>
                </a:cubicBezTo>
                <a:cubicBezTo>
                  <a:pt x="5971" y="13254"/>
                  <a:pt x="5913" y="15759"/>
                  <a:pt x="6190" y="18264"/>
                </a:cubicBezTo>
                <a:cubicBezTo>
                  <a:pt x="6539" y="21555"/>
                  <a:pt x="7384" y="24002"/>
                  <a:pt x="8695" y="25648"/>
                </a:cubicBezTo>
                <a:cubicBezTo>
                  <a:pt x="10064" y="27308"/>
                  <a:pt x="11710" y="28051"/>
                  <a:pt x="13822" y="27818"/>
                </a:cubicBezTo>
                <a:cubicBezTo>
                  <a:pt x="15700" y="27585"/>
                  <a:pt x="17069" y="26798"/>
                  <a:pt x="17972" y="25429"/>
                </a:cubicBezTo>
                <a:cubicBezTo>
                  <a:pt x="18832" y="24002"/>
                  <a:pt x="19516" y="21104"/>
                  <a:pt x="19968" y="16603"/>
                </a:cubicBezTo>
                <a:lnTo>
                  <a:pt x="20245" y="14113"/>
                </a:lnTo>
                <a:cubicBezTo>
                  <a:pt x="20711" y="9671"/>
                  <a:pt x="21788" y="6365"/>
                  <a:pt x="23434" y="4209"/>
                </a:cubicBezTo>
                <a:cubicBezTo>
                  <a:pt x="25138" y="2097"/>
                  <a:pt x="27643" y="845"/>
                  <a:pt x="30949" y="451"/>
                </a:cubicBezTo>
                <a:cubicBezTo>
                  <a:pt x="34925" y="0"/>
                  <a:pt x="38232" y="1078"/>
                  <a:pt x="40737" y="3699"/>
                </a:cubicBezTo>
                <a:cubicBezTo>
                  <a:pt x="43227" y="6306"/>
                  <a:pt x="44771" y="10239"/>
                  <a:pt x="45339" y="15467"/>
                </a:cubicBezTo>
                <a:cubicBezTo>
                  <a:pt x="45616" y="18089"/>
                  <a:pt x="45674" y="20536"/>
                  <a:pt x="45572" y="22866"/>
                </a:cubicBezTo>
                <a:cubicBezTo>
                  <a:pt x="45455" y="25196"/>
                  <a:pt x="45106" y="27366"/>
                  <a:pt x="44538" y="29406"/>
                </a:cubicBezTo>
                <a:close/>
                <a:moveTo>
                  <a:pt x="44538" y="294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59CD8-E176-4108-AD73-6F3B66E3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488" y="837872"/>
            <a:ext cx="57864" cy="41771"/>
          </a:xfrm>
          <a:custGeom xmlns:a="http://schemas.openxmlformats.org/drawingml/2006/main">
            <a:pathLst>
              <a:path w="57864" h="41771">
                <a:moveTo>
                  <a:pt x="57005" y="0"/>
                </a:moveTo>
                <a:lnTo>
                  <a:pt x="57864" y="7690"/>
                </a:lnTo>
                <a:lnTo>
                  <a:pt x="7340" y="13312"/>
                </a:lnTo>
                <a:lnTo>
                  <a:pt x="10414" y="41028"/>
                </a:lnTo>
                <a:lnTo>
                  <a:pt x="3932" y="41771"/>
                </a:lnTo>
                <a:lnTo>
                  <a:pt x="0" y="6321"/>
                </a:lnTo>
                <a:lnTo>
                  <a:pt x="57005" y="0"/>
                </a:lnTo>
                <a:close/>
                <a:moveTo>
                  <a:pt x="5700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52F24-5606-4BAE-83B0-91C707E9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265" y="880837"/>
            <a:ext cx="60195" cy="13589"/>
          </a:xfrm>
          <a:custGeom xmlns:a="http://schemas.openxmlformats.org/drawingml/2006/main">
            <a:pathLst>
              <a:path w="60195" h="13589">
                <a:moveTo>
                  <a:pt x="42790" y="1879"/>
                </a:moveTo>
                <a:lnTo>
                  <a:pt x="43518" y="8870"/>
                </a:lnTo>
                <a:lnTo>
                  <a:pt x="801" y="13589"/>
                </a:lnTo>
                <a:lnTo>
                  <a:pt x="0" y="6598"/>
                </a:lnTo>
                <a:lnTo>
                  <a:pt x="42790" y="1879"/>
                </a:lnTo>
                <a:close/>
                <a:moveTo>
                  <a:pt x="59394" y="0"/>
                </a:moveTo>
                <a:lnTo>
                  <a:pt x="60195" y="7049"/>
                </a:lnTo>
                <a:lnTo>
                  <a:pt x="51267" y="8010"/>
                </a:lnTo>
                <a:lnTo>
                  <a:pt x="50524" y="961"/>
                </a:lnTo>
                <a:lnTo>
                  <a:pt x="59394" y="0"/>
                </a:lnTo>
                <a:close/>
                <a:moveTo>
                  <a:pt x="5939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A81D5-386E-4B99-92F0-69DC57CE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813" y="902902"/>
            <a:ext cx="61491" cy="41596"/>
          </a:xfrm>
          <a:custGeom xmlns:a="http://schemas.openxmlformats.org/drawingml/2006/main">
            <a:pathLst>
              <a:path w="61491" h="41596">
                <a:moveTo>
                  <a:pt x="39877" y="31925"/>
                </a:moveTo>
                <a:cubicBezTo>
                  <a:pt x="44946" y="31357"/>
                  <a:pt x="48805" y="29872"/>
                  <a:pt x="51369" y="27483"/>
                </a:cubicBezTo>
                <a:cubicBezTo>
                  <a:pt x="53932" y="25094"/>
                  <a:pt x="55010" y="21963"/>
                  <a:pt x="54558" y="18205"/>
                </a:cubicBezTo>
                <a:cubicBezTo>
                  <a:pt x="54150" y="14404"/>
                  <a:pt x="52446" y="11666"/>
                  <a:pt x="49373" y="9846"/>
                </a:cubicBezTo>
                <a:cubicBezTo>
                  <a:pt x="46358" y="8083"/>
                  <a:pt x="42324" y="7457"/>
                  <a:pt x="37197" y="8025"/>
                </a:cubicBezTo>
                <a:cubicBezTo>
                  <a:pt x="32144" y="8593"/>
                  <a:pt x="28328" y="10079"/>
                  <a:pt x="25764" y="12467"/>
                </a:cubicBezTo>
                <a:cubicBezTo>
                  <a:pt x="23201" y="14914"/>
                  <a:pt x="22123" y="17987"/>
                  <a:pt x="22531" y="21730"/>
                </a:cubicBezTo>
                <a:cubicBezTo>
                  <a:pt x="22983" y="25546"/>
                  <a:pt x="24687" y="28342"/>
                  <a:pt x="27701" y="30105"/>
                </a:cubicBezTo>
                <a:cubicBezTo>
                  <a:pt x="30775" y="31867"/>
                  <a:pt x="34809" y="32493"/>
                  <a:pt x="39877" y="31925"/>
                </a:cubicBezTo>
                <a:close/>
                <a:moveTo>
                  <a:pt x="24060" y="40795"/>
                </a:moveTo>
                <a:cubicBezTo>
                  <a:pt x="16778" y="41596"/>
                  <a:pt x="11200" y="40562"/>
                  <a:pt x="7282" y="37722"/>
                </a:cubicBezTo>
                <a:cubicBezTo>
                  <a:pt x="3408" y="34940"/>
                  <a:pt x="1078" y="30163"/>
                  <a:pt x="335" y="23507"/>
                </a:cubicBezTo>
                <a:cubicBezTo>
                  <a:pt x="58" y="21060"/>
                  <a:pt x="0" y="18657"/>
                  <a:pt x="117" y="16443"/>
                </a:cubicBezTo>
                <a:cubicBezTo>
                  <a:pt x="218" y="14229"/>
                  <a:pt x="568" y="12001"/>
                  <a:pt x="1078" y="9904"/>
                </a:cubicBezTo>
                <a:lnTo>
                  <a:pt x="7908" y="9103"/>
                </a:lnTo>
                <a:cubicBezTo>
                  <a:pt x="7049" y="11331"/>
                  <a:pt x="6423" y="13428"/>
                  <a:pt x="6146" y="15540"/>
                </a:cubicBezTo>
                <a:cubicBezTo>
                  <a:pt x="5797" y="17579"/>
                  <a:pt x="5797" y="19691"/>
                  <a:pt x="6030" y="21730"/>
                </a:cubicBezTo>
                <a:cubicBezTo>
                  <a:pt x="6539" y="26347"/>
                  <a:pt x="8127" y="29639"/>
                  <a:pt x="10749" y="31692"/>
                </a:cubicBezTo>
                <a:cubicBezTo>
                  <a:pt x="13428" y="33746"/>
                  <a:pt x="17171" y="34474"/>
                  <a:pt x="22007" y="33906"/>
                </a:cubicBezTo>
                <a:lnTo>
                  <a:pt x="25546" y="33513"/>
                </a:lnTo>
                <a:cubicBezTo>
                  <a:pt x="22808" y="32377"/>
                  <a:pt x="20754" y="30731"/>
                  <a:pt x="19225" y="28561"/>
                </a:cubicBezTo>
                <a:cubicBezTo>
                  <a:pt x="17739" y="26463"/>
                  <a:pt x="16836" y="23842"/>
                  <a:pt x="16501" y="20652"/>
                </a:cubicBezTo>
                <a:cubicBezTo>
                  <a:pt x="15919" y="15424"/>
                  <a:pt x="17404" y="10982"/>
                  <a:pt x="21046" y="7340"/>
                </a:cubicBezTo>
                <a:cubicBezTo>
                  <a:pt x="24687" y="3699"/>
                  <a:pt x="29813" y="1486"/>
                  <a:pt x="36411" y="743"/>
                </a:cubicBezTo>
                <a:cubicBezTo>
                  <a:pt x="43009" y="0"/>
                  <a:pt x="48529" y="1034"/>
                  <a:pt x="52854" y="3816"/>
                </a:cubicBezTo>
                <a:cubicBezTo>
                  <a:pt x="57223" y="6539"/>
                  <a:pt x="59670" y="10588"/>
                  <a:pt x="60238" y="15817"/>
                </a:cubicBezTo>
                <a:cubicBezTo>
                  <a:pt x="60588" y="18948"/>
                  <a:pt x="60297" y="21730"/>
                  <a:pt x="59277" y="24133"/>
                </a:cubicBezTo>
                <a:cubicBezTo>
                  <a:pt x="58316" y="26565"/>
                  <a:pt x="56597" y="28619"/>
                  <a:pt x="54267" y="30323"/>
                </a:cubicBezTo>
                <a:lnTo>
                  <a:pt x="60763" y="29639"/>
                </a:lnTo>
                <a:lnTo>
                  <a:pt x="61491" y="36644"/>
                </a:lnTo>
                <a:lnTo>
                  <a:pt x="24060" y="40795"/>
                </a:lnTo>
                <a:close/>
                <a:moveTo>
                  <a:pt x="24060" y="407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DDA1E-31BC-41AC-AAA7-D384478C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174" y="951896"/>
            <a:ext cx="60195" cy="42382"/>
          </a:xfrm>
          <a:custGeom xmlns:a="http://schemas.openxmlformats.org/drawingml/2006/main">
            <a:pathLst>
              <a:path w="60195" h="42382">
                <a:moveTo>
                  <a:pt x="29755" y="39528"/>
                </a:moveTo>
                <a:lnTo>
                  <a:pt x="3991" y="42382"/>
                </a:lnTo>
                <a:lnTo>
                  <a:pt x="3190" y="35377"/>
                </a:lnTo>
                <a:lnTo>
                  <a:pt x="28736" y="32537"/>
                </a:lnTo>
                <a:cubicBezTo>
                  <a:pt x="32828" y="32085"/>
                  <a:pt x="35726" y="30993"/>
                  <a:pt x="37547" y="29172"/>
                </a:cubicBezTo>
                <a:cubicBezTo>
                  <a:pt x="39426" y="27352"/>
                  <a:pt x="40169" y="24905"/>
                  <a:pt x="39775" y="21730"/>
                </a:cubicBezTo>
                <a:cubicBezTo>
                  <a:pt x="39368" y="17972"/>
                  <a:pt x="37838" y="15074"/>
                  <a:pt x="35158" y="13195"/>
                </a:cubicBezTo>
                <a:cubicBezTo>
                  <a:pt x="32551" y="11258"/>
                  <a:pt x="29129" y="10515"/>
                  <a:pt x="24920" y="10967"/>
                </a:cubicBezTo>
                <a:lnTo>
                  <a:pt x="743" y="13647"/>
                </a:lnTo>
                <a:lnTo>
                  <a:pt x="0" y="6598"/>
                </a:lnTo>
                <a:lnTo>
                  <a:pt x="59394" y="0"/>
                </a:lnTo>
                <a:lnTo>
                  <a:pt x="60195" y="7049"/>
                </a:lnTo>
                <a:lnTo>
                  <a:pt x="36862" y="9671"/>
                </a:lnTo>
                <a:cubicBezTo>
                  <a:pt x="39659" y="11025"/>
                  <a:pt x="41756" y="12788"/>
                  <a:pt x="43300" y="14958"/>
                </a:cubicBezTo>
                <a:cubicBezTo>
                  <a:pt x="44829" y="17055"/>
                  <a:pt x="45747" y="19618"/>
                  <a:pt x="46082" y="22633"/>
                </a:cubicBezTo>
                <a:cubicBezTo>
                  <a:pt x="46591" y="27527"/>
                  <a:pt x="45514" y="31401"/>
                  <a:pt x="42732" y="34241"/>
                </a:cubicBezTo>
                <a:cubicBezTo>
                  <a:pt x="39994" y="37139"/>
                  <a:pt x="35668" y="38901"/>
                  <a:pt x="29755" y="39528"/>
                </a:cubicBezTo>
                <a:close/>
                <a:moveTo>
                  <a:pt x="29755" y="395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B9039-4498-42A5-80CD-97DDF19F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655" y="998313"/>
            <a:ext cx="54675" cy="31401"/>
          </a:xfrm>
          <a:custGeom xmlns:a="http://schemas.openxmlformats.org/drawingml/2006/main">
            <a:pathLst>
              <a:path w="54675" h="31401">
                <a:moveTo>
                  <a:pt x="54675" y="10865"/>
                </a:moveTo>
                <a:lnTo>
                  <a:pt x="42557" y="12176"/>
                </a:lnTo>
                <a:lnTo>
                  <a:pt x="44159" y="26682"/>
                </a:lnTo>
                <a:lnTo>
                  <a:pt x="38698" y="27250"/>
                </a:lnTo>
                <a:lnTo>
                  <a:pt x="37096" y="12802"/>
                </a:lnTo>
                <a:lnTo>
                  <a:pt x="13894" y="15365"/>
                </a:lnTo>
                <a:cubicBezTo>
                  <a:pt x="10414" y="15759"/>
                  <a:pt x="8200" y="16501"/>
                  <a:pt x="7340" y="17521"/>
                </a:cubicBezTo>
                <a:cubicBezTo>
                  <a:pt x="6437" y="18599"/>
                  <a:pt x="6146" y="20594"/>
                  <a:pt x="6496" y="23551"/>
                </a:cubicBezTo>
                <a:lnTo>
                  <a:pt x="7282" y="30716"/>
                </a:lnTo>
                <a:lnTo>
                  <a:pt x="1369" y="31401"/>
                </a:lnTo>
                <a:lnTo>
                  <a:pt x="583" y="24177"/>
                </a:lnTo>
                <a:cubicBezTo>
                  <a:pt x="0" y="18774"/>
                  <a:pt x="583" y="14899"/>
                  <a:pt x="2403" y="12627"/>
                </a:cubicBezTo>
                <a:cubicBezTo>
                  <a:pt x="4165" y="10355"/>
                  <a:pt x="7748" y="8928"/>
                  <a:pt x="13093" y="8302"/>
                </a:cubicBezTo>
                <a:lnTo>
                  <a:pt x="36309" y="5753"/>
                </a:lnTo>
                <a:lnTo>
                  <a:pt x="35741" y="568"/>
                </a:lnTo>
                <a:lnTo>
                  <a:pt x="41203" y="0"/>
                </a:lnTo>
                <a:lnTo>
                  <a:pt x="41771" y="5127"/>
                </a:lnTo>
                <a:lnTo>
                  <a:pt x="53888" y="3816"/>
                </a:lnTo>
                <a:lnTo>
                  <a:pt x="54675" y="10865"/>
                </a:lnTo>
                <a:close/>
                <a:moveTo>
                  <a:pt x="54675" y="108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6121A-958B-4008-85D9-81C8A52A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058" y="1032102"/>
            <a:ext cx="60180" cy="42382"/>
          </a:xfrm>
          <a:custGeom xmlns:a="http://schemas.openxmlformats.org/drawingml/2006/main">
            <a:pathLst>
              <a:path w="60180" h="42382">
                <a:moveTo>
                  <a:pt x="29755" y="39542"/>
                </a:moveTo>
                <a:lnTo>
                  <a:pt x="3976" y="42382"/>
                </a:lnTo>
                <a:lnTo>
                  <a:pt x="3175" y="35391"/>
                </a:lnTo>
                <a:lnTo>
                  <a:pt x="28779" y="32551"/>
                </a:lnTo>
                <a:cubicBezTo>
                  <a:pt x="32814" y="32085"/>
                  <a:pt x="35726" y="30949"/>
                  <a:pt x="37547" y="29129"/>
                </a:cubicBezTo>
                <a:cubicBezTo>
                  <a:pt x="39426" y="27366"/>
                  <a:pt x="40154" y="24861"/>
                  <a:pt x="39819" y="21745"/>
                </a:cubicBezTo>
                <a:cubicBezTo>
                  <a:pt x="39368" y="17929"/>
                  <a:pt x="37824" y="15089"/>
                  <a:pt x="35158" y="13152"/>
                </a:cubicBezTo>
                <a:cubicBezTo>
                  <a:pt x="32537" y="11215"/>
                  <a:pt x="29129" y="10472"/>
                  <a:pt x="24905" y="10982"/>
                </a:cubicBezTo>
                <a:lnTo>
                  <a:pt x="786" y="13661"/>
                </a:lnTo>
                <a:lnTo>
                  <a:pt x="0" y="6598"/>
                </a:lnTo>
                <a:lnTo>
                  <a:pt x="59394" y="0"/>
                </a:lnTo>
                <a:lnTo>
                  <a:pt x="60180" y="7064"/>
                </a:lnTo>
                <a:lnTo>
                  <a:pt x="36862" y="9612"/>
                </a:lnTo>
                <a:cubicBezTo>
                  <a:pt x="39644" y="11040"/>
                  <a:pt x="41756" y="12802"/>
                  <a:pt x="43285" y="14914"/>
                </a:cubicBezTo>
                <a:cubicBezTo>
                  <a:pt x="44829" y="17069"/>
                  <a:pt x="45732" y="19633"/>
                  <a:pt x="46082" y="22589"/>
                </a:cubicBezTo>
                <a:cubicBezTo>
                  <a:pt x="46650" y="27541"/>
                  <a:pt x="45514" y="31415"/>
                  <a:pt x="42776" y="34255"/>
                </a:cubicBezTo>
                <a:cubicBezTo>
                  <a:pt x="39994" y="37096"/>
                  <a:pt x="35668" y="38858"/>
                  <a:pt x="29755" y="39542"/>
                </a:cubicBezTo>
                <a:close/>
                <a:moveTo>
                  <a:pt x="29755" y="395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711BC-73F5-4467-9B35-D5EF7BE4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621" y="1082291"/>
            <a:ext cx="46257" cy="40780"/>
          </a:xfrm>
          <a:custGeom xmlns:a="http://schemas.openxmlformats.org/drawingml/2006/main">
            <a:pathLst>
              <a:path w="46257" h="40780">
                <a:moveTo>
                  <a:pt x="39601" y="18540"/>
                </a:moveTo>
                <a:cubicBezTo>
                  <a:pt x="39207" y="14783"/>
                  <a:pt x="37387" y="12001"/>
                  <a:pt x="34197" y="10122"/>
                </a:cubicBezTo>
                <a:cubicBezTo>
                  <a:pt x="31008" y="8243"/>
                  <a:pt x="26857" y="7617"/>
                  <a:pt x="21788" y="8185"/>
                </a:cubicBezTo>
                <a:cubicBezTo>
                  <a:pt x="16676" y="8753"/>
                  <a:pt x="12744" y="10297"/>
                  <a:pt x="10079" y="12802"/>
                </a:cubicBezTo>
                <a:cubicBezTo>
                  <a:pt x="7340" y="15293"/>
                  <a:pt x="6204" y="18424"/>
                  <a:pt x="6598" y="22240"/>
                </a:cubicBezTo>
                <a:cubicBezTo>
                  <a:pt x="7064" y="25997"/>
                  <a:pt x="8826" y="28779"/>
                  <a:pt x="12059" y="30600"/>
                </a:cubicBezTo>
                <a:cubicBezTo>
                  <a:pt x="15249" y="32479"/>
                  <a:pt x="19400" y="33163"/>
                  <a:pt x="24468" y="32595"/>
                </a:cubicBezTo>
                <a:cubicBezTo>
                  <a:pt x="29537" y="32027"/>
                  <a:pt x="33396" y="30483"/>
                  <a:pt x="36134" y="27935"/>
                </a:cubicBezTo>
                <a:cubicBezTo>
                  <a:pt x="38858" y="25429"/>
                  <a:pt x="39994" y="22298"/>
                  <a:pt x="39601" y="18540"/>
                </a:cubicBezTo>
                <a:close/>
                <a:moveTo>
                  <a:pt x="45572" y="17914"/>
                </a:moveTo>
                <a:cubicBezTo>
                  <a:pt x="46257" y="24002"/>
                  <a:pt x="44786" y="29012"/>
                  <a:pt x="41188" y="32930"/>
                </a:cubicBezTo>
                <a:cubicBezTo>
                  <a:pt x="37605" y="36921"/>
                  <a:pt x="32318" y="39251"/>
                  <a:pt x="25327" y="40052"/>
                </a:cubicBezTo>
                <a:cubicBezTo>
                  <a:pt x="18322" y="40780"/>
                  <a:pt x="12642" y="39644"/>
                  <a:pt x="8258" y="36629"/>
                </a:cubicBezTo>
                <a:cubicBezTo>
                  <a:pt x="3874" y="33556"/>
                  <a:pt x="1369" y="29012"/>
                  <a:pt x="685" y="22866"/>
                </a:cubicBezTo>
                <a:cubicBezTo>
                  <a:pt x="0" y="16778"/>
                  <a:pt x="1427" y="11710"/>
                  <a:pt x="5068" y="7792"/>
                </a:cubicBezTo>
                <a:cubicBezTo>
                  <a:pt x="8651" y="3918"/>
                  <a:pt x="13938" y="1529"/>
                  <a:pt x="20944" y="786"/>
                </a:cubicBezTo>
                <a:cubicBezTo>
                  <a:pt x="27935" y="0"/>
                  <a:pt x="33629" y="1136"/>
                  <a:pt x="38013" y="4151"/>
                </a:cubicBezTo>
                <a:cubicBezTo>
                  <a:pt x="42339" y="7224"/>
                  <a:pt x="44887" y="11768"/>
                  <a:pt x="45572" y="17914"/>
                </a:cubicBezTo>
                <a:close/>
                <a:moveTo>
                  <a:pt x="45572" y="179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B592A-7FCB-43B8-B279-9C66F22F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806" y="1130878"/>
            <a:ext cx="46708" cy="40504"/>
          </a:xfrm>
          <a:custGeom xmlns:a="http://schemas.openxmlformats.org/drawingml/2006/main">
            <a:pathLst>
              <a:path w="46708" h="40504">
                <a:moveTo>
                  <a:pt x="16836" y="2840"/>
                </a:moveTo>
                <a:lnTo>
                  <a:pt x="42717" y="0"/>
                </a:lnTo>
                <a:lnTo>
                  <a:pt x="43518" y="6991"/>
                </a:lnTo>
                <a:lnTo>
                  <a:pt x="17914" y="9831"/>
                </a:lnTo>
                <a:cubicBezTo>
                  <a:pt x="13880" y="10297"/>
                  <a:pt x="10923" y="11433"/>
                  <a:pt x="9044" y="13195"/>
                </a:cubicBezTo>
                <a:cubicBezTo>
                  <a:pt x="7224" y="15016"/>
                  <a:pt x="6481" y="17521"/>
                  <a:pt x="6831" y="20652"/>
                </a:cubicBezTo>
                <a:cubicBezTo>
                  <a:pt x="7224" y="24454"/>
                  <a:pt x="8753" y="27308"/>
                  <a:pt x="11433" y="29231"/>
                </a:cubicBezTo>
                <a:cubicBezTo>
                  <a:pt x="14113" y="31168"/>
                  <a:pt x="17521" y="31911"/>
                  <a:pt x="21672" y="31459"/>
                </a:cubicBezTo>
                <a:lnTo>
                  <a:pt x="45907" y="28779"/>
                </a:lnTo>
                <a:lnTo>
                  <a:pt x="46708" y="35785"/>
                </a:lnTo>
                <a:lnTo>
                  <a:pt x="3976" y="40504"/>
                </a:lnTo>
                <a:lnTo>
                  <a:pt x="3190" y="33498"/>
                </a:lnTo>
                <a:lnTo>
                  <a:pt x="9729" y="32770"/>
                </a:lnTo>
                <a:cubicBezTo>
                  <a:pt x="6933" y="31343"/>
                  <a:pt x="4835" y="29580"/>
                  <a:pt x="3292" y="27468"/>
                </a:cubicBezTo>
                <a:cubicBezTo>
                  <a:pt x="1762" y="25371"/>
                  <a:pt x="845" y="22808"/>
                  <a:pt x="510" y="19851"/>
                </a:cubicBezTo>
                <a:cubicBezTo>
                  <a:pt x="0" y="14958"/>
                  <a:pt x="1078" y="11025"/>
                  <a:pt x="3860" y="8127"/>
                </a:cubicBezTo>
                <a:cubicBezTo>
                  <a:pt x="6656" y="5287"/>
                  <a:pt x="10982" y="3525"/>
                  <a:pt x="16836" y="2840"/>
                </a:cubicBezTo>
                <a:close/>
                <a:moveTo>
                  <a:pt x="16836" y="28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E4313-EA2C-4CC8-AB2A-44FA75A0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68" y="1179115"/>
            <a:ext cx="45732" cy="35450"/>
          </a:xfrm>
          <a:custGeom xmlns:a="http://schemas.openxmlformats.org/drawingml/2006/main">
            <a:pathLst>
              <a:path w="45732" h="35450">
                <a:moveTo>
                  <a:pt x="44596" y="29420"/>
                </a:moveTo>
                <a:lnTo>
                  <a:pt x="37940" y="30148"/>
                </a:lnTo>
                <a:cubicBezTo>
                  <a:pt x="38741" y="28051"/>
                  <a:pt x="39309" y="25881"/>
                  <a:pt x="39542" y="23725"/>
                </a:cubicBezTo>
                <a:cubicBezTo>
                  <a:pt x="39819" y="21512"/>
                  <a:pt x="39819" y="19283"/>
                  <a:pt x="39601" y="16953"/>
                </a:cubicBezTo>
                <a:cubicBezTo>
                  <a:pt x="39193" y="13487"/>
                  <a:pt x="38406" y="10923"/>
                  <a:pt x="37154" y="9336"/>
                </a:cubicBezTo>
                <a:cubicBezTo>
                  <a:pt x="35843" y="7675"/>
                  <a:pt x="34183" y="7005"/>
                  <a:pt x="32027" y="7224"/>
                </a:cubicBezTo>
                <a:cubicBezTo>
                  <a:pt x="30381" y="7399"/>
                  <a:pt x="29187" y="8200"/>
                  <a:pt x="28386" y="9496"/>
                </a:cubicBezTo>
                <a:cubicBezTo>
                  <a:pt x="27585" y="10865"/>
                  <a:pt x="27017" y="13487"/>
                  <a:pt x="26565" y="17361"/>
                </a:cubicBezTo>
                <a:lnTo>
                  <a:pt x="26274" y="19793"/>
                </a:lnTo>
                <a:cubicBezTo>
                  <a:pt x="25764" y="24920"/>
                  <a:pt x="24687" y="28619"/>
                  <a:pt x="22983" y="30949"/>
                </a:cubicBezTo>
                <a:cubicBezTo>
                  <a:pt x="21279" y="33221"/>
                  <a:pt x="18657" y="34590"/>
                  <a:pt x="15191" y="34984"/>
                </a:cubicBezTo>
                <a:cubicBezTo>
                  <a:pt x="11200" y="35450"/>
                  <a:pt x="7850" y="34197"/>
                  <a:pt x="5170" y="31299"/>
                </a:cubicBezTo>
                <a:cubicBezTo>
                  <a:pt x="2563" y="28444"/>
                  <a:pt x="903" y="24235"/>
                  <a:pt x="277" y="18715"/>
                </a:cubicBezTo>
                <a:cubicBezTo>
                  <a:pt x="58" y="16443"/>
                  <a:pt x="0" y="14055"/>
                  <a:pt x="175" y="11491"/>
                </a:cubicBezTo>
                <a:cubicBezTo>
                  <a:pt x="335" y="8986"/>
                  <a:pt x="743" y="6263"/>
                  <a:pt x="1311" y="3466"/>
                </a:cubicBezTo>
                <a:lnTo>
                  <a:pt x="8593" y="2622"/>
                </a:lnTo>
                <a:cubicBezTo>
                  <a:pt x="7501" y="5403"/>
                  <a:pt x="6772" y="8083"/>
                  <a:pt x="6365" y="10647"/>
                </a:cubicBezTo>
                <a:cubicBezTo>
                  <a:pt x="5971" y="13254"/>
                  <a:pt x="5913" y="15759"/>
                  <a:pt x="6204" y="18264"/>
                </a:cubicBezTo>
                <a:cubicBezTo>
                  <a:pt x="6598" y="21570"/>
                  <a:pt x="7399" y="24017"/>
                  <a:pt x="8753" y="25662"/>
                </a:cubicBezTo>
                <a:cubicBezTo>
                  <a:pt x="10064" y="27308"/>
                  <a:pt x="11768" y="28051"/>
                  <a:pt x="13822" y="27818"/>
                </a:cubicBezTo>
                <a:cubicBezTo>
                  <a:pt x="15759" y="27600"/>
                  <a:pt x="17128" y="26798"/>
                  <a:pt x="17972" y="25429"/>
                </a:cubicBezTo>
                <a:cubicBezTo>
                  <a:pt x="18890" y="24017"/>
                  <a:pt x="19575" y="21104"/>
                  <a:pt x="20026" y="16618"/>
                </a:cubicBezTo>
                <a:lnTo>
                  <a:pt x="20303" y="14113"/>
                </a:lnTo>
                <a:cubicBezTo>
                  <a:pt x="20769" y="9671"/>
                  <a:pt x="21788" y="6379"/>
                  <a:pt x="23492" y="4209"/>
                </a:cubicBezTo>
                <a:cubicBezTo>
                  <a:pt x="25138" y="2112"/>
                  <a:pt x="27643" y="859"/>
                  <a:pt x="30949" y="451"/>
                </a:cubicBezTo>
                <a:cubicBezTo>
                  <a:pt x="34984" y="0"/>
                  <a:pt x="38232" y="1078"/>
                  <a:pt x="40737" y="3699"/>
                </a:cubicBezTo>
                <a:cubicBezTo>
                  <a:pt x="43242" y="6321"/>
                  <a:pt x="44771" y="10239"/>
                  <a:pt x="45397" y="15482"/>
                </a:cubicBezTo>
                <a:cubicBezTo>
                  <a:pt x="45688" y="18089"/>
                  <a:pt x="45732" y="20536"/>
                  <a:pt x="45630" y="22866"/>
                </a:cubicBezTo>
                <a:cubicBezTo>
                  <a:pt x="45514" y="25211"/>
                  <a:pt x="45164" y="27366"/>
                  <a:pt x="44596" y="29420"/>
                </a:cubicBezTo>
                <a:close/>
                <a:moveTo>
                  <a:pt x="44596" y="294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3A270-D23D-4203-B23B-90B2DFA6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103" y="1220420"/>
            <a:ext cx="46198" cy="40853"/>
          </a:xfrm>
          <a:custGeom xmlns:a="http://schemas.openxmlformats.org/drawingml/2006/main">
            <a:pathLst>
              <a:path w="46198" h="40853">
                <a:moveTo>
                  <a:pt x="26959" y="40169"/>
                </a:moveTo>
                <a:lnTo>
                  <a:pt x="23551" y="40562"/>
                </a:lnTo>
                <a:lnTo>
                  <a:pt x="19968" y="8243"/>
                </a:lnTo>
                <a:cubicBezTo>
                  <a:pt x="15132" y="9103"/>
                  <a:pt x="11608" y="10982"/>
                  <a:pt x="9379" y="13880"/>
                </a:cubicBezTo>
                <a:cubicBezTo>
                  <a:pt x="7107" y="16720"/>
                  <a:pt x="6263" y="20536"/>
                  <a:pt x="6772" y="25153"/>
                </a:cubicBezTo>
                <a:cubicBezTo>
                  <a:pt x="7107" y="27876"/>
                  <a:pt x="7675" y="30440"/>
                  <a:pt x="8651" y="32886"/>
                </a:cubicBezTo>
                <a:cubicBezTo>
                  <a:pt x="9612" y="35391"/>
                  <a:pt x="10865" y="37780"/>
                  <a:pt x="12453" y="40110"/>
                </a:cubicBezTo>
                <a:lnTo>
                  <a:pt x="5797" y="40853"/>
                </a:lnTo>
                <a:cubicBezTo>
                  <a:pt x="4486" y="38465"/>
                  <a:pt x="3350" y="35959"/>
                  <a:pt x="2505" y="33396"/>
                </a:cubicBezTo>
                <a:cubicBezTo>
                  <a:pt x="1646" y="30775"/>
                  <a:pt x="1078" y="28168"/>
                  <a:pt x="801" y="25429"/>
                </a:cubicBezTo>
                <a:cubicBezTo>
                  <a:pt x="0" y="18599"/>
                  <a:pt x="1427" y="12977"/>
                  <a:pt x="4952" y="8535"/>
                </a:cubicBezTo>
                <a:cubicBezTo>
                  <a:pt x="8476" y="4151"/>
                  <a:pt x="13589" y="1544"/>
                  <a:pt x="20361" y="801"/>
                </a:cubicBezTo>
                <a:cubicBezTo>
                  <a:pt x="27366" y="0"/>
                  <a:pt x="33163" y="1311"/>
                  <a:pt x="37664" y="4602"/>
                </a:cubicBezTo>
                <a:cubicBezTo>
                  <a:pt x="42208" y="7908"/>
                  <a:pt x="44829" y="12802"/>
                  <a:pt x="45514" y="19225"/>
                </a:cubicBezTo>
                <a:cubicBezTo>
                  <a:pt x="46198" y="24978"/>
                  <a:pt x="44829" y="29697"/>
                  <a:pt x="41479" y="33454"/>
                </a:cubicBezTo>
                <a:cubicBezTo>
                  <a:pt x="38173" y="37212"/>
                  <a:pt x="33338" y="39484"/>
                  <a:pt x="26959" y="40169"/>
                </a:cubicBezTo>
                <a:close/>
                <a:moveTo>
                  <a:pt x="28211" y="32945"/>
                </a:moveTo>
                <a:cubicBezTo>
                  <a:pt x="32085" y="32435"/>
                  <a:pt x="35042" y="31008"/>
                  <a:pt x="37096" y="28677"/>
                </a:cubicBezTo>
                <a:cubicBezTo>
                  <a:pt x="39135" y="26347"/>
                  <a:pt x="39994" y="23434"/>
                  <a:pt x="39601" y="19968"/>
                </a:cubicBezTo>
                <a:cubicBezTo>
                  <a:pt x="39135" y="16050"/>
                  <a:pt x="37722" y="13035"/>
                  <a:pt x="35217" y="10923"/>
                </a:cubicBezTo>
                <a:cubicBezTo>
                  <a:pt x="32770" y="8826"/>
                  <a:pt x="29464" y="7792"/>
                  <a:pt x="25429" y="7908"/>
                </a:cubicBezTo>
                <a:lnTo>
                  <a:pt x="28211" y="32945"/>
                </a:lnTo>
                <a:close/>
                <a:moveTo>
                  <a:pt x="28211" y="329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90E0C-8B0C-4E18-89DC-75F12EB8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215" y="1268672"/>
            <a:ext cx="59627" cy="39309"/>
          </a:xfrm>
          <a:custGeom xmlns:a="http://schemas.openxmlformats.org/drawingml/2006/main">
            <a:pathLst>
              <a:path w="59627" h="39309">
                <a:moveTo>
                  <a:pt x="51543" y="8418"/>
                </a:moveTo>
                <a:lnTo>
                  <a:pt x="30105" y="10807"/>
                </a:lnTo>
                <a:lnTo>
                  <a:pt x="31182" y="20478"/>
                </a:lnTo>
                <a:cubicBezTo>
                  <a:pt x="31576" y="24060"/>
                  <a:pt x="32828" y="26726"/>
                  <a:pt x="34882" y="28503"/>
                </a:cubicBezTo>
                <a:cubicBezTo>
                  <a:pt x="36979" y="30265"/>
                  <a:pt x="39717" y="30949"/>
                  <a:pt x="43183" y="30542"/>
                </a:cubicBezTo>
                <a:cubicBezTo>
                  <a:pt x="46606" y="30148"/>
                  <a:pt x="49097" y="28896"/>
                  <a:pt x="50757" y="26726"/>
                </a:cubicBezTo>
                <a:cubicBezTo>
                  <a:pt x="52403" y="24570"/>
                  <a:pt x="53029" y="21672"/>
                  <a:pt x="52636" y="18089"/>
                </a:cubicBezTo>
                <a:lnTo>
                  <a:pt x="51543" y="8418"/>
                </a:lnTo>
                <a:close/>
                <a:moveTo>
                  <a:pt x="57005" y="0"/>
                </a:moveTo>
                <a:lnTo>
                  <a:pt x="58942" y="17404"/>
                </a:lnTo>
                <a:cubicBezTo>
                  <a:pt x="59627" y="23769"/>
                  <a:pt x="58724" y="28779"/>
                  <a:pt x="56219" y="32362"/>
                </a:cubicBezTo>
                <a:cubicBezTo>
                  <a:pt x="53713" y="35945"/>
                  <a:pt x="49621" y="38057"/>
                  <a:pt x="44043" y="38683"/>
                </a:cubicBezTo>
                <a:cubicBezTo>
                  <a:pt x="38465" y="39309"/>
                  <a:pt x="34022" y="38173"/>
                  <a:pt x="30789" y="35202"/>
                </a:cubicBezTo>
                <a:cubicBezTo>
                  <a:pt x="27541" y="32246"/>
                  <a:pt x="25546" y="27585"/>
                  <a:pt x="24861" y="21162"/>
                </a:cubicBezTo>
                <a:lnTo>
                  <a:pt x="23784" y="11491"/>
                </a:lnTo>
                <a:lnTo>
                  <a:pt x="859" y="14040"/>
                </a:lnTo>
                <a:lnTo>
                  <a:pt x="0" y="6306"/>
                </a:lnTo>
                <a:lnTo>
                  <a:pt x="57005" y="0"/>
                </a:lnTo>
                <a:close/>
                <a:moveTo>
                  <a:pt x="5700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C667A-427A-4128-B953-83C254FB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59" y="1315263"/>
            <a:ext cx="60136" cy="13589"/>
          </a:xfrm>
          <a:custGeom xmlns:a="http://schemas.openxmlformats.org/drawingml/2006/main">
            <a:pathLst>
              <a:path w="60136" h="13589">
                <a:moveTo>
                  <a:pt x="59394" y="0"/>
                </a:moveTo>
                <a:lnTo>
                  <a:pt x="60136" y="6991"/>
                </a:lnTo>
                <a:lnTo>
                  <a:pt x="743" y="13589"/>
                </a:lnTo>
                <a:lnTo>
                  <a:pt x="0" y="6539"/>
                </a:lnTo>
                <a:lnTo>
                  <a:pt x="59394" y="0"/>
                </a:lnTo>
                <a:close/>
                <a:moveTo>
                  <a:pt x="5939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EE26B-6953-44A4-BF67-DA96D10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789" y="1338071"/>
            <a:ext cx="46708" cy="40562"/>
          </a:xfrm>
          <a:custGeom xmlns:a="http://schemas.openxmlformats.org/drawingml/2006/main">
            <a:pathLst>
              <a:path w="46708" h="40562">
                <a:moveTo>
                  <a:pt x="16836" y="2840"/>
                </a:moveTo>
                <a:lnTo>
                  <a:pt x="42732" y="0"/>
                </a:lnTo>
                <a:lnTo>
                  <a:pt x="43518" y="7005"/>
                </a:lnTo>
                <a:lnTo>
                  <a:pt x="17871" y="9846"/>
                </a:lnTo>
                <a:cubicBezTo>
                  <a:pt x="13822" y="10297"/>
                  <a:pt x="10865" y="11433"/>
                  <a:pt x="9044" y="13254"/>
                </a:cubicBezTo>
                <a:cubicBezTo>
                  <a:pt x="7166" y="15016"/>
                  <a:pt x="6423" y="17521"/>
                  <a:pt x="6772" y="20652"/>
                </a:cubicBezTo>
                <a:cubicBezTo>
                  <a:pt x="7224" y="24468"/>
                  <a:pt x="8753" y="27308"/>
                  <a:pt x="11433" y="29245"/>
                </a:cubicBezTo>
                <a:cubicBezTo>
                  <a:pt x="14055" y="31182"/>
                  <a:pt x="17521" y="31925"/>
                  <a:pt x="21672" y="31459"/>
                </a:cubicBezTo>
                <a:lnTo>
                  <a:pt x="45907" y="28794"/>
                </a:lnTo>
                <a:lnTo>
                  <a:pt x="46708" y="35785"/>
                </a:lnTo>
                <a:lnTo>
                  <a:pt x="3918" y="40562"/>
                </a:lnTo>
                <a:lnTo>
                  <a:pt x="3131" y="33513"/>
                </a:lnTo>
                <a:lnTo>
                  <a:pt x="9729" y="32770"/>
                </a:lnTo>
                <a:cubicBezTo>
                  <a:pt x="6947" y="31343"/>
                  <a:pt x="4777" y="29580"/>
                  <a:pt x="3306" y="27483"/>
                </a:cubicBezTo>
                <a:cubicBezTo>
                  <a:pt x="1762" y="25371"/>
                  <a:pt x="859" y="22822"/>
                  <a:pt x="510" y="19851"/>
                </a:cubicBezTo>
                <a:cubicBezTo>
                  <a:pt x="0" y="14972"/>
                  <a:pt x="1078" y="11040"/>
                  <a:pt x="3874" y="8200"/>
                </a:cubicBezTo>
                <a:cubicBezTo>
                  <a:pt x="6656" y="5287"/>
                  <a:pt x="10982" y="3525"/>
                  <a:pt x="16836" y="2840"/>
                </a:cubicBezTo>
                <a:close/>
                <a:moveTo>
                  <a:pt x="16836" y="28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82237-8E8E-4140-A7F0-B3EA61D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453" y="1386891"/>
            <a:ext cx="61505" cy="41523"/>
          </a:xfrm>
          <a:custGeom xmlns:a="http://schemas.openxmlformats.org/drawingml/2006/main">
            <a:pathLst>
              <a:path w="61505" h="41523">
                <a:moveTo>
                  <a:pt x="39892" y="31911"/>
                </a:moveTo>
                <a:cubicBezTo>
                  <a:pt x="44946" y="31343"/>
                  <a:pt x="48762" y="29857"/>
                  <a:pt x="51325" y="27425"/>
                </a:cubicBezTo>
                <a:cubicBezTo>
                  <a:pt x="53888" y="25022"/>
                  <a:pt x="54966" y="21905"/>
                  <a:pt x="54558" y="18147"/>
                </a:cubicBezTo>
                <a:cubicBezTo>
                  <a:pt x="54165" y="14390"/>
                  <a:pt x="52403" y="11608"/>
                  <a:pt x="49388" y="9787"/>
                </a:cubicBezTo>
                <a:cubicBezTo>
                  <a:pt x="46373" y="8010"/>
                  <a:pt x="42280" y="7399"/>
                  <a:pt x="37212" y="7967"/>
                </a:cubicBezTo>
                <a:cubicBezTo>
                  <a:pt x="32144" y="8535"/>
                  <a:pt x="28342" y="10006"/>
                  <a:pt x="25779" y="12394"/>
                </a:cubicBezTo>
                <a:cubicBezTo>
                  <a:pt x="23216" y="14841"/>
                  <a:pt x="22138" y="17914"/>
                  <a:pt x="22531" y="21672"/>
                </a:cubicBezTo>
                <a:cubicBezTo>
                  <a:pt x="22939" y="25488"/>
                  <a:pt x="24701" y="28269"/>
                  <a:pt x="27716" y="30032"/>
                </a:cubicBezTo>
                <a:cubicBezTo>
                  <a:pt x="30731" y="31852"/>
                  <a:pt x="34823" y="32420"/>
                  <a:pt x="39892" y="31911"/>
                </a:cubicBezTo>
                <a:close/>
                <a:moveTo>
                  <a:pt x="24075" y="40737"/>
                </a:moveTo>
                <a:cubicBezTo>
                  <a:pt x="16793" y="41523"/>
                  <a:pt x="11215" y="40562"/>
                  <a:pt x="7282" y="37722"/>
                </a:cubicBezTo>
                <a:cubicBezTo>
                  <a:pt x="3423" y="34867"/>
                  <a:pt x="1092" y="30090"/>
                  <a:pt x="350" y="23434"/>
                </a:cubicBezTo>
                <a:cubicBezTo>
                  <a:pt x="58" y="20987"/>
                  <a:pt x="0" y="18657"/>
                  <a:pt x="117" y="16385"/>
                </a:cubicBezTo>
                <a:cubicBezTo>
                  <a:pt x="233" y="14157"/>
                  <a:pt x="568" y="12001"/>
                  <a:pt x="1092" y="9846"/>
                </a:cubicBezTo>
                <a:lnTo>
                  <a:pt x="7908" y="9103"/>
                </a:lnTo>
                <a:cubicBezTo>
                  <a:pt x="7064" y="11258"/>
                  <a:pt x="6437" y="13370"/>
                  <a:pt x="6146" y="15467"/>
                </a:cubicBezTo>
                <a:cubicBezTo>
                  <a:pt x="5811" y="17521"/>
                  <a:pt x="5753" y="19618"/>
                  <a:pt x="6030" y="21672"/>
                </a:cubicBezTo>
                <a:cubicBezTo>
                  <a:pt x="6554" y="26274"/>
                  <a:pt x="8083" y="29639"/>
                  <a:pt x="10763" y="31634"/>
                </a:cubicBezTo>
                <a:cubicBezTo>
                  <a:pt x="13428" y="33673"/>
                  <a:pt x="17186" y="34416"/>
                  <a:pt x="22021" y="33848"/>
                </a:cubicBezTo>
                <a:lnTo>
                  <a:pt x="25488" y="33498"/>
                </a:lnTo>
                <a:cubicBezTo>
                  <a:pt x="22822" y="32304"/>
                  <a:pt x="20711" y="30658"/>
                  <a:pt x="19240" y="28561"/>
                </a:cubicBezTo>
                <a:cubicBezTo>
                  <a:pt x="17754" y="26391"/>
                  <a:pt x="16851" y="23784"/>
                  <a:pt x="16443" y="20594"/>
                </a:cubicBezTo>
                <a:cubicBezTo>
                  <a:pt x="15875" y="15351"/>
                  <a:pt x="17419" y="10923"/>
                  <a:pt x="21060" y="7282"/>
                </a:cubicBezTo>
                <a:cubicBezTo>
                  <a:pt x="24701" y="3641"/>
                  <a:pt x="29813" y="1413"/>
                  <a:pt x="36411" y="728"/>
                </a:cubicBezTo>
                <a:cubicBezTo>
                  <a:pt x="43009" y="0"/>
                  <a:pt x="48470" y="961"/>
                  <a:pt x="52854" y="3758"/>
                </a:cubicBezTo>
                <a:cubicBezTo>
                  <a:pt x="57180" y="6539"/>
                  <a:pt x="59685" y="10515"/>
                  <a:pt x="60253" y="15759"/>
                </a:cubicBezTo>
                <a:cubicBezTo>
                  <a:pt x="60588" y="18934"/>
                  <a:pt x="60253" y="21672"/>
                  <a:pt x="59292" y="24119"/>
                </a:cubicBezTo>
                <a:cubicBezTo>
                  <a:pt x="58258" y="26507"/>
                  <a:pt x="56612" y="28561"/>
                  <a:pt x="54281" y="30323"/>
                </a:cubicBezTo>
                <a:lnTo>
                  <a:pt x="60763" y="29580"/>
                </a:lnTo>
                <a:lnTo>
                  <a:pt x="61505" y="36571"/>
                </a:lnTo>
                <a:lnTo>
                  <a:pt x="24075" y="40737"/>
                </a:lnTo>
                <a:close/>
                <a:moveTo>
                  <a:pt x="24075" y="407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F4E1B-17C0-468E-8963-B10BFEAC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829" y="1436104"/>
            <a:ext cx="60195" cy="13589"/>
          </a:xfrm>
          <a:custGeom xmlns:a="http://schemas.openxmlformats.org/drawingml/2006/main">
            <a:pathLst>
              <a:path w="60195" h="13589">
                <a:moveTo>
                  <a:pt x="42717" y="1879"/>
                </a:moveTo>
                <a:lnTo>
                  <a:pt x="43518" y="8870"/>
                </a:lnTo>
                <a:lnTo>
                  <a:pt x="786" y="13589"/>
                </a:lnTo>
                <a:lnTo>
                  <a:pt x="0" y="6598"/>
                </a:lnTo>
                <a:lnTo>
                  <a:pt x="42717" y="1879"/>
                </a:lnTo>
                <a:close/>
                <a:moveTo>
                  <a:pt x="59394" y="0"/>
                </a:moveTo>
                <a:lnTo>
                  <a:pt x="60195" y="7049"/>
                </a:lnTo>
                <a:lnTo>
                  <a:pt x="51252" y="8010"/>
                </a:lnTo>
                <a:lnTo>
                  <a:pt x="50524" y="1020"/>
                </a:lnTo>
                <a:lnTo>
                  <a:pt x="59394" y="0"/>
                </a:lnTo>
                <a:close/>
                <a:moveTo>
                  <a:pt x="5939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E58CA-F4AB-4E24-9572-7B9DF3D1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217" y="1459422"/>
            <a:ext cx="46591" cy="40504"/>
          </a:xfrm>
          <a:custGeom xmlns:a="http://schemas.openxmlformats.org/drawingml/2006/main">
            <a:pathLst>
              <a:path w="46591" h="40504">
                <a:moveTo>
                  <a:pt x="29755" y="37664"/>
                </a:moveTo>
                <a:lnTo>
                  <a:pt x="3976" y="40504"/>
                </a:lnTo>
                <a:lnTo>
                  <a:pt x="3190" y="33513"/>
                </a:lnTo>
                <a:lnTo>
                  <a:pt x="28721" y="30673"/>
                </a:lnTo>
                <a:cubicBezTo>
                  <a:pt x="32828" y="30207"/>
                  <a:pt x="35726" y="29071"/>
                  <a:pt x="37547" y="27308"/>
                </a:cubicBezTo>
                <a:cubicBezTo>
                  <a:pt x="39426" y="25488"/>
                  <a:pt x="40169" y="23041"/>
                  <a:pt x="39819" y="19851"/>
                </a:cubicBezTo>
                <a:cubicBezTo>
                  <a:pt x="39368" y="16108"/>
                  <a:pt x="37824" y="13195"/>
                  <a:pt x="35158" y="11273"/>
                </a:cubicBezTo>
                <a:cubicBezTo>
                  <a:pt x="32537" y="9394"/>
                  <a:pt x="29129" y="8651"/>
                  <a:pt x="24920" y="9103"/>
                </a:cubicBezTo>
                <a:lnTo>
                  <a:pt x="801" y="11783"/>
                </a:lnTo>
                <a:lnTo>
                  <a:pt x="0" y="4719"/>
                </a:lnTo>
                <a:lnTo>
                  <a:pt x="42717" y="0"/>
                </a:lnTo>
                <a:lnTo>
                  <a:pt x="43518" y="7064"/>
                </a:lnTo>
                <a:lnTo>
                  <a:pt x="36862" y="7792"/>
                </a:lnTo>
                <a:cubicBezTo>
                  <a:pt x="39644" y="9161"/>
                  <a:pt x="41756" y="10923"/>
                  <a:pt x="43285" y="13093"/>
                </a:cubicBezTo>
                <a:cubicBezTo>
                  <a:pt x="44829" y="15191"/>
                  <a:pt x="45732" y="17754"/>
                  <a:pt x="46082" y="20769"/>
                </a:cubicBezTo>
                <a:cubicBezTo>
                  <a:pt x="46591" y="25662"/>
                  <a:pt x="45514" y="29537"/>
                  <a:pt x="42776" y="32377"/>
                </a:cubicBezTo>
                <a:cubicBezTo>
                  <a:pt x="39994" y="35275"/>
                  <a:pt x="35668" y="37037"/>
                  <a:pt x="29755" y="37664"/>
                </a:cubicBezTo>
                <a:close/>
                <a:moveTo>
                  <a:pt x="29755" y="376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3B63A-E31B-4896-8721-579A55E7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854" y="1513863"/>
            <a:ext cx="10574" cy="9161"/>
          </a:xfrm>
          <a:custGeom xmlns:a="http://schemas.openxmlformats.org/drawingml/2006/main">
            <a:pathLst>
              <a:path w="10574" h="9161">
                <a:moveTo>
                  <a:pt x="9671" y="0"/>
                </a:moveTo>
                <a:lnTo>
                  <a:pt x="10574" y="8083"/>
                </a:lnTo>
                <a:lnTo>
                  <a:pt x="845" y="9161"/>
                </a:lnTo>
                <a:lnTo>
                  <a:pt x="0" y="1092"/>
                </a:lnTo>
                <a:lnTo>
                  <a:pt x="9671" y="0"/>
                </a:lnTo>
                <a:close/>
                <a:moveTo>
                  <a:pt x="967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119E7-4AE9-4A2C-B3D9-7B0C88F6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519" y="1532812"/>
            <a:ext cx="57864" cy="41756"/>
          </a:xfrm>
          <a:custGeom xmlns:a="http://schemas.openxmlformats.org/drawingml/2006/main">
            <a:pathLst>
              <a:path w="57864" h="41756">
                <a:moveTo>
                  <a:pt x="57005" y="0"/>
                </a:moveTo>
                <a:lnTo>
                  <a:pt x="57864" y="7690"/>
                </a:lnTo>
                <a:lnTo>
                  <a:pt x="7340" y="13254"/>
                </a:lnTo>
                <a:lnTo>
                  <a:pt x="10414" y="41028"/>
                </a:lnTo>
                <a:lnTo>
                  <a:pt x="3932" y="41756"/>
                </a:lnTo>
                <a:lnTo>
                  <a:pt x="0" y="6321"/>
                </a:lnTo>
                <a:lnTo>
                  <a:pt x="57005" y="0"/>
                </a:lnTo>
                <a:close/>
                <a:moveTo>
                  <a:pt x="5700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64BF81-76F6-4947-AABD-2201768C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019" y="1577757"/>
            <a:ext cx="46417" cy="38057"/>
          </a:xfrm>
          <a:custGeom xmlns:a="http://schemas.openxmlformats.org/drawingml/2006/main">
            <a:pathLst>
              <a:path w="46417" h="38057">
                <a:moveTo>
                  <a:pt x="23944" y="21628"/>
                </a:moveTo>
                <a:cubicBezTo>
                  <a:pt x="23318" y="15992"/>
                  <a:pt x="22182" y="12118"/>
                  <a:pt x="20652" y="10079"/>
                </a:cubicBezTo>
                <a:cubicBezTo>
                  <a:pt x="19108" y="8025"/>
                  <a:pt x="16778" y="7166"/>
                  <a:pt x="13647" y="7515"/>
                </a:cubicBezTo>
                <a:cubicBezTo>
                  <a:pt x="11142" y="7792"/>
                  <a:pt x="9263" y="8826"/>
                  <a:pt x="8010" y="10647"/>
                </a:cubicBezTo>
                <a:cubicBezTo>
                  <a:pt x="6714" y="12467"/>
                  <a:pt x="6248" y="14739"/>
                  <a:pt x="6539" y="17579"/>
                </a:cubicBezTo>
                <a:cubicBezTo>
                  <a:pt x="6991" y="21453"/>
                  <a:pt x="8695" y="24468"/>
                  <a:pt x="11710" y="26522"/>
                </a:cubicBezTo>
                <a:cubicBezTo>
                  <a:pt x="14783" y="28561"/>
                  <a:pt x="18540" y="29304"/>
                  <a:pt x="23157" y="28794"/>
                </a:cubicBezTo>
                <a:lnTo>
                  <a:pt x="24687" y="28619"/>
                </a:lnTo>
                <a:lnTo>
                  <a:pt x="23944" y="21628"/>
                </a:lnTo>
                <a:close/>
                <a:moveTo>
                  <a:pt x="28386" y="35333"/>
                </a:moveTo>
                <a:lnTo>
                  <a:pt x="3976" y="38057"/>
                </a:lnTo>
                <a:lnTo>
                  <a:pt x="3233" y="31008"/>
                </a:lnTo>
                <a:lnTo>
                  <a:pt x="9729" y="30265"/>
                </a:lnTo>
                <a:cubicBezTo>
                  <a:pt x="6933" y="28954"/>
                  <a:pt x="4777" y="27192"/>
                  <a:pt x="3292" y="24920"/>
                </a:cubicBezTo>
                <a:cubicBezTo>
                  <a:pt x="1821" y="22706"/>
                  <a:pt x="845" y="19808"/>
                  <a:pt x="451" y="16385"/>
                </a:cubicBezTo>
                <a:cubicBezTo>
                  <a:pt x="0" y="12001"/>
                  <a:pt x="845" y="8360"/>
                  <a:pt x="3015" y="5520"/>
                </a:cubicBezTo>
                <a:cubicBezTo>
                  <a:pt x="5170" y="2680"/>
                  <a:pt x="8302" y="1034"/>
                  <a:pt x="12453" y="510"/>
                </a:cubicBezTo>
                <a:cubicBezTo>
                  <a:pt x="17230" y="0"/>
                  <a:pt x="21046" y="1194"/>
                  <a:pt x="23827" y="4151"/>
                </a:cubicBezTo>
                <a:cubicBezTo>
                  <a:pt x="26624" y="7107"/>
                  <a:pt x="28386" y="11783"/>
                  <a:pt x="29129" y="18147"/>
                </a:cubicBezTo>
                <a:lnTo>
                  <a:pt x="30207" y="28051"/>
                </a:lnTo>
                <a:lnTo>
                  <a:pt x="30891" y="27935"/>
                </a:lnTo>
                <a:cubicBezTo>
                  <a:pt x="34124" y="27600"/>
                  <a:pt x="36527" y="26230"/>
                  <a:pt x="38057" y="23958"/>
                </a:cubicBezTo>
                <a:cubicBezTo>
                  <a:pt x="39586" y="21628"/>
                  <a:pt x="40110" y="18555"/>
                  <a:pt x="39703" y="14681"/>
                </a:cubicBezTo>
                <a:cubicBezTo>
                  <a:pt x="39426" y="12234"/>
                  <a:pt x="38858" y="9904"/>
                  <a:pt x="37998" y="7632"/>
                </a:cubicBezTo>
                <a:cubicBezTo>
                  <a:pt x="37197" y="5403"/>
                  <a:pt x="36061" y="3248"/>
                  <a:pt x="34649" y="1253"/>
                </a:cubicBezTo>
                <a:lnTo>
                  <a:pt x="41130" y="510"/>
                </a:lnTo>
                <a:cubicBezTo>
                  <a:pt x="42441" y="3015"/>
                  <a:pt x="43460" y="5403"/>
                  <a:pt x="44203" y="7734"/>
                </a:cubicBezTo>
                <a:cubicBezTo>
                  <a:pt x="44946" y="10122"/>
                  <a:pt x="45455" y="12467"/>
                  <a:pt x="45732" y="14739"/>
                </a:cubicBezTo>
                <a:cubicBezTo>
                  <a:pt x="46417" y="20944"/>
                  <a:pt x="45339" y="25721"/>
                  <a:pt x="42441" y="29129"/>
                </a:cubicBezTo>
                <a:cubicBezTo>
                  <a:pt x="39586" y="32551"/>
                  <a:pt x="34867" y="34590"/>
                  <a:pt x="28386" y="35333"/>
                </a:cubicBezTo>
                <a:close/>
                <a:moveTo>
                  <a:pt x="28386" y="353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F7A69-210A-4D49-A95B-657F663B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598" y="1625266"/>
            <a:ext cx="46242" cy="25764"/>
          </a:xfrm>
          <a:custGeom xmlns:a="http://schemas.openxmlformats.org/drawingml/2006/main">
            <a:pathLst>
              <a:path w="46242" h="25764">
                <a:moveTo>
                  <a:pt x="38960" y="25764"/>
                </a:moveTo>
                <a:cubicBezTo>
                  <a:pt x="39309" y="24920"/>
                  <a:pt x="39528" y="24002"/>
                  <a:pt x="39644" y="23041"/>
                </a:cubicBezTo>
                <a:cubicBezTo>
                  <a:pt x="39761" y="22123"/>
                  <a:pt x="39761" y="21046"/>
                  <a:pt x="39644" y="19968"/>
                </a:cubicBezTo>
                <a:cubicBezTo>
                  <a:pt x="39193" y="15992"/>
                  <a:pt x="37605" y="13079"/>
                  <a:pt x="34751" y="11258"/>
                </a:cubicBezTo>
                <a:cubicBezTo>
                  <a:pt x="31969" y="9379"/>
                  <a:pt x="28153" y="8753"/>
                  <a:pt x="23318" y="9278"/>
                </a:cubicBezTo>
                <a:lnTo>
                  <a:pt x="786" y="11783"/>
                </a:lnTo>
                <a:lnTo>
                  <a:pt x="0" y="4719"/>
                </a:lnTo>
                <a:lnTo>
                  <a:pt x="42717" y="0"/>
                </a:lnTo>
                <a:lnTo>
                  <a:pt x="43518" y="7049"/>
                </a:lnTo>
                <a:lnTo>
                  <a:pt x="36862" y="7792"/>
                </a:lnTo>
                <a:cubicBezTo>
                  <a:pt x="39644" y="8986"/>
                  <a:pt x="41756" y="10690"/>
                  <a:pt x="43285" y="12919"/>
                </a:cubicBezTo>
                <a:cubicBezTo>
                  <a:pt x="44829" y="15132"/>
                  <a:pt x="45790" y="17914"/>
                  <a:pt x="46125" y="21337"/>
                </a:cubicBezTo>
                <a:cubicBezTo>
                  <a:pt x="46184" y="21788"/>
                  <a:pt x="46242" y="22356"/>
                  <a:pt x="46242" y="22924"/>
                </a:cubicBezTo>
                <a:cubicBezTo>
                  <a:pt x="46242" y="23551"/>
                  <a:pt x="46184" y="24177"/>
                  <a:pt x="46125" y="24920"/>
                </a:cubicBezTo>
                <a:lnTo>
                  <a:pt x="38960" y="25764"/>
                </a:lnTo>
                <a:close/>
                <a:moveTo>
                  <a:pt x="38960" y="257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DE848-544F-4C3B-8120-49848EF9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150" y="1654788"/>
            <a:ext cx="61505" cy="41596"/>
          </a:xfrm>
          <a:custGeom xmlns:a="http://schemas.openxmlformats.org/drawingml/2006/main">
            <a:pathLst>
              <a:path w="61505" h="41596">
                <a:moveTo>
                  <a:pt x="39892" y="31925"/>
                </a:moveTo>
                <a:cubicBezTo>
                  <a:pt x="44946" y="31357"/>
                  <a:pt x="48762" y="29872"/>
                  <a:pt x="51325" y="27483"/>
                </a:cubicBezTo>
                <a:cubicBezTo>
                  <a:pt x="53888" y="25094"/>
                  <a:pt x="54966" y="21963"/>
                  <a:pt x="54558" y="18205"/>
                </a:cubicBezTo>
                <a:cubicBezTo>
                  <a:pt x="54165" y="14404"/>
                  <a:pt x="52403" y="11666"/>
                  <a:pt x="49388" y="9846"/>
                </a:cubicBezTo>
                <a:cubicBezTo>
                  <a:pt x="46373" y="8083"/>
                  <a:pt x="42280" y="7457"/>
                  <a:pt x="37212" y="8025"/>
                </a:cubicBezTo>
                <a:cubicBezTo>
                  <a:pt x="32144" y="8593"/>
                  <a:pt x="28342" y="10079"/>
                  <a:pt x="25779" y="12467"/>
                </a:cubicBezTo>
                <a:cubicBezTo>
                  <a:pt x="23216" y="14914"/>
                  <a:pt x="22138" y="17987"/>
                  <a:pt x="22531" y="21730"/>
                </a:cubicBezTo>
                <a:cubicBezTo>
                  <a:pt x="22939" y="25546"/>
                  <a:pt x="24701" y="28342"/>
                  <a:pt x="27716" y="30105"/>
                </a:cubicBezTo>
                <a:cubicBezTo>
                  <a:pt x="30731" y="31867"/>
                  <a:pt x="34823" y="32493"/>
                  <a:pt x="39892" y="31925"/>
                </a:cubicBezTo>
                <a:close/>
                <a:moveTo>
                  <a:pt x="24075" y="40795"/>
                </a:moveTo>
                <a:cubicBezTo>
                  <a:pt x="16793" y="41596"/>
                  <a:pt x="11215" y="40562"/>
                  <a:pt x="7282" y="37722"/>
                </a:cubicBezTo>
                <a:cubicBezTo>
                  <a:pt x="3423" y="34940"/>
                  <a:pt x="1092" y="30163"/>
                  <a:pt x="350" y="23507"/>
                </a:cubicBezTo>
                <a:cubicBezTo>
                  <a:pt x="58" y="21060"/>
                  <a:pt x="0" y="18672"/>
                  <a:pt x="117" y="16443"/>
                </a:cubicBezTo>
                <a:cubicBezTo>
                  <a:pt x="233" y="14229"/>
                  <a:pt x="568" y="12001"/>
                  <a:pt x="1092" y="9904"/>
                </a:cubicBezTo>
                <a:lnTo>
                  <a:pt x="7908" y="9103"/>
                </a:lnTo>
                <a:cubicBezTo>
                  <a:pt x="7064" y="11331"/>
                  <a:pt x="6437" y="13428"/>
                  <a:pt x="6146" y="15540"/>
                </a:cubicBezTo>
                <a:cubicBezTo>
                  <a:pt x="5811" y="17579"/>
                  <a:pt x="5753" y="19691"/>
                  <a:pt x="6030" y="21730"/>
                </a:cubicBezTo>
                <a:cubicBezTo>
                  <a:pt x="6554" y="26347"/>
                  <a:pt x="8083" y="29639"/>
                  <a:pt x="10763" y="31692"/>
                </a:cubicBezTo>
                <a:cubicBezTo>
                  <a:pt x="13428" y="33746"/>
                  <a:pt x="17186" y="34474"/>
                  <a:pt x="22021" y="33906"/>
                </a:cubicBezTo>
                <a:lnTo>
                  <a:pt x="25488" y="33513"/>
                </a:lnTo>
                <a:cubicBezTo>
                  <a:pt x="22822" y="32377"/>
                  <a:pt x="20711" y="30731"/>
                  <a:pt x="19240" y="28561"/>
                </a:cubicBezTo>
                <a:cubicBezTo>
                  <a:pt x="17754" y="26463"/>
                  <a:pt x="16851" y="23842"/>
                  <a:pt x="16443" y="20652"/>
                </a:cubicBezTo>
                <a:cubicBezTo>
                  <a:pt x="15875" y="15424"/>
                  <a:pt x="17419" y="10982"/>
                  <a:pt x="21060" y="7340"/>
                </a:cubicBezTo>
                <a:cubicBezTo>
                  <a:pt x="24701" y="3699"/>
                  <a:pt x="29813" y="1486"/>
                  <a:pt x="36411" y="743"/>
                </a:cubicBezTo>
                <a:cubicBezTo>
                  <a:pt x="43009" y="0"/>
                  <a:pt x="48485" y="1034"/>
                  <a:pt x="52854" y="3816"/>
                </a:cubicBezTo>
                <a:cubicBezTo>
                  <a:pt x="57180" y="6539"/>
                  <a:pt x="59685" y="10588"/>
                  <a:pt x="60253" y="15817"/>
                </a:cubicBezTo>
                <a:cubicBezTo>
                  <a:pt x="60602" y="18948"/>
                  <a:pt x="60253" y="21730"/>
                  <a:pt x="59292" y="24119"/>
                </a:cubicBezTo>
                <a:cubicBezTo>
                  <a:pt x="58258" y="26565"/>
                  <a:pt x="56612" y="28619"/>
                  <a:pt x="54281" y="30323"/>
                </a:cubicBezTo>
                <a:lnTo>
                  <a:pt x="60763" y="29639"/>
                </a:lnTo>
                <a:lnTo>
                  <a:pt x="61505" y="36644"/>
                </a:lnTo>
                <a:lnTo>
                  <a:pt x="24075" y="40795"/>
                </a:lnTo>
                <a:close/>
                <a:moveTo>
                  <a:pt x="24075" y="407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797F2-547E-413F-8B06-50C72D47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744" y="1704511"/>
            <a:ext cx="46198" cy="40795"/>
          </a:xfrm>
          <a:custGeom xmlns:a="http://schemas.openxmlformats.org/drawingml/2006/main">
            <a:pathLst>
              <a:path w="46198" h="40795">
                <a:moveTo>
                  <a:pt x="26973" y="40110"/>
                </a:moveTo>
                <a:lnTo>
                  <a:pt x="23565" y="40518"/>
                </a:lnTo>
                <a:lnTo>
                  <a:pt x="19982" y="8200"/>
                </a:lnTo>
                <a:cubicBezTo>
                  <a:pt x="15132" y="9044"/>
                  <a:pt x="11608" y="10923"/>
                  <a:pt x="9394" y="13836"/>
                </a:cubicBezTo>
                <a:cubicBezTo>
                  <a:pt x="7122" y="16734"/>
                  <a:pt x="6263" y="20492"/>
                  <a:pt x="6772" y="25153"/>
                </a:cubicBezTo>
                <a:cubicBezTo>
                  <a:pt x="7122" y="27818"/>
                  <a:pt x="7690" y="30381"/>
                  <a:pt x="8651" y="32886"/>
                </a:cubicBezTo>
                <a:cubicBezTo>
                  <a:pt x="9569" y="35333"/>
                  <a:pt x="10880" y="37722"/>
                  <a:pt x="12467" y="40110"/>
                </a:cubicBezTo>
                <a:lnTo>
                  <a:pt x="5811" y="40795"/>
                </a:lnTo>
                <a:cubicBezTo>
                  <a:pt x="4500" y="38406"/>
                  <a:pt x="3364" y="35901"/>
                  <a:pt x="2505" y="33338"/>
                </a:cubicBezTo>
                <a:cubicBezTo>
                  <a:pt x="1660" y="30731"/>
                  <a:pt x="1092" y="28109"/>
                  <a:pt x="801" y="25371"/>
                </a:cubicBezTo>
                <a:cubicBezTo>
                  <a:pt x="0" y="18555"/>
                  <a:pt x="1427" y="12919"/>
                  <a:pt x="4952" y="8535"/>
                </a:cubicBezTo>
                <a:cubicBezTo>
                  <a:pt x="8476" y="4107"/>
                  <a:pt x="13603" y="1486"/>
                  <a:pt x="20376" y="743"/>
                </a:cubicBezTo>
                <a:cubicBezTo>
                  <a:pt x="27366" y="0"/>
                  <a:pt x="33178" y="1253"/>
                  <a:pt x="37664" y="4559"/>
                </a:cubicBezTo>
                <a:cubicBezTo>
                  <a:pt x="42222" y="7908"/>
                  <a:pt x="44844" y="12744"/>
                  <a:pt x="45514" y="19181"/>
                </a:cubicBezTo>
                <a:cubicBezTo>
                  <a:pt x="46198" y="24920"/>
                  <a:pt x="44844" y="29697"/>
                  <a:pt x="41479" y="33454"/>
                </a:cubicBezTo>
                <a:cubicBezTo>
                  <a:pt x="38188" y="37212"/>
                  <a:pt x="33338" y="39426"/>
                  <a:pt x="26973" y="40110"/>
                </a:cubicBezTo>
                <a:close/>
                <a:moveTo>
                  <a:pt x="28226" y="32886"/>
                </a:moveTo>
                <a:cubicBezTo>
                  <a:pt x="32100" y="32435"/>
                  <a:pt x="34998" y="31008"/>
                  <a:pt x="37096" y="28619"/>
                </a:cubicBezTo>
                <a:cubicBezTo>
                  <a:pt x="39149" y="26289"/>
                  <a:pt x="40008" y="23390"/>
                  <a:pt x="39601" y="19924"/>
                </a:cubicBezTo>
                <a:cubicBezTo>
                  <a:pt x="39149" y="15992"/>
                  <a:pt x="37722" y="12977"/>
                  <a:pt x="35217" y="10865"/>
                </a:cubicBezTo>
                <a:cubicBezTo>
                  <a:pt x="32770" y="8768"/>
                  <a:pt x="29478" y="7748"/>
                  <a:pt x="25444" y="7850"/>
                </a:cubicBezTo>
                <a:lnTo>
                  <a:pt x="28226" y="32886"/>
                </a:lnTo>
                <a:close/>
                <a:moveTo>
                  <a:pt x="28226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E4591-43ED-4FD0-8B67-BA1225A9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541" y="275104"/>
            <a:ext cx="59000" cy="38625"/>
          </a:xfrm>
          <a:custGeom xmlns:a="http://schemas.openxmlformats.org/drawingml/2006/main">
            <a:pathLst>
              <a:path w="59000" h="38625">
                <a:moveTo>
                  <a:pt x="51441" y="8185"/>
                </a:moveTo>
                <a:lnTo>
                  <a:pt x="29930" y="9846"/>
                </a:lnTo>
                <a:lnTo>
                  <a:pt x="30673" y="19575"/>
                </a:lnTo>
                <a:cubicBezTo>
                  <a:pt x="30949" y="23216"/>
                  <a:pt x="32085" y="25881"/>
                  <a:pt x="34081" y="27701"/>
                </a:cubicBezTo>
                <a:cubicBezTo>
                  <a:pt x="36134" y="29522"/>
                  <a:pt x="38858" y="30323"/>
                  <a:pt x="42280" y="30032"/>
                </a:cubicBezTo>
                <a:cubicBezTo>
                  <a:pt x="45747" y="29813"/>
                  <a:pt x="48310" y="28619"/>
                  <a:pt x="50014" y="26507"/>
                </a:cubicBezTo>
                <a:cubicBezTo>
                  <a:pt x="51718" y="24410"/>
                  <a:pt x="52461" y="21555"/>
                  <a:pt x="52170" y="17914"/>
                </a:cubicBezTo>
                <a:lnTo>
                  <a:pt x="51441" y="8185"/>
                </a:lnTo>
                <a:close/>
                <a:moveTo>
                  <a:pt x="57180" y="0"/>
                </a:moveTo>
                <a:lnTo>
                  <a:pt x="58491" y="17463"/>
                </a:lnTo>
                <a:cubicBezTo>
                  <a:pt x="59000" y="23886"/>
                  <a:pt x="57923" y="28837"/>
                  <a:pt x="55301" y="32318"/>
                </a:cubicBezTo>
                <a:cubicBezTo>
                  <a:pt x="52636" y="35843"/>
                  <a:pt x="48529" y="37780"/>
                  <a:pt x="42907" y="38232"/>
                </a:cubicBezTo>
                <a:cubicBezTo>
                  <a:pt x="37270" y="38625"/>
                  <a:pt x="32886" y="37314"/>
                  <a:pt x="29755" y="34241"/>
                </a:cubicBezTo>
                <a:cubicBezTo>
                  <a:pt x="26624" y="31226"/>
                  <a:pt x="24803" y="26507"/>
                  <a:pt x="24293" y="20084"/>
                </a:cubicBezTo>
                <a:lnTo>
                  <a:pt x="23551" y="10355"/>
                </a:lnTo>
                <a:lnTo>
                  <a:pt x="568" y="12118"/>
                </a:lnTo>
                <a:lnTo>
                  <a:pt x="0" y="4384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2B5C1-6E14-4C70-BF9C-C7C2D1FC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022" y="321520"/>
            <a:ext cx="45616" cy="25604"/>
          </a:xfrm>
          <a:custGeom xmlns:a="http://schemas.openxmlformats.org/drawingml/2006/main">
            <a:pathLst>
              <a:path w="45616" h="25604">
                <a:moveTo>
                  <a:pt x="38232" y="25604"/>
                </a:moveTo>
                <a:cubicBezTo>
                  <a:pt x="38625" y="24803"/>
                  <a:pt x="38901" y="23900"/>
                  <a:pt x="39018" y="22983"/>
                </a:cubicBezTo>
                <a:cubicBezTo>
                  <a:pt x="39193" y="22021"/>
                  <a:pt x="39193" y="21002"/>
                  <a:pt x="39135" y="19866"/>
                </a:cubicBezTo>
                <a:cubicBezTo>
                  <a:pt x="38858" y="15875"/>
                  <a:pt x="37314" y="12919"/>
                  <a:pt x="34532" y="10982"/>
                </a:cubicBezTo>
                <a:cubicBezTo>
                  <a:pt x="31794" y="9044"/>
                  <a:pt x="27978" y="8258"/>
                  <a:pt x="23143" y="8651"/>
                </a:cubicBezTo>
                <a:lnTo>
                  <a:pt x="568" y="10355"/>
                </a:lnTo>
                <a:lnTo>
                  <a:pt x="0" y="3306"/>
                </a:lnTo>
                <a:lnTo>
                  <a:pt x="42892" y="0"/>
                </a:lnTo>
                <a:lnTo>
                  <a:pt x="43402" y="7122"/>
                </a:lnTo>
                <a:lnTo>
                  <a:pt x="36746" y="7632"/>
                </a:lnTo>
                <a:cubicBezTo>
                  <a:pt x="39484" y="8884"/>
                  <a:pt x="41581" y="10647"/>
                  <a:pt x="43009" y="12919"/>
                </a:cubicBezTo>
                <a:cubicBezTo>
                  <a:pt x="44421" y="15249"/>
                  <a:pt x="45281" y="18045"/>
                  <a:pt x="45557" y="21453"/>
                </a:cubicBezTo>
                <a:cubicBezTo>
                  <a:pt x="45616" y="21963"/>
                  <a:pt x="45616" y="22473"/>
                  <a:pt x="45557" y="23041"/>
                </a:cubicBezTo>
                <a:cubicBezTo>
                  <a:pt x="45557" y="23667"/>
                  <a:pt x="45514" y="24293"/>
                  <a:pt x="45455" y="25036"/>
                </a:cubicBezTo>
                <a:lnTo>
                  <a:pt x="38232" y="25604"/>
                </a:lnTo>
                <a:close/>
                <a:moveTo>
                  <a:pt x="38232" y="256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469CB-2A5C-4E41-866E-CC7B5689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061" y="350314"/>
            <a:ext cx="45965" cy="40445"/>
          </a:xfrm>
          <a:custGeom xmlns:a="http://schemas.openxmlformats.org/drawingml/2006/main">
            <a:pathLst>
              <a:path w="45965" h="40445">
                <a:moveTo>
                  <a:pt x="39542" y="18948"/>
                </a:moveTo>
                <a:cubicBezTo>
                  <a:pt x="39251" y="15191"/>
                  <a:pt x="37547" y="12292"/>
                  <a:pt x="34416" y="10355"/>
                </a:cubicBezTo>
                <a:cubicBezTo>
                  <a:pt x="31299" y="8360"/>
                  <a:pt x="27192" y="7559"/>
                  <a:pt x="22080" y="7967"/>
                </a:cubicBezTo>
                <a:cubicBezTo>
                  <a:pt x="16895" y="8360"/>
                  <a:pt x="12977" y="9787"/>
                  <a:pt x="10181" y="12176"/>
                </a:cubicBezTo>
                <a:cubicBezTo>
                  <a:pt x="7399" y="14564"/>
                  <a:pt x="6146" y="17696"/>
                  <a:pt x="6437" y="21497"/>
                </a:cubicBezTo>
                <a:cubicBezTo>
                  <a:pt x="6714" y="25255"/>
                  <a:pt x="8418" y="28109"/>
                  <a:pt x="11550" y="30090"/>
                </a:cubicBezTo>
                <a:cubicBezTo>
                  <a:pt x="14681" y="32027"/>
                  <a:pt x="18832" y="32828"/>
                  <a:pt x="23900" y="32420"/>
                </a:cubicBezTo>
                <a:cubicBezTo>
                  <a:pt x="29012" y="32027"/>
                  <a:pt x="32945" y="30658"/>
                  <a:pt x="35726" y="28211"/>
                </a:cubicBezTo>
                <a:cubicBezTo>
                  <a:pt x="38581" y="25823"/>
                  <a:pt x="39834" y="22691"/>
                  <a:pt x="39542" y="18948"/>
                </a:cubicBezTo>
                <a:close/>
                <a:moveTo>
                  <a:pt x="45514" y="18482"/>
                </a:moveTo>
                <a:cubicBezTo>
                  <a:pt x="45965" y="24628"/>
                  <a:pt x="44319" y="29580"/>
                  <a:pt x="40620" y="33396"/>
                </a:cubicBezTo>
                <a:cubicBezTo>
                  <a:pt x="36921" y="37212"/>
                  <a:pt x="31517" y="39368"/>
                  <a:pt x="24526" y="39936"/>
                </a:cubicBezTo>
                <a:cubicBezTo>
                  <a:pt x="17463" y="40445"/>
                  <a:pt x="11841" y="39135"/>
                  <a:pt x="7573" y="35901"/>
                </a:cubicBezTo>
                <a:cubicBezTo>
                  <a:pt x="3306" y="32712"/>
                  <a:pt x="918" y="28051"/>
                  <a:pt x="451" y="21963"/>
                </a:cubicBezTo>
                <a:cubicBezTo>
                  <a:pt x="0" y="15817"/>
                  <a:pt x="1646" y="10807"/>
                  <a:pt x="5345" y="7049"/>
                </a:cubicBezTo>
                <a:cubicBezTo>
                  <a:pt x="9103" y="3233"/>
                  <a:pt x="14448" y="1078"/>
                  <a:pt x="21512" y="568"/>
                </a:cubicBezTo>
                <a:cubicBezTo>
                  <a:pt x="28503" y="0"/>
                  <a:pt x="34197" y="1311"/>
                  <a:pt x="38406" y="4486"/>
                </a:cubicBezTo>
                <a:cubicBezTo>
                  <a:pt x="42674" y="7675"/>
                  <a:pt x="45004" y="12351"/>
                  <a:pt x="45514" y="18482"/>
                </a:cubicBezTo>
                <a:close/>
                <a:moveTo>
                  <a:pt x="45514" y="184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98AD4-C550-4E00-9F60-CA69F6F3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484" y="399527"/>
            <a:ext cx="46140" cy="37547"/>
          </a:xfrm>
          <a:custGeom xmlns:a="http://schemas.openxmlformats.org/drawingml/2006/main">
            <a:pathLst>
              <a:path w="46140" h="37547">
                <a:moveTo>
                  <a:pt x="23609" y="21847"/>
                </a:moveTo>
                <a:cubicBezTo>
                  <a:pt x="23143" y="16152"/>
                  <a:pt x="22240" y="12278"/>
                  <a:pt x="20754" y="10181"/>
                </a:cubicBezTo>
                <a:cubicBezTo>
                  <a:pt x="19283" y="8069"/>
                  <a:pt x="17011" y="7166"/>
                  <a:pt x="13822" y="7399"/>
                </a:cubicBezTo>
                <a:cubicBezTo>
                  <a:pt x="11317" y="7559"/>
                  <a:pt x="9438" y="8535"/>
                  <a:pt x="8069" y="10297"/>
                </a:cubicBezTo>
                <a:cubicBezTo>
                  <a:pt x="6700" y="12059"/>
                  <a:pt x="6190" y="14390"/>
                  <a:pt x="6365" y="17171"/>
                </a:cubicBezTo>
                <a:cubicBezTo>
                  <a:pt x="6700" y="21104"/>
                  <a:pt x="8302" y="24119"/>
                  <a:pt x="11258" y="26274"/>
                </a:cubicBezTo>
                <a:cubicBezTo>
                  <a:pt x="14215" y="28444"/>
                  <a:pt x="17972" y="29347"/>
                  <a:pt x="22575" y="29012"/>
                </a:cubicBezTo>
                <a:lnTo>
                  <a:pt x="24177" y="28837"/>
                </a:lnTo>
                <a:lnTo>
                  <a:pt x="23609" y="21847"/>
                </a:lnTo>
                <a:close/>
                <a:moveTo>
                  <a:pt x="27585" y="35668"/>
                </a:moveTo>
                <a:lnTo>
                  <a:pt x="3117" y="37547"/>
                </a:lnTo>
                <a:lnTo>
                  <a:pt x="2607" y="30483"/>
                </a:lnTo>
                <a:lnTo>
                  <a:pt x="9103" y="30032"/>
                </a:lnTo>
                <a:cubicBezTo>
                  <a:pt x="6365" y="28619"/>
                  <a:pt x="4311" y="26740"/>
                  <a:pt x="2898" y="24454"/>
                </a:cubicBezTo>
                <a:cubicBezTo>
                  <a:pt x="1471" y="22123"/>
                  <a:pt x="626" y="19225"/>
                  <a:pt x="335" y="15759"/>
                </a:cubicBezTo>
                <a:cubicBezTo>
                  <a:pt x="0" y="11375"/>
                  <a:pt x="961" y="7792"/>
                  <a:pt x="3233" y="4996"/>
                </a:cubicBezTo>
                <a:cubicBezTo>
                  <a:pt x="5505" y="2214"/>
                  <a:pt x="8695" y="685"/>
                  <a:pt x="12846" y="393"/>
                </a:cubicBezTo>
                <a:cubicBezTo>
                  <a:pt x="17681" y="0"/>
                  <a:pt x="21439" y="1354"/>
                  <a:pt x="24119" y="4384"/>
                </a:cubicBezTo>
                <a:cubicBezTo>
                  <a:pt x="26784" y="7442"/>
                  <a:pt x="28444" y="12176"/>
                  <a:pt x="28896" y="18540"/>
                </a:cubicBezTo>
                <a:lnTo>
                  <a:pt x="29639" y="28444"/>
                </a:lnTo>
                <a:lnTo>
                  <a:pt x="30381" y="28386"/>
                </a:lnTo>
                <a:cubicBezTo>
                  <a:pt x="33615" y="28153"/>
                  <a:pt x="36003" y="26900"/>
                  <a:pt x="37664" y="24628"/>
                </a:cubicBezTo>
                <a:cubicBezTo>
                  <a:pt x="39251" y="22356"/>
                  <a:pt x="39877" y="19283"/>
                  <a:pt x="39586" y="15409"/>
                </a:cubicBezTo>
                <a:cubicBezTo>
                  <a:pt x="39426" y="12962"/>
                  <a:pt x="38960" y="10632"/>
                  <a:pt x="38173" y="8302"/>
                </a:cubicBezTo>
                <a:cubicBezTo>
                  <a:pt x="37430" y="6030"/>
                  <a:pt x="36353" y="3860"/>
                  <a:pt x="35042" y="1821"/>
                </a:cubicBezTo>
                <a:lnTo>
                  <a:pt x="41523" y="1354"/>
                </a:lnTo>
                <a:cubicBezTo>
                  <a:pt x="42717" y="3860"/>
                  <a:pt x="43693" y="6248"/>
                  <a:pt x="44319" y="8637"/>
                </a:cubicBezTo>
                <a:cubicBezTo>
                  <a:pt x="45048" y="11040"/>
                  <a:pt x="45455" y="13428"/>
                  <a:pt x="45616" y="15700"/>
                </a:cubicBezTo>
                <a:cubicBezTo>
                  <a:pt x="46140" y="21905"/>
                  <a:pt x="44829" y="26682"/>
                  <a:pt x="41873" y="29974"/>
                </a:cubicBezTo>
                <a:cubicBezTo>
                  <a:pt x="38901" y="33280"/>
                  <a:pt x="34124" y="35217"/>
                  <a:pt x="27585" y="35668"/>
                </a:cubicBezTo>
                <a:close/>
                <a:moveTo>
                  <a:pt x="27585" y="356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5AE6A-8B4F-4A47-A6A1-9F90DCE0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518" y="446352"/>
            <a:ext cx="45688" cy="36003"/>
          </a:xfrm>
          <a:custGeom xmlns:a="http://schemas.openxmlformats.org/drawingml/2006/main">
            <a:pathLst>
              <a:path w="45688" h="36003">
                <a:moveTo>
                  <a:pt x="43810" y="32930"/>
                </a:moveTo>
                <a:lnTo>
                  <a:pt x="37212" y="33440"/>
                </a:lnTo>
                <a:cubicBezTo>
                  <a:pt x="38173" y="31401"/>
                  <a:pt x="38858" y="29289"/>
                  <a:pt x="39251" y="27250"/>
                </a:cubicBezTo>
                <a:cubicBezTo>
                  <a:pt x="39659" y="25255"/>
                  <a:pt x="39761" y="23201"/>
                  <a:pt x="39601" y="21162"/>
                </a:cubicBezTo>
                <a:cubicBezTo>
                  <a:pt x="39251" y="16545"/>
                  <a:pt x="37547" y="13137"/>
                  <a:pt x="34416" y="10807"/>
                </a:cubicBezTo>
                <a:cubicBezTo>
                  <a:pt x="31343" y="8535"/>
                  <a:pt x="27192" y="7559"/>
                  <a:pt x="21963" y="7952"/>
                </a:cubicBezTo>
                <a:cubicBezTo>
                  <a:pt x="16720" y="8360"/>
                  <a:pt x="12744" y="9947"/>
                  <a:pt x="10006" y="12686"/>
                </a:cubicBezTo>
                <a:cubicBezTo>
                  <a:pt x="7340" y="15409"/>
                  <a:pt x="6146" y="19108"/>
                  <a:pt x="6481" y="23667"/>
                </a:cubicBezTo>
                <a:cubicBezTo>
                  <a:pt x="6656" y="25706"/>
                  <a:pt x="7107" y="27701"/>
                  <a:pt x="7792" y="29697"/>
                </a:cubicBezTo>
                <a:cubicBezTo>
                  <a:pt x="8476" y="31619"/>
                  <a:pt x="9496" y="33556"/>
                  <a:pt x="10749" y="35493"/>
                </a:cubicBezTo>
                <a:lnTo>
                  <a:pt x="4209" y="36003"/>
                </a:lnTo>
                <a:cubicBezTo>
                  <a:pt x="3131" y="34066"/>
                  <a:pt x="2330" y="32085"/>
                  <a:pt x="1704" y="30032"/>
                </a:cubicBezTo>
                <a:cubicBezTo>
                  <a:pt x="1078" y="27978"/>
                  <a:pt x="685" y="25764"/>
                  <a:pt x="451" y="23376"/>
                </a:cubicBezTo>
                <a:cubicBezTo>
                  <a:pt x="0" y="16895"/>
                  <a:pt x="1588" y="11593"/>
                  <a:pt x="5403" y="7501"/>
                </a:cubicBezTo>
                <a:cubicBezTo>
                  <a:pt x="9161" y="3408"/>
                  <a:pt x="14506" y="1078"/>
                  <a:pt x="21395" y="568"/>
                </a:cubicBezTo>
                <a:cubicBezTo>
                  <a:pt x="28386" y="0"/>
                  <a:pt x="34022" y="1471"/>
                  <a:pt x="38290" y="5054"/>
                </a:cubicBezTo>
                <a:cubicBezTo>
                  <a:pt x="42615" y="8578"/>
                  <a:pt x="45004" y="13705"/>
                  <a:pt x="45514" y="20361"/>
                </a:cubicBezTo>
                <a:cubicBezTo>
                  <a:pt x="45688" y="22517"/>
                  <a:pt x="45630" y="24687"/>
                  <a:pt x="45339" y="26784"/>
                </a:cubicBezTo>
                <a:cubicBezTo>
                  <a:pt x="45062" y="28896"/>
                  <a:pt x="44552" y="30949"/>
                  <a:pt x="43810" y="32930"/>
                </a:cubicBezTo>
                <a:close/>
                <a:moveTo>
                  <a:pt x="43810" y="329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3701B-B52F-401B-94B1-69CDED0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727" y="486112"/>
            <a:ext cx="54908" cy="30090"/>
          </a:xfrm>
          <a:custGeom xmlns:a="http://schemas.openxmlformats.org/drawingml/2006/main">
            <a:pathLst>
              <a:path w="54908" h="30090">
                <a:moveTo>
                  <a:pt x="54908" y="11317"/>
                </a:moveTo>
                <a:lnTo>
                  <a:pt x="42732" y="12292"/>
                </a:lnTo>
                <a:lnTo>
                  <a:pt x="43810" y="26798"/>
                </a:lnTo>
                <a:lnTo>
                  <a:pt x="38348" y="27192"/>
                </a:lnTo>
                <a:lnTo>
                  <a:pt x="37270" y="12686"/>
                </a:lnTo>
                <a:lnTo>
                  <a:pt x="13938" y="14506"/>
                </a:lnTo>
                <a:cubicBezTo>
                  <a:pt x="10472" y="14739"/>
                  <a:pt x="8243" y="15424"/>
                  <a:pt x="7340" y="16443"/>
                </a:cubicBezTo>
                <a:cubicBezTo>
                  <a:pt x="6423" y="17463"/>
                  <a:pt x="6088" y="19458"/>
                  <a:pt x="6263" y="22415"/>
                </a:cubicBezTo>
                <a:lnTo>
                  <a:pt x="6831" y="29639"/>
                </a:lnTo>
                <a:lnTo>
                  <a:pt x="961" y="30090"/>
                </a:lnTo>
                <a:lnTo>
                  <a:pt x="393" y="22866"/>
                </a:lnTo>
                <a:cubicBezTo>
                  <a:pt x="0" y="17404"/>
                  <a:pt x="685" y="13603"/>
                  <a:pt x="2563" y="11317"/>
                </a:cubicBezTo>
                <a:cubicBezTo>
                  <a:pt x="4442" y="9103"/>
                  <a:pt x="8083" y="7792"/>
                  <a:pt x="13428" y="7399"/>
                </a:cubicBezTo>
                <a:lnTo>
                  <a:pt x="36702" y="5636"/>
                </a:lnTo>
                <a:lnTo>
                  <a:pt x="36294" y="451"/>
                </a:lnTo>
                <a:lnTo>
                  <a:pt x="41756" y="0"/>
                </a:lnTo>
                <a:lnTo>
                  <a:pt x="42149" y="5185"/>
                </a:lnTo>
                <a:lnTo>
                  <a:pt x="54325" y="4267"/>
                </a:lnTo>
                <a:lnTo>
                  <a:pt x="54908" y="11317"/>
                </a:lnTo>
                <a:close/>
                <a:moveTo>
                  <a:pt x="54908" y="1131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11D28-6D21-4F5B-9076-FE69E44B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373" y="520878"/>
            <a:ext cx="60136" cy="11608"/>
          </a:xfrm>
          <a:custGeom xmlns:a="http://schemas.openxmlformats.org/drawingml/2006/main">
            <a:pathLst>
              <a:path w="60136" h="11608">
                <a:moveTo>
                  <a:pt x="42907" y="1311"/>
                </a:moveTo>
                <a:lnTo>
                  <a:pt x="43416" y="8360"/>
                </a:lnTo>
                <a:lnTo>
                  <a:pt x="568" y="11608"/>
                </a:lnTo>
                <a:lnTo>
                  <a:pt x="0" y="4544"/>
                </a:lnTo>
                <a:lnTo>
                  <a:pt x="42907" y="1311"/>
                </a:lnTo>
                <a:close/>
                <a:moveTo>
                  <a:pt x="59568" y="0"/>
                </a:moveTo>
                <a:lnTo>
                  <a:pt x="60136" y="7049"/>
                </a:lnTo>
                <a:lnTo>
                  <a:pt x="51208" y="7734"/>
                </a:lnTo>
                <a:lnTo>
                  <a:pt x="50640" y="685"/>
                </a:lnTo>
                <a:lnTo>
                  <a:pt x="59568" y="0"/>
                </a:lnTo>
                <a:close/>
                <a:moveTo>
                  <a:pt x="5956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4ECDD-AA11-4D7D-A497-6AFCCD2F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878" y="538908"/>
            <a:ext cx="44887" cy="41756"/>
          </a:xfrm>
          <a:custGeom xmlns:a="http://schemas.openxmlformats.org/drawingml/2006/main">
            <a:pathLst>
              <a:path w="44887" h="41756">
                <a:moveTo>
                  <a:pt x="41640" y="0"/>
                </a:moveTo>
                <a:lnTo>
                  <a:pt x="42222" y="7457"/>
                </a:lnTo>
                <a:lnTo>
                  <a:pt x="7282" y="23609"/>
                </a:lnTo>
                <a:lnTo>
                  <a:pt x="44319" y="34255"/>
                </a:lnTo>
                <a:lnTo>
                  <a:pt x="44887" y="41756"/>
                </a:lnTo>
                <a:lnTo>
                  <a:pt x="743" y="28896"/>
                </a:lnTo>
                <a:lnTo>
                  <a:pt x="0" y="19342"/>
                </a:lnTo>
                <a:lnTo>
                  <a:pt x="41640" y="0"/>
                </a:lnTo>
                <a:close/>
                <a:moveTo>
                  <a:pt x="4164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16760-08C2-419B-89D4-B7F851E2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441" y="588456"/>
            <a:ext cx="45907" cy="40343"/>
          </a:xfrm>
          <a:custGeom xmlns:a="http://schemas.openxmlformats.org/drawingml/2006/main">
            <a:pathLst>
              <a:path w="45907" h="40343">
                <a:moveTo>
                  <a:pt x="26172" y="40110"/>
                </a:moveTo>
                <a:lnTo>
                  <a:pt x="22750" y="40343"/>
                </a:lnTo>
                <a:lnTo>
                  <a:pt x="20259" y="7967"/>
                </a:lnTo>
                <a:cubicBezTo>
                  <a:pt x="15424" y="8651"/>
                  <a:pt x="11826" y="10414"/>
                  <a:pt x="9496" y="13210"/>
                </a:cubicBezTo>
                <a:cubicBezTo>
                  <a:pt x="7166" y="15992"/>
                  <a:pt x="6146" y="19749"/>
                  <a:pt x="6539" y="24410"/>
                </a:cubicBezTo>
                <a:cubicBezTo>
                  <a:pt x="6714" y="27148"/>
                  <a:pt x="7282" y="29697"/>
                  <a:pt x="8141" y="32202"/>
                </a:cubicBezTo>
                <a:cubicBezTo>
                  <a:pt x="8986" y="34707"/>
                  <a:pt x="10181" y="37154"/>
                  <a:pt x="11724" y="39542"/>
                </a:cubicBezTo>
                <a:lnTo>
                  <a:pt x="5010" y="40052"/>
                </a:lnTo>
                <a:cubicBezTo>
                  <a:pt x="3758" y="37605"/>
                  <a:pt x="2724" y="35115"/>
                  <a:pt x="1995" y="32493"/>
                </a:cubicBezTo>
                <a:cubicBezTo>
                  <a:pt x="1194" y="29872"/>
                  <a:pt x="743" y="27206"/>
                  <a:pt x="510" y="24468"/>
                </a:cubicBezTo>
                <a:cubicBezTo>
                  <a:pt x="0" y="17637"/>
                  <a:pt x="1588" y="12074"/>
                  <a:pt x="5229" y="7748"/>
                </a:cubicBezTo>
                <a:cubicBezTo>
                  <a:pt x="8928" y="3481"/>
                  <a:pt x="14171" y="1034"/>
                  <a:pt x="20929" y="524"/>
                </a:cubicBezTo>
                <a:cubicBezTo>
                  <a:pt x="27993" y="0"/>
                  <a:pt x="33673" y="1427"/>
                  <a:pt x="38115" y="4894"/>
                </a:cubicBezTo>
                <a:cubicBezTo>
                  <a:pt x="42499" y="8433"/>
                  <a:pt x="44946" y="13370"/>
                  <a:pt x="45455" y="19808"/>
                </a:cubicBezTo>
                <a:cubicBezTo>
                  <a:pt x="45907" y="25546"/>
                  <a:pt x="44378" y="30279"/>
                  <a:pt x="40911" y="33920"/>
                </a:cubicBezTo>
                <a:cubicBezTo>
                  <a:pt x="37489" y="37562"/>
                  <a:pt x="32537" y="39601"/>
                  <a:pt x="26172" y="40110"/>
                </a:cubicBezTo>
                <a:close/>
                <a:moveTo>
                  <a:pt x="27701" y="32886"/>
                </a:moveTo>
                <a:cubicBezTo>
                  <a:pt x="31576" y="32551"/>
                  <a:pt x="34532" y="31241"/>
                  <a:pt x="36688" y="28969"/>
                </a:cubicBezTo>
                <a:cubicBezTo>
                  <a:pt x="38800" y="26682"/>
                  <a:pt x="39761" y="23784"/>
                  <a:pt x="39484" y="20317"/>
                </a:cubicBezTo>
                <a:cubicBezTo>
                  <a:pt x="39193" y="16385"/>
                  <a:pt x="37838" y="13312"/>
                  <a:pt x="35435" y="11156"/>
                </a:cubicBezTo>
                <a:cubicBezTo>
                  <a:pt x="33047" y="8943"/>
                  <a:pt x="29813" y="7850"/>
                  <a:pt x="25721" y="7807"/>
                </a:cubicBezTo>
                <a:lnTo>
                  <a:pt x="27701" y="32886"/>
                </a:lnTo>
                <a:close/>
                <a:moveTo>
                  <a:pt x="27701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DD7A3-BE96-4C64-93C8-B5304E9D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359" y="642170"/>
            <a:ext cx="10355" cy="8811"/>
          </a:xfrm>
          <a:custGeom xmlns:a="http://schemas.openxmlformats.org/drawingml/2006/main">
            <a:pathLst>
              <a:path w="10355" h="8811">
                <a:moveTo>
                  <a:pt x="9729" y="0"/>
                </a:moveTo>
                <a:lnTo>
                  <a:pt x="10355" y="8083"/>
                </a:lnTo>
                <a:lnTo>
                  <a:pt x="626" y="8811"/>
                </a:lnTo>
                <a:lnTo>
                  <a:pt x="0" y="743"/>
                </a:lnTo>
                <a:lnTo>
                  <a:pt x="9729" y="0"/>
                </a:lnTo>
                <a:close/>
                <a:moveTo>
                  <a:pt x="972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6D5E6-A743-49F2-A8E9-4F5DC13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238" y="662764"/>
            <a:ext cx="59000" cy="38625"/>
          </a:xfrm>
          <a:custGeom xmlns:a="http://schemas.openxmlformats.org/drawingml/2006/main">
            <a:pathLst>
              <a:path w="59000" h="38625">
                <a:moveTo>
                  <a:pt x="51383" y="8185"/>
                </a:moveTo>
                <a:lnTo>
                  <a:pt x="29930" y="9846"/>
                </a:lnTo>
                <a:lnTo>
                  <a:pt x="30673" y="19575"/>
                </a:lnTo>
                <a:cubicBezTo>
                  <a:pt x="30949" y="23157"/>
                  <a:pt x="32085" y="25881"/>
                  <a:pt x="34081" y="27701"/>
                </a:cubicBezTo>
                <a:cubicBezTo>
                  <a:pt x="36134" y="29522"/>
                  <a:pt x="38858" y="30323"/>
                  <a:pt x="42280" y="30032"/>
                </a:cubicBezTo>
                <a:cubicBezTo>
                  <a:pt x="45688" y="29813"/>
                  <a:pt x="48252" y="28619"/>
                  <a:pt x="50014" y="26507"/>
                </a:cubicBezTo>
                <a:cubicBezTo>
                  <a:pt x="51718" y="24410"/>
                  <a:pt x="52403" y="21555"/>
                  <a:pt x="52111" y="17914"/>
                </a:cubicBezTo>
                <a:lnTo>
                  <a:pt x="51383" y="8185"/>
                </a:lnTo>
                <a:close/>
                <a:moveTo>
                  <a:pt x="57180" y="0"/>
                </a:moveTo>
                <a:lnTo>
                  <a:pt x="58491" y="17463"/>
                </a:lnTo>
                <a:cubicBezTo>
                  <a:pt x="59000" y="23842"/>
                  <a:pt x="57923" y="28794"/>
                  <a:pt x="55243" y="32318"/>
                </a:cubicBezTo>
                <a:cubicBezTo>
                  <a:pt x="52636" y="35843"/>
                  <a:pt x="48470" y="37780"/>
                  <a:pt x="42907" y="38232"/>
                </a:cubicBezTo>
                <a:cubicBezTo>
                  <a:pt x="37270" y="38625"/>
                  <a:pt x="32886" y="37314"/>
                  <a:pt x="29755" y="34255"/>
                </a:cubicBezTo>
                <a:cubicBezTo>
                  <a:pt x="26624" y="31241"/>
                  <a:pt x="24803" y="26449"/>
                  <a:pt x="24293" y="20084"/>
                </a:cubicBezTo>
                <a:lnTo>
                  <a:pt x="23565" y="10355"/>
                </a:lnTo>
                <a:lnTo>
                  <a:pt x="568" y="12118"/>
                </a:lnTo>
                <a:lnTo>
                  <a:pt x="0" y="4384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7DFFE-8674-43F2-A438-605C362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21" y="710040"/>
            <a:ext cx="61229" cy="56670"/>
          </a:xfrm>
          <a:custGeom xmlns:a="http://schemas.openxmlformats.org/drawingml/2006/main">
            <a:pathLst>
              <a:path w="61229" h="56670">
                <a:moveTo>
                  <a:pt x="57180" y="0"/>
                </a:moveTo>
                <a:lnTo>
                  <a:pt x="58097" y="11550"/>
                </a:lnTo>
                <a:lnTo>
                  <a:pt x="20317" y="29071"/>
                </a:lnTo>
                <a:lnTo>
                  <a:pt x="60311" y="40795"/>
                </a:lnTo>
                <a:lnTo>
                  <a:pt x="61229" y="52286"/>
                </a:lnTo>
                <a:lnTo>
                  <a:pt x="4049" y="56670"/>
                </a:lnTo>
                <a:lnTo>
                  <a:pt x="3481" y="49155"/>
                </a:lnTo>
                <a:lnTo>
                  <a:pt x="53655" y="45281"/>
                </a:lnTo>
                <a:lnTo>
                  <a:pt x="13326" y="33571"/>
                </a:lnTo>
                <a:lnTo>
                  <a:pt x="12744" y="25779"/>
                </a:lnTo>
                <a:lnTo>
                  <a:pt x="50815" y="8025"/>
                </a:lnTo>
                <a:lnTo>
                  <a:pt x="626" y="11885"/>
                </a:lnTo>
                <a:lnTo>
                  <a:pt x="0" y="4384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DE428-C641-42ED-B59C-F3985D8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006" y="777692"/>
            <a:ext cx="57806" cy="39936"/>
          </a:xfrm>
          <a:custGeom xmlns:a="http://schemas.openxmlformats.org/drawingml/2006/main">
            <a:pathLst>
              <a:path w="57806" h="39936">
                <a:moveTo>
                  <a:pt x="57180" y="0"/>
                </a:moveTo>
                <a:lnTo>
                  <a:pt x="57806" y="7734"/>
                </a:lnTo>
                <a:lnTo>
                  <a:pt x="7107" y="11593"/>
                </a:lnTo>
                <a:lnTo>
                  <a:pt x="9278" y="39484"/>
                </a:lnTo>
                <a:lnTo>
                  <a:pt x="2724" y="39936"/>
                </a:lnTo>
                <a:lnTo>
                  <a:pt x="0" y="4369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BD41A0-E4E7-441A-BDBF-9CABB869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355" y="821385"/>
            <a:ext cx="59233" cy="50975"/>
          </a:xfrm>
          <a:custGeom xmlns:a="http://schemas.openxmlformats.org/drawingml/2006/main">
            <a:pathLst>
              <a:path w="59233" h="50975">
                <a:moveTo>
                  <a:pt x="51441" y="8243"/>
                </a:moveTo>
                <a:lnTo>
                  <a:pt x="6947" y="11593"/>
                </a:lnTo>
                <a:lnTo>
                  <a:pt x="7690" y="20987"/>
                </a:lnTo>
                <a:cubicBezTo>
                  <a:pt x="8316" y="28837"/>
                  <a:pt x="10530" y="34532"/>
                  <a:pt x="14346" y="37882"/>
                </a:cubicBezTo>
                <a:cubicBezTo>
                  <a:pt x="18205" y="41305"/>
                  <a:pt x="24017" y="42659"/>
                  <a:pt x="31692" y="42091"/>
                </a:cubicBezTo>
                <a:cubicBezTo>
                  <a:pt x="39368" y="41465"/>
                  <a:pt x="44844" y="39251"/>
                  <a:pt x="48135" y="35319"/>
                </a:cubicBezTo>
                <a:cubicBezTo>
                  <a:pt x="51383" y="31401"/>
                  <a:pt x="52738" y="25488"/>
                  <a:pt x="52126" y="17579"/>
                </a:cubicBezTo>
                <a:lnTo>
                  <a:pt x="51441" y="8243"/>
                </a:lnTo>
                <a:close/>
                <a:moveTo>
                  <a:pt x="57180" y="0"/>
                </a:moveTo>
                <a:lnTo>
                  <a:pt x="58432" y="15861"/>
                </a:lnTo>
                <a:cubicBezTo>
                  <a:pt x="59233" y="26959"/>
                  <a:pt x="57573" y="35260"/>
                  <a:pt x="53364" y="40780"/>
                </a:cubicBezTo>
                <a:cubicBezTo>
                  <a:pt x="49155" y="46358"/>
                  <a:pt x="42164" y="49490"/>
                  <a:pt x="32318" y="50233"/>
                </a:cubicBezTo>
                <a:cubicBezTo>
                  <a:pt x="22473" y="50975"/>
                  <a:pt x="15030" y="48922"/>
                  <a:pt x="10020" y="44086"/>
                </a:cubicBezTo>
                <a:cubicBezTo>
                  <a:pt x="5010" y="39251"/>
                  <a:pt x="2054" y="31284"/>
                  <a:pt x="1253" y="20245"/>
                </a:cubicBezTo>
                <a:lnTo>
                  <a:pt x="0" y="4369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B785A-8709-4D5D-965A-885D265B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031" y="881740"/>
            <a:ext cx="59903" cy="41246"/>
          </a:xfrm>
          <a:custGeom xmlns:a="http://schemas.openxmlformats.org/drawingml/2006/main">
            <a:pathLst>
              <a:path w="59903" h="41246">
                <a:moveTo>
                  <a:pt x="57122" y="0"/>
                </a:moveTo>
                <a:lnTo>
                  <a:pt x="59903" y="36178"/>
                </a:lnTo>
                <a:lnTo>
                  <a:pt x="53364" y="36702"/>
                </a:lnTo>
                <a:lnTo>
                  <a:pt x="51194" y="8258"/>
                </a:lnTo>
                <a:lnTo>
                  <a:pt x="34299" y="9554"/>
                </a:lnTo>
                <a:lnTo>
                  <a:pt x="36353" y="36761"/>
                </a:lnTo>
                <a:lnTo>
                  <a:pt x="29857" y="37270"/>
                </a:lnTo>
                <a:lnTo>
                  <a:pt x="27760" y="10079"/>
                </a:lnTo>
                <a:lnTo>
                  <a:pt x="7049" y="11666"/>
                </a:lnTo>
                <a:lnTo>
                  <a:pt x="9263" y="40737"/>
                </a:lnTo>
                <a:lnTo>
                  <a:pt x="2782" y="41246"/>
                </a:lnTo>
                <a:lnTo>
                  <a:pt x="0" y="4384"/>
                </a:lnTo>
                <a:lnTo>
                  <a:pt x="57122" y="0"/>
                </a:lnTo>
                <a:close/>
                <a:moveTo>
                  <a:pt x="5712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82C9B-AD72-4680-B80D-C98143A5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672" y="929584"/>
            <a:ext cx="59845" cy="43009"/>
          </a:xfrm>
          <a:custGeom xmlns:a="http://schemas.openxmlformats.org/drawingml/2006/main">
            <a:pathLst>
              <a:path w="59845" h="43009">
                <a:moveTo>
                  <a:pt x="58025" y="36134"/>
                </a:moveTo>
                <a:lnTo>
                  <a:pt x="50509" y="36702"/>
                </a:lnTo>
                <a:cubicBezTo>
                  <a:pt x="51660" y="33687"/>
                  <a:pt x="52505" y="30833"/>
                  <a:pt x="53014" y="28168"/>
                </a:cubicBezTo>
                <a:cubicBezTo>
                  <a:pt x="53480" y="25488"/>
                  <a:pt x="53641" y="22983"/>
                  <a:pt x="53480" y="20536"/>
                </a:cubicBezTo>
                <a:cubicBezTo>
                  <a:pt x="53131" y="16327"/>
                  <a:pt x="52053" y="13152"/>
                  <a:pt x="50291" y="10982"/>
                </a:cubicBezTo>
                <a:cubicBezTo>
                  <a:pt x="48470" y="8826"/>
                  <a:pt x="46023" y="7850"/>
                  <a:pt x="43009" y="8083"/>
                </a:cubicBezTo>
                <a:cubicBezTo>
                  <a:pt x="40504" y="8316"/>
                  <a:pt x="38625" y="9219"/>
                  <a:pt x="37489" y="10807"/>
                </a:cubicBezTo>
                <a:cubicBezTo>
                  <a:pt x="36294" y="12467"/>
                  <a:pt x="35493" y="15424"/>
                  <a:pt x="35042" y="19691"/>
                </a:cubicBezTo>
                <a:lnTo>
                  <a:pt x="34416" y="24410"/>
                </a:lnTo>
                <a:cubicBezTo>
                  <a:pt x="33731" y="30265"/>
                  <a:pt x="32144" y="34707"/>
                  <a:pt x="29580" y="37664"/>
                </a:cubicBezTo>
                <a:cubicBezTo>
                  <a:pt x="27017" y="40620"/>
                  <a:pt x="23434" y="42280"/>
                  <a:pt x="18774" y="42615"/>
                </a:cubicBezTo>
                <a:cubicBezTo>
                  <a:pt x="13254" y="43009"/>
                  <a:pt x="8870" y="41479"/>
                  <a:pt x="5738" y="38013"/>
                </a:cubicBezTo>
                <a:cubicBezTo>
                  <a:pt x="2607" y="34532"/>
                  <a:pt x="786" y="29187"/>
                  <a:pt x="218" y="22021"/>
                </a:cubicBezTo>
                <a:cubicBezTo>
                  <a:pt x="0" y="19298"/>
                  <a:pt x="117" y="16385"/>
                  <a:pt x="451" y="13312"/>
                </a:cubicBezTo>
                <a:cubicBezTo>
                  <a:pt x="845" y="10181"/>
                  <a:pt x="1529" y="7005"/>
                  <a:pt x="2447" y="3641"/>
                </a:cubicBezTo>
                <a:lnTo>
                  <a:pt x="10414" y="3015"/>
                </a:lnTo>
                <a:cubicBezTo>
                  <a:pt x="8928" y="6263"/>
                  <a:pt x="7850" y="9452"/>
                  <a:pt x="7166" y="12525"/>
                </a:cubicBezTo>
                <a:cubicBezTo>
                  <a:pt x="6481" y="15657"/>
                  <a:pt x="6248" y="18613"/>
                  <a:pt x="6481" y="21512"/>
                </a:cubicBezTo>
                <a:cubicBezTo>
                  <a:pt x="6816" y="25954"/>
                  <a:pt x="7967" y="29304"/>
                  <a:pt x="9889" y="31576"/>
                </a:cubicBezTo>
                <a:cubicBezTo>
                  <a:pt x="11826" y="33804"/>
                  <a:pt x="14390" y="34823"/>
                  <a:pt x="17579" y="34590"/>
                </a:cubicBezTo>
                <a:cubicBezTo>
                  <a:pt x="20419" y="34372"/>
                  <a:pt x="22531" y="33338"/>
                  <a:pt x="24002" y="31517"/>
                </a:cubicBezTo>
                <a:cubicBezTo>
                  <a:pt x="25429" y="29639"/>
                  <a:pt x="26391" y="26740"/>
                  <a:pt x="26900" y="22764"/>
                </a:cubicBezTo>
                <a:lnTo>
                  <a:pt x="27468" y="17987"/>
                </a:lnTo>
                <a:cubicBezTo>
                  <a:pt x="28153" y="12118"/>
                  <a:pt x="29639" y="7792"/>
                  <a:pt x="31911" y="5010"/>
                </a:cubicBezTo>
                <a:cubicBezTo>
                  <a:pt x="34124" y="2287"/>
                  <a:pt x="37430" y="685"/>
                  <a:pt x="41814" y="408"/>
                </a:cubicBezTo>
                <a:cubicBezTo>
                  <a:pt x="46868" y="0"/>
                  <a:pt x="50975" y="1486"/>
                  <a:pt x="54150" y="4777"/>
                </a:cubicBezTo>
                <a:cubicBezTo>
                  <a:pt x="57340" y="8141"/>
                  <a:pt x="59161" y="12919"/>
                  <a:pt x="59670" y="19181"/>
                </a:cubicBezTo>
                <a:cubicBezTo>
                  <a:pt x="59845" y="21847"/>
                  <a:pt x="59845" y="24643"/>
                  <a:pt x="59568" y="27425"/>
                </a:cubicBezTo>
                <a:cubicBezTo>
                  <a:pt x="59277" y="30265"/>
                  <a:pt x="58767" y="33178"/>
                  <a:pt x="58025" y="36134"/>
                </a:cubicBezTo>
                <a:close/>
                <a:moveTo>
                  <a:pt x="58025" y="361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01897-4687-41CE-B93F-D45CD553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590" y="981069"/>
            <a:ext cx="59000" cy="38698"/>
          </a:xfrm>
          <a:custGeom xmlns:a="http://schemas.openxmlformats.org/drawingml/2006/main">
            <a:pathLst>
              <a:path w="59000" h="38698">
                <a:moveTo>
                  <a:pt x="51427" y="8258"/>
                </a:moveTo>
                <a:lnTo>
                  <a:pt x="29930" y="9904"/>
                </a:lnTo>
                <a:lnTo>
                  <a:pt x="30673" y="19633"/>
                </a:lnTo>
                <a:cubicBezTo>
                  <a:pt x="30949" y="23216"/>
                  <a:pt x="32085" y="25954"/>
                  <a:pt x="34139" y="27774"/>
                </a:cubicBezTo>
                <a:cubicBezTo>
                  <a:pt x="36134" y="29595"/>
                  <a:pt x="38858" y="30323"/>
                  <a:pt x="42324" y="30105"/>
                </a:cubicBezTo>
                <a:cubicBezTo>
                  <a:pt x="45747" y="29813"/>
                  <a:pt x="48310" y="28619"/>
                  <a:pt x="50014" y="26522"/>
                </a:cubicBezTo>
                <a:cubicBezTo>
                  <a:pt x="51718" y="24410"/>
                  <a:pt x="52461" y="21570"/>
                  <a:pt x="52170" y="17987"/>
                </a:cubicBezTo>
                <a:lnTo>
                  <a:pt x="51427" y="8258"/>
                </a:lnTo>
                <a:close/>
                <a:moveTo>
                  <a:pt x="57180" y="0"/>
                </a:moveTo>
                <a:lnTo>
                  <a:pt x="58549" y="17477"/>
                </a:lnTo>
                <a:cubicBezTo>
                  <a:pt x="59000" y="23900"/>
                  <a:pt x="57923" y="28852"/>
                  <a:pt x="55301" y="32377"/>
                </a:cubicBezTo>
                <a:cubicBezTo>
                  <a:pt x="52621" y="35843"/>
                  <a:pt x="48529" y="37838"/>
                  <a:pt x="42950" y="38232"/>
                </a:cubicBezTo>
                <a:cubicBezTo>
                  <a:pt x="37270" y="38698"/>
                  <a:pt x="32886" y="37387"/>
                  <a:pt x="29755" y="34314"/>
                </a:cubicBezTo>
                <a:cubicBezTo>
                  <a:pt x="26624" y="31241"/>
                  <a:pt x="24803" y="26522"/>
                  <a:pt x="24352" y="20084"/>
                </a:cubicBezTo>
                <a:lnTo>
                  <a:pt x="23551" y="10355"/>
                </a:lnTo>
                <a:lnTo>
                  <a:pt x="626" y="12118"/>
                </a:lnTo>
                <a:lnTo>
                  <a:pt x="0" y="4384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1A574-4D66-4B33-B796-2E0DDAB9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172" y="1027893"/>
            <a:ext cx="60136" cy="11608"/>
          </a:xfrm>
          <a:custGeom xmlns:a="http://schemas.openxmlformats.org/drawingml/2006/main">
            <a:pathLst>
              <a:path w="60136" h="11608">
                <a:moveTo>
                  <a:pt x="59627" y="0"/>
                </a:moveTo>
                <a:lnTo>
                  <a:pt x="60136" y="7064"/>
                </a:lnTo>
                <a:lnTo>
                  <a:pt x="568" y="11608"/>
                </a:lnTo>
                <a:lnTo>
                  <a:pt x="0" y="4559"/>
                </a:lnTo>
                <a:lnTo>
                  <a:pt x="59627" y="0"/>
                </a:lnTo>
                <a:close/>
                <a:moveTo>
                  <a:pt x="5962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9C7EB-24B2-4C5A-A9C1-A59D3D4E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83" y="1050250"/>
            <a:ext cx="45965" cy="39207"/>
          </a:xfrm>
          <a:custGeom xmlns:a="http://schemas.openxmlformats.org/drawingml/2006/main">
            <a:pathLst>
              <a:path w="45965" h="39207">
                <a:moveTo>
                  <a:pt x="17244" y="1995"/>
                </a:moveTo>
                <a:lnTo>
                  <a:pt x="43242" y="0"/>
                </a:lnTo>
                <a:lnTo>
                  <a:pt x="43751" y="7005"/>
                </a:lnTo>
                <a:lnTo>
                  <a:pt x="18031" y="9001"/>
                </a:lnTo>
                <a:cubicBezTo>
                  <a:pt x="13996" y="9278"/>
                  <a:pt x="11040" y="10297"/>
                  <a:pt x="9103" y="12074"/>
                </a:cubicBezTo>
                <a:cubicBezTo>
                  <a:pt x="7166" y="13778"/>
                  <a:pt x="6379" y="16283"/>
                  <a:pt x="6598" y="19400"/>
                </a:cubicBezTo>
                <a:cubicBezTo>
                  <a:pt x="6889" y="23216"/>
                  <a:pt x="8360" y="26114"/>
                  <a:pt x="10923" y="28168"/>
                </a:cubicBezTo>
                <a:cubicBezTo>
                  <a:pt x="13545" y="30163"/>
                  <a:pt x="16895" y="31008"/>
                  <a:pt x="21104" y="30731"/>
                </a:cubicBezTo>
                <a:lnTo>
                  <a:pt x="45397" y="28852"/>
                </a:lnTo>
                <a:lnTo>
                  <a:pt x="45965" y="35901"/>
                </a:lnTo>
                <a:lnTo>
                  <a:pt x="3073" y="39207"/>
                </a:lnTo>
                <a:lnTo>
                  <a:pt x="2563" y="32144"/>
                </a:lnTo>
                <a:lnTo>
                  <a:pt x="9103" y="31634"/>
                </a:lnTo>
                <a:cubicBezTo>
                  <a:pt x="6379" y="30105"/>
                  <a:pt x="4326" y="28284"/>
                  <a:pt x="2840" y="26114"/>
                </a:cubicBezTo>
                <a:cubicBezTo>
                  <a:pt x="1427" y="23958"/>
                  <a:pt x="568" y="21395"/>
                  <a:pt x="350" y="18380"/>
                </a:cubicBezTo>
                <a:cubicBezTo>
                  <a:pt x="0" y="13487"/>
                  <a:pt x="1253" y="9627"/>
                  <a:pt x="4093" y="6831"/>
                </a:cubicBezTo>
                <a:cubicBezTo>
                  <a:pt x="6947" y="4049"/>
                  <a:pt x="11375" y="2389"/>
                  <a:pt x="17244" y="1995"/>
                </a:cubicBezTo>
                <a:close/>
                <a:moveTo>
                  <a:pt x="17244" y="19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AABD3-30F8-4FD5-8422-56F90B03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385" y="1098676"/>
            <a:ext cx="60879" cy="40678"/>
          </a:xfrm>
          <a:custGeom xmlns:a="http://schemas.openxmlformats.org/drawingml/2006/main">
            <a:pathLst>
              <a:path w="60879" h="40678">
                <a:moveTo>
                  <a:pt x="39382" y="31794"/>
                </a:moveTo>
                <a:cubicBezTo>
                  <a:pt x="44494" y="31401"/>
                  <a:pt x="48368" y="30032"/>
                  <a:pt x="51034" y="27760"/>
                </a:cubicBezTo>
                <a:cubicBezTo>
                  <a:pt x="53655" y="25429"/>
                  <a:pt x="54849" y="22356"/>
                  <a:pt x="54573" y="18540"/>
                </a:cubicBezTo>
                <a:cubicBezTo>
                  <a:pt x="54281" y="14783"/>
                  <a:pt x="52636" y="11943"/>
                  <a:pt x="49679" y="10064"/>
                </a:cubicBezTo>
                <a:cubicBezTo>
                  <a:pt x="46708" y="8185"/>
                  <a:pt x="42674" y="7384"/>
                  <a:pt x="37562" y="7792"/>
                </a:cubicBezTo>
                <a:cubicBezTo>
                  <a:pt x="32493" y="8185"/>
                  <a:pt x="28619" y="9554"/>
                  <a:pt x="25954" y="11885"/>
                </a:cubicBezTo>
                <a:cubicBezTo>
                  <a:pt x="23332" y="14157"/>
                  <a:pt x="22138" y="17230"/>
                  <a:pt x="22415" y="20987"/>
                </a:cubicBezTo>
                <a:cubicBezTo>
                  <a:pt x="22706" y="24803"/>
                  <a:pt x="24352" y="27643"/>
                  <a:pt x="27308" y="29522"/>
                </a:cubicBezTo>
                <a:cubicBezTo>
                  <a:pt x="30279" y="31459"/>
                  <a:pt x="34314" y="32202"/>
                  <a:pt x="39382" y="31794"/>
                </a:cubicBezTo>
                <a:close/>
                <a:moveTo>
                  <a:pt x="23332" y="40110"/>
                </a:moveTo>
                <a:cubicBezTo>
                  <a:pt x="15992" y="40678"/>
                  <a:pt x="10472" y="39484"/>
                  <a:pt x="6656" y="36513"/>
                </a:cubicBezTo>
                <a:cubicBezTo>
                  <a:pt x="2855" y="33556"/>
                  <a:pt x="685" y="28721"/>
                  <a:pt x="175" y="22007"/>
                </a:cubicBezTo>
                <a:cubicBezTo>
                  <a:pt x="0" y="19560"/>
                  <a:pt x="0" y="17171"/>
                  <a:pt x="175" y="14958"/>
                </a:cubicBezTo>
                <a:cubicBezTo>
                  <a:pt x="408" y="12744"/>
                  <a:pt x="801" y="10574"/>
                  <a:pt x="1369" y="8476"/>
                </a:cubicBezTo>
                <a:lnTo>
                  <a:pt x="8258" y="7908"/>
                </a:lnTo>
                <a:cubicBezTo>
                  <a:pt x="7282" y="10064"/>
                  <a:pt x="6612" y="12176"/>
                  <a:pt x="6263" y="14215"/>
                </a:cubicBezTo>
                <a:cubicBezTo>
                  <a:pt x="5869" y="16327"/>
                  <a:pt x="5753" y="18366"/>
                  <a:pt x="5928" y="20478"/>
                </a:cubicBezTo>
                <a:cubicBezTo>
                  <a:pt x="6263" y="25080"/>
                  <a:pt x="7748" y="28444"/>
                  <a:pt x="10297" y="30542"/>
                </a:cubicBezTo>
                <a:cubicBezTo>
                  <a:pt x="12919" y="32653"/>
                  <a:pt x="16618" y="33556"/>
                  <a:pt x="21512" y="33163"/>
                </a:cubicBezTo>
                <a:lnTo>
                  <a:pt x="24978" y="32872"/>
                </a:lnTo>
                <a:cubicBezTo>
                  <a:pt x="22371" y="31634"/>
                  <a:pt x="20317" y="29915"/>
                  <a:pt x="18890" y="27760"/>
                </a:cubicBezTo>
                <a:cubicBezTo>
                  <a:pt x="17477" y="25590"/>
                  <a:pt x="16618" y="22924"/>
                  <a:pt x="16385" y="19735"/>
                </a:cubicBezTo>
                <a:cubicBezTo>
                  <a:pt x="15992" y="14506"/>
                  <a:pt x="17696" y="10122"/>
                  <a:pt x="21453" y="6598"/>
                </a:cubicBezTo>
                <a:cubicBezTo>
                  <a:pt x="25211" y="3073"/>
                  <a:pt x="30381" y="1020"/>
                  <a:pt x="36979" y="510"/>
                </a:cubicBezTo>
                <a:cubicBezTo>
                  <a:pt x="43649" y="0"/>
                  <a:pt x="49053" y="1194"/>
                  <a:pt x="53320" y="4151"/>
                </a:cubicBezTo>
                <a:cubicBezTo>
                  <a:pt x="57588" y="7049"/>
                  <a:pt x="59918" y="11142"/>
                  <a:pt x="60311" y="16385"/>
                </a:cubicBezTo>
                <a:cubicBezTo>
                  <a:pt x="60544" y="19560"/>
                  <a:pt x="60136" y="22298"/>
                  <a:pt x="59059" y="24687"/>
                </a:cubicBezTo>
                <a:cubicBezTo>
                  <a:pt x="57981" y="27017"/>
                  <a:pt x="56219" y="29071"/>
                  <a:pt x="53830" y="30716"/>
                </a:cubicBezTo>
                <a:lnTo>
                  <a:pt x="60311" y="30207"/>
                </a:lnTo>
                <a:lnTo>
                  <a:pt x="60879" y="37256"/>
                </a:lnTo>
                <a:lnTo>
                  <a:pt x="23332" y="40110"/>
                </a:lnTo>
                <a:close/>
                <a:moveTo>
                  <a:pt x="23332" y="4011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8F5F0-7FAF-4243-ACC1-20986971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508" y="1149142"/>
            <a:ext cx="60078" cy="11593"/>
          </a:xfrm>
          <a:custGeom xmlns:a="http://schemas.openxmlformats.org/drawingml/2006/main">
            <a:pathLst>
              <a:path w="60078" h="11593">
                <a:moveTo>
                  <a:pt x="42834" y="1296"/>
                </a:moveTo>
                <a:lnTo>
                  <a:pt x="43402" y="8360"/>
                </a:lnTo>
                <a:lnTo>
                  <a:pt x="510" y="11593"/>
                </a:lnTo>
                <a:lnTo>
                  <a:pt x="0" y="4602"/>
                </a:lnTo>
                <a:lnTo>
                  <a:pt x="42834" y="1296"/>
                </a:lnTo>
                <a:close/>
                <a:moveTo>
                  <a:pt x="59568" y="0"/>
                </a:moveTo>
                <a:lnTo>
                  <a:pt x="60078" y="7049"/>
                </a:lnTo>
                <a:lnTo>
                  <a:pt x="51150" y="7734"/>
                </a:lnTo>
                <a:lnTo>
                  <a:pt x="50626" y="670"/>
                </a:lnTo>
                <a:lnTo>
                  <a:pt x="59568" y="0"/>
                </a:lnTo>
                <a:close/>
                <a:moveTo>
                  <a:pt x="5956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53B58-469C-49A9-868F-0E439B13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154" y="1171950"/>
            <a:ext cx="45863" cy="39193"/>
          </a:xfrm>
          <a:custGeom xmlns:a="http://schemas.openxmlformats.org/drawingml/2006/main">
            <a:pathLst>
              <a:path w="45863" h="39193">
                <a:moveTo>
                  <a:pt x="28619" y="37212"/>
                </a:moveTo>
                <a:lnTo>
                  <a:pt x="2738" y="39193"/>
                </a:lnTo>
                <a:lnTo>
                  <a:pt x="2170" y="32144"/>
                </a:lnTo>
                <a:lnTo>
                  <a:pt x="27818" y="30207"/>
                </a:lnTo>
                <a:cubicBezTo>
                  <a:pt x="31925" y="29872"/>
                  <a:pt x="34882" y="28837"/>
                  <a:pt x="36761" y="27133"/>
                </a:cubicBezTo>
                <a:cubicBezTo>
                  <a:pt x="38683" y="25371"/>
                  <a:pt x="39484" y="22924"/>
                  <a:pt x="39266" y="19793"/>
                </a:cubicBezTo>
                <a:cubicBezTo>
                  <a:pt x="38974" y="15992"/>
                  <a:pt x="37489" y="13079"/>
                  <a:pt x="34940" y="11040"/>
                </a:cubicBezTo>
                <a:cubicBezTo>
                  <a:pt x="32318" y="9044"/>
                  <a:pt x="28969" y="8185"/>
                  <a:pt x="24745" y="8535"/>
                </a:cubicBezTo>
                <a:lnTo>
                  <a:pt x="510" y="10355"/>
                </a:lnTo>
                <a:lnTo>
                  <a:pt x="0" y="3292"/>
                </a:lnTo>
                <a:lnTo>
                  <a:pt x="42848" y="0"/>
                </a:lnTo>
                <a:lnTo>
                  <a:pt x="43416" y="7107"/>
                </a:lnTo>
                <a:lnTo>
                  <a:pt x="36761" y="7617"/>
                </a:lnTo>
                <a:cubicBezTo>
                  <a:pt x="39426" y="9103"/>
                  <a:pt x="41538" y="10923"/>
                  <a:pt x="42950" y="13079"/>
                </a:cubicBezTo>
                <a:cubicBezTo>
                  <a:pt x="44436" y="15307"/>
                  <a:pt x="45295" y="17856"/>
                  <a:pt x="45514" y="20885"/>
                </a:cubicBezTo>
                <a:cubicBezTo>
                  <a:pt x="45863" y="25823"/>
                  <a:pt x="44669" y="29639"/>
                  <a:pt x="41756" y="32420"/>
                </a:cubicBezTo>
                <a:cubicBezTo>
                  <a:pt x="38916" y="35158"/>
                  <a:pt x="34532" y="36746"/>
                  <a:pt x="28619" y="37212"/>
                </a:cubicBezTo>
                <a:close/>
                <a:moveTo>
                  <a:pt x="28619" y="372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5D5F3-23D7-40BA-A439-B98601B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028" y="1225430"/>
            <a:ext cx="10355" cy="8870"/>
          </a:xfrm>
          <a:custGeom xmlns:a="http://schemas.openxmlformats.org/drawingml/2006/main">
            <a:pathLst>
              <a:path w="10355" h="8870">
                <a:moveTo>
                  <a:pt x="9729" y="0"/>
                </a:moveTo>
                <a:lnTo>
                  <a:pt x="10355" y="8127"/>
                </a:lnTo>
                <a:lnTo>
                  <a:pt x="626" y="8870"/>
                </a:lnTo>
                <a:lnTo>
                  <a:pt x="0" y="786"/>
                </a:lnTo>
                <a:lnTo>
                  <a:pt x="9729" y="0"/>
                </a:lnTo>
                <a:close/>
                <a:moveTo>
                  <a:pt x="972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57812-3710-4A24-9332-0CA46082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07" y="1246082"/>
            <a:ext cx="59670" cy="33338"/>
          </a:xfrm>
          <a:custGeom xmlns:a="http://schemas.openxmlformats.org/drawingml/2006/main">
            <a:pathLst>
              <a:path w="59670" h="33338">
                <a:moveTo>
                  <a:pt x="57180" y="0"/>
                </a:moveTo>
                <a:lnTo>
                  <a:pt x="59670" y="32828"/>
                </a:lnTo>
                <a:lnTo>
                  <a:pt x="53131" y="33338"/>
                </a:lnTo>
                <a:lnTo>
                  <a:pt x="51252" y="8185"/>
                </a:lnTo>
                <a:lnTo>
                  <a:pt x="34357" y="9496"/>
                </a:lnTo>
                <a:lnTo>
                  <a:pt x="36120" y="32144"/>
                </a:lnTo>
                <a:lnTo>
                  <a:pt x="29639" y="32653"/>
                </a:lnTo>
                <a:lnTo>
                  <a:pt x="27876" y="10006"/>
                </a:lnTo>
                <a:lnTo>
                  <a:pt x="568" y="12118"/>
                </a:lnTo>
                <a:lnTo>
                  <a:pt x="0" y="4384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21F4D-376C-4F0E-822D-2E1A342E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863" y="1284998"/>
            <a:ext cx="60136" cy="11593"/>
          </a:xfrm>
          <a:custGeom xmlns:a="http://schemas.openxmlformats.org/drawingml/2006/main">
            <a:pathLst>
              <a:path w="60136" h="11593">
                <a:moveTo>
                  <a:pt x="42892" y="1253"/>
                </a:moveTo>
                <a:lnTo>
                  <a:pt x="43460" y="8302"/>
                </a:lnTo>
                <a:lnTo>
                  <a:pt x="568" y="11593"/>
                </a:lnTo>
                <a:lnTo>
                  <a:pt x="0" y="4544"/>
                </a:lnTo>
                <a:lnTo>
                  <a:pt x="42892" y="1253"/>
                </a:lnTo>
                <a:close/>
                <a:moveTo>
                  <a:pt x="59627" y="0"/>
                </a:moveTo>
                <a:lnTo>
                  <a:pt x="60136" y="7049"/>
                </a:lnTo>
                <a:lnTo>
                  <a:pt x="51194" y="7734"/>
                </a:lnTo>
                <a:lnTo>
                  <a:pt x="50684" y="670"/>
                </a:lnTo>
                <a:lnTo>
                  <a:pt x="59627" y="0"/>
                </a:lnTo>
                <a:close/>
                <a:moveTo>
                  <a:pt x="5962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F066C-08AF-456C-9569-6C8B824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99" y="1307355"/>
            <a:ext cx="46082" cy="37547"/>
          </a:xfrm>
          <a:custGeom xmlns:a="http://schemas.openxmlformats.org/drawingml/2006/main">
            <a:pathLst>
              <a:path w="46082" h="37547">
                <a:moveTo>
                  <a:pt x="23609" y="21847"/>
                </a:moveTo>
                <a:cubicBezTo>
                  <a:pt x="23157" y="16152"/>
                  <a:pt x="22182" y="12234"/>
                  <a:pt x="20769" y="10122"/>
                </a:cubicBezTo>
                <a:cubicBezTo>
                  <a:pt x="19283" y="8025"/>
                  <a:pt x="16953" y="7107"/>
                  <a:pt x="13822" y="7340"/>
                </a:cubicBezTo>
                <a:cubicBezTo>
                  <a:pt x="11317" y="7559"/>
                  <a:pt x="9394" y="8535"/>
                  <a:pt x="8083" y="10297"/>
                </a:cubicBezTo>
                <a:cubicBezTo>
                  <a:pt x="6714" y="12059"/>
                  <a:pt x="6146" y="14331"/>
                  <a:pt x="6365" y="17171"/>
                </a:cubicBezTo>
                <a:cubicBezTo>
                  <a:pt x="6656" y="21104"/>
                  <a:pt x="8302" y="24119"/>
                  <a:pt x="11258" y="26274"/>
                </a:cubicBezTo>
                <a:cubicBezTo>
                  <a:pt x="14229" y="28386"/>
                  <a:pt x="17972" y="29289"/>
                  <a:pt x="22589" y="28954"/>
                </a:cubicBezTo>
                <a:lnTo>
                  <a:pt x="24119" y="28837"/>
                </a:lnTo>
                <a:lnTo>
                  <a:pt x="23609" y="21847"/>
                </a:lnTo>
                <a:close/>
                <a:moveTo>
                  <a:pt x="27600" y="35668"/>
                </a:moveTo>
                <a:lnTo>
                  <a:pt x="3131" y="37547"/>
                </a:lnTo>
                <a:lnTo>
                  <a:pt x="2563" y="30498"/>
                </a:lnTo>
                <a:lnTo>
                  <a:pt x="9103" y="29974"/>
                </a:lnTo>
                <a:cubicBezTo>
                  <a:pt x="6365" y="28561"/>
                  <a:pt x="4326" y="26740"/>
                  <a:pt x="2840" y="24410"/>
                </a:cubicBezTo>
                <a:cubicBezTo>
                  <a:pt x="1427" y="22123"/>
                  <a:pt x="626" y="19225"/>
                  <a:pt x="335" y="15759"/>
                </a:cubicBezTo>
                <a:cubicBezTo>
                  <a:pt x="0" y="11375"/>
                  <a:pt x="961" y="7792"/>
                  <a:pt x="3248" y="5010"/>
                </a:cubicBezTo>
                <a:cubicBezTo>
                  <a:pt x="5520" y="2214"/>
                  <a:pt x="8710" y="685"/>
                  <a:pt x="12860" y="335"/>
                </a:cubicBezTo>
                <a:cubicBezTo>
                  <a:pt x="17637" y="0"/>
                  <a:pt x="21395" y="1311"/>
                  <a:pt x="24119" y="4384"/>
                </a:cubicBezTo>
                <a:cubicBezTo>
                  <a:pt x="26798" y="7399"/>
                  <a:pt x="28386" y="12118"/>
                  <a:pt x="28896" y="18540"/>
                </a:cubicBezTo>
                <a:lnTo>
                  <a:pt x="29639" y="28444"/>
                </a:lnTo>
                <a:lnTo>
                  <a:pt x="30323" y="28386"/>
                </a:lnTo>
                <a:cubicBezTo>
                  <a:pt x="33571" y="28095"/>
                  <a:pt x="36018" y="26857"/>
                  <a:pt x="37605" y="24570"/>
                </a:cubicBezTo>
                <a:cubicBezTo>
                  <a:pt x="39251" y="22298"/>
                  <a:pt x="39877" y="19283"/>
                  <a:pt x="39601" y="15409"/>
                </a:cubicBezTo>
                <a:cubicBezTo>
                  <a:pt x="39426" y="12962"/>
                  <a:pt x="38916" y="10574"/>
                  <a:pt x="38173" y="8302"/>
                </a:cubicBezTo>
                <a:cubicBezTo>
                  <a:pt x="37372" y="6030"/>
                  <a:pt x="36353" y="3860"/>
                  <a:pt x="34984" y="1821"/>
                </a:cubicBezTo>
                <a:lnTo>
                  <a:pt x="41538" y="1311"/>
                </a:lnTo>
                <a:cubicBezTo>
                  <a:pt x="42732" y="3801"/>
                  <a:pt x="43635" y="6248"/>
                  <a:pt x="44319" y="8651"/>
                </a:cubicBezTo>
                <a:cubicBezTo>
                  <a:pt x="45004" y="11040"/>
                  <a:pt x="45455" y="13370"/>
                  <a:pt x="45630" y="15642"/>
                </a:cubicBezTo>
                <a:cubicBezTo>
                  <a:pt x="46082" y="21905"/>
                  <a:pt x="44829" y="26624"/>
                  <a:pt x="41873" y="29915"/>
                </a:cubicBezTo>
                <a:cubicBezTo>
                  <a:pt x="38858" y="33280"/>
                  <a:pt x="34139" y="35158"/>
                  <a:pt x="27600" y="35668"/>
                </a:cubicBezTo>
                <a:close/>
                <a:moveTo>
                  <a:pt x="27600" y="356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CC429-4BC1-452D-9B05-62221BA4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25" y="1359641"/>
            <a:ext cx="10355" cy="8811"/>
          </a:xfrm>
          <a:custGeom xmlns:a="http://schemas.openxmlformats.org/drawingml/2006/main">
            <a:pathLst>
              <a:path w="10355" h="8811">
                <a:moveTo>
                  <a:pt x="9729" y="0"/>
                </a:moveTo>
                <a:lnTo>
                  <a:pt x="10355" y="8069"/>
                </a:lnTo>
                <a:lnTo>
                  <a:pt x="626" y="8811"/>
                </a:lnTo>
                <a:lnTo>
                  <a:pt x="0" y="728"/>
                </a:lnTo>
                <a:lnTo>
                  <a:pt x="9729" y="0"/>
                </a:lnTo>
                <a:close/>
                <a:moveTo>
                  <a:pt x="972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A6DD7-2CAB-4735-9010-457DF0C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146" y="1380235"/>
            <a:ext cx="59000" cy="38683"/>
          </a:xfrm>
          <a:custGeom xmlns:a="http://schemas.openxmlformats.org/drawingml/2006/main">
            <a:pathLst>
              <a:path w="59000" h="38683">
                <a:moveTo>
                  <a:pt x="51427" y="8243"/>
                </a:moveTo>
                <a:lnTo>
                  <a:pt x="29930" y="9889"/>
                </a:lnTo>
                <a:lnTo>
                  <a:pt x="30658" y="19618"/>
                </a:lnTo>
                <a:cubicBezTo>
                  <a:pt x="30949" y="23201"/>
                  <a:pt x="32085" y="25939"/>
                  <a:pt x="34139" y="27760"/>
                </a:cubicBezTo>
                <a:cubicBezTo>
                  <a:pt x="36120" y="29580"/>
                  <a:pt x="38858" y="30323"/>
                  <a:pt x="42324" y="30090"/>
                </a:cubicBezTo>
                <a:cubicBezTo>
                  <a:pt x="45747" y="29813"/>
                  <a:pt x="48296" y="28619"/>
                  <a:pt x="50000" y="26507"/>
                </a:cubicBezTo>
                <a:cubicBezTo>
                  <a:pt x="51718" y="24395"/>
                  <a:pt x="52446" y="21555"/>
                  <a:pt x="52170" y="17972"/>
                </a:cubicBezTo>
                <a:lnTo>
                  <a:pt x="51427" y="8243"/>
                </a:lnTo>
                <a:close/>
                <a:moveTo>
                  <a:pt x="57180" y="0"/>
                </a:moveTo>
                <a:lnTo>
                  <a:pt x="58534" y="17463"/>
                </a:lnTo>
                <a:cubicBezTo>
                  <a:pt x="59000" y="23886"/>
                  <a:pt x="57908" y="28837"/>
                  <a:pt x="55301" y="32362"/>
                </a:cubicBezTo>
                <a:cubicBezTo>
                  <a:pt x="52621" y="35843"/>
                  <a:pt x="48529" y="37824"/>
                  <a:pt x="42950" y="38232"/>
                </a:cubicBezTo>
                <a:cubicBezTo>
                  <a:pt x="37314" y="38683"/>
                  <a:pt x="32886" y="37372"/>
                  <a:pt x="29755" y="34299"/>
                </a:cubicBezTo>
                <a:cubicBezTo>
                  <a:pt x="26624" y="31226"/>
                  <a:pt x="24803" y="26507"/>
                  <a:pt x="24352" y="20084"/>
                </a:cubicBezTo>
                <a:lnTo>
                  <a:pt x="23609" y="10355"/>
                </a:lnTo>
                <a:lnTo>
                  <a:pt x="626" y="12118"/>
                </a:lnTo>
                <a:lnTo>
                  <a:pt x="0" y="4369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7D43ED-CD8E-4456-8C32-FABA16AA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28" y="1426768"/>
            <a:ext cx="60136" cy="40504"/>
          </a:xfrm>
          <a:custGeom xmlns:a="http://schemas.openxmlformats.org/drawingml/2006/main">
            <a:pathLst>
              <a:path w="60136" h="40504">
                <a:moveTo>
                  <a:pt x="28677" y="38523"/>
                </a:moveTo>
                <a:lnTo>
                  <a:pt x="2782" y="40504"/>
                </a:lnTo>
                <a:lnTo>
                  <a:pt x="2214" y="33454"/>
                </a:lnTo>
                <a:lnTo>
                  <a:pt x="27876" y="31459"/>
                </a:lnTo>
                <a:cubicBezTo>
                  <a:pt x="31911" y="31182"/>
                  <a:pt x="34925" y="30148"/>
                  <a:pt x="36804" y="28386"/>
                </a:cubicBezTo>
                <a:cubicBezTo>
                  <a:pt x="38683" y="26682"/>
                  <a:pt x="39542" y="24235"/>
                  <a:pt x="39309" y="21046"/>
                </a:cubicBezTo>
                <a:cubicBezTo>
                  <a:pt x="38974" y="17244"/>
                  <a:pt x="37547" y="14331"/>
                  <a:pt x="34925" y="12351"/>
                </a:cubicBezTo>
                <a:cubicBezTo>
                  <a:pt x="32377" y="10297"/>
                  <a:pt x="28954" y="9496"/>
                  <a:pt x="24803" y="9787"/>
                </a:cubicBezTo>
                <a:lnTo>
                  <a:pt x="568" y="11666"/>
                </a:lnTo>
                <a:lnTo>
                  <a:pt x="0" y="4544"/>
                </a:lnTo>
                <a:lnTo>
                  <a:pt x="59627" y="0"/>
                </a:lnTo>
                <a:lnTo>
                  <a:pt x="60136" y="7107"/>
                </a:lnTo>
                <a:lnTo>
                  <a:pt x="36746" y="8870"/>
                </a:lnTo>
                <a:cubicBezTo>
                  <a:pt x="39484" y="10355"/>
                  <a:pt x="41581" y="12234"/>
                  <a:pt x="43009" y="14390"/>
                </a:cubicBezTo>
                <a:cubicBezTo>
                  <a:pt x="44494" y="16560"/>
                  <a:pt x="45281" y="19167"/>
                  <a:pt x="45514" y="22182"/>
                </a:cubicBezTo>
                <a:cubicBezTo>
                  <a:pt x="45907" y="27075"/>
                  <a:pt x="44654" y="30949"/>
                  <a:pt x="41814" y="33673"/>
                </a:cubicBezTo>
                <a:cubicBezTo>
                  <a:pt x="38974" y="36469"/>
                  <a:pt x="34590" y="38057"/>
                  <a:pt x="28677" y="38523"/>
                </a:cubicBezTo>
                <a:close/>
                <a:moveTo>
                  <a:pt x="28677" y="3852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80FB0-C03D-4DC5-9CAD-01D4A8C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253" y="1476098"/>
            <a:ext cx="45965" cy="40387"/>
          </a:xfrm>
          <a:custGeom xmlns:a="http://schemas.openxmlformats.org/drawingml/2006/main">
            <a:pathLst>
              <a:path w="45965" h="40387">
                <a:moveTo>
                  <a:pt x="39542" y="18948"/>
                </a:moveTo>
                <a:cubicBezTo>
                  <a:pt x="39251" y="15132"/>
                  <a:pt x="37547" y="12278"/>
                  <a:pt x="34416" y="10297"/>
                </a:cubicBezTo>
                <a:cubicBezTo>
                  <a:pt x="31299" y="8360"/>
                  <a:pt x="27192" y="7559"/>
                  <a:pt x="22080" y="7967"/>
                </a:cubicBezTo>
                <a:cubicBezTo>
                  <a:pt x="16895" y="8302"/>
                  <a:pt x="12977" y="9729"/>
                  <a:pt x="10181" y="12118"/>
                </a:cubicBezTo>
                <a:cubicBezTo>
                  <a:pt x="7399" y="14564"/>
                  <a:pt x="6146" y="17637"/>
                  <a:pt x="6437" y="21439"/>
                </a:cubicBezTo>
                <a:cubicBezTo>
                  <a:pt x="6714" y="25196"/>
                  <a:pt x="8418" y="28036"/>
                  <a:pt x="11550" y="30032"/>
                </a:cubicBezTo>
                <a:cubicBezTo>
                  <a:pt x="14681" y="32027"/>
                  <a:pt x="18832" y="32828"/>
                  <a:pt x="23958" y="32420"/>
                </a:cubicBezTo>
                <a:cubicBezTo>
                  <a:pt x="29012" y="32027"/>
                  <a:pt x="32945" y="30600"/>
                  <a:pt x="35726" y="28153"/>
                </a:cubicBezTo>
                <a:cubicBezTo>
                  <a:pt x="38581" y="25764"/>
                  <a:pt x="39834" y="22691"/>
                  <a:pt x="39542" y="18948"/>
                </a:cubicBezTo>
                <a:close/>
                <a:moveTo>
                  <a:pt x="45514" y="18482"/>
                </a:moveTo>
                <a:cubicBezTo>
                  <a:pt x="45965" y="24570"/>
                  <a:pt x="44319" y="29580"/>
                  <a:pt x="40620" y="33338"/>
                </a:cubicBezTo>
                <a:cubicBezTo>
                  <a:pt x="36921" y="37154"/>
                  <a:pt x="31517" y="39368"/>
                  <a:pt x="24526" y="39877"/>
                </a:cubicBezTo>
                <a:cubicBezTo>
                  <a:pt x="17463" y="40387"/>
                  <a:pt x="11841" y="39076"/>
                  <a:pt x="7573" y="35901"/>
                </a:cubicBezTo>
                <a:cubicBezTo>
                  <a:pt x="3306" y="32712"/>
                  <a:pt x="918" y="28036"/>
                  <a:pt x="451" y="21905"/>
                </a:cubicBezTo>
                <a:cubicBezTo>
                  <a:pt x="0" y="15759"/>
                  <a:pt x="1646" y="10807"/>
                  <a:pt x="5345" y="6991"/>
                </a:cubicBezTo>
                <a:cubicBezTo>
                  <a:pt x="9103" y="3175"/>
                  <a:pt x="14448" y="1020"/>
                  <a:pt x="21512" y="510"/>
                </a:cubicBezTo>
                <a:cubicBezTo>
                  <a:pt x="28503" y="0"/>
                  <a:pt x="34197" y="1311"/>
                  <a:pt x="38406" y="4486"/>
                </a:cubicBezTo>
                <a:cubicBezTo>
                  <a:pt x="42674" y="7617"/>
                  <a:pt x="45004" y="12336"/>
                  <a:pt x="45514" y="18482"/>
                </a:cubicBezTo>
                <a:close/>
                <a:moveTo>
                  <a:pt x="45514" y="184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1F53D-2EF1-445D-8D6A-DD1535F0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244" y="1525762"/>
            <a:ext cx="45849" cy="39193"/>
          </a:xfrm>
          <a:custGeom xmlns:a="http://schemas.openxmlformats.org/drawingml/2006/main">
            <a:pathLst>
              <a:path w="45849" h="39193">
                <a:moveTo>
                  <a:pt x="28604" y="37212"/>
                </a:moveTo>
                <a:lnTo>
                  <a:pt x="2724" y="39193"/>
                </a:lnTo>
                <a:lnTo>
                  <a:pt x="2214" y="32144"/>
                </a:lnTo>
                <a:lnTo>
                  <a:pt x="27876" y="30148"/>
                </a:lnTo>
                <a:cubicBezTo>
                  <a:pt x="31911" y="29872"/>
                  <a:pt x="34867" y="28837"/>
                  <a:pt x="36746" y="27075"/>
                </a:cubicBezTo>
                <a:cubicBezTo>
                  <a:pt x="38683" y="25371"/>
                  <a:pt x="39484" y="22924"/>
                  <a:pt x="39251" y="19735"/>
                </a:cubicBezTo>
                <a:cubicBezTo>
                  <a:pt x="38960" y="15933"/>
                  <a:pt x="37547" y="13021"/>
                  <a:pt x="34925" y="11040"/>
                </a:cubicBezTo>
                <a:cubicBezTo>
                  <a:pt x="32304" y="8986"/>
                  <a:pt x="28954" y="8127"/>
                  <a:pt x="24745" y="8476"/>
                </a:cubicBezTo>
                <a:lnTo>
                  <a:pt x="510" y="10355"/>
                </a:lnTo>
                <a:lnTo>
                  <a:pt x="0" y="3248"/>
                </a:lnTo>
                <a:lnTo>
                  <a:pt x="42834" y="0"/>
                </a:lnTo>
                <a:lnTo>
                  <a:pt x="43402" y="7049"/>
                </a:lnTo>
                <a:lnTo>
                  <a:pt x="36746" y="7559"/>
                </a:lnTo>
                <a:cubicBezTo>
                  <a:pt x="39484" y="9044"/>
                  <a:pt x="41523" y="10923"/>
                  <a:pt x="43009" y="13079"/>
                </a:cubicBezTo>
                <a:cubicBezTo>
                  <a:pt x="44421" y="15249"/>
                  <a:pt x="45281" y="17856"/>
                  <a:pt x="45514" y="20827"/>
                </a:cubicBezTo>
                <a:cubicBezTo>
                  <a:pt x="45849" y="25764"/>
                  <a:pt x="44654" y="29639"/>
                  <a:pt x="41756" y="32377"/>
                </a:cubicBezTo>
                <a:cubicBezTo>
                  <a:pt x="38901" y="35158"/>
                  <a:pt x="34532" y="36746"/>
                  <a:pt x="28604" y="37212"/>
                </a:cubicBezTo>
                <a:close/>
                <a:moveTo>
                  <a:pt x="28604" y="372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D24A6-5AD3-4D53-B565-B4FC1076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885" y="1573781"/>
            <a:ext cx="45907" cy="40387"/>
          </a:xfrm>
          <a:custGeom xmlns:a="http://schemas.openxmlformats.org/drawingml/2006/main">
            <a:pathLst>
              <a:path w="45907" h="40387">
                <a:moveTo>
                  <a:pt x="26158" y="40110"/>
                </a:moveTo>
                <a:lnTo>
                  <a:pt x="22750" y="40387"/>
                </a:lnTo>
                <a:lnTo>
                  <a:pt x="20245" y="7967"/>
                </a:lnTo>
                <a:cubicBezTo>
                  <a:pt x="15409" y="8651"/>
                  <a:pt x="11826" y="10414"/>
                  <a:pt x="9496" y="13195"/>
                </a:cubicBezTo>
                <a:cubicBezTo>
                  <a:pt x="7166" y="16035"/>
                  <a:pt x="6190" y="19735"/>
                  <a:pt x="6539" y="24454"/>
                </a:cubicBezTo>
                <a:cubicBezTo>
                  <a:pt x="6714" y="27133"/>
                  <a:pt x="7282" y="29755"/>
                  <a:pt x="8127" y="32260"/>
                </a:cubicBezTo>
                <a:cubicBezTo>
                  <a:pt x="8986" y="34707"/>
                  <a:pt x="10181" y="37154"/>
                  <a:pt x="11710" y="39586"/>
                </a:cubicBezTo>
                <a:lnTo>
                  <a:pt x="4996" y="40110"/>
                </a:lnTo>
                <a:cubicBezTo>
                  <a:pt x="3743" y="37664"/>
                  <a:pt x="2724" y="35100"/>
                  <a:pt x="1981" y="32479"/>
                </a:cubicBezTo>
                <a:cubicBezTo>
                  <a:pt x="1194" y="29872"/>
                  <a:pt x="728" y="27192"/>
                  <a:pt x="510" y="24454"/>
                </a:cubicBezTo>
                <a:cubicBezTo>
                  <a:pt x="0" y="17637"/>
                  <a:pt x="1588" y="12059"/>
                  <a:pt x="5229" y="7792"/>
                </a:cubicBezTo>
                <a:cubicBezTo>
                  <a:pt x="8928" y="3466"/>
                  <a:pt x="14157" y="1078"/>
                  <a:pt x="20929" y="510"/>
                </a:cubicBezTo>
                <a:cubicBezTo>
                  <a:pt x="27978" y="0"/>
                  <a:pt x="33673" y="1471"/>
                  <a:pt x="38115" y="4952"/>
                </a:cubicBezTo>
                <a:cubicBezTo>
                  <a:pt x="42499" y="8418"/>
                  <a:pt x="44946" y="13370"/>
                  <a:pt x="45455" y="19793"/>
                </a:cubicBezTo>
                <a:cubicBezTo>
                  <a:pt x="45907" y="25604"/>
                  <a:pt x="44363" y="30265"/>
                  <a:pt x="40897" y="33906"/>
                </a:cubicBezTo>
                <a:cubicBezTo>
                  <a:pt x="37489" y="37547"/>
                  <a:pt x="32537" y="39644"/>
                  <a:pt x="26158" y="40110"/>
                </a:cubicBezTo>
                <a:close/>
                <a:moveTo>
                  <a:pt x="27701" y="32930"/>
                </a:moveTo>
                <a:cubicBezTo>
                  <a:pt x="31576" y="32595"/>
                  <a:pt x="34532" y="31226"/>
                  <a:pt x="36688" y="28954"/>
                </a:cubicBezTo>
                <a:cubicBezTo>
                  <a:pt x="38800" y="26682"/>
                  <a:pt x="39761" y="23827"/>
                  <a:pt x="39484" y="20361"/>
                </a:cubicBezTo>
                <a:cubicBezTo>
                  <a:pt x="39193" y="16385"/>
                  <a:pt x="37824" y="13370"/>
                  <a:pt x="35435" y="11142"/>
                </a:cubicBezTo>
                <a:cubicBezTo>
                  <a:pt x="33047" y="8986"/>
                  <a:pt x="29799" y="7850"/>
                  <a:pt x="25706" y="7792"/>
                </a:cubicBezTo>
                <a:lnTo>
                  <a:pt x="27701" y="32930"/>
                </a:lnTo>
                <a:close/>
                <a:moveTo>
                  <a:pt x="27701" y="329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57BBE-108B-40EA-B689-C329EFD2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803" y="1627480"/>
            <a:ext cx="10355" cy="8826"/>
          </a:xfrm>
          <a:custGeom xmlns:a="http://schemas.openxmlformats.org/drawingml/2006/main">
            <a:pathLst>
              <a:path w="10355" h="8826">
                <a:moveTo>
                  <a:pt x="9729" y="0"/>
                </a:moveTo>
                <a:lnTo>
                  <a:pt x="10355" y="8083"/>
                </a:lnTo>
                <a:lnTo>
                  <a:pt x="626" y="8826"/>
                </a:lnTo>
                <a:lnTo>
                  <a:pt x="0" y="743"/>
                </a:lnTo>
                <a:lnTo>
                  <a:pt x="9729" y="0"/>
                </a:lnTo>
                <a:close/>
                <a:moveTo>
                  <a:pt x="972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31ADAC-373B-4049-B8D8-CCC2C51E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681" y="1648074"/>
            <a:ext cx="59903" cy="41246"/>
          </a:xfrm>
          <a:custGeom xmlns:a="http://schemas.openxmlformats.org/drawingml/2006/main">
            <a:pathLst>
              <a:path w="59903" h="41246">
                <a:moveTo>
                  <a:pt x="57180" y="0"/>
                </a:moveTo>
                <a:lnTo>
                  <a:pt x="59903" y="36193"/>
                </a:lnTo>
                <a:lnTo>
                  <a:pt x="53422" y="36644"/>
                </a:lnTo>
                <a:lnTo>
                  <a:pt x="51267" y="8258"/>
                </a:lnTo>
                <a:lnTo>
                  <a:pt x="34299" y="9569"/>
                </a:lnTo>
                <a:lnTo>
                  <a:pt x="36411" y="36761"/>
                </a:lnTo>
                <a:lnTo>
                  <a:pt x="29872" y="37270"/>
                </a:lnTo>
                <a:lnTo>
                  <a:pt x="27818" y="10020"/>
                </a:lnTo>
                <a:lnTo>
                  <a:pt x="7107" y="11608"/>
                </a:lnTo>
                <a:lnTo>
                  <a:pt x="9336" y="40737"/>
                </a:lnTo>
                <a:lnTo>
                  <a:pt x="2782" y="41246"/>
                </a:lnTo>
                <a:lnTo>
                  <a:pt x="0" y="4384"/>
                </a:lnTo>
                <a:lnTo>
                  <a:pt x="57180" y="0"/>
                </a:lnTo>
                <a:close/>
                <a:moveTo>
                  <a:pt x="5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38309-EAF8-4BF9-B01E-A198AACA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497" y="1697637"/>
            <a:ext cx="60471" cy="47611"/>
          </a:xfrm>
          <a:custGeom xmlns:a="http://schemas.openxmlformats.org/drawingml/2006/main">
            <a:pathLst>
              <a:path w="60471" h="47611">
                <a:moveTo>
                  <a:pt x="57122" y="0"/>
                </a:moveTo>
                <a:lnTo>
                  <a:pt x="57908" y="10399"/>
                </a:lnTo>
                <a:lnTo>
                  <a:pt x="12059" y="39426"/>
                </a:lnTo>
                <a:lnTo>
                  <a:pt x="59903" y="35785"/>
                </a:lnTo>
                <a:lnTo>
                  <a:pt x="60471" y="43285"/>
                </a:lnTo>
                <a:lnTo>
                  <a:pt x="3292" y="47611"/>
                </a:lnTo>
                <a:lnTo>
                  <a:pt x="2505" y="37197"/>
                </a:lnTo>
                <a:lnTo>
                  <a:pt x="48354" y="8243"/>
                </a:lnTo>
                <a:lnTo>
                  <a:pt x="568" y="11885"/>
                </a:lnTo>
                <a:lnTo>
                  <a:pt x="0" y="4369"/>
                </a:lnTo>
                <a:lnTo>
                  <a:pt x="57122" y="0"/>
                </a:lnTo>
                <a:close/>
                <a:moveTo>
                  <a:pt x="5712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578C4-FA19-4EF6-9E78-C22E1D07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832" y="165419"/>
            <a:ext cx="58316" cy="37940"/>
          </a:xfrm>
          <a:custGeom xmlns:a="http://schemas.openxmlformats.org/drawingml/2006/main">
            <a:pathLst>
              <a:path w="58316" h="37940">
                <a:moveTo>
                  <a:pt x="51267" y="8010"/>
                </a:moveTo>
                <a:lnTo>
                  <a:pt x="29697" y="8928"/>
                </a:lnTo>
                <a:lnTo>
                  <a:pt x="30148" y="18657"/>
                </a:lnTo>
                <a:cubicBezTo>
                  <a:pt x="30265" y="22240"/>
                  <a:pt x="31357" y="25022"/>
                  <a:pt x="33280" y="26900"/>
                </a:cubicBezTo>
                <a:cubicBezTo>
                  <a:pt x="35217" y="28779"/>
                  <a:pt x="37955" y="29639"/>
                  <a:pt x="41363" y="29522"/>
                </a:cubicBezTo>
                <a:cubicBezTo>
                  <a:pt x="44829" y="29347"/>
                  <a:pt x="47451" y="28269"/>
                  <a:pt x="49213" y="26216"/>
                </a:cubicBezTo>
                <a:cubicBezTo>
                  <a:pt x="50975" y="24177"/>
                  <a:pt x="51835" y="21322"/>
                  <a:pt x="51660" y="17739"/>
                </a:cubicBezTo>
                <a:lnTo>
                  <a:pt x="51267" y="8010"/>
                </a:lnTo>
                <a:close/>
                <a:moveTo>
                  <a:pt x="57296" y="0"/>
                </a:moveTo>
                <a:lnTo>
                  <a:pt x="58039" y="17463"/>
                </a:lnTo>
                <a:cubicBezTo>
                  <a:pt x="58316" y="23886"/>
                  <a:pt x="57063" y="28779"/>
                  <a:pt x="54281" y="32187"/>
                </a:cubicBezTo>
                <a:cubicBezTo>
                  <a:pt x="51543" y="35610"/>
                  <a:pt x="47334" y="37430"/>
                  <a:pt x="41756" y="37707"/>
                </a:cubicBezTo>
                <a:cubicBezTo>
                  <a:pt x="36076" y="37940"/>
                  <a:pt x="31750" y="36455"/>
                  <a:pt x="28736" y="33280"/>
                </a:cubicBezTo>
                <a:cubicBezTo>
                  <a:pt x="25662" y="30148"/>
                  <a:pt x="24017" y="25371"/>
                  <a:pt x="23784" y="18934"/>
                </a:cubicBezTo>
                <a:lnTo>
                  <a:pt x="23332" y="9146"/>
                </a:lnTo>
                <a:lnTo>
                  <a:pt x="350" y="10181"/>
                </a:lnTo>
                <a:lnTo>
                  <a:pt x="0" y="2389"/>
                </a:lnTo>
                <a:lnTo>
                  <a:pt x="57296" y="0"/>
                </a:lnTo>
                <a:close/>
                <a:moveTo>
                  <a:pt x="5729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7FEB4-BA83-4282-A1DC-4B01C5A5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085" y="207801"/>
            <a:ext cx="45630" cy="40154"/>
          </a:xfrm>
          <a:custGeom xmlns:a="http://schemas.openxmlformats.org/drawingml/2006/main">
            <a:pathLst>
              <a:path w="45630" h="40154">
                <a:moveTo>
                  <a:pt x="25429" y="40052"/>
                </a:moveTo>
                <a:lnTo>
                  <a:pt x="21963" y="40154"/>
                </a:lnTo>
                <a:lnTo>
                  <a:pt x="20594" y="7734"/>
                </a:lnTo>
                <a:cubicBezTo>
                  <a:pt x="15759" y="8243"/>
                  <a:pt x="12118" y="9831"/>
                  <a:pt x="9671" y="12569"/>
                </a:cubicBezTo>
                <a:cubicBezTo>
                  <a:pt x="7224" y="15293"/>
                  <a:pt x="6146" y="18992"/>
                  <a:pt x="6321" y="23667"/>
                </a:cubicBezTo>
                <a:cubicBezTo>
                  <a:pt x="6437" y="26391"/>
                  <a:pt x="6889" y="29012"/>
                  <a:pt x="7675" y="31517"/>
                </a:cubicBezTo>
                <a:cubicBezTo>
                  <a:pt x="8418" y="34081"/>
                  <a:pt x="9554" y="36513"/>
                  <a:pt x="10982" y="38960"/>
                </a:cubicBezTo>
                <a:lnTo>
                  <a:pt x="4326" y="39251"/>
                </a:lnTo>
                <a:cubicBezTo>
                  <a:pt x="3131" y="36804"/>
                  <a:pt x="2170" y="34241"/>
                  <a:pt x="1544" y="31576"/>
                </a:cubicBezTo>
                <a:cubicBezTo>
                  <a:pt x="859" y="28954"/>
                  <a:pt x="451" y="26274"/>
                  <a:pt x="350" y="23551"/>
                </a:cubicBezTo>
                <a:cubicBezTo>
                  <a:pt x="0" y="16662"/>
                  <a:pt x="1762" y="11142"/>
                  <a:pt x="5636" y="6991"/>
                </a:cubicBezTo>
                <a:cubicBezTo>
                  <a:pt x="9452" y="2782"/>
                  <a:pt x="14739" y="568"/>
                  <a:pt x="21570" y="277"/>
                </a:cubicBezTo>
                <a:cubicBezTo>
                  <a:pt x="28619" y="0"/>
                  <a:pt x="34255" y="1646"/>
                  <a:pt x="38523" y="5287"/>
                </a:cubicBezTo>
                <a:cubicBezTo>
                  <a:pt x="42848" y="8870"/>
                  <a:pt x="45120" y="13938"/>
                  <a:pt x="45397" y="20361"/>
                </a:cubicBezTo>
                <a:cubicBezTo>
                  <a:pt x="45630" y="26172"/>
                  <a:pt x="43984" y="30833"/>
                  <a:pt x="40402" y="34357"/>
                </a:cubicBezTo>
                <a:cubicBezTo>
                  <a:pt x="36804" y="37824"/>
                  <a:pt x="31809" y="39761"/>
                  <a:pt x="25429" y="40052"/>
                </a:cubicBezTo>
                <a:close/>
                <a:moveTo>
                  <a:pt x="27192" y="32872"/>
                </a:moveTo>
                <a:cubicBezTo>
                  <a:pt x="31066" y="32653"/>
                  <a:pt x="34081" y="31459"/>
                  <a:pt x="36294" y="29231"/>
                </a:cubicBezTo>
                <a:cubicBezTo>
                  <a:pt x="38523" y="27017"/>
                  <a:pt x="39542" y="24177"/>
                  <a:pt x="39426" y="20711"/>
                </a:cubicBezTo>
                <a:cubicBezTo>
                  <a:pt x="39251" y="16778"/>
                  <a:pt x="38013" y="13647"/>
                  <a:pt x="35668" y="11375"/>
                </a:cubicBezTo>
                <a:cubicBezTo>
                  <a:pt x="33338" y="9161"/>
                  <a:pt x="30148" y="7908"/>
                  <a:pt x="26114" y="7734"/>
                </a:cubicBezTo>
                <a:lnTo>
                  <a:pt x="27192" y="32872"/>
                </a:lnTo>
                <a:close/>
                <a:moveTo>
                  <a:pt x="27192" y="3287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C2DEB-BC91-4148-BBC0-A55A9CA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080" y="256097"/>
            <a:ext cx="45630" cy="40052"/>
          </a:xfrm>
          <a:custGeom xmlns:a="http://schemas.openxmlformats.org/drawingml/2006/main">
            <a:pathLst>
              <a:path w="45630" h="40052">
                <a:moveTo>
                  <a:pt x="39426" y="19342"/>
                </a:moveTo>
                <a:cubicBezTo>
                  <a:pt x="39251" y="15540"/>
                  <a:pt x="37664" y="12627"/>
                  <a:pt x="34590" y="10530"/>
                </a:cubicBezTo>
                <a:cubicBezTo>
                  <a:pt x="31576" y="8476"/>
                  <a:pt x="27483" y="7573"/>
                  <a:pt x="22298" y="7734"/>
                </a:cubicBezTo>
                <a:cubicBezTo>
                  <a:pt x="17186" y="7967"/>
                  <a:pt x="13195" y="9219"/>
                  <a:pt x="10297" y="11550"/>
                </a:cubicBezTo>
                <a:cubicBezTo>
                  <a:pt x="7457" y="13880"/>
                  <a:pt x="6088" y="16953"/>
                  <a:pt x="6263" y="20769"/>
                </a:cubicBezTo>
                <a:cubicBezTo>
                  <a:pt x="6423" y="24526"/>
                  <a:pt x="8025" y="27425"/>
                  <a:pt x="11098" y="29478"/>
                </a:cubicBezTo>
                <a:cubicBezTo>
                  <a:pt x="14171" y="31576"/>
                  <a:pt x="18264" y="32493"/>
                  <a:pt x="23376" y="32260"/>
                </a:cubicBezTo>
                <a:cubicBezTo>
                  <a:pt x="28444" y="32085"/>
                  <a:pt x="32420" y="30775"/>
                  <a:pt x="35333" y="28444"/>
                </a:cubicBezTo>
                <a:cubicBezTo>
                  <a:pt x="38232" y="26114"/>
                  <a:pt x="39601" y="23099"/>
                  <a:pt x="39426" y="19342"/>
                </a:cubicBezTo>
                <a:close/>
                <a:moveTo>
                  <a:pt x="45397" y="19065"/>
                </a:moveTo>
                <a:cubicBezTo>
                  <a:pt x="45630" y="25211"/>
                  <a:pt x="43868" y="30105"/>
                  <a:pt x="39994" y="33789"/>
                </a:cubicBezTo>
                <a:cubicBezTo>
                  <a:pt x="36178" y="37489"/>
                  <a:pt x="30716" y="39484"/>
                  <a:pt x="23667" y="39775"/>
                </a:cubicBezTo>
                <a:cubicBezTo>
                  <a:pt x="16662" y="40052"/>
                  <a:pt x="11040" y="38523"/>
                  <a:pt x="6889" y="35217"/>
                </a:cubicBezTo>
                <a:cubicBezTo>
                  <a:pt x="2724" y="31867"/>
                  <a:pt x="510" y="27133"/>
                  <a:pt x="277" y="20987"/>
                </a:cubicBezTo>
                <a:cubicBezTo>
                  <a:pt x="0" y="14856"/>
                  <a:pt x="1821" y="9904"/>
                  <a:pt x="5636" y="6263"/>
                </a:cubicBezTo>
                <a:cubicBezTo>
                  <a:pt x="9496" y="2622"/>
                  <a:pt x="14958" y="626"/>
                  <a:pt x="22021" y="350"/>
                </a:cubicBezTo>
                <a:cubicBezTo>
                  <a:pt x="29071" y="0"/>
                  <a:pt x="34649" y="1544"/>
                  <a:pt x="38800" y="4835"/>
                </a:cubicBezTo>
                <a:cubicBezTo>
                  <a:pt x="42950" y="8200"/>
                  <a:pt x="45106" y="12919"/>
                  <a:pt x="45397" y="19065"/>
                </a:cubicBezTo>
                <a:close/>
                <a:moveTo>
                  <a:pt x="45397" y="190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71C4B-F1FD-45FE-97AA-DAB9C1A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419" y="306388"/>
            <a:ext cx="61505" cy="39659"/>
          </a:xfrm>
          <a:custGeom xmlns:a="http://schemas.openxmlformats.org/drawingml/2006/main">
            <a:pathLst>
              <a:path w="61505" h="39659">
                <a:moveTo>
                  <a:pt x="23099" y="8651"/>
                </a:moveTo>
                <a:lnTo>
                  <a:pt x="350" y="9612"/>
                </a:lnTo>
                <a:lnTo>
                  <a:pt x="0" y="2505"/>
                </a:lnTo>
                <a:lnTo>
                  <a:pt x="59350" y="0"/>
                </a:lnTo>
                <a:lnTo>
                  <a:pt x="59627" y="7064"/>
                </a:lnTo>
                <a:lnTo>
                  <a:pt x="53145" y="7340"/>
                </a:lnTo>
                <a:cubicBezTo>
                  <a:pt x="55752" y="8768"/>
                  <a:pt x="57690" y="10530"/>
                  <a:pt x="59059" y="12744"/>
                </a:cubicBezTo>
                <a:cubicBezTo>
                  <a:pt x="60369" y="14972"/>
                  <a:pt x="61112" y="17637"/>
                  <a:pt x="61272" y="20769"/>
                </a:cubicBezTo>
                <a:cubicBezTo>
                  <a:pt x="61505" y="25997"/>
                  <a:pt x="59568" y="30323"/>
                  <a:pt x="55592" y="33746"/>
                </a:cubicBezTo>
                <a:cubicBezTo>
                  <a:pt x="51602" y="37212"/>
                  <a:pt x="46198" y="39091"/>
                  <a:pt x="39426" y="39368"/>
                </a:cubicBezTo>
                <a:cubicBezTo>
                  <a:pt x="32712" y="39659"/>
                  <a:pt x="27206" y="38232"/>
                  <a:pt x="22881" y="35158"/>
                </a:cubicBezTo>
                <a:cubicBezTo>
                  <a:pt x="18613" y="32085"/>
                  <a:pt x="16327" y="27935"/>
                  <a:pt x="16166" y="22706"/>
                </a:cubicBezTo>
                <a:cubicBezTo>
                  <a:pt x="15992" y="19575"/>
                  <a:pt x="16501" y="16836"/>
                  <a:pt x="17637" y="14506"/>
                </a:cubicBezTo>
                <a:cubicBezTo>
                  <a:pt x="18832" y="12176"/>
                  <a:pt x="20594" y="10239"/>
                  <a:pt x="23099" y="8651"/>
                </a:cubicBezTo>
                <a:close/>
                <a:moveTo>
                  <a:pt x="39149" y="32027"/>
                </a:moveTo>
                <a:cubicBezTo>
                  <a:pt x="44319" y="31809"/>
                  <a:pt x="48368" y="30556"/>
                  <a:pt x="51208" y="28284"/>
                </a:cubicBezTo>
                <a:cubicBezTo>
                  <a:pt x="54107" y="26056"/>
                  <a:pt x="55418" y="23041"/>
                  <a:pt x="55301" y="19283"/>
                </a:cubicBezTo>
                <a:cubicBezTo>
                  <a:pt x="55126" y="15598"/>
                  <a:pt x="53539" y="12686"/>
                  <a:pt x="50466" y="10705"/>
                </a:cubicBezTo>
                <a:cubicBezTo>
                  <a:pt x="47451" y="8651"/>
                  <a:pt x="43300" y="7792"/>
                  <a:pt x="38130" y="8025"/>
                </a:cubicBezTo>
                <a:cubicBezTo>
                  <a:pt x="32945" y="8200"/>
                  <a:pt x="28910" y="9452"/>
                  <a:pt x="26056" y="11724"/>
                </a:cubicBezTo>
                <a:cubicBezTo>
                  <a:pt x="23157" y="13996"/>
                  <a:pt x="21847" y="16953"/>
                  <a:pt x="21963" y="20711"/>
                </a:cubicBezTo>
                <a:cubicBezTo>
                  <a:pt x="22138" y="24468"/>
                  <a:pt x="23725" y="27308"/>
                  <a:pt x="26798" y="29362"/>
                </a:cubicBezTo>
                <a:cubicBezTo>
                  <a:pt x="29813" y="31357"/>
                  <a:pt x="33964" y="32260"/>
                  <a:pt x="39149" y="32027"/>
                </a:cubicBezTo>
                <a:close/>
                <a:moveTo>
                  <a:pt x="39149" y="320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5D892-0348-4C2B-909C-6C387A8E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916" y="355834"/>
            <a:ext cx="60020" cy="9554"/>
          </a:xfrm>
          <a:custGeom xmlns:a="http://schemas.openxmlformats.org/drawingml/2006/main">
            <a:pathLst>
              <a:path w="60020" h="9554">
                <a:moveTo>
                  <a:pt x="59729" y="0"/>
                </a:moveTo>
                <a:lnTo>
                  <a:pt x="60020" y="7049"/>
                </a:lnTo>
                <a:lnTo>
                  <a:pt x="277" y="9554"/>
                </a:lnTo>
                <a:lnTo>
                  <a:pt x="0" y="2505"/>
                </a:lnTo>
                <a:lnTo>
                  <a:pt x="59729" y="0"/>
                </a:lnTo>
                <a:close/>
                <a:moveTo>
                  <a:pt x="5972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2ED1B-1070-482F-822A-9130904E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251" y="375918"/>
            <a:ext cx="45630" cy="40154"/>
          </a:xfrm>
          <a:custGeom xmlns:a="http://schemas.openxmlformats.org/drawingml/2006/main">
            <a:pathLst>
              <a:path w="45630" h="40154">
                <a:moveTo>
                  <a:pt x="25429" y="40052"/>
                </a:moveTo>
                <a:lnTo>
                  <a:pt x="21963" y="40154"/>
                </a:lnTo>
                <a:lnTo>
                  <a:pt x="20594" y="7734"/>
                </a:lnTo>
                <a:cubicBezTo>
                  <a:pt x="15700" y="8243"/>
                  <a:pt x="12059" y="9831"/>
                  <a:pt x="9671" y="12569"/>
                </a:cubicBezTo>
                <a:cubicBezTo>
                  <a:pt x="7224" y="15293"/>
                  <a:pt x="6088" y="18992"/>
                  <a:pt x="6321" y="23725"/>
                </a:cubicBezTo>
                <a:cubicBezTo>
                  <a:pt x="6437" y="26391"/>
                  <a:pt x="6889" y="29012"/>
                  <a:pt x="7632" y="31517"/>
                </a:cubicBezTo>
                <a:cubicBezTo>
                  <a:pt x="8418" y="34081"/>
                  <a:pt x="9511" y="36513"/>
                  <a:pt x="10923" y="39018"/>
                </a:cubicBezTo>
                <a:lnTo>
                  <a:pt x="4267" y="39309"/>
                </a:lnTo>
                <a:cubicBezTo>
                  <a:pt x="3073" y="36804"/>
                  <a:pt x="2170" y="34241"/>
                  <a:pt x="1486" y="31576"/>
                </a:cubicBezTo>
                <a:cubicBezTo>
                  <a:pt x="801" y="28954"/>
                  <a:pt x="408" y="26274"/>
                  <a:pt x="291" y="23551"/>
                </a:cubicBezTo>
                <a:cubicBezTo>
                  <a:pt x="0" y="16662"/>
                  <a:pt x="1762" y="11142"/>
                  <a:pt x="5578" y="6991"/>
                </a:cubicBezTo>
                <a:cubicBezTo>
                  <a:pt x="9394" y="2840"/>
                  <a:pt x="14739" y="568"/>
                  <a:pt x="21512" y="277"/>
                </a:cubicBezTo>
                <a:cubicBezTo>
                  <a:pt x="28561" y="0"/>
                  <a:pt x="34255" y="1646"/>
                  <a:pt x="38523" y="5287"/>
                </a:cubicBezTo>
                <a:cubicBezTo>
                  <a:pt x="42790" y="8928"/>
                  <a:pt x="45062" y="13938"/>
                  <a:pt x="45354" y="20419"/>
                </a:cubicBezTo>
                <a:cubicBezTo>
                  <a:pt x="45630" y="26172"/>
                  <a:pt x="43926" y="30833"/>
                  <a:pt x="40343" y="34357"/>
                </a:cubicBezTo>
                <a:cubicBezTo>
                  <a:pt x="36819" y="37882"/>
                  <a:pt x="31809" y="39761"/>
                  <a:pt x="25429" y="40052"/>
                </a:cubicBezTo>
                <a:close/>
                <a:moveTo>
                  <a:pt x="27206" y="32872"/>
                </a:moveTo>
                <a:cubicBezTo>
                  <a:pt x="31066" y="32653"/>
                  <a:pt x="34081" y="31459"/>
                  <a:pt x="36294" y="29231"/>
                </a:cubicBezTo>
                <a:cubicBezTo>
                  <a:pt x="38523" y="27017"/>
                  <a:pt x="39542" y="24177"/>
                  <a:pt x="39368" y="20711"/>
                </a:cubicBezTo>
                <a:cubicBezTo>
                  <a:pt x="39207" y="16778"/>
                  <a:pt x="37955" y="13705"/>
                  <a:pt x="35683" y="11433"/>
                </a:cubicBezTo>
                <a:cubicBezTo>
                  <a:pt x="33338" y="9161"/>
                  <a:pt x="30105" y="7908"/>
                  <a:pt x="26056" y="7734"/>
                </a:cubicBezTo>
                <a:lnTo>
                  <a:pt x="27206" y="32872"/>
                </a:lnTo>
                <a:close/>
                <a:moveTo>
                  <a:pt x="27206" y="3287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E2A2D-0745-48A7-B4B3-7E9F6F43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362" y="424330"/>
            <a:ext cx="59729" cy="41873"/>
          </a:xfrm>
          <a:custGeom xmlns:a="http://schemas.openxmlformats.org/drawingml/2006/main">
            <a:pathLst>
              <a:path w="59729" h="41873">
                <a:moveTo>
                  <a:pt x="57398" y="36469"/>
                </a:moveTo>
                <a:lnTo>
                  <a:pt x="49839" y="36804"/>
                </a:lnTo>
                <a:cubicBezTo>
                  <a:pt x="51150" y="33789"/>
                  <a:pt x="52053" y="31008"/>
                  <a:pt x="52621" y="28328"/>
                </a:cubicBezTo>
                <a:cubicBezTo>
                  <a:pt x="53247" y="25721"/>
                  <a:pt x="53480" y="23157"/>
                  <a:pt x="53364" y="20769"/>
                </a:cubicBezTo>
                <a:cubicBezTo>
                  <a:pt x="53189" y="16560"/>
                  <a:pt x="52228" y="13312"/>
                  <a:pt x="50524" y="11098"/>
                </a:cubicBezTo>
                <a:cubicBezTo>
                  <a:pt x="48747" y="8870"/>
                  <a:pt x="46358" y="7792"/>
                  <a:pt x="43344" y="7967"/>
                </a:cubicBezTo>
                <a:cubicBezTo>
                  <a:pt x="40853" y="8083"/>
                  <a:pt x="38974" y="8870"/>
                  <a:pt x="37722" y="10472"/>
                </a:cubicBezTo>
                <a:cubicBezTo>
                  <a:pt x="36527" y="12059"/>
                  <a:pt x="35552" y="14958"/>
                  <a:pt x="34984" y="19283"/>
                </a:cubicBezTo>
                <a:lnTo>
                  <a:pt x="34183" y="24002"/>
                </a:lnTo>
                <a:cubicBezTo>
                  <a:pt x="33338" y="29813"/>
                  <a:pt x="31576" y="34139"/>
                  <a:pt x="28954" y="37037"/>
                </a:cubicBezTo>
                <a:cubicBezTo>
                  <a:pt x="26289" y="39877"/>
                  <a:pt x="22648" y="41421"/>
                  <a:pt x="17972" y="41640"/>
                </a:cubicBezTo>
                <a:cubicBezTo>
                  <a:pt x="12394" y="41873"/>
                  <a:pt x="8127" y="40169"/>
                  <a:pt x="5112" y="36586"/>
                </a:cubicBezTo>
                <a:cubicBezTo>
                  <a:pt x="2097" y="33003"/>
                  <a:pt x="393" y="27585"/>
                  <a:pt x="117" y="20419"/>
                </a:cubicBezTo>
                <a:cubicBezTo>
                  <a:pt x="0" y="17696"/>
                  <a:pt x="175" y="14797"/>
                  <a:pt x="685" y="11724"/>
                </a:cubicBezTo>
                <a:cubicBezTo>
                  <a:pt x="1136" y="8651"/>
                  <a:pt x="1937" y="5403"/>
                  <a:pt x="2957" y="2097"/>
                </a:cubicBezTo>
                <a:lnTo>
                  <a:pt x="10982" y="1762"/>
                </a:lnTo>
                <a:cubicBezTo>
                  <a:pt x="9321" y="4952"/>
                  <a:pt x="8127" y="8127"/>
                  <a:pt x="7399" y="11156"/>
                </a:cubicBezTo>
                <a:cubicBezTo>
                  <a:pt x="6598" y="14215"/>
                  <a:pt x="6263" y="17230"/>
                  <a:pt x="6423" y="20143"/>
                </a:cubicBezTo>
                <a:cubicBezTo>
                  <a:pt x="6598" y="24570"/>
                  <a:pt x="7617" y="27935"/>
                  <a:pt x="9438" y="30265"/>
                </a:cubicBezTo>
                <a:cubicBezTo>
                  <a:pt x="11258" y="32595"/>
                  <a:pt x="13822" y="33673"/>
                  <a:pt x="17069" y="33571"/>
                </a:cubicBezTo>
                <a:cubicBezTo>
                  <a:pt x="19851" y="33454"/>
                  <a:pt x="22021" y="32479"/>
                  <a:pt x="23551" y="30658"/>
                </a:cubicBezTo>
                <a:cubicBezTo>
                  <a:pt x="25036" y="28896"/>
                  <a:pt x="26114" y="25997"/>
                  <a:pt x="26740" y="22021"/>
                </a:cubicBezTo>
                <a:lnTo>
                  <a:pt x="27483" y="17288"/>
                </a:lnTo>
                <a:cubicBezTo>
                  <a:pt x="28386" y="11433"/>
                  <a:pt x="29974" y="7166"/>
                  <a:pt x="32318" y="4486"/>
                </a:cubicBezTo>
                <a:cubicBezTo>
                  <a:pt x="34707" y="1821"/>
                  <a:pt x="38057" y="393"/>
                  <a:pt x="42441" y="175"/>
                </a:cubicBezTo>
                <a:cubicBezTo>
                  <a:pt x="47509" y="0"/>
                  <a:pt x="51543" y="1588"/>
                  <a:pt x="54616" y="5010"/>
                </a:cubicBezTo>
                <a:cubicBezTo>
                  <a:pt x="57690" y="8476"/>
                  <a:pt x="59335" y="13312"/>
                  <a:pt x="59627" y="19575"/>
                </a:cubicBezTo>
                <a:cubicBezTo>
                  <a:pt x="59729" y="22298"/>
                  <a:pt x="59627" y="25036"/>
                  <a:pt x="59219" y="27818"/>
                </a:cubicBezTo>
                <a:cubicBezTo>
                  <a:pt x="58884" y="30658"/>
                  <a:pt x="58258" y="33513"/>
                  <a:pt x="57398" y="36469"/>
                </a:cubicBezTo>
                <a:close/>
                <a:moveTo>
                  <a:pt x="57398" y="364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620DF-1E4B-412B-9B7D-C2DF6171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299" y="475874"/>
            <a:ext cx="45164" cy="37780"/>
          </a:xfrm>
          <a:custGeom xmlns:a="http://schemas.openxmlformats.org/drawingml/2006/main">
            <a:pathLst>
              <a:path w="45164" h="37780">
                <a:moveTo>
                  <a:pt x="17637" y="1078"/>
                </a:moveTo>
                <a:lnTo>
                  <a:pt x="43693" y="0"/>
                </a:lnTo>
                <a:lnTo>
                  <a:pt x="43970" y="7049"/>
                </a:lnTo>
                <a:lnTo>
                  <a:pt x="18205" y="8141"/>
                </a:lnTo>
                <a:cubicBezTo>
                  <a:pt x="14157" y="8302"/>
                  <a:pt x="11142" y="9219"/>
                  <a:pt x="9161" y="10865"/>
                </a:cubicBezTo>
                <a:cubicBezTo>
                  <a:pt x="7224" y="12569"/>
                  <a:pt x="6248" y="14958"/>
                  <a:pt x="6423" y="18147"/>
                </a:cubicBezTo>
                <a:cubicBezTo>
                  <a:pt x="6598" y="21963"/>
                  <a:pt x="7908" y="24920"/>
                  <a:pt x="10457" y="27017"/>
                </a:cubicBezTo>
                <a:cubicBezTo>
                  <a:pt x="12962" y="29129"/>
                  <a:pt x="16327" y="30090"/>
                  <a:pt x="20536" y="29930"/>
                </a:cubicBezTo>
                <a:lnTo>
                  <a:pt x="44887" y="28896"/>
                </a:lnTo>
                <a:lnTo>
                  <a:pt x="45164" y="35959"/>
                </a:lnTo>
                <a:lnTo>
                  <a:pt x="2214" y="37780"/>
                </a:lnTo>
                <a:lnTo>
                  <a:pt x="1922" y="30716"/>
                </a:lnTo>
                <a:lnTo>
                  <a:pt x="8535" y="30440"/>
                </a:lnTo>
                <a:cubicBezTo>
                  <a:pt x="5855" y="28837"/>
                  <a:pt x="3801" y="26959"/>
                  <a:pt x="2447" y="24745"/>
                </a:cubicBezTo>
                <a:cubicBezTo>
                  <a:pt x="1078" y="22531"/>
                  <a:pt x="335" y="19910"/>
                  <a:pt x="218" y="16953"/>
                </a:cubicBezTo>
                <a:cubicBezTo>
                  <a:pt x="0" y="12001"/>
                  <a:pt x="1354" y="8185"/>
                  <a:pt x="4326" y="5462"/>
                </a:cubicBezTo>
                <a:cubicBezTo>
                  <a:pt x="7282" y="2782"/>
                  <a:pt x="11710" y="1311"/>
                  <a:pt x="17637" y="1078"/>
                </a:cubicBezTo>
                <a:close/>
                <a:moveTo>
                  <a:pt x="17637" y="10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36FD0-0DE6-4CC7-A184-66793F2C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323" y="523892"/>
            <a:ext cx="60588" cy="39703"/>
          </a:xfrm>
          <a:custGeom xmlns:a="http://schemas.openxmlformats.org/drawingml/2006/main">
            <a:pathLst>
              <a:path w="60588" h="39703">
                <a:moveTo>
                  <a:pt x="39033" y="31634"/>
                </a:moveTo>
                <a:cubicBezTo>
                  <a:pt x="44086" y="31459"/>
                  <a:pt x="48019" y="30207"/>
                  <a:pt x="50742" y="27993"/>
                </a:cubicBezTo>
                <a:cubicBezTo>
                  <a:pt x="53480" y="25764"/>
                  <a:pt x="54791" y="22750"/>
                  <a:pt x="54616" y="18948"/>
                </a:cubicBezTo>
                <a:cubicBezTo>
                  <a:pt x="54442" y="15132"/>
                  <a:pt x="52912" y="12234"/>
                  <a:pt x="50014" y="10239"/>
                </a:cubicBezTo>
                <a:cubicBezTo>
                  <a:pt x="47101" y="8243"/>
                  <a:pt x="43125" y="7399"/>
                  <a:pt x="37998" y="7617"/>
                </a:cubicBezTo>
                <a:cubicBezTo>
                  <a:pt x="32886" y="7792"/>
                  <a:pt x="28954" y="9044"/>
                  <a:pt x="26289" y="11258"/>
                </a:cubicBezTo>
                <a:cubicBezTo>
                  <a:pt x="23551" y="13487"/>
                  <a:pt x="22240" y="16501"/>
                  <a:pt x="22415" y="20303"/>
                </a:cubicBezTo>
                <a:cubicBezTo>
                  <a:pt x="22589" y="24119"/>
                  <a:pt x="24119" y="27017"/>
                  <a:pt x="27017" y="29012"/>
                </a:cubicBezTo>
                <a:cubicBezTo>
                  <a:pt x="29930" y="31008"/>
                  <a:pt x="33906" y="31852"/>
                  <a:pt x="39033" y="31634"/>
                </a:cubicBezTo>
                <a:close/>
                <a:moveTo>
                  <a:pt x="22648" y="39426"/>
                </a:moveTo>
                <a:cubicBezTo>
                  <a:pt x="15365" y="39703"/>
                  <a:pt x="9846" y="38348"/>
                  <a:pt x="6146" y="35217"/>
                </a:cubicBezTo>
                <a:cubicBezTo>
                  <a:pt x="2389" y="32144"/>
                  <a:pt x="393" y="27250"/>
                  <a:pt x="117" y="20536"/>
                </a:cubicBezTo>
                <a:cubicBezTo>
                  <a:pt x="0" y="18089"/>
                  <a:pt x="117" y="15700"/>
                  <a:pt x="393" y="13487"/>
                </a:cubicBezTo>
                <a:cubicBezTo>
                  <a:pt x="685" y="11258"/>
                  <a:pt x="1136" y="9103"/>
                  <a:pt x="1821" y="6991"/>
                </a:cubicBezTo>
                <a:lnTo>
                  <a:pt x="8710" y="6714"/>
                </a:lnTo>
                <a:cubicBezTo>
                  <a:pt x="7617" y="8870"/>
                  <a:pt x="6889" y="10923"/>
                  <a:pt x="6481" y="12962"/>
                </a:cubicBezTo>
                <a:cubicBezTo>
                  <a:pt x="6030" y="15016"/>
                  <a:pt x="5797" y="17069"/>
                  <a:pt x="5913" y="19167"/>
                </a:cubicBezTo>
                <a:cubicBezTo>
                  <a:pt x="6088" y="23842"/>
                  <a:pt x="7457" y="27250"/>
                  <a:pt x="9962" y="29406"/>
                </a:cubicBezTo>
                <a:cubicBezTo>
                  <a:pt x="12511" y="31634"/>
                  <a:pt x="16210" y="32595"/>
                  <a:pt x="21046" y="32420"/>
                </a:cubicBezTo>
                <a:lnTo>
                  <a:pt x="24585" y="32260"/>
                </a:lnTo>
                <a:cubicBezTo>
                  <a:pt x="21963" y="30891"/>
                  <a:pt x="20026" y="29129"/>
                  <a:pt x="18657" y="26900"/>
                </a:cubicBezTo>
                <a:cubicBezTo>
                  <a:pt x="17302" y="24687"/>
                  <a:pt x="16560" y="21963"/>
                  <a:pt x="16443" y="18832"/>
                </a:cubicBezTo>
                <a:cubicBezTo>
                  <a:pt x="16210" y="13545"/>
                  <a:pt x="18031" y="9219"/>
                  <a:pt x="21905" y="5797"/>
                </a:cubicBezTo>
                <a:cubicBezTo>
                  <a:pt x="25779" y="2447"/>
                  <a:pt x="31066" y="568"/>
                  <a:pt x="37664" y="277"/>
                </a:cubicBezTo>
                <a:cubicBezTo>
                  <a:pt x="44319" y="0"/>
                  <a:pt x="49723" y="1413"/>
                  <a:pt x="53874" y="4486"/>
                </a:cubicBezTo>
                <a:cubicBezTo>
                  <a:pt x="58025" y="7501"/>
                  <a:pt x="60195" y="11666"/>
                  <a:pt x="60413" y="16953"/>
                </a:cubicBezTo>
                <a:cubicBezTo>
                  <a:pt x="60588" y="20143"/>
                  <a:pt x="60078" y="22866"/>
                  <a:pt x="58884" y="25196"/>
                </a:cubicBezTo>
                <a:cubicBezTo>
                  <a:pt x="57748" y="27527"/>
                  <a:pt x="55927" y="29464"/>
                  <a:pt x="53480" y="31066"/>
                </a:cubicBezTo>
                <a:lnTo>
                  <a:pt x="59962" y="30775"/>
                </a:lnTo>
                <a:lnTo>
                  <a:pt x="60311" y="37824"/>
                </a:lnTo>
                <a:lnTo>
                  <a:pt x="22648" y="39426"/>
                </a:lnTo>
                <a:close/>
                <a:moveTo>
                  <a:pt x="22648" y="394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7D9CD3-CCF1-49FE-8C8C-13955A09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478" y="573790"/>
            <a:ext cx="60544" cy="39703"/>
          </a:xfrm>
          <a:custGeom xmlns:a="http://schemas.openxmlformats.org/drawingml/2006/main">
            <a:pathLst>
              <a:path w="60544" h="39703">
                <a:moveTo>
                  <a:pt x="38974" y="31619"/>
                </a:moveTo>
                <a:cubicBezTo>
                  <a:pt x="44101" y="31401"/>
                  <a:pt x="48019" y="30207"/>
                  <a:pt x="50699" y="27978"/>
                </a:cubicBezTo>
                <a:cubicBezTo>
                  <a:pt x="53422" y="25706"/>
                  <a:pt x="54733" y="22691"/>
                  <a:pt x="54573" y="18875"/>
                </a:cubicBezTo>
                <a:cubicBezTo>
                  <a:pt x="54398" y="15132"/>
                  <a:pt x="52854" y="12220"/>
                  <a:pt x="49956" y="10239"/>
                </a:cubicBezTo>
                <a:cubicBezTo>
                  <a:pt x="47058" y="8243"/>
                  <a:pt x="43067" y="7384"/>
                  <a:pt x="37955" y="7559"/>
                </a:cubicBezTo>
                <a:cubicBezTo>
                  <a:pt x="32828" y="7792"/>
                  <a:pt x="28969" y="9044"/>
                  <a:pt x="26230" y="11258"/>
                </a:cubicBezTo>
                <a:cubicBezTo>
                  <a:pt x="23507" y="13472"/>
                  <a:pt x="22196" y="16487"/>
                  <a:pt x="22371" y="20245"/>
                </a:cubicBezTo>
                <a:cubicBezTo>
                  <a:pt x="22531" y="24060"/>
                  <a:pt x="24075" y="26959"/>
                  <a:pt x="26973" y="28954"/>
                </a:cubicBezTo>
                <a:cubicBezTo>
                  <a:pt x="29872" y="30949"/>
                  <a:pt x="33862" y="31852"/>
                  <a:pt x="38974" y="31619"/>
                </a:cubicBezTo>
                <a:close/>
                <a:moveTo>
                  <a:pt x="22589" y="39426"/>
                </a:moveTo>
                <a:cubicBezTo>
                  <a:pt x="15307" y="39703"/>
                  <a:pt x="9787" y="38333"/>
                  <a:pt x="6088" y="35217"/>
                </a:cubicBezTo>
                <a:cubicBezTo>
                  <a:pt x="2403" y="32144"/>
                  <a:pt x="408" y="27250"/>
                  <a:pt x="117" y="20536"/>
                </a:cubicBezTo>
                <a:cubicBezTo>
                  <a:pt x="0" y="18031"/>
                  <a:pt x="58" y="15700"/>
                  <a:pt x="350" y="13472"/>
                </a:cubicBezTo>
                <a:cubicBezTo>
                  <a:pt x="626" y="11258"/>
                  <a:pt x="1092" y="9103"/>
                  <a:pt x="1777" y="6991"/>
                </a:cubicBezTo>
                <a:lnTo>
                  <a:pt x="8651" y="6714"/>
                </a:lnTo>
                <a:cubicBezTo>
                  <a:pt x="7632" y="8811"/>
                  <a:pt x="6889" y="10923"/>
                  <a:pt x="6437" y="12962"/>
                </a:cubicBezTo>
                <a:cubicBezTo>
                  <a:pt x="5986" y="15016"/>
                  <a:pt x="5811" y="17055"/>
                  <a:pt x="5869" y="19167"/>
                </a:cubicBezTo>
                <a:cubicBezTo>
                  <a:pt x="6088" y="23769"/>
                  <a:pt x="7399" y="27192"/>
                  <a:pt x="9962" y="29406"/>
                </a:cubicBezTo>
                <a:cubicBezTo>
                  <a:pt x="12467" y="31619"/>
                  <a:pt x="16166" y="32595"/>
                  <a:pt x="21060" y="32362"/>
                </a:cubicBezTo>
                <a:lnTo>
                  <a:pt x="24526" y="32246"/>
                </a:lnTo>
                <a:cubicBezTo>
                  <a:pt x="21963" y="30891"/>
                  <a:pt x="19982" y="29129"/>
                  <a:pt x="18613" y="26900"/>
                </a:cubicBezTo>
                <a:cubicBezTo>
                  <a:pt x="17244" y="24687"/>
                  <a:pt x="16501" y="21949"/>
                  <a:pt x="16385" y="18774"/>
                </a:cubicBezTo>
                <a:cubicBezTo>
                  <a:pt x="16166" y="13530"/>
                  <a:pt x="17987" y="9205"/>
                  <a:pt x="21847" y="5797"/>
                </a:cubicBezTo>
                <a:cubicBezTo>
                  <a:pt x="25721" y="2389"/>
                  <a:pt x="31008" y="568"/>
                  <a:pt x="37620" y="277"/>
                </a:cubicBezTo>
                <a:cubicBezTo>
                  <a:pt x="44276" y="0"/>
                  <a:pt x="49679" y="1413"/>
                  <a:pt x="53830" y="4428"/>
                </a:cubicBezTo>
                <a:cubicBezTo>
                  <a:pt x="57981" y="7501"/>
                  <a:pt x="60195" y="11652"/>
                  <a:pt x="60369" y="16953"/>
                </a:cubicBezTo>
                <a:cubicBezTo>
                  <a:pt x="60544" y="20070"/>
                  <a:pt x="60034" y="22866"/>
                  <a:pt x="58884" y="25196"/>
                </a:cubicBezTo>
                <a:cubicBezTo>
                  <a:pt x="57690" y="27527"/>
                  <a:pt x="55869" y="29464"/>
                  <a:pt x="53422" y="30993"/>
                </a:cubicBezTo>
                <a:lnTo>
                  <a:pt x="59976" y="30716"/>
                </a:lnTo>
                <a:lnTo>
                  <a:pt x="60253" y="37824"/>
                </a:lnTo>
                <a:lnTo>
                  <a:pt x="22589" y="39426"/>
                </a:lnTo>
                <a:close/>
                <a:moveTo>
                  <a:pt x="22589" y="394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45FEC-01B4-4534-A6FE-69E065CF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781" y="623673"/>
            <a:ext cx="45630" cy="40227"/>
          </a:xfrm>
          <a:custGeom xmlns:a="http://schemas.openxmlformats.org/drawingml/2006/main">
            <a:pathLst>
              <a:path w="45630" h="40227">
                <a:moveTo>
                  <a:pt x="25429" y="40052"/>
                </a:moveTo>
                <a:lnTo>
                  <a:pt x="21963" y="40227"/>
                </a:lnTo>
                <a:lnTo>
                  <a:pt x="20594" y="7748"/>
                </a:lnTo>
                <a:cubicBezTo>
                  <a:pt x="15759" y="8258"/>
                  <a:pt x="12059" y="9904"/>
                  <a:pt x="9671" y="12642"/>
                </a:cubicBezTo>
                <a:cubicBezTo>
                  <a:pt x="7224" y="15307"/>
                  <a:pt x="6088" y="19065"/>
                  <a:pt x="6321" y="23725"/>
                </a:cubicBezTo>
                <a:cubicBezTo>
                  <a:pt x="6423" y="26405"/>
                  <a:pt x="6889" y="29027"/>
                  <a:pt x="7617" y="31576"/>
                </a:cubicBezTo>
                <a:cubicBezTo>
                  <a:pt x="8418" y="34081"/>
                  <a:pt x="9496" y="36586"/>
                  <a:pt x="10923" y="39033"/>
                </a:cubicBezTo>
                <a:lnTo>
                  <a:pt x="4267" y="39324"/>
                </a:lnTo>
                <a:cubicBezTo>
                  <a:pt x="3073" y="36819"/>
                  <a:pt x="2156" y="34255"/>
                  <a:pt x="1486" y="31634"/>
                </a:cubicBezTo>
                <a:cubicBezTo>
                  <a:pt x="801" y="28969"/>
                  <a:pt x="393" y="26289"/>
                  <a:pt x="277" y="23565"/>
                </a:cubicBezTo>
                <a:cubicBezTo>
                  <a:pt x="0" y="16676"/>
                  <a:pt x="1762" y="11215"/>
                  <a:pt x="5578" y="7005"/>
                </a:cubicBezTo>
                <a:cubicBezTo>
                  <a:pt x="9394" y="2855"/>
                  <a:pt x="14739" y="626"/>
                  <a:pt x="21512" y="350"/>
                </a:cubicBezTo>
                <a:cubicBezTo>
                  <a:pt x="28561" y="0"/>
                  <a:pt x="34255" y="1719"/>
                  <a:pt x="38523" y="5301"/>
                </a:cubicBezTo>
                <a:cubicBezTo>
                  <a:pt x="42776" y="8943"/>
                  <a:pt x="45062" y="13938"/>
                  <a:pt x="45339" y="20434"/>
                </a:cubicBezTo>
                <a:cubicBezTo>
                  <a:pt x="45630" y="26172"/>
                  <a:pt x="43926" y="30847"/>
                  <a:pt x="40329" y="34372"/>
                </a:cubicBezTo>
                <a:cubicBezTo>
                  <a:pt x="36804" y="37897"/>
                  <a:pt x="31809" y="39775"/>
                  <a:pt x="25429" y="40052"/>
                </a:cubicBezTo>
                <a:close/>
                <a:moveTo>
                  <a:pt x="27192" y="32886"/>
                </a:moveTo>
                <a:cubicBezTo>
                  <a:pt x="31066" y="32712"/>
                  <a:pt x="34081" y="31474"/>
                  <a:pt x="36294" y="29245"/>
                </a:cubicBezTo>
                <a:cubicBezTo>
                  <a:pt x="38523" y="27090"/>
                  <a:pt x="39542" y="24235"/>
                  <a:pt x="39368" y="20769"/>
                </a:cubicBezTo>
                <a:cubicBezTo>
                  <a:pt x="39193" y="16793"/>
                  <a:pt x="37940" y="13720"/>
                  <a:pt x="35668" y="11448"/>
                </a:cubicBezTo>
                <a:cubicBezTo>
                  <a:pt x="33338" y="9161"/>
                  <a:pt x="30090" y="7908"/>
                  <a:pt x="26056" y="7748"/>
                </a:cubicBezTo>
                <a:lnTo>
                  <a:pt x="27192" y="32886"/>
                </a:lnTo>
                <a:close/>
                <a:moveTo>
                  <a:pt x="27192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F1E10-7E46-48E1-82E2-BB3BE168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718" y="671983"/>
            <a:ext cx="45397" cy="33673"/>
          </a:xfrm>
          <a:custGeom xmlns:a="http://schemas.openxmlformats.org/drawingml/2006/main">
            <a:pathLst>
              <a:path w="45397" h="33673">
                <a:moveTo>
                  <a:pt x="43577" y="29915"/>
                </a:moveTo>
                <a:lnTo>
                  <a:pt x="36921" y="30207"/>
                </a:lnTo>
                <a:cubicBezTo>
                  <a:pt x="37824" y="28211"/>
                  <a:pt x="38508" y="26114"/>
                  <a:pt x="38916" y="23886"/>
                </a:cubicBezTo>
                <a:cubicBezTo>
                  <a:pt x="39368" y="21730"/>
                  <a:pt x="39542" y="19516"/>
                  <a:pt x="39426" y="17171"/>
                </a:cubicBezTo>
                <a:cubicBezTo>
                  <a:pt x="39251" y="13705"/>
                  <a:pt x="38625" y="11098"/>
                  <a:pt x="37489" y="9379"/>
                </a:cubicBezTo>
                <a:cubicBezTo>
                  <a:pt x="36353" y="7675"/>
                  <a:pt x="34707" y="6874"/>
                  <a:pt x="32537" y="6933"/>
                </a:cubicBezTo>
                <a:cubicBezTo>
                  <a:pt x="30891" y="7049"/>
                  <a:pt x="29639" y="7734"/>
                  <a:pt x="28721" y="8986"/>
                </a:cubicBezTo>
                <a:cubicBezTo>
                  <a:pt x="27876" y="10297"/>
                  <a:pt x="27075" y="12860"/>
                  <a:pt x="26391" y="16662"/>
                </a:cubicBezTo>
                <a:lnTo>
                  <a:pt x="25997" y="19108"/>
                </a:lnTo>
                <a:cubicBezTo>
                  <a:pt x="25138" y="24177"/>
                  <a:pt x="23784" y="27818"/>
                  <a:pt x="21905" y="29974"/>
                </a:cubicBezTo>
                <a:cubicBezTo>
                  <a:pt x="20026" y="32202"/>
                  <a:pt x="17346" y="33396"/>
                  <a:pt x="13822" y="33513"/>
                </a:cubicBezTo>
                <a:cubicBezTo>
                  <a:pt x="9846" y="33673"/>
                  <a:pt x="6598" y="32260"/>
                  <a:pt x="4151" y="29187"/>
                </a:cubicBezTo>
                <a:cubicBezTo>
                  <a:pt x="1704" y="26114"/>
                  <a:pt x="335" y="21847"/>
                  <a:pt x="117" y="16327"/>
                </a:cubicBezTo>
                <a:cubicBezTo>
                  <a:pt x="0" y="13996"/>
                  <a:pt x="117" y="11608"/>
                  <a:pt x="451" y="9103"/>
                </a:cubicBezTo>
                <a:cubicBezTo>
                  <a:pt x="786" y="6539"/>
                  <a:pt x="1369" y="3918"/>
                  <a:pt x="2156" y="1136"/>
                </a:cubicBezTo>
                <a:lnTo>
                  <a:pt x="9438" y="786"/>
                </a:lnTo>
                <a:cubicBezTo>
                  <a:pt x="8185" y="3466"/>
                  <a:pt x="7282" y="6088"/>
                  <a:pt x="6714" y="8651"/>
                </a:cubicBezTo>
                <a:cubicBezTo>
                  <a:pt x="6146" y="11200"/>
                  <a:pt x="5913" y="13705"/>
                  <a:pt x="6030" y="16210"/>
                </a:cubicBezTo>
                <a:cubicBezTo>
                  <a:pt x="6146" y="19516"/>
                  <a:pt x="6831" y="22065"/>
                  <a:pt x="8069" y="23784"/>
                </a:cubicBezTo>
                <a:cubicBezTo>
                  <a:pt x="9263" y="25546"/>
                  <a:pt x="10923" y="26391"/>
                  <a:pt x="12962" y="26274"/>
                </a:cubicBezTo>
                <a:cubicBezTo>
                  <a:pt x="14899" y="26230"/>
                  <a:pt x="16327" y="25488"/>
                  <a:pt x="17288" y="24177"/>
                </a:cubicBezTo>
                <a:cubicBezTo>
                  <a:pt x="18264" y="22808"/>
                  <a:pt x="19167" y="19968"/>
                  <a:pt x="19910" y="15526"/>
                </a:cubicBezTo>
                <a:lnTo>
                  <a:pt x="20361" y="13021"/>
                </a:lnTo>
                <a:cubicBezTo>
                  <a:pt x="21104" y="8651"/>
                  <a:pt x="22415" y="5403"/>
                  <a:pt x="24235" y="3408"/>
                </a:cubicBezTo>
                <a:cubicBezTo>
                  <a:pt x="26056" y="1369"/>
                  <a:pt x="28619" y="277"/>
                  <a:pt x="31911" y="175"/>
                </a:cubicBezTo>
                <a:cubicBezTo>
                  <a:pt x="35959" y="0"/>
                  <a:pt x="39135" y="1311"/>
                  <a:pt x="41465" y="4034"/>
                </a:cubicBezTo>
                <a:cubicBezTo>
                  <a:pt x="43810" y="6831"/>
                  <a:pt x="45062" y="10865"/>
                  <a:pt x="45281" y="16094"/>
                </a:cubicBezTo>
                <a:cubicBezTo>
                  <a:pt x="45397" y="18715"/>
                  <a:pt x="45339" y="21162"/>
                  <a:pt x="45062" y="23492"/>
                </a:cubicBezTo>
                <a:cubicBezTo>
                  <a:pt x="44771" y="25823"/>
                  <a:pt x="44261" y="27993"/>
                  <a:pt x="43577" y="29915"/>
                </a:cubicBezTo>
                <a:close/>
                <a:moveTo>
                  <a:pt x="43577" y="299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38B5A-EA9B-4CA2-A846-353D8508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558" y="710098"/>
            <a:ext cx="55068" cy="28677"/>
          </a:xfrm>
          <a:custGeom xmlns:a="http://schemas.openxmlformats.org/drawingml/2006/main">
            <a:pathLst>
              <a:path w="55068" h="28677">
                <a:moveTo>
                  <a:pt x="55068" y="11783"/>
                </a:moveTo>
                <a:lnTo>
                  <a:pt x="42892" y="12292"/>
                </a:lnTo>
                <a:lnTo>
                  <a:pt x="43460" y="26857"/>
                </a:lnTo>
                <a:lnTo>
                  <a:pt x="37998" y="27075"/>
                </a:lnTo>
                <a:lnTo>
                  <a:pt x="37387" y="12511"/>
                </a:lnTo>
                <a:lnTo>
                  <a:pt x="14055" y="13545"/>
                </a:lnTo>
                <a:cubicBezTo>
                  <a:pt x="10588" y="13647"/>
                  <a:pt x="8302" y="14229"/>
                  <a:pt x="7399" y="15249"/>
                </a:cubicBezTo>
                <a:cubicBezTo>
                  <a:pt x="6423" y="16268"/>
                  <a:pt x="5971" y="18205"/>
                  <a:pt x="6146" y="21162"/>
                </a:cubicBezTo>
                <a:lnTo>
                  <a:pt x="6423" y="28386"/>
                </a:lnTo>
                <a:lnTo>
                  <a:pt x="510" y="28677"/>
                </a:lnTo>
                <a:lnTo>
                  <a:pt x="233" y="21453"/>
                </a:lnTo>
                <a:cubicBezTo>
                  <a:pt x="0" y="15992"/>
                  <a:pt x="859" y="12176"/>
                  <a:pt x="2782" y="10006"/>
                </a:cubicBezTo>
                <a:cubicBezTo>
                  <a:pt x="4719" y="7850"/>
                  <a:pt x="8360" y="6656"/>
                  <a:pt x="13763" y="6423"/>
                </a:cubicBezTo>
                <a:lnTo>
                  <a:pt x="37096" y="5462"/>
                </a:lnTo>
                <a:lnTo>
                  <a:pt x="36862" y="277"/>
                </a:lnTo>
                <a:lnTo>
                  <a:pt x="42324" y="0"/>
                </a:lnTo>
                <a:lnTo>
                  <a:pt x="42557" y="5229"/>
                </a:lnTo>
                <a:lnTo>
                  <a:pt x="54791" y="4661"/>
                </a:lnTo>
                <a:lnTo>
                  <a:pt x="55068" y="11783"/>
                </a:lnTo>
                <a:close/>
                <a:moveTo>
                  <a:pt x="55068" y="117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5AC69-6D30-4DA0-BF81-8641268E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907" y="743771"/>
            <a:ext cx="45557" cy="40169"/>
          </a:xfrm>
          <a:custGeom xmlns:a="http://schemas.openxmlformats.org/drawingml/2006/main">
            <a:pathLst>
              <a:path w="45557" h="40169">
                <a:moveTo>
                  <a:pt x="25371" y="40052"/>
                </a:moveTo>
                <a:lnTo>
                  <a:pt x="21949" y="40169"/>
                </a:lnTo>
                <a:lnTo>
                  <a:pt x="20536" y="7748"/>
                </a:lnTo>
                <a:cubicBezTo>
                  <a:pt x="15700" y="8258"/>
                  <a:pt x="12059" y="9846"/>
                  <a:pt x="9612" y="12584"/>
                </a:cubicBezTo>
                <a:cubicBezTo>
                  <a:pt x="7224" y="15307"/>
                  <a:pt x="6073" y="19007"/>
                  <a:pt x="6248" y="23725"/>
                </a:cubicBezTo>
                <a:cubicBezTo>
                  <a:pt x="6365" y="26405"/>
                  <a:pt x="6816" y="29027"/>
                  <a:pt x="7617" y="31576"/>
                </a:cubicBezTo>
                <a:cubicBezTo>
                  <a:pt x="8360" y="34081"/>
                  <a:pt x="9496" y="36527"/>
                  <a:pt x="10923" y="39033"/>
                </a:cubicBezTo>
                <a:lnTo>
                  <a:pt x="4267" y="39324"/>
                </a:lnTo>
                <a:cubicBezTo>
                  <a:pt x="3059" y="36819"/>
                  <a:pt x="2156" y="34255"/>
                  <a:pt x="1471" y="31576"/>
                </a:cubicBezTo>
                <a:cubicBezTo>
                  <a:pt x="786" y="28969"/>
                  <a:pt x="393" y="26289"/>
                  <a:pt x="277" y="23565"/>
                </a:cubicBezTo>
                <a:cubicBezTo>
                  <a:pt x="0" y="16676"/>
                  <a:pt x="1762" y="11156"/>
                  <a:pt x="5564" y="7005"/>
                </a:cubicBezTo>
                <a:cubicBezTo>
                  <a:pt x="9379" y="2855"/>
                  <a:pt x="14666" y="583"/>
                  <a:pt x="21497" y="291"/>
                </a:cubicBezTo>
                <a:cubicBezTo>
                  <a:pt x="28546" y="0"/>
                  <a:pt x="34183" y="1660"/>
                  <a:pt x="38508" y="5301"/>
                </a:cubicBezTo>
                <a:cubicBezTo>
                  <a:pt x="42776" y="8943"/>
                  <a:pt x="45048" y="13938"/>
                  <a:pt x="45339" y="20434"/>
                </a:cubicBezTo>
                <a:cubicBezTo>
                  <a:pt x="45557" y="26172"/>
                  <a:pt x="43912" y="30847"/>
                  <a:pt x="40329" y="34372"/>
                </a:cubicBezTo>
                <a:cubicBezTo>
                  <a:pt x="36746" y="37897"/>
                  <a:pt x="31794" y="39775"/>
                  <a:pt x="25371" y="40052"/>
                </a:cubicBezTo>
                <a:close/>
                <a:moveTo>
                  <a:pt x="27133" y="32886"/>
                </a:moveTo>
                <a:cubicBezTo>
                  <a:pt x="30993" y="32668"/>
                  <a:pt x="34008" y="31474"/>
                  <a:pt x="36236" y="29245"/>
                </a:cubicBezTo>
                <a:cubicBezTo>
                  <a:pt x="38450" y="27032"/>
                  <a:pt x="39528" y="24191"/>
                  <a:pt x="39368" y="20711"/>
                </a:cubicBezTo>
                <a:cubicBezTo>
                  <a:pt x="39193" y="16793"/>
                  <a:pt x="37940" y="13720"/>
                  <a:pt x="35610" y="11448"/>
                </a:cubicBezTo>
                <a:cubicBezTo>
                  <a:pt x="33280" y="9161"/>
                  <a:pt x="30090" y="7908"/>
                  <a:pt x="26056" y="7748"/>
                </a:cubicBezTo>
                <a:lnTo>
                  <a:pt x="27133" y="32886"/>
                </a:lnTo>
                <a:close/>
                <a:moveTo>
                  <a:pt x="27133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894B0-7BE7-465C-A860-4463B8D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514" y="794295"/>
            <a:ext cx="44946" cy="25429"/>
          </a:xfrm>
          <a:custGeom xmlns:a="http://schemas.openxmlformats.org/drawingml/2006/main">
            <a:pathLst>
              <a:path w="44946" h="25429">
                <a:moveTo>
                  <a:pt x="37445" y="25429"/>
                </a:moveTo>
                <a:cubicBezTo>
                  <a:pt x="37897" y="24643"/>
                  <a:pt x="38173" y="23784"/>
                  <a:pt x="38348" y="22822"/>
                </a:cubicBezTo>
                <a:cubicBezTo>
                  <a:pt x="38523" y="21847"/>
                  <a:pt x="38581" y="20827"/>
                  <a:pt x="38581" y="19749"/>
                </a:cubicBezTo>
                <a:cubicBezTo>
                  <a:pt x="38406" y="15700"/>
                  <a:pt x="36921" y="12686"/>
                  <a:pt x="34255" y="10705"/>
                </a:cubicBezTo>
                <a:cubicBezTo>
                  <a:pt x="31576" y="8651"/>
                  <a:pt x="27818" y="7734"/>
                  <a:pt x="22924" y="7967"/>
                </a:cubicBezTo>
                <a:lnTo>
                  <a:pt x="291" y="8943"/>
                </a:lnTo>
                <a:lnTo>
                  <a:pt x="0" y="1821"/>
                </a:lnTo>
                <a:lnTo>
                  <a:pt x="42950" y="0"/>
                </a:lnTo>
                <a:lnTo>
                  <a:pt x="43300" y="7107"/>
                </a:lnTo>
                <a:lnTo>
                  <a:pt x="36586" y="7399"/>
                </a:lnTo>
                <a:cubicBezTo>
                  <a:pt x="39266" y="8768"/>
                  <a:pt x="41305" y="10588"/>
                  <a:pt x="42674" y="12919"/>
                </a:cubicBezTo>
                <a:cubicBezTo>
                  <a:pt x="44043" y="15249"/>
                  <a:pt x="44771" y="18147"/>
                  <a:pt x="44946" y="21512"/>
                </a:cubicBezTo>
                <a:cubicBezTo>
                  <a:pt x="44946" y="22021"/>
                  <a:pt x="44946" y="22531"/>
                  <a:pt x="44887" y="23157"/>
                </a:cubicBezTo>
                <a:cubicBezTo>
                  <a:pt x="44829" y="23725"/>
                  <a:pt x="44771" y="24410"/>
                  <a:pt x="44727" y="25094"/>
                </a:cubicBezTo>
                <a:lnTo>
                  <a:pt x="37445" y="25429"/>
                </a:lnTo>
                <a:close/>
                <a:moveTo>
                  <a:pt x="37445" y="254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636B5-4A76-407F-9B5B-92A6DC2B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50" y="822113"/>
            <a:ext cx="10079" cy="8535"/>
          </a:xfrm>
          <a:custGeom xmlns:a="http://schemas.openxmlformats.org/drawingml/2006/main">
            <a:pathLst>
              <a:path w="10079" h="8535">
                <a:moveTo>
                  <a:pt x="9729" y="0"/>
                </a:moveTo>
                <a:lnTo>
                  <a:pt x="10079" y="8083"/>
                </a:lnTo>
                <a:lnTo>
                  <a:pt x="350" y="8535"/>
                </a:lnTo>
                <a:lnTo>
                  <a:pt x="0" y="408"/>
                </a:lnTo>
                <a:lnTo>
                  <a:pt x="9729" y="0"/>
                </a:lnTo>
                <a:close/>
                <a:moveTo>
                  <a:pt x="972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D96E8-79BF-44F8-99A7-8DFE9BA3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684" y="844367"/>
            <a:ext cx="58316" cy="37940"/>
          </a:xfrm>
          <a:custGeom xmlns:a="http://schemas.openxmlformats.org/drawingml/2006/main">
            <a:pathLst>
              <a:path w="58316" h="37940">
                <a:moveTo>
                  <a:pt x="51252" y="8010"/>
                </a:moveTo>
                <a:lnTo>
                  <a:pt x="29697" y="8928"/>
                </a:lnTo>
                <a:lnTo>
                  <a:pt x="30148" y="18715"/>
                </a:lnTo>
                <a:cubicBezTo>
                  <a:pt x="30265" y="22298"/>
                  <a:pt x="31343" y="25022"/>
                  <a:pt x="33280" y="26900"/>
                </a:cubicBezTo>
                <a:cubicBezTo>
                  <a:pt x="35217" y="28837"/>
                  <a:pt x="37940" y="29697"/>
                  <a:pt x="41348" y="29580"/>
                </a:cubicBezTo>
                <a:cubicBezTo>
                  <a:pt x="44829" y="29406"/>
                  <a:pt x="47436" y="28328"/>
                  <a:pt x="49213" y="26274"/>
                </a:cubicBezTo>
                <a:cubicBezTo>
                  <a:pt x="50975" y="24235"/>
                  <a:pt x="51820" y="21381"/>
                  <a:pt x="51660" y="17798"/>
                </a:cubicBezTo>
                <a:lnTo>
                  <a:pt x="51252" y="8010"/>
                </a:lnTo>
                <a:close/>
                <a:moveTo>
                  <a:pt x="57282" y="0"/>
                </a:moveTo>
                <a:lnTo>
                  <a:pt x="58025" y="17521"/>
                </a:lnTo>
                <a:cubicBezTo>
                  <a:pt x="58316" y="23944"/>
                  <a:pt x="57063" y="28837"/>
                  <a:pt x="54267" y="32260"/>
                </a:cubicBezTo>
                <a:cubicBezTo>
                  <a:pt x="51485" y="35668"/>
                  <a:pt x="47334" y="37489"/>
                  <a:pt x="41756" y="37722"/>
                </a:cubicBezTo>
                <a:cubicBezTo>
                  <a:pt x="36061" y="37940"/>
                  <a:pt x="31736" y="36527"/>
                  <a:pt x="28721" y="33338"/>
                </a:cubicBezTo>
                <a:cubicBezTo>
                  <a:pt x="25648" y="30207"/>
                  <a:pt x="24002" y="25371"/>
                  <a:pt x="23769" y="18934"/>
                </a:cubicBezTo>
                <a:lnTo>
                  <a:pt x="23318" y="9219"/>
                </a:lnTo>
                <a:lnTo>
                  <a:pt x="335" y="10181"/>
                </a:lnTo>
                <a:lnTo>
                  <a:pt x="0" y="2447"/>
                </a:lnTo>
                <a:lnTo>
                  <a:pt x="57282" y="0"/>
                </a:lnTo>
                <a:close/>
                <a:moveTo>
                  <a:pt x="5728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8029D-521F-4275-8FEB-20DA2EC3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607" y="890449"/>
            <a:ext cx="44946" cy="25429"/>
          </a:xfrm>
          <a:custGeom xmlns:a="http://schemas.openxmlformats.org/drawingml/2006/main">
            <a:pathLst>
              <a:path w="44946" h="25429">
                <a:moveTo>
                  <a:pt x="37445" y="25429"/>
                </a:moveTo>
                <a:cubicBezTo>
                  <a:pt x="37838" y="24628"/>
                  <a:pt x="38188" y="23725"/>
                  <a:pt x="38348" y="22808"/>
                </a:cubicBezTo>
                <a:cubicBezTo>
                  <a:pt x="38523" y="21847"/>
                  <a:pt x="38581" y="20813"/>
                  <a:pt x="38523" y="19676"/>
                </a:cubicBezTo>
                <a:cubicBezTo>
                  <a:pt x="38348" y="15700"/>
                  <a:pt x="36935" y="12686"/>
                  <a:pt x="34255" y="10632"/>
                </a:cubicBezTo>
                <a:cubicBezTo>
                  <a:pt x="31576" y="8651"/>
                  <a:pt x="27774" y="7734"/>
                  <a:pt x="22939" y="7908"/>
                </a:cubicBezTo>
                <a:lnTo>
                  <a:pt x="291" y="8870"/>
                </a:lnTo>
                <a:lnTo>
                  <a:pt x="0" y="1821"/>
                </a:lnTo>
                <a:lnTo>
                  <a:pt x="42965" y="0"/>
                </a:lnTo>
                <a:lnTo>
                  <a:pt x="43242" y="7049"/>
                </a:lnTo>
                <a:lnTo>
                  <a:pt x="36586" y="7340"/>
                </a:lnTo>
                <a:cubicBezTo>
                  <a:pt x="39266" y="8695"/>
                  <a:pt x="41261" y="10574"/>
                  <a:pt x="42615" y="12904"/>
                </a:cubicBezTo>
                <a:cubicBezTo>
                  <a:pt x="43984" y="15249"/>
                  <a:pt x="44786" y="18089"/>
                  <a:pt x="44902" y="21497"/>
                </a:cubicBezTo>
                <a:cubicBezTo>
                  <a:pt x="44946" y="21963"/>
                  <a:pt x="44946" y="22531"/>
                  <a:pt x="44902" y="23099"/>
                </a:cubicBezTo>
                <a:cubicBezTo>
                  <a:pt x="44844" y="23725"/>
                  <a:pt x="44786" y="24352"/>
                  <a:pt x="44669" y="25080"/>
                </a:cubicBezTo>
                <a:lnTo>
                  <a:pt x="37445" y="25429"/>
                </a:lnTo>
                <a:close/>
                <a:moveTo>
                  <a:pt x="37445" y="254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4AFBD-3C40-4874-AE21-9ECBF1F5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233" y="918777"/>
            <a:ext cx="45630" cy="40052"/>
          </a:xfrm>
          <a:custGeom xmlns:a="http://schemas.openxmlformats.org/drawingml/2006/main">
            <a:pathLst>
              <a:path w="45630" h="40052">
                <a:moveTo>
                  <a:pt x="39426" y="19283"/>
                </a:moveTo>
                <a:cubicBezTo>
                  <a:pt x="39266" y="15540"/>
                  <a:pt x="37664" y="12569"/>
                  <a:pt x="34590" y="10530"/>
                </a:cubicBezTo>
                <a:cubicBezTo>
                  <a:pt x="31517" y="8418"/>
                  <a:pt x="27425" y="7515"/>
                  <a:pt x="22313" y="7734"/>
                </a:cubicBezTo>
                <a:cubicBezTo>
                  <a:pt x="17186" y="7967"/>
                  <a:pt x="13152" y="9219"/>
                  <a:pt x="10297" y="11550"/>
                </a:cubicBezTo>
                <a:cubicBezTo>
                  <a:pt x="7457" y="13822"/>
                  <a:pt x="6088" y="16895"/>
                  <a:pt x="6263" y="20711"/>
                </a:cubicBezTo>
                <a:cubicBezTo>
                  <a:pt x="6437" y="24468"/>
                  <a:pt x="8025" y="27425"/>
                  <a:pt x="11098" y="29478"/>
                </a:cubicBezTo>
                <a:cubicBezTo>
                  <a:pt x="14171" y="31517"/>
                  <a:pt x="18205" y="32493"/>
                  <a:pt x="23332" y="32260"/>
                </a:cubicBezTo>
                <a:cubicBezTo>
                  <a:pt x="28459" y="32027"/>
                  <a:pt x="32435" y="30775"/>
                  <a:pt x="35333" y="28444"/>
                </a:cubicBezTo>
                <a:cubicBezTo>
                  <a:pt x="38188" y="26114"/>
                  <a:pt x="39542" y="23099"/>
                  <a:pt x="39426" y="19283"/>
                </a:cubicBezTo>
                <a:close/>
                <a:moveTo>
                  <a:pt x="45412" y="19065"/>
                </a:moveTo>
                <a:cubicBezTo>
                  <a:pt x="45630" y="25211"/>
                  <a:pt x="43868" y="30105"/>
                  <a:pt x="40008" y="33789"/>
                </a:cubicBezTo>
                <a:cubicBezTo>
                  <a:pt x="36193" y="37430"/>
                  <a:pt x="30731" y="39426"/>
                  <a:pt x="23667" y="39775"/>
                </a:cubicBezTo>
                <a:cubicBezTo>
                  <a:pt x="16618" y="40052"/>
                  <a:pt x="11040" y="38523"/>
                  <a:pt x="6889" y="35158"/>
                </a:cubicBezTo>
                <a:cubicBezTo>
                  <a:pt x="2738" y="31867"/>
                  <a:pt x="524" y="27075"/>
                  <a:pt x="291" y="20987"/>
                </a:cubicBezTo>
                <a:cubicBezTo>
                  <a:pt x="0" y="14797"/>
                  <a:pt x="1821" y="9904"/>
                  <a:pt x="5636" y="6204"/>
                </a:cubicBezTo>
                <a:cubicBezTo>
                  <a:pt x="9511" y="2563"/>
                  <a:pt x="14972" y="568"/>
                  <a:pt x="21963" y="291"/>
                </a:cubicBezTo>
                <a:cubicBezTo>
                  <a:pt x="29085" y="0"/>
                  <a:pt x="34649" y="1486"/>
                  <a:pt x="38800" y="4835"/>
                </a:cubicBezTo>
                <a:cubicBezTo>
                  <a:pt x="42907" y="8141"/>
                  <a:pt x="45120" y="12919"/>
                  <a:pt x="45412" y="19065"/>
                </a:cubicBezTo>
                <a:close/>
                <a:moveTo>
                  <a:pt x="45412" y="190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B1903-B1D3-4000-9916-3C0C7B4E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112" y="967699"/>
            <a:ext cx="45747" cy="37037"/>
          </a:xfrm>
          <a:custGeom xmlns:a="http://schemas.openxmlformats.org/drawingml/2006/main">
            <a:pathLst>
              <a:path w="45747" h="37037">
                <a:moveTo>
                  <a:pt x="23274" y="22021"/>
                </a:moveTo>
                <a:cubicBezTo>
                  <a:pt x="23041" y="16341"/>
                  <a:pt x="22196" y="12409"/>
                  <a:pt x="20827" y="10253"/>
                </a:cubicBezTo>
                <a:cubicBezTo>
                  <a:pt x="19400" y="8141"/>
                  <a:pt x="17128" y="7122"/>
                  <a:pt x="13996" y="7239"/>
                </a:cubicBezTo>
                <a:cubicBezTo>
                  <a:pt x="11491" y="7340"/>
                  <a:pt x="9511" y="8258"/>
                  <a:pt x="8141" y="9962"/>
                </a:cubicBezTo>
                <a:cubicBezTo>
                  <a:pt x="6714" y="11666"/>
                  <a:pt x="6088" y="13953"/>
                  <a:pt x="6204" y="16793"/>
                </a:cubicBezTo>
                <a:cubicBezTo>
                  <a:pt x="6379" y="20711"/>
                  <a:pt x="7908" y="23784"/>
                  <a:pt x="10763" y="26070"/>
                </a:cubicBezTo>
                <a:cubicBezTo>
                  <a:pt x="13661" y="28284"/>
                  <a:pt x="17419" y="29304"/>
                  <a:pt x="21963" y="29129"/>
                </a:cubicBezTo>
                <a:lnTo>
                  <a:pt x="23565" y="29085"/>
                </a:lnTo>
                <a:lnTo>
                  <a:pt x="23274" y="22021"/>
                </a:lnTo>
                <a:close/>
                <a:moveTo>
                  <a:pt x="26798" y="36018"/>
                </a:moveTo>
                <a:lnTo>
                  <a:pt x="2287" y="37037"/>
                </a:lnTo>
                <a:lnTo>
                  <a:pt x="1937" y="29988"/>
                </a:lnTo>
                <a:lnTo>
                  <a:pt x="8476" y="29711"/>
                </a:lnTo>
                <a:cubicBezTo>
                  <a:pt x="5811" y="28226"/>
                  <a:pt x="3816" y="26289"/>
                  <a:pt x="2447" y="23900"/>
                </a:cubicBezTo>
                <a:cubicBezTo>
                  <a:pt x="1092" y="21570"/>
                  <a:pt x="350" y="18672"/>
                  <a:pt x="233" y="15191"/>
                </a:cubicBezTo>
                <a:cubicBezTo>
                  <a:pt x="0" y="10763"/>
                  <a:pt x="1136" y="7239"/>
                  <a:pt x="3481" y="4500"/>
                </a:cubicBezTo>
                <a:cubicBezTo>
                  <a:pt x="5869" y="1821"/>
                  <a:pt x="9103" y="408"/>
                  <a:pt x="13268" y="233"/>
                </a:cubicBezTo>
                <a:cubicBezTo>
                  <a:pt x="18045" y="0"/>
                  <a:pt x="21788" y="1486"/>
                  <a:pt x="24352" y="4617"/>
                </a:cubicBezTo>
                <a:cubicBezTo>
                  <a:pt x="26973" y="7748"/>
                  <a:pt x="28401" y="12525"/>
                  <a:pt x="28677" y="18948"/>
                </a:cubicBezTo>
                <a:lnTo>
                  <a:pt x="29071" y="28852"/>
                </a:lnTo>
                <a:lnTo>
                  <a:pt x="29813" y="28794"/>
                </a:lnTo>
                <a:cubicBezTo>
                  <a:pt x="33061" y="28677"/>
                  <a:pt x="35508" y="27483"/>
                  <a:pt x="37212" y="25269"/>
                </a:cubicBezTo>
                <a:cubicBezTo>
                  <a:pt x="38858" y="23041"/>
                  <a:pt x="39659" y="20026"/>
                  <a:pt x="39484" y="16166"/>
                </a:cubicBezTo>
                <a:cubicBezTo>
                  <a:pt x="39368" y="13720"/>
                  <a:pt x="38974" y="11331"/>
                  <a:pt x="38290" y="9001"/>
                </a:cubicBezTo>
                <a:cubicBezTo>
                  <a:pt x="37605" y="6714"/>
                  <a:pt x="36644" y="4500"/>
                  <a:pt x="35333" y="2447"/>
                </a:cubicBezTo>
                <a:lnTo>
                  <a:pt x="41873" y="2170"/>
                </a:lnTo>
                <a:cubicBezTo>
                  <a:pt x="42965" y="4675"/>
                  <a:pt x="43810" y="7180"/>
                  <a:pt x="44436" y="9569"/>
                </a:cubicBezTo>
                <a:cubicBezTo>
                  <a:pt x="45004" y="11957"/>
                  <a:pt x="45412" y="14346"/>
                  <a:pt x="45455" y="16618"/>
                </a:cubicBezTo>
                <a:cubicBezTo>
                  <a:pt x="45747" y="22881"/>
                  <a:pt x="44319" y="27541"/>
                  <a:pt x="41246" y="30789"/>
                </a:cubicBezTo>
                <a:cubicBezTo>
                  <a:pt x="38130" y="33964"/>
                  <a:pt x="33338" y="35741"/>
                  <a:pt x="26798" y="36018"/>
                </a:cubicBezTo>
                <a:close/>
                <a:moveTo>
                  <a:pt x="26798" y="360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93F93-93C9-48C5-BB51-9B72064A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399" y="1014989"/>
            <a:ext cx="45514" cy="35158"/>
          </a:xfrm>
          <a:custGeom xmlns:a="http://schemas.openxmlformats.org/drawingml/2006/main">
            <a:pathLst>
              <a:path w="45514" h="35158">
                <a:moveTo>
                  <a:pt x="43227" y="33440"/>
                </a:moveTo>
                <a:lnTo>
                  <a:pt x="36629" y="33731"/>
                </a:lnTo>
                <a:cubicBezTo>
                  <a:pt x="37664" y="31678"/>
                  <a:pt x="38392" y="29639"/>
                  <a:pt x="38858" y="27643"/>
                </a:cubicBezTo>
                <a:cubicBezTo>
                  <a:pt x="39309" y="25590"/>
                  <a:pt x="39528" y="23551"/>
                  <a:pt x="39426" y="21497"/>
                </a:cubicBezTo>
                <a:cubicBezTo>
                  <a:pt x="39251" y="16953"/>
                  <a:pt x="37605" y="13414"/>
                  <a:pt x="34590" y="11025"/>
                </a:cubicBezTo>
                <a:cubicBezTo>
                  <a:pt x="31619" y="8637"/>
                  <a:pt x="27468" y="7501"/>
                  <a:pt x="22240" y="7734"/>
                </a:cubicBezTo>
                <a:cubicBezTo>
                  <a:pt x="17011" y="7952"/>
                  <a:pt x="12962" y="9379"/>
                  <a:pt x="10181" y="12059"/>
                </a:cubicBezTo>
                <a:cubicBezTo>
                  <a:pt x="7384" y="14725"/>
                  <a:pt x="6088" y="18366"/>
                  <a:pt x="6248" y="22924"/>
                </a:cubicBezTo>
                <a:cubicBezTo>
                  <a:pt x="6365" y="24963"/>
                  <a:pt x="6714" y="26959"/>
                  <a:pt x="7340" y="28954"/>
                </a:cubicBezTo>
                <a:cubicBezTo>
                  <a:pt x="7952" y="30949"/>
                  <a:pt x="8928" y="32930"/>
                  <a:pt x="10064" y="34867"/>
                </a:cubicBezTo>
                <a:lnTo>
                  <a:pt x="3583" y="35158"/>
                </a:lnTo>
                <a:cubicBezTo>
                  <a:pt x="2549" y="33221"/>
                  <a:pt x="1762" y="31226"/>
                  <a:pt x="1253" y="29129"/>
                </a:cubicBezTo>
                <a:cubicBezTo>
                  <a:pt x="670" y="27017"/>
                  <a:pt x="335" y="24803"/>
                  <a:pt x="218" y="22415"/>
                </a:cubicBezTo>
                <a:cubicBezTo>
                  <a:pt x="0" y="15919"/>
                  <a:pt x="1821" y="10690"/>
                  <a:pt x="5680" y="6714"/>
                </a:cubicBezTo>
                <a:cubicBezTo>
                  <a:pt x="9612" y="2724"/>
                  <a:pt x="15016" y="626"/>
                  <a:pt x="21905" y="335"/>
                </a:cubicBezTo>
                <a:cubicBezTo>
                  <a:pt x="28896" y="0"/>
                  <a:pt x="34532" y="1704"/>
                  <a:pt x="38683" y="5403"/>
                </a:cubicBezTo>
                <a:cubicBezTo>
                  <a:pt x="42892" y="9044"/>
                  <a:pt x="45106" y="14273"/>
                  <a:pt x="45397" y="20929"/>
                </a:cubicBezTo>
                <a:cubicBezTo>
                  <a:pt x="45514" y="23143"/>
                  <a:pt x="45339" y="25255"/>
                  <a:pt x="44989" y="27352"/>
                </a:cubicBezTo>
                <a:cubicBezTo>
                  <a:pt x="44654" y="29464"/>
                  <a:pt x="44028" y="31459"/>
                  <a:pt x="43227" y="33440"/>
                </a:cubicBezTo>
                <a:close/>
                <a:moveTo>
                  <a:pt x="43227" y="334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5BA6E-A04E-4347-B9FF-0AEB8ECE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80" y="1055376"/>
            <a:ext cx="55126" cy="28619"/>
          </a:xfrm>
          <a:custGeom xmlns:a="http://schemas.openxmlformats.org/drawingml/2006/main">
            <a:pathLst>
              <a:path w="55126" h="28619">
                <a:moveTo>
                  <a:pt x="55126" y="11724"/>
                </a:moveTo>
                <a:lnTo>
                  <a:pt x="42892" y="12292"/>
                </a:lnTo>
                <a:lnTo>
                  <a:pt x="43518" y="26798"/>
                </a:lnTo>
                <a:lnTo>
                  <a:pt x="38057" y="27017"/>
                </a:lnTo>
                <a:lnTo>
                  <a:pt x="37430" y="12511"/>
                </a:lnTo>
                <a:lnTo>
                  <a:pt x="14113" y="13487"/>
                </a:lnTo>
                <a:cubicBezTo>
                  <a:pt x="10588" y="13661"/>
                  <a:pt x="8360" y="14229"/>
                  <a:pt x="7399" y="15191"/>
                </a:cubicBezTo>
                <a:cubicBezTo>
                  <a:pt x="6423" y="16210"/>
                  <a:pt x="6030" y="18205"/>
                  <a:pt x="6146" y="21104"/>
                </a:cubicBezTo>
                <a:lnTo>
                  <a:pt x="6481" y="28386"/>
                </a:lnTo>
                <a:lnTo>
                  <a:pt x="568" y="28619"/>
                </a:lnTo>
                <a:lnTo>
                  <a:pt x="291" y="21395"/>
                </a:lnTo>
                <a:cubicBezTo>
                  <a:pt x="0" y="15933"/>
                  <a:pt x="859" y="12118"/>
                  <a:pt x="2840" y="9962"/>
                </a:cubicBezTo>
                <a:cubicBezTo>
                  <a:pt x="4777" y="7792"/>
                  <a:pt x="8418" y="6598"/>
                  <a:pt x="13822" y="6379"/>
                </a:cubicBezTo>
                <a:lnTo>
                  <a:pt x="37154" y="5403"/>
                </a:lnTo>
                <a:lnTo>
                  <a:pt x="36921" y="233"/>
                </a:lnTo>
                <a:lnTo>
                  <a:pt x="42382" y="0"/>
                </a:lnTo>
                <a:lnTo>
                  <a:pt x="42615" y="5170"/>
                </a:lnTo>
                <a:lnTo>
                  <a:pt x="54849" y="4661"/>
                </a:lnTo>
                <a:lnTo>
                  <a:pt x="55126" y="11724"/>
                </a:lnTo>
                <a:close/>
                <a:moveTo>
                  <a:pt x="55126" y="1172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E45B9-DCF5-4537-B088-063B71A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142" y="1090768"/>
            <a:ext cx="60020" cy="9554"/>
          </a:xfrm>
          <a:custGeom xmlns:a="http://schemas.openxmlformats.org/drawingml/2006/main">
            <a:pathLst>
              <a:path w="60020" h="9554">
                <a:moveTo>
                  <a:pt x="42965" y="685"/>
                </a:moveTo>
                <a:lnTo>
                  <a:pt x="43242" y="7734"/>
                </a:lnTo>
                <a:lnTo>
                  <a:pt x="291" y="9554"/>
                </a:lnTo>
                <a:lnTo>
                  <a:pt x="0" y="2505"/>
                </a:lnTo>
                <a:lnTo>
                  <a:pt x="42965" y="685"/>
                </a:lnTo>
                <a:close/>
                <a:moveTo>
                  <a:pt x="59685" y="0"/>
                </a:moveTo>
                <a:lnTo>
                  <a:pt x="60020" y="7049"/>
                </a:lnTo>
                <a:lnTo>
                  <a:pt x="51034" y="7442"/>
                </a:lnTo>
                <a:lnTo>
                  <a:pt x="50757" y="335"/>
                </a:lnTo>
                <a:lnTo>
                  <a:pt x="59685" y="0"/>
                </a:lnTo>
                <a:close/>
                <a:moveTo>
                  <a:pt x="5968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EB2DA-97B1-49C8-AF13-21246B2E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511" y="1108230"/>
            <a:ext cx="44086" cy="41814"/>
          </a:xfrm>
          <a:custGeom xmlns:a="http://schemas.openxmlformats.org/drawingml/2006/main">
            <a:pathLst>
              <a:path w="44086" h="41814">
                <a:moveTo>
                  <a:pt x="42324" y="0"/>
                </a:moveTo>
                <a:lnTo>
                  <a:pt x="42615" y="7515"/>
                </a:lnTo>
                <a:lnTo>
                  <a:pt x="7166" y="22473"/>
                </a:lnTo>
                <a:lnTo>
                  <a:pt x="43751" y="34357"/>
                </a:lnTo>
                <a:lnTo>
                  <a:pt x="44086" y="41814"/>
                </a:lnTo>
                <a:lnTo>
                  <a:pt x="451" y="27541"/>
                </a:lnTo>
                <a:lnTo>
                  <a:pt x="0" y="17914"/>
                </a:lnTo>
                <a:lnTo>
                  <a:pt x="42324" y="0"/>
                </a:lnTo>
                <a:close/>
                <a:moveTo>
                  <a:pt x="4232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5AC31-1D16-4DD4-BBDE-B06BE85B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428" y="1157385"/>
            <a:ext cx="45616" cy="40169"/>
          </a:xfrm>
          <a:custGeom xmlns:a="http://schemas.openxmlformats.org/drawingml/2006/main">
            <a:pathLst>
              <a:path w="45616" h="40169">
                <a:moveTo>
                  <a:pt x="25429" y="39994"/>
                </a:moveTo>
                <a:lnTo>
                  <a:pt x="21949" y="40169"/>
                </a:lnTo>
                <a:lnTo>
                  <a:pt x="20594" y="7675"/>
                </a:lnTo>
                <a:cubicBezTo>
                  <a:pt x="15759" y="8185"/>
                  <a:pt x="12118" y="9846"/>
                  <a:pt x="9671" y="12569"/>
                </a:cubicBezTo>
                <a:cubicBezTo>
                  <a:pt x="7224" y="15307"/>
                  <a:pt x="6146" y="19007"/>
                  <a:pt x="6306" y="23667"/>
                </a:cubicBezTo>
                <a:cubicBezTo>
                  <a:pt x="6423" y="26391"/>
                  <a:pt x="6874" y="29012"/>
                  <a:pt x="7675" y="31517"/>
                </a:cubicBezTo>
                <a:cubicBezTo>
                  <a:pt x="8418" y="34022"/>
                  <a:pt x="9554" y="36527"/>
                  <a:pt x="10982" y="38974"/>
                </a:cubicBezTo>
                <a:lnTo>
                  <a:pt x="4326" y="39251"/>
                </a:lnTo>
                <a:cubicBezTo>
                  <a:pt x="3117" y="36746"/>
                  <a:pt x="2156" y="34197"/>
                  <a:pt x="1529" y="31576"/>
                </a:cubicBezTo>
                <a:cubicBezTo>
                  <a:pt x="845" y="28954"/>
                  <a:pt x="451" y="26230"/>
                  <a:pt x="335" y="23492"/>
                </a:cubicBezTo>
                <a:cubicBezTo>
                  <a:pt x="0" y="16662"/>
                  <a:pt x="1762" y="11156"/>
                  <a:pt x="5622" y="6933"/>
                </a:cubicBezTo>
                <a:cubicBezTo>
                  <a:pt x="9438" y="2782"/>
                  <a:pt x="14725" y="568"/>
                  <a:pt x="21555" y="277"/>
                </a:cubicBezTo>
                <a:cubicBezTo>
                  <a:pt x="28604" y="0"/>
                  <a:pt x="34241" y="1646"/>
                  <a:pt x="38508" y="5229"/>
                </a:cubicBezTo>
                <a:cubicBezTo>
                  <a:pt x="42834" y="8870"/>
                  <a:pt x="45106" y="13938"/>
                  <a:pt x="45397" y="20361"/>
                </a:cubicBezTo>
                <a:cubicBezTo>
                  <a:pt x="45616" y="26172"/>
                  <a:pt x="43970" y="30775"/>
                  <a:pt x="40387" y="34299"/>
                </a:cubicBezTo>
                <a:cubicBezTo>
                  <a:pt x="36804" y="37838"/>
                  <a:pt x="31794" y="39703"/>
                  <a:pt x="25429" y="39994"/>
                </a:cubicBezTo>
                <a:close/>
                <a:moveTo>
                  <a:pt x="27192" y="32886"/>
                </a:moveTo>
                <a:cubicBezTo>
                  <a:pt x="31051" y="32653"/>
                  <a:pt x="34081" y="31459"/>
                  <a:pt x="36294" y="29245"/>
                </a:cubicBezTo>
                <a:cubicBezTo>
                  <a:pt x="38508" y="27017"/>
                  <a:pt x="39528" y="24177"/>
                  <a:pt x="39426" y="20711"/>
                </a:cubicBezTo>
                <a:cubicBezTo>
                  <a:pt x="39251" y="16778"/>
                  <a:pt x="37998" y="13647"/>
                  <a:pt x="35668" y="11375"/>
                </a:cubicBezTo>
                <a:cubicBezTo>
                  <a:pt x="33338" y="9103"/>
                  <a:pt x="30148" y="7908"/>
                  <a:pt x="26114" y="7675"/>
                </a:cubicBezTo>
                <a:lnTo>
                  <a:pt x="27192" y="32886"/>
                </a:lnTo>
                <a:close/>
                <a:moveTo>
                  <a:pt x="27192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E9B48-8B8C-400A-B96E-8F069D0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525" y="1205739"/>
            <a:ext cx="59743" cy="41873"/>
          </a:xfrm>
          <a:custGeom xmlns:a="http://schemas.openxmlformats.org/drawingml/2006/main">
            <a:pathLst>
              <a:path w="59743" h="41873">
                <a:moveTo>
                  <a:pt x="57471" y="36527"/>
                </a:moveTo>
                <a:lnTo>
                  <a:pt x="49898" y="36819"/>
                </a:lnTo>
                <a:cubicBezTo>
                  <a:pt x="51150" y="33848"/>
                  <a:pt x="52111" y="31008"/>
                  <a:pt x="52679" y="28386"/>
                </a:cubicBezTo>
                <a:cubicBezTo>
                  <a:pt x="53247" y="25721"/>
                  <a:pt x="53480" y="23216"/>
                  <a:pt x="53422" y="20769"/>
                </a:cubicBezTo>
                <a:cubicBezTo>
                  <a:pt x="53204" y="16560"/>
                  <a:pt x="52286" y="13312"/>
                  <a:pt x="50524" y="11098"/>
                </a:cubicBezTo>
                <a:cubicBezTo>
                  <a:pt x="48820" y="8884"/>
                  <a:pt x="46431" y="7850"/>
                  <a:pt x="43416" y="7967"/>
                </a:cubicBezTo>
                <a:cubicBezTo>
                  <a:pt x="40853" y="8083"/>
                  <a:pt x="38974" y="8943"/>
                  <a:pt x="37722" y="10530"/>
                </a:cubicBezTo>
                <a:cubicBezTo>
                  <a:pt x="36527" y="12059"/>
                  <a:pt x="35625" y="15016"/>
                  <a:pt x="34998" y="19283"/>
                </a:cubicBezTo>
                <a:lnTo>
                  <a:pt x="34255" y="24017"/>
                </a:lnTo>
                <a:cubicBezTo>
                  <a:pt x="33396" y="29813"/>
                  <a:pt x="31634" y="34197"/>
                  <a:pt x="28954" y="37037"/>
                </a:cubicBezTo>
                <a:cubicBezTo>
                  <a:pt x="26289" y="39936"/>
                  <a:pt x="22648" y="41479"/>
                  <a:pt x="17987" y="41654"/>
                </a:cubicBezTo>
                <a:cubicBezTo>
                  <a:pt x="12467" y="41873"/>
                  <a:pt x="8141" y="40227"/>
                  <a:pt x="5127" y="36586"/>
                </a:cubicBezTo>
                <a:cubicBezTo>
                  <a:pt x="2112" y="33003"/>
                  <a:pt x="451" y="27600"/>
                  <a:pt x="117" y="20434"/>
                </a:cubicBezTo>
                <a:cubicBezTo>
                  <a:pt x="0" y="17696"/>
                  <a:pt x="233" y="14797"/>
                  <a:pt x="685" y="11724"/>
                </a:cubicBezTo>
                <a:cubicBezTo>
                  <a:pt x="1194" y="8651"/>
                  <a:pt x="1937" y="5462"/>
                  <a:pt x="3015" y="2112"/>
                </a:cubicBezTo>
                <a:lnTo>
                  <a:pt x="10982" y="1762"/>
                </a:lnTo>
                <a:cubicBezTo>
                  <a:pt x="9394" y="5010"/>
                  <a:pt x="8200" y="8141"/>
                  <a:pt x="7399" y="11215"/>
                </a:cubicBezTo>
                <a:cubicBezTo>
                  <a:pt x="6656" y="14288"/>
                  <a:pt x="6321" y="17244"/>
                  <a:pt x="6437" y="20143"/>
                </a:cubicBezTo>
                <a:cubicBezTo>
                  <a:pt x="6598" y="24585"/>
                  <a:pt x="7632" y="27935"/>
                  <a:pt x="9511" y="30265"/>
                </a:cubicBezTo>
                <a:cubicBezTo>
                  <a:pt x="11331" y="32595"/>
                  <a:pt x="13880" y="33746"/>
                  <a:pt x="17069" y="33571"/>
                </a:cubicBezTo>
                <a:cubicBezTo>
                  <a:pt x="19910" y="33454"/>
                  <a:pt x="22080" y="32493"/>
                  <a:pt x="23551" y="30731"/>
                </a:cubicBezTo>
                <a:cubicBezTo>
                  <a:pt x="25094" y="28910"/>
                  <a:pt x="26172" y="26056"/>
                  <a:pt x="26798" y="22080"/>
                </a:cubicBezTo>
                <a:lnTo>
                  <a:pt x="27483" y="17302"/>
                </a:lnTo>
                <a:cubicBezTo>
                  <a:pt x="28386" y="11491"/>
                  <a:pt x="30046" y="7224"/>
                  <a:pt x="32377" y="4500"/>
                </a:cubicBezTo>
                <a:cubicBezTo>
                  <a:pt x="34707" y="1821"/>
                  <a:pt x="38057" y="408"/>
                  <a:pt x="42441" y="233"/>
                </a:cubicBezTo>
                <a:cubicBezTo>
                  <a:pt x="47509" y="0"/>
                  <a:pt x="51602" y="1602"/>
                  <a:pt x="54675" y="5068"/>
                </a:cubicBezTo>
                <a:cubicBezTo>
                  <a:pt x="57690" y="8535"/>
                  <a:pt x="59394" y="13370"/>
                  <a:pt x="59627" y="19633"/>
                </a:cubicBezTo>
                <a:cubicBezTo>
                  <a:pt x="59743" y="22298"/>
                  <a:pt x="59627" y="25094"/>
                  <a:pt x="59277" y="27876"/>
                </a:cubicBezTo>
                <a:cubicBezTo>
                  <a:pt x="58884" y="30673"/>
                  <a:pt x="58316" y="33571"/>
                  <a:pt x="57471" y="36527"/>
                </a:cubicBezTo>
                <a:close/>
                <a:moveTo>
                  <a:pt x="57471" y="365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2BD04-51CD-4A47-8807-E8A49122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205" y="1257064"/>
            <a:ext cx="60020" cy="38508"/>
          </a:xfrm>
          <a:custGeom xmlns:a="http://schemas.openxmlformats.org/drawingml/2006/main">
            <a:pathLst>
              <a:path w="60020" h="38508">
                <a:moveTo>
                  <a:pt x="27468" y="37430"/>
                </a:moveTo>
                <a:lnTo>
                  <a:pt x="1529" y="38508"/>
                </a:lnTo>
                <a:lnTo>
                  <a:pt x="1253" y="31459"/>
                </a:lnTo>
                <a:lnTo>
                  <a:pt x="26959" y="30381"/>
                </a:lnTo>
                <a:cubicBezTo>
                  <a:pt x="31008" y="30207"/>
                  <a:pt x="34022" y="29231"/>
                  <a:pt x="35959" y="27585"/>
                </a:cubicBezTo>
                <a:cubicBezTo>
                  <a:pt x="37882" y="25939"/>
                  <a:pt x="38800" y="23492"/>
                  <a:pt x="38683" y="20303"/>
                </a:cubicBezTo>
                <a:cubicBezTo>
                  <a:pt x="38508" y="16487"/>
                  <a:pt x="37197" y="13530"/>
                  <a:pt x="34649" y="11433"/>
                </a:cubicBezTo>
                <a:cubicBezTo>
                  <a:pt x="32144" y="9379"/>
                  <a:pt x="28779" y="8418"/>
                  <a:pt x="24570" y="8593"/>
                </a:cubicBezTo>
                <a:lnTo>
                  <a:pt x="277" y="9612"/>
                </a:lnTo>
                <a:lnTo>
                  <a:pt x="0" y="2505"/>
                </a:lnTo>
                <a:lnTo>
                  <a:pt x="59670" y="0"/>
                </a:lnTo>
                <a:lnTo>
                  <a:pt x="60020" y="7049"/>
                </a:lnTo>
                <a:lnTo>
                  <a:pt x="36586" y="8069"/>
                </a:lnTo>
                <a:cubicBezTo>
                  <a:pt x="39251" y="9671"/>
                  <a:pt x="41246" y="11550"/>
                  <a:pt x="42659" y="13763"/>
                </a:cubicBezTo>
                <a:cubicBezTo>
                  <a:pt x="44028" y="16035"/>
                  <a:pt x="44771" y="18657"/>
                  <a:pt x="44887" y="21614"/>
                </a:cubicBezTo>
                <a:cubicBezTo>
                  <a:pt x="45106" y="26565"/>
                  <a:pt x="43751" y="30381"/>
                  <a:pt x="40795" y="33047"/>
                </a:cubicBezTo>
                <a:cubicBezTo>
                  <a:pt x="37824" y="35668"/>
                  <a:pt x="33396" y="37139"/>
                  <a:pt x="27468" y="37430"/>
                </a:cubicBezTo>
                <a:close/>
                <a:moveTo>
                  <a:pt x="27468" y="374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EB8CF-9D53-46EA-964C-D0F42C3A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516" y="1306219"/>
            <a:ext cx="45732" cy="37037"/>
          </a:xfrm>
          <a:custGeom xmlns:a="http://schemas.openxmlformats.org/drawingml/2006/main">
            <a:pathLst>
              <a:path w="45732" h="37037">
                <a:moveTo>
                  <a:pt x="23259" y="22065"/>
                </a:moveTo>
                <a:cubicBezTo>
                  <a:pt x="22983" y="16327"/>
                  <a:pt x="22182" y="12394"/>
                  <a:pt x="20754" y="10239"/>
                </a:cubicBezTo>
                <a:cubicBezTo>
                  <a:pt x="19400" y="8127"/>
                  <a:pt x="17113" y="7107"/>
                  <a:pt x="13996" y="7224"/>
                </a:cubicBezTo>
                <a:cubicBezTo>
                  <a:pt x="11491" y="7340"/>
                  <a:pt x="9496" y="8243"/>
                  <a:pt x="8127" y="9947"/>
                </a:cubicBezTo>
                <a:cubicBezTo>
                  <a:pt x="6714" y="11710"/>
                  <a:pt x="6088" y="13996"/>
                  <a:pt x="6190" y="16778"/>
                </a:cubicBezTo>
                <a:cubicBezTo>
                  <a:pt x="6365" y="20711"/>
                  <a:pt x="7908" y="23827"/>
                  <a:pt x="10749" y="26056"/>
                </a:cubicBezTo>
                <a:cubicBezTo>
                  <a:pt x="13647" y="28328"/>
                  <a:pt x="17346" y="29347"/>
                  <a:pt x="21949" y="29129"/>
                </a:cubicBezTo>
                <a:lnTo>
                  <a:pt x="23551" y="29071"/>
                </a:lnTo>
                <a:lnTo>
                  <a:pt x="23259" y="22065"/>
                </a:lnTo>
                <a:close/>
                <a:moveTo>
                  <a:pt x="26740" y="36003"/>
                </a:moveTo>
                <a:lnTo>
                  <a:pt x="2272" y="37037"/>
                </a:lnTo>
                <a:lnTo>
                  <a:pt x="1922" y="29974"/>
                </a:lnTo>
                <a:lnTo>
                  <a:pt x="8476" y="29697"/>
                </a:lnTo>
                <a:cubicBezTo>
                  <a:pt x="5797" y="28211"/>
                  <a:pt x="3801" y="26274"/>
                  <a:pt x="2447" y="23944"/>
                </a:cubicBezTo>
                <a:cubicBezTo>
                  <a:pt x="1078" y="21555"/>
                  <a:pt x="335" y="18657"/>
                  <a:pt x="218" y="15191"/>
                </a:cubicBezTo>
                <a:cubicBezTo>
                  <a:pt x="0" y="10807"/>
                  <a:pt x="1078" y="7224"/>
                  <a:pt x="3466" y="4486"/>
                </a:cubicBezTo>
                <a:cubicBezTo>
                  <a:pt x="5797" y="1821"/>
                  <a:pt x="9103" y="393"/>
                  <a:pt x="13195" y="218"/>
                </a:cubicBezTo>
                <a:cubicBezTo>
                  <a:pt x="18031" y="0"/>
                  <a:pt x="21730" y="1471"/>
                  <a:pt x="24352" y="4602"/>
                </a:cubicBezTo>
                <a:cubicBezTo>
                  <a:pt x="26959" y="7734"/>
                  <a:pt x="28386" y="12511"/>
                  <a:pt x="28663" y="18934"/>
                </a:cubicBezTo>
                <a:lnTo>
                  <a:pt x="29071" y="28837"/>
                </a:lnTo>
                <a:lnTo>
                  <a:pt x="29755" y="28779"/>
                </a:lnTo>
                <a:cubicBezTo>
                  <a:pt x="32988" y="28663"/>
                  <a:pt x="35493" y="27468"/>
                  <a:pt x="37139" y="25255"/>
                </a:cubicBezTo>
                <a:cubicBezTo>
                  <a:pt x="38858" y="23041"/>
                  <a:pt x="39586" y="20026"/>
                  <a:pt x="39426" y="16152"/>
                </a:cubicBezTo>
                <a:cubicBezTo>
                  <a:pt x="39368" y="13705"/>
                  <a:pt x="38960" y="11317"/>
                  <a:pt x="38290" y="9044"/>
                </a:cubicBezTo>
                <a:cubicBezTo>
                  <a:pt x="37547" y="6714"/>
                  <a:pt x="36571" y="4544"/>
                  <a:pt x="35319" y="2447"/>
                </a:cubicBezTo>
                <a:lnTo>
                  <a:pt x="41873" y="2156"/>
                </a:lnTo>
                <a:cubicBezTo>
                  <a:pt x="42950" y="4661"/>
                  <a:pt x="43795" y="7166"/>
                  <a:pt x="44421" y="9554"/>
                </a:cubicBezTo>
                <a:cubicBezTo>
                  <a:pt x="44989" y="12001"/>
                  <a:pt x="45339" y="14331"/>
                  <a:pt x="45455" y="16603"/>
                </a:cubicBezTo>
                <a:cubicBezTo>
                  <a:pt x="45732" y="22866"/>
                  <a:pt x="44319" y="27585"/>
                  <a:pt x="41246" y="30775"/>
                </a:cubicBezTo>
                <a:cubicBezTo>
                  <a:pt x="38115" y="33964"/>
                  <a:pt x="33338" y="35726"/>
                  <a:pt x="26740" y="36003"/>
                </a:cubicBezTo>
                <a:close/>
                <a:moveTo>
                  <a:pt x="26740" y="360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068B7-BC88-42DC-BD69-5FCD9B1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356" y="1355709"/>
            <a:ext cx="44946" cy="25429"/>
          </a:xfrm>
          <a:custGeom xmlns:a="http://schemas.openxmlformats.org/drawingml/2006/main">
            <a:pathLst>
              <a:path w="44946" h="25429">
                <a:moveTo>
                  <a:pt x="37430" y="25429"/>
                </a:moveTo>
                <a:cubicBezTo>
                  <a:pt x="37882" y="24628"/>
                  <a:pt x="38173" y="23725"/>
                  <a:pt x="38348" y="22822"/>
                </a:cubicBezTo>
                <a:cubicBezTo>
                  <a:pt x="38508" y="21847"/>
                  <a:pt x="38625" y="20827"/>
                  <a:pt x="38567" y="19691"/>
                </a:cubicBezTo>
                <a:cubicBezTo>
                  <a:pt x="38406" y="15700"/>
                  <a:pt x="36979" y="12686"/>
                  <a:pt x="34241" y="10690"/>
                </a:cubicBezTo>
                <a:cubicBezTo>
                  <a:pt x="31576" y="8651"/>
                  <a:pt x="27818" y="7734"/>
                  <a:pt x="22924" y="7967"/>
                </a:cubicBezTo>
                <a:lnTo>
                  <a:pt x="277" y="8928"/>
                </a:lnTo>
                <a:lnTo>
                  <a:pt x="0" y="1821"/>
                </a:lnTo>
                <a:lnTo>
                  <a:pt x="42950" y="0"/>
                </a:lnTo>
                <a:lnTo>
                  <a:pt x="43300" y="7107"/>
                </a:lnTo>
                <a:lnTo>
                  <a:pt x="36586" y="7399"/>
                </a:lnTo>
                <a:cubicBezTo>
                  <a:pt x="39251" y="8768"/>
                  <a:pt x="41305" y="10588"/>
                  <a:pt x="42674" y="12919"/>
                </a:cubicBezTo>
                <a:cubicBezTo>
                  <a:pt x="44028" y="15249"/>
                  <a:pt x="44771" y="18089"/>
                  <a:pt x="44946" y="21512"/>
                </a:cubicBezTo>
                <a:cubicBezTo>
                  <a:pt x="44946" y="22021"/>
                  <a:pt x="44946" y="22531"/>
                  <a:pt x="44887" y="23157"/>
                </a:cubicBezTo>
                <a:cubicBezTo>
                  <a:pt x="44887" y="23725"/>
                  <a:pt x="44771" y="24352"/>
                  <a:pt x="44713" y="25094"/>
                </a:cubicBezTo>
                <a:lnTo>
                  <a:pt x="37430" y="25429"/>
                </a:lnTo>
                <a:close/>
                <a:moveTo>
                  <a:pt x="37430" y="254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FE23F-50CB-4CF6-B8F6-6385B0A9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099" y="1384036"/>
            <a:ext cx="45572" cy="40227"/>
          </a:xfrm>
          <a:custGeom xmlns:a="http://schemas.openxmlformats.org/drawingml/2006/main">
            <a:pathLst>
              <a:path w="45572" h="40227">
                <a:moveTo>
                  <a:pt x="25371" y="40052"/>
                </a:moveTo>
                <a:lnTo>
                  <a:pt x="21963" y="40227"/>
                </a:lnTo>
                <a:lnTo>
                  <a:pt x="20536" y="7748"/>
                </a:lnTo>
                <a:cubicBezTo>
                  <a:pt x="15700" y="8258"/>
                  <a:pt x="12059" y="9904"/>
                  <a:pt x="9612" y="12642"/>
                </a:cubicBezTo>
                <a:cubicBezTo>
                  <a:pt x="7224" y="15365"/>
                  <a:pt x="6088" y="19065"/>
                  <a:pt x="6306" y="23725"/>
                </a:cubicBezTo>
                <a:cubicBezTo>
                  <a:pt x="6423" y="26463"/>
                  <a:pt x="6816" y="29071"/>
                  <a:pt x="7617" y="31576"/>
                </a:cubicBezTo>
                <a:cubicBezTo>
                  <a:pt x="8360" y="34081"/>
                  <a:pt x="9496" y="36586"/>
                  <a:pt x="10923" y="39033"/>
                </a:cubicBezTo>
                <a:lnTo>
                  <a:pt x="4267" y="39324"/>
                </a:lnTo>
                <a:cubicBezTo>
                  <a:pt x="3073" y="36819"/>
                  <a:pt x="2156" y="34255"/>
                  <a:pt x="1471" y="31634"/>
                </a:cubicBezTo>
                <a:cubicBezTo>
                  <a:pt x="786" y="28969"/>
                  <a:pt x="393" y="26289"/>
                  <a:pt x="277" y="23565"/>
                </a:cubicBezTo>
                <a:cubicBezTo>
                  <a:pt x="0" y="16734"/>
                  <a:pt x="1762" y="11215"/>
                  <a:pt x="5578" y="7005"/>
                </a:cubicBezTo>
                <a:cubicBezTo>
                  <a:pt x="9379" y="2855"/>
                  <a:pt x="14725" y="626"/>
                  <a:pt x="21497" y="350"/>
                </a:cubicBezTo>
                <a:cubicBezTo>
                  <a:pt x="28561" y="0"/>
                  <a:pt x="34183" y="1719"/>
                  <a:pt x="38508" y="5301"/>
                </a:cubicBezTo>
                <a:cubicBezTo>
                  <a:pt x="42776" y="8943"/>
                  <a:pt x="45048" y="13996"/>
                  <a:pt x="45339" y="20434"/>
                </a:cubicBezTo>
                <a:cubicBezTo>
                  <a:pt x="45572" y="26172"/>
                  <a:pt x="43912" y="30847"/>
                  <a:pt x="40329" y="34372"/>
                </a:cubicBezTo>
                <a:cubicBezTo>
                  <a:pt x="36746" y="37897"/>
                  <a:pt x="31794" y="39775"/>
                  <a:pt x="25371" y="40052"/>
                </a:cubicBezTo>
                <a:close/>
                <a:moveTo>
                  <a:pt x="27192" y="32945"/>
                </a:moveTo>
                <a:cubicBezTo>
                  <a:pt x="31008" y="32712"/>
                  <a:pt x="34081" y="31474"/>
                  <a:pt x="36236" y="29304"/>
                </a:cubicBezTo>
                <a:cubicBezTo>
                  <a:pt x="38450" y="27090"/>
                  <a:pt x="39542" y="24235"/>
                  <a:pt x="39368" y="20769"/>
                </a:cubicBezTo>
                <a:cubicBezTo>
                  <a:pt x="39193" y="16793"/>
                  <a:pt x="37940" y="13720"/>
                  <a:pt x="35610" y="11448"/>
                </a:cubicBezTo>
                <a:cubicBezTo>
                  <a:pt x="33280" y="9161"/>
                  <a:pt x="30090" y="7908"/>
                  <a:pt x="26056" y="7748"/>
                </a:cubicBezTo>
                <a:lnTo>
                  <a:pt x="27192" y="32945"/>
                </a:lnTo>
                <a:close/>
                <a:moveTo>
                  <a:pt x="27192" y="329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A5E48-5A53-44CB-8329-A3558CB9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196" y="1432463"/>
            <a:ext cx="59743" cy="41873"/>
          </a:xfrm>
          <a:custGeom xmlns:a="http://schemas.openxmlformats.org/drawingml/2006/main">
            <a:pathLst>
              <a:path w="59743" h="41873">
                <a:moveTo>
                  <a:pt x="57413" y="36513"/>
                </a:moveTo>
                <a:lnTo>
                  <a:pt x="49839" y="36804"/>
                </a:lnTo>
                <a:cubicBezTo>
                  <a:pt x="51150" y="33848"/>
                  <a:pt x="52053" y="31008"/>
                  <a:pt x="52636" y="28386"/>
                </a:cubicBezTo>
                <a:cubicBezTo>
                  <a:pt x="53204" y="25706"/>
                  <a:pt x="53480" y="23201"/>
                  <a:pt x="53364" y="20754"/>
                </a:cubicBezTo>
                <a:cubicBezTo>
                  <a:pt x="53204" y="16545"/>
                  <a:pt x="52228" y="13312"/>
                  <a:pt x="50466" y="11084"/>
                </a:cubicBezTo>
                <a:cubicBezTo>
                  <a:pt x="48762" y="8870"/>
                  <a:pt x="46373" y="7850"/>
                  <a:pt x="43358" y="7967"/>
                </a:cubicBezTo>
                <a:cubicBezTo>
                  <a:pt x="40795" y="8069"/>
                  <a:pt x="38916" y="8928"/>
                  <a:pt x="37722" y="10515"/>
                </a:cubicBezTo>
                <a:cubicBezTo>
                  <a:pt x="36469" y="12059"/>
                  <a:pt x="35566" y="15016"/>
                  <a:pt x="34940" y="19283"/>
                </a:cubicBezTo>
                <a:lnTo>
                  <a:pt x="34197" y="24002"/>
                </a:lnTo>
                <a:cubicBezTo>
                  <a:pt x="33338" y="29813"/>
                  <a:pt x="31576" y="34183"/>
                  <a:pt x="28910" y="37037"/>
                </a:cubicBezTo>
                <a:cubicBezTo>
                  <a:pt x="26289" y="39936"/>
                  <a:pt x="22589" y="41465"/>
                  <a:pt x="17987" y="41640"/>
                </a:cubicBezTo>
                <a:cubicBezTo>
                  <a:pt x="12409" y="41873"/>
                  <a:pt x="8141" y="40212"/>
                  <a:pt x="5068" y="36571"/>
                </a:cubicBezTo>
                <a:cubicBezTo>
                  <a:pt x="2054" y="32988"/>
                  <a:pt x="408" y="27585"/>
                  <a:pt x="117" y="20419"/>
                </a:cubicBezTo>
                <a:cubicBezTo>
                  <a:pt x="0" y="17681"/>
                  <a:pt x="175" y="14783"/>
                  <a:pt x="626" y="11710"/>
                </a:cubicBezTo>
                <a:cubicBezTo>
                  <a:pt x="1136" y="8637"/>
                  <a:pt x="1937" y="5462"/>
                  <a:pt x="2957" y="2097"/>
                </a:cubicBezTo>
                <a:lnTo>
                  <a:pt x="10982" y="1762"/>
                </a:lnTo>
                <a:cubicBezTo>
                  <a:pt x="9336" y="4996"/>
                  <a:pt x="8141" y="8127"/>
                  <a:pt x="7340" y="11200"/>
                </a:cubicBezTo>
                <a:cubicBezTo>
                  <a:pt x="6598" y="14273"/>
                  <a:pt x="6263" y="17230"/>
                  <a:pt x="6379" y="20128"/>
                </a:cubicBezTo>
                <a:cubicBezTo>
                  <a:pt x="6598" y="24570"/>
                  <a:pt x="7632" y="27935"/>
                  <a:pt x="9452" y="30265"/>
                </a:cubicBezTo>
                <a:cubicBezTo>
                  <a:pt x="11273" y="32595"/>
                  <a:pt x="13822" y="33731"/>
                  <a:pt x="17011" y="33556"/>
                </a:cubicBezTo>
                <a:cubicBezTo>
                  <a:pt x="19866" y="33454"/>
                  <a:pt x="22021" y="32479"/>
                  <a:pt x="23507" y="30716"/>
                </a:cubicBezTo>
                <a:cubicBezTo>
                  <a:pt x="25036" y="28896"/>
                  <a:pt x="26114" y="26056"/>
                  <a:pt x="26740" y="22065"/>
                </a:cubicBezTo>
                <a:lnTo>
                  <a:pt x="27483" y="17288"/>
                </a:lnTo>
                <a:cubicBezTo>
                  <a:pt x="28342" y="11491"/>
                  <a:pt x="29988" y="7224"/>
                  <a:pt x="32318" y="4486"/>
                </a:cubicBezTo>
                <a:cubicBezTo>
                  <a:pt x="34649" y="1821"/>
                  <a:pt x="38013" y="393"/>
                  <a:pt x="42382" y="218"/>
                </a:cubicBezTo>
                <a:cubicBezTo>
                  <a:pt x="47509" y="0"/>
                  <a:pt x="51543" y="1588"/>
                  <a:pt x="54616" y="5054"/>
                </a:cubicBezTo>
                <a:cubicBezTo>
                  <a:pt x="57690" y="8476"/>
                  <a:pt x="59335" y="13370"/>
                  <a:pt x="59627" y="19618"/>
                </a:cubicBezTo>
                <a:cubicBezTo>
                  <a:pt x="59743" y="22298"/>
                  <a:pt x="59568" y="25022"/>
                  <a:pt x="59233" y="27876"/>
                </a:cubicBezTo>
                <a:cubicBezTo>
                  <a:pt x="58826" y="30658"/>
                  <a:pt x="58258" y="33556"/>
                  <a:pt x="57413" y="36513"/>
                </a:cubicBezTo>
                <a:close/>
                <a:moveTo>
                  <a:pt x="57413" y="365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74E5D-3342-45F2-9B4A-7C660D51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18" y="1483773"/>
            <a:ext cx="60020" cy="38523"/>
          </a:xfrm>
          <a:custGeom xmlns:a="http://schemas.openxmlformats.org/drawingml/2006/main">
            <a:pathLst>
              <a:path w="60020" h="38523">
                <a:moveTo>
                  <a:pt x="27483" y="37372"/>
                </a:moveTo>
                <a:lnTo>
                  <a:pt x="1529" y="38523"/>
                </a:lnTo>
                <a:lnTo>
                  <a:pt x="1253" y="31459"/>
                </a:lnTo>
                <a:lnTo>
                  <a:pt x="26973" y="30381"/>
                </a:lnTo>
                <a:cubicBezTo>
                  <a:pt x="31008" y="30207"/>
                  <a:pt x="34022" y="29245"/>
                  <a:pt x="35959" y="27600"/>
                </a:cubicBezTo>
                <a:cubicBezTo>
                  <a:pt x="37940" y="25881"/>
                  <a:pt x="38858" y="23492"/>
                  <a:pt x="38683" y="20317"/>
                </a:cubicBezTo>
                <a:cubicBezTo>
                  <a:pt x="38567" y="16501"/>
                  <a:pt x="37212" y="13545"/>
                  <a:pt x="34707" y="11433"/>
                </a:cubicBezTo>
                <a:cubicBezTo>
                  <a:pt x="32144" y="9336"/>
                  <a:pt x="28779" y="8418"/>
                  <a:pt x="24570" y="8593"/>
                </a:cubicBezTo>
                <a:lnTo>
                  <a:pt x="335" y="9612"/>
                </a:lnTo>
                <a:lnTo>
                  <a:pt x="0" y="2505"/>
                </a:lnTo>
                <a:lnTo>
                  <a:pt x="59743" y="0"/>
                </a:lnTo>
                <a:lnTo>
                  <a:pt x="60020" y="7049"/>
                </a:lnTo>
                <a:lnTo>
                  <a:pt x="36644" y="8083"/>
                </a:lnTo>
                <a:cubicBezTo>
                  <a:pt x="39251" y="9671"/>
                  <a:pt x="41305" y="11550"/>
                  <a:pt x="42674" y="13763"/>
                </a:cubicBezTo>
                <a:cubicBezTo>
                  <a:pt x="44028" y="16050"/>
                  <a:pt x="44771" y="18657"/>
                  <a:pt x="44887" y="21614"/>
                </a:cubicBezTo>
                <a:cubicBezTo>
                  <a:pt x="45120" y="26565"/>
                  <a:pt x="43751" y="30381"/>
                  <a:pt x="40795" y="33061"/>
                </a:cubicBezTo>
                <a:cubicBezTo>
                  <a:pt x="37897" y="35668"/>
                  <a:pt x="33396" y="37154"/>
                  <a:pt x="27483" y="37372"/>
                </a:cubicBezTo>
                <a:close/>
                <a:moveTo>
                  <a:pt x="27483" y="3737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8D247-71D8-451A-98A8-129208FF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347" y="1532069"/>
            <a:ext cx="45630" cy="40227"/>
          </a:xfrm>
          <a:custGeom xmlns:a="http://schemas.openxmlformats.org/drawingml/2006/main">
            <a:pathLst>
              <a:path w="45630" h="40227">
                <a:moveTo>
                  <a:pt x="25444" y="40052"/>
                </a:moveTo>
                <a:lnTo>
                  <a:pt x="21963" y="40227"/>
                </a:lnTo>
                <a:lnTo>
                  <a:pt x="20594" y="7748"/>
                </a:lnTo>
                <a:cubicBezTo>
                  <a:pt x="15759" y="8258"/>
                  <a:pt x="12118" y="9904"/>
                  <a:pt x="9671" y="12642"/>
                </a:cubicBezTo>
                <a:cubicBezTo>
                  <a:pt x="7239" y="15307"/>
                  <a:pt x="6146" y="19065"/>
                  <a:pt x="6321" y="23725"/>
                </a:cubicBezTo>
                <a:cubicBezTo>
                  <a:pt x="6437" y="26405"/>
                  <a:pt x="6889" y="29027"/>
                  <a:pt x="7632" y="31576"/>
                </a:cubicBezTo>
                <a:cubicBezTo>
                  <a:pt x="8433" y="34081"/>
                  <a:pt x="9511" y="36586"/>
                  <a:pt x="10982" y="39033"/>
                </a:cubicBezTo>
                <a:lnTo>
                  <a:pt x="4267" y="39324"/>
                </a:lnTo>
                <a:cubicBezTo>
                  <a:pt x="3131" y="36819"/>
                  <a:pt x="2170" y="34255"/>
                  <a:pt x="1486" y="31634"/>
                </a:cubicBezTo>
                <a:cubicBezTo>
                  <a:pt x="801" y="28969"/>
                  <a:pt x="408" y="26289"/>
                  <a:pt x="291" y="23565"/>
                </a:cubicBezTo>
                <a:cubicBezTo>
                  <a:pt x="0" y="16676"/>
                  <a:pt x="1762" y="11156"/>
                  <a:pt x="5578" y="7005"/>
                </a:cubicBezTo>
                <a:cubicBezTo>
                  <a:pt x="9452" y="2855"/>
                  <a:pt x="14739" y="626"/>
                  <a:pt x="21570" y="350"/>
                </a:cubicBezTo>
                <a:cubicBezTo>
                  <a:pt x="28561" y="0"/>
                  <a:pt x="34255" y="1660"/>
                  <a:pt x="38523" y="5301"/>
                </a:cubicBezTo>
                <a:cubicBezTo>
                  <a:pt x="42848" y="8943"/>
                  <a:pt x="45120" y="13953"/>
                  <a:pt x="45412" y="20434"/>
                </a:cubicBezTo>
                <a:cubicBezTo>
                  <a:pt x="45630" y="26172"/>
                  <a:pt x="43984" y="30847"/>
                  <a:pt x="40402" y="34372"/>
                </a:cubicBezTo>
                <a:cubicBezTo>
                  <a:pt x="36819" y="37897"/>
                  <a:pt x="31809" y="39775"/>
                  <a:pt x="25444" y="40052"/>
                </a:cubicBezTo>
                <a:close/>
                <a:moveTo>
                  <a:pt x="27206" y="32886"/>
                </a:moveTo>
                <a:cubicBezTo>
                  <a:pt x="31066" y="32726"/>
                  <a:pt x="34081" y="31474"/>
                  <a:pt x="36309" y="29245"/>
                </a:cubicBezTo>
                <a:cubicBezTo>
                  <a:pt x="38523" y="27090"/>
                  <a:pt x="39542" y="24250"/>
                  <a:pt x="39426" y="20711"/>
                </a:cubicBezTo>
                <a:cubicBezTo>
                  <a:pt x="39266" y="16793"/>
                  <a:pt x="38013" y="13720"/>
                  <a:pt x="35683" y="11448"/>
                </a:cubicBezTo>
                <a:cubicBezTo>
                  <a:pt x="33338" y="9161"/>
                  <a:pt x="30163" y="7908"/>
                  <a:pt x="26056" y="7748"/>
                </a:cubicBezTo>
                <a:lnTo>
                  <a:pt x="27206" y="32886"/>
                </a:lnTo>
                <a:close/>
                <a:moveTo>
                  <a:pt x="27206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96CF2-7381-4AE9-AA87-D794FE15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401" y="1580437"/>
            <a:ext cx="45630" cy="40169"/>
          </a:xfrm>
          <a:custGeom xmlns:a="http://schemas.openxmlformats.org/drawingml/2006/main">
            <a:pathLst>
              <a:path w="45630" h="40169">
                <a:moveTo>
                  <a:pt x="25429" y="40052"/>
                </a:moveTo>
                <a:lnTo>
                  <a:pt x="21963" y="40169"/>
                </a:lnTo>
                <a:lnTo>
                  <a:pt x="20594" y="7734"/>
                </a:lnTo>
                <a:cubicBezTo>
                  <a:pt x="15759" y="8243"/>
                  <a:pt x="12118" y="9846"/>
                  <a:pt x="9671" y="12569"/>
                </a:cubicBezTo>
                <a:cubicBezTo>
                  <a:pt x="7224" y="15307"/>
                  <a:pt x="6146" y="18992"/>
                  <a:pt x="6321" y="23725"/>
                </a:cubicBezTo>
                <a:cubicBezTo>
                  <a:pt x="6423" y="26391"/>
                  <a:pt x="6889" y="29012"/>
                  <a:pt x="7675" y="31517"/>
                </a:cubicBezTo>
                <a:cubicBezTo>
                  <a:pt x="8418" y="34081"/>
                  <a:pt x="9496" y="36527"/>
                  <a:pt x="10982" y="39018"/>
                </a:cubicBezTo>
                <a:lnTo>
                  <a:pt x="4267" y="39309"/>
                </a:lnTo>
                <a:cubicBezTo>
                  <a:pt x="3131" y="36804"/>
                  <a:pt x="2156" y="34241"/>
                  <a:pt x="1486" y="31576"/>
                </a:cubicBezTo>
                <a:cubicBezTo>
                  <a:pt x="859" y="28954"/>
                  <a:pt x="451" y="26274"/>
                  <a:pt x="335" y="23551"/>
                </a:cubicBezTo>
                <a:cubicBezTo>
                  <a:pt x="0" y="16662"/>
                  <a:pt x="1762" y="11142"/>
                  <a:pt x="5578" y="6991"/>
                </a:cubicBezTo>
                <a:cubicBezTo>
                  <a:pt x="9438" y="2840"/>
                  <a:pt x="14739" y="568"/>
                  <a:pt x="21555" y="277"/>
                </a:cubicBezTo>
                <a:cubicBezTo>
                  <a:pt x="28561" y="0"/>
                  <a:pt x="34255" y="1646"/>
                  <a:pt x="38523" y="5287"/>
                </a:cubicBezTo>
                <a:cubicBezTo>
                  <a:pt x="42834" y="8928"/>
                  <a:pt x="45120" y="13938"/>
                  <a:pt x="45397" y="20361"/>
                </a:cubicBezTo>
                <a:cubicBezTo>
                  <a:pt x="45630" y="26172"/>
                  <a:pt x="43984" y="30833"/>
                  <a:pt x="40387" y="34357"/>
                </a:cubicBezTo>
                <a:cubicBezTo>
                  <a:pt x="36804" y="37882"/>
                  <a:pt x="31809" y="39761"/>
                  <a:pt x="25429" y="40052"/>
                </a:cubicBezTo>
                <a:close/>
                <a:moveTo>
                  <a:pt x="27192" y="32886"/>
                </a:moveTo>
                <a:cubicBezTo>
                  <a:pt x="31066" y="32653"/>
                  <a:pt x="34081" y="31459"/>
                  <a:pt x="36294" y="29245"/>
                </a:cubicBezTo>
                <a:cubicBezTo>
                  <a:pt x="38523" y="27017"/>
                  <a:pt x="39542" y="24177"/>
                  <a:pt x="39426" y="20711"/>
                </a:cubicBezTo>
                <a:cubicBezTo>
                  <a:pt x="39251" y="16778"/>
                  <a:pt x="37998" y="13647"/>
                  <a:pt x="35668" y="11433"/>
                </a:cubicBezTo>
                <a:cubicBezTo>
                  <a:pt x="33338" y="9161"/>
                  <a:pt x="30148" y="7908"/>
                  <a:pt x="26114" y="7734"/>
                </a:cubicBezTo>
                <a:lnTo>
                  <a:pt x="27192" y="32886"/>
                </a:lnTo>
                <a:close/>
                <a:moveTo>
                  <a:pt x="27192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6D6A0-F19E-453D-BE4E-30CBFB7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415" y="1625951"/>
            <a:ext cx="55126" cy="28619"/>
          </a:xfrm>
          <a:custGeom xmlns:a="http://schemas.openxmlformats.org/drawingml/2006/main">
            <a:pathLst>
              <a:path w="55126" h="28619">
                <a:moveTo>
                  <a:pt x="55126" y="11710"/>
                </a:moveTo>
                <a:lnTo>
                  <a:pt x="42892" y="12234"/>
                </a:lnTo>
                <a:lnTo>
                  <a:pt x="43518" y="26798"/>
                </a:lnTo>
                <a:lnTo>
                  <a:pt x="38057" y="27017"/>
                </a:lnTo>
                <a:lnTo>
                  <a:pt x="37430" y="12453"/>
                </a:lnTo>
                <a:lnTo>
                  <a:pt x="14113" y="13487"/>
                </a:lnTo>
                <a:cubicBezTo>
                  <a:pt x="10588" y="13647"/>
                  <a:pt x="8360" y="14215"/>
                  <a:pt x="7399" y="15191"/>
                </a:cubicBezTo>
                <a:cubicBezTo>
                  <a:pt x="6423" y="16210"/>
                  <a:pt x="6030" y="18147"/>
                  <a:pt x="6146" y="21104"/>
                </a:cubicBezTo>
                <a:lnTo>
                  <a:pt x="6481" y="28386"/>
                </a:lnTo>
                <a:lnTo>
                  <a:pt x="568" y="28619"/>
                </a:lnTo>
                <a:lnTo>
                  <a:pt x="291" y="21395"/>
                </a:lnTo>
                <a:cubicBezTo>
                  <a:pt x="0" y="15933"/>
                  <a:pt x="918" y="12118"/>
                  <a:pt x="2840" y="9947"/>
                </a:cubicBezTo>
                <a:cubicBezTo>
                  <a:pt x="4777" y="7792"/>
                  <a:pt x="8418" y="6598"/>
                  <a:pt x="13822" y="6365"/>
                </a:cubicBezTo>
                <a:lnTo>
                  <a:pt x="37154" y="5403"/>
                </a:lnTo>
                <a:lnTo>
                  <a:pt x="36921" y="218"/>
                </a:lnTo>
                <a:lnTo>
                  <a:pt x="42382" y="0"/>
                </a:lnTo>
                <a:lnTo>
                  <a:pt x="42615" y="5170"/>
                </a:lnTo>
                <a:lnTo>
                  <a:pt x="54849" y="4661"/>
                </a:lnTo>
                <a:lnTo>
                  <a:pt x="55126" y="11710"/>
                </a:lnTo>
                <a:close/>
                <a:moveTo>
                  <a:pt x="55126" y="1171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FFCF4-77B6-4DBD-B575-43175A54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77" y="1661736"/>
            <a:ext cx="57631" cy="38057"/>
          </a:xfrm>
          <a:custGeom xmlns:a="http://schemas.openxmlformats.org/drawingml/2006/main">
            <a:pathLst>
              <a:path w="57631" h="38057">
                <a:moveTo>
                  <a:pt x="57296" y="0"/>
                </a:moveTo>
                <a:lnTo>
                  <a:pt x="57631" y="7734"/>
                </a:lnTo>
                <a:lnTo>
                  <a:pt x="6831" y="9889"/>
                </a:lnTo>
                <a:lnTo>
                  <a:pt x="8025" y="37780"/>
                </a:lnTo>
                <a:lnTo>
                  <a:pt x="1544" y="38057"/>
                </a:lnTo>
                <a:lnTo>
                  <a:pt x="0" y="2447"/>
                </a:lnTo>
                <a:lnTo>
                  <a:pt x="57296" y="0"/>
                </a:lnTo>
                <a:close/>
                <a:moveTo>
                  <a:pt x="5729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B2973-076D-4FE9-83A6-5CEDC1DE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256" y="1705079"/>
            <a:ext cx="59976" cy="9627"/>
          </a:xfrm>
          <a:custGeom xmlns:a="http://schemas.openxmlformats.org/drawingml/2006/main">
            <a:pathLst>
              <a:path w="59976" h="9627">
                <a:moveTo>
                  <a:pt x="42965" y="743"/>
                </a:moveTo>
                <a:lnTo>
                  <a:pt x="43242" y="7807"/>
                </a:lnTo>
                <a:lnTo>
                  <a:pt x="291" y="9627"/>
                </a:lnTo>
                <a:lnTo>
                  <a:pt x="0" y="2563"/>
                </a:lnTo>
                <a:lnTo>
                  <a:pt x="42965" y="743"/>
                </a:lnTo>
                <a:close/>
                <a:moveTo>
                  <a:pt x="59685" y="0"/>
                </a:moveTo>
                <a:lnTo>
                  <a:pt x="59976" y="7064"/>
                </a:lnTo>
                <a:lnTo>
                  <a:pt x="51034" y="7457"/>
                </a:lnTo>
                <a:lnTo>
                  <a:pt x="50757" y="408"/>
                </a:lnTo>
                <a:lnTo>
                  <a:pt x="59685" y="0"/>
                </a:lnTo>
                <a:close/>
                <a:moveTo>
                  <a:pt x="5968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821DF-E9B1-48E7-9E51-D915F53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356" y="1725163"/>
            <a:ext cx="60588" cy="39717"/>
          </a:xfrm>
          <a:custGeom xmlns:a="http://schemas.openxmlformats.org/drawingml/2006/main">
            <a:pathLst>
              <a:path w="60588" h="39717">
                <a:moveTo>
                  <a:pt x="38974" y="31634"/>
                </a:moveTo>
                <a:cubicBezTo>
                  <a:pt x="44086" y="31415"/>
                  <a:pt x="48019" y="30207"/>
                  <a:pt x="50742" y="27935"/>
                </a:cubicBezTo>
                <a:cubicBezTo>
                  <a:pt x="53480" y="25721"/>
                  <a:pt x="54733" y="22706"/>
                  <a:pt x="54616" y="18890"/>
                </a:cubicBezTo>
                <a:cubicBezTo>
                  <a:pt x="54442" y="15132"/>
                  <a:pt x="52912" y="12234"/>
                  <a:pt x="50014" y="10239"/>
                </a:cubicBezTo>
                <a:cubicBezTo>
                  <a:pt x="47101" y="8258"/>
                  <a:pt x="43067" y="7340"/>
                  <a:pt x="37998" y="7573"/>
                </a:cubicBezTo>
                <a:cubicBezTo>
                  <a:pt x="32886" y="7792"/>
                  <a:pt x="28954" y="9044"/>
                  <a:pt x="26230" y="11273"/>
                </a:cubicBezTo>
                <a:cubicBezTo>
                  <a:pt x="23551" y="13487"/>
                  <a:pt x="22240" y="16501"/>
                  <a:pt x="22415" y="20259"/>
                </a:cubicBezTo>
                <a:cubicBezTo>
                  <a:pt x="22589" y="24075"/>
                  <a:pt x="24119" y="26973"/>
                  <a:pt x="27017" y="28969"/>
                </a:cubicBezTo>
                <a:cubicBezTo>
                  <a:pt x="29930" y="30949"/>
                  <a:pt x="33906" y="31867"/>
                  <a:pt x="38974" y="31634"/>
                </a:cubicBezTo>
                <a:close/>
                <a:moveTo>
                  <a:pt x="22648" y="39426"/>
                </a:moveTo>
                <a:cubicBezTo>
                  <a:pt x="15307" y="39717"/>
                  <a:pt x="9846" y="38290"/>
                  <a:pt x="6088" y="35217"/>
                </a:cubicBezTo>
                <a:cubicBezTo>
                  <a:pt x="2389" y="32144"/>
                  <a:pt x="393" y="27250"/>
                  <a:pt x="117" y="20536"/>
                </a:cubicBezTo>
                <a:cubicBezTo>
                  <a:pt x="0" y="18045"/>
                  <a:pt x="117" y="15700"/>
                  <a:pt x="393" y="13487"/>
                </a:cubicBezTo>
                <a:cubicBezTo>
                  <a:pt x="685" y="11273"/>
                  <a:pt x="1136" y="9103"/>
                  <a:pt x="1821" y="7005"/>
                </a:cubicBezTo>
                <a:lnTo>
                  <a:pt x="8710" y="6714"/>
                </a:lnTo>
                <a:cubicBezTo>
                  <a:pt x="7617" y="8826"/>
                  <a:pt x="6889" y="10923"/>
                  <a:pt x="6481" y="12977"/>
                </a:cubicBezTo>
                <a:cubicBezTo>
                  <a:pt x="6030" y="15030"/>
                  <a:pt x="5797" y="17069"/>
                  <a:pt x="5913" y="19181"/>
                </a:cubicBezTo>
                <a:cubicBezTo>
                  <a:pt x="6088" y="23784"/>
                  <a:pt x="7457" y="27192"/>
                  <a:pt x="9962" y="29420"/>
                </a:cubicBezTo>
                <a:cubicBezTo>
                  <a:pt x="12511" y="31634"/>
                  <a:pt x="16210" y="32610"/>
                  <a:pt x="21046" y="32377"/>
                </a:cubicBezTo>
                <a:lnTo>
                  <a:pt x="24570" y="32260"/>
                </a:lnTo>
                <a:cubicBezTo>
                  <a:pt x="21963" y="30891"/>
                  <a:pt x="20026" y="29129"/>
                  <a:pt x="18657" y="26915"/>
                </a:cubicBezTo>
                <a:cubicBezTo>
                  <a:pt x="17288" y="24701"/>
                  <a:pt x="16560" y="21963"/>
                  <a:pt x="16443" y="18774"/>
                </a:cubicBezTo>
                <a:cubicBezTo>
                  <a:pt x="16210" y="13545"/>
                  <a:pt x="18031" y="9219"/>
                  <a:pt x="21905" y="5811"/>
                </a:cubicBezTo>
                <a:cubicBezTo>
                  <a:pt x="25764" y="2389"/>
                  <a:pt x="31066" y="568"/>
                  <a:pt x="37664" y="291"/>
                </a:cubicBezTo>
                <a:cubicBezTo>
                  <a:pt x="44319" y="0"/>
                  <a:pt x="49723" y="1369"/>
                  <a:pt x="53874" y="4442"/>
                </a:cubicBezTo>
                <a:cubicBezTo>
                  <a:pt x="58025" y="7515"/>
                  <a:pt x="60195" y="11666"/>
                  <a:pt x="60413" y="16895"/>
                </a:cubicBezTo>
                <a:cubicBezTo>
                  <a:pt x="60588" y="20084"/>
                  <a:pt x="60078" y="22881"/>
                  <a:pt x="58884" y="25211"/>
                </a:cubicBezTo>
                <a:cubicBezTo>
                  <a:pt x="57748" y="27483"/>
                  <a:pt x="55927" y="29478"/>
                  <a:pt x="53480" y="31008"/>
                </a:cubicBezTo>
                <a:lnTo>
                  <a:pt x="59962" y="30731"/>
                </a:lnTo>
                <a:lnTo>
                  <a:pt x="60311" y="37780"/>
                </a:lnTo>
                <a:lnTo>
                  <a:pt x="22648" y="39426"/>
                </a:lnTo>
                <a:close/>
                <a:moveTo>
                  <a:pt x="22648" y="394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4667C-6090-4DB9-BDE2-879A468F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270" y="1776547"/>
            <a:ext cx="60020" cy="38508"/>
          </a:xfrm>
          <a:custGeom xmlns:a="http://schemas.openxmlformats.org/drawingml/2006/main">
            <a:pathLst>
              <a:path w="60020" h="38508">
                <a:moveTo>
                  <a:pt x="27483" y="37430"/>
                </a:moveTo>
                <a:lnTo>
                  <a:pt x="1544" y="38508"/>
                </a:lnTo>
                <a:lnTo>
                  <a:pt x="1253" y="31459"/>
                </a:lnTo>
                <a:lnTo>
                  <a:pt x="26915" y="30381"/>
                </a:lnTo>
                <a:cubicBezTo>
                  <a:pt x="31008" y="30207"/>
                  <a:pt x="34022" y="29289"/>
                  <a:pt x="35959" y="27585"/>
                </a:cubicBezTo>
                <a:cubicBezTo>
                  <a:pt x="37897" y="25939"/>
                  <a:pt x="38800" y="23492"/>
                  <a:pt x="38698" y="20361"/>
                </a:cubicBezTo>
                <a:cubicBezTo>
                  <a:pt x="38523" y="16487"/>
                  <a:pt x="37212" y="13589"/>
                  <a:pt x="34649" y="11491"/>
                </a:cubicBezTo>
                <a:cubicBezTo>
                  <a:pt x="32144" y="9379"/>
                  <a:pt x="28794" y="8418"/>
                  <a:pt x="24585" y="8578"/>
                </a:cubicBezTo>
                <a:lnTo>
                  <a:pt x="291" y="9612"/>
                </a:lnTo>
                <a:lnTo>
                  <a:pt x="0" y="2505"/>
                </a:lnTo>
                <a:lnTo>
                  <a:pt x="59685" y="0"/>
                </a:lnTo>
                <a:lnTo>
                  <a:pt x="60020" y="7107"/>
                </a:lnTo>
                <a:lnTo>
                  <a:pt x="36586" y="8069"/>
                </a:lnTo>
                <a:cubicBezTo>
                  <a:pt x="39266" y="9671"/>
                  <a:pt x="41246" y="11550"/>
                  <a:pt x="42615" y="13822"/>
                </a:cubicBezTo>
                <a:cubicBezTo>
                  <a:pt x="44043" y="16035"/>
                  <a:pt x="44786" y="18657"/>
                  <a:pt x="44887" y="21672"/>
                </a:cubicBezTo>
                <a:cubicBezTo>
                  <a:pt x="45120" y="26565"/>
                  <a:pt x="43751" y="30381"/>
                  <a:pt x="40795" y="33047"/>
                </a:cubicBezTo>
                <a:cubicBezTo>
                  <a:pt x="37838" y="35726"/>
                  <a:pt x="33396" y="37139"/>
                  <a:pt x="27483" y="37430"/>
                </a:cubicBezTo>
                <a:close/>
                <a:moveTo>
                  <a:pt x="27483" y="374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3CD30-7455-4351-92DB-68D1C6D0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775" y="1822002"/>
            <a:ext cx="55083" cy="28663"/>
          </a:xfrm>
          <a:custGeom xmlns:a="http://schemas.openxmlformats.org/drawingml/2006/main">
            <a:pathLst>
              <a:path w="55083" h="28663">
                <a:moveTo>
                  <a:pt x="55083" y="11768"/>
                </a:moveTo>
                <a:lnTo>
                  <a:pt x="42907" y="12278"/>
                </a:lnTo>
                <a:lnTo>
                  <a:pt x="43533" y="26842"/>
                </a:lnTo>
                <a:lnTo>
                  <a:pt x="38013" y="27075"/>
                </a:lnTo>
                <a:lnTo>
                  <a:pt x="37387" y="12511"/>
                </a:lnTo>
                <a:lnTo>
                  <a:pt x="14055" y="13530"/>
                </a:lnTo>
                <a:cubicBezTo>
                  <a:pt x="10588" y="13647"/>
                  <a:pt x="8375" y="14215"/>
                  <a:pt x="7399" y="15249"/>
                </a:cubicBezTo>
                <a:cubicBezTo>
                  <a:pt x="6437" y="16268"/>
                  <a:pt x="6030" y="18205"/>
                  <a:pt x="6146" y="21162"/>
                </a:cubicBezTo>
                <a:lnTo>
                  <a:pt x="6437" y="28386"/>
                </a:lnTo>
                <a:lnTo>
                  <a:pt x="510" y="28663"/>
                </a:lnTo>
                <a:lnTo>
                  <a:pt x="233" y="21381"/>
                </a:lnTo>
                <a:cubicBezTo>
                  <a:pt x="0" y="15977"/>
                  <a:pt x="859" y="12176"/>
                  <a:pt x="2796" y="10006"/>
                </a:cubicBezTo>
                <a:cubicBezTo>
                  <a:pt x="4733" y="7850"/>
                  <a:pt x="8418" y="6656"/>
                  <a:pt x="13778" y="6423"/>
                </a:cubicBezTo>
                <a:lnTo>
                  <a:pt x="37096" y="5462"/>
                </a:lnTo>
                <a:lnTo>
                  <a:pt x="36877" y="218"/>
                </a:lnTo>
                <a:lnTo>
                  <a:pt x="42382" y="0"/>
                </a:lnTo>
                <a:lnTo>
                  <a:pt x="42615" y="5170"/>
                </a:lnTo>
                <a:lnTo>
                  <a:pt x="54791" y="4661"/>
                </a:lnTo>
                <a:lnTo>
                  <a:pt x="55083" y="11768"/>
                </a:lnTo>
                <a:close/>
                <a:moveTo>
                  <a:pt x="55083" y="117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DCD63-BFF4-40F7-8C7E-CEC9686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376" y="506706"/>
            <a:ext cx="68438" cy="53189"/>
          </a:xfrm>
          <a:custGeom xmlns:a="http://schemas.openxmlformats.org/drawingml/2006/main">
            <a:pathLst>
              <a:path w="68438" h="53189">
                <a:moveTo>
                  <a:pt x="62073" y="26463"/>
                </a:moveTo>
                <a:cubicBezTo>
                  <a:pt x="62073" y="20827"/>
                  <a:pt x="59903" y="16385"/>
                  <a:pt x="55694" y="13093"/>
                </a:cubicBezTo>
                <a:cubicBezTo>
                  <a:pt x="51427" y="9787"/>
                  <a:pt x="45747" y="8200"/>
                  <a:pt x="38465" y="8258"/>
                </a:cubicBezTo>
                <a:cubicBezTo>
                  <a:pt x="31241" y="8302"/>
                  <a:pt x="25546" y="10020"/>
                  <a:pt x="21395" y="13370"/>
                </a:cubicBezTo>
                <a:cubicBezTo>
                  <a:pt x="17244" y="16734"/>
                  <a:pt x="15132" y="21220"/>
                  <a:pt x="15191" y="26857"/>
                </a:cubicBezTo>
                <a:cubicBezTo>
                  <a:pt x="15249" y="32493"/>
                  <a:pt x="17404" y="36921"/>
                  <a:pt x="21614" y="40169"/>
                </a:cubicBezTo>
                <a:cubicBezTo>
                  <a:pt x="25823" y="43460"/>
                  <a:pt x="31576" y="45062"/>
                  <a:pt x="38800" y="45004"/>
                </a:cubicBezTo>
                <a:cubicBezTo>
                  <a:pt x="46023" y="44887"/>
                  <a:pt x="51718" y="43242"/>
                  <a:pt x="55927" y="39877"/>
                </a:cubicBezTo>
                <a:cubicBezTo>
                  <a:pt x="60078" y="36586"/>
                  <a:pt x="62132" y="32085"/>
                  <a:pt x="62073" y="26463"/>
                </a:cubicBezTo>
                <a:close/>
                <a:moveTo>
                  <a:pt x="11156" y="37780"/>
                </a:moveTo>
                <a:lnTo>
                  <a:pt x="58" y="48077"/>
                </a:lnTo>
                <a:lnTo>
                  <a:pt x="0" y="38683"/>
                </a:lnTo>
                <a:lnTo>
                  <a:pt x="9103" y="30105"/>
                </a:lnTo>
                <a:cubicBezTo>
                  <a:pt x="9044" y="29304"/>
                  <a:pt x="8986" y="28619"/>
                  <a:pt x="8986" y="28168"/>
                </a:cubicBezTo>
                <a:cubicBezTo>
                  <a:pt x="8928" y="27760"/>
                  <a:pt x="8928" y="27308"/>
                  <a:pt x="8870" y="26915"/>
                </a:cubicBezTo>
                <a:cubicBezTo>
                  <a:pt x="8826" y="18832"/>
                  <a:pt x="11491" y="12351"/>
                  <a:pt x="16836" y="7515"/>
                </a:cubicBezTo>
                <a:cubicBezTo>
                  <a:pt x="22182" y="2622"/>
                  <a:pt x="29362" y="175"/>
                  <a:pt x="38406" y="58"/>
                </a:cubicBezTo>
                <a:cubicBezTo>
                  <a:pt x="47451" y="0"/>
                  <a:pt x="54733" y="2330"/>
                  <a:pt x="60136" y="7107"/>
                </a:cubicBezTo>
                <a:cubicBezTo>
                  <a:pt x="65598" y="11899"/>
                  <a:pt x="68322" y="18322"/>
                  <a:pt x="68380" y="26405"/>
                </a:cubicBezTo>
                <a:cubicBezTo>
                  <a:pt x="68438" y="34416"/>
                  <a:pt x="65831" y="40911"/>
                  <a:pt x="60471" y="45747"/>
                </a:cubicBezTo>
                <a:cubicBezTo>
                  <a:pt x="55126" y="50582"/>
                  <a:pt x="47902" y="53087"/>
                  <a:pt x="38858" y="53145"/>
                </a:cubicBezTo>
                <a:cubicBezTo>
                  <a:pt x="32202" y="53189"/>
                  <a:pt x="26507" y="51893"/>
                  <a:pt x="21730" y="49271"/>
                </a:cubicBezTo>
                <a:cubicBezTo>
                  <a:pt x="16953" y="46650"/>
                  <a:pt x="13428" y="42790"/>
                  <a:pt x="11156" y="37780"/>
                </a:cubicBezTo>
                <a:close/>
                <a:moveTo>
                  <a:pt x="11156" y="3778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AE064-D610-4013-B3DE-EA7461E2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7712" y="570819"/>
            <a:ext cx="44319" cy="36411"/>
          </a:xfrm>
          <a:custGeom xmlns:a="http://schemas.openxmlformats.org/drawingml/2006/main">
            <a:pathLst>
              <a:path w="44319" h="36411">
                <a:moveTo>
                  <a:pt x="17972" y="233"/>
                </a:moveTo>
                <a:lnTo>
                  <a:pt x="44028" y="0"/>
                </a:lnTo>
                <a:lnTo>
                  <a:pt x="44086" y="7064"/>
                </a:lnTo>
                <a:lnTo>
                  <a:pt x="18307" y="7282"/>
                </a:lnTo>
                <a:cubicBezTo>
                  <a:pt x="14215" y="7340"/>
                  <a:pt x="11200" y="8141"/>
                  <a:pt x="9161" y="9729"/>
                </a:cubicBezTo>
                <a:cubicBezTo>
                  <a:pt x="7166" y="11331"/>
                  <a:pt x="6146" y="13778"/>
                  <a:pt x="6190" y="16909"/>
                </a:cubicBezTo>
                <a:cubicBezTo>
                  <a:pt x="6190" y="20711"/>
                  <a:pt x="7442" y="23725"/>
                  <a:pt x="9889" y="25954"/>
                </a:cubicBezTo>
                <a:cubicBezTo>
                  <a:pt x="12336" y="28109"/>
                  <a:pt x="15700" y="29187"/>
                  <a:pt x="19851" y="29187"/>
                </a:cubicBezTo>
                <a:lnTo>
                  <a:pt x="44261" y="28969"/>
                </a:lnTo>
                <a:lnTo>
                  <a:pt x="44319" y="36018"/>
                </a:lnTo>
                <a:lnTo>
                  <a:pt x="1296" y="36411"/>
                </a:lnTo>
                <a:lnTo>
                  <a:pt x="1253" y="29304"/>
                </a:lnTo>
                <a:lnTo>
                  <a:pt x="7850" y="29245"/>
                </a:lnTo>
                <a:cubicBezTo>
                  <a:pt x="5229" y="27600"/>
                  <a:pt x="3292" y="25604"/>
                  <a:pt x="1981" y="23332"/>
                </a:cubicBezTo>
                <a:cubicBezTo>
                  <a:pt x="685" y="21118"/>
                  <a:pt x="58" y="18497"/>
                  <a:pt x="0" y="15482"/>
                </a:cubicBezTo>
                <a:cubicBezTo>
                  <a:pt x="0" y="10530"/>
                  <a:pt x="1471" y="6772"/>
                  <a:pt x="4544" y="4165"/>
                </a:cubicBezTo>
                <a:cubicBezTo>
                  <a:pt x="7559" y="1602"/>
                  <a:pt x="12059" y="291"/>
                  <a:pt x="17972" y="233"/>
                </a:cubicBezTo>
                <a:close/>
                <a:moveTo>
                  <a:pt x="17972" y="2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A959E-A84C-4759-BFAA-BD5263F8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125" y="621285"/>
            <a:ext cx="59860" cy="7573"/>
          </a:xfrm>
          <a:custGeom xmlns:a="http://schemas.openxmlformats.org/drawingml/2006/main">
            <a:pathLst>
              <a:path w="59860" h="7573">
                <a:moveTo>
                  <a:pt x="43009" y="117"/>
                </a:moveTo>
                <a:lnTo>
                  <a:pt x="43067" y="7180"/>
                </a:lnTo>
                <a:lnTo>
                  <a:pt x="58" y="7573"/>
                </a:lnTo>
                <a:lnTo>
                  <a:pt x="0" y="466"/>
                </a:lnTo>
                <a:lnTo>
                  <a:pt x="43009" y="117"/>
                </a:lnTo>
                <a:close/>
                <a:moveTo>
                  <a:pt x="59801" y="0"/>
                </a:moveTo>
                <a:lnTo>
                  <a:pt x="59860" y="7064"/>
                </a:lnTo>
                <a:lnTo>
                  <a:pt x="50859" y="7122"/>
                </a:lnTo>
                <a:lnTo>
                  <a:pt x="50815" y="58"/>
                </a:lnTo>
                <a:lnTo>
                  <a:pt x="59801" y="0"/>
                </a:lnTo>
                <a:close/>
                <a:moveTo>
                  <a:pt x="5980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C2D36-34BF-43AA-B276-1C772825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338" y="640291"/>
            <a:ext cx="45222" cy="34255"/>
          </a:xfrm>
          <a:custGeom xmlns:a="http://schemas.openxmlformats.org/drawingml/2006/main">
            <a:pathLst>
              <a:path w="45222" h="34255">
                <a:moveTo>
                  <a:pt x="42601" y="33906"/>
                </a:moveTo>
                <a:lnTo>
                  <a:pt x="36003" y="33964"/>
                </a:lnTo>
                <a:cubicBezTo>
                  <a:pt x="37081" y="31969"/>
                  <a:pt x="37882" y="29988"/>
                  <a:pt x="38450" y="27935"/>
                </a:cubicBezTo>
                <a:cubicBezTo>
                  <a:pt x="38960" y="25939"/>
                  <a:pt x="39251" y="23900"/>
                  <a:pt x="39193" y="21847"/>
                </a:cubicBezTo>
                <a:cubicBezTo>
                  <a:pt x="39193" y="17302"/>
                  <a:pt x="37707" y="13705"/>
                  <a:pt x="34751" y="11215"/>
                </a:cubicBezTo>
                <a:cubicBezTo>
                  <a:pt x="31852" y="8710"/>
                  <a:pt x="27760" y="7457"/>
                  <a:pt x="22517" y="7515"/>
                </a:cubicBezTo>
                <a:cubicBezTo>
                  <a:pt x="17230" y="7573"/>
                  <a:pt x="13195" y="8870"/>
                  <a:pt x="10297" y="11433"/>
                </a:cubicBezTo>
                <a:cubicBezTo>
                  <a:pt x="7384" y="13996"/>
                  <a:pt x="5971" y="17579"/>
                  <a:pt x="6030" y="22138"/>
                </a:cubicBezTo>
                <a:cubicBezTo>
                  <a:pt x="6030" y="24177"/>
                  <a:pt x="6365" y="26230"/>
                  <a:pt x="6874" y="28226"/>
                </a:cubicBezTo>
                <a:cubicBezTo>
                  <a:pt x="7442" y="30207"/>
                  <a:pt x="8302" y="32202"/>
                  <a:pt x="9438" y="34197"/>
                </a:cubicBezTo>
                <a:lnTo>
                  <a:pt x="2898" y="34255"/>
                </a:lnTo>
                <a:cubicBezTo>
                  <a:pt x="1981" y="32318"/>
                  <a:pt x="1253" y="30265"/>
                  <a:pt x="786" y="28168"/>
                </a:cubicBezTo>
                <a:cubicBezTo>
                  <a:pt x="277" y="26056"/>
                  <a:pt x="58" y="23842"/>
                  <a:pt x="58" y="21453"/>
                </a:cubicBezTo>
                <a:cubicBezTo>
                  <a:pt x="0" y="14958"/>
                  <a:pt x="1981" y="9787"/>
                  <a:pt x="6030" y="5913"/>
                </a:cubicBezTo>
                <a:cubicBezTo>
                  <a:pt x="10064" y="2112"/>
                  <a:pt x="15526" y="117"/>
                  <a:pt x="22415" y="58"/>
                </a:cubicBezTo>
                <a:cubicBezTo>
                  <a:pt x="29464" y="0"/>
                  <a:pt x="34984" y="1879"/>
                  <a:pt x="39018" y="5695"/>
                </a:cubicBezTo>
                <a:cubicBezTo>
                  <a:pt x="43067" y="9554"/>
                  <a:pt x="45106" y="14797"/>
                  <a:pt x="45164" y="21512"/>
                </a:cubicBezTo>
                <a:cubicBezTo>
                  <a:pt x="45222" y="23667"/>
                  <a:pt x="44989" y="25823"/>
                  <a:pt x="44538" y="27876"/>
                </a:cubicBezTo>
                <a:cubicBezTo>
                  <a:pt x="44145" y="29988"/>
                  <a:pt x="43518" y="31969"/>
                  <a:pt x="42601" y="33906"/>
                </a:cubicBezTo>
                <a:close/>
                <a:moveTo>
                  <a:pt x="42601" y="339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2001F-7A7F-4BFC-A967-910AB49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693" y="686096"/>
            <a:ext cx="59801" cy="38683"/>
          </a:xfrm>
          <a:custGeom xmlns:a="http://schemas.openxmlformats.org/drawingml/2006/main">
            <a:pathLst>
              <a:path w="59801" h="38683">
                <a:moveTo>
                  <a:pt x="59743" y="0"/>
                </a:moveTo>
                <a:lnTo>
                  <a:pt x="59801" y="7107"/>
                </a:lnTo>
                <a:lnTo>
                  <a:pt x="24526" y="7384"/>
                </a:lnTo>
                <a:lnTo>
                  <a:pt x="43242" y="28328"/>
                </a:lnTo>
                <a:lnTo>
                  <a:pt x="43300" y="37314"/>
                </a:lnTo>
                <a:lnTo>
                  <a:pt x="22997" y="14666"/>
                </a:lnTo>
                <a:lnTo>
                  <a:pt x="350" y="38683"/>
                </a:lnTo>
                <a:lnTo>
                  <a:pt x="233" y="29464"/>
                </a:lnTo>
                <a:lnTo>
                  <a:pt x="21060" y="7384"/>
                </a:lnTo>
                <a:lnTo>
                  <a:pt x="58" y="7617"/>
                </a:lnTo>
                <a:lnTo>
                  <a:pt x="0" y="510"/>
                </a:lnTo>
                <a:lnTo>
                  <a:pt x="59743" y="0"/>
                </a:lnTo>
                <a:close/>
                <a:moveTo>
                  <a:pt x="5974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00715-EF43-48A9-8827-752D963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217" y="724269"/>
            <a:ext cx="57573" cy="48587"/>
          </a:xfrm>
          <a:custGeom xmlns:a="http://schemas.openxmlformats.org/drawingml/2006/main">
            <a:pathLst>
              <a:path w="57573" h="48587">
                <a:moveTo>
                  <a:pt x="57107" y="0"/>
                </a:moveTo>
                <a:lnTo>
                  <a:pt x="57573" y="48529"/>
                </a:lnTo>
                <a:lnTo>
                  <a:pt x="51019" y="48587"/>
                </a:lnTo>
                <a:lnTo>
                  <a:pt x="50859" y="28211"/>
                </a:lnTo>
                <a:lnTo>
                  <a:pt x="44" y="28663"/>
                </a:lnTo>
                <a:lnTo>
                  <a:pt x="0" y="20871"/>
                </a:lnTo>
                <a:lnTo>
                  <a:pt x="50801" y="20419"/>
                </a:lnTo>
                <a:lnTo>
                  <a:pt x="50626" y="58"/>
                </a:lnTo>
                <a:lnTo>
                  <a:pt x="57107" y="0"/>
                </a:lnTo>
                <a:close/>
                <a:moveTo>
                  <a:pt x="5710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FE8EF-508F-4786-BB8D-B33C262C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992" y="762719"/>
            <a:ext cx="59743" cy="41873"/>
          </a:xfrm>
          <a:custGeom xmlns:a="http://schemas.openxmlformats.org/drawingml/2006/main">
            <a:pathLst>
              <a:path w="59743" h="41873">
                <a:moveTo>
                  <a:pt x="12584" y="23390"/>
                </a:moveTo>
                <a:cubicBezTo>
                  <a:pt x="7399" y="21395"/>
                  <a:pt x="4049" y="19516"/>
                  <a:pt x="2505" y="17579"/>
                </a:cubicBezTo>
                <a:cubicBezTo>
                  <a:pt x="918" y="15700"/>
                  <a:pt x="117" y="13195"/>
                  <a:pt x="58" y="10020"/>
                </a:cubicBezTo>
                <a:lnTo>
                  <a:pt x="0" y="4384"/>
                </a:lnTo>
                <a:lnTo>
                  <a:pt x="5928" y="4326"/>
                </a:lnTo>
                <a:lnTo>
                  <a:pt x="5971" y="8476"/>
                </a:lnTo>
                <a:cubicBezTo>
                  <a:pt x="5971" y="10414"/>
                  <a:pt x="6496" y="11957"/>
                  <a:pt x="7399" y="12977"/>
                </a:cubicBezTo>
                <a:cubicBezTo>
                  <a:pt x="8316" y="14055"/>
                  <a:pt x="10530" y="15249"/>
                  <a:pt x="13938" y="16501"/>
                </a:cubicBezTo>
                <a:lnTo>
                  <a:pt x="17186" y="17754"/>
                </a:lnTo>
                <a:lnTo>
                  <a:pt x="59335" y="0"/>
                </a:lnTo>
                <a:lnTo>
                  <a:pt x="59394" y="7515"/>
                </a:lnTo>
                <a:lnTo>
                  <a:pt x="25895" y="21220"/>
                </a:lnTo>
                <a:lnTo>
                  <a:pt x="59627" y="34372"/>
                </a:lnTo>
                <a:lnTo>
                  <a:pt x="59743" y="41873"/>
                </a:lnTo>
                <a:lnTo>
                  <a:pt x="12584" y="23390"/>
                </a:lnTo>
                <a:close/>
                <a:moveTo>
                  <a:pt x="12584" y="233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F1F1BD-261E-4F4B-ADD8-2AAD0A7C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444" y="814044"/>
            <a:ext cx="60602" cy="38741"/>
          </a:xfrm>
          <a:custGeom xmlns:a="http://schemas.openxmlformats.org/drawingml/2006/main">
            <a:pathLst>
              <a:path w="60602" h="38741">
                <a:moveTo>
                  <a:pt x="22822" y="7442"/>
                </a:moveTo>
                <a:lnTo>
                  <a:pt x="58" y="7617"/>
                </a:lnTo>
                <a:lnTo>
                  <a:pt x="0" y="510"/>
                </a:lnTo>
                <a:lnTo>
                  <a:pt x="59350" y="0"/>
                </a:lnTo>
                <a:lnTo>
                  <a:pt x="59408" y="7107"/>
                </a:lnTo>
                <a:lnTo>
                  <a:pt x="52854" y="7166"/>
                </a:lnTo>
                <a:cubicBezTo>
                  <a:pt x="55476" y="8637"/>
                  <a:pt x="57355" y="10515"/>
                  <a:pt x="58607" y="12744"/>
                </a:cubicBezTo>
                <a:cubicBezTo>
                  <a:pt x="59860" y="15016"/>
                  <a:pt x="60544" y="17696"/>
                  <a:pt x="60544" y="20871"/>
                </a:cubicBezTo>
                <a:cubicBezTo>
                  <a:pt x="60602" y="26114"/>
                  <a:pt x="58549" y="30323"/>
                  <a:pt x="54456" y="33615"/>
                </a:cubicBezTo>
                <a:cubicBezTo>
                  <a:pt x="50305" y="36921"/>
                  <a:pt x="44902" y="38625"/>
                  <a:pt x="38130" y="38683"/>
                </a:cubicBezTo>
                <a:cubicBezTo>
                  <a:pt x="31357" y="38741"/>
                  <a:pt x="25895" y="37139"/>
                  <a:pt x="21745" y="33906"/>
                </a:cubicBezTo>
                <a:cubicBezTo>
                  <a:pt x="17536" y="30716"/>
                  <a:pt x="15424" y="26449"/>
                  <a:pt x="15365" y="21220"/>
                </a:cubicBezTo>
                <a:cubicBezTo>
                  <a:pt x="15365" y="18089"/>
                  <a:pt x="15992" y="15351"/>
                  <a:pt x="17186" y="13079"/>
                </a:cubicBezTo>
                <a:cubicBezTo>
                  <a:pt x="18439" y="10807"/>
                  <a:pt x="20317" y="8928"/>
                  <a:pt x="22822" y="7442"/>
                </a:cubicBezTo>
                <a:close/>
                <a:moveTo>
                  <a:pt x="38071" y="31343"/>
                </a:moveTo>
                <a:cubicBezTo>
                  <a:pt x="43242" y="31284"/>
                  <a:pt x="47334" y="30207"/>
                  <a:pt x="50247" y="28036"/>
                </a:cubicBezTo>
                <a:cubicBezTo>
                  <a:pt x="53204" y="25881"/>
                  <a:pt x="54675" y="22924"/>
                  <a:pt x="54616" y="19167"/>
                </a:cubicBezTo>
                <a:cubicBezTo>
                  <a:pt x="54616" y="15467"/>
                  <a:pt x="53087" y="12511"/>
                  <a:pt x="50131" y="10414"/>
                </a:cubicBezTo>
                <a:cubicBezTo>
                  <a:pt x="47174" y="8302"/>
                  <a:pt x="43081" y="7282"/>
                  <a:pt x="37838" y="7282"/>
                </a:cubicBezTo>
                <a:cubicBezTo>
                  <a:pt x="32668" y="7340"/>
                  <a:pt x="28619" y="8476"/>
                  <a:pt x="25662" y="10632"/>
                </a:cubicBezTo>
                <a:cubicBezTo>
                  <a:pt x="22706" y="12802"/>
                  <a:pt x="21279" y="15759"/>
                  <a:pt x="21279" y="19458"/>
                </a:cubicBezTo>
                <a:cubicBezTo>
                  <a:pt x="21337" y="23201"/>
                  <a:pt x="22822" y="26114"/>
                  <a:pt x="25837" y="28269"/>
                </a:cubicBezTo>
                <a:cubicBezTo>
                  <a:pt x="28794" y="30381"/>
                  <a:pt x="32886" y="31401"/>
                  <a:pt x="38071" y="31343"/>
                </a:cubicBezTo>
                <a:close/>
                <a:moveTo>
                  <a:pt x="38071" y="313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44B43-7A46-4EA9-A3C0-7134F426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217" y="861320"/>
            <a:ext cx="45222" cy="39936"/>
          </a:xfrm>
          <a:custGeom xmlns:a="http://schemas.openxmlformats.org/drawingml/2006/main">
            <a:pathLst>
              <a:path w="45222" h="39936">
                <a:moveTo>
                  <a:pt x="24570" y="39877"/>
                </a:moveTo>
                <a:lnTo>
                  <a:pt x="21104" y="39936"/>
                </a:lnTo>
                <a:lnTo>
                  <a:pt x="20871" y="7457"/>
                </a:lnTo>
                <a:cubicBezTo>
                  <a:pt x="15977" y="7792"/>
                  <a:pt x="12278" y="9263"/>
                  <a:pt x="9773" y="11943"/>
                </a:cubicBezTo>
                <a:cubicBezTo>
                  <a:pt x="7224" y="14564"/>
                  <a:pt x="6030" y="18205"/>
                  <a:pt x="6030" y="22924"/>
                </a:cubicBezTo>
                <a:cubicBezTo>
                  <a:pt x="6073" y="25662"/>
                  <a:pt x="6423" y="28269"/>
                  <a:pt x="7107" y="30775"/>
                </a:cubicBezTo>
                <a:cubicBezTo>
                  <a:pt x="7792" y="33338"/>
                  <a:pt x="8811" y="35843"/>
                  <a:pt x="10181" y="38348"/>
                </a:cubicBezTo>
                <a:lnTo>
                  <a:pt x="3466" y="38392"/>
                </a:lnTo>
                <a:cubicBezTo>
                  <a:pt x="2389" y="35901"/>
                  <a:pt x="1529" y="33280"/>
                  <a:pt x="961" y="30658"/>
                </a:cubicBezTo>
                <a:cubicBezTo>
                  <a:pt x="393" y="27993"/>
                  <a:pt x="44" y="25255"/>
                  <a:pt x="44" y="22531"/>
                </a:cubicBezTo>
                <a:cubicBezTo>
                  <a:pt x="0" y="15700"/>
                  <a:pt x="1922" y="10239"/>
                  <a:pt x="5855" y="6204"/>
                </a:cubicBezTo>
                <a:cubicBezTo>
                  <a:pt x="9831" y="2156"/>
                  <a:pt x="15234" y="117"/>
                  <a:pt x="22065" y="58"/>
                </a:cubicBezTo>
                <a:cubicBezTo>
                  <a:pt x="29071" y="0"/>
                  <a:pt x="34692" y="1821"/>
                  <a:pt x="38843" y="5622"/>
                </a:cubicBezTo>
                <a:cubicBezTo>
                  <a:pt x="43009" y="9379"/>
                  <a:pt x="45106" y="14506"/>
                  <a:pt x="45164" y="20929"/>
                </a:cubicBezTo>
                <a:cubicBezTo>
                  <a:pt x="45222" y="26740"/>
                  <a:pt x="43402" y="31284"/>
                  <a:pt x="39703" y="34707"/>
                </a:cubicBezTo>
                <a:cubicBezTo>
                  <a:pt x="36003" y="38115"/>
                  <a:pt x="30993" y="39819"/>
                  <a:pt x="24570" y="39877"/>
                </a:cubicBezTo>
                <a:close/>
                <a:moveTo>
                  <a:pt x="26624" y="32828"/>
                </a:moveTo>
                <a:cubicBezTo>
                  <a:pt x="30425" y="32712"/>
                  <a:pt x="33498" y="31634"/>
                  <a:pt x="35785" y="29464"/>
                </a:cubicBezTo>
                <a:cubicBezTo>
                  <a:pt x="38115" y="27366"/>
                  <a:pt x="39251" y="24512"/>
                  <a:pt x="39193" y="21046"/>
                </a:cubicBezTo>
                <a:cubicBezTo>
                  <a:pt x="39193" y="17128"/>
                  <a:pt x="38057" y="13996"/>
                  <a:pt x="35785" y="11608"/>
                </a:cubicBezTo>
                <a:cubicBezTo>
                  <a:pt x="33498" y="9263"/>
                  <a:pt x="30367" y="7967"/>
                  <a:pt x="26332" y="7617"/>
                </a:cubicBezTo>
                <a:lnTo>
                  <a:pt x="26624" y="32828"/>
                </a:lnTo>
                <a:close/>
                <a:moveTo>
                  <a:pt x="26624" y="328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C87D7-161A-4788-9E06-561811FB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630" y="912805"/>
            <a:ext cx="57573" cy="48529"/>
          </a:xfrm>
          <a:custGeom xmlns:a="http://schemas.openxmlformats.org/drawingml/2006/main">
            <a:pathLst>
              <a:path w="57573" h="48529">
                <a:moveTo>
                  <a:pt x="51034" y="7850"/>
                </a:moveTo>
                <a:lnTo>
                  <a:pt x="6437" y="8185"/>
                </a:lnTo>
                <a:lnTo>
                  <a:pt x="6496" y="17579"/>
                </a:lnTo>
                <a:cubicBezTo>
                  <a:pt x="6598" y="25488"/>
                  <a:pt x="8418" y="31284"/>
                  <a:pt x="12001" y="34925"/>
                </a:cubicBezTo>
                <a:cubicBezTo>
                  <a:pt x="15642" y="38567"/>
                  <a:pt x="21337" y="40329"/>
                  <a:pt x="29071" y="40285"/>
                </a:cubicBezTo>
                <a:cubicBezTo>
                  <a:pt x="36761" y="40227"/>
                  <a:pt x="42324" y="38348"/>
                  <a:pt x="45863" y="34649"/>
                </a:cubicBezTo>
                <a:cubicBezTo>
                  <a:pt x="49446" y="30949"/>
                  <a:pt x="51150" y="25094"/>
                  <a:pt x="51092" y="17186"/>
                </a:cubicBezTo>
                <a:lnTo>
                  <a:pt x="51034" y="7850"/>
                </a:lnTo>
                <a:close/>
                <a:moveTo>
                  <a:pt x="57355" y="0"/>
                </a:moveTo>
                <a:lnTo>
                  <a:pt x="57471" y="15933"/>
                </a:lnTo>
                <a:cubicBezTo>
                  <a:pt x="57573" y="27075"/>
                  <a:pt x="55301" y="35217"/>
                  <a:pt x="50757" y="40445"/>
                </a:cubicBezTo>
                <a:cubicBezTo>
                  <a:pt x="46140" y="45688"/>
                  <a:pt x="38974" y="48354"/>
                  <a:pt x="29129" y="48470"/>
                </a:cubicBezTo>
                <a:cubicBezTo>
                  <a:pt x="19225" y="48529"/>
                  <a:pt x="11943" y="45965"/>
                  <a:pt x="7282" y="40795"/>
                </a:cubicBezTo>
                <a:cubicBezTo>
                  <a:pt x="2622" y="35610"/>
                  <a:pt x="233" y="27483"/>
                  <a:pt x="117" y="16443"/>
                </a:cubicBezTo>
                <a:lnTo>
                  <a:pt x="0" y="510"/>
                </a:lnTo>
                <a:lnTo>
                  <a:pt x="57355" y="0"/>
                </a:lnTo>
                <a:close/>
                <a:moveTo>
                  <a:pt x="5735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FC5CF-D169-4AB7-A220-3B196D2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139" y="973393"/>
            <a:ext cx="57631" cy="37430"/>
          </a:xfrm>
          <a:custGeom xmlns:a="http://schemas.openxmlformats.org/drawingml/2006/main">
            <a:pathLst>
              <a:path w="57631" h="37430">
                <a:moveTo>
                  <a:pt x="57355" y="0"/>
                </a:moveTo>
                <a:lnTo>
                  <a:pt x="57631" y="36236"/>
                </a:lnTo>
                <a:lnTo>
                  <a:pt x="51092" y="36294"/>
                </a:lnTo>
                <a:lnTo>
                  <a:pt x="50873" y="7792"/>
                </a:lnTo>
                <a:lnTo>
                  <a:pt x="33906" y="7967"/>
                </a:lnTo>
                <a:lnTo>
                  <a:pt x="34139" y="35217"/>
                </a:lnTo>
                <a:lnTo>
                  <a:pt x="27600" y="35275"/>
                </a:lnTo>
                <a:lnTo>
                  <a:pt x="27366" y="8025"/>
                </a:lnTo>
                <a:lnTo>
                  <a:pt x="6598" y="8200"/>
                </a:lnTo>
                <a:lnTo>
                  <a:pt x="6831" y="37387"/>
                </a:lnTo>
                <a:lnTo>
                  <a:pt x="291" y="37430"/>
                </a:lnTo>
                <a:lnTo>
                  <a:pt x="0" y="451"/>
                </a:lnTo>
                <a:lnTo>
                  <a:pt x="57355" y="0"/>
                </a:lnTo>
                <a:close/>
                <a:moveTo>
                  <a:pt x="5735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1E705-5D08-4E16-AC0E-186CE743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1" y="1020611"/>
            <a:ext cx="59510" cy="40678"/>
          </a:xfrm>
          <a:custGeom xmlns:a="http://schemas.openxmlformats.org/drawingml/2006/main">
            <a:pathLst>
              <a:path w="59510" h="40678">
                <a:moveTo>
                  <a:pt x="56728" y="36877"/>
                </a:moveTo>
                <a:lnTo>
                  <a:pt x="49155" y="36921"/>
                </a:lnTo>
                <a:cubicBezTo>
                  <a:pt x="50524" y="33964"/>
                  <a:pt x="51543" y="31182"/>
                  <a:pt x="52228" y="28561"/>
                </a:cubicBezTo>
                <a:cubicBezTo>
                  <a:pt x="52912" y="25954"/>
                  <a:pt x="53262" y="23390"/>
                  <a:pt x="53204" y="21002"/>
                </a:cubicBezTo>
                <a:cubicBezTo>
                  <a:pt x="53204" y="16734"/>
                  <a:pt x="52344" y="13487"/>
                  <a:pt x="50699" y="11215"/>
                </a:cubicBezTo>
                <a:cubicBezTo>
                  <a:pt x="49038" y="8943"/>
                  <a:pt x="46650" y="7792"/>
                  <a:pt x="43635" y="7850"/>
                </a:cubicBezTo>
                <a:cubicBezTo>
                  <a:pt x="41130" y="7850"/>
                  <a:pt x="39207" y="8651"/>
                  <a:pt x="37955" y="10181"/>
                </a:cubicBezTo>
                <a:cubicBezTo>
                  <a:pt x="36644" y="11724"/>
                  <a:pt x="35625" y="14623"/>
                  <a:pt x="34882" y="18890"/>
                </a:cubicBezTo>
                <a:lnTo>
                  <a:pt x="33964" y="23551"/>
                </a:lnTo>
                <a:cubicBezTo>
                  <a:pt x="32886" y="29362"/>
                  <a:pt x="31008" y="33629"/>
                  <a:pt x="28226" y="36411"/>
                </a:cubicBezTo>
                <a:cubicBezTo>
                  <a:pt x="25488" y="39207"/>
                  <a:pt x="21788" y="40562"/>
                  <a:pt x="17128" y="40620"/>
                </a:cubicBezTo>
                <a:cubicBezTo>
                  <a:pt x="11550" y="40678"/>
                  <a:pt x="7340" y="38858"/>
                  <a:pt x="4442" y="35158"/>
                </a:cubicBezTo>
                <a:cubicBezTo>
                  <a:pt x="1544" y="31459"/>
                  <a:pt x="58" y="25997"/>
                  <a:pt x="0" y="18832"/>
                </a:cubicBezTo>
                <a:cubicBezTo>
                  <a:pt x="0" y="16108"/>
                  <a:pt x="291" y="13210"/>
                  <a:pt x="859" y="10137"/>
                </a:cubicBezTo>
                <a:cubicBezTo>
                  <a:pt x="1427" y="7122"/>
                  <a:pt x="2330" y="3932"/>
                  <a:pt x="3481" y="626"/>
                </a:cubicBezTo>
                <a:lnTo>
                  <a:pt x="11491" y="568"/>
                </a:lnTo>
                <a:cubicBezTo>
                  <a:pt x="9729" y="3699"/>
                  <a:pt x="8418" y="6831"/>
                  <a:pt x="7573" y="9846"/>
                </a:cubicBezTo>
                <a:cubicBezTo>
                  <a:pt x="6714" y="12860"/>
                  <a:pt x="6263" y="15875"/>
                  <a:pt x="6321" y="18774"/>
                </a:cubicBezTo>
                <a:cubicBezTo>
                  <a:pt x="6321" y="23216"/>
                  <a:pt x="7224" y="26580"/>
                  <a:pt x="8986" y="29012"/>
                </a:cubicBezTo>
                <a:cubicBezTo>
                  <a:pt x="10763" y="31415"/>
                  <a:pt x="13254" y="32551"/>
                  <a:pt x="16501" y="32551"/>
                </a:cubicBezTo>
                <a:cubicBezTo>
                  <a:pt x="19283" y="32493"/>
                  <a:pt x="21512" y="31634"/>
                  <a:pt x="23041" y="29872"/>
                </a:cubicBezTo>
                <a:cubicBezTo>
                  <a:pt x="24643" y="28168"/>
                  <a:pt x="25837" y="25327"/>
                  <a:pt x="26565" y="21337"/>
                </a:cubicBezTo>
                <a:lnTo>
                  <a:pt x="27425" y="16618"/>
                </a:lnTo>
                <a:cubicBezTo>
                  <a:pt x="28561" y="10807"/>
                  <a:pt x="30323" y="6598"/>
                  <a:pt x="32770" y="4049"/>
                </a:cubicBezTo>
                <a:cubicBezTo>
                  <a:pt x="35158" y="1427"/>
                  <a:pt x="38581" y="117"/>
                  <a:pt x="42965" y="58"/>
                </a:cubicBezTo>
                <a:cubicBezTo>
                  <a:pt x="48019" y="0"/>
                  <a:pt x="52053" y="1762"/>
                  <a:pt x="55024" y="5301"/>
                </a:cubicBezTo>
                <a:cubicBezTo>
                  <a:pt x="57981" y="8884"/>
                  <a:pt x="59452" y="13778"/>
                  <a:pt x="59510" y="20026"/>
                </a:cubicBezTo>
                <a:cubicBezTo>
                  <a:pt x="59510" y="22706"/>
                  <a:pt x="59292" y="25488"/>
                  <a:pt x="58826" y="28284"/>
                </a:cubicBezTo>
                <a:cubicBezTo>
                  <a:pt x="58374" y="31066"/>
                  <a:pt x="57690" y="33906"/>
                  <a:pt x="56728" y="36877"/>
                </a:cubicBezTo>
                <a:close/>
                <a:moveTo>
                  <a:pt x="56728" y="3687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C75A4-0DE0-494C-A1DB-6A7A3121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999" y="1073014"/>
            <a:ext cx="57515" cy="37212"/>
          </a:xfrm>
          <a:custGeom xmlns:a="http://schemas.openxmlformats.org/drawingml/2006/main">
            <a:pathLst>
              <a:path w="57515" h="37212">
                <a:moveTo>
                  <a:pt x="51034" y="7792"/>
                </a:moveTo>
                <a:lnTo>
                  <a:pt x="29464" y="7967"/>
                </a:lnTo>
                <a:lnTo>
                  <a:pt x="29522" y="17754"/>
                </a:lnTo>
                <a:cubicBezTo>
                  <a:pt x="29580" y="21337"/>
                  <a:pt x="30556" y="24119"/>
                  <a:pt x="32420" y="26056"/>
                </a:cubicBezTo>
                <a:cubicBezTo>
                  <a:pt x="34299" y="28051"/>
                  <a:pt x="36979" y="29012"/>
                  <a:pt x="40445" y="28954"/>
                </a:cubicBezTo>
                <a:cubicBezTo>
                  <a:pt x="43868" y="28954"/>
                  <a:pt x="46475" y="27935"/>
                  <a:pt x="48354" y="25939"/>
                </a:cubicBezTo>
                <a:cubicBezTo>
                  <a:pt x="50233" y="23944"/>
                  <a:pt x="51150" y="21162"/>
                  <a:pt x="51092" y="17521"/>
                </a:cubicBezTo>
                <a:lnTo>
                  <a:pt x="51034" y="7792"/>
                </a:lnTo>
                <a:close/>
                <a:moveTo>
                  <a:pt x="57340" y="0"/>
                </a:moveTo>
                <a:lnTo>
                  <a:pt x="57457" y="17463"/>
                </a:lnTo>
                <a:cubicBezTo>
                  <a:pt x="57515" y="23900"/>
                  <a:pt x="56102" y="28794"/>
                  <a:pt x="53247" y="32085"/>
                </a:cubicBezTo>
                <a:cubicBezTo>
                  <a:pt x="50349" y="35450"/>
                  <a:pt x="46082" y="37096"/>
                  <a:pt x="40504" y="37154"/>
                </a:cubicBezTo>
                <a:cubicBezTo>
                  <a:pt x="34823" y="37212"/>
                  <a:pt x="30556" y="35610"/>
                  <a:pt x="27643" y="32318"/>
                </a:cubicBezTo>
                <a:cubicBezTo>
                  <a:pt x="24687" y="29071"/>
                  <a:pt x="23216" y="24235"/>
                  <a:pt x="23157" y="17812"/>
                </a:cubicBezTo>
                <a:lnTo>
                  <a:pt x="23099" y="8025"/>
                </a:lnTo>
                <a:lnTo>
                  <a:pt x="58" y="8185"/>
                </a:lnTo>
                <a:lnTo>
                  <a:pt x="0" y="451"/>
                </a:lnTo>
                <a:lnTo>
                  <a:pt x="57340" y="0"/>
                </a:lnTo>
                <a:close/>
                <a:moveTo>
                  <a:pt x="5734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56C13-626D-4510-9B2D-48C4B78A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392" y="1120057"/>
            <a:ext cx="59801" cy="7632"/>
          </a:xfrm>
          <a:custGeom xmlns:a="http://schemas.openxmlformats.org/drawingml/2006/main">
            <a:pathLst>
              <a:path w="59801" h="7632">
                <a:moveTo>
                  <a:pt x="59743" y="0"/>
                </a:moveTo>
                <a:lnTo>
                  <a:pt x="59801" y="7122"/>
                </a:lnTo>
                <a:lnTo>
                  <a:pt x="58" y="7632"/>
                </a:lnTo>
                <a:lnTo>
                  <a:pt x="0" y="524"/>
                </a:lnTo>
                <a:lnTo>
                  <a:pt x="59743" y="0"/>
                </a:lnTo>
                <a:close/>
                <a:moveTo>
                  <a:pt x="5974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A53B4-138F-4075-B5FE-2DF3842B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47" y="1141335"/>
            <a:ext cx="44319" cy="36411"/>
          </a:xfrm>
          <a:custGeom xmlns:a="http://schemas.openxmlformats.org/drawingml/2006/main">
            <a:pathLst>
              <a:path w="44319" h="36411">
                <a:moveTo>
                  <a:pt x="17972" y="233"/>
                </a:moveTo>
                <a:lnTo>
                  <a:pt x="44028" y="0"/>
                </a:lnTo>
                <a:lnTo>
                  <a:pt x="44086" y="7064"/>
                </a:lnTo>
                <a:lnTo>
                  <a:pt x="18307" y="7282"/>
                </a:lnTo>
                <a:cubicBezTo>
                  <a:pt x="14215" y="7340"/>
                  <a:pt x="11200" y="8141"/>
                  <a:pt x="9161" y="9729"/>
                </a:cubicBezTo>
                <a:cubicBezTo>
                  <a:pt x="7166" y="11389"/>
                  <a:pt x="6146" y="13778"/>
                  <a:pt x="6190" y="16953"/>
                </a:cubicBezTo>
                <a:cubicBezTo>
                  <a:pt x="6190" y="20711"/>
                  <a:pt x="7442" y="23725"/>
                  <a:pt x="9889" y="25954"/>
                </a:cubicBezTo>
                <a:cubicBezTo>
                  <a:pt x="12336" y="28109"/>
                  <a:pt x="15700" y="29187"/>
                  <a:pt x="19910" y="29187"/>
                </a:cubicBezTo>
                <a:lnTo>
                  <a:pt x="44261" y="28969"/>
                </a:lnTo>
                <a:lnTo>
                  <a:pt x="44319" y="36018"/>
                </a:lnTo>
                <a:lnTo>
                  <a:pt x="1311" y="36411"/>
                </a:lnTo>
                <a:lnTo>
                  <a:pt x="1253" y="29362"/>
                </a:lnTo>
                <a:lnTo>
                  <a:pt x="7850" y="29304"/>
                </a:lnTo>
                <a:cubicBezTo>
                  <a:pt x="5229" y="27600"/>
                  <a:pt x="3292" y="25604"/>
                  <a:pt x="1981" y="23332"/>
                </a:cubicBezTo>
                <a:cubicBezTo>
                  <a:pt x="685" y="21118"/>
                  <a:pt x="58" y="18497"/>
                  <a:pt x="0" y="15482"/>
                </a:cubicBezTo>
                <a:cubicBezTo>
                  <a:pt x="0" y="10530"/>
                  <a:pt x="1471" y="6772"/>
                  <a:pt x="4544" y="4209"/>
                </a:cubicBezTo>
                <a:cubicBezTo>
                  <a:pt x="7559" y="1602"/>
                  <a:pt x="12059" y="291"/>
                  <a:pt x="17972" y="233"/>
                </a:cubicBezTo>
                <a:close/>
                <a:moveTo>
                  <a:pt x="17972" y="2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248E0-7D68-476B-A927-01B83E5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50" y="1188961"/>
            <a:ext cx="60428" cy="38683"/>
          </a:xfrm>
          <a:custGeom xmlns:a="http://schemas.openxmlformats.org/drawingml/2006/main">
            <a:pathLst>
              <a:path w="60428" h="38683">
                <a:moveTo>
                  <a:pt x="38465" y="31459"/>
                </a:moveTo>
                <a:cubicBezTo>
                  <a:pt x="43577" y="31401"/>
                  <a:pt x="47567" y="30323"/>
                  <a:pt x="50349" y="28153"/>
                </a:cubicBezTo>
                <a:cubicBezTo>
                  <a:pt x="53145" y="26056"/>
                  <a:pt x="54558" y="23099"/>
                  <a:pt x="54500" y="19225"/>
                </a:cubicBezTo>
                <a:cubicBezTo>
                  <a:pt x="54500" y="15467"/>
                  <a:pt x="53029" y="12511"/>
                  <a:pt x="50174" y="10472"/>
                </a:cubicBezTo>
                <a:cubicBezTo>
                  <a:pt x="47393" y="8360"/>
                  <a:pt x="43416" y="7340"/>
                  <a:pt x="38290" y="7399"/>
                </a:cubicBezTo>
                <a:cubicBezTo>
                  <a:pt x="33163" y="7399"/>
                  <a:pt x="29245" y="8476"/>
                  <a:pt x="26449" y="10632"/>
                </a:cubicBezTo>
                <a:cubicBezTo>
                  <a:pt x="23667" y="12802"/>
                  <a:pt x="22240" y="15759"/>
                  <a:pt x="22298" y="19516"/>
                </a:cubicBezTo>
                <a:cubicBezTo>
                  <a:pt x="22298" y="23318"/>
                  <a:pt x="23784" y="26289"/>
                  <a:pt x="26565" y="28386"/>
                </a:cubicBezTo>
                <a:cubicBezTo>
                  <a:pt x="29420" y="30440"/>
                  <a:pt x="33396" y="31459"/>
                  <a:pt x="38465" y="31459"/>
                </a:cubicBezTo>
                <a:close/>
                <a:moveTo>
                  <a:pt x="21847" y="38625"/>
                </a:moveTo>
                <a:cubicBezTo>
                  <a:pt x="14564" y="38683"/>
                  <a:pt x="9103" y="37154"/>
                  <a:pt x="5520" y="33906"/>
                </a:cubicBezTo>
                <a:cubicBezTo>
                  <a:pt x="1879" y="30716"/>
                  <a:pt x="58" y="25721"/>
                  <a:pt x="0" y="19007"/>
                </a:cubicBezTo>
                <a:cubicBezTo>
                  <a:pt x="0" y="16560"/>
                  <a:pt x="175" y="14215"/>
                  <a:pt x="510" y="12001"/>
                </a:cubicBezTo>
                <a:cubicBezTo>
                  <a:pt x="859" y="9787"/>
                  <a:pt x="1427" y="7617"/>
                  <a:pt x="2170" y="5578"/>
                </a:cubicBezTo>
                <a:lnTo>
                  <a:pt x="9044" y="5520"/>
                </a:lnTo>
                <a:cubicBezTo>
                  <a:pt x="7908" y="7559"/>
                  <a:pt x="7107" y="9671"/>
                  <a:pt x="6598" y="11666"/>
                </a:cubicBezTo>
                <a:cubicBezTo>
                  <a:pt x="6088" y="13705"/>
                  <a:pt x="5811" y="15759"/>
                  <a:pt x="5855" y="17856"/>
                </a:cubicBezTo>
                <a:cubicBezTo>
                  <a:pt x="5855" y="22473"/>
                  <a:pt x="7107" y="25939"/>
                  <a:pt x="9554" y="28211"/>
                </a:cubicBezTo>
                <a:cubicBezTo>
                  <a:pt x="12001" y="30498"/>
                  <a:pt x="15642" y="31634"/>
                  <a:pt x="20536" y="31576"/>
                </a:cubicBezTo>
                <a:lnTo>
                  <a:pt x="24060" y="31576"/>
                </a:lnTo>
                <a:cubicBezTo>
                  <a:pt x="21512" y="30148"/>
                  <a:pt x="19575" y="28269"/>
                  <a:pt x="18322" y="25997"/>
                </a:cubicBezTo>
                <a:cubicBezTo>
                  <a:pt x="17011" y="23725"/>
                  <a:pt x="16385" y="21046"/>
                  <a:pt x="16385" y="17856"/>
                </a:cubicBezTo>
                <a:cubicBezTo>
                  <a:pt x="16327" y="12569"/>
                  <a:pt x="18264" y="8302"/>
                  <a:pt x="22298" y="5068"/>
                </a:cubicBezTo>
                <a:cubicBezTo>
                  <a:pt x="26289" y="1762"/>
                  <a:pt x="31576" y="117"/>
                  <a:pt x="38232" y="58"/>
                </a:cubicBezTo>
                <a:cubicBezTo>
                  <a:pt x="44887" y="0"/>
                  <a:pt x="50233" y="1588"/>
                  <a:pt x="54281" y="4777"/>
                </a:cubicBezTo>
                <a:cubicBezTo>
                  <a:pt x="58316" y="7967"/>
                  <a:pt x="60369" y="12176"/>
                  <a:pt x="60428" y="17463"/>
                </a:cubicBezTo>
                <a:cubicBezTo>
                  <a:pt x="60428" y="20652"/>
                  <a:pt x="59845" y="23376"/>
                  <a:pt x="58593" y="25662"/>
                </a:cubicBezTo>
                <a:cubicBezTo>
                  <a:pt x="57355" y="27935"/>
                  <a:pt x="55476" y="29872"/>
                  <a:pt x="52971" y="31343"/>
                </a:cubicBezTo>
                <a:lnTo>
                  <a:pt x="59510" y="31284"/>
                </a:lnTo>
                <a:lnTo>
                  <a:pt x="59568" y="38348"/>
                </a:lnTo>
                <a:lnTo>
                  <a:pt x="21847" y="38625"/>
                </a:lnTo>
                <a:close/>
                <a:moveTo>
                  <a:pt x="21847" y="386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D093C-07CC-490E-9C56-DA0DCC02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426" y="1241699"/>
            <a:ext cx="59787" cy="7559"/>
          </a:xfrm>
          <a:custGeom xmlns:a="http://schemas.openxmlformats.org/drawingml/2006/main">
            <a:pathLst>
              <a:path w="59787" h="7559">
                <a:moveTo>
                  <a:pt x="43009" y="175"/>
                </a:moveTo>
                <a:lnTo>
                  <a:pt x="43067" y="7224"/>
                </a:lnTo>
                <a:lnTo>
                  <a:pt x="58" y="7559"/>
                </a:lnTo>
                <a:lnTo>
                  <a:pt x="0" y="510"/>
                </a:lnTo>
                <a:lnTo>
                  <a:pt x="43009" y="175"/>
                </a:lnTo>
                <a:close/>
                <a:moveTo>
                  <a:pt x="59729" y="0"/>
                </a:moveTo>
                <a:lnTo>
                  <a:pt x="59787" y="7049"/>
                </a:lnTo>
                <a:lnTo>
                  <a:pt x="50859" y="7166"/>
                </a:lnTo>
                <a:lnTo>
                  <a:pt x="50801" y="58"/>
                </a:lnTo>
                <a:lnTo>
                  <a:pt x="59729" y="0"/>
                </a:lnTo>
                <a:close/>
                <a:moveTo>
                  <a:pt x="5972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04722-773D-4F0E-9AEA-13586682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586" y="1263429"/>
            <a:ext cx="44261" cy="36411"/>
          </a:xfrm>
          <a:custGeom xmlns:a="http://schemas.openxmlformats.org/drawingml/2006/main">
            <a:pathLst>
              <a:path w="44261" h="36411">
                <a:moveTo>
                  <a:pt x="26289" y="36193"/>
                </a:moveTo>
                <a:lnTo>
                  <a:pt x="291" y="36411"/>
                </a:lnTo>
                <a:lnTo>
                  <a:pt x="233" y="29304"/>
                </a:lnTo>
                <a:lnTo>
                  <a:pt x="25997" y="29129"/>
                </a:lnTo>
                <a:cubicBezTo>
                  <a:pt x="30046" y="29071"/>
                  <a:pt x="33119" y="28284"/>
                  <a:pt x="35100" y="26624"/>
                </a:cubicBezTo>
                <a:cubicBezTo>
                  <a:pt x="37096" y="25036"/>
                  <a:pt x="38115" y="22648"/>
                  <a:pt x="38071" y="19458"/>
                </a:cubicBezTo>
                <a:cubicBezTo>
                  <a:pt x="38071" y="15642"/>
                  <a:pt x="36819" y="12686"/>
                  <a:pt x="34372" y="10472"/>
                </a:cubicBezTo>
                <a:cubicBezTo>
                  <a:pt x="31925" y="8302"/>
                  <a:pt x="28561" y="7224"/>
                  <a:pt x="24352" y="7282"/>
                </a:cubicBezTo>
                <a:lnTo>
                  <a:pt x="58" y="7457"/>
                </a:lnTo>
                <a:lnTo>
                  <a:pt x="0" y="350"/>
                </a:lnTo>
                <a:lnTo>
                  <a:pt x="43009" y="0"/>
                </a:lnTo>
                <a:lnTo>
                  <a:pt x="43067" y="7107"/>
                </a:lnTo>
                <a:lnTo>
                  <a:pt x="36411" y="7166"/>
                </a:lnTo>
                <a:cubicBezTo>
                  <a:pt x="38974" y="8826"/>
                  <a:pt x="40970" y="10807"/>
                  <a:pt x="42222" y="13093"/>
                </a:cubicBezTo>
                <a:cubicBezTo>
                  <a:pt x="43533" y="15365"/>
                  <a:pt x="44203" y="17987"/>
                  <a:pt x="44203" y="21002"/>
                </a:cubicBezTo>
                <a:cubicBezTo>
                  <a:pt x="44261" y="25939"/>
                  <a:pt x="42790" y="29697"/>
                  <a:pt x="39717" y="32260"/>
                </a:cubicBezTo>
                <a:cubicBezTo>
                  <a:pt x="36702" y="34823"/>
                  <a:pt x="32202" y="36134"/>
                  <a:pt x="26289" y="36193"/>
                </a:cubicBezTo>
                <a:close/>
                <a:moveTo>
                  <a:pt x="26289" y="361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6527C-A511-4113-A3CF-E0C892BC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052" y="1314797"/>
            <a:ext cx="9773" cy="8200"/>
          </a:xfrm>
          <a:custGeom xmlns:a="http://schemas.openxmlformats.org/drawingml/2006/main">
            <a:pathLst>
              <a:path w="9773" h="8200">
                <a:moveTo>
                  <a:pt x="9729" y="0"/>
                </a:moveTo>
                <a:lnTo>
                  <a:pt x="9773" y="8141"/>
                </a:lnTo>
                <a:lnTo>
                  <a:pt x="44" y="8200"/>
                </a:lnTo>
                <a:lnTo>
                  <a:pt x="0" y="117"/>
                </a:lnTo>
                <a:lnTo>
                  <a:pt x="9729" y="0"/>
                </a:lnTo>
                <a:close/>
                <a:moveTo>
                  <a:pt x="972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95E44-06E2-4241-8646-1EB9768C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251" y="1335566"/>
            <a:ext cx="59627" cy="46548"/>
          </a:xfrm>
          <a:custGeom xmlns:a="http://schemas.openxmlformats.org/drawingml/2006/main">
            <a:pathLst>
              <a:path w="59627" h="46548">
                <a:moveTo>
                  <a:pt x="54267" y="46140"/>
                </a:moveTo>
                <a:lnTo>
                  <a:pt x="46082" y="46198"/>
                </a:lnTo>
                <a:cubicBezTo>
                  <a:pt x="48529" y="43577"/>
                  <a:pt x="50291" y="40737"/>
                  <a:pt x="51485" y="37780"/>
                </a:cubicBezTo>
                <a:cubicBezTo>
                  <a:pt x="52621" y="34823"/>
                  <a:pt x="53189" y="31692"/>
                  <a:pt x="53189" y="28342"/>
                </a:cubicBezTo>
                <a:cubicBezTo>
                  <a:pt x="53131" y="21788"/>
                  <a:pt x="51092" y="16793"/>
                  <a:pt x="47043" y="13370"/>
                </a:cubicBezTo>
                <a:cubicBezTo>
                  <a:pt x="43009" y="9904"/>
                  <a:pt x="37212" y="8200"/>
                  <a:pt x="29639" y="8258"/>
                </a:cubicBezTo>
                <a:cubicBezTo>
                  <a:pt x="22080" y="8360"/>
                  <a:pt x="16327" y="10137"/>
                  <a:pt x="12351" y="13661"/>
                </a:cubicBezTo>
                <a:cubicBezTo>
                  <a:pt x="8360" y="17186"/>
                  <a:pt x="6423" y="22196"/>
                  <a:pt x="6481" y="28736"/>
                </a:cubicBezTo>
                <a:cubicBezTo>
                  <a:pt x="6481" y="32085"/>
                  <a:pt x="7107" y="35217"/>
                  <a:pt x="8360" y="38173"/>
                </a:cubicBezTo>
                <a:cubicBezTo>
                  <a:pt x="9554" y="41130"/>
                  <a:pt x="11433" y="43868"/>
                  <a:pt x="13880" y="46490"/>
                </a:cubicBezTo>
                <a:lnTo>
                  <a:pt x="5738" y="46548"/>
                </a:lnTo>
                <a:cubicBezTo>
                  <a:pt x="3874" y="43868"/>
                  <a:pt x="2505" y="40970"/>
                  <a:pt x="1529" y="37955"/>
                </a:cubicBezTo>
                <a:cubicBezTo>
                  <a:pt x="568" y="34940"/>
                  <a:pt x="117" y="31750"/>
                  <a:pt x="58" y="28342"/>
                </a:cubicBezTo>
                <a:cubicBezTo>
                  <a:pt x="0" y="19691"/>
                  <a:pt x="2622" y="12802"/>
                  <a:pt x="7850" y="7748"/>
                </a:cubicBezTo>
                <a:cubicBezTo>
                  <a:pt x="13137" y="2738"/>
                  <a:pt x="20361" y="175"/>
                  <a:pt x="29580" y="117"/>
                </a:cubicBezTo>
                <a:cubicBezTo>
                  <a:pt x="38800" y="0"/>
                  <a:pt x="46082" y="2447"/>
                  <a:pt x="51427" y="7399"/>
                </a:cubicBezTo>
                <a:cubicBezTo>
                  <a:pt x="56772" y="12351"/>
                  <a:pt x="59510" y="19181"/>
                  <a:pt x="59568" y="27818"/>
                </a:cubicBezTo>
                <a:cubicBezTo>
                  <a:pt x="59627" y="31299"/>
                  <a:pt x="59161" y="34474"/>
                  <a:pt x="58258" y="37547"/>
                </a:cubicBezTo>
                <a:cubicBezTo>
                  <a:pt x="57398" y="40562"/>
                  <a:pt x="56044" y="43475"/>
                  <a:pt x="54267" y="46140"/>
                </a:cubicBezTo>
                <a:close/>
                <a:moveTo>
                  <a:pt x="54267" y="461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F7E2D-3CB3-44F7-95A1-0D82485B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722" y="1393663"/>
            <a:ext cx="57690" cy="43853"/>
          </a:xfrm>
          <a:custGeom xmlns:a="http://schemas.openxmlformats.org/drawingml/2006/main">
            <a:pathLst>
              <a:path w="57690" h="43853">
                <a:moveTo>
                  <a:pt x="57296" y="0"/>
                </a:moveTo>
                <a:lnTo>
                  <a:pt x="57413" y="10399"/>
                </a:lnTo>
                <a:lnTo>
                  <a:pt x="9685" y="36236"/>
                </a:lnTo>
                <a:lnTo>
                  <a:pt x="57631" y="35843"/>
                </a:lnTo>
                <a:lnTo>
                  <a:pt x="57690" y="43344"/>
                </a:lnTo>
                <a:lnTo>
                  <a:pt x="350" y="43853"/>
                </a:lnTo>
                <a:lnTo>
                  <a:pt x="233" y="33396"/>
                </a:lnTo>
                <a:lnTo>
                  <a:pt x="48019" y="7559"/>
                </a:lnTo>
                <a:lnTo>
                  <a:pt x="58" y="8010"/>
                </a:lnTo>
                <a:lnTo>
                  <a:pt x="0" y="451"/>
                </a:lnTo>
                <a:lnTo>
                  <a:pt x="57296" y="0"/>
                </a:lnTo>
                <a:close/>
                <a:moveTo>
                  <a:pt x="5729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80A40-E4B0-436C-828C-04266699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188" y="1452489"/>
            <a:ext cx="57748" cy="43853"/>
          </a:xfrm>
          <a:custGeom xmlns:a="http://schemas.openxmlformats.org/drawingml/2006/main">
            <a:pathLst>
              <a:path w="57748" h="43853">
                <a:moveTo>
                  <a:pt x="57340" y="0"/>
                </a:moveTo>
                <a:lnTo>
                  <a:pt x="57457" y="10399"/>
                </a:lnTo>
                <a:lnTo>
                  <a:pt x="9671" y="36236"/>
                </a:lnTo>
                <a:lnTo>
                  <a:pt x="57690" y="35843"/>
                </a:lnTo>
                <a:lnTo>
                  <a:pt x="57748" y="43344"/>
                </a:lnTo>
                <a:lnTo>
                  <a:pt x="393" y="43853"/>
                </a:lnTo>
                <a:lnTo>
                  <a:pt x="277" y="33396"/>
                </a:lnTo>
                <a:lnTo>
                  <a:pt x="48019" y="7617"/>
                </a:lnTo>
                <a:lnTo>
                  <a:pt x="58" y="8010"/>
                </a:lnTo>
                <a:lnTo>
                  <a:pt x="0" y="451"/>
                </a:lnTo>
                <a:lnTo>
                  <a:pt x="57340" y="0"/>
                </a:lnTo>
                <a:close/>
                <a:moveTo>
                  <a:pt x="5734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E431A-1431-4875-A421-50469344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465" y="1436730"/>
            <a:ext cx="57515" cy="38173"/>
          </a:xfrm>
          <a:custGeom xmlns:a="http://schemas.openxmlformats.org/drawingml/2006/main">
            <a:pathLst>
              <a:path w="57515" h="38173">
                <a:moveTo>
                  <a:pt x="6539" y="29129"/>
                </a:moveTo>
                <a:lnTo>
                  <a:pt x="28109" y="29639"/>
                </a:lnTo>
                <a:lnTo>
                  <a:pt x="28328" y="19910"/>
                </a:lnTo>
                <a:cubicBezTo>
                  <a:pt x="28444" y="16268"/>
                  <a:pt x="27600" y="13472"/>
                  <a:pt x="25779" y="11433"/>
                </a:cubicBezTo>
                <a:cubicBezTo>
                  <a:pt x="23958" y="9438"/>
                  <a:pt x="21337" y="8360"/>
                  <a:pt x="17871" y="8302"/>
                </a:cubicBezTo>
                <a:cubicBezTo>
                  <a:pt x="14390" y="8185"/>
                  <a:pt x="11724" y="9103"/>
                  <a:pt x="9846" y="11025"/>
                </a:cubicBezTo>
                <a:cubicBezTo>
                  <a:pt x="7908" y="12962"/>
                  <a:pt x="6889" y="15759"/>
                  <a:pt x="6831" y="19342"/>
                </a:cubicBezTo>
                <a:lnTo>
                  <a:pt x="6539" y="29129"/>
                </a:lnTo>
                <a:close/>
                <a:moveTo>
                  <a:pt x="0" y="36688"/>
                </a:moveTo>
                <a:lnTo>
                  <a:pt x="451" y="19167"/>
                </a:lnTo>
                <a:cubicBezTo>
                  <a:pt x="626" y="12744"/>
                  <a:pt x="2156" y="7952"/>
                  <a:pt x="5170" y="4719"/>
                </a:cubicBezTo>
                <a:cubicBezTo>
                  <a:pt x="8141" y="1529"/>
                  <a:pt x="12453" y="0"/>
                  <a:pt x="18031" y="102"/>
                </a:cubicBezTo>
                <a:cubicBezTo>
                  <a:pt x="23725" y="277"/>
                  <a:pt x="27935" y="1981"/>
                  <a:pt x="30775" y="5403"/>
                </a:cubicBezTo>
                <a:cubicBezTo>
                  <a:pt x="33571" y="8753"/>
                  <a:pt x="34882" y="13647"/>
                  <a:pt x="34707" y="20070"/>
                </a:cubicBezTo>
                <a:lnTo>
                  <a:pt x="34474" y="29799"/>
                </a:lnTo>
                <a:lnTo>
                  <a:pt x="57515" y="30381"/>
                </a:lnTo>
                <a:lnTo>
                  <a:pt x="57296" y="38173"/>
                </a:lnTo>
                <a:lnTo>
                  <a:pt x="0" y="36688"/>
                </a:lnTo>
                <a:close/>
                <a:moveTo>
                  <a:pt x="0" y="366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2F9DA-67E3-4F12-8548-799A355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213" y="1391217"/>
            <a:ext cx="60646" cy="36804"/>
          </a:xfrm>
          <a:custGeom xmlns:a="http://schemas.openxmlformats.org/drawingml/2006/main">
            <a:pathLst>
              <a:path w="60646" h="36804">
                <a:moveTo>
                  <a:pt x="34707" y="160"/>
                </a:moveTo>
                <a:lnTo>
                  <a:pt x="60646" y="786"/>
                </a:lnTo>
                <a:lnTo>
                  <a:pt x="60471" y="7850"/>
                </a:lnTo>
                <a:lnTo>
                  <a:pt x="34765" y="7224"/>
                </a:lnTo>
                <a:cubicBezTo>
                  <a:pt x="30716" y="7107"/>
                  <a:pt x="27658" y="7850"/>
                  <a:pt x="25604" y="9379"/>
                </a:cubicBezTo>
                <a:cubicBezTo>
                  <a:pt x="23492" y="10923"/>
                  <a:pt x="22473" y="13254"/>
                  <a:pt x="22356" y="16443"/>
                </a:cubicBezTo>
                <a:cubicBezTo>
                  <a:pt x="22240" y="20245"/>
                  <a:pt x="23390" y="23259"/>
                  <a:pt x="25779" y="25531"/>
                </a:cubicBezTo>
                <a:cubicBezTo>
                  <a:pt x="28168" y="27818"/>
                  <a:pt x="31459" y="29012"/>
                  <a:pt x="35610" y="29129"/>
                </a:cubicBezTo>
                <a:lnTo>
                  <a:pt x="59962" y="29755"/>
                </a:lnTo>
                <a:lnTo>
                  <a:pt x="59743" y="36804"/>
                </a:lnTo>
                <a:lnTo>
                  <a:pt x="0" y="35319"/>
                </a:lnTo>
                <a:lnTo>
                  <a:pt x="175" y="28211"/>
                </a:lnTo>
                <a:lnTo>
                  <a:pt x="23609" y="28779"/>
                </a:lnTo>
                <a:cubicBezTo>
                  <a:pt x="21104" y="27017"/>
                  <a:pt x="19167" y="25022"/>
                  <a:pt x="17972" y="22691"/>
                </a:cubicBezTo>
                <a:cubicBezTo>
                  <a:pt x="16778" y="20361"/>
                  <a:pt x="16210" y="17681"/>
                  <a:pt x="16268" y="14666"/>
                </a:cubicBezTo>
                <a:cubicBezTo>
                  <a:pt x="16385" y="9773"/>
                  <a:pt x="18031" y="6088"/>
                  <a:pt x="21104" y="3641"/>
                </a:cubicBezTo>
                <a:cubicBezTo>
                  <a:pt x="24235" y="1136"/>
                  <a:pt x="28794" y="0"/>
                  <a:pt x="34707" y="160"/>
                </a:cubicBezTo>
                <a:close/>
                <a:moveTo>
                  <a:pt x="34707" y="1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B5AAC-C0F5-447F-A5A6-071C475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515" y="1340809"/>
            <a:ext cx="45455" cy="39819"/>
          </a:xfrm>
          <a:custGeom xmlns:a="http://schemas.openxmlformats.org/drawingml/2006/main">
            <a:pathLst>
              <a:path w="45455" h="39819">
                <a:moveTo>
                  <a:pt x="6132" y="19516"/>
                </a:moveTo>
                <a:cubicBezTo>
                  <a:pt x="6030" y="23259"/>
                  <a:pt x="7384" y="26332"/>
                  <a:pt x="10297" y="28604"/>
                </a:cubicBezTo>
                <a:cubicBezTo>
                  <a:pt x="13195" y="30891"/>
                  <a:pt x="17230" y="32085"/>
                  <a:pt x="22415" y="32202"/>
                </a:cubicBezTo>
                <a:cubicBezTo>
                  <a:pt x="27527" y="32362"/>
                  <a:pt x="31619" y="31343"/>
                  <a:pt x="34634" y="29231"/>
                </a:cubicBezTo>
                <a:cubicBezTo>
                  <a:pt x="37605" y="27133"/>
                  <a:pt x="39193" y="24177"/>
                  <a:pt x="39309" y="20361"/>
                </a:cubicBezTo>
                <a:cubicBezTo>
                  <a:pt x="39368" y="16603"/>
                  <a:pt x="37940" y="13589"/>
                  <a:pt x="35042" y="11317"/>
                </a:cubicBezTo>
                <a:cubicBezTo>
                  <a:pt x="32144" y="9044"/>
                  <a:pt x="28095" y="7792"/>
                  <a:pt x="23041" y="7675"/>
                </a:cubicBezTo>
                <a:cubicBezTo>
                  <a:pt x="17914" y="7559"/>
                  <a:pt x="13880" y="8535"/>
                  <a:pt x="10807" y="10690"/>
                </a:cubicBezTo>
                <a:cubicBezTo>
                  <a:pt x="7792" y="12802"/>
                  <a:pt x="6190" y="15759"/>
                  <a:pt x="6132" y="19516"/>
                </a:cubicBezTo>
                <a:close/>
                <a:moveTo>
                  <a:pt x="102" y="19342"/>
                </a:moveTo>
                <a:cubicBezTo>
                  <a:pt x="277" y="13195"/>
                  <a:pt x="2389" y="8418"/>
                  <a:pt x="6481" y="5054"/>
                </a:cubicBezTo>
                <a:cubicBezTo>
                  <a:pt x="10574" y="1646"/>
                  <a:pt x="16152" y="0"/>
                  <a:pt x="23201" y="160"/>
                </a:cubicBezTo>
                <a:cubicBezTo>
                  <a:pt x="30265" y="393"/>
                  <a:pt x="35726" y="2272"/>
                  <a:pt x="39644" y="5855"/>
                </a:cubicBezTo>
                <a:cubicBezTo>
                  <a:pt x="43577" y="9496"/>
                  <a:pt x="45455" y="14390"/>
                  <a:pt x="45281" y="20536"/>
                </a:cubicBezTo>
                <a:cubicBezTo>
                  <a:pt x="45106" y="26682"/>
                  <a:pt x="43009" y="31459"/>
                  <a:pt x="38901" y="34867"/>
                </a:cubicBezTo>
                <a:cubicBezTo>
                  <a:pt x="34809" y="38232"/>
                  <a:pt x="29231" y="39819"/>
                  <a:pt x="22182" y="39644"/>
                </a:cubicBezTo>
                <a:cubicBezTo>
                  <a:pt x="15132" y="39484"/>
                  <a:pt x="9671" y="37605"/>
                  <a:pt x="5738" y="34022"/>
                </a:cubicBezTo>
                <a:cubicBezTo>
                  <a:pt x="1864" y="30440"/>
                  <a:pt x="0" y="25546"/>
                  <a:pt x="102" y="19342"/>
                </a:cubicBezTo>
                <a:close/>
                <a:moveTo>
                  <a:pt x="102" y="193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6F7EC-61F6-4524-8DC7-99B272FB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262" y="1307238"/>
            <a:ext cx="55767" cy="26973"/>
          </a:xfrm>
          <a:custGeom xmlns:a="http://schemas.openxmlformats.org/drawingml/2006/main">
            <a:pathLst>
              <a:path w="55767" h="26973">
                <a:moveTo>
                  <a:pt x="175" y="14229"/>
                </a:moveTo>
                <a:lnTo>
                  <a:pt x="12409" y="14506"/>
                </a:lnTo>
                <a:lnTo>
                  <a:pt x="12744" y="0"/>
                </a:lnTo>
                <a:lnTo>
                  <a:pt x="18264" y="117"/>
                </a:lnTo>
                <a:lnTo>
                  <a:pt x="17871" y="14681"/>
                </a:lnTo>
                <a:lnTo>
                  <a:pt x="41203" y="15249"/>
                </a:lnTo>
                <a:cubicBezTo>
                  <a:pt x="44727" y="15365"/>
                  <a:pt x="46999" y="14899"/>
                  <a:pt x="48019" y="13996"/>
                </a:cubicBezTo>
                <a:cubicBezTo>
                  <a:pt x="49053" y="13035"/>
                  <a:pt x="49621" y="11098"/>
                  <a:pt x="49679" y="8185"/>
                </a:cubicBezTo>
                <a:lnTo>
                  <a:pt x="49839" y="903"/>
                </a:lnTo>
                <a:lnTo>
                  <a:pt x="55767" y="1078"/>
                </a:lnTo>
                <a:lnTo>
                  <a:pt x="55592" y="8302"/>
                </a:lnTo>
                <a:cubicBezTo>
                  <a:pt x="55418" y="13763"/>
                  <a:pt x="54340" y="17521"/>
                  <a:pt x="52228" y="19516"/>
                </a:cubicBezTo>
                <a:cubicBezTo>
                  <a:pt x="50131" y="21555"/>
                  <a:pt x="46431" y="22473"/>
                  <a:pt x="41028" y="22356"/>
                </a:cubicBezTo>
                <a:lnTo>
                  <a:pt x="17696" y="21730"/>
                </a:lnTo>
                <a:lnTo>
                  <a:pt x="17579" y="26973"/>
                </a:lnTo>
                <a:lnTo>
                  <a:pt x="12074" y="26798"/>
                </a:lnTo>
                <a:lnTo>
                  <a:pt x="12234" y="21614"/>
                </a:lnTo>
                <a:lnTo>
                  <a:pt x="0" y="21337"/>
                </a:lnTo>
                <a:lnTo>
                  <a:pt x="175" y="14229"/>
                </a:lnTo>
                <a:close/>
                <a:moveTo>
                  <a:pt x="175" y="142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5A053-E11D-480C-B1AA-C5408A3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496" y="1261899"/>
            <a:ext cx="45455" cy="39819"/>
          </a:xfrm>
          <a:custGeom xmlns:a="http://schemas.openxmlformats.org/drawingml/2006/main">
            <a:pathLst>
              <a:path w="45455" h="39819">
                <a:moveTo>
                  <a:pt x="6146" y="19516"/>
                </a:moveTo>
                <a:cubicBezTo>
                  <a:pt x="6030" y="23259"/>
                  <a:pt x="7457" y="26274"/>
                  <a:pt x="10355" y="28561"/>
                </a:cubicBezTo>
                <a:cubicBezTo>
                  <a:pt x="13254" y="30833"/>
                  <a:pt x="17244" y="32085"/>
                  <a:pt x="22415" y="32202"/>
                </a:cubicBezTo>
                <a:cubicBezTo>
                  <a:pt x="27541" y="32304"/>
                  <a:pt x="31634" y="31343"/>
                  <a:pt x="34649" y="29245"/>
                </a:cubicBezTo>
                <a:cubicBezTo>
                  <a:pt x="37664" y="27133"/>
                  <a:pt x="39207" y="24119"/>
                  <a:pt x="39309" y="20303"/>
                </a:cubicBezTo>
                <a:cubicBezTo>
                  <a:pt x="39426" y="16545"/>
                  <a:pt x="38013" y="13530"/>
                  <a:pt x="35100" y="11258"/>
                </a:cubicBezTo>
                <a:cubicBezTo>
                  <a:pt x="32144" y="8986"/>
                  <a:pt x="28168" y="7792"/>
                  <a:pt x="23041" y="7675"/>
                </a:cubicBezTo>
                <a:cubicBezTo>
                  <a:pt x="17929" y="7501"/>
                  <a:pt x="13880" y="8535"/>
                  <a:pt x="10807" y="10632"/>
                </a:cubicBezTo>
                <a:cubicBezTo>
                  <a:pt x="7792" y="12802"/>
                  <a:pt x="6263" y="15700"/>
                  <a:pt x="6146" y="19516"/>
                </a:cubicBezTo>
                <a:close/>
                <a:moveTo>
                  <a:pt x="175" y="19342"/>
                </a:moveTo>
                <a:cubicBezTo>
                  <a:pt x="291" y="13195"/>
                  <a:pt x="2447" y="8418"/>
                  <a:pt x="6539" y="4996"/>
                </a:cubicBezTo>
                <a:cubicBezTo>
                  <a:pt x="10588" y="1588"/>
                  <a:pt x="16166" y="0"/>
                  <a:pt x="23216" y="160"/>
                </a:cubicBezTo>
                <a:cubicBezTo>
                  <a:pt x="30265" y="335"/>
                  <a:pt x="35726" y="2272"/>
                  <a:pt x="39659" y="5855"/>
                </a:cubicBezTo>
                <a:cubicBezTo>
                  <a:pt x="43577" y="9496"/>
                  <a:pt x="45455" y="14331"/>
                  <a:pt x="45295" y="20478"/>
                </a:cubicBezTo>
                <a:cubicBezTo>
                  <a:pt x="45120" y="26682"/>
                  <a:pt x="43009" y="31459"/>
                  <a:pt x="38916" y="34809"/>
                </a:cubicBezTo>
                <a:cubicBezTo>
                  <a:pt x="34823" y="38232"/>
                  <a:pt x="29245" y="39819"/>
                  <a:pt x="22254" y="39644"/>
                </a:cubicBezTo>
                <a:cubicBezTo>
                  <a:pt x="15132" y="39484"/>
                  <a:pt x="9671" y="37605"/>
                  <a:pt x="5811" y="33964"/>
                </a:cubicBezTo>
                <a:cubicBezTo>
                  <a:pt x="1879" y="30381"/>
                  <a:pt x="0" y="25488"/>
                  <a:pt x="175" y="19342"/>
                </a:cubicBezTo>
                <a:close/>
                <a:moveTo>
                  <a:pt x="175" y="193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42F0A-8EF4-4E15-A4EE-CDBBC3AC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690" y="1220813"/>
            <a:ext cx="45354" cy="33236"/>
          </a:xfrm>
          <a:custGeom xmlns:a="http://schemas.openxmlformats.org/drawingml/2006/main">
            <a:pathLst>
              <a:path w="45354" h="33236">
                <a:moveTo>
                  <a:pt x="2738" y="1660"/>
                </a:moveTo>
                <a:lnTo>
                  <a:pt x="9452" y="1821"/>
                </a:lnTo>
                <a:cubicBezTo>
                  <a:pt x="8375" y="3758"/>
                  <a:pt x="7573" y="5811"/>
                  <a:pt x="7005" y="7967"/>
                </a:cubicBezTo>
                <a:cubicBezTo>
                  <a:pt x="6437" y="10079"/>
                  <a:pt x="6088" y="12292"/>
                  <a:pt x="6030" y="14623"/>
                </a:cubicBezTo>
                <a:cubicBezTo>
                  <a:pt x="5971" y="18104"/>
                  <a:pt x="6437" y="20769"/>
                  <a:pt x="7457" y="22531"/>
                </a:cubicBezTo>
                <a:cubicBezTo>
                  <a:pt x="8476" y="24352"/>
                  <a:pt x="10079" y="25269"/>
                  <a:pt x="12234" y="25327"/>
                </a:cubicBezTo>
                <a:cubicBezTo>
                  <a:pt x="13880" y="25327"/>
                  <a:pt x="15132" y="24759"/>
                  <a:pt x="16108" y="23507"/>
                </a:cubicBezTo>
                <a:cubicBezTo>
                  <a:pt x="17069" y="22313"/>
                  <a:pt x="18045" y="19808"/>
                  <a:pt x="19007" y="15992"/>
                </a:cubicBezTo>
                <a:lnTo>
                  <a:pt x="19575" y="13603"/>
                </a:lnTo>
                <a:cubicBezTo>
                  <a:pt x="20769" y="8651"/>
                  <a:pt x="22415" y="5127"/>
                  <a:pt x="24410" y="3015"/>
                </a:cubicBezTo>
                <a:cubicBezTo>
                  <a:pt x="26405" y="976"/>
                  <a:pt x="29187" y="0"/>
                  <a:pt x="32668" y="58"/>
                </a:cubicBezTo>
                <a:cubicBezTo>
                  <a:pt x="36702" y="175"/>
                  <a:pt x="39834" y="1821"/>
                  <a:pt x="42047" y="5068"/>
                </a:cubicBezTo>
                <a:cubicBezTo>
                  <a:pt x="44319" y="8316"/>
                  <a:pt x="45354" y="12642"/>
                  <a:pt x="45237" y="18205"/>
                </a:cubicBezTo>
                <a:cubicBezTo>
                  <a:pt x="45179" y="20492"/>
                  <a:pt x="44887" y="22881"/>
                  <a:pt x="44378" y="25386"/>
                </a:cubicBezTo>
                <a:cubicBezTo>
                  <a:pt x="43868" y="27876"/>
                  <a:pt x="43125" y="30440"/>
                  <a:pt x="42164" y="33236"/>
                </a:cubicBezTo>
                <a:lnTo>
                  <a:pt x="34823" y="33003"/>
                </a:lnTo>
                <a:cubicBezTo>
                  <a:pt x="36251" y="30440"/>
                  <a:pt x="37387" y="27876"/>
                  <a:pt x="38115" y="25386"/>
                </a:cubicBezTo>
                <a:cubicBezTo>
                  <a:pt x="38858" y="22881"/>
                  <a:pt x="39266" y="20376"/>
                  <a:pt x="39324" y="17871"/>
                </a:cubicBezTo>
                <a:cubicBezTo>
                  <a:pt x="39368" y="14564"/>
                  <a:pt x="38858" y="11957"/>
                  <a:pt x="37780" y="10195"/>
                </a:cubicBezTo>
                <a:cubicBezTo>
                  <a:pt x="36702" y="8375"/>
                  <a:pt x="35100" y="7399"/>
                  <a:pt x="33061" y="7340"/>
                </a:cubicBezTo>
                <a:cubicBezTo>
                  <a:pt x="31124" y="7282"/>
                  <a:pt x="29639" y="7908"/>
                  <a:pt x="28561" y="9161"/>
                </a:cubicBezTo>
                <a:cubicBezTo>
                  <a:pt x="27541" y="10414"/>
                  <a:pt x="26463" y="13268"/>
                  <a:pt x="25386" y="17579"/>
                </a:cubicBezTo>
                <a:lnTo>
                  <a:pt x="24759" y="20026"/>
                </a:lnTo>
                <a:cubicBezTo>
                  <a:pt x="23725" y="24410"/>
                  <a:pt x="22254" y="27541"/>
                  <a:pt x="20259" y="29420"/>
                </a:cubicBezTo>
                <a:cubicBezTo>
                  <a:pt x="18322" y="31299"/>
                  <a:pt x="15700" y="32202"/>
                  <a:pt x="12351" y="32144"/>
                </a:cubicBezTo>
                <a:cubicBezTo>
                  <a:pt x="8316" y="32042"/>
                  <a:pt x="5243" y="30498"/>
                  <a:pt x="3131" y="27600"/>
                </a:cubicBezTo>
                <a:cubicBezTo>
                  <a:pt x="976" y="24701"/>
                  <a:pt x="0" y="20594"/>
                  <a:pt x="117" y="15307"/>
                </a:cubicBezTo>
                <a:cubicBezTo>
                  <a:pt x="175" y="12686"/>
                  <a:pt x="466" y="10239"/>
                  <a:pt x="859" y="7967"/>
                </a:cubicBezTo>
                <a:cubicBezTo>
                  <a:pt x="1311" y="5636"/>
                  <a:pt x="1937" y="3539"/>
                  <a:pt x="2738" y="1660"/>
                </a:cubicBezTo>
                <a:close/>
                <a:moveTo>
                  <a:pt x="2738" y="16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812DA-EA65-4B08-B132-0BE3DC7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791" y="1200627"/>
            <a:ext cx="9962" cy="8302"/>
          </a:xfrm>
          <a:custGeom xmlns:a="http://schemas.openxmlformats.org/drawingml/2006/main">
            <a:pathLst>
              <a:path w="9962" h="8302">
                <a:moveTo>
                  <a:pt x="0" y="8069"/>
                </a:moveTo>
                <a:lnTo>
                  <a:pt x="233" y="0"/>
                </a:lnTo>
                <a:lnTo>
                  <a:pt x="9962" y="218"/>
                </a:lnTo>
                <a:lnTo>
                  <a:pt x="9729" y="8302"/>
                </a:lnTo>
                <a:lnTo>
                  <a:pt x="0" y="8069"/>
                </a:lnTo>
                <a:close/>
                <a:moveTo>
                  <a:pt x="0" y="80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5B57F-151B-496E-A690-0165399B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864" y="1146462"/>
            <a:ext cx="57515" cy="38173"/>
          </a:xfrm>
          <a:custGeom xmlns:a="http://schemas.openxmlformats.org/drawingml/2006/main">
            <a:pathLst>
              <a:path w="57515" h="38173">
                <a:moveTo>
                  <a:pt x="6539" y="29129"/>
                </a:moveTo>
                <a:lnTo>
                  <a:pt x="28095" y="29697"/>
                </a:lnTo>
                <a:lnTo>
                  <a:pt x="28328" y="19910"/>
                </a:lnTo>
                <a:cubicBezTo>
                  <a:pt x="28444" y="16327"/>
                  <a:pt x="27585" y="13487"/>
                  <a:pt x="25764" y="11491"/>
                </a:cubicBezTo>
                <a:cubicBezTo>
                  <a:pt x="23944" y="9496"/>
                  <a:pt x="21279" y="8418"/>
                  <a:pt x="17856" y="8302"/>
                </a:cubicBezTo>
                <a:cubicBezTo>
                  <a:pt x="14390" y="8243"/>
                  <a:pt x="11724" y="9161"/>
                  <a:pt x="9846" y="11098"/>
                </a:cubicBezTo>
                <a:cubicBezTo>
                  <a:pt x="7908" y="13021"/>
                  <a:pt x="6874" y="15759"/>
                  <a:pt x="6831" y="19400"/>
                </a:cubicBezTo>
                <a:lnTo>
                  <a:pt x="6539" y="29129"/>
                </a:lnTo>
                <a:close/>
                <a:moveTo>
                  <a:pt x="0" y="36746"/>
                </a:moveTo>
                <a:lnTo>
                  <a:pt x="451" y="19225"/>
                </a:lnTo>
                <a:cubicBezTo>
                  <a:pt x="626" y="12802"/>
                  <a:pt x="2156" y="7967"/>
                  <a:pt x="5170" y="4777"/>
                </a:cubicBezTo>
                <a:cubicBezTo>
                  <a:pt x="8127" y="1529"/>
                  <a:pt x="12453" y="0"/>
                  <a:pt x="18031" y="175"/>
                </a:cubicBezTo>
                <a:cubicBezTo>
                  <a:pt x="23725" y="277"/>
                  <a:pt x="27935" y="2054"/>
                  <a:pt x="30775" y="5403"/>
                </a:cubicBezTo>
                <a:cubicBezTo>
                  <a:pt x="33571" y="8753"/>
                  <a:pt x="34867" y="13647"/>
                  <a:pt x="34707" y="20084"/>
                </a:cubicBezTo>
                <a:lnTo>
                  <a:pt x="34474" y="29872"/>
                </a:lnTo>
                <a:lnTo>
                  <a:pt x="57515" y="30440"/>
                </a:lnTo>
                <a:lnTo>
                  <a:pt x="57282" y="38173"/>
                </a:lnTo>
                <a:lnTo>
                  <a:pt x="0" y="36746"/>
                </a:lnTo>
                <a:close/>
                <a:moveTo>
                  <a:pt x="0" y="367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72E01-00B8-4624-ACB7-3917648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612" y="1101006"/>
            <a:ext cx="60646" cy="36804"/>
          </a:xfrm>
          <a:custGeom xmlns:a="http://schemas.openxmlformats.org/drawingml/2006/main">
            <a:pathLst>
              <a:path w="60646" h="36804">
                <a:moveTo>
                  <a:pt x="34707" y="117"/>
                </a:moveTo>
                <a:lnTo>
                  <a:pt x="60646" y="801"/>
                </a:lnTo>
                <a:lnTo>
                  <a:pt x="60471" y="7850"/>
                </a:lnTo>
                <a:lnTo>
                  <a:pt x="34765" y="7224"/>
                </a:lnTo>
                <a:cubicBezTo>
                  <a:pt x="30716" y="7107"/>
                  <a:pt x="27643" y="7792"/>
                  <a:pt x="25604" y="9321"/>
                </a:cubicBezTo>
                <a:cubicBezTo>
                  <a:pt x="23492" y="10865"/>
                  <a:pt x="22473" y="13254"/>
                  <a:pt x="22356" y="16443"/>
                </a:cubicBezTo>
                <a:cubicBezTo>
                  <a:pt x="22240" y="20245"/>
                  <a:pt x="23376" y="23259"/>
                  <a:pt x="25764" y="25546"/>
                </a:cubicBezTo>
                <a:cubicBezTo>
                  <a:pt x="28153" y="27818"/>
                  <a:pt x="31459" y="29012"/>
                  <a:pt x="35610" y="29071"/>
                </a:cubicBezTo>
                <a:lnTo>
                  <a:pt x="59962" y="29697"/>
                </a:lnTo>
                <a:lnTo>
                  <a:pt x="59729" y="36804"/>
                </a:lnTo>
                <a:lnTo>
                  <a:pt x="0" y="35275"/>
                </a:lnTo>
                <a:lnTo>
                  <a:pt x="175" y="28211"/>
                </a:lnTo>
                <a:lnTo>
                  <a:pt x="23609" y="28779"/>
                </a:lnTo>
                <a:cubicBezTo>
                  <a:pt x="21046" y="27017"/>
                  <a:pt x="19167" y="24978"/>
                  <a:pt x="17972" y="22648"/>
                </a:cubicBezTo>
                <a:cubicBezTo>
                  <a:pt x="16778" y="20361"/>
                  <a:pt x="16210" y="17696"/>
                  <a:pt x="16268" y="14681"/>
                </a:cubicBezTo>
                <a:cubicBezTo>
                  <a:pt x="16385" y="9729"/>
                  <a:pt x="18031" y="6030"/>
                  <a:pt x="21104" y="3583"/>
                </a:cubicBezTo>
                <a:cubicBezTo>
                  <a:pt x="24235" y="1136"/>
                  <a:pt x="28779" y="0"/>
                  <a:pt x="34707" y="117"/>
                </a:cubicBezTo>
                <a:close/>
                <a:moveTo>
                  <a:pt x="34707" y="11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1710A-7AD8-42C4-BD41-3516ACFB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899" y="1050599"/>
            <a:ext cx="45455" cy="39819"/>
          </a:xfrm>
          <a:custGeom xmlns:a="http://schemas.openxmlformats.org/drawingml/2006/main">
            <a:pathLst>
              <a:path w="45455" h="39819">
                <a:moveTo>
                  <a:pt x="6088" y="19516"/>
                </a:moveTo>
                <a:cubicBezTo>
                  <a:pt x="6030" y="23274"/>
                  <a:pt x="7399" y="26289"/>
                  <a:pt x="10297" y="28561"/>
                </a:cubicBezTo>
                <a:cubicBezTo>
                  <a:pt x="13210" y="30891"/>
                  <a:pt x="17244" y="32085"/>
                  <a:pt x="22371" y="32202"/>
                </a:cubicBezTo>
                <a:cubicBezTo>
                  <a:pt x="27541" y="32318"/>
                  <a:pt x="31634" y="31343"/>
                  <a:pt x="34649" y="29245"/>
                </a:cubicBezTo>
                <a:cubicBezTo>
                  <a:pt x="37605" y="27133"/>
                  <a:pt x="39207" y="24119"/>
                  <a:pt x="39324" y="20303"/>
                </a:cubicBezTo>
                <a:cubicBezTo>
                  <a:pt x="39382" y="16560"/>
                  <a:pt x="37955" y="13545"/>
                  <a:pt x="35056" y="11258"/>
                </a:cubicBezTo>
                <a:cubicBezTo>
                  <a:pt x="32144" y="8986"/>
                  <a:pt x="28109" y="7792"/>
                  <a:pt x="22983" y="7675"/>
                </a:cubicBezTo>
                <a:cubicBezTo>
                  <a:pt x="17929" y="7515"/>
                  <a:pt x="13836" y="8535"/>
                  <a:pt x="10821" y="10632"/>
                </a:cubicBezTo>
                <a:cubicBezTo>
                  <a:pt x="7807" y="12802"/>
                  <a:pt x="6204" y="15700"/>
                  <a:pt x="6088" y="19516"/>
                </a:cubicBezTo>
                <a:close/>
                <a:moveTo>
                  <a:pt x="117" y="19342"/>
                </a:moveTo>
                <a:cubicBezTo>
                  <a:pt x="291" y="13195"/>
                  <a:pt x="2389" y="8418"/>
                  <a:pt x="6496" y="5010"/>
                </a:cubicBezTo>
                <a:cubicBezTo>
                  <a:pt x="10588" y="1588"/>
                  <a:pt x="16166" y="0"/>
                  <a:pt x="23216" y="175"/>
                </a:cubicBezTo>
                <a:cubicBezTo>
                  <a:pt x="30221" y="335"/>
                  <a:pt x="35741" y="2272"/>
                  <a:pt x="39659" y="5855"/>
                </a:cubicBezTo>
                <a:cubicBezTo>
                  <a:pt x="43591" y="9496"/>
                  <a:pt x="45455" y="14331"/>
                  <a:pt x="45295" y="20478"/>
                </a:cubicBezTo>
                <a:cubicBezTo>
                  <a:pt x="45120" y="26682"/>
                  <a:pt x="43023" y="31459"/>
                  <a:pt x="38916" y="34809"/>
                </a:cubicBezTo>
                <a:cubicBezTo>
                  <a:pt x="34823" y="38232"/>
                  <a:pt x="29245" y="39819"/>
                  <a:pt x="22196" y="39659"/>
                </a:cubicBezTo>
                <a:cubicBezTo>
                  <a:pt x="15132" y="39484"/>
                  <a:pt x="9671" y="37605"/>
                  <a:pt x="5753" y="33964"/>
                </a:cubicBezTo>
                <a:cubicBezTo>
                  <a:pt x="1879" y="30381"/>
                  <a:pt x="0" y="25488"/>
                  <a:pt x="117" y="19342"/>
                </a:cubicBezTo>
                <a:close/>
                <a:moveTo>
                  <a:pt x="117" y="193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DEF8E-5AC4-458A-AAC0-71A76499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661" y="1016970"/>
            <a:ext cx="55752" cy="26973"/>
          </a:xfrm>
          <a:custGeom xmlns:a="http://schemas.openxmlformats.org/drawingml/2006/main">
            <a:pathLst>
              <a:path w="55752" h="26973">
                <a:moveTo>
                  <a:pt x="175" y="14229"/>
                </a:moveTo>
                <a:lnTo>
                  <a:pt x="12409" y="14564"/>
                </a:lnTo>
                <a:lnTo>
                  <a:pt x="12744" y="0"/>
                </a:lnTo>
                <a:lnTo>
                  <a:pt x="18264" y="175"/>
                </a:lnTo>
                <a:lnTo>
                  <a:pt x="17871" y="14681"/>
                </a:lnTo>
                <a:lnTo>
                  <a:pt x="41188" y="15307"/>
                </a:lnTo>
                <a:cubicBezTo>
                  <a:pt x="44727" y="15365"/>
                  <a:pt x="46999" y="14972"/>
                  <a:pt x="48019" y="14055"/>
                </a:cubicBezTo>
                <a:cubicBezTo>
                  <a:pt x="49038" y="13093"/>
                  <a:pt x="49621" y="11156"/>
                  <a:pt x="49665" y="8200"/>
                </a:cubicBezTo>
                <a:lnTo>
                  <a:pt x="49839" y="976"/>
                </a:lnTo>
                <a:lnTo>
                  <a:pt x="55752" y="1092"/>
                </a:lnTo>
                <a:lnTo>
                  <a:pt x="55592" y="8375"/>
                </a:lnTo>
                <a:cubicBezTo>
                  <a:pt x="55418" y="13822"/>
                  <a:pt x="54340" y="17521"/>
                  <a:pt x="52228" y="19575"/>
                </a:cubicBezTo>
                <a:cubicBezTo>
                  <a:pt x="50131" y="21570"/>
                  <a:pt x="46431" y="22531"/>
                  <a:pt x="41028" y="22415"/>
                </a:cubicBezTo>
                <a:lnTo>
                  <a:pt x="17696" y="21788"/>
                </a:lnTo>
                <a:lnTo>
                  <a:pt x="17579" y="26973"/>
                </a:lnTo>
                <a:lnTo>
                  <a:pt x="12059" y="26857"/>
                </a:lnTo>
                <a:lnTo>
                  <a:pt x="12234" y="21686"/>
                </a:lnTo>
                <a:lnTo>
                  <a:pt x="0" y="21337"/>
                </a:lnTo>
                <a:lnTo>
                  <a:pt x="175" y="14229"/>
                </a:lnTo>
                <a:close/>
                <a:moveTo>
                  <a:pt x="175" y="142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F712C-D3E2-4F81-80E8-04DD1CD3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895" y="971689"/>
            <a:ext cx="45455" cy="39819"/>
          </a:xfrm>
          <a:custGeom xmlns:a="http://schemas.openxmlformats.org/drawingml/2006/main">
            <a:pathLst>
              <a:path w="45455" h="39819">
                <a:moveTo>
                  <a:pt x="6146" y="19458"/>
                </a:moveTo>
                <a:cubicBezTo>
                  <a:pt x="6030" y="23274"/>
                  <a:pt x="7457" y="26289"/>
                  <a:pt x="10355" y="28561"/>
                </a:cubicBezTo>
                <a:cubicBezTo>
                  <a:pt x="13254" y="30833"/>
                  <a:pt x="17244" y="32027"/>
                  <a:pt x="22415" y="32202"/>
                </a:cubicBezTo>
                <a:cubicBezTo>
                  <a:pt x="27541" y="32318"/>
                  <a:pt x="31634" y="31343"/>
                  <a:pt x="34649" y="29187"/>
                </a:cubicBezTo>
                <a:cubicBezTo>
                  <a:pt x="37664" y="27075"/>
                  <a:pt x="39193" y="24119"/>
                  <a:pt x="39309" y="20303"/>
                </a:cubicBezTo>
                <a:cubicBezTo>
                  <a:pt x="39426" y="16560"/>
                  <a:pt x="37998" y="13545"/>
                  <a:pt x="35100" y="11258"/>
                </a:cubicBezTo>
                <a:cubicBezTo>
                  <a:pt x="32144" y="8986"/>
                  <a:pt x="28168" y="7792"/>
                  <a:pt x="23041" y="7617"/>
                </a:cubicBezTo>
                <a:cubicBezTo>
                  <a:pt x="17929" y="7515"/>
                  <a:pt x="13880" y="8535"/>
                  <a:pt x="10807" y="10632"/>
                </a:cubicBezTo>
                <a:cubicBezTo>
                  <a:pt x="7792" y="12744"/>
                  <a:pt x="6263" y="15700"/>
                  <a:pt x="6146" y="19458"/>
                </a:cubicBezTo>
                <a:close/>
                <a:moveTo>
                  <a:pt x="175" y="19342"/>
                </a:moveTo>
                <a:cubicBezTo>
                  <a:pt x="291" y="13195"/>
                  <a:pt x="2447" y="8418"/>
                  <a:pt x="6539" y="5010"/>
                </a:cubicBezTo>
                <a:cubicBezTo>
                  <a:pt x="10588" y="1588"/>
                  <a:pt x="16152" y="0"/>
                  <a:pt x="23216" y="175"/>
                </a:cubicBezTo>
                <a:cubicBezTo>
                  <a:pt x="30265" y="335"/>
                  <a:pt x="35726" y="2214"/>
                  <a:pt x="39659" y="5855"/>
                </a:cubicBezTo>
                <a:cubicBezTo>
                  <a:pt x="43577" y="9438"/>
                  <a:pt x="45455" y="14331"/>
                  <a:pt x="45281" y="20478"/>
                </a:cubicBezTo>
                <a:cubicBezTo>
                  <a:pt x="45120" y="26624"/>
                  <a:pt x="43009" y="31401"/>
                  <a:pt x="38916" y="34823"/>
                </a:cubicBezTo>
                <a:cubicBezTo>
                  <a:pt x="34823" y="38173"/>
                  <a:pt x="29245" y="39819"/>
                  <a:pt x="22240" y="39601"/>
                </a:cubicBezTo>
                <a:cubicBezTo>
                  <a:pt x="15132" y="39426"/>
                  <a:pt x="9671" y="37547"/>
                  <a:pt x="5811" y="33964"/>
                </a:cubicBezTo>
                <a:cubicBezTo>
                  <a:pt x="1879" y="30381"/>
                  <a:pt x="0" y="25488"/>
                  <a:pt x="175" y="19342"/>
                </a:cubicBezTo>
                <a:close/>
                <a:moveTo>
                  <a:pt x="175" y="193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7FB50-20DC-4AC6-82B5-F10AEE34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089" y="930559"/>
            <a:ext cx="45339" cy="33221"/>
          </a:xfrm>
          <a:custGeom xmlns:a="http://schemas.openxmlformats.org/drawingml/2006/main">
            <a:pathLst>
              <a:path w="45339" h="33221">
                <a:moveTo>
                  <a:pt x="2738" y="1646"/>
                </a:moveTo>
                <a:lnTo>
                  <a:pt x="9452" y="1821"/>
                </a:lnTo>
                <a:cubicBezTo>
                  <a:pt x="8360" y="3801"/>
                  <a:pt x="7573" y="5855"/>
                  <a:pt x="7005" y="7967"/>
                </a:cubicBezTo>
                <a:cubicBezTo>
                  <a:pt x="6437" y="10122"/>
                  <a:pt x="6088" y="12336"/>
                  <a:pt x="6030" y="14681"/>
                </a:cubicBezTo>
                <a:cubicBezTo>
                  <a:pt x="5971" y="18147"/>
                  <a:pt x="6437" y="20813"/>
                  <a:pt x="7457" y="22575"/>
                </a:cubicBezTo>
                <a:cubicBezTo>
                  <a:pt x="8476" y="24352"/>
                  <a:pt x="10079" y="25255"/>
                  <a:pt x="12234" y="25313"/>
                </a:cubicBezTo>
                <a:cubicBezTo>
                  <a:pt x="13880" y="25371"/>
                  <a:pt x="15132" y="24803"/>
                  <a:pt x="16108" y="23551"/>
                </a:cubicBezTo>
                <a:cubicBezTo>
                  <a:pt x="17069" y="22298"/>
                  <a:pt x="18031" y="19793"/>
                  <a:pt x="19007" y="16035"/>
                </a:cubicBezTo>
                <a:lnTo>
                  <a:pt x="19575" y="13647"/>
                </a:lnTo>
                <a:cubicBezTo>
                  <a:pt x="20769" y="8637"/>
                  <a:pt x="22415" y="5112"/>
                  <a:pt x="24410" y="3073"/>
                </a:cubicBezTo>
                <a:cubicBezTo>
                  <a:pt x="26405" y="1020"/>
                  <a:pt x="29187" y="0"/>
                  <a:pt x="32653" y="117"/>
                </a:cubicBezTo>
                <a:cubicBezTo>
                  <a:pt x="36702" y="218"/>
                  <a:pt x="39834" y="1879"/>
                  <a:pt x="42047" y="5112"/>
                </a:cubicBezTo>
                <a:cubicBezTo>
                  <a:pt x="44319" y="8302"/>
                  <a:pt x="45339" y="12686"/>
                  <a:pt x="45237" y="18205"/>
                </a:cubicBezTo>
                <a:cubicBezTo>
                  <a:pt x="45179" y="20536"/>
                  <a:pt x="44887" y="22924"/>
                  <a:pt x="44378" y="25371"/>
                </a:cubicBezTo>
                <a:cubicBezTo>
                  <a:pt x="43868" y="27876"/>
                  <a:pt x="43125" y="30483"/>
                  <a:pt x="42164" y="33221"/>
                </a:cubicBezTo>
                <a:lnTo>
                  <a:pt x="34823" y="33047"/>
                </a:lnTo>
                <a:cubicBezTo>
                  <a:pt x="36236" y="30483"/>
                  <a:pt x="37329" y="27935"/>
                  <a:pt x="38115" y="25429"/>
                </a:cubicBezTo>
                <a:cubicBezTo>
                  <a:pt x="38858" y="22924"/>
                  <a:pt x="39251" y="20419"/>
                  <a:pt x="39309" y="17914"/>
                </a:cubicBezTo>
                <a:cubicBezTo>
                  <a:pt x="39368" y="14564"/>
                  <a:pt x="38858" y="12001"/>
                  <a:pt x="37780" y="10181"/>
                </a:cubicBezTo>
                <a:cubicBezTo>
                  <a:pt x="36702" y="8360"/>
                  <a:pt x="35100" y="7442"/>
                  <a:pt x="33061" y="7399"/>
                </a:cubicBezTo>
                <a:cubicBezTo>
                  <a:pt x="31124" y="7340"/>
                  <a:pt x="29639" y="7967"/>
                  <a:pt x="28561" y="9205"/>
                </a:cubicBezTo>
                <a:cubicBezTo>
                  <a:pt x="27541" y="10457"/>
                  <a:pt x="26463" y="13254"/>
                  <a:pt x="25371" y="17637"/>
                </a:cubicBezTo>
                <a:lnTo>
                  <a:pt x="24745" y="20084"/>
                </a:lnTo>
                <a:cubicBezTo>
                  <a:pt x="23725" y="24395"/>
                  <a:pt x="22240" y="27527"/>
                  <a:pt x="20259" y="29464"/>
                </a:cubicBezTo>
                <a:cubicBezTo>
                  <a:pt x="18322" y="31343"/>
                  <a:pt x="15700" y="32260"/>
                  <a:pt x="12351" y="32144"/>
                </a:cubicBezTo>
                <a:cubicBezTo>
                  <a:pt x="8302" y="32085"/>
                  <a:pt x="5229" y="30542"/>
                  <a:pt x="3131" y="27643"/>
                </a:cubicBezTo>
                <a:cubicBezTo>
                  <a:pt x="976" y="24687"/>
                  <a:pt x="0" y="20594"/>
                  <a:pt x="117" y="15351"/>
                </a:cubicBezTo>
                <a:cubicBezTo>
                  <a:pt x="175" y="12744"/>
                  <a:pt x="451" y="10297"/>
                  <a:pt x="859" y="7967"/>
                </a:cubicBezTo>
                <a:cubicBezTo>
                  <a:pt x="1311" y="5680"/>
                  <a:pt x="1937" y="3583"/>
                  <a:pt x="2738" y="1646"/>
                </a:cubicBezTo>
                <a:close/>
                <a:moveTo>
                  <a:pt x="2738" y="16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7AF65-268C-41C0-875E-2B05F040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637" y="870248"/>
            <a:ext cx="57966" cy="49155"/>
          </a:xfrm>
          <a:custGeom xmlns:a="http://schemas.openxmlformats.org/drawingml/2006/main">
            <a:pathLst>
              <a:path w="57966" h="49155">
                <a:moveTo>
                  <a:pt x="6539" y="40110"/>
                </a:moveTo>
                <a:lnTo>
                  <a:pt x="51136" y="41246"/>
                </a:lnTo>
                <a:lnTo>
                  <a:pt x="51369" y="31867"/>
                </a:lnTo>
                <a:cubicBezTo>
                  <a:pt x="51543" y="23958"/>
                  <a:pt x="49883" y="18147"/>
                  <a:pt x="46417" y="14390"/>
                </a:cubicBezTo>
                <a:cubicBezTo>
                  <a:pt x="42950" y="10647"/>
                  <a:pt x="37314" y="8651"/>
                  <a:pt x="29580" y="8418"/>
                </a:cubicBezTo>
                <a:cubicBezTo>
                  <a:pt x="21905" y="8243"/>
                  <a:pt x="16268" y="9962"/>
                  <a:pt x="12569" y="13487"/>
                </a:cubicBezTo>
                <a:cubicBezTo>
                  <a:pt x="8928" y="17069"/>
                  <a:pt x="6991" y="22808"/>
                  <a:pt x="6758" y="30716"/>
                </a:cubicBezTo>
                <a:lnTo>
                  <a:pt x="6539" y="40110"/>
                </a:lnTo>
                <a:close/>
                <a:moveTo>
                  <a:pt x="0" y="47728"/>
                </a:moveTo>
                <a:lnTo>
                  <a:pt x="393" y="31750"/>
                </a:lnTo>
                <a:cubicBezTo>
                  <a:pt x="685" y="20652"/>
                  <a:pt x="3175" y="12569"/>
                  <a:pt x="7908" y="7515"/>
                </a:cubicBezTo>
                <a:cubicBezTo>
                  <a:pt x="12686" y="2447"/>
                  <a:pt x="19968" y="0"/>
                  <a:pt x="29813" y="233"/>
                </a:cubicBezTo>
                <a:cubicBezTo>
                  <a:pt x="39703" y="510"/>
                  <a:pt x="46868" y="3306"/>
                  <a:pt x="51369" y="8651"/>
                </a:cubicBezTo>
                <a:cubicBezTo>
                  <a:pt x="55869" y="13996"/>
                  <a:pt x="57966" y="22182"/>
                  <a:pt x="57690" y="33221"/>
                </a:cubicBezTo>
                <a:lnTo>
                  <a:pt x="57282" y="49155"/>
                </a:lnTo>
                <a:lnTo>
                  <a:pt x="0" y="47728"/>
                </a:lnTo>
                <a:close/>
                <a:moveTo>
                  <a:pt x="0" y="477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95B62-E14D-413B-8119-5E8D9378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166" y="821152"/>
            <a:ext cx="58258" cy="37722"/>
          </a:xfrm>
          <a:custGeom xmlns:a="http://schemas.openxmlformats.org/drawingml/2006/main">
            <a:pathLst>
              <a:path w="58258" h="37722">
                <a:moveTo>
                  <a:pt x="0" y="36236"/>
                </a:moveTo>
                <a:lnTo>
                  <a:pt x="918" y="0"/>
                </a:lnTo>
                <a:lnTo>
                  <a:pt x="7457" y="175"/>
                </a:lnTo>
                <a:lnTo>
                  <a:pt x="6714" y="28677"/>
                </a:lnTo>
                <a:lnTo>
                  <a:pt x="23667" y="29129"/>
                </a:lnTo>
                <a:lnTo>
                  <a:pt x="24352" y="1821"/>
                </a:lnTo>
                <a:lnTo>
                  <a:pt x="30891" y="1995"/>
                </a:lnTo>
                <a:lnTo>
                  <a:pt x="30207" y="29304"/>
                </a:lnTo>
                <a:lnTo>
                  <a:pt x="50975" y="29813"/>
                </a:lnTo>
                <a:lnTo>
                  <a:pt x="51718" y="626"/>
                </a:lnTo>
                <a:lnTo>
                  <a:pt x="58258" y="801"/>
                </a:lnTo>
                <a:lnTo>
                  <a:pt x="57296" y="37722"/>
                </a:lnTo>
                <a:lnTo>
                  <a:pt x="0" y="36236"/>
                </a:lnTo>
                <a:close/>
                <a:moveTo>
                  <a:pt x="0" y="362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913BC-63D6-48FE-8F57-7111D01B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676" y="770861"/>
            <a:ext cx="59743" cy="40562"/>
          </a:xfrm>
          <a:custGeom xmlns:a="http://schemas.openxmlformats.org/drawingml/2006/main">
            <a:pathLst>
              <a:path w="59743" h="40562">
                <a:moveTo>
                  <a:pt x="3481" y="2563"/>
                </a:moveTo>
                <a:lnTo>
                  <a:pt x="11040" y="2782"/>
                </a:lnTo>
                <a:cubicBezTo>
                  <a:pt x="9569" y="5680"/>
                  <a:pt x="8476" y="8418"/>
                  <a:pt x="7690" y="11040"/>
                </a:cubicBezTo>
                <a:cubicBezTo>
                  <a:pt x="6947" y="13589"/>
                  <a:pt x="6554" y="16094"/>
                  <a:pt x="6496" y="18540"/>
                </a:cubicBezTo>
                <a:cubicBezTo>
                  <a:pt x="6379" y="22750"/>
                  <a:pt x="7122" y="26056"/>
                  <a:pt x="8651" y="28386"/>
                </a:cubicBezTo>
                <a:cubicBezTo>
                  <a:pt x="10239" y="30716"/>
                  <a:pt x="12584" y="31911"/>
                  <a:pt x="15598" y="31969"/>
                </a:cubicBezTo>
                <a:cubicBezTo>
                  <a:pt x="18089" y="32085"/>
                  <a:pt x="20026" y="31343"/>
                  <a:pt x="21395" y="29872"/>
                </a:cubicBezTo>
                <a:cubicBezTo>
                  <a:pt x="22706" y="28386"/>
                  <a:pt x="23842" y="25488"/>
                  <a:pt x="24759" y="21279"/>
                </a:cubicBezTo>
                <a:lnTo>
                  <a:pt x="25837" y="16603"/>
                </a:lnTo>
                <a:cubicBezTo>
                  <a:pt x="27090" y="10865"/>
                  <a:pt x="29129" y="6656"/>
                  <a:pt x="31983" y="3976"/>
                </a:cubicBezTo>
                <a:cubicBezTo>
                  <a:pt x="34823" y="1311"/>
                  <a:pt x="38581" y="0"/>
                  <a:pt x="43183" y="117"/>
                </a:cubicBezTo>
                <a:cubicBezTo>
                  <a:pt x="48762" y="277"/>
                  <a:pt x="52912" y="2214"/>
                  <a:pt x="55694" y="6030"/>
                </a:cubicBezTo>
                <a:cubicBezTo>
                  <a:pt x="58491" y="9846"/>
                  <a:pt x="59743" y="15307"/>
                  <a:pt x="59568" y="22531"/>
                </a:cubicBezTo>
                <a:cubicBezTo>
                  <a:pt x="59510" y="25196"/>
                  <a:pt x="59117" y="28109"/>
                  <a:pt x="58432" y="31124"/>
                </a:cubicBezTo>
                <a:cubicBezTo>
                  <a:pt x="57748" y="34183"/>
                  <a:pt x="56787" y="37314"/>
                  <a:pt x="55476" y="40562"/>
                </a:cubicBezTo>
                <a:lnTo>
                  <a:pt x="47509" y="40387"/>
                </a:lnTo>
                <a:cubicBezTo>
                  <a:pt x="49330" y="37256"/>
                  <a:pt x="50757" y="34241"/>
                  <a:pt x="51718" y="31226"/>
                </a:cubicBezTo>
                <a:cubicBezTo>
                  <a:pt x="52679" y="28211"/>
                  <a:pt x="53204" y="25255"/>
                  <a:pt x="53262" y="22356"/>
                </a:cubicBezTo>
                <a:cubicBezTo>
                  <a:pt x="53364" y="17914"/>
                  <a:pt x="52636" y="14506"/>
                  <a:pt x="50917" y="12059"/>
                </a:cubicBezTo>
                <a:cubicBezTo>
                  <a:pt x="49271" y="9554"/>
                  <a:pt x="46825" y="8302"/>
                  <a:pt x="43577" y="8243"/>
                </a:cubicBezTo>
                <a:cubicBezTo>
                  <a:pt x="40737" y="8185"/>
                  <a:pt x="38523" y="8986"/>
                  <a:pt x="36921" y="10632"/>
                </a:cubicBezTo>
                <a:cubicBezTo>
                  <a:pt x="35275" y="12336"/>
                  <a:pt x="34022" y="15132"/>
                  <a:pt x="33119" y="19050"/>
                </a:cubicBezTo>
                <a:lnTo>
                  <a:pt x="32085" y="23784"/>
                </a:lnTo>
                <a:cubicBezTo>
                  <a:pt x="30789" y="29522"/>
                  <a:pt x="28852" y="33673"/>
                  <a:pt x="26347" y="36178"/>
                </a:cubicBezTo>
                <a:cubicBezTo>
                  <a:pt x="23842" y="38683"/>
                  <a:pt x="20376" y="39936"/>
                  <a:pt x="15992" y="39819"/>
                </a:cubicBezTo>
                <a:cubicBezTo>
                  <a:pt x="10923" y="39659"/>
                  <a:pt x="7005" y="37780"/>
                  <a:pt x="4151" y="34139"/>
                </a:cubicBezTo>
                <a:cubicBezTo>
                  <a:pt x="1311" y="30498"/>
                  <a:pt x="0" y="25546"/>
                  <a:pt x="175" y="19283"/>
                </a:cubicBezTo>
                <a:cubicBezTo>
                  <a:pt x="233" y="16560"/>
                  <a:pt x="510" y="13822"/>
                  <a:pt x="1078" y="11098"/>
                </a:cubicBezTo>
                <a:cubicBezTo>
                  <a:pt x="1660" y="8302"/>
                  <a:pt x="2447" y="5462"/>
                  <a:pt x="3481" y="2563"/>
                </a:cubicBezTo>
                <a:close/>
                <a:moveTo>
                  <a:pt x="3481" y="25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65666-DCBE-4D4B-AECD-8692EEAC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671" y="721138"/>
            <a:ext cx="57515" cy="38173"/>
          </a:xfrm>
          <a:custGeom xmlns:a="http://schemas.openxmlformats.org/drawingml/2006/main">
            <a:pathLst>
              <a:path w="57515" h="38173">
                <a:moveTo>
                  <a:pt x="6598" y="29129"/>
                </a:moveTo>
                <a:lnTo>
                  <a:pt x="28109" y="29639"/>
                </a:lnTo>
                <a:lnTo>
                  <a:pt x="28386" y="19910"/>
                </a:lnTo>
                <a:cubicBezTo>
                  <a:pt x="28444" y="16268"/>
                  <a:pt x="27600" y="13487"/>
                  <a:pt x="25779" y="11491"/>
                </a:cubicBezTo>
                <a:cubicBezTo>
                  <a:pt x="23958" y="9438"/>
                  <a:pt x="21337" y="8360"/>
                  <a:pt x="17871" y="8302"/>
                </a:cubicBezTo>
                <a:cubicBezTo>
                  <a:pt x="14448" y="8185"/>
                  <a:pt x="11783" y="9161"/>
                  <a:pt x="9846" y="11040"/>
                </a:cubicBezTo>
                <a:cubicBezTo>
                  <a:pt x="7908" y="12962"/>
                  <a:pt x="6947" y="15759"/>
                  <a:pt x="6831" y="19342"/>
                </a:cubicBezTo>
                <a:lnTo>
                  <a:pt x="6598" y="29129"/>
                </a:lnTo>
                <a:close/>
                <a:moveTo>
                  <a:pt x="0" y="36688"/>
                </a:moveTo>
                <a:lnTo>
                  <a:pt x="451" y="19167"/>
                </a:lnTo>
                <a:cubicBezTo>
                  <a:pt x="626" y="12744"/>
                  <a:pt x="2214" y="7967"/>
                  <a:pt x="5170" y="4719"/>
                </a:cubicBezTo>
                <a:cubicBezTo>
                  <a:pt x="8200" y="1529"/>
                  <a:pt x="12453" y="0"/>
                  <a:pt x="18089" y="117"/>
                </a:cubicBezTo>
                <a:cubicBezTo>
                  <a:pt x="23725" y="277"/>
                  <a:pt x="27993" y="1995"/>
                  <a:pt x="30775" y="5403"/>
                </a:cubicBezTo>
                <a:cubicBezTo>
                  <a:pt x="33571" y="8753"/>
                  <a:pt x="34925" y="13647"/>
                  <a:pt x="34765" y="20084"/>
                </a:cubicBezTo>
                <a:lnTo>
                  <a:pt x="34474" y="29813"/>
                </a:lnTo>
                <a:lnTo>
                  <a:pt x="57515" y="30381"/>
                </a:lnTo>
                <a:lnTo>
                  <a:pt x="57340" y="38173"/>
                </a:lnTo>
                <a:lnTo>
                  <a:pt x="0" y="36688"/>
                </a:lnTo>
                <a:close/>
                <a:moveTo>
                  <a:pt x="0" y="366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BA64A-BC3E-4BAF-94AD-3F0EF48B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477" y="703617"/>
            <a:ext cx="59903" cy="8593"/>
          </a:xfrm>
          <a:custGeom xmlns:a="http://schemas.openxmlformats.org/drawingml/2006/main">
            <a:pathLst>
              <a:path w="59903" h="8593">
                <a:moveTo>
                  <a:pt x="0" y="7049"/>
                </a:moveTo>
                <a:lnTo>
                  <a:pt x="175" y="0"/>
                </a:lnTo>
                <a:lnTo>
                  <a:pt x="59903" y="1529"/>
                </a:lnTo>
                <a:lnTo>
                  <a:pt x="59743" y="8593"/>
                </a:lnTo>
                <a:lnTo>
                  <a:pt x="0" y="7049"/>
                </a:lnTo>
                <a:close/>
                <a:moveTo>
                  <a:pt x="0" y="70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43828-2FD0-4159-9FFF-CEFDB58F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764" y="653952"/>
            <a:ext cx="44552" cy="36862"/>
          </a:xfrm>
          <a:custGeom xmlns:a="http://schemas.openxmlformats.org/drawingml/2006/main">
            <a:pathLst>
              <a:path w="44552" h="36862">
                <a:moveTo>
                  <a:pt x="26012" y="36688"/>
                </a:moveTo>
                <a:lnTo>
                  <a:pt x="0" y="36003"/>
                </a:lnTo>
                <a:lnTo>
                  <a:pt x="175" y="28954"/>
                </a:lnTo>
                <a:lnTo>
                  <a:pt x="25954" y="29639"/>
                </a:lnTo>
                <a:cubicBezTo>
                  <a:pt x="29988" y="29697"/>
                  <a:pt x="33061" y="29012"/>
                  <a:pt x="35173" y="27468"/>
                </a:cubicBezTo>
                <a:cubicBezTo>
                  <a:pt x="37212" y="25939"/>
                  <a:pt x="38290" y="23609"/>
                  <a:pt x="38406" y="20419"/>
                </a:cubicBezTo>
                <a:cubicBezTo>
                  <a:pt x="38465" y="16603"/>
                  <a:pt x="37329" y="13530"/>
                  <a:pt x="34940" y="11258"/>
                </a:cubicBezTo>
                <a:cubicBezTo>
                  <a:pt x="32610" y="8986"/>
                  <a:pt x="29304" y="7792"/>
                  <a:pt x="25094" y="7675"/>
                </a:cubicBezTo>
                <a:lnTo>
                  <a:pt x="743" y="7107"/>
                </a:lnTo>
                <a:lnTo>
                  <a:pt x="918" y="0"/>
                </a:lnTo>
                <a:lnTo>
                  <a:pt x="43926" y="1136"/>
                </a:lnTo>
                <a:lnTo>
                  <a:pt x="43693" y="8185"/>
                </a:lnTo>
                <a:lnTo>
                  <a:pt x="37096" y="8010"/>
                </a:lnTo>
                <a:cubicBezTo>
                  <a:pt x="39659" y="9773"/>
                  <a:pt x="41596" y="11826"/>
                  <a:pt x="42790" y="14098"/>
                </a:cubicBezTo>
                <a:cubicBezTo>
                  <a:pt x="43984" y="16429"/>
                  <a:pt x="44552" y="19050"/>
                  <a:pt x="44494" y="22065"/>
                </a:cubicBezTo>
                <a:cubicBezTo>
                  <a:pt x="44378" y="27017"/>
                  <a:pt x="42732" y="30716"/>
                  <a:pt x="39601" y="33221"/>
                </a:cubicBezTo>
                <a:cubicBezTo>
                  <a:pt x="36469" y="35668"/>
                  <a:pt x="31925" y="36862"/>
                  <a:pt x="26012" y="36688"/>
                </a:cubicBezTo>
                <a:close/>
                <a:moveTo>
                  <a:pt x="26012" y="366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11A69-30F4-4F10-9CE0-04C53F8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231" y="604055"/>
            <a:ext cx="60704" cy="39135"/>
          </a:xfrm>
          <a:custGeom xmlns:a="http://schemas.openxmlformats.org/drawingml/2006/main">
            <a:pathLst>
              <a:path w="60704" h="39135">
                <a:moveTo>
                  <a:pt x="22531" y="7617"/>
                </a:moveTo>
                <a:cubicBezTo>
                  <a:pt x="17404" y="7501"/>
                  <a:pt x="13428" y="8418"/>
                  <a:pt x="10574" y="10457"/>
                </a:cubicBezTo>
                <a:cubicBezTo>
                  <a:pt x="7675" y="12511"/>
                  <a:pt x="6204" y="15409"/>
                  <a:pt x="6088" y="19225"/>
                </a:cubicBezTo>
                <a:cubicBezTo>
                  <a:pt x="6030" y="23041"/>
                  <a:pt x="7340" y="25997"/>
                  <a:pt x="10122" y="28211"/>
                </a:cubicBezTo>
                <a:cubicBezTo>
                  <a:pt x="12860" y="30381"/>
                  <a:pt x="16778" y="31576"/>
                  <a:pt x="21905" y="31692"/>
                </a:cubicBezTo>
                <a:cubicBezTo>
                  <a:pt x="27017" y="31794"/>
                  <a:pt x="31008" y="30833"/>
                  <a:pt x="33848" y="28779"/>
                </a:cubicBezTo>
                <a:cubicBezTo>
                  <a:pt x="36746" y="26798"/>
                  <a:pt x="38232" y="23827"/>
                  <a:pt x="38290" y="20084"/>
                </a:cubicBezTo>
                <a:cubicBezTo>
                  <a:pt x="38392" y="16268"/>
                  <a:pt x="37096" y="13254"/>
                  <a:pt x="34299" y="11084"/>
                </a:cubicBezTo>
                <a:cubicBezTo>
                  <a:pt x="31576" y="8870"/>
                  <a:pt x="27643" y="7734"/>
                  <a:pt x="22531" y="7617"/>
                </a:cubicBezTo>
                <a:close/>
                <a:moveTo>
                  <a:pt x="39368" y="961"/>
                </a:moveTo>
                <a:cubicBezTo>
                  <a:pt x="46708" y="1136"/>
                  <a:pt x="52111" y="2898"/>
                  <a:pt x="55578" y="6248"/>
                </a:cubicBezTo>
                <a:cubicBezTo>
                  <a:pt x="59044" y="9612"/>
                  <a:pt x="60704" y="14623"/>
                  <a:pt x="60530" y="21337"/>
                </a:cubicBezTo>
                <a:cubicBezTo>
                  <a:pt x="60471" y="23827"/>
                  <a:pt x="60238" y="26172"/>
                  <a:pt x="59845" y="28328"/>
                </a:cubicBezTo>
                <a:cubicBezTo>
                  <a:pt x="59394" y="30542"/>
                  <a:pt x="58767" y="32653"/>
                  <a:pt x="57966" y="34707"/>
                </a:cubicBezTo>
                <a:lnTo>
                  <a:pt x="51092" y="34532"/>
                </a:lnTo>
                <a:cubicBezTo>
                  <a:pt x="52286" y="32479"/>
                  <a:pt x="53131" y="30440"/>
                  <a:pt x="53699" y="28444"/>
                </a:cubicBezTo>
                <a:cubicBezTo>
                  <a:pt x="54325" y="26449"/>
                  <a:pt x="54616" y="24410"/>
                  <a:pt x="54675" y="22298"/>
                </a:cubicBezTo>
                <a:cubicBezTo>
                  <a:pt x="54777" y="17637"/>
                  <a:pt x="53699" y="14157"/>
                  <a:pt x="51310" y="11768"/>
                </a:cubicBezTo>
                <a:cubicBezTo>
                  <a:pt x="48980" y="9438"/>
                  <a:pt x="45339" y="8185"/>
                  <a:pt x="40445" y="8069"/>
                </a:cubicBezTo>
                <a:lnTo>
                  <a:pt x="36979" y="7967"/>
                </a:lnTo>
                <a:cubicBezTo>
                  <a:pt x="39484" y="9496"/>
                  <a:pt x="41305" y="11433"/>
                  <a:pt x="42499" y="13705"/>
                </a:cubicBezTo>
                <a:cubicBezTo>
                  <a:pt x="43693" y="16035"/>
                  <a:pt x="44261" y="18774"/>
                  <a:pt x="44203" y="21963"/>
                </a:cubicBezTo>
                <a:cubicBezTo>
                  <a:pt x="44028" y="27192"/>
                  <a:pt x="41931" y="31401"/>
                  <a:pt x="37824" y="34532"/>
                </a:cubicBezTo>
                <a:cubicBezTo>
                  <a:pt x="33731" y="37664"/>
                  <a:pt x="28386" y="39135"/>
                  <a:pt x="21730" y="38974"/>
                </a:cubicBezTo>
                <a:cubicBezTo>
                  <a:pt x="15074" y="38800"/>
                  <a:pt x="9787" y="37037"/>
                  <a:pt x="5855" y="33731"/>
                </a:cubicBezTo>
                <a:cubicBezTo>
                  <a:pt x="1937" y="30381"/>
                  <a:pt x="0" y="26114"/>
                  <a:pt x="160" y="20813"/>
                </a:cubicBezTo>
                <a:cubicBezTo>
                  <a:pt x="218" y="17637"/>
                  <a:pt x="903" y="14958"/>
                  <a:pt x="2214" y="12686"/>
                </a:cubicBezTo>
                <a:cubicBezTo>
                  <a:pt x="3525" y="10457"/>
                  <a:pt x="5462" y="8637"/>
                  <a:pt x="8069" y="7224"/>
                </a:cubicBezTo>
                <a:lnTo>
                  <a:pt x="1529" y="7049"/>
                </a:lnTo>
                <a:lnTo>
                  <a:pt x="1704" y="0"/>
                </a:lnTo>
                <a:lnTo>
                  <a:pt x="39368" y="961"/>
                </a:lnTo>
                <a:close/>
                <a:moveTo>
                  <a:pt x="39368" y="9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083C0-CB4B-46AA-A9DA-34F24ECC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550" y="582034"/>
            <a:ext cx="59962" cy="8593"/>
          </a:xfrm>
          <a:custGeom xmlns:a="http://schemas.openxmlformats.org/drawingml/2006/main">
            <a:pathLst>
              <a:path w="59962" h="8593">
                <a:moveTo>
                  <a:pt x="16778" y="7457"/>
                </a:moveTo>
                <a:lnTo>
                  <a:pt x="16953" y="393"/>
                </a:lnTo>
                <a:lnTo>
                  <a:pt x="59962" y="1529"/>
                </a:lnTo>
                <a:lnTo>
                  <a:pt x="59729" y="8593"/>
                </a:lnTo>
                <a:lnTo>
                  <a:pt x="16778" y="7457"/>
                </a:lnTo>
                <a:close/>
                <a:moveTo>
                  <a:pt x="0" y="7049"/>
                </a:moveTo>
                <a:lnTo>
                  <a:pt x="175" y="0"/>
                </a:lnTo>
                <a:lnTo>
                  <a:pt x="9161" y="233"/>
                </a:lnTo>
                <a:lnTo>
                  <a:pt x="8986" y="7282"/>
                </a:lnTo>
                <a:lnTo>
                  <a:pt x="0" y="7049"/>
                </a:lnTo>
                <a:close/>
                <a:moveTo>
                  <a:pt x="0" y="70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8729E-BBBC-482E-B5D2-A691D674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70" y="532194"/>
            <a:ext cx="44494" cy="36862"/>
          </a:xfrm>
          <a:custGeom xmlns:a="http://schemas.openxmlformats.org/drawingml/2006/main">
            <a:pathLst>
              <a:path w="44494" h="36862">
                <a:moveTo>
                  <a:pt x="18555" y="175"/>
                </a:moveTo>
                <a:lnTo>
                  <a:pt x="44494" y="801"/>
                </a:lnTo>
                <a:lnTo>
                  <a:pt x="44319" y="7908"/>
                </a:lnTo>
                <a:lnTo>
                  <a:pt x="18613" y="7224"/>
                </a:lnTo>
                <a:cubicBezTo>
                  <a:pt x="14506" y="7107"/>
                  <a:pt x="11448" y="7850"/>
                  <a:pt x="9394" y="9394"/>
                </a:cubicBezTo>
                <a:cubicBezTo>
                  <a:pt x="7340" y="10923"/>
                  <a:pt x="6263" y="13254"/>
                  <a:pt x="6204" y="16443"/>
                </a:cubicBezTo>
                <a:cubicBezTo>
                  <a:pt x="6088" y="20259"/>
                  <a:pt x="7224" y="23274"/>
                  <a:pt x="9612" y="25546"/>
                </a:cubicBezTo>
                <a:cubicBezTo>
                  <a:pt x="12016" y="27818"/>
                  <a:pt x="15249" y="29012"/>
                  <a:pt x="19458" y="29129"/>
                </a:cubicBezTo>
                <a:lnTo>
                  <a:pt x="43751" y="29755"/>
                </a:lnTo>
                <a:lnTo>
                  <a:pt x="43591" y="36862"/>
                </a:lnTo>
                <a:lnTo>
                  <a:pt x="568" y="35726"/>
                </a:lnTo>
                <a:lnTo>
                  <a:pt x="743" y="28619"/>
                </a:lnTo>
                <a:lnTo>
                  <a:pt x="7457" y="28794"/>
                </a:lnTo>
                <a:cubicBezTo>
                  <a:pt x="4894" y="27032"/>
                  <a:pt x="3015" y="25036"/>
                  <a:pt x="1821" y="22706"/>
                </a:cubicBezTo>
                <a:cubicBezTo>
                  <a:pt x="568" y="20376"/>
                  <a:pt x="0" y="17696"/>
                  <a:pt x="117" y="14739"/>
                </a:cubicBezTo>
                <a:cubicBezTo>
                  <a:pt x="233" y="9787"/>
                  <a:pt x="1821" y="6088"/>
                  <a:pt x="4952" y="3641"/>
                </a:cubicBezTo>
                <a:cubicBezTo>
                  <a:pt x="8083" y="1136"/>
                  <a:pt x="12642" y="0"/>
                  <a:pt x="18555" y="175"/>
                </a:cubicBezTo>
                <a:close/>
                <a:moveTo>
                  <a:pt x="18555" y="1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B193C-8281-4A60-825A-D6859CEA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060" y="1316166"/>
            <a:ext cx="58884" cy="48820"/>
          </a:xfrm>
          <a:custGeom xmlns:a="http://schemas.openxmlformats.org/drawingml/2006/main">
            <a:pathLst>
              <a:path w="58884" h="48820">
                <a:moveTo>
                  <a:pt x="0" y="48470"/>
                </a:moveTo>
                <a:lnTo>
                  <a:pt x="2840" y="0"/>
                </a:lnTo>
                <a:lnTo>
                  <a:pt x="9379" y="408"/>
                </a:lnTo>
                <a:lnTo>
                  <a:pt x="8185" y="20711"/>
                </a:lnTo>
                <a:lnTo>
                  <a:pt x="58884" y="23725"/>
                </a:lnTo>
                <a:lnTo>
                  <a:pt x="58432" y="31517"/>
                </a:lnTo>
                <a:lnTo>
                  <a:pt x="7734" y="28503"/>
                </a:lnTo>
                <a:lnTo>
                  <a:pt x="6481" y="48820"/>
                </a:lnTo>
                <a:lnTo>
                  <a:pt x="0" y="48470"/>
                </a:lnTo>
                <a:close/>
                <a:moveTo>
                  <a:pt x="0" y="4847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CB6C1-369F-4C89-93EA-10CD7AD2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03" y="1304282"/>
            <a:ext cx="60078" cy="10574"/>
          </a:xfrm>
          <a:custGeom xmlns:a="http://schemas.openxmlformats.org/drawingml/2006/main">
            <a:pathLst>
              <a:path w="60078" h="10574">
                <a:moveTo>
                  <a:pt x="16720" y="8083"/>
                </a:moveTo>
                <a:lnTo>
                  <a:pt x="17113" y="1020"/>
                </a:lnTo>
                <a:lnTo>
                  <a:pt x="60078" y="3525"/>
                </a:lnTo>
                <a:lnTo>
                  <a:pt x="59612" y="10574"/>
                </a:lnTo>
                <a:lnTo>
                  <a:pt x="16720" y="8083"/>
                </a:lnTo>
                <a:close/>
                <a:moveTo>
                  <a:pt x="0" y="7049"/>
                </a:moveTo>
                <a:lnTo>
                  <a:pt x="393" y="0"/>
                </a:lnTo>
                <a:lnTo>
                  <a:pt x="9321" y="510"/>
                </a:lnTo>
                <a:lnTo>
                  <a:pt x="8928" y="7559"/>
                </a:lnTo>
                <a:lnTo>
                  <a:pt x="0" y="7049"/>
                </a:lnTo>
                <a:close/>
                <a:moveTo>
                  <a:pt x="0" y="70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45538-215D-4EDE-84FC-FD263B7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3775" y="1253248"/>
            <a:ext cx="59685" cy="41072"/>
          </a:xfrm>
          <a:custGeom xmlns:a="http://schemas.openxmlformats.org/drawingml/2006/main">
            <a:pathLst>
              <a:path w="59685" h="41072">
                <a:moveTo>
                  <a:pt x="36921" y="32595"/>
                </a:moveTo>
                <a:lnTo>
                  <a:pt x="59685" y="33964"/>
                </a:lnTo>
                <a:lnTo>
                  <a:pt x="59277" y="41072"/>
                </a:lnTo>
                <a:lnTo>
                  <a:pt x="0" y="37547"/>
                </a:lnTo>
                <a:lnTo>
                  <a:pt x="451" y="30440"/>
                </a:lnTo>
                <a:lnTo>
                  <a:pt x="6947" y="30833"/>
                </a:lnTo>
                <a:cubicBezTo>
                  <a:pt x="4500" y="29187"/>
                  <a:pt x="2680" y="27192"/>
                  <a:pt x="1588" y="24861"/>
                </a:cubicBezTo>
                <a:cubicBezTo>
                  <a:pt x="510" y="22531"/>
                  <a:pt x="0" y="19793"/>
                  <a:pt x="233" y="16662"/>
                </a:cubicBezTo>
                <a:cubicBezTo>
                  <a:pt x="510" y="11433"/>
                  <a:pt x="2840" y="7340"/>
                  <a:pt x="7166" y="4326"/>
                </a:cubicBezTo>
                <a:cubicBezTo>
                  <a:pt x="11491" y="1311"/>
                  <a:pt x="17069" y="0"/>
                  <a:pt x="23784" y="393"/>
                </a:cubicBezTo>
                <a:cubicBezTo>
                  <a:pt x="30556" y="801"/>
                  <a:pt x="35901" y="2782"/>
                  <a:pt x="39819" y="6263"/>
                </a:cubicBezTo>
                <a:cubicBezTo>
                  <a:pt x="43810" y="9787"/>
                  <a:pt x="45630" y="14113"/>
                  <a:pt x="45281" y="19342"/>
                </a:cubicBezTo>
                <a:cubicBezTo>
                  <a:pt x="45120" y="22473"/>
                  <a:pt x="44319" y="25138"/>
                  <a:pt x="42950" y="27366"/>
                </a:cubicBezTo>
                <a:cubicBezTo>
                  <a:pt x="41581" y="29522"/>
                  <a:pt x="39542" y="31284"/>
                  <a:pt x="36921" y="32595"/>
                </a:cubicBezTo>
                <a:close/>
                <a:moveTo>
                  <a:pt x="23376" y="7734"/>
                </a:moveTo>
                <a:cubicBezTo>
                  <a:pt x="18147" y="7399"/>
                  <a:pt x="14055" y="8243"/>
                  <a:pt x="10982" y="10181"/>
                </a:cubicBezTo>
                <a:cubicBezTo>
                  <a:pt x="7908" y="12176"/>
                  <a:pt x="6263" y="15016"/>
                  <a:pt x="6030" y="18715"/>
                </a:cubicBezTo>
                <a:cubicBezTo>
                  <a:pt x="5797" y="22473"/>
                  <a:pt x="7107" y="25488"/>
                  <a:pt x="9904" y="27818"/>
                </a:cubicBezTo>
                <a:cubicBezTo>
                  <a:pt x="12744" y="30090"/>
                  <a:pt x="16720" y="31401"/>
                  <a:pt x="21905" y="31750"/>
                </a:cubicBezTo>
                <a:cubicBezTo>
                  <a:pt x="27133" y="32027"/>
                  <a:pt x="31241" y="31226"/>
                  <a:pt x="34299" y="29245"/>
                </a:cubicBezTo>
                <a:cubicBezTo>
                  <a:pt x="37430" y="27308"/>
                  <a:pt x="39091" y="24468"/>
                  <a:pt x="39251" y="20711"/>
                </a:cubicBezTo>
                <a:cubicBezTo>
                  <a:pt x="39484" y="17011"/>
                  <a:pt x="38173" y="13938"/>
                  <a:pt x="35391" y="11666"/>
                </a:cubicBezTo>
                <a:cubicBezTo>
                  <a:pt x="32537" y="9336"/>
                  <a:pt x="28561" y="8025"/>
                  <a:pt x="23376" y="7734"/>
                </a:cubicBezTo>
                <a:close/>
                <a:moveTo>
                  <a:pt x="23376" y="77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D8B93-7228-4D29-86B1-110ED73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222" y="1212628"/>
            <a:ext cx="45630" cy="33673"/>
          </a:xfrm>
          <a:custGeom xmlns:a="http://schemas.openxmlformats.org/drawingml/2006/main">
            <a:pathLst>
              <a:path w="45630" h="33673">
                <a:moveTo>
                  <a:pt x="3408" y="743"/>
                </a:moveTo>
                <a:lnTo>
                  <a:pt x="10122" y="1136"/>
                </a:lnTo>
                <a:cubicBezTo>
                  <a:pt x="8986" y="3073"/>
                  <a:pt x="8083" y="5112"/>
                  <a:pt x="7457" y="7224"/>
                </a:cubicBezTo>
                <a:cubicBezTo>
                  <a:pt x="6831" y="9336"/>
                  <a:pt x="6423" y="11550"/>
                  <a:pt x="6263" y="13880"/>
                </a:cubicBezTo>
                <a:cubicBezTo>
                  <a:pt x="6088" y="17346"/>
                  <a:pt x="6423" y="20026"/>
                  <a:pt x="7399" y="21847"/>
                </a:cubicBezTo>
                <a:cubicBezTo>
                  <a:pt x="8360" y="23667"/>
                  <a:pt x="9962" y="24628"/>
                  <a:pt x="12059" y="24745"/>
                </a:cubicBezTo>
                <a:cubicBezTo>
                  <a:pt x="13705" y="24861"/>
                  <a:pt x="15016" y="24293"/>
                  <a:pt x="16050" y="23099"/>
                </a:cubicBezTo>
                <a:cubicBezTo>
                  <a:pt x="17069" y="21905"/>
                  <a:pt x="18089" y="19458"/>
                  <a:pt x="19167" y="15700"/>
                </a:cubicBezTo>
                <a:lnTo>
                  <a:pt x="19851" y="13312"/>
                </a:lnTo>
                <a:cubicBezTo>
                  <a:pt x="21220" y="8360"/>
                  <a:pt x="22924" y="4894"/>
                  <a:pt x="25036" y="2898"/>
                </a:cubicBezTo>
                <a:cubicBezTo>
                  <a:pt x="27075" y="903"/>
                  <a:pt x="29872" y="0"/>
                  <a:pt x="33396" y="218"/>
                </a:cubicBezTo>
                <a:cubicBezTo>
                  <a:pt x="37372" y="451"/>
                  <a:pt x="40445" y="2214"/>
                  <a:pt x="42615" y="5520"/>
                </a:cubicBezTo>
                <a:cubicBezTo>
                  <a:pt x="44713" y="8811"/>
                  <a:pt x="45630" y="13254"/>
                  <a:pt x="45281" y="18774"/>
                </a:cubicBezTo>
                <a:cubicBezTo>
                  <a:pt x="45179" y="21046"/>
                  <a:pt x="44771" y="23434"/>
                  <a:pt x="44203" y="25881"/>
                </a:cubicBezTo>
                <a:cubicBezTo>
                  <a:pt x="43577" y="28386"/>
                  <a:pt x="42776" y="30949"/>
                  <a:pt x="41698" y="33673"/>
                </a:cubicBezTo>
                <a:lnTo>
                  <a:pt x="34416" y="33221"/>
                </a:lnTo>
                <a:cubicBezTo>
                  <a:pt x="35959" y="30716"/>
                  <a:pt x="37096" y="28211"/>
                  <a:pt x="37940" y="25706"/>
                </a:cubicBezTo>
                <a:cubicBezTo>
                  <a:pt x="38741" y="23216"/>
                  <a:pt x="39251" y="20711"/>
                  <a:pt x="39426" y="18264"/>
                </a:cubicBezTo>
                <a:cubicBezTo>
                  <a:pt x="39601" y="14899"/>
                  <a:pt x="39193" y="12351"/>
                  <a:pt x="38173" y="10472"/>
                </a:cubicBezTo>
                <a:cubicBezTo>
                  <a:pt x="37096" y="8651"/>
                  <a:pt x="35552" y="7617"/>
                  <a:pt x="33513" y="7501"/>
                </a:cubicBezTo>
                <a:cubicBezTo>
                  <a:pt x="31576" y="7399"/>
                  <a:pt x="30090" y="7967"/>
                  <a:pt x="28954" y="9219"/>
                </a:cubicBezTo>
                <a:cubicBezTo>
                  <a:pt x="27876" y="10414"/>
                  <a:pt x="26740" y="13195"/>
                  <a:pt x="25546" y="17521"/>
                </a:cubicBezTo>
                <a:lnTo>
                  <a:pt x="24803" y="19910"/>
                </a:lnTo>
                <a:cubicBezTo>
                  <a:pt x="23609" y="24235"/>
                  <a:pt x="22021" y="27308"/>
                  <a:pt x="20026" y="29129"/>
                </a:cubicBezTo>
                <a:cubicBezTo>
                  <a:pt x="17972" y="30949"/>
                  <a:pt x="15307" y="31794"/>
                  <a:pt x="12001" y="31576"/>
                </a:cubicBezTo>
                <a:cubicBezTo>
                  <a:pt x="7967" y="31343"/>
                  <a:pt x="4894" y="29755"/>
                  <a:pt x="2898" y="26740"/>
                </a:cubicBezTo>
                <a:cubicBezTo>
                  <a:pt x="859" y="23725"/>
                  <a:pt x="0" y="19633"/>
                  <a:pt x="335" y="14331"/>
                </a:cubicBezTo>
                <a:cubicBezTo>
                  <a:pt x="451" y="11724"/>
                  <a:pt x="801" y="9336"/>
                  <a:pt x="1311" y="7049"/>
                </a:cubicBezTo>
                <a:cubicBezTo>
                  <a:pt x="1879" y="4719"/>
                  <a:pt x="2563" y="2665"/>
                  <a:pt x="3408" y="743"/>
                </a:cubicBezTo>
                <a:close/>
                <a:moveTo>
                  <a:pt x="3408" y="7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5E2C3-740D-47E6-97AC-56091BEC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458" y="1192660"/>
            <a:ext cx="10181" cy="8695"/>
          </a:xfrm>
          <a:custGeom xmlns:a="http://schemas.openxmlformats.org/drawingml/2006/main">
            <a:pathLst>
              <a:path w="10181" h="8695">
                <a:moveTo>
                  <a:pt x="0" y="8127"/>
                </a:moveTo>
                <a:lnTo>
                  <a:pt x="451" y="0"/>
                </a:lnTo>
                <a:lnTo>
                  <a:pt x="10181" y="568"/>
                </a:lnTo>
                <a:lnTo>
                  <a:pt x="9729" y="8695"/>
                </a:lnTo>
                <a:lnTo>
                  <a:pt x="0" y="8127"/>
                </a:lnTo>
                <a:close/>
                <a:moveTo>
                  <a:pt x="0" y="81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470CD-C381-4272-870A-9ECDA808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925" y="1133208"/>
            <a:ext cx="58884" cy="48805"/>
          </a:xfrm>
          <a:custGeom xmlns:a="http://schemas.openxmlformats.org/drawingml/2006/main">
            <a:pathLst>
              <a:path w="58884" h="48805">
                <a:moveTo>
                  <a:pt x="0" y="48412"/>
                </a:moveTo>
                <a:lnTo>
                  <a:pt x="2898" y="0"/>
                </a:lnTo>
                <a:lnTo>
                  <a:pt x="9379" y="393"/>
                </a:lnTo>
                <a:lnTo>
                  <a:pt x="8185" y="20711"/>
                </a:lnTo>
                <a:lnTo>
                  <a:pt x="58884" y="23725"/>
                </a:lnTo>
                <a:lnTo>
                  <a:pt x="58432" y="31459"/>
                </a:lnTo>
                <a:lnTo>
                  <a:pt x="7734" y="28444"/>
                </a:lnTo>
                <a:lnTo>
                  <a:pt x="6539" y="48805"/>
                </a:lnTo>
                <a:lnTo>
                  <a:pt x="0" y="48412"/>
                </a:lnTo>
                <a:close/>
                <a:moveTo>
                  <a:pt x="0" y="484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0E160-1CCD-446B-99C4-6648CC73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668" y="1121251"/>
            <a:ext cx="60078" cy="10647"/>
          </a:xfrm>
          <a:custGeom xmlns:a="http://schemas.openxmlformats.org/drawingml/2006/main">
            <a:pathLst>
              <a:path w="60078" h="10647">
                <a:moveTo>
                  <a:pt x="16720" y="8083"/>
                </a:moveTo>
                <a:lnTo>
                  <a:pt x="17113" y="1034"/>
                </a:lnTo>
                <a:lnTo>
                  <a:pt x="60078" y="3597"/>
                </a:lnTo>
                <a:lnTo>
                  <a:pt x="59670" y="10647"/>
                </a:lnTo>
                <a:lnTo>
                  <a:pt x="16720" y="8083"/>
                </a:lnTo>
                <a:close/>
                <a:moveTo>
                  <a:pt x="0" y="7064"/>
                </a:moveTo>
                <a:lnTo>
                  <a:pt x="393" y="0"/>
                </a:lnTo>
                <a:lnTo>
                  <a:pt x="9379" y="568"/>
                </a:lnTo>
                <a:lnTo>
                  <a:pt x="8928" y="7632"/>
                </a:lnTo>
                <a:lnTo>
                  <a:pt x="0" y="7064"/>
                </a:lnTo>
                <a:close/>
                <a:moveTo>
                  <a:pt x="0" y="7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8A990-0DA5-472F-BC4B-61D18B7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698" y="1070232"/>
            <a:ext cx="59685" cy="41072"/>
          </a:xfrm>
          <a:custGeom xmlns:a="http://schemas.openxmlformats.org/drawingml/2006/main">
            <a:pathLst>
              <a:path w="59685" h="41072">
                <a:moveTo>
                  <a:pt x="36862" y="32653"/>
                </a:moveTo>
                <a:lnTo>
                  <a:pt x="59685" y="34008"/>
                </a:lnTo>
                <a:lnTo>
                  <a:pt x="59219" y="41072"/>
                </a:lnTo>
                <a:lnTo>
                  <a:pt x="0" y="37547"/>
                </a:lnTo>
                <a:lnTo>
                  <a:pt x="393" y="30483"/>
                </a:lnTo>
                <a:lnTo>
                  <a:pt x="6889" y="30833"/>
                </a:lnTo>
                <a:cubicBezTo>
                  <a:pt x="4442" y="29231"/>
                  <a:pt x="2680" y="27250"/>
                  <a:pt x="1529" y="24905"/>
                </a:cubicBezTo>
                <a:cubicBezTo>
                  <a:pt x="451" y="22575"/>
                  <a:pt x="0" y="19793"/>
                  <a:pt x="175" y="16662"/>
                </a:cubicBezTo>
                <a:cubicBezTo>
                  <a:pt x="510" y="11433"/>
                  <a:pt x="2782" y="7326"/>
                  <a:pt x="7166" y="4311"/>
                </a:cubicBezTo>
                <a:cubicBezTo>
                  <a:pt x="11491" y="1296"/>
                  <a:pt x="17011" y="0"/>
                  <a:pt x="23784" y="393"/>
                </a:cubicBezTo>
                <a:cubicBezTo>
                  <a:pt x="30498" y="786"/>
                  <a:pt x="35843" y="2782"/>
                  <a:pt x="39819" y="6248"/>
                </a:cubicBezTo>
                <a:cubicBezTo>
                  <a:pt x="43751" y="9773"/>
                  <a:pt x="45572" y="14157"/>
                  <a:pt x="45281" y="19342"/>
                </a:cubicBezTo>
                <a:cubicBezTo>
                  <a:pt x="45062" y="22517"/>
                  <a:pt x="44319" y="25138"/>
                  <a:pt x="42892" y="27352"/>
                </a:cubicBezTo>
                <a:cubicBezTo>
                  <a:pt x="41538" y="29522"/>
                  <a:pt x="39542" y="31284"/>
                  <a:pt x="36862" y="32653"/>
                </a:cubicBezTo>
                <a:close/>
                <a:moveTo>
                  <a:pt x="23332" y="7734"/>
                </a:moveTo>
                <a:cubicBezTo>
                  <a:pt x="18147" y="7442"/>
                  <a:pt x="13996" y="8243"/>
                  <a:pt x="10923" y="10239"/>
                </a:cubicBezTo>
                <a:cubicBezTo>
                  <a:pt x="7850" y="12161"/>
                  <a:pt x="6204" y="15016"/>
                  <a:pt x="5971" y="18774"/>
                </a:cubicBezTo>
                <a:cubicBezTo>
                  <a:pt x="5753" y="22458"/>
                  <a:pt x="7049" y="25488"/>
                  <a:pt x="9904" y="27818"/>
                </a:cubicBezTo>
                <a:cubicBezTo>
                  <a:pt x="12686" y="30148"/>
                  <a:pt x="16720" y="31459"/>
                  <a:pt x="21905" y="31736"/>
                </a:cubicBezTo>
                <a:cubicBezTo>
                  <a:pt x="27075" y="32027"/>
                  <a:pt x="31241" y="31226"/>
                  <a:pt x="34299" y="29289"/>
                </a:cubicBezTo>
                <a:cubicBezTo>
                  <a:pt x="37372" y="27308"/>
                  <a:pt x="39033" y="24454"/>
                  <a:pt x="39251" y="20696"/>
                </a:cubicBezTo>
                <a:cubicBezTo>
                  <a:pt x="39484" y="17011"/>
                  <a:pt x="38173" y="13982"/>
                  <a:pt x="35333" y="11652"/>
                </a:cubicBezTo>
                <a:cubicBezTo>
                  <a:pt x="32537" y="9321"/>
                  <a:pt x="28503" y="8010"/>
                  <a:pt x="23332" y="7734"/>
                </a:cubicBezTo>
                <a:close/>
                <a:moveTo>
                  <a:pt x="23332" y="77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C97FF-8448-4652-9927-688F42B5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45" y="1029656"/>
            <a:ext cx="45572" cy="33629"/>
          </a:xfrm>
          <a:custGeom xmlns:a="http://schemas.openxmlformats.org/drawingml/2006/main">
            <a:pathLst>
              <a:path w="45572" h="33629">
                <a:moveTo>
                  <a:pt x="3408" y="743"/>
                </a:moveTo>
                <a:lnTo>
                  <a:pt x="10064" y="1136"/>
                </a:lnTo>
                <a:cubicBezTo>
                  <a:pt x="8928" y="3073"/>
                  <a:pt x="8025" y="5068"/>
                  <a:pt x="7399" y="7180"/>
                </a:cubicBezTo>
                <a:cubicBezTo>
                  <a:pt x="6772" y="9336"/>
                  <a:pt x="6365" y="11491"/>
                  <a:pt x="6263" y="13836"/>
                </a:cubicBezTo>
                <a:cubicBezTo>
                  <a:pt x="6030" y="17302"/>
                  <a:pt x="6423" y="19968"/>
                  <a:pt x="7399" y="21788"/>
                </a:cubicBezTo>
                <a:cubicBezTo>
                  <a:pt x="8360" y="23609"/>
                  <a:pt x="9904" y="24585"/>
                  <a:pt x="12059" y="24701"/>
                </a:cubicBezTo>
                <a:cubicBezTo>
                  <a:pt x="13705" y="24818"/>
                  <a:pt x="15016" y="24235"/>
                  <a:pt x="16050" y="23041"/>
                </a:cubicBezTo>
                <a:cubicBezTo>
                  <a:pt x="17011" y="21847"/>
                  <a:pt x="18031" y="19400"/>
                  <a:pt x="19108" y="15657"/>
                </a:cubicBezTo>
                <a:lnTo>
                  <a:pt x="19793" y="13268"/>
                </a:lnTo>
                <a:cubicBezTo>
                  <a:pt x="21162" y="8316"/>
                  <a:pt x="22924" y="4894"/>
                  <a:pt x="24978" y="2855"/>
                </a:cubicBezTo>
                <a:cubicBezTo>
                  <a:pt x="27075" y="859"/>
                  <a:pt x="29872" y="0"/>
                  <a:pt x="33338" y="175"/>
                </a:cubicBezTo>
                <a:cubicBezTo>
                  <a:pt x="37314" y="466"/>
                  <a:pt x="40387" y="2228"/>
                  <a:pt x="42557" y="5520"/>
                </a:cubicBezTo>
                <a:cubicBezTo>
                  <a:pt x="44713" y="8768"/>
                  <a:pt x="45572" y="13210"/>
                  <a:pt x="45281" y="18730"/>
                </a:cubicBezTo>
                <a:cubicBezTo>
                  <a:pt x="45120" y="21002"/>
                  <a:pt x="44771" y="23390"/>
                  <a:pt x="44145" y="25895"/>
                </a:cubicBezTo>
                <a:cubicBezTo>
                  <a:pt x="43577" y="28342"/>
                  <a:pt x="42732" y="30891"/>
                  <a:pt x="41698" y="33629"/>
                </a:cubicBezTo>
                <a:lnTo>
                  <a:pt x="34416" y="33178"/>
                </a:lnTo>
                <a:cubicBezTo>
                  <a:pt x="35901" y="30673"/>
                  <a:pt x="37096" y="28168"/>
                  <a:pt x="37897" y="25662"/>
                </a:cubicBezTo>
                <a:cubicBezTo>
                  <a:pt x="38741" y="23157"/>
                  <a:pt x="39193" y="20711"/>
                  <a:pt x="39368" y="18205"/>
                </a:cubicBezTo>
                <a:cubicBezTo>
                  <a:pt x="39542" y="14914"/>
                  <a:pt x="39135" y="12292"/>
                  <a:pt x="38115" y="10472"/>
                </a:cubicBezTo>
                <a:cubicBezTo>
                  <a:pt x="37096" y="8593"/>
                  <a:pt x="35552" y="7632"/>
                  <a:pt x="33454" y="7457"/>
                </a:cubicBezTo>
                <a:cubicBezTo>
                  <a:pt x="31576" y="7340"/>
                  <a:pt x="30032" y="7908"/>
                  <a:pt x="28954" y="9161"/>
                </a:cubicBezTo>
                <a:cubicBezTo>
                  <a:pt x="27818" y="10355"/>
                  <a:pt x="26682" y="13152"/>
                  <a:pt x="25488" y="17477"/>
                </a:cubicBezTo>
                <a:lnTo>
                  <a:pt x="24745" y="19866"/>
                </a:lnTo>
                <a:cubicBezTo>
                  <a:pt x="23609" y="24191"/>
                  <a:pt x="21963" y="27250"/>
                  <a:pt x="19968" y="29129"/>
                </a:cubicBezTo>
                <a:cubicBezTo>
                  <a:pt x="17914" y="30949"/>
                  <a:pt x="15307" y="31750"/>
                  <a:pt x="11943" y="31517"/>
                </a:cubicBezTo>
                <a:cubicBezTo>
                  <a:pt x="7908" y="31299"/>
                  <a:pt x="4894" y="29697"/>
                  <a:pt x="2840" y="26682"/>
                </a:cubicBezTo>
                <a:cubicBezTo>
                  <a:pt x="859" y="23725"/>
                  <a:pt x="0" y="19575"/>
                  <a:pt x="277" y="14288"/>
                </a:cubicBezTo>
                <a:cubicBezTo>
                  <a:pt x="451" y="11724"/>
                  <a:pt x="801" y="9278"/>
                  <a:pt x="1311" y="7005"/>
                </a:cubicBezTo>
                <a:cubicBezTo>
                  <a:pt x="1821" y="4733"/>
                  <a:pt x="2505" y="2622"/>
                  <a:pt x="3408" y="743"/>
                </a:cubicBezTo>
                <a:close/>
                <a:moveTo>
                  <a:pt x="3408" y="7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6DDAB-9B86-4514-A6AA-4BF23F2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9" y="979365"/>
            <a:ext cx="57690" cy="39659"/>
          </a:xfrm>
          <a:custGeom xmlns:a="http://schemas.openxmlformats.org/drawingml/2006/main">
            <a:pathLst>
              <a:path w="57690" h="39659">
                <a:moveTo>
                  <a:pt x="6816" y="28910"/>
                </a:moveTo>
                <a:lnTo>
                  <a:pt x="28328" y="30163"/>
                </a:lnTo>
                <a:lnTo>
                  <a:pt x="28896" y="20434"/>
                </a:lnTo>
                <a:cubicBezTo>
                  <a:pt x="29129" y="16851"/>
                  <a:pt x="28328" y="13996"/>
                  <a:pt x="26565" y="11899"/>
                </a:cubicBezTo>
                <a:cubicBezTo>
                  <a:pt x="24861" y="9846"/>
                  <a:pt x="22240" y="8710"/>
                  <a:pt x="18774" y="8476"/>
                </a:cubicBezTo>
                <a:cubicBezTo>
                  <a:pt x="15351" y="8258"/>
                  <a:pt x="12686" y="9103"/>
                  <a:pt x="10690" y="10982"/>
                </a:cubicBezTo>
                <a:cubicBezTo>
                  <a:pt x="8695" y="12802"/>
                  <a:pt x="7617" y="15540"/>
                  <a:pt x="7384" y="19181"/>
                </a:cubicBezTo>
                <a:lnTo>
                  <a:pt x="6816" y="28910"/>
                </a:lnTo>
                <a:close/>
                <a:moveTo>
                  <a:pt x="0" y="36251"/>
                </a:moveTo>
                <a:lnTo>
                  <a:pt x="1020" y="18774"/>
                </a:lnTo>
                <a:cubicBezTo>
                  <a:pt x="1413" y="12351"/>
                  <a:pt x="3117" y="7573"/>
                  <a:pt x="6248" y="4500"/>
                </a:cubicBezTo>
                <a:cubicBezTo>
                  <a:pt x="9321" y="1369"/>
                  <a:pt x="13705" y="0"/>
                  <a:pt x="19283" y="291"/>
                </a:cubicBezTo>
                <a:cubicBezTo>
                  <a:pt x="24920" y="626"/>
                  <a:pt x="29071" y="2563"/>
                  <a:pt x="31794" y="5971"/>
                </a:cubicBezTo>
                <a:cubicBezTo>
                  <a:pt x="34474" y="9452"/>
                  <a:pt x="35610" y="14404"/>
                  <a:pt x="35275" y="20827"/>
                </a:cubicBezTo>
                <a:lnTo>
                  <a:pt x="34692" y="30556"/>
                </a:lnTo>
                <a:lnTo>
                  <a:pt x="57690" y="31925"/>
                </a:lnTo>
                <a:lnTo>
                  <a:pt x="57223" y="39659"/>
                </a:lnTo>
                <a:lnTo>
                  <a:pt x="0" y="36251"/>
                </a:lnTo>
                <a:close/>
                <a:moveTo>
                  <a:pt x="0" y="3625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01AD8-F930-4F1F-AA4F-E986DA0A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610" y="935395"/>
            <a:ext cx="57690" cy="36294"/>
          </a:xfrm>
          <a:custGeom xmlns:a="http://schemas.openxmlformats.org/drawingml/2006/main">
            <a:pathLst>
              <a:path w="57690" h="36294">
                <a:moveTo>
                  <a:pt x="0" y="32886"/>
                </a:moveTo>
                <a:lnTo>
                  <a:pt x="1995" y="0"/>
                </a:lnTo>
                <a:lnTo>
                  <a:pt x="8476" y="393"/>
                </a:lnTo>
                <a:lnTo>
                  <a:pt x="7005" y="25546"/>
                </a:lnTo>
                <a:lnTo>
                  <a:pt x="23842" y="26507"/>
                </a:lnTo>
                <a:lnTo>
                  <a:pt x="25211" y="3860"/>
                </a:lnTo>
                <a:lnTo>
                  <a:pt x="31750" y="4209"/>
                </a:lnTo>
                <a:lnTo>
                  <a:pt x="30381" y="26900"/>
                </a:lnTo>
                <a:lnTo>
                  <a:pt x="57690" y="28561"/>
                </a:lnTo>
                <a:lnTo>
                  <a:pt x="57238" y="36294"/>
                </a:lnTo>
                <a:lnTo>
                  <a:pt x="0" y="32886"/>
                </a:lnTo>
                <a:close/>
                <a:moveTo>
                  <a:pt x="0" y="328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132F7-E326-4DE7-BC0C-98D184E6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290" y="890507"/>
            <a:ext cx="59394" cy="36003"/>
          </a:xfrm>
          <a:custGeom xmlns:a="http://schemas.openxmlformats.org/drawingml/2006/main">
            <a:pathLst>
              <a:path w="59394" h="36003">
                <a:moveTo>
                  <a:pt x="0" y="32595"/>
                </a:moveTo>
                <a:lnTo>
                  <a:pt x="451" y="24861"/>
                </a:lnTo>
                <a:lnTo>
                  <a:pt x="51194" y="27876"/>
                </a:lnTo>
                <a:lnTo>
                  <a:pt x="52854" y="0"/>
                </a:lnTo>
                <a:lnTo>
                  <a:pt x="59394" y="393"/>
                </a:lnTo>
                <a:lnTo>
                  <a:pt x="57223" y="36003"/>
                </a:lnTo>
                <a:lnTo>
                  <a:pt x="0" y="32595"/>
                </a:lnTo>
                <a:close/>
                <a:moveTo>
                  <a:pt x="0" y="325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CD60C-4EAF-473F-BB03-3102A809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897" y="843115"/>
            <a:ext cx="57690" cy="39644"/>
          </a:xfrm>
          <a:custGeom xmlns:a="http://schemas.openxmlformats.org/drawingml/2006/main">
            <a:pathLst>
              <a:path w="57690" h="39644">
                <a:moveTo>
                  <a:pt x="6831" y="28896"/>
                </a:moveTo>
                <a:lnTo>
                  <a:pt x="28342" y="30207"/>
                </a:lnTo>
                <a:lnTo>
                  <a:pt x="28910" y="20419"/>
                </a:lnTo>
                <a:cubicBezTo>
                  <a:pt x="29129" y="16836"/>
                  <a:pt x="28401" y="13996"/>
                  <a:pt x="26624" y="11943"/>
                </a:cubicBezTo>
                <a:cubicBezTo>
                  <a:pt x="24861" y="9846"/>
                  <a:pt x="22254" y="8695"/>
                  <a:pt x="18832" y="8476"/>
                </a:cubicBezTo>
                <a:cubicBezTo>
                  <a:pt x="15424" y="8302"/>
                  <a:pt x="12686" y="9103"/>
                  <a:pt x="10705" y="10982"/>
                </a:cubicBezTo>
                <a:cubicBezTo>
                  <a:pt x="8710" y="12802"/>
                  <a:pt x="7632" y="15526"/>
                  <a:pt x="7399" y="19167"/>
                </a:cubicBezTo>
                <a:lnTo>
                  <a:pt x="6831" y="28896"/>
                </a:lnTo>
                <a:close/>
                <a:moveTo>
                  <a:pt x="0" y="36236"/>
                </a:moveTo>
                <a:lnTo>
                  <a:pt x="1034" y="18774"/>
                </a:lnTo>
                <a:cubicBezTo>
                  <a:pt x="1427" y="12336"/>
                  <a:pt x="3190" y="7617"/>
                  <a:pt x="6263" y="4486"/>
                </a:cubicBezTo>
                <a:cubicBezTo>
                  <a:pt x="9394" y="1369"/>
                  <a:pt x="13720" y="0"/>
                  <a:pt x="19298" y="335"/>
                </a:cubicBezTo>
                <a:cubicBezTo>
                  <a:pt x="24978" y="685"/>
                  <a:pt x="29129" y="2563"/>
                  <a:pt x="31809" y="6030"/>
                </a:cubicBezTo>
                <a:cubicBezTo>
                  <a:pt x="34532" y="9438"/>
                  <a:pt x="35683" y="14390"/>
                  <a:pt x="35275" y="20813"/>
                </a:cubicBezTo>
                <a:lnTo>
                  <a:pt x="34707" y="30542"/>
                </a:lnTo>
                <a:lnTo>
                  <a:pt x="57690" y="31911"/>
                </a:lnTo>
                <a:lnTo>
                  <a:pt x="57238" y="39644"/>
                </a:lnTo>
                <a:lnTo>
                  <a:pt x="0" y="36236"/>
                </a:lnTo>
                <a:close/>
                <a:moveTo>
                  <a:pt x="0" y="362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6E7CD-EABE-4ACC-A730-72811FD6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305" y="825128"/>
            <a:ext cx="60078" cy="10647"/>
          </a:xfrm>
          <a:custGeom xmlns:a="http://schemas.openxmlformats.org/drawingml/2006/main">
            <a:pathLst>
              <a:path w="60078" h="10647">
                <a:moveTo>
                  <a:pt x="0" y="7064"/>
                </a:moveTo>
                <a:lnTo>
                  <a:pt x="393" y="0"/>
                </a:lnTo>
                <a:lnTo>
                  <a:pt x="60078" y="3597"/>
                </a:lnTo>
                <a:lnTo>
                  <a:pt x="59612" y="10647"/>
                </a:lnTo>
                <a:lnTo>
                  <a:pt x="0" y="7064"/>
                </a:lnTo>
                <a:close/>
                <a:moveTo>
                  <a:pt x="0" y="7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2C3DC-B73C-4FC3-A996-5CB1F9BB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278" y="776148"/>
            <a:ext cx="45120" cy="37838"/>
          </a:xfrm>
          <a:custGeom xmlns:a="http://schemas.openxmlformats.org/drawingml/2006/main">
            <a:pathLst>
              <a:path w="45120" h="37838">
                <a:moveTo>
                  <a:pt x="25997" y="37489"/>
                </a:moveTo>
                <a:lnTo>
                  <a:pt x="0" y="35959"/>
                </a:lnTo>
                <a:lnTo>
                  <a:pt x="393" y="28896"/>
                </a:lnTo>
                <a:lnTo>
                  <a:pt x="26114" y="30440"/>
                </a:lnTo>
                <a:cubicBezTo>
                  <a:pt x="30207" y="30673"/>
                  <a:pt x="33280" y="30046"/>
                  <a:pt x="35450" y="28619"/>
                </a:cubicBezTo>
                <a:cubicBezTo>
                  <a:pt x="37547" y="27133"/>
                  <a:pt x="38683" y="24803"/>
                  <a:pt x="38916" y="21672"/>
                </a:cubicBezTo>
                <a:cubicBezTo>
                  <a:pt x="39149" y="17871"/>
                  <a:pt x="38057" y="14797"/>
                  <a:pt x="35785" y="12409"/>
                </a:cubicBezTo>
                <a:cubicBezTo>
                  <a:pt x="33513" y="10079"/>
                  <a:pt x="30265" y="8768"/>
                  <a:pt x="26056" y="8476"/>
                </a:cubicBezTo>
                <a:lnTo>
                  <a:pt x="1704" y="7049"/>
                </a:lnTo>
                <a:lnTo>
                  <a:pt x="2112" y="0"/>
                </a:lnTo>
                <a:lnTo>
                  <a:pt x="45062" y="2563"/>
                </a:lnTo>
                <a:lnTo>
                  <a:pt x="44654" y="9612"/>
                </a:lnTo>
                <a:lnTo>
                  <a:pt x="38057" y="9219"/>
                </a:lnTo>
                <a:cubicBezTo>
                  <a:pt x="40562" y="11098"/>
                  <a:pt x="42382" y="13195"/>
                  <a:pt x="43518" y="15540"/>
                </a:cubicBezTo>
                <a:cubicBezTo>
                  <a:pt x="44654" y="17871"/>
                  <a:pt x="45120" y="20536"/>
                  <a:pt x="44946" y="23492"/>
                </a:cubicBezTo>
                <a:cubicBezTo>
                  <a:pt x="44654" y="28444"/>
                  <a:pt x="42892" y="32085"/>
                  <a:pt x="39659" y="34474"/>
                </a:cubicBezTo>
                <a:cubicBezTo>
                  <a:pt x="36469" y="36862"/>
                  <a:pt x="31867" y="37838"/>
                  <a:pt x="25997" y="37489"/>
                </a:cubicBezTo>
                <a:close/>
                <a:moveTo>
                  <a:pt x="25997" y="374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0E3B1-0FD5-4BA9-8558-A83275D0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783" y="726308"/>
            <a:ext cx="61039" cy="39994"/>
          </a:xfrm>
          <a:custGeom xmlns:a="http://schemas.openxmlformats.org/drawingml/2006/main">
            <a:pathLst>
              <a:path w="61039" h="39994">
                <a:moveTo>
                  <a:pt x="23157" y="8316"/>
                </a:moveTo>
                <a:cubicBezTo>
                  <a:pt x="18031" y="8025"/>
                  <a:pt x="13996" y="8826"/>
                  <a:pt x="11098" y="10763"/>
                </a:cubicBezTo>
                <a:cubicBezTo>
                  <a:pt x="8127" y="12686"/>
                  <a:pt x="6539" y="15598"/>
                  <a:pt x="6321" y="19400"/>
                </a:cubicBezTo>
                <a:cubicBezTo>
                  <a:pt x="6088" y="23157"/>
                  <a:pt x="7340" y="26172"/>
                  <a:pt x="10006" y="28444"/>
                </a:cubicBezTo>
                <a:cubicBezTo>
                  <a:pt x="12686" y="30731"/>
                  <a:pt x="16618" y="32027"/>
                  <a:pt x="21672" y="32318"/>
                </a:cubicBezTo>
                <a:cubicBezTo>
                  <a:pt x="26798" y="32653"/>
                  <a:pt x="30775" y="31809"/>
                  <a:pt x="33731" y="29872"/>
                </a:cubicBezTo>
                <a:cubicBezTo>
                  <a:pt x="36688" y="27935"/>
                  <a:pt x="38290" y="25094"/>
                  <a:pt x="38465" y="21279"/>
                </a:cubicBezTo>
                <a:cubicBezTo>
                  <a:pt x="38683" y="17463"/>
                  <a:pt x="37489" y="14448"/>
                  <a:pt x="34823" y="12176"/>
                </a:cubicBezTo>
                <a:cubicBezTo>
                  <a:pt x="32085" y="9904"/>
                  <a:pt x="28211" y="8593"/>
                  <a:pt x="23157" y="8316"/>
                </a:cubicBezTo>
                <a:close/>
                <a:moveTo>
                  <a:pt x="40227" y="2228"/>
                </a:moveTo>
                <a:cubicBezTo>
                  <a:pt x="47509" y="2680"/>
                  <a:pt x="52854" y="4617"/>
                  <a:pt x="56204" y="8083"/>
                </a:cubicBezTo>
                <a:cubicBezTo>
                  <a:pt x="59568" y="11550"/>
                  <a:pt x="61039" y="16618"/>
                  <a:pt x="60646" y="23332"/>
                </a:cubicBezTo>
                <a:cubicBezTo>
                  <a:pt x="60530" y="25779"/>
                  <a:pt x="60195" y="28109"/>
                  <a:pt x="59685" y="30265"/>
                </a:cubicBezTo>
                <a:cubicBezTo>
                  <a:pt x="59219" y="32493"/>
                  <a:pt x="58491" y="34590"/>
                  <a:pt x="57631" y="36586"/>
                </a:cubicBezTo>
                <a:lnTo>
                  <a:pt x="50742" y="36193"/>
                </a:lnTo>
                <a:cubicBezTo>
                  <a:pt x="51995" y="34197"/>
                  <a:pt x="52971" y="32202"/>
                  <a:pt x="53597" y="30207"/>
                </a:cubicBezTo>
                <a:cubicBezTo>
                  <a:pt x="54267" y="28226"/>
                  <a:pt x="54675" y="26172"/>
                  <a:pt x="54791" y="24075"/>
                </a:cubicBezTo>
                <a:cubicBezTo>
                  <a:pt x="55068" y="19458"/>
                  <a:pt x="54048" y="15933"/>
                  <a:pt x="51776" y="13487"/>
                </a:cubicBezTo>
                <a:cubicBezTo>
                  <a:pt x="49490" y="11040"/>
                  <a:pt x="45907" y="9671"/>
                  <a:pt x="41013" y="9394"/>
                </a:cubicBezTo>
                <a:lnTo>
                  <a:pt x="37547" y="9161"/>
                </a:lnTo>
                <a:cubicBezTo>
                  <a:pt x="39994" y="10763"/>
                  <a:pt x="41756" y="12744"/>
                  <a:pt x="42892" y="15074"/>
                </a:cubicBezTo>
                <a:cubicBezTo>
                  <a:pt x="44028" y="17463"/>
                  <a:pt x="44494" y="20201"/>
                  <a:pt x="44261" y="23390"/>
                </a:cubicBezTo>
                <a:cubicBezTo>
                  <a:pt x="43970" y="28619"/>
                  <a:pt x="41698" y="32770"/>
                  <a:pt x="37489" y="35726"/>
                </a:cubicBezTo>
                <a:cubicBezTo>
                  <a:pt x="33280" y="38741"/>
                  <a:pt x="27876" y="39994"/>
                  <a:pt x="21279" y="39601"/>
                </a:cubicBezTo>
                <a:cubicBezTo>
                  <a:pt x="14623" y="39266"/>
                  <a:pt x="9379" y="37329"/>
                  <a:pt x="5578" y="33848"/>
                </a:cubicBezTo>
                <a:cubicBezTo>
                  <a:pt x="1762" y="30381"/>
                  <a:pt x="0" y="25997"/>
                  <a:pt x="335" y="20769"/>
                </a:cubicBezTo>
                <a:cubicBezTo>
                  <a:pt x="510" y="17579"/>
                  <a:pt x="1311" y="14914"/>
                  <a:pt x="2680" y="12686"/>
                </a:cubicBezTo>
                <a:cubicBezTo>
                  <a:pt x="4093" y="10530"/>
                  <a:pt x="6088" y="8768"/>
                  <a:pt x="8710" y="7457"/>
                </a:cubicBezTo>
                <a:lnTo>
                  <a:pt x="2156" y="7064"/>
                </a:lnTo>
                <a:lnTo>
                  <a:pt x="2622" y="0"/>
                </a:lnTo>
                <a:lnTo>
                  <a:pt x="40227" y="2228"/>
                </a:lnTo>
                <a:close/>
                <a:moveTo>
                  <a:pt x="40227" y="22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0392C-AE22-43D2-8AF1-35CA9E46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529" y="703719"/>
            <a:ext cx="60078" cy="10647"/>
          </a:xfrm>
          <a:custGeom xmlns:a="http://schemas.openxmlformats.org/drawingml/2006/main">
            <a:pathLst>
              <a:path w="60078" h="10647">
                <a:moveTo>
                  <a:pt x="16720" y="8083"/>
                </a:moveTo>
                <a:lnTo>
                  <a:pt x="17128" y="1034"/>
                </a:lnTo>
                <a:lnTo>
                  <a:pt x="60078" y="3597"/>
                </a:lnTo>
                <a:lnTo>
                  <a:pt x="59627" y="10647"/>
                </a:lnTo>
                <a:lnTo>
                  <a:pt x="16720" y="8083"/>
                </a:lnTo>
                <a:close/>
                <a:moveTo>
                  <a:pt x="0" y="7064"/>
                </a:moveTo>
                <a:lnTo>
                  <a:pt x="393" y="0"/>
                </a:lnTo>
                <a:lnTo>
                  <a:pt x="9321" y="583"/>
                </a:lnTo>
                <a:lnTo>
                  <a:pt x="8928" y="7632"/>
                </a:lnTo>
                <a:lnTo>
                  <a:pt x="0" y="7064"/>
                </a:lnTo>
                <a:close/>
                <a:moveTo>
                  <a:pt x="0" y="7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CD579-AF68-48EE-97EB-BA750677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01" y="654914"/>
            <a:ext cx="45120" cy="37882"/>
          </a:xfrm>
          <a:custGeom xmlns:a="http://schemas.openxmlformats.org/drawingml/2006/main">
            <a:pathLst>
              <a:path w="45120" h="37882">
                <a:moveTo>
                  <a:pt x="19181" y="393"/>
                </a:moveTo>
                <a:lnTo>
                  <a:pt x="45120" y="1937"/>
                </a:lnTo>
                <a:lnTo>
                  <a:pt x="44669" y="8986"/>
                </a:lnTo>
                <a:lnTo>
                  <a:pt x="19007" y="7457"/>
                </a:lnTo>
                <a:cubicBezTo>
                  <a:pt x="14914" y="7224"/>
                  <a:pt x="11841" y="7792"/>
                  <a:pt x="9729" y="9278"/>
                </a:cubicBezTo>
                <a:cubicBezTo>
                  <a:pt x="7632" y="10749"/>
                  <a:pt x="6481" y="13079"/>
                  <a:pt x="6263" y="16210"/>
                </a:cubicBezTo>
                <a:cubicBezTo>
                  <a:pt x="6030" y="20026"/>
                  <a:pt x="7049" y="23099"/>
                  <a:pt x="9394" y="25488"/>
                </a:cubicBezTo>
                <a:cubicBezTo>
                  <a:pt x="11666" y="27818"/>
                  <a:pt x="14914" y="29129"/>
                  <a:pt x="19123" y="29362"/>
                </a:cubicBezTo>
                <a:lnTo>
                  <a:pt x="43358" y="30775"/>
                </a:lnTo>
                <a:lnTo>
                  <a:pt x="42950" y="37882"/>
                </a:lnTo>
                <a:lnTo>
                  <a:pt x="0" y="35333"/>
                </a:lnTo>
                <a:lnTo>
                  <a:pt x="451" y="28211"/>
                </a:lnTo>
                <a:lnTo>
                  <a:pt x="7107" y="28619"/>
                </a:lnTo>
                <a:cubicBezTo>
                  <a:pt x="4617" y="26798"/>
                  <a:pt x="2796" y="24687"/>
                  <a:pt x="1646" y="22356"/>
                </a:cubicBezTo>
                <a:cubicBezTo>
                  <a:pt x="510" y="19968"/>
                  <a:pt x="58" y="17288"/>
                  <a:pt x="233" y="14273"/>
                </a:cubicBezTo>
                <a:cubicBezTo>
                  <a:pt x="510" y="9379"/>
                  <a:pt x="2272" y="5738"/>
                  <a:pt x="5462" y="3350"/>
                </a:cubicBezTo>
                <a:cubicBezTo>
                  <a:pt x="8651" y="1020"/>
                  <a:pt x="13254" y="0"/>
                  <a:pt x="19181" y="393"/>
                </a:cubicBezTo>
                <a:close/>
                <a:moveTo>
                  <a:pt x="19181" y="3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C3AA7-76AF-4AF3-B7FF-73D972D5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779" y="1471321"/>
            <a:ext cx="57806" cy="41188"/>
          </a:xfrm>
          <a:custGeom xmlns:a="http://schemas.openxmlformats.org/drawingml/2006/main">
            <a:pathLst>
              <a:path w="57806" h="41188">
                <a:moveTo>
                  <a:pt x="7049" y="28663"/>
                </a:moveTo>
                <a:lnTo>
                  <a:pt x="28503" y="30716"/>
                </a:lnTo>
                <a:lnTo>
                  <a:pt x="29406" y="20987"/>
                </a:lnTo>
                <a:cubicBezTo>
                  <a:pt x="29755" y="17404"/>
                  <a:pt x="29071" y="14506"/>
                  <a:pt x="27425" y="12394"/>
                </a:cubicBezTo>
                <a:cubicBezTo>
                  <a:pt x="25706" y="10239"/>
                  <a:pt x="23157" y="9044"/>
                  <a:pt x="19735" y="8695"/>
                </a:cubicBezTo>
                <a:cubicBezTo>
                  <a:pt x="16327" y="8360"/>
                  <a:pt x="13589" y="9103"/>
                  <a:pt x="11550" y="10923"/>
                </a:cubicBezTo>
                <a:cubicBezTo>
                  <a:pt x="9496" y="12686"/>
                  <a:pt x="8302" y="15351"/>
                  <a:pt x="7967" y="18992"/>
                </a:cubicBezTo>
                <a:lnTo>
                  <a:pt x="7049" y="28663"/>
                </a:lnTo>
                <a:close/>
                <a:moveTo>
                  <a:pt x="0" y="35843"/>
                </a:moveTo>
                <a:lnTo>
                  <a:pt x="1588" y="18366"/>
                </a:lnTo>
                <a:cubicBezTo>
                  <a:pt x="2214" y="12001"/>
                  <a:pt x="4093" y="7282"/>
                  <a:pt x="7340" y="4267"/>
                </a:cubicBezTo>
                <a:cubicBezTo>
                  <a:pt x="10530" y="1253"/>
                  <a:pt x="14899" y="0"/>
                  <a:pt x="20478" y="568"/>
                </a:cubicBezTo>
                <a:cubicBezTo>
                  <a:pt x="26114" y="1078"/>
                  <a:pt x="30207" y="3117"/>
                  <a:pt x="32828" y="6656"/>
                </a:cubicBezTo>
                <a:cubicBezTo>
                  <a:pt x="35391" y="10181"/>
                  <a:pt x="36353" y="15191"/>
                  <a:pt x="35785" y="21555"/>
                </a:cubicBezTo>
                <a:lnTo>
                  <a:pt x="34867" y="31284"/>
                </a:lnTo>
                <a:lnTo>
                  <a:pt x="57806" y="33440"/>
                </a:lnTo>
                <a:lnTo>
                  <a:pt x="57063" y="41188"/>
                </a:lnTo>
                <a:lnTo>
                  <a:pt x="0" y="35843"/>
                </a:lnTo>
                <a:close/>
                <a:moveTo>
                  <a:pt x="0" y="3584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B4890-29AC-45CB-8D6D-3D0E61A5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163" y="1427103"/>
            <a:ext cx="57850" cy="38188"/>
          </a:xfrm>
          <a:custGeom xmlns:a="http://schemas.openxmlformats.org/drawingml/2006/main">
            <a:pathLst>
              <a:path w="57850" h="38188">
                <a:moveTo>
                  <a:pt x="0" y="32828"/>
                </a:moveTo>
                <a:lnTo>
                  <a:pt x="3073" y="0"/>
                </a:lnTo>
                <a:lnTo>
                  <a:pt x="9612" y="626"/>
                </a:lnTo>
                <a:lnTo>
                  <a:pt x="7282" y="25721"/>
                </a:lnTo>
                <a:lnTo>
                  <a:pt x="24060" y="27265"/>
                </a:lnTo>
                <a:lnTo>
                  <a:pt x="26216" y="4617"/>
                </a:lnTo>
                <a:lnTo>
                  <a:pt x="32712" y="5243"/>
                </a:lnTo>
                <a:lnTo>
                  <a:pt x="30542" y="27891"/>
                </a:lnTo>
                <a:lnTo>
                  <a:pt x="57850" y="30440"/>
                </a:lnTo>
                <a:lnTo>
                  <a:pt x="57122" y="38188"/>
                </a:lnTo>
                <a:lnTo>
                  <a:pt x="0" y="32828"/>
                </a:lnTo>
                <a:close/>
                <a:moveTo>
                  <a:pt x="0" y="328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A6FBC-CC56-463D-B837-183553A9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430" y="1384095"/>
            <a:ext cx="60413" cy="36134"/>
          </a:xfrm>
          <a:custGeom xmlns:a="http://schemas.openxmlformats.org/drawingml/2006/main">
            <a:pathLst>
              <a:path w="60413" h="36134">
                <a:moveTo>
                  <a:pt x="0" y="30789"/>
                </a:moveTo>
                <a:lnTo>
                  <a:pt x="670" y="23041"/>
                </a:lnTo>
                <a:lnTo>
                  <a:pt x="51310" y="27774"/>
                </a:lnTo>
                <a:lnTo>
                  <a:pt x="53874" y="0"/>
                </a:lnTo>
                <a:lnTo>
                  <a:pt x="60413" y="626"/>
                </a:lnTo>
                <a:lnTo>
                  <a:pt x="57063" y="36134"/>
                </a:lnTo>
                <a:lnTo>
                  <a:pt x="0" y="30789"/>
                </a:lnTo>
                <a:close/>
                <a:moveTo>
                  <a:pt x="0" y="307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46B49-D21A-46C7-95EA-6224866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915" y="1366923"/>
            <a:ext cx="10457" cy="8986"/>
          </a:xfrm>
          <a:custGeom xmlns:a="http://schemas.openxmlformats.org/drawingml/2006/main">
            <a:pathLst>
              <a:path w="10457" h="8986">
                <a:moveTo>
                  <a:pt x="0" y="8069"/>
                </a:moveTo>
                <a:lnTo>
                  <a:pt x="786" y="0"/>
                </a:lnTo>
                <a:lnTo>
                  <a:pt x="10457" y="903"/>
                </a:lnTo>
                <a:lnTo>
                  <a:pt x="9729" y="8986"/>
                </a:lnTo>
                <a:lnTo>
                  <a:pt x="0" y="8069"/>
                </a:lnTo>
                <a:close/>
                <a:moveTo>
                  <a:pt x="0" y="80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FC1EF-54DE-486B-A58D-5C54E198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222" y="1306437"/>
            <a:ext cx="59903" cy="52344"/>
          </a:xfrm>
          <a:custGeom xmlns:a="http://schemas.openxmlformats.org/drawingml/2006/main">
            <a:pathLst>
              <a:path w="59903" h="52344">
                <a:moveTo>
                  <a:pt x="8025" y="21570"/>
                </a:moveTo>
                <a:lnTo>
                  <a:pt x="35435" y="34707"/>
                </a:lnTo>
                <a:lnTo>
                  <a:pt x="37372" y="13720"/>
                </a:lnTo>
                <a:lnTo>
                  <a:pt x="8025" y="21570"/>
                </a:lnTo>
                <a:close/>
                <a:moveTo>
                  <a:pt x="0" y="25211"/>
                </a:moveTo>
                <a:lnTo>
                  <a:pt x="786" y="16443"/>
                </a:lnTo>
                <a:lnTo>
                  <a:pt x="59903" y="0"/>
                </a:lnTo>
                <a:lnTo>
                  <a:pt x="59161" y="8083"/>
                </a:lnTo>
                <a:lnTo>
                  <a:pt x="44028" y="11899"/>
                </a:lnTo>
                <a:lnTo>
                  <a:pt x="41640" y="37605"/>
                </a:lnTo>
                <a:lnTo>
                  <a:pt x="55811" y="44203"/>
                </a:lnTo>
                <a:lnTo>
                  <a:pt x="55010" y="52344"/>
                </a:lnTo>
                <a:lnTo>
                  <a:pt x="0" y="25211"/>
                </a:lnTo>
                <a:close/>
                <a:moveTo>
                  <a:pt x="0" y="252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58602-0398-46BB-8584-90A054ED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63" y="1257006"/>
            <a:ext cx="57792" cy="41130"/>
          </a:xfrm>
          <a:custGeom xmlns:a="http://schemas.openxmlformats.org/drawingml/2006/main">
            <a:pathLst>
              <a:path w="57792" h="41130">
                <a:moveTo>
                  <a:pt x="7049" y="28663"/>
                </a:moveTo>
                <a:lnTo>
                  <a:pt x="28503" y="30658"/>
                </a:lnTo>
                <a:lnTo>
                  <a:pt x="29406" y="20929"/>
                </a:lnTo>
                <a:cubicBezTo>
                  <a:pt x="29755" y="17346"/>
                  <a:pt x="29071" y="14506"/>
                  <a:pt x="27425" y="12336"/>
                </a:cubicBezTo>
                <a:cubicBezTo>
                  <a:pt x="25706" y="10239"/>
                  <a:pt x="23157" y="8986"/>
                  <a:pt x="19735" y="8651"/>
                </a:cubicBezTo>
                <a:cubicBezTo>
                  <a:pt x="16327" y="8360"/>
                  <a:pt x="13589" y="9103"/>
                  <a:pt x="11550" y="10865"/>
                </a:cubicBezTo>
                <a:cubicBezTo>
                  <a:pt x="9496" y="12627"/>
                  <a:pt x="8302" y="15351"/>
                  <a:pt x="7967" y="18948"/>
                </a:cubicBezTo>
                <a:lnTo>
                  <a:pt x="7049" y="28663"/>
                </a:lnTo>
                <a:close/>
                <a:moveTo>
                  <a:pt x="0" y="35785"/>
                </a:moveTo>
                <a:lnTo>
                  <a:pt x="1588" y="18322"/>
                </a:lnTo>
                <a:cubicBezTo>
                  <a:pt x="2214" y="11943"/>
                  <a:pt x="4093" y="7224"/>
                  <a:pt x="7340" y="4267"/>
                </a:cubicBezTo>
                <a:cubicBezTo>
                  <a:pt x="10515" y="1253"/>
                  <a:pt x="14899" y="0"/>
                  <a:pt x="20478" y="510"/>
                </a:cubicBezTo>
                <a:cubicBezTo>
                  <a:pt x="26114" y="1020"/>
                  <a:pt x="30207" y="3073"/>
                  <a:pt x="32828" y="6656"/>
                </a:cubicBezTo>
                <a:cubicBezTo>
                  <a:pt x="35377" y="10181"/>
                  <a:pt x="36353" y="15132"/>
                  <a:pt x="35785" y="21555"/>
                </a:cubicBezTo>
                <a:lnTo>
                  <a:pt x="34867" y="31226"/>
                </a:lnTo>
                <a:lnTo>
                  <a:pt x="57792" y="33396"/>
                </a:lnTo>
                <a:lnTo>
                  <a:pt x="57063" y="41130"/>
                </a:lnTo>
                <a:lnTo>
                  <a:pt x="0" y="35785"/>
                </a:lnTo>
                <a:close/>
                <a:moveTo>
                  <a:pt x="0" y="357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BD5DCB-7B36-44B1-836C-6CE6933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547" y="1253481"/>
            <a:ext cx="10472" cy="8986"/>
          </a:xfrm>
          <a:custGeom xmlns:a="http://schemas.openxmlformats.org/drawingml/2006/main">
            <a:pathLst>
              <a:path w="10472" h="8986">
                <a:moveTo>
                  <a:pt x="0" y="8069"/>
                </a:moveTo>
                <a:lnTo>
                  <a:pt x="743" y="0"/>
                </a:lnTo>
                <a:lnTo>
                  <a:pt x="10472" y="903"/>
                </a:lnTo>
                <a:lnTo>
                  <a:pt x="9729" y="8986"/>
                </a:lnTo>
                <a:lnTo>
                  <a:pt x="0" y="8069"/>
                </a:lnTo>
                <a:close/>
                <a:moveTo>
                  <a:pt x="0" y="80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28F9F-9939-4FFC-B7F1-DF078C7E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796" y="1192995"/>
            <a:ext cx="59976" cy="52344"/>
          </a:xfrm>
          <a:custGeom xmlns:a="http://schemas.openxmlformats.org/drawingml/2006/main">
            <a:pathLst>
              <a:path w="59976" h="52344">
                <a:moveTo>
                  <a:pt x="8025" y="21570"/>
                </a:moveTo>
                <a:lnTo>
                  <a:pt x="35450" y="34707"/>
                </a:lnTo>
                <a:lnTo>
                  <a:pt x="37445" y="13720"/>
                </a:lnTo>
                <a:lnTo>
                  <a:pt x="8025" y="21570"/>
                </a:lnTo>
                <a:close/>
                <a:moveTo>
                  <a:pt x="0" y="25211"/>
                </a:moveTo>
                <a:lnTo>
                  <a:pt x="859" y="16443"/>
                </a:lnTo>
                <a:lnTo>
                  <a:pt x="59976" y="0"/>
                </a:lnTo>
                <a:lnTo>
                  <a:pt x="59233" y="8083"/>
                </a:lnTo>
                <a:lnTo>
                  <a:pt x="44101" y="11899"/>
                </a:lnTo>
                <a:lnTo>
                  <a:pt x="41712" y="37605"/>
                </a:lnTo>
                <a:lnTo>
                  <a:pt x="55811" y="44203"/>
                </a:lnTo>
                <a:lnTo>
                  <a:pt x="55083" y="52344"/>
                </a:lnTo>
                <a:lnTo>
                  <a:pt x="0" y="25211"/>
                </a:lnTo>
                <a:close/>
                <a:moveTo>
                  <a:pt x="0" y="252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C9912-B8D0-454C-B768-9F4302F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437" y="1143564"/>
            <a:ext cx="57864" cy="41130"/>
          </a:xfrm>
          <a:custGeom xmlns:a="http://schemas.openxmlformats.org/drawingml/2006/main">
            <a:pathLst>
              <a:path w="57864" h="41130">
                <a:moveTo>
                  <a:pt x="7122" y="28663"/>
                </a:moveTo>
                <a:lnTo>
                  <a:pt x="28561" y="30658"/>
                </a:lnTo>
                <a:lnTo>
                  <a:pt x="29478" y="20929"/>
                </a:lnTo>
                <a:cubicBezTo>
                  <a:pt x="29813" y="17346"/>
                  <a:pt x="29129" y="14506"/>
                  <a:pt x="27425" y="12336"/>
                </a:cubicBezTo>
                <a:cubicBezTo>
                  <a:pt x="25779" y="10239"/>
                  <a:pt x="23216" y="8986"/>
                  <a:pt x="19749" y="8637"/>
                </a:cubicBezTo>
                <a:cubicBezTo>
                  <a:pt x="16327" y="8360"/>
                  <a:pt x="13603" y="9103"/>
                  <a:pt x="11550" y="10865"/>
                </a:cubicBezTo>
                <a:cubicBezTo>
                  <a:pt x="9569" y="12627"/>
                  <a:pt x="8375" y="15351"/>
                  <a:pt x="8025" y="18934"/>
                </a:cubicBezTo>
                <a:lnTo>
                  <a:pt x="7122" y="28663"/>
                </a:lnTo>
                <a:close/>
                <a:moveTo>
                  <a:pt x="0" y="35785"/>
                </a:moveTo>
                <a:lnTo>
                  <a:pt x="1660" y="18307"/>
                </a:lnTo>
                <a:cubicBezTo>
                  <a:pt x="2287" y="11943"/>
                  <a:pt x="4151" y="7224"/>
                  <a:pt x="7340" y="4267"/>
                </a:cubicBezTo>
                <a:cubicBezTo>
                  <a:pt x="10588" y="1253"/>
                  <a:pt x="14972" y="0"/>
                  <a:pt x="20536" y="510"/>
                </a:cubicBezTo>
                <a:cubicBezTo>
                  <a:pt x="26172" y="1020"/>
                  <a:pt x="30265" y="3073"/>
                  <a:pt x="32828" y="6656"/>
                </a:cubicBezTo>
                <a:cubicBezTo>
                  <a:pt x="35450" y="10181"/>
                  <a:pt x="36411" y="15132"/>
                  <a:pt x="35785" y="21555"/>
                </a:cubicBezTo>
                <a:lnTo>
                  <a:pt x="34882" y="31226"/>
                </a:lnTo>
                <a:lnTo>
                  <a:pt x="57864" y="33396"/>
                </a:lnTo>
                <a:lnTo>
                  <a:pt x="57122" y="41130"/>
                </a:lnTo>
                <a:lnTo>
                  <a:pt x="0" y="35785"/>
                </a:lnTo>
                <a:close/>
                <a:moveTo>
                  <a:pt x="0" y="357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F0C38-7E9B-4C9B-BA7B-A918CBE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72" y="1084389"/>
            <a:ext cx="60704" cy="54558"/>
          </a:xfrm>
          <a:custGeom xmlns:a="http://schemas.openxmlformats.org/drawingml/2006/main">
            <a:pathLst>
              <a:path w="60704" h="54558">
                <a:moveTo>
                  <a:pt x="7005" y="25036"/>
                </a:moveTo>
                <a:cubicBezTo>
                  <a:pt x="6496" y="30673"/>
                  <a:pt x="8200" y="35333"/>
                  <a:pt x="12059" y="39033"/>
                </a:cubicBezTo>
                <a:cubicBezTo>
                  <a:pt x="15933" y="42674"/>
                  <a:pt x="21453" y="44887"/>
                  <a:pt x="28677" y="45572"/>
                </a:cubicBezTo>
                <a:cubicBezTo>
                  <a:pt x="35843" y="46257"/>
                  <a:pt x="41712" y="45120"/>
                  <a:pt x="46198" y="42222"/>
                </a:cubicBezTo>
                <a:cubicBezTo>
                  <a:pt x="50699" y="39309"/>
                  <a:pt x="53204" y="35042"/>
                  <a:pt x="53713" y="29420"/>
                </a:cubicBezTo>
                <a:cubicBezTo>
                  <a:pt x="54223" y="23842"/>
                  <a:pt x="52577" y="19181"/>
                  <a:pt x="48703" y="15540"/>
                </a:cubicBezTo>
                <a:cubicBezTo>
                  <a:pt x="44829" y="11841"/>
                  <a:pt x="39266" y="9671"/>
                  <a:pt x="32085" y="8986"/>
                </a:cubicBezTo>
                <a:cubicBezTo>
                  <a:pt x="24861" y="8302"/>
                  <a:pt x="19007" y="9452"/>
                  <a:pt x="14564" y="12292"/>
                </a:cubicBezTo>
                <a:cubicBezTo>
                  <a:pt x="10079" y="15191"/>
                  <a:pt x="7573" y="19458"/>
                  <a:pt x="7005" y="25036"/>
                </a:cubicBezTo>
                <a:close/>
                <a:moveTo>
                  <a:pt x="743" y="24468"/>
                </a:moveTo>
                <a:cubicBezTo>
                  <a:pt x="1486" y="16443"/>
                  <a:pt x="4777" y="10297"/>
                  <a:pt x="10588" y="6030"/>
                </a:cubicBezTo>
                <a:cubicBezTo>
                  <a:pt x="16443" y="1762"/>
                  <a:pt x="23842" y="0"/>
                  <a:pt x="32886" y="859"/>
                </a:cubicBezTo>
                <a:cubicBezTo>
                  <a:pt x="41873" y="1704"/>
                  <a:pt x="48820" y="4777"/>
                  <a:pt x="53713" y="10079"/>
                </a:cubicBezTo>
                <a:cubicBezTo>
                  <a:pt x="58665" y="15365"/>
                  <a:pt x="60704" y="22021"/>
                  <a:pt x="59976" y="29988"/>
                </a:cubicBezTo>
                <a:cubicBezTo>
                  <a:pt x="59233" y="38057"/>
                  <a:pt x="55986" y="44203"/>
                  <a:pt x="50189" y="48529"/>
                </a:cubicBezTo>
                <a:cubicBezTo>
                  <a:pt x="44319" y="52796"/>
                  <a:pt x="36935" y="54558"/>
                  <a:pt x="27935" y="53713"/>
                </a:cubicBezTo>
                <a:cubicBezTo>
                  <a:pt x="18890" y="52854"/>
                  <a:pt x="11899" y="49781"/>
                  <a:pt x="7005" y="44494"/>
                </a:cubicBezTo>
                <a:cubicBezTo>
                  <a:pt x="2112" y="39149"/>
                  <a:pt x="0" y="32493"/>
                  <a:pt x="743" y="24468"/>
                </a:cubicBezTo>
                <a:close/>
                <a:moveTo>
                  <a:pt x="743" y="244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A79A7-3F8D-494E-B537-92D79B66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676" y="1024252"/>
            <a:ext cx="59568" cy="51602"/>
          </a:xfrm>
          <a:custGeom xmlns:a="http://schemas.openxmlformats.org/drawingml/2006/main">
            <a:pathLst>
              <a:path w="59568" h="51602">
                <a:moveTo>
                  <a:pt x="7064" y="39091"/>
                </a:moveTo>
                <a:lnTo>
                  <a:pt x="51441" y="43242"/>
                </a:lnTo>
                <a:lnTo>
                  <a:pt x="52344" y="33906"/>
                </a:lnTo>
                <a:cubicBezTo>
                  <a:pt x="53087" y="26056"/>
                  <a:pt x="51835" y="20143"/>
                  <a:pt x="48587" y="16108"/>
                </a:cubicBezTo>
                <a:cubicBezTo>
                  <a:pt x="45354" y="12118"/>
                  <a:pt x="39892" y="9787"/>
                  <a:pt x="32202" y="9044"/>
                </a:cubicBezTo>
                <a:cubicBezTo>
                  <a:pt x="24585" y="8375"/>
                  <a:pt x="18774" y="9671"/>
                  <a:pt x="14914" y="12977"/>
                </a:cubicBezTo>
                <a:cubicBezTo>
                  <a:pt x="10982" y="16268"/>
                  <a:pt x="8651" y="21905"/>
                  <a:pt x="7908" y="29755"/>
                </a:cubicBezTo>
                <a:lnTo>
                  <a:pt x="7064" y="39091"/>
                </a:lnTo>
                <a:close/>
                <a:moveTo>
                  <a:pt x="0" y="46257"/>
                </a:moveTo>
                <a:lnTo>
                  <a:pt x="1486" y="30381"/>
                </a:lnTo>
                <a:cubicBezTo>
                  <a:pt x="2505" y="19298"/>
                  <a:pt x="5578" y="11389"/>
                  <a:pt x="10647" y="6656"/>
                </a:cubicBezTo>
                <a:cubicBezTo>
                  <a:pt x="15759" y="1937"/>
                  <a:pt x="23157" y="0"/>
                  <a:pt x="32945" y="918"/>
                </a:cubicBezTo>
                <a:cubicBezTo>
                  <a:pt x="42790" y="1821"/>
                  <a:pt x="49781" y="5127"/>
                  <a:pt x="53947" y="10763"/>
                </a:cubicBezTo>
                <a:cubicBezTo>
                  <a:pt x="58039" y="16385"/>
                  <a:pt x="59568" y="24701"/>
                  <a:pt x="58549" y="35726"/>
                </a:cubicBezTo>
                <a:lnTo>
                  <a:pt x="57063" y="51602"/>
                </a:lnTo>
                <a:lnTo>
                  <a:pt x="0" y="46257"/>
                </a:lnTo>
                <a:close/>
                <a:moveTo>
                  <a:pt x="0" y="462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FA9C2-457C-423A-B2E2-CD5B2AC4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312" y="957970"/>
            <a:ext cx="61957" cy="57588"/>
          </a:xfrm>
          <a:custGeom xmlns:a="http://schemas.openxmlformats.org/drawingml/2006/main">
            <a:pathLst>
              <a:path w="61957" h="57588">
                <a:moveTo>
                  <a:pt x="0" y="52228"/>
                </a:moveTo>
                <a:lnTo>
                  <a:pt x="1078" y="40678"/>
                </a:lnTo>
                <a:lnTo>
                  <a:pt x="41305" y="29755"/>
                </a:lnTo>
                <a:lnTo>
                  <a:pt x="3816" y="11506"/>
                </a:lnTo>
                <a:lnTo>
                  <a:pt x="4894" y="0"/>
                </a:lnTo>
                <a:lnTo>
                  <a:pt x="61957" y="5360"/>
                </a:lnTo>
                <a:lnTo>
                  <a:pt x="61272" y="12860"/>
                </a:lnTo>
                <a:lnTo>
                  <a:pt x="11156" y="8200"/>
                </a:lnTo>
                <a:lnTo>
                  <a:pt x="48936" y="26580"/>
                </a:lnTo>
                <a:lnTo>
                  <a:pt x="48194" y="34314"/>
                </a:lnTo>
                <a:lnTo>
                  <a:pt x="7690" y="45354"/>
                </a:lnTo>
                <a:lnTo>
                  <a:pt x="57806" y="50072"/>
                </a:lnTo>
                <a:lnTo>
                  <a:pt x="57063" y="57588"/>
                </a:lnTo>
                <a:lnTo>
                  <a:pt x="0" y="52228"/>
                </a:lnTo>
                <a:close/>
                <a:moveTo>
                  <a:pt x="0" y="522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C743E-9702-4C2D-812A-96467791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633" y="911844"/>
            <a:ext cx="60413" cy="36120"/>
          </a:xfrm>
          <a:custGeom xmlns:a="http://schemas.openxmlformats.org/drawingml/2006/main">
            <a:pathLst>
              <a:path w="60413" h="36120">
                <a:moveTo>
                  <a:pt x="0" y="30775"/>
                </a:moveTo>
                <a:lnTo>
                  <a:pt x="743" y="23085"/>
                </a:lnTo>
                <a:lnTo>
                  <a:pt x="51310" y="27818"/>
                </a:lnTo>
                <a:lnTo>
                  <a:pt x="53932" y="0"/>
                </a:lnTo>
                <a:lnTo>
                  <a:pt x="60413" y="626"/>
                </a:lnTo>
                <a:lnTo>
                  <a:pt x="57122" y="36120"/>
                </a:lnTo>
                <a:lnTo>
                  <a:pt x="0" y="30775"/>
                </a:lnTo>
                <a:close/>
                <a:moveTo>
                  <a:pt x="0" y="307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8D52B-2F05-4069-A60C-488392EB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726" y="852786"/>
            <a:ext cx="59627" cy="51543"/>
          </a:xfrm>
          <a:custGeom xmlns:a="http://schemas.openxmlformats.org/drawingml/2006/main">
            <a:pathLst>
              <a:path w="59627" h="51543">
                <a:moveTo>
                  <a:pt x="7049" y="39076"/>
                </a:moveTo>
                <a:lnTo>
                  <a:pt x="51485" y="43242"/>
                </a:lnTo>
                <a:lnTo>
                  <a:pt x="52344" y="33906"/>
                </a:lnTo>
                <a:cubicBezTo>
                  <a:pt x="53087" y="26056"/>
                  <a:pt x="51835" y="20084"/>
                  <a:pt x="48587" y="16094"/>
                </a:cubicBezTo>
                <a:cubicBezTo>
                  <a:pt x="45397" y="12118"/>
                  <a:pt x="39936" y="9787"/>
                  <a:pt x="32202" y="9044"/>
                </a:cubicBezTo>
                <a:cubicBezTo>
                  <a:pt x="24570" y="8360"/>
                  <a:pt x="18774" y="9612"/>
                  <a:pt x="14899" y="12962"/>
                </a:cubicBezTo>
                <a:cubicBezTo>
                  <a:pt x="10982" y="16268"/>
                  <a:pt x="8710" y="21905"/>
                  <a:pt x="7967" y="29755"/>
                </a:cubicBezTo>
                <a:lnTo>
                  <a:pt x="7049" y="39076"/>
                </a:lnTo>
                <a:close/>
                <a:moveTo>
                  <a:pt x="0" y="46198"/>
                </a:moveTo>
                <a:lnTo>
                  <a:pt x="1486" y="30323"/>
                </a:lnTo>
                <a:cubicBezTo>
                  <a:pt x="2505" y="19283"/>
                  <a:pt x="5578" y="11375"/>
                  <a:pt x="10632" y="6656"/>
                </a:cubicBezTo>
                <a:cubicBezTo>
                  <a:pt x="15759" y="1879"/>
                  <a:pt x="23216" y="0"/>
                  <a:pt x="33003" y="903"/>
                </a:cubicBezTo>
                <a:cubicBezTo>
                  <a:pt x="42834" y="1821"/>
                  <a:pt x="49781" y="5112"/>
                  <a:pt x="53932" y="10749"/>
                </a:cubicBezTo>
                <a:cubicBezTo>
                  <a:pt x="58083" y="16385"/>
                  <a:pt x="59627" y="24687"/>
                  <a:pt x="58593" y="35668"/>
                </a:cubicBezTo>
                <a:lnTo>
                  <a:pt x="57063" y="51543"/>
                </a:lnTo>
                <a:lnTo>
                  <a:pt x="0" y="46198"/>
                </a:lnTo>
                <a:close/>
                <a:moveTo>
                  <a:pt x="0" y="461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AD415-209B-4F61-8949-8DC21F23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362" y="802611"/>
            <a:ext cx="60530" cy="41465"/>
          </a:xfrm>
          <a:custGeom xmlns:a="http://schemas.openxmlformats.org/drawingml/2006/main">
            <a:pathLst>
              <a:path w="60530" h="41465">
                <a:moveTo>
                  <a:pt x="0" y="36120"/>
                </a:moveTo>
                <a:lnTo>
                  <a:pt x="3408" y="0"/>
                </a:lnTo>
                <a:lnTo>
                  <a:pt x="9889" y="626"/>
                </a:lnTo>
                <a:lnTo>
                  <a:pt x="7224" y="29012"/>
                </a:lnTo>
                <a:lnTo>
                  <a:pt x="24119" y="30542"/>
                </a:lnTo>
                <a:lnTo>
                  <a:pt x="26682" y="3408"/>
                </a:lnTo>
                <a:lnTo>
                  <a:pt x="33163" y="3976"/>
                </a:lnTo>
                <a:lnTo>
                  <a:pt x="30658" y="31168"/>
                </a:lnTo>
                <a:lnTo>
                  <a:pt x="51310" y="33105"/>
                </a:lnTo>
                <a:lnTo>
                  <a:pt x="54048" y="4034"/>
                </a:lnTo>
                <a:lnTo>
                  <a:pt x="60530" y="4661"/>
                </a:lnTo>
                <a:lnTo>
                  <a:pt x="57122" y="41465"/>
                </a:lnTo>
                <a:lnTo>
                  <a:pt x="0" y="36120"/>
                </a:lnTo>
                <a:close/>
                <a:moveTo>
                  <a:pt x="0" y="361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2F8D7-B41F-42A9-8136-2EE8598A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023" y="754986"/>
            <a:ext cx="60369" cy="41640"/>
          </a:xfrm>
          <a:custGeom xmlns:a="http://schemas.openxmlformats.org/drawingml/2006/main">
            <a:pathLst>
              <a:path w="60369" h="41640">
                <a:moveTo>
                  <a:pt x="5068" y="233"/>
                </a:moveTo>
                <a:lnTo>
                  <a:pt x="12569" y="918"/>
                </a:lnTo>
                <a:cubicBezTo>
                  <a:pt x="10923" y="3699"/>
                  <a:pt x="9612" y="6365"/>
                  <a:pt x="8710" y="8928"/>
                </a:cubicBezTo>
                <a:cubicBezTo>
                  <a:pt x="7734" y="11433"/>
                  <a:pt x="7166" y="13938"/>
                  <a:pt x="6947" y="16327"/>
                </a:cubicBezTo>
                <a:cubicBezTo>
                  <a:pt x="6539" y="20536"/>
                  <a:pt x="7049" y="23900"/>
                  <a:pt x="8476" y="26289"/>
                </a:cubicBezTo>
                <a:cubicBezTo>
                  <a:pt x="9904" y="28736"/>
                  <a:pt x="12118" y="30090"/>
                  <a:pt x="15132" y="30381"/>
                </a:cubicBezTo>
                <a:cubicBezTo>
                  <a:pt x="17637" y="30614"/>
                  <a:pt x="19633" y="30046"/>
                  <a:pt x="21046" y="28619"/>
                </a:cubicBezTo>
                <a:cubicBezTo>
                  <a:pt x="22473" y="27250"/>
                  <a:pt x="23784" y="24468"/>
                  <a:pt x="24978" y="20317"/>
                </a:cubicBezTo>
                <a:lnTo>
                  <a:pt x="26347" y="15759"/>
                </a:lnTo>
                <a:cubicBezTo>
                  <a:pt x="27993" y="10064"/>
                  <a:pt x="30323" y="6030"/>
                  <a:pt x="33338" y="3525"/>
                </a:cubicBezTo>
                <a:cubicBezTo>
                  <a:pt x="36353" y="1020"/>
                  <a:pt x="40227" y="0"/>
                  <a:pt x="44829" y="451"/>
                </a:cubicBezTo>
                <a:cubicBezTo>
                  <a:pt x="50407" y="961"/>
                  <a:pt x="54383" y="3248"/>
                  <a:pt x="56889" y="7224"/>
                </a:cubicBezTo>
                <a:cubicBezTo>
                  <a:pt x="59394" y="11156"/>
                  <a:pt x="60369" y="16720"/>
                  <a:pt x="59685" y="23900"/>
                </a:cubicBezTo>
                <a:cubicBezTo>
                  <a:pt x="59394" y="26624"/>
                  <a:pt x="58826" y="29464"/>
                  <a:pt x="57923" y="32435"/>
                </a:cubicBezTo>
                <a:cubicBezTo>
                  <a:pt x="57063" y="35450"/>
                  <a:pt x="55869" y="38523"/>
                  <a:pt x="54325" y="41640"/>
                </a:cubicBezTo>
                <a:lnTo>
                  <a:pt x="46373" y="40911"/>
                </a:lnTo>
                <a:cubicBezTo>
                  <a:pt x="48412" y="37940"/>
                  <a:pt x="50072" y="34984"/>
                  <a:pt x="51208" y="32085"/>
                </a:cubicBezTo>
                <a:cubicBezTo>
                  <a:pt x="52403" y="29129"/>
                  <a:pt x="53131" y="26230"/>
                  <a:pt x="53364" y="23332"/>
                </a:cubicBezTo>
                <a:cubicBezTo>
                  <a:pt x="53815" y="18890"/>
                  <a:pt x="53247" y="15424"/>
                  <a:pt x="51776" y="12860"/>
                </a:cubicBezTo>
                <a:cubicBezTo>
                  <a:pt x="50233" y="10297"/>
                  <a:pt x="47844" y="8870"/>
                  <a:pt x="44654" y="8593"/>
                </a:cubicBezTo>
                <a:cubicBezTo>
                  <a:pt x="41873" y="8302"/>
                  <a:pt x="39601" y="8986"/>
                  <a:pt x="37838" y="10530"/>
                </a:cubicBezTo>
                <a:cubicBezTo>
                  <a:pt x="36120" y="12118"/>
                  <a:pt x="34649" y="14856"/>
                  <a:pt x="33513" y="18657"/>
                </a:cubicBezTo>
                <a:lnTo>
                  <a:pt x="32144" y="23332"/>
                </a:lnTo>
                <a:cubicBezTo>
                  <a:pt x="30440" y="28954"/>
                  <a:pt x="28269" y="32945"/>
                  <a:pt x="25604" y="35275"/>
                </a:cubicBezTo>
                <a:cubicBezTo>
                  <a:pt x="22866" y="37664"/>
                  <a:pt x="19342" y="38625"/>
                  <a:pt x="15016" y="38173"/>
                </a:cubicBezTo>
                <a:cubicBezTo>
                  <a:pt x="9962" y="37722"/>
                  <a:pt x="6146" y="35552"/>
                  <a:pt x="3583" y="31750"/>
                </a:cubicBezTo>
                <a:cubicBezTo>
                  <a:pt x="1020" y="27935"/>
                  <a:pt x="0" y="22866"/>
                  <a:pt x="568" y="16676"/>
                </a:cubicBezTo>
                <a:cubicBezTo>
                  <a:pt x="859" y="13938"/>
                  <a:pt x="1369" y="11258"/>
                  <a:pt x="2112" y="8535"/>
                </a:cubicBezTo>
                <a:cubicBezTo>
                  <a:pt x="2840" y="5797"/>
                  <a:pt x="3816" y="3015"/>
                  <a:pt x="5068" y="233"/>
                </a:cubicBezTo>
                <a:close/>
                <a:moveTo>
                  <a:pt x="5068" y="2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0A8B1-CE5D-4C49-B35F-FE8133C5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683" y="703719"/>
            <a:ext cx="57806" cy="41144"/>
          </a:xfrm>
          <a:custGeom xmlns:a="http://schemas.openxmlformats.org/drawingml/2006/main">
            <a:pathLst>
              <a:path w="57806" h="41144">
                <a:moveTo>
                  <a:pt x="7064" y="28677"/>
                </a:moveTo>
                <a:lnTo>
                  <a:pt x="28503" y="30673"/>
                </a:lnTo>
                <a:lnTo>
                  <a:pt x="29420" y="21002"/>
                </a:lnTo>
                <a:cubicBezTo>
                  <a:pt x="29755" y="17361"/>
                  <a:pt x="29071" y="14521"/>
                  <a:pt x="27425" y="12409"/>
                </a:cubicBezTo>
                <a:cubicBezTo>
                  <a:pt x="25721" y="10253"/>
                  <a:pt x="23157" y="9001"/>
                  <a:pt x="19749" y="8710"/>
                </a:cubicBezTo>
                <a:cubicBezTo>
                  <a:pt x="16327" y="8375"/>
                  <a:pt x="13603" y="9103"/>
                  <a:pt x="11550" y="10880"/>
                </a:cubicBezTo>
                <a:cubicBezTo>
                  <a:pt x="9511" y="12700"/>
                  <a:pt x="8316" y="15365"/>
                  <a:pt x="7967" y="18948"/>
                </a:cubicBezTo>
                <a:lnTo>
                  <a:pt x="7064" y="28677"/>
                </a:lnTo>
                <a:close/>
                <a:moveTo>
                  <a:pt x="0" y="35785"/>
                </a:moveTo>
                <a:lnTo>
                  <a:pt x="1602" y="18380"/>
                </a:lnTo>
                <a:cubicBezTo>
                  <a:pt x="2228" y="11957"/>
                  <a:pt x="4107" y="7282"/>
                  <a:pt x="7282" y="4267"/>
                </a:cubicBezTo>
                <a:cubicBezTo>
                  <a:pt x="10530" y="1253"/>
                  <a:pt x="14914" y="0"/>
                  <a:pt x="20492" y="524"/>
                </a:cubicBezTo>
                <a:cubicBezTo>
                  <a:pt x="26114" y="1092"/>
                  <a:pt x="30221" y="3073"/>
                  <a:pt x="32770" y="6656"/>
                </a:cubicBezTo>
                <a:cubicBezTo>
                  <a:pt x="35391" y="10195"/>
                  <a:pt x="36353" y="15147"/>
                  <a:pt x="35726" y="21570"/>
                </a:cubicBezTo>
                <a:lnTo>
                  <a:pt x="34823" y="31299"/>
                </a:lnTo>
                <a:lnTo>
                  <a:pt x="57806" y="33454"/>
                </a:lnTo>
                <a:lnTo>
                  <a:pt x="57063" y="41144"/>
                </a:lnTo>
                <a:lnTo>
                  <a:pt x="0" y="35785"/>
                </a:lnTo>
                <a:close/>
                <a:moveTo>
                  <a:pt x="0" y="357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D7AA0-ABEF-4BCB-A98C-F70E11C4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620" y="685353"/>
            <a:ext cx="60195" cy="12627"/>
          </a:xfrm>
          <a:custGeom xmlns:a="http://schemas.openxmlformats.org/drawingml/2006/main">
            <a:pathLst>
              <a:path w="60195" h="12627">
                <a:moveTo>
                  <a:pt x="0" y="7049"/>
                </a:moveTo>
                <a:lnTo>
                  <a:pt x="685" y="0"/>
                </a:lnTo>
                <a:lnTo>
                  <a:pt x="60195" y="5578"/>
                </a:lnTo>
                <a:lnTo>
                  <a:pt x="59510" y="12627"/>
                </a:lnTo>
                <a:lnTo>
                  <a:pt x="0" y="7049"/>
                </a:lnTo>
                <a:close/>
                <a:moveTo>
                  <a:pt x="0" y="704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3FF42-B532-4349-8C64-41F053C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277" y="637043"/>
            <a:ext cx="46198" cy="38858"/>
          </a:xfrm>
          <a:custGeom xmlns:a="http://schemas.openxmlformats.org/drawingml/2006/main">
            <a:pathLst>
              <a:path w="46198" h="38858">
                <a:moveTo>
                  <a:pt x="25954" y="38290"/>
                </a:moveTo>
                <a:lnTo>
                  <a:pt x="0" y="35843"/>
                </a:lnTo>
                <a:lnTo>
                  <a:pt x="685" y="28852"/>
                </a:lnTo>
                <a:lnTo>
                  <a:pt x="26347" y="31241"/>
                </a:lnTo>
                <a:cubicBezTo>
                  <a:pt x="30381" y="31634"/>
                  <a:pt x="33513" y="31124"/>
                  <a:pt x="35683" y="29755"/>
                </a:cubicBezTo>
                <a:cubicBezTo>
                  <a:pt x="37838" y="28342"/>
                  <a:pt x="39091" y="26056"/>
                  <a:pt x="39382" y="22881"/>
                </a:cubicBezTo>
                <a:cubicBezTo>
                  <a:pt x="39717" y="19123"/>
                  <a:pt x="38800" y="15992"/>
                  <a:pt x="36586" y="13545"/>
                </a:cubicBezTo>
                <a:cubicBezTo>
                  <a:pt x="34372" y="11098"/>
                  <a:pt x="31182" y="9729"/>
                  <a:pt x="26973" y="9336"/>
                </a:cubicBezTo>
                <a:lnTo>
                  <a:pt x="2738" y="7064"/>
                </a:lnTo>
                <a:lnTo>
                  <a:pt x="3364" y="0"/>
                </a:lnTo>
                <a:lnTo>
                  <a:pt x="46198" y="4049"/>
                </a:lnTo>
                <a:lnTo>
                  <a:pt x="45514" y="11040"/>
                </a:lnTo>
                <a:lnTo>
                  <a:pt x="38974" y="10414"/>
                </a:lnTo>
                <a:cubicBezTo>
                  <a:pt x="41421" y="12409"/>
                  <a:pt x="43125" y="14564"/>
                  <a:pt x="44217" y="16909"/>
                </a:cubicBezTo>
                <a:cubicBezTo>
                  <a:pt x="45237" y="19298"/>
                  <a:pt x="45630" y="21963"/>
                  <a:pt x="45354" y="24978"/>
                </a:cubicBezTo>
                <a:cubicBezTo>
                  <a:pt x="44887" y="29872"/>
                  <a:pt x="43023" y="33454"/>
                  <a:pt x="39717" y="35726"/>
                </a:cubicBezTo>
                <a:cubicBezTo>
                  <a:pt x="36411" y="38013"/>
                  <a:pt x="31809" y="38858"/>
                  <a:pt x="25954" y="38290"/>
                </a:cubicBezTo>
                <a:close/>
                <a:moveTo>
                  <a:pt x="25954" y="382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92093-6952-4DFD-8668-EAB036E9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836" y="587320"/>
            <a:ext cx="61389" cy="40853"/>
          </a:xfrm>
          <a:custGeom xmlns:a="http://schemas.openxmlformats.org/drawingml/2006/main">
            <a:pathLst>
              <a:path w="61389" h="40853">
                <a:moveTo>
                  <a:pt x="23725" y="9044"/>
                </a:moveTo>
                <a:cubicBezTo>
                  <a:pt x="18599" y="8535"/>
                  <a:pt x="14564" y="9219"/>
                  <a:pt x="11608" y="11098"/>
                </a:cubicBezTo>
                <a:cubicBezTo>
                  <a:pt x="8593" y="12919"/>
                  <a:pt x="6889" y="15700"/>
                  <a:pt x="6539" y="19516"/>
                </a:cubicBezTo>
                <a:cubicBezTo>
                  <a:pt x="6204" y="23274"/>
                  <a:pt x="7340" y="26347"/>
                  <a:pt x="9947" y="28736"/>
                </a:cubicBezTo>
                <a:cubicBezTo>
                  <a:pt x="12511" y="31066"/>
                  <a:pt x="16385" y="32493"/>
                  <a:pt x="21497" y="33003"/>
                </a:cubicBezTo>
                <a:cubicBezTo>
                  <a:pt x="26565" y="33454"/>
                  <a:pt x="30600" y="32770"/>
                  <a:pt x="33571" y="30949"/>
                </a:cubicBezTo>
                <a:cubicBezTo>
                  <a:pt x="36586" y="29071"/>
                  <a:pt x="38290" y="26289"/>
                  <a:pt x="38625" y="22531"/>
                </a:cubicBezTo>
                <a:cubicBezTo>
                  <a:pt x="38974" y="18715"/>
                  <a:pt x="37838" y="15657"/>
                  <a:pt x="35275" y="13312"/>
                </a:cubicBezTo>
                <a:cubicBezTo>
                  <a:pt x="32653" y="10923"/>
                  <a:pt x="28779" y="9511"/>
                  <a:pt x="23725" y="9044"/>
                </a:cubicBezTo>
                <a:close/>
                <a:moveTo>
                  <a:pt x="40955" y="3525"/>
                </a:moveTo>
                <a:cubicBezTo>
                  <a:pt x="48237" y="4209"/>
                  <a:pt x="53539" y="6379"/>
                  <a:pt x="56772" y="9904"/>
                </a:cubicBezTo>
                <a:cubicBezTo>
                  <a:pt x="60020" y="13487"/>
                  <a:pt x="61389" y="18613"/>
                  <a:pt x="60763" y="25269"/>
                </a:cubicBezTo>
                <a:cubicBezTo>
                  <a:pt x="60471" y="27774"/>
                  <a:pt x="60078" y="30105"/>
                  <a:pt x="59510" y="32260"/>
                </a:cubicBezTo>
                <a:cubicBezTo>
                  <a:pt x="58942" y="34430"/>
                  <a:pt x="58199" y="36469"/>
                  <a:pt x="57238" y="38465"/>
                </a:cubicBezTo>
                <a:lnTo>
                  <a:pt x="50407" y="37838"/>
                </a:lnTo>
                <a:cubicBezTo>
                  <a:pt x="51718" y="35843"/>
                  <a:pt x="52738" y="33906"/>
                  <a:pt x="53422" y="31925"/>
                </a:cubicBezTo>
                <a:cubicBezTo>
                  <a:pt x="54165" y="29988"/>
                  <a:pt x="54616" y="27935"/>
                  <a:pt x="54849" y="25837"/>
                </a:cubicBezTo>
                <a:cubicBezTo>
                  <a:pt x="55243" y="21220"/>
                  <a:pt x="54383" y="17696"/>
                  <a:pt x="52170" y="15132"/>
                </a:cubicBezTo>
                <a:cubicBezTo>
                  <a:pt x="50000" y="12627"/>
                  <a:pt x="46475" y="11156"/>
                  <a:pt x="41581" y="10705"/>
                </a:cubicBezTo>
                <a:lnTo>
                  <a:pt x="38115" y="10355"/>
                </a:lnTo>
                <a:cubicBezTo>
                  <a:pt x="40504" y="12059"/>
                  <a:pt x="42208" y="14113"/>
                  <a:pt x="43242" y="16501"/>
                </a:cubicBezTo>
                <a:cubicBezTo>
                  <a:pt x="44261" y="18890"/>
                  <a:pt x="44654" y="21628"/>
                  <a:pt x="44378" y="24803"/>
                </a:cubicBezTo>
                <a:cubicBezTo>
                  <a:pt x="43868" y="30046"/>
                  <a:pt x="41479" y="34081"/>
                  <a:pt x="37154" y="36921"/>
                </a:cubicBezTo>
                <a:cubicBezTo>
                  <a:pt x="32886" y="39775"/>
                  <a:pt x="27425" y="40853"/>
                  <a:pt x="20827" y="40285"/>
                </a:cubicBezTo>
                <a:cubicBezTo>
                  <a:pt x="14171" y="39659"/>
                  <a:pt x="8986" y="37547"/>
                  <a:pt x="5287" y="33964"/>
                </a:cubicBezTo>
                <a:cubicBezTo>
                  <a:pt x="1588" y="30381"/>
                  <a:pt x="0" y="25954"/>
                  <a:pt x="510" y="20711"/>
                </a:cubicBezTo>
                <a:cubicBezTo>
                  <a:pt x="801" y="17521"/>
                  <a:pt x="1646" y="14856"/>
                  <a:pt x="3131" y="12744"/>
                </a:cubicBezTo>
                <a:cubicBezTo>
                  <a:pt x="4602" y="10588"/>
                  <a:pt x="6656" y="8884"/>
                  <a:pt x="9336" y="7690"/>
                </a:cubicBezTo>
                <a:lnTo>
                  <a:pt x="2782" y="7064"/>
                </a:lnTo>
                <a:lnTo>
                  <a:pt x="3466" y="0"/>
                </a:lnTo>
                <a:lnTo>
                  <a:pt x="40955" y="3525"/>
                </a:lnTo>
                <a:close/>
                <a:moveTo>
                  <a:pt x="40955" y="35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CA8A0-24BA-4FEC-8B3C-E5AF2A8B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995" y="564280"/>
            <a:ext cx="60136" cy="12584"/>
          </a:xfrm>
          <a:custGeom xmlns:a="http://schemas.openxmlformats.org/drawingml/2006/main">
            <a:pathLst>
              <a:path w="60136" h="12584">
                <a:moveTo>
                  <a:pt x="16676" y="8593"/>
                </a:moveTo>
                <a:lnTo>
                  <a:pt x="17302" y="1544"/>
                </a:lnTo>
                <a:lnTo>
                  <a:pt x="60136" y="5578"/>
                </a:lnTo>
                <a:lnTo>
                  <a:pt x="59510" y="12584"/>
                </a:lnTo>
                <a:lnTo>
                  <a:pt x="16676" y="8593"/>
                </a:lnTo>
                <a:close/>
                <a:moveTo>
                  <a:pt x="0" y="7005"/>
                </a:moveTo>
                <a:lnTo>
                  <a:pt x="626" y="0"/>
                </a:lnTo>
                <a:lnTo>
                  <a:pt x="9569" y="801"/>
                </a:lnTo>
                <a:lnTo>
                  <a:pt x="8943" y="7850"/>
                </a:lnTo>
                <a:lnTo>
                  <a:pt x="0" y="7005"/>
                </a:lnTo>
                <a:close/>
                <a:moveTo>
                  <a:pt x="0" y="70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5C405-2689-4590-9CAC-17468F96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667" y="516552"/>
            <a:ext cx="46198" cy="38858"/>
          </a:xfrm>
          <a:custGeom xmlns:a="http://schemas.openxmlformats.org/drawingml/2006/main">
            <a:pathLst>
              <a:path w="46198" h="38858">
                <a:moveTo>
                  <a:pt x="20361" y="510"/>
                </a:moveTo>
                <a:lnTo>
                  <a:pt x="46198" y="2957"/>
                </a:lnTo>
                <a:lnTo>
                  <a:pt x="45514" y="10006"/>
                </a:lnTo>
                <a:lnTo>
                  <a:pt x="19910" y="7559"/>
                </a:lnTo>
                <a:cubicBezTo>
                  <a:pt x="15875" y="7224"/>
                  <a:pt x="12744" y="7734"/>
                  <a:pt x="10574" y="9103"/>
                </a:cubicBezTo>
                <a:cubicBezTo>
                  <a:pt x="8418" y="10530"/>
                  <a:pt x="7224" y="12802"/>
                  <a:pt x="6933" y="15933"/>
                </a:cubicBezTo>
                <a:cubicBezTo>
                  <a:pt x="6539" y="19735"/>
                  <a:pt x="7501" y="22866"/>
                  <a:pt x="9729" y="25255"/>
                </a:cubicBezTo>
                <a:cubicBezTo>
                  <a:pt x="11885" y="27701"/>
                  <a:pt x="15132" y="29129"/>
                  <a:pt x="19283" y="29464"/>
                </a:cubicBezTo>
                <a:lnTo>
                  <a:pt x="43518" y="31750"/>
                </a:lnTo>
                <a:lnTo>
                  <a:pt x="42834" y="38858"/>
                </a:lnTo>
                <a:lnTo>
                  <a:pt x="0" y="34823"/>
                </a:lnTo>
                <a:lnTo>
                  <a:pt x="685" y="27760"/>
                </a:lnTo>
                <a:lnTo>
                  <a:pt x="7340" y="28386"/>
                </a:lnTo>
                <a:cubicBezTo>
                  <a:pt x="4894" y="26449"/>
                  <a:pt x="3175" y="24293"/>
                  <a:pt x="2097" y="21905"/>
                </a:cubicBezTo>
                <a:cubicBezTo>
                  <a:pt x="1078" y="19458"/>
                  <a:pt x="685" y="16778"/>
                  <a:pt x="961" y="13822"/>
                </a:cubicBezTo>
                <a:cubicBezTo>
                  <a:pt x="1413" y="8870"/>
                  <a:pt x="3292" y="5287"/>
                  <a:pt x="6539" y="3073"/>
                </a:cubicBezTo>
                <a:cubicBezTo>
                  <a:pt x="9831" y="845"/>
                  <a:pt x="14448" y="0"/>
                  <a:pt x="20361" y="510"/>
                </a:cubicBezTo>
                <a:close/>
                <a:moveTo>
                  <a:pt x="20361" y="51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FD5BA-8A5F-4AFF-88B3-2C12DA49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039" y="1508300"/>
            <a:ext cx="59801" cy="43795"/>
          </a:xfrm>
          <a:custGeom xmlns:a="http://schemas.openxmlformats.org/drawingml/2006/main">
            <a:pathLst>
              <a:path w="59801" h="43795">
                <a:moveTo>
                  <a:pt x="37154" y="33848"/>
                </a:moveTo>
                <a:lnTo>
                  <a:pt x="59801" y="36746"/>
                </a:lnTo>
                <a:lnTo>
                  <a:pt x="58884" y="43795"/>
                </a:lnTo>
                <a:lnTo>
                  <a:pt x="0" y="36294"/>
                </a:lnTo>
                <a:lnTo>
                  <a:pt x="918" y="29231"/>
                </a:lnTo>
                <a:lnTo>
                  <a:pt x="7340" y="30032"/>
                </a:lnTo>
                <a:cubicBezTo>
                  <a:pt x="5010" y="28269"/>
                  <a:pt x="3364" y="26172"/>
                  <a:pt x="2447" y="23769"/>
                </a:cubicBezTo>
                <a:cubicBezTo>
                  <a:pt x="1486" y="21322"/>
                  <a:pt x="1194" y="18599"/>
                  <a:pt x="1602" y="15467"/>
                </a:cubicBezTo>
                <a:cubicBezTo>
                  <a:pt x="2287" y="10297"/>
                  <a:pt x="4894" y="6306"/>
                  <a:pt x="9394" y="3641"/>
                </a:cubicBezTo>
                <a:cubicBezTo>
                  <a:pt x="13938" y="903"/>
                  <a:pt x="19575" y="0"/>
                  <a:pt x="26230" y="845"/>
                </a:cubicBezTo>
                <a:cubicBezTo>
                  <a:pt x="32945" y="1704"/>
                  <a:pt x="38173" y="3976"/>
                  <a:pt x="41873" y="7792"/>
                </a:cubicBezTo>
                <a:cubicBezTo>
                  <a:pt x="45572" y="11550"/>
                  <a:pt x="47058" y="15977"/>
                  <a:pt x="46431" y="21220"/>
                </a:cubicBezTo>
                <a:cubicBezTo>
                  <a:pt x="46023" y="24293"/>
                  <a:pt x="45062" y="26900"/>
                  <a:pt x="43533" y="29012"/>
                </a:cubicBezTo>
                <a:cubicBezTo>
                  <a:pt x="41989" y="31110"/>
                  <a:pt x="39892" y="32712"/>
                  <a:pt x="37154" y="33848"/>
                </a:cubicBezTo>
                <a:close/>
                <a:moveTo>
                  <a:pt x="25327" y="8127"/>
                </a:moveTo>
                <a:cubicBezTo>
                  <a:pt x="20143" y="7442"/>
                  <a:pt x="15992" y="8010"/>
                  <a:pt x="12802" y="9729"/>
                </a:cubicBezTo>
                <a:cubicBezTo>
                  <a:pt x="9569" y="11491"/>
                  <a:pt x="7748" y="14215"/>
                  <a:pt x="7282" y="17914"/>
                </a:cubicBezTo>
                <a:cubicBezTo>
                  <a:pt x="6772" y="21614"/>
                  <a:pt x="7850" y="24745"/>
                  <a:pt x="10530" y="27250"/>
                </a:cubicBezTo>
                <a:cubicBezTo>
                  <a:pt x="13210" y="29755"/>
                  <a:pt x="17128" y="31284"/>
                  <a:pt x="22254" y="31969"/>
                </a:cubicBezTo>
                <a:cubicBezTo>
                  <a:pt x="27425" y="32653"/>
                  <a:pt x="31576" y="32085"/>
                  <a:pt x="34823" y="30323"/>
                </a:cubicBezTo>
                <a:cubicBezTo>
                  <a:pt x="38013" y="28604"/>
                  <a:pt x="39834" y="25881"/>
                  <a:pt x="40343" y="22123"/>
                </a:cubicBezTo>
                <a:cubicBezTo>
                  <a:pt x="40795" y="18424"/>
                  <a:pt x="39717" y="15351"/>
                  <a:pt x="37037" y="12846"/>
                </a:cubicBezTo>
                <a:cubicBezTo>
                  <a:pt x="34372" y="10355"/>
                  <a:pt x="30498" y="8753"/>
                  <a:pt x="25327" y="8127"/>
                </a:cubicBezTo>
                <a:close/>
                <a:moveTo>
                  <a:pt x="25327" y="81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7A302-1DF4-417B-A476-18E1E78A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360" y="1470010"/>
            <a:ext cx="43577" cy="30483"/>
          </a:xfrm>
          <a:custGeom xmlns:a="http://schemas.openxmlformats.org/drawingml/2006/main">
            <a:pathLst>
              <a:path w="43577" h="30483">
                <a:moveTo>
                  <a:pt x="9787" y="903"/>
                </a:moveTo>
                <a:cubicBezTo>
                  <a:pt x="9219" y="1646"/>
                  <a:pt x="8753" y="2447"/>
                  <a:pt x="8418" y="3350"/>
                </a:cubicBezTo>
                <a:cubicBezTo>
                  <a:pt x="8083" y="4267"/>
                  <a:pt x="7850" y="5229"/>
                  <a:pt x="7734" y="6365"/>
                </a:cubicBezTo>
                <a:cubicBezTo>
                  <a:pt x="7224" y="10297"/>
                  <a:pt x="8083" y="13530"/>
                  <a:pt x="10414" y="15977"/>
                </a:cubicBezTo>
                <a:cubicBezTo>
                  <a:pt x="12686" y="18424"/>
                  <a:pt x="16268" y="19968"/>
                  <a:pt x="21104" y="20594"/>
                </a:cubicBezTo>
                <a:lnTo>
                  <a:pt x="43577" y="23434"/>
                </a:lnTo>
                <a:lnTo>
                  <a:pt x="42674" y="30483"/>
                </a:lnTo>
                <a:lnTo>
                  <a:pt x="0" y="25036"/>
                </a:lnTo>
                <a:lnTo>
                  <a:pt x="903" y="17972"/>
                </a:lnTo>
                <a:lnTo>
                  <a:pt x="7559" y="18832"/>
                </a:lnTo>
                <a:cubicBezTo>
                  <a:pt x="5112" y="17069"/>
                  <a:pt x="3466" y="14841"/>
                  <a:pt x="2505" y="12336"/>
                </a:cubicBezTo>
                <a:cubicBezTo>
                  <a:pt x="1588" y="9846"/>
                  <a:pt x="1311" y="6874"/>
                  <a:pt x="1762" y="3525"/>
                </a:cubicBezTo>
                <a:cubicBezTo>
                  <a:pt x="1821" y="3015"/>
                  <a:pt x="1879" y="2505"/>
                  <a:pt x="2054" y="1937"/>
                </a:cubicBezTo>
                <a:cubicBezTo>
                  <a:pt x="2156" y="1354"/>
                  <a:pt x="2330" y="685"/>
                  <a:pt x="2563" y="0"/>
                </a:cubicBezTo>
                <a:lnTo>
                  <a:pt x="9787" y="903"/>
                </a:lnTo>
                <a:close/>
                <a:moveTo>
                  <a:pt x="9787" y="9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9E18B-410D-470E-B3F3-1707C30B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892" y="1453567"/>
            <a:ext cx="60195" cy="14623"/>
          </a:xfrm>
          <a:custGeom xmlns:a="http://schemas.openxmlformats.org/drawingml/2006/main">
            <a:pathLst>
              <a:path w="60195" h="14623">
                <a:moveTo>
                  <a:pt x="16618" y="9161"/>
                </a:moveTo>
                <a:lnTo>
                  <a:pt x="17536" y="2156"/>
                </a:lnTo>
                <a:lnTo>
                  <a:pt x="60195" y="7617"/>
                </a:lnTo>
                <a:lnTo>
                  <a:pt x="59292" y="14623"/>
                </a:lnTo>
                <a:lnTo>
                  <a:pt x="16618" y="9161"/>
                </a:lnTo>
                <a:close/>
                <a:moveTo>
                  <a:pt x="0" y="6991"/>
                </a:moveTo>
                <a:lnTo>
                  <a:pt x="918" y="0"/>
                </a:lnTo>
                <a:lnTo>
                  <a:pt x="9787" y="1136"/>
                </a:lnTo>
                <a:lnTo>
                  <a:pt x="8884" y="8127"/>
                </a:lnTo>
                <a:lnTo>
                  <a:pt x="0" y="6991"/>
                </a:lnTo>
                <a:close/>
                <a:moveTo>
                  <a:pt x="0" y="69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114DA-41BF-4CF3-9B0A-631705D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249" y="1380453"/>
            <a:ext cx="50626" cy="66341"/>
          </a:xfrm>
          <a:custGeom xmlns:a="http://schemas.openxmlformats.org/drawingml/2006/main">
            <a:pathLst>
              <a:path w="50626" h="66341">
                <a:moveTo>
                  <a:pt x="12511" y="28401"/>
                </a:moveTo>
                <a:cubicBezTo>
                  <a:pt x="9554" y="26289"/>
                  <a:pt x="7501" y="23842"/>
                  <a:pt x="6306" y="21220"/>
                </a:cubicBezTo>
                <a:cubicBezTo>
                  <a:pt x="5112" y="18613"/>
                  <a:pt x="4777" y="15657"/>
                  <a:pt x="5170" y="12351"/>
                </a:cubicBezTo>
                <a:cubicBezTo>
                  <a:pt x="5738" y="7908"/>
                  <a:pt x="7734" y="4675"/>
                  <a:pt x="11142" y="2680"/>
                </a:cubicBezTo>
                <a:cubicBezTo>
                  <a:pt x="14564" y="626"/>
                  <a:pt x="19167" y="0"/>
                  <a:pt x="24905" y="743"/>
                </a:cubicBezTo>
                <a:lnTo>
                  <a:pt x="50626" y="4049"/>
                </a:lnTo>
                <a:lnTo>
                  <a:pt x="49781" y="11098"/>
                </a:lnTo>
                <a:lnTo>
                  <a:pt x="24235" y="7792"/>
                </a:lnTo>
                <a:cubicBezTo>
                  <a:pt x="20128" y="7282"/>
                  <a:pt x="17011" y="7632"/>
                  <a:pt x="14841" y="8826"/>
                </a:cubicBezTo>
                <a:cubicBezTo>
                  <a:pt x="12686" y="10020"/>
                  <a:pt x="11433" y="12118"/>
                  <a:pt x="11025" y="15074"/>
                </a:cubicBezTo>
                <a:cubicBezTo>
                  <a:pt x="10574" y="18715"/>
                  <a:pt x="11433" y="21730"/>
                  <a:pt x="13530" y="24133"/>
                </a:cubicBezTo>
                <a:cubicBezTo>
                  <a:pt x="15700" y="26580"/>
                  <a:pt x="18817" y="28051"/>
                  <a:pt x="22983" y="28561"/>
                </a:cubicBezTo>
                <a:lnTo>
                  <a:pt x="47101" y="31634"/>
                </a:lnTo>
                <a:lnTo>
                  <a:pt x="46184" y="38698"/>
                </a:lnTo>
                <a:lnTo>
                  <a:pt x="20696" y="35450"/>
                </a:lnTo>
                <a:cubicBezTo>
                  <a:pt x="16545" y="34882"/>
                  <a:pt x="13414" y="35217"/>
                  <a:pt x="11317" y="36411"/>
                </a:cubicBezTo>
                <a:cubicBezTo>
                  <a:pt x="9146" y="37605"/>
                  <a:pt x="7850" y="39717"/>
                  <a:pt x="7501" y="42732"/>
                </a:cubicBezTo>
                <a:cubicBezTo>
                  <a:pt x="7049" y="46315"/>
                  <a:pt x="7850" y="49330"/>
                  <a:pt x="10006" y="51776"/>
                </a:cubicBezTo>
                <a:cubicBezTo>
                  <a:pt x="12161" y="54165"/>
                  <a:pt x="15293" y="55651"/>
                  <a:pt x="19443" y="56160"/>
                </a:cubicBezTo>
                <a:lnTo>
                  <a:pt x="43577" y="59292"/>
                </a:lnTo>
                <a:lnTo>
                  <a:pt x="42659" y="66341"/>
                </a:lnTo>
                <a:lnTo>
                  <a:pt x="0" y="60879"/>
                </a:lnTo>
                <a:lnTo>
                  <a:pt x="903" y="53830"/>
                </a:lnTo>
                <a:lnTo>
                  <a:pt x="7559" y="54675"/>
                </a:lnTo>
                <a:cubicBezTo>
                  <a:pt x="5112" y="52738"/>
                  <a:pt x="3466" y="50582"/>
                  <a:pt x="2491" y="48135"/>
                </a:cubicBezTo>
                <a:cubicBezTo>
                  <a:pt x="1529" y="45747"/>
                  <a:pt x="1238" y="43009"/>
                  <a:pt x="1646" y="39936"/>
                </a:cubicBezTo>
                <a:cubicBezTo>
                  <a:pt x="2039" y="36877"/>
                  <a:pt x="3175" y="34314"/>
                  <a:pt x="4996" y="32377"/>
                </a:cubicBezTo>
                <a:cubicBezTo>
                  <a:pt x="6874" y="30381"/>
                  <a:pt x="9379" y="29071"/>
                  <a:pt x="12511" y="28401"/>
                </a:cubicBezTo>
                <a:close/>
                <a:moveTo>
                  <a:pt x="12511" y="284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F7A74-26E5-4891-8E03-8AA7A94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418" y="1355942"/>
            <a:ext cx="60195" cy="14564"/>
          </a:xfrm>
          <a:custGeom xmlns:a="http://schemas.openxmlformats.org/drawingml/2006/main">
            <a:pathLst>
              <a:path w="60195" h="14564">
                <a:moveTo>
                  <a:pt x="0" y="6991"/>
                </a:moveTo>
                <a:lnTo>
                  <a:pt x="903" y="0"/>
                </a:lnTo>
                <a:lnTo>
                  <a:pt x="60195" y="7559"/>
                </a:lnTo>
                <a:lnTo>
                  <a:pt x="59277" y="14564"/>
                </a:lnTo>
                <a:lnTo>
                  <a:pt x="0" y="6991"/>
                </a:lnTo>
                <a:close/>
                <a:moveTo>
                  <a:pt x="0" y="69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4F12D-EE04-43C2-9D0E-3A1051FF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922" y="1338581"/>
            <a:ext cx="10705" cy="9278"/>
          </a:xfrm>
          <a:custGeom xmlns:a="http://schemas.openxmlformats.org/drawingml/2006/main">
            <a:pathLst>
              <a:path w="10705" h="9278">
                <a:moveTo>
                  <a:pt x="0" y="8025"/>
                </a:moveTo>
                <a:lnTo>
                  <a:pt x="1034" y="0"/>
                </a:lnTo>
                <a:lnTo>
                  <a:pt x="10705" y="1194"/>
                </a:lnTo>
                <a:lnTo>
                  <a:pt x="9671" y="9278"/>
                </a:lnTo>
                <a:lnTo>
                  <a:pt x="0" y="8025"/>
                </a:lnTo>
                <a:close/>
                <a:moveTo>
                  <a:pt x="0" y="80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3D3C1-1484-4A19-8545-B65C704E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78" y="1281183"/>
            <a:ext cx="57864" cy="42557"/>
          </a:xfrm>
          <a:custGeom xmlns:a="http://schemas.openxmlformats.org/drawingml/2006/main">
            <a:pathLst>
              <a:path w="57864" h="42557">
                <a:moveTo>
                  <a:pt x="7340" y="28386"/>
                </a:moveTo>
                <a:lnTo>
                  <a:pt x="28677" y="31124"/>
                </a:lnTo>
                <a:lnTo>
                  <a:pt x="29930" y="21453"/>
                </a:lnTo>
                <a:cubicBezTo>
                  <a:pt x="30381" y="17856"/>
                  <a:pt x="29813" y="14958"/>
                  <a:pt x="28211" y="12802"/>
                </a:cubicBezTo>
                <a:cubicBezTo>
                  <a:pt x="26624" y="10574"/>
                  <a:pt x="24119" y="9278"/>
                  <a:pt x="20652" y="8811"/>
                </a:cubicBezTo>
                <a:cubicBezTo>
                  <a:pt x="17288" y="8418"/>
                  <a:pt x="14506" y="9044"/>
                  <a:pt x="12409" y="10749"/>
                </a:cubicBezTo>
                <a:cubicBezTo>
                  <a:pt x="10297" y="12453"/>
                  <a:pt x="9044" y="15132"/>
                  <a:pt x="8593" y="18715"/>
                </a:cubicBezTo>
                <a:lnTo>
                  <a:pt x="7340" y="28386"/>
                </a:lnTo>
                <a:close/>
                <a:moveTo>
                  <a:pt x="0" y="35275"/>
                </a:moveTo>
                <a:lnTo>
                  <a:pt x="2272" y="17914"/>
                </a:lnTo>
                <a:cubicBezTo>
                  <a:pt x="3073" y="11550"/>
                  <a:pt x="5127" y="6889"/>
                  <a:pt x="8418" y="3976"/>
                </a:cubicBezTo>
                <a:cubicBezTo>
                  <a:pt x="11724" y="1078"/>
                  <a:pt x="16152" y="0"/>
                  <a:pt x="21730" y="743"/>
                </a:cubicBezTo>
                <a:cubicBezTo>
                  <a:pt x="27308" y="1427"/>
                  <a:pt x="31343" y="3641"/>
                  <a:pt x="33789" y="7224"/>
                </a:cubicBezTo>
                <a:cubicBezTo>
                  <a:pt x="36236" y="10865"/>
                  <a:pt x="37096" y="15875"/>
                  <a:pt x="36236" y="22240"/>
                </a:cubicBezTo>
                <a:lnTo>
                  <a:pt x="35042" y="31911"/>
                </a:lnTo>
                <a:lnTo>
                  <a:pt x="57864" y="34867"/>
                </a:lnTo>
                <a:lnTo>
                  <a:pt x="56889" y="42557"/>
                </a:lnTo>
                <a:lnTo>
                  <a:pt x="0" y="35275"/>
                </a:lnTo>
                <a:close/>
                <a:moveTo>
                  <a:pt x="0" y="352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8CB35-9424-4A9B-ABDB-314B0399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807" y="1236747"/>
            <a:ext cx="57864" cy="39936"/>
          </a:xfrm>
          <a:custGeom xmlns:a="http://schemas.openxmlformats.org/drawingml/2006/main">
            <a:pathLst>
              <a:path w="57864" h="39936">
                <a:moveTo>
                  <a:pt x="0" y="32653"/>
                </a:moveTo>
                <a:lnTo>
                  <a:pt x="4209" y="0"/>
                </a:lnTo>
                <a:lnTo>
                  <a:pt x="10690" y="801"/>
                </a:lnTo>
                <a:lnTo>
                  <a:pt x="7515" y="25779"/>
                </a:lnTo>
                <a:lnTo>
                  <a:pt x="24235" y="27935"/>
                </a:lnTo>
                <a:lnTo>
                  <a:pt x="27133" y="5403"/>
                </a:lnTo>
                <a:lnTo>
                  <a:pt x="33629" y="6204"/>
                </a:lnTo>
                <a:lnTo>
                  <a:pt x="30716" y="28794"/>
                </a:lnTo>
                <a:lnTo>
                  <a:pt x="57864" y="32260"/>
                </a:lnTo>
                <a:lnTo>
                  <a:pt x="56889" y="39936"/>
                </a:lnTo>
                <a:lnTo>
                  <a:pt x="0" y="32653"/>
                </a:lnTo>
                <a:close/>
                <a:moveTo>
                  <a:pt x="0" y="3265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2CF6C-67F0-4B2C-B37C-E11C59F0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560" y="1195617"/>
            <a:ext cx="61433" cy="36178"/>
          </a:xfrm>
          <a:custGeom xmlns:a="http://schemas.openxmlformats.org/drawingml/2006/main">
            <a:pathLst>
              <a:path w="61433" h="36178">
                <a:moveTo>
                  <a:pt x="0" y="28896"/>
                </a:moveTo>
                <a:lnTo>
                  <a:pt x="1020" y="21220"/>
                </a:lnTo>
                <a:lnTo>
                  <a:pt x="51427" y="27701"/>
                </a:lnTo>
                <a:lnTo>
                  <a:pt x="54951" y="0"/>
                </a:lnTo>
                <a:lnTo>
                  <a:pt x="61433" y="801"/>
                </a:lnTo>
                <a:lnTo>
                  <a:pt x="56889" y="36178"/>
                </a:lnTo>
                <a:lnTo>
                  <a:pt x="0" y="28896"/>
                </a:lnTo>
                <a:close/>
                <a:moveTo>
                  <a:pt x="0" y="288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B8A9B-3F0C-44F1-8DFA-EAB51232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124" y="1137752"/>
            <a:ext cx="62423" cy="50582"/>
          </a:xfrm>
          <a:custGeom xmlns:a="http://schemas.openxmlformats.org/drawingml/2006/main">
            <a:pathLst>
              <a:path w="62423" h="50582">
                <a:moveTo>
                  <a:pt x="0" y="43300"/>
                </a:moveTo>
                <a:lnTo>
                  <a:pt x="976" y="35625"/>
                </a:lnTo>
                <a:lnTo>
                  <a:pt x="24293" y="38639"/>
                </a:lnTo>
                <a:lnTo>
                  <a:pt x="27876" y="10647"/>
                </a:lnTo>
                <a:lnTo>
                  <a:pt x="4559" y="7690"/>
                </a:lnTo>
                <a:lnTo>
                  <a:pt x="5578" y="0"/>
                </a:lnTo>
                <a:lnTo>
                  <a:pt x="62423" y="7282"/>
                </a:lnTo>
                <a:lnTo>
                  <a:pt x="61447" y="14972"/>
                </a:lnTo>
                <a:lnTo>
                  <a:pt x="34372" y="11491"/>
                </a:lnTo>
                <a:lnTo>
                  <a:pt x="30789" y="39426"/>
                </a:lnTo>
                <a:lnTo>
                  <a:pt x="57864" y="42907"/>
                </a:lnTo>
                <a:lnTo>
                  <a:pt x="56903" y="50582"/>
                </a:lnTo>
                <a:lnTo>
                  <a:pt x="0" y="43300"/>
                </a:lnTo>
                <a:close/>
                <a:moveTo>
                  <a:pt x="0" y="4330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D5097-D0B0-453E-B3C2-ED72138D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639" y="1085408"/>
            <a:ext cx="62583" cy="44276"/>
          </a:xfrm>
          <a:custGeom xmlns:a="http://schemas.openxmlformats.org/drawingml/2006/main">
            <a:pathLst>
              <a:path w="62583" h="44276">
                <a:moveTo>
                  <a:pt x="33687" y="13894"/>
                </a:moveTo>
                <a:cubicBezTo>
                  <a:pt x="34416" y="12292"/>
                  <a:pt x="35843" y="10880"/>
                  <a:pt x="37897" y="9569"/>
                </a:cubicBezTo>
                <a:cubicBezTo>
                  <a:pt x="39877" y="8200"/>
                  <a:pt x="42615" y="6947"/>
                  <a:pt x="46023" y="5811"/>
                </a:cubicBezTo>
                <a:lnTo>
                  <a:pt x="62583" y="0"/>
                </a:lnTo>
                <a:lnTo>
                  <a:pt x="61505" y="8258"/>
                </a:lnTo>
                <a:lnTo>
                  <a:pt x="45965" y="13661"/>
                </a:lnTo>
                <a:cubicBezTo>
                  <a:pt x="41931" y="15030"/>
                  <a:pt x="39149" y="16560"/>
                  <a:pt x="37722" y="18162"/>
                </a:cubicBezTo>
                <a:cubicBezTo>
                  <a:pt x="36236" y="19749"/>
                  <a:pt x="35275" y="22080"/>
                  <a:pt x="34925" y="25153"/>
                </a:cubicBezTo>
                <a:lnTo>
                  <a:pt x="33848" y="33513"/>
                </a:lnTo>
                <a:lnTo>
                  <a:pt x="57864" y="36586"/>
                </a:lnTo>
                <a:lnTo>
                  <a:pt x="56889" y="44276"/>
                </a:lnTo>
                <a:lnTo>
                  <a:pt x="0" y="36994"/>
                </a:lnTo>
                <a:lnTo>
                  <a:pt x="2214" y="19633"/>
                </a:lnTo>
                <a:cubicBezTo>
                  <a:pt x="3073" y="13152"/>
                  <a:pt x="5068" y="8491"/>
                  <a:pt x="8200" y="5578"/>
                </a:cubicBezTo>
                <a:cubicBezTo>
                  <a:pt x="11317" y="2738"/>
                  <a:pt x="15584" y="1660"/>
                  <a:pt x="21104" y="2403"/>
                </a:cubicBezTo>
                <a:cubicBezTo>
                  <a:pt x="24687" y="2855"/>
                  <a:pt x="27541" y="4049"/>
                  <a:pt x="29697" y="6044"/>
                </a:cubicBezTo>
                <a:cubicBezTo>
                  <a:pt x="31867" y="7967"/>
                  <a:pt x="33163" y="10588"/>
                  <a:pt x="33687" y="13894"/>
                </a:cubicBezTo>
                <a:close/>
                <a:moveTo>
                  <a:pt x="7340" y="30105"/>
                </a:moveTo>
                <a:lnTo>
                  <a:pt x="27483" y="32726"/>
                </a:lnTo>
                <a:lnTo>
                  <a:pt x="28736" y="23055"/>
                </a:lnTo>
                <a:cubicBezTo>
                  <a:pt x="29245" y="19356"/>
                  <a:pt x="28736" y="16400"/>
                  <a:pt x="27250" y="14288"/>
                </a:cubicBezTo>
                <a:cubicBezTo>
                  <a:pt x="25779" y="12176"/>
                  <a:pt x="23390" y="10923"/>
                  <a:pt x="20026" y="10472"/>
                </a:cubicBezTo>
                <a:cubicBezTo>
                  <a:pt x="16720" y="10079"/>
                  <a:pt x="14113" y="10705"/>
                  <a:pt x="12176" y="12351"/>
                </a:cubicBezTo>
                <a:cubicBezTo>
                  <a:pt x="10239" y="14055"/>
                  <a:pt x="9044" y="16734"/>
                  <a:pt x="8535" y="20434"/>
                </a:cubicBezTo>
                <a:lnTo>
                  <a:pt x="7340" y="30105"/>
                </a:lnTo>
                <a:close/>
                <a:moveTo>
                  <a:pt x="7340" y="301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562C2-2F37-4ED4-8AB4-675DF3ED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586" y="1032962"/>
            <a:ext cx="57850" cy="42557"/>
          </a:xfrm>
          <a:custGeom xmlns:a="http://schemas.openxmlformats.org/drawingml/2006/main">
            <a:pathLst>
              <a:path w="57850" h="42557">
                <a:moveTo>
                  <a:pt x="7326" y="28386"/>
                </a:moveTo>
                <a:lnTo>
                  <a:pt x="28663" y="31124"/>
                </a:lnTo>
                <a:lnTo>
                  <a:pt x="29915" y="21453"/>
                </a:lnTo>
                <a:cubicBezTo>
                  <a:pt x="30381" y="17871"/>
                  <a:pt x="29799" y="14958"/>
                  <a:pt x="28211" y="12744"/>
                </a:cubicBezTo>
                <a:cubicBezTo>
                  <a:pt x="26624" y="10588"/>
                  <a:pt x="24060" y="9278"/>
                  <a:pt x="20652" y="8811"/>
                </a:cubicBezTo>
                <a:cubicBezTo>
                  <a:pt x="17230" y="8360"/>
                  <a:pt x="14506" y="9044"/>
                  <a:pt x="12394" y="10749"/>
                </a:cubicBezTo>
                <a:cubicBezTo>
                  <a:pt x="10297" y="12453"/>
                  <a:pt x="9044" y="15132"/>
                  <a:pt x="8535" y="18715"/>
                </a:cubicBezTo>
                <a:lnTo>
                  <a:pt x="7326" y="28386"/>
                </a:lnTo>
                <a:close/>
                <a:moveTo>
                  <a:pt x="0" y="35275"/>
                </a:moveTo>
                <a:lnTo>
                  <a:pt x="2214" y="17871"/>
                </a:lnTo>
                <a:cubicBezTo>
                  <a:pt x="3073" y="11491"/>
                  <a:pt x="5112" y="6889"/>
                  <a:pt x="8418" y="3976"/>
                </a:cubicBezTo>
                <a:cubicBezTo>
                  <a:pt x="11710" y="1078"/>
                  <a:pt x="16152" y="0"/>
                  <a:pt x="21672" y="685"/>
                </a:cubicBezTo>
                <a:cubicBezTo>
                  <a:pt x="27308" y="1427"/>
                  <a:pt x="31343" y="3583"/>
                  <a:pt x="33789" y="7224"/>
                </a:cubicBezTo>
                <a:cubicBezTo>
                  <a:pt x="36236" y="10865"/>
                  <a:pt x="37081" y="15875"/>
                  <a:pt x="36236" y="22240"/>
                </a:cubicBezTo>
                <a:lnTo>
                  <a:pt x="34984" y="31911"/>
                </a:lnTo>
                <a:lnTo>
                  <a:pt x="57850" y="34823"/>
                </a:lnTo>
                <a:lnTo>
                  <a:pt x="56889" y="42557"/>
                </a:lnTo>
                <a:lnTo>
                  <a:pt x="0" y="35275"/>
                </a:lnTo>
                <a:close/>
                <a:moveTo>
                  <a:pt x="0" y="352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05825-0A94-4F7E-9B56-BCBA827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889" y="991322"/>
            <a:ext cx="46140" cy="41523"/>
          </a:xfrm>
          <a:custGeom xmlns:a="http://schemas.openxmlformats.org/drawingml/2006/main">
            <a:pathLst>
              <a:path w="46140" h="41523">
                <a:moveTo>
                  <a:pt x="23784" y="786"/>
                </a:moveTo>
                <a:lnTo>
                  <a:pt x="27192" y="1253"/>
                </a:lnTo>
                <a:lnTo>
                  <a:pt x="23099" y="33498"/>
                </a:lnTo>
                <a:cubicBezTo>
                  <a:pt x="27935" y="33789"/>
                  <a:pt x="31809" y="32814"/>
                  <a:pt x="34649" y="30542"/>
                </a:cubicBezTo>
                <a:cubicBezTo>
                  <a:pt x="37547" y="28269"/>
                  <a:pt x="39251" y="24803"/>
                  <a:pt x="39877" y="20128"/>
                </a:cubicBezTo>
                <a:cubicBezTo>
                  <a:pt x="40227" y="17463"/>
                  <a:pt x="40227" y="14783"/>
                  <a:pt x="39877" y="12176"/>
                </a:cubicBezTo>
                <a:cubicBezTo>
                  <a:pt x="39542" y="9554"/>
                  <a:pt x="38858" y="6933"/>
                  <a:pt x="37838" y="4267"/>
                </a:cubicBezTo>
                <a:lnTo>
                  <a:pt x="44494" y="5112"/>
                </a:lnTo>
                <a:cubicBezTo>
                  <a:pt x="45237" y="7792"/>
                  <a:pt x="45747" y="10457"/>
                  <a:pt x="45907" y="13195"/>
                </a:cubicBezTo>
                <a:cubicBezTo>
                  <a:pt x="46140" y="15861"/>
                  <a:pt x="46082" y="18599"/>
                  <a:pt x="45747" y="21322"/>
                </a:cubicBezTo>
                <a:cubicBezTo>
                  <a:pt x="44887" y="28095"/>
                  <a:pt x="42222" y="33280"/>
                  <a:pt x="37722" y="36746"/>
                </a:cubicBezTo>
                <a:cubicBezTo>
                  <a:pt x="33280" y="40212"/>
                  <a:pt x="27658" y="41523"/>
                  <a:pt x="20885" y="40620"/>
                </a:cubicBezTo>
                <a:cubicBezTo>
                  <a:pt x="13880" y="39761"/>
                  <a:pt x="8593" y="37139"/>
                  <a:pt x="5010" y="32814"/>
                </a:cubicBezTo>
                <a:cubicBezTo>
                  <a:pt x="1369" y="28546"/>
                  <a:pt x="0" y="23201"/>
                  <a:pt x="801" y="16778"/>
                </a:cubicBezTo>
                <a:cubicBezTo>
                  <a:pt x="1544" y="11084"/>
                  <a:pt x="3991" y="6758"/>
                  <a:pt x="8083" y="3918"/>
                </a:cubicBezTo>
                <a:cubicBezTo>
                  <a:pt x="12234" y="1020"/>
                  <a:pt x="17404" y="0"/>
                  <a:pt x="23784" y="786"/>
                </a:cubicBezTo>
                <a:close/>
                <a:moveTo>
                  <a:pt x="20827" y="7559"/>
                </a:moveTo>
                <a:cubicBezTo>
                  <a:pt x="17011" y="7107"/>
                  <a:pt x="13822" y="7792"/>
                  <a:pt x="11273" y="9612"/>
                </a:cubicBezTo>
                <a:cubicBezTo>
                  <a:pt x="8710" y="11433"/>
                  <a:pt x="7166" y="14040"/>
                  <a:pt x="6772" y="17463"/>
                </a:cubicBezTo>
                <a:cubicBezTo>
                  <a:pt x="6263" y="21381"/>
                  <a:pt x="6947" y="24687"/>
                  <a:pt x="8870" y="27308"/>
                </a:cubicBezTo>
                <a:cubicBezTo>
                  <a:pt x="10749" y="29915"/>
                  <a:pt x="13720" y="31678"/>
                  <a:pt x="17696" y="32537"/>
                </a:cubicBezTo>
                <a:lnTo>
                  <a:pt x="20827" y="7559"/>
                </a:lnTo>
                <a:close/>
                <a:moveTo>
                  <a:pt x="20827" y="755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4424E-2968-4F4F-B596-A0A56C10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526" y="953367"/>
            <a:ext cx="43577" cy="30498"/>
          </a:xfrm>
          <a:custGeom xmlns:a="http://schemas.openxmlformats.org/drawingml/2006/main">
            <a:pathLst>
              <a:path w="43577" h="30498">
                <a:moveTo>
                  <a:pt x="9787" y="859"/>
                </a:moveTo>
                <a:cubicBezTo>
                  <a:pt x="9219" y="1588"/>
                  <a:pt x="8753" y="2447"/>
                  <a:pt x="8418" y="3306"/>
                </a:cubicBezTo>
                <a:cubicBezTo>
                  <a:pt x="8083" y="4209"/>
                  <a:pt x="7850" y="5229"/>
                  <a:pt x="7675" y="6321"/>
                </a:cubicBezTo>
                <a:cubicBezTo>
                  <a:pt x="7224" y="10297"/>
                  <a:pt x="8083" y="13487"/>
                  <a:pt x="10414" y="15992"/>
                </a:cubicBezTo>
                <a:cubicBezTo>
                  <a:pt x="12686" y="18439"/>
                  <a:pt x="16268" y="19968"/>
                  <a:pt x="21104" y="20536"/>
                </a:cubicBezTo>
                <a:lnTo>
                  <a:pt x="43577" y="23434"/>
                </a:lnTo>
                <a:lnTo>
                  <a:pt x="42674" y="30498"/>
                </a:lnTo>
                <a:lnTo>
                  <a:pt x="0" y="25036"/>
                </a:lnTo>
                <a:lnTo>
                  <a:pt x="903" y="17972"/>
                </a:lnTo>
                <a:lnTo>
                  <a:pt x="7559" y="18832"/>
                </a:lnTo>
                <a:cubicBezTo>
                  <a:pt x="5112" y="17011"/>
                  <a:pt x="3466" y="14856"/>
                  <a:pt x="2505" y="12351"/>
                </a:cubicBezTo>
                <a:cubicBezTo>
                  <a:pt x="1529" y="9787"/>
                  <a:pt x="1311" y="6889"/>
                  <a:pt x="1704" y="3466"/>
                </a:cubicBezTo>
                <a:cubicBezTo>
                  <a:pt x="1821" y="3015"/>
                  <a:pt x="1879" y="2447"/>
                  <a:pt x="2039" y="1879"/>
                </a:cubicBezTo>
                <a:cubicBezTo>
                  <a:pt x="2156" y="1311"/>
                  <a:pt x="2330" y="685"/>
                  <a:pt x="2563" y="0"/>
                </a:cubicBezTo>
                <a:lnTo>
                  <a:pt x="9787" y="859"/>
                </a:lnTo>
                <a:close/>
                <a:moveTo>
                  <a:pt x="9787" y="85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2061E-046E-4C9B-A7BC-F4B96306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059" y="936924"/>
            <a:ext cx="60195" cy="14564"/>
          </a:xfrm>
          <a:custGeom xmlns:a="http://schemas.openxmlformats.org/drawingml/2006/main">
            <a:pathLst>
              <a:path w="60195" h="14564">
                <a:moveTo>
                  <a:pt x="16618" y="9103"/>
                </a:moveTo>
                <a:lnTo>
                  <a:pt x="17536" y="2112"/>
                </a:lnTo>
                <a:lnTo>
                  <a:pt x="60195" y="7573"/>
                </a:lnTo>
                <a:lnTo>
                  <a:pt x="59292" y="14564"/>
                </a:lnTo>
                <a:lnTo>
                  <a:pt x="16618" y="9103"/>
                </a:lnTo>
                <a:close/>
                <a:moveTo>
                  <a:pt x="0" y="7005"/>
                </a:moveTo>
                <a:lnTo>
                  <a:pt x="918" y="0"/>
                </a:lnTo>
                <a:lnTo>
                  <a:pt x="9787" y="1136"/>
                </a:lnTo>
                <a:lnTo>
                  <a:pt x="8884" y="8141"/>
                </a:lnTo>
                <a:lnTo>
                  <a:pt x="0" y="7005"/>
                </a:lnTo>
                <a:close/>
                <a:moveTo>
                  <a:pt x="0" y="70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48C9F-B223-47E2-AE25-AD7EA16B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750" y="890100"/>
            <a:ext cx="46373" cy="40970"/>
          </a:xfrm>
          <a:custGeom xmlns:a="http://schemas.openxmlformats.org/drawingml/2006/main">
            <a:pathLst>
              <a:path w="46373" h="40970">
                <a:moveTo>
                  <a:pt x="6714" y="18380"/>
                </a:moveTo>
                <a:cubicBezTo>
                  <a:pt x="6263" y="22138"/>
                  <a:pt x="7340" y="25269"/>
                  <a:pt x="10006" y="27876"/>
                </a:cubicBezTo>
                <a:cubicBezTo>
                  <a:pt x="12627" y="30440"/>
                  <a:pt x="16501" y="32042"/>
                  <a:pt x="21614" y="32668"/>
                </a:cubicBezTo>
                <a:cubicBezTo>
                  <a:pt x="26740" y="33338"/>
                  <a:pt x="30891" y="32770"/>
                  <a:pt x="34081" y="30949"/>
                </a:cubicBezTo>
                <a:cubicBezTo>
                  <a:pt x="37314" y="29187"/>
                  <a:pt x="39135" y="26347"/>
                  <a:pt x="39659" y="22589"/>
                </a:cubicBezTo>
                <a:cubicBezTo>
                  <a:pt x="40110" y="18832"/>
                  <a:pt x="39033" y="15700"/>
                  <a:pt x="36353" y="13152"/>
                </a:cubicBezTo>
                <a:cubicBezTo>
                  <a:pt x="33673" y="10588"/>
                  <a:pt x="29813" y="9001"/>
                  <a:pt x="24745" y="8316"/>
                </a:cubicBezTo>
                <a:cubicBezTo>
                  <a:pt x="19691" y="7690"/>
                  <a:pt x="15526" y="8258"/>
                  <a:pt x="12292" y="10079"/>
                </a:cubicBezTo>
                <a:cubicBezTo>
                  <a:pt x="9044" y="11899"/>
                  <a:pt x="7224" y="14623"/>
                  <a:pt x="6714" y="18380"/>
                </a:cubicBezTo>
                <a:close/>
                <a:moveTo>
                  <a:pt x="801" y="17637"/>
                </a:moveTo>
                <a:cubicBezTo>
                  <a:pt x="1588" y="11550"/>
                  <a:pt x="4151" y="7005"/>
                  <a:pt x="8593" y="4049"/>
                </a:cubicBezTo>
                <a:cubicBezTo>
                  <a:pt x="12977" y="1034"/>
                  <a:pt x="18715" y="0"/>
                  <a:pt x="25721" y="918"/>
                </a:cubicBezTo>
                <a:cubicBezTo>
                  <a:pt x="32653" y="1762"/>
                  <a:pt x="37940" y="4209"/>
                  <a:pt x="41479" y="8258"/>
                </a:cubicBezTo>
                <a:cubicBezTo>
                  <a:pt x="45004" y="12234"/>
                  <a:pt x="46373" y="17244"/>
                  <a:pt x="45572" y="23332"/>
                </a:cubicBezTo>
                <a:cubicBezTo>
                  <a:pt x="44829" y="29478"/>
                  <a:pt x="42208" y="34022"/>
                  <a:pt x="37780" y="36979"/>
                </a:cubicBezTo>
                <a:cubicBezTo>
                  <a:pt x="33338" y="39950"/>
                  <a:pt x="27643" y="40970"/>
                  <a:pt x="20711" y="40052"/>
                </a:cubicBezTo>
                <a:cubicBezTo>
                  <a:pt x="13647" y="39149"/>
                  <a:pt x="8418" y="36761"/>
                  <a:pt x="4894" y="32770"/>
                </a:cubicBezTo>
                <a:cubicBezTo>
                  <a:pt x="1369" y="28794"/>
                  <a:pt x="0" y="23725"/>
                  <a:pt x="801" y="17637"/>
                </a:cubicBezTo>
                <a:close/>
                <a:moveTo>
                  <a:pt x="801" y="176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FFD73-EF10-4CBB-8C01-9519DCB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526" y="839474"/>
            <a:ext cx="60195" cy="43810"/>
          </a:xfrm>
          <a:custGeom xmlns:a="http://schemas.openxmlformats.org/drawingml/2006/main">
            <a:pathLst>
              <a:path w="60195" h="43810">
                <a:moveTo>
                  <a:pt x="23099" y="9947"/>
                </a:moveTo>
                <a:lnTo>
                  <a:pt x="0" y="6991"/>
                </a:lnTo>
                <a:lnTo>
                  <a:pt x="903" y="0"/>
                </a:lnTo>
                <a:lnTo>
                  <a:pt x="60195" y="7559"/>
                </a:lnTo>
                <a:lnTo>
                  <a:pt x="59277" y="14564"/>
                </a:lnTo>
                <a:lnTo>
                  <a:pt x="52912" y="13763"/>
                </a:lnTo>
                <a:cubicBezTo>
                  <a:pt x="55243" y="15526"/>
                  <a:pt x="56889" y="17637"/>
                  <a:pt x="57850" y="20084"/>
                </a:cubicBezTo>
                <a:cubicBezTo>
                  <a:pt x="58767" y="22473"/>
                  <a:pt x="59059" y="25255"/>
                  <a:pt x="58651" y="28386"/>
                </a:cubicBezTo>
                <a:cubicBezTo>
                  <a:pt x="57966" y="33556"/>
                  <a:pt x="55418" y="37489"/>
                  <a:pt x="50859" y="40169"/>
                </a:cubicBezTo>
                <a:cubicBezTo>
                  <a:pt x="46358" y="42892"/>
                  <a:pt x="40737" y="43810"/>
                  <a:pt x="34022" y="42950"/>
                </a:cubicBezTo>
                <a:cubicBezTo>
                  <a:pt x="27308" y="42091"/>
                  <a:pt x="22123" y="39819"/>
                  <a:pt x="18424" y="36003"/>
                </a:cubicBezTo>
                <a:cubicBezTo>
                  <a:pt x="14739" y="32260"/>
                  <a:pt x="13195" y="27818"/>
                  <a:pt x="13880" y="22633"/>
                </a:cubicBezTo>
                <a:cubicBezTo>
                  <a:pt x="14273" y="19516"/>
                  <a:pt x="15249" y="16895"/>
                  <a:pt x="16720" y="14783"/>
                </a:cubicBezTo>
                <a:cubicBezTo>
                  <a:pt x="18264" y="12686"/>
                  <a:pt x="20361" y="11098"/>
                  <a:pt x="23099" y="9947"/>
                </a:cubicBezTo>
                <a:close/>
                <a:moveTo>
                  <a:pt x="34925" y="35726"/>
                </a:moveTo>
                <a:cubicBezTo>
                  <a:pt x="40110" y="36411"/>
                  <a:pt x="44261" y="35843"/>
                  <a:pt x="47509" y="34081"/>
                </a:cubicBezTo>
                <a:cubicBezTo>
                  <a:pt x="50684" y="32362"/>
                  <a:pt x="52505" y="29639"/>
                  <a:pt x="53014" y="25939"/>
                </a:cubicBezTo>
                <a:cubicBezTo>
                  <a:pt x="53480" y="22182"/>
                  <a:pt x="52403" y="19108"/>
                  <a:pt x="49723" y="16603"/>
                </a:cubicBezTo>
                <a:cubicBezTo>
                  <a:pt x="47043" y="14113"/>
                  <a:pt x="43183" y="12511"/>
                  <a:pt x="37998" y="11826"/>
                </a:cubicBezTo>
                <a:cubicBezTo>
                  <a:pt x="32828" y="11200"/>
                  <a:pt x="28677" y="11710"/>
                  <a:pt x="25488" y="13487"/>
                </a:cubicBezTo>
                <a:cubicBezTo>
                  <a:pt x="22240" y="15249"/>
                  <a:pt x="20419" y="17972"/>
                  <a:pt x="19968" y="21672"/>
                </a:cubicBezTo>
                <a:cubicBezTo>
                  <a:pt x="19458" y="25371"/>
                  <a:pt x="20536" y="28503"/>
                  <a:pt x="23216" y="31008"/>
                </a:cubicBezTo>
                <a:cubicBezTo>
                  <a:pt x="25881" y="33513"/>
                  <a:pt x="29813" y="35042"/>
                  <a:pt x="34925" y="35726"/>
                </a:cubicBezTo>
                <a:close/>
                <a:moveTo>
                  <a:pt x="34925" y="357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37C7B-4C7C-4777-A2B8-9F0DA7CD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54" y="789751"/>
            <a:ext cx="57864" cy="42557"/>
          </a:xfrm>
          <a:custGeom xmlns:a="http://schemas.openxmlformats.org/drawingml/2006/main">
            <a:pathLst>
              <a:path w="57864" h="42557">
                <a:moveTo>
                  <a:pt x="7282" y="28386"/>
                </a:moveTo>
                <a:lnTo>
                  <a:pt x="28677" y="31110"/>
                </a:lnTo>
                <a:lnTo>
                  <a:pt x="29872" y="21439"/>
                </a:lnTo>
                <a:cubicBezTo>
                  <a:pt x="30381" y="17856"/>
                  <a:pt x="29755" y="14958"/>
                  <a:pt x="28168" y="12802"/>
                </a:cubicBezTo>
                <a:cubicBezTo>
                  <a:pt x="26565" y="10574"/>
                  <a:pt x="24075" y="9263"/>
                  <a:pt x="20652" y="8811"/>
                </a:cubicBezTo>
                <a:cubicBezTo>
                  <a:pt x="17244" y="8418"/>
                  <a:pt x="14448" y="9044"/>
                  <a:pt x="12351" y="10749"/>
                </a:cubicBezTo>
                <a:cubicBezTo>
                  <a:pt x="10239" y="12453"/>
                  <a:pt x="8986" y="15132"/>
                  <a:pt x="8535" y="18715"/>
                </a:cubicBezTo>
                <a:lnTo>
                  <a:pt x="7282" y="28386"/>
                </a:lnTo>
                <a:close/>
                <a:moveTo>
                  <a:pt x="0" y="35275"/>
                </a:moveTo>
                <a:lnTo>
                  <a:pt x="2228" y="17856"/>
                </a:lnTo>
                <a:cubicBezTo>
                  <a:pt x="3015" y="11491"/>
                  <a:pt x="5068" y="6874"/>
                  <a:pt x="8360" y="3976"/>
                </a:cubicBezTo>
                <a:cubicBezTo>
                  <a:pt x="11666" y="1078"/>
                  <a:pt x="16108" y="0"/>
                  <a:pt x="21686" y="728"/>
                </a:cubicBezTo>
                <a:cubicBezTo>
                  <a:pt x="27308" y="1413"/>
                  <a:pt x="31299" y="3583"/>
                  <a:pt x="33804" y="7224"/>
                </a:cubicBezTo>
                <a:cubicBezTo>
                  <a:pt x="36251" y="10865"/>
                  <a:pt x="37037" y="15875"/>
                  <a:pt x="36251" y="22240"/>
                </a:cubicBezTo>
                <a:lnTo>
                  <a:pt x="34998" y="31911"/>
                </a:lnTo>
                <a:lnTo>
                  <a:pt x="57864" y="34867"/>
                </a:lnTo>
                <a:lnTo>
                  <a:pt x="56845" y="42557"/>
                </a:lnTo>
                <a:lnTo>
                  <a:pt x="0" y="35275"/>
                </a:lnTo>
                <a:close/>
                <a:moveTo>
                  <a:pt x="0" y="352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55742-8484-4FB6-A00F-861E82D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722" y="756690"/>
            <a:ext cx="43577" cy="30498"/>
          </a:xfrm>
          <a:custGeom xmlns:a="http://schemas.openxmlformats.org/drawingml/2006/main">
            <a:pathLst>
              <a:path w="43577" h="30498">
                <a:moveTo>
                  <a:pt x="9729" y="918"/>
                </a:moveTo>
                <a:cubicBezTo>
                  <a:pt x="9161" y="1602"/>
                  <a:pt x="8768" y="2447"/>
                  <a:pt x="8418" y="3306"/>
                </a:cubicBezTo>
                <a:cubicBezTo>
                  <a:pt x="8083" y="4209"/>
                  <a:pt x="7850" y="5243"/>
                  <a:pt x="7690" y="6379"/>
                </a:cubicBezTo>
                <a:cubicBezTo>
                  <a:pt x="7166" y="10297"/>
                  <a:pt x="8083" y="13545"/>
                  <a:pt x="10414" y="15992"/>
                </a:cubicBezTo>
                <a:cubicBezTo>
                  <a:pt x="12686" y="18439"/>
                  <a:pt x="16283" y="19968"/>
                  <a:pt x="21118" y="20594"/>
                </a:cubicBezTo>
                <a:lnTo>
                  <a:pt x="43577" y="23449"/>
                </a:lnTo>
                <a:lnTo>
                  <a:pt x="42674" y="30498"/>
                </a:lnTo>
                <a:lnTo>
                  <a:pt x="0" y="25036"/>
                </a:lnTo>
                <a:lnTo>
                  <a:pt x="918" y="17987"/>
                </a:lnTo>
                <a:lnTo>
                  <a:pt x="7515" y="18832"/>
                </a:lnTo>
                <a:cubicBezTo>
                  <a:pt x="5127" y="17011"/>
                  <a:pt x="3481" y="14856"/>
                  <a:pt x="2505" y="12351"/>
                </a:cubicBezTo>
                <a:cubicBezTo>
                  <a:pt x="1544" y="9846"/>
                  <a:pt x="1311" y="6889"/>
                  <a:pt x="1719" y="3466"/>
                </a:cubicBezTo>
                <a:cubicBezTo>
                  <a:pt x="1762" y="3015"/>
                  <a:pt x="1879" y="2505"/>
                  <a:pt x="1995" y="1879"/>
                </a:cubicBezTo>
                <a:cubicBezTo>
                  <a:pt x="2170" y="1311"/>
                  <a:pt x="2330" y="685"/>
                  <a:pt x="2563" y="0"/>
                </a:cubicBezTo>
                <a:lnTo>
                  <a:pt x="9729" y="918"/>
                </a:lnTo>
                <a:close/>
                <a:moveTo>
                  <a:pt x="9729" y="9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39733-7052-4925-87C7-304839C0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106" y="716361"/>
            <a:ext cx="46140" cy="41465"/>
          </a:xfrm>
          <a:custGeom xmlns:a="http://schemas.openxmlformats.org/drawingml/2006/main">
            <a:pathLst>
              <a:path w="46140" h="41465">
                <a:moveTo>
                  <a:pt x="23784" y="786"/>
                </a:moveTo>
                <a:lnTo>
                  <a:pt x="27192" y="1253"/>
                </a:lnTo>
                <a:lnTo>
                  <a:pt x="23099" y="33454"/>
                </a:lnTo>
                <a:cubicBezTo>
                  <a:pt x="27935" y="33789"/>
                  <a:pt x="31809" y="32770"/>
                  <a:pt x="34649" y="30483"/>
                </a:cubicBezTo>
                <a:cubicBezTo>
                  <a:pt x="37547" y="28211"/>
                  <a:pt x="39251" y="24745"/>
                  <a:pt x="39819" y="20128"/>
                </a:cubicBezTo>
                <a:cubicBezTo>
                  <a:pt x="40227" y="17404"/>
                  <a:pt x="40227" y="14783"/>
                  <a:pt x="39877" y="12176"/>
                </a:cubicBezTo>
                <a:cubicBezTo>
                  <a:pt x="39542" y="9554"/>
                  <a:pt x="38858" y="6933"/>
                  <a:pt x="37838" y="4267"/>
                </a:cubicBezTo>
                <a:lnTo>
                  <a:pt x="44494" y="5112"/>
                </a:lnTo>
                <a:cubicBezTo>
                  <a:pt x="45237" y="7734"/>
                  <a:pt x="45688" y="10457"/>
                  <a:pt x="45907" y="13137"/>
                </a:cubicBezTo>
                <a:cubicBezTo>
                  <a:pt x="46140" y="15861"/>
                  <a:pt x="46082" y="18599"/>
                  <a:pt x="45747" y="21279"/>
                </a:cubicBezTo>
                <a:cubicBezTo>
                  <a:pt x="44887" y="28095"/>
                  <a:pt x="42222" y="33221"/>
                  <a:pt x="37722" y="36688"/>
                </a:cubicBezTo>
                <a:cubicBezTo>
                  <a:pt x="33280" y="40154"/>
                  <a:pt x="27658" y="41465"/>
                  <a:pt x="20885" y="40620"/>
                </a:cubicBezTo>
                <a:cubicBezTo>
                  <a:pt x="13880" y="39703"/>
                  <a:pt x="8593" y="37139"/>
                  <a:pt x="5010" y="32828"/>
                </a:cubicBezTo>
                <a:cubicBezTo>
                  <a:pt x="1369" y="28561"/>
                  <a:pt x="0" y="23201"/>
                  <a:pt x="801" y="16778"/>
                </a:cubicBezTo>
                <a:cubicBezTo>
                  <a:pt x="1544" y="11025"/>
                  <a:pt x="3991" y="6772"/>
                  <a:pt x="8083" y="3860"/>
                </a:cubicBezTo>
                <a:cubicBezTo>
                  <a:pt x="12176" y="1020"/>
                  <a:pt x="17404" y="0"/>
                  <a:pt x="23784" y="786"/>
                </a:cubicBezTo>
                <a:close/>
                <a:moveTo>
                  <a:pt x="20827" y="7559"/>
                </a:moveTo>
                <a:cubicBezTo>
                  <a:pt x="17011" y="7107"/>
                  <a:pt x="13763" y="7792"/>
                  <a:pt x="11273" y="9554"/>
                </a:cubicBezTo>
                <a:cubicBezTo>
                  <a:pt x="8710" y="11375"/>
                  <a:pt x="7166" y="13996"/>
                  <a:pt x="6714" y="17463"/>
                </a:cubicBezTo>
                <a:cubicBezTo>
                  <a:pt x="6263" y="21381"/>
                  <a:pt x="6947" y="24628"/>
                  <a:pt x="8870" y="27250"/>
                </a:cubicBezTo>
                <a:cubicBezTo>
                  <a:pt x="10749" y="29915"/>
                  <a:pt x="13705" y="31678"/>
                  <a:pt x="17696" y="32537"/>
                </a:cubicBezTo>
                <a:lnTo>
                  <a:pt x="20827" y="7559"/>
                </a:lnTo>
                <a:close/>
                <a:moveTo>
                  <a:pt x="20827" y="755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BD36B-0702-4D18-A3A5-1D183448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65" y="665954"/>
            <a:ext cx="60195" cy="43853"/>
          </a:xfrm>
          <a:custGeom xmlns:a="http://schemas.openxmlformats.org/drawingml/2006/main">
            <a:pathLst>
              <a:path w="60195" h="43853">
                <a:moveTo>
                  <a:pt x="23099" y="9947"/>
                </a:moveTo>
                <a:lnTo>
                  <a:pt x="0" y="6991"/>
                </a:lnTo>
                <a:lnTo>
                  <a:pt x="918" y="0"/>
                </a:lnTo>
                <a:lnTo>
                  <a:pt x="60195" y="7559"/>
                </a:lnTo>
                <a:lnTo>
                  <a:pt x="59292" y="14564"/>
                </a:lnTo>
                <a:lnTo>
                  <a:pt x="52854" y="13763"/>
                </a:lnTo>
                <a:cubicBezTo>
                  <a:pt x="55243" y="15584"/>
                  <a:pt x="56889" y="17637"/>
                  <a:pt x="57806" y="20084"/>
                </a:cubicBezTo>
                <a:cubicBezTo>
                  <a:pt x="58767" y="22473"/>
                  <a:pt x="59059" y="25255"/>
                  <a:pt x="58665" y="28386"/>
                </a:cubicBezTo>
                <a:cubicBezTo>
                  <a:pt x="57981" y="33556"/>
                  <a:pt x="55359" y="37489"/>
                  <a:pt x="50859" y="40212"/>
                </a:cubicBezTo>
                <a:cubicBezTo>
                  <a:pt x="46315" y="42892"/>
                  <a:pt x="40678" y="43853"/>
                  <a:pt x="33964" y="42950"/>
                </a:cubicBezTo>
                <a:cubicBezTo>
                  <a:pt x="27308" y="42091"/>
                  <a:pt x="22080" y="39819"/>
                  <a:pt x="18380" y="36061"/>
                </a:cubicBezTo>
                <a:cubicBezTo>
                  <a:pt x="14681" y="32260"/>
                  <a:pt x="13195" y="27818"/>
                  <a:pt x="13822" y="22633"/>
                </a:cubicBezTo>
                <a:cubicBezTo>
                  <a:pt x="14229" y="19516"/>
                  <a:pt x="15191" y="16895"/>
                  <a:pt x="16734" y="14783"/>
                </a:cubicBezTo>
                <a:cubicBezTo>
                  <a:pt x="18264" y="12744"/>
                  <a:pt x="20376" y="11084"/>
                  <a:pt x="23099" y="9947"/>
                </a:cubicBezTo>
                <a:close/>
                <a:moveTo>
                  <a:pt x="34940" y="35726"/>
                </a:moveTo>
                <a:cubicBezTo>
                  <a:pt x="40052" y="36411"/>
                  <a:pt x="44261" y="35843"/>
                  <a:pt x="47451" y="34124"/>
                </a:cubicBezTo>
                <a:cubicBezTo>
                  <a:pt x="50640" y="32362"/>
                  <a:pt x="52519" y="29639"/>
                  <a:pt x="52971" y="25939"/>
                </a:cubicBezTo>
                <a:cubicBezTo>
                  <a:pt x="53422" y="22240"/>
                  <a:pt x="52344" y="19108"/>
                  <a:pt x="49723" y="16603"/>
                </a:cubicBezTo>
                <a:cubicBezTo>
                  <a:pt x="47058" y="14098"/>
                  <a:pt x="43125" y="12511"/>
                  <a:pt x="38013" y="11826"/>
                </a:cubicBezTo>
                <a:cubicBezTo>
                  <a:pt x="32828" y="11200"/>
                  <a:pt x="28677" y="11768"/>
                  <a:pt x="25429" y="13487"/>
                </a:cubicBezTo>
                <a:cubicBezTo>
                  <a:pt x="22254" y="15249"/>
                  <a:pt x="20376" y="17972"/>
                  <a:pt x="19910" y="21672"/>
                </a:cubicBezTo>
                <a:cubicBezTo>
                  <a:pt x="19458" y="25429"/>
                  <a:pt x="20536" y="28503"/>
                  <a:pt x="23216" y="31008"/>
                </a:cubicBezTo>
                <a:cubicBezTo>
                  <a:pt x="25895" y="33498"/>
                  <a:pt x="29755" y="35100"/>
                  <a:pt x="34940" y="35726"/>
                </a:cubicBezTo>
                <a:close/>
                <a:moveTo>
                  <a:pt x="34940" y="357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E3D3FA-46FA-4675-847D-CD289A1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950" y="599438"/>
            <a:ext cx="63544" cy="59350"/>
          </a:xfrm>
          <a:custGeom xmlns:a="http://schemas.openxmlformats.org/drawingml/2006/main">
            <a:pathLst>
              <a:path w="63544" h="59350">
                <a:moveTo>
                  <a:pt x="0" y="52068"/>
                </a:moveTo>
                <a:lnTo>
                  <a:pt x="1471" y="40562"/>
                </a:lnTo>
                <a:lnTo>
                  <a:pt x="42033" y="31066"/>
                </a:lnTo>
                <a:lnTo>
                  <a:pt x="5170" y="11491"/>
                </a:lnTo>
                <a:lnTo>
                  <a:pt x="6656" y="0"/>
                </a:lnTo>
                <a:lnTo>
                  <a:pt x="63544" y="7282"/>
                </a:lnTo>
                <a:lnTo>
                  <a:pt x="62583" y="14797"/>
                </a:lnTo>
                <a:lnTo>
                  <a:pt x="12627" y="8418"/>
                </a:lnTo>
                <a:lnTo>
                  <a:pt x="49781" y="28109"/>
                </a:lnTo>
                <a:lnTo>
                  <a:pt x="48747" y="35785"/>
                </a:lnTo>
                <a:lnTo>
                  <a:pt x="7908" y="45455"/>
                </a:lnTo>
                <a:lnTo>
                  <a:pt x="57850" y="51893"/>
                </a:lnTo>
                <a:lnTo>
                  <a:pt x="56889" y="59350"/>
                </a:lnTo>
                <a:lnTo>
                  <a:pt x="0" y="52068"/>
                </a:lnTo>
                <a:close/>
                <a:moveTo>
                  <a:pt x="0" y="520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027D1-662D-41AB-B3D4-1ABCEE7E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587" y="555235"/>
            <a:ext cx="61389" cy="36236"/>
          </a:xfrm>
          <a:custGeom xmlns:a="http://schemas.openxmlformats.org/drawingml/2006/main">
            <a:pathLst>
              <a:path w="61389" h="36236">
                <a:moveTo>
                  <a:pt x="0" y="28954"/>
                </a:moveTo>
                <a:lnTo>
                  <a:pt x="976" y="21279"/>
                </a:lnTo>
                <a:lnTo>
                  <a:pt x="51383" y="27701"/>
                </a:lnTo>
                <a:lnTo>
                  <a:pt x="54908" y="0"/>
                </a:lnTo>
                <a:lnTo>
                  <a:pt x="61389" y="859"/>
                </a:lnTo>
                <a:lnTo>
                  <a:pt x="56845" y="36236"/>
                </a:lnTo>
                <a:lnTo>
                  <a:pt x="0" y="28954"/>
                </a:lnTo>
                <a:close/>
                <a:moveTo>
                  <a:pt x="0" y="289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50CF6-25E1-4441-B5B8-E11CD132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107" y="497385"/>
            <a:ext cx="62467" cy="50626"/>
          </a:xfrm>
          <a:custGeom xmlns:a="http://schemas.openxmlformats.org/drawingml/2006/main">
            <a:pathLst>
              <a:path w="62467" h="50626">
                <a:moveTo>
                  <a:pt x="0" y="43344"/>
                </a:moveTo>
                <a:lnTo>
                  <a:pt x="1034" y="35668"/>
                </a:lnTo>
                <a:lnTo>
                  <a:pt x="24352" y="38625"/>
                </a:lnTo>
                <a:lnTo>
                  <a:pt x="27935" y="10690"/>
                </a:lnTo>
                <a:lnTo>
                  <a:pt x="4617" y="7675"/>
                </a:lnTo>
                <a:lnTo>
                  <a:pt x="5578" y="0"/>
                </a:lnTo>
                <a:lnTo>
                  <a:pt x="62467" y="7282"/>
                </a:lnTo>
                <a:lnTo>
                  <a:pt x="61447" y="14958"/>
                </a:lnTo>
                <a:lnTo>
                  <a:pt x="34372" y="11491"/>
                </a:lnTo>
                <a:lnTo>
                  <a:pt x="30789" y="39470"/>
                </a:lnTo>
                <a:lnTo>
                  <a:pt x="57864" y="42950"/>
                </a:lnTo>
                <a:lnTo>
                  <a:pt x="56903" y="50626"/>
                </a:lnTo>
                <a:lnTo>
                  <a:pt x="0" y="43344"/>
                </a:lnTo>
                <a:close/>
                <a:moveTo>
                  <a:pt x="0" y="4334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6B12C-A0D8-4D31-A687-CCBE5466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817" y="1805501"/>
            <a:ext cx="57850" cy="16836"/>
          </a:xfrm>
          <a:custGeom xmlns:a="http://schemas.openxmlformats.org/drawingml/2006/main">
            <a:pathLst>
              <a:path w="57850" h="16836">
                <a:moveTo>
                  <a:pt x="0" y="7617"/>
                </a:moveTo>
                <a:lnTo>
                  <a:pt x="1253" y="0"/>
                </a:lnTo>
                <a:lnTo>
                  <a:pt x="57850" y="9219"/>
                </a:lnTo>
                <a:lnTo>
                  <a:pt x="56597" y="16836"/>
                </a:lnTo>
                <a:lnTo>
                  <a:pt x="0" y="7617"/>
                </a:lnTo>
                <a:close/>
                <a:moveTo>
                  <a:pt x="0" y="761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BAA0C-1311-4D4C-BE90-DC8015B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56" y="1759302"/>
            <a:ext cx="48252" cy="40737"/>
          </a:xfrm>
          <a:custGeom xmlns:a="http://schemas.openxmlformats.org/drawingml/2006/main">
            <a:pathLst>
              <a:path w="48252" h="40737">
                <a:moveTo>
                  <a:pt x="22648" y="961"/>
                </a:moveTo>
                <a:lnTo>
                  <a:pt x="48252" y="5185"/>
                </a:lnTo>
                <a:lnTo>
                  <a:pt x="47116" y="12118"/>
                </a:lnTo>
                <a:lnTo>
                  <a:pt x="21745" y="8025"/>
                </a:lnTo>
                <a:cubicBezTo>
                  <a:pt x="17696" y="7340"/>
                  <a:pt x="14564" y="7617"/>
                  <a:pt x="12351" y="8870"/>
                </a:cubicBezTo>
                <a:cubicBezTo>
                  <a:pt x="10079" y="10122"/>
                  <a:pt x="8710" y="12292"/>
                  <a:pt x="8200" y="15424"/>
                </a:cubicBezTo>
                <a:cubicBezTo>
                  <a:pt x="7573" y="19225"/>
                  <a:pt x="8316" y="22356"/>
                  <a:pt x="10355" y="24920"/>
                </a:cubicBezTo>
                <a:cubicBezTo>
                  <a:pt x="12409" y="27483"/>
                  <a:pt x="15482" y="29129"/>
                  <a:pt x="19633" y="29813"/>
                </a:cubicBezTo>
                <a:lnTo>
                  <a:pt x="43635" y="33687"/>
                </a:lnTo>
                <a:lnTo>
                  <a:pt x="42441" y="40737"/>
                </a:lnTo>
                <a:lnTo>
                  <a:pt x="0" y="33789"/>
                </a:lnTo>
                <a:lnTo>
                  <a:pt x="1136" y="26798"/>
                </a:lnTo>
                <a:lnTo>
                  <a:pt x="7748" y="27876"/>
                </a:lnTo>
                <a:cubicBezTo>
                  <a:pt x="5462" y="25779"/>
                  <a:pt x="3874" y="23492"/>
                  <a:pt x="3015" y="21046"/>
                </a:cubicBezTo>
                <a:cubicBezTo>
                  <a:pt x="2112" y="18540"/>
                  <a:pt x="1879" y="15875"/>
                  <a:pt x="2389" y="12919"/>
                </a:cubicBezTo>
                <a:cubicBezTo>
                  <a:pt x="3190" y="8025"/>
                  <a:pt x="5301" y="4602"/>
                  <a:pt x="8710" y="2563"/>
                </a:cubicBezTo>
                <a:cubicBezTo>
                  <a:pt x="12118" y="568"/>
                  <a:pt x="16793" y="0"/>
                  <a:pt x="22648" y="961"/>
                </a:cubicBezTo>
                <a:close/>
                <a:moveTo>
                  <a:pt x="22648" y="9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71E32-F151-4294-AB0C-87CE2E58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580" y="1722382"/>
            <a:ext cx="57966" cy="27366"/>
          </a:xfrm>
          <a:custGeom xmlns:a="http://schemas.openxmlformats.org/drawingml/2006/main">
            <a:pathLst>
              <a:path w="57966" h="27366">
                <a:moveTo>
                  <a:pt x="1136" y="12394"/>
                </a:moveTo>
                <a:lnTo>
                  <a:pt x="13195" y="14331"/>
                </a:lnTo>
                <a:lnTo>
                  <a:pt x="15526" y="0"/>
                </a:lnTo>
                <a:lnTo>
                  <a:pt x="20929" y="903"/>
                </a:lnTo>
                <a:lnTo>
                  <a:pt x="18599" y="15249"/>
                </a:lnTo>
                <a:lnTo>
                  <a:pt x="41640" y="19007"/>
                </a:lnTo>
                <a:cubicBezTo>
                  <a:pt x="45120" y="19575"/>
                  <a:pt x="47393" y="19458"/>
                  <a:pt x="48529" y="18657"/>
                </a:cubicBezTo>
                <a:cubicBezTo>
                  <a:pt x="49665" y="17856"/>
                  <a:pt x="50466" y="16035"/>
                  <a:pt x="50975" y="13137"/>
                </a:cubicBezTo>
                <a:lnTo>
                  <a:pt x="52111" y="5971"/>
                </a:lnTo>
                <a:lnTo>
                  <a:pt x="57966" y="6889"/>
                </a:lnTo>
                <a:lnTo>
                  <a:pt x="56772" y="14055"/>
                </a:lnTo>
                <a:cubicBezTo>
                  <a:pt x="55927" y="19458"/>
                  <a:pt x="54325" y="22983"/>
                  <a:pt x="51995" y="24745"/>
                </a:cubicBezTo>
                <a:cubicBezTo>
                  <a:pt x="49606" y="26449"/>
                  <a:pt x="45790" y="26857"/>
                  <a:pt x="40504" y="25997"/>
                </a:cubicBezTo>
                <a:lnTo>
                  <a:pt x="17463" y="22240"/>
                </a:lnTo>
                <a:lnTo>
                  <a:pt x="16618" y="27366"/>
                </a:lnTo>
                <a:lnTo>
                  <a:pt x="11200" y="26507"/>
                </a:lnTo>
                <a:lnTo>
                  <a:pt x="12001" y="21395"/>
                </a:lnTo>
                <a:lnTo>
                  <a:pt x="0" y="19400"/>
                </a:lnTo>
                <a:lnTo>
                  <a:pt x="1136" y="12394"/>
                </a:lnTo>
                <a:close/>
                <a:moveTo>
                  <a:pt x="1136" y="123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E927C-ADFA-45EC-9A1A-0A7C2CCE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436" y="1679023"/>
            <a:ext cx="46373" cy="41814"/>
          </a:xfrm>
          <a:custGeom xmlns:a="http://schemas.openxmlformats.org/drawingml/2006/main">
            <a:pathLst>
              <a:path w="46373" h="41814">
                <a:moveTo>
                  <a:pt x="24526" y="1034"/>
                </a:moveTo>
                <a:lnTo>
                  <a:pt x="27935" y="1602"/>
                </a:lnTo>
                <a:lnTo>
                  <a:pt x="22706" y="33687"/>
                </a:lnTo>
                <a:cubicBezTo>
                  <a:pt x="27600" y="34139"/>
                  <a:pt x="31474" y="33280"/>
                  <a:pt x="34430" y="31124"/>
                </a:cubicBezTo>
                <a:cubicBezTo>
                  <a:pt x="37329" y="28910"/>
                  <a:pt x="39207" y="25546"/>
                  <a:pt x="39950" y="20885"/>
                </a:cubicBezTo>
                <a:cubicBezTo>
                  <a:pt x="40402" y="18205"/>
                  <a:pt x="40460" y="15598"/>
                  <a:pt x="40227" y="12977"/>
                </a:cubicBezTo>
                <a:cubicBezTo>
                  <a:pt x="40008" y="10355"/>
                  <a:pt x="39382" y="7690"/>
                  <a:pt x="38465" y="4952"/>
                </a:cubicBezTo>
                <a:lnTo>
                  <a:pt x="45062" y="6030"/>
                </a:lnTo>
                <a:cubicBezTo>
                  <a:pt x="45747" y="8710"/>
                  <a:pt x="46140" y="11433"/>
                  <a:pt x="46257" y="14171"/>
                </a:cubicBezTo>
                <a:cubicBezTo>
                  <a:pt x="46373" y="16851"/>
                  <a:pt x="46257" y="19575"/>
                  <a:pt x="45805" y="22313"/>
                </a:cubicBezTo>
                <a:cubicBezTo>
                  <a:pt x="44669" y="29071"/>
                  <a:pt x="41829" y="34081"/>
                  <a:pt x="37270" y="37445"/>
                </a:cubicBezTo>
                <a:cubicBezTo>
                  <a:pt x="32668" y="40737"/>
                  <a:pt x="27032" y="41814"/>
                  <a:pt x="20317" y="40737"/>
                </a:cubicBezTo>
                <a:cubicBezTo>
                  <a:pt x="13326" y="39601"/>
                  <a:pt x="8141" y="36819"/>
                  <a:pt x="4675" y="32435"/>
                </a:cubicBezTo>
                <a:cubicBezTo>
                  <a:pt x="1194" y="27993"/>
                  <a:pt x="0" y="22589"/>
                  <a:pt x="1034" y="16225"/>
                </a:cubicBezTo>
                <a:cubicBezTo>
                  <a:pt x="1937" y="10530"/>
                  <a:pt x="4500" y="6321"/>
                  <a:pt x="8768" y="3583"/>
                </a:cubicBezTo>
                <a:cubicBezTo>
                  <a:pt x="12977" y="859"/>
                  <a:pt x="18205" y="0"/>
                  <a:pt x="24526" y="1034"/>
                </a:cubicBezTo>
                <a:close/>
                <a:moveTo>
                  <a:pt x="21337" y="7690"/>
                </a:moveTo>
                <a:cubicBezTo>
                  <a:pt x="17536" y="7122"/>
                  <a:pt x="14346" y="7690"/>
                  <a:pt x="11724" y="9394"/>
                </a:cubicBezTo>
                <a:cubicBezTo>
                  <a:pt x="9103" y="11098"/>
                  <a:pt x="7515" y="13720"/>
                  <a:pt x="6947" y="17128"/>
                </a:cubicBezTo>
                <a:cubicBezTo>
                  <a:pt x="6321" y="21002"/>
                  <a:pt x="6889" y="24293"/>
                  <a:pt x="8710" y="27032"/>
                </a:cubicBezTo>
                <a:cubicBezTo>
                  <a:pt x="10530" y="29697"/>
                  <a:pt x="13428" y="31517"/>
                  <a:pt x="17361" y="32551"/>
                </a:cubicBezTo>
                <a:lnTo>
                  <a:pt x="21337" y="7690"/>
                </a:lnTo>
                <a:close/>
                <a:moveTo>
                  <a:pt x="21337" y="76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6DE89-80FC-475D-B726-60CB3948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823" y="1655764"/>
            <a:ext cx="60136" cy="16603"/>
          </a:xfrm>
          <a:custGeom xmlns:a="http://schemas.openxmlformats.org/drawingml/2006/main">
            <a:pathLst>
              <a:path w="60136" h="16603">
                <a:moveTo>
                  <a:pt x="0" y="6991"/>
                </a:moveTo>
                <a:lnTo>
                  <a:pt x="1136" y="0"/>
                </a:lnTo>
                <a:lnTo>
                  <a:pt x="60136" y="9612"/>
                </a:lnTo>
                <a:lnTo>
                  <a:pt x="59000" y="16603"/>
                </a:lnTo>
                <a:lnTo>
                  <a:pt x="0" y="6991"/>
                </a:lnTo>
                <a:close/>
                <a:moveTo>
                  <a:pt x="0" y="69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C6C59-52AA-4B2C-B06C-6D59F73E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348" y="1634194"/>
            <a:ext cx="60093" cy="16618"/>
          </a:xfrm>
          <a:custGeom xmlns:a="http://schemas.openxmlformats.org/drawingml/2006/main">
            <a:pathLst>
              <a:path w="60093" h="16618">
                <a:moveTo>
                  <a:pt x="0" y="7005"/>
                </a:moveTo>
                <a:lnTo>
                  <a:pt x="1151" y="0"/>
                </a:lnTo>
                <a:lnTo>
                  <a:pt x="60093" y="9612"/>
                </a:lnTo>
                <a:lnTo>
                  <a:pt x="58942" y="16618"/>
                </a:lnTo>
                <a:lnTo>
                  <a:pt x="0" y="7005"/>
                </a:lnTo>
                <a:close/>
                <a:moveTo>
                  <a:pt x="0" y="70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F69D7-0A4B-4852-9BA4-48DEC033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829" y="1612639"/>
            <a:ext cx="60136" cy="16603"/>
          </a:xfrm>
          <a:custGeom xmlns:a="http://schemas.openxmlformats.org/drawingml/2006/main">
            <a:pathLst>
              <a:path w="60136" h="16603">
                <a:moveTo>
                  <a:pt x="16560" y="9671"/>
                </a:moveTo>
                <a:lnTo>
                  <a:pt x="17696" y="2724"/>
                </a:lnTo>
                <a:lnTo>
                  <a:pt x="60136" y="9612"/>
                </a:lnTo>
                <a:lnTo>
                  <a:pt x="59000" y="16603"/>
                </a:lnTo>
                <a:lnTo>
                  <a:pt x="16560" y="9671"/>
                </a:lnTo>
                <a:close/>
                <a:moveTo>
                  <a:pt x="0" y="6991"/>
                </a:moveTo>
                <a:lnTo>
                  <a:pt x="1136" y="0"/>
                </a:lnTo>
                <a:lnTo>
                  <a:pt x="10006" y="1471"/>
                </a:lnTo>
                <a:lnTo>
                  <a:pt x="8870" y="8418"/>
                </a:lnTo>
                <a:lnTo>
                  <a:pt x="0" y="6991"/>
                </a:lnTo>
                <a:close/>
                <a:moveTo>
                  <a:pt x="0" y="69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2A14D-9EC7-4728-ACA3-A4ECA22D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365" y="1565814"/>
            <a:ext cx="61666" cy="42382"/>
          </a:xfrm>
          <a:custGeom xmlns:a="http://schemas.openxmlformats.org/drawingml/2006/main">
            <a:pathLst>
              <a:path w="61666" h="42382">
                <a:moveTo>
                  <a:pt x="24803" y="10355"/>
                </a:moveTo>
                <a:cubicBezTo>
                  <a:pt x="19735" y="9554"/>
                  <a:pt x="15642" y="9947"/>
                  <a:pt x="12511" y="11608"/>
                </a:cubicBezTo>
                <a:cubicBezTo>
                  <a:pt x="9438" y="13195"/>
                  <a:pt x="7559" y="15933"/>
                  <a:pt x="6947" y="19676"/>
                </a:cubicBezTo>
                <a:cubicBezTo>
                  <a:pt x="6321" y="23434"/>
                  <a:pt x="7224" y="26565"/>
                  <a:pt x="9671" y="29071"/>
                </a:cubicBezTo>
                <a:cubicBezTo>
                  <a:pt x="12118" y="31634"/>
                  <a:pt x="15875" y="33338"/>
                  <a:pt x="20929" y="34139"/>
                </a:cubicBezTo>
                <a:cubicBezTo>
                  <a:pt x="25939" y="34925"/>
                  <a:pt x="30032" y="34532"/>
                  <a:pt x="33163" y="32945"/>
                </a:cubicBezTo>
                <a:cubicBezTo>
                  <a:pt x="36294" y="31284"/>
                  <a:pt x="38115" y="28619"/>
                  <a:pt x="38741" y="24861"/>
                </a:cubicBezTo>
                <a:cubicBezTo>
                  <a:pt x="39368" y="21104"/>
                  <a:pt x="38465" y="17914"/>
                  <a:pt x="36018" y="15409"/>
                </a:cubicBezTo>
                <a:cubicBezTo>
                  <a:pt x="33571" y="12860"/>
                  <a:pt x="29813" y="11200"/>
                  <a:pt x="24803" y="10355"/>
                </a:cubicBezTo>
                <a:close/>
                <a:moveTo>
                  <a:pt x="42382" y="6088"/>
                </a:moveTo>
                <a:cubicBezTo>
                  <a:pt x="49606" y="7282"/>
                  <a:pt x="54733" y="9729"/>
                  <a:pt x="57748" y="13545"/>
                </a:cubicBezTo>
                <a:cubicBezTo>
                  <a:pt x="60704" y="17288"/>
                  <a:pt x="61666" y="22473"/>
                  <a:pt x="60588" y="29129"/>
                </a:cubicBezTo>
                <a:cubicBezTo>
                  <a:pt x="60195" y="31576"/>
                  <a:pt x="59685" y="33848"/>
                  <a:pt x="58942" y="35959"/>
                </a:cubicBezTo>
                <a:cubicBezTo>
                  <a:pt x="58199" y="38057"/>
                  <a:pt x="57296" y="40110"/>
                  <a:pt x="56204" y="42047"/>
                </a:cubicBezTo>
                <a:lnTo>
                  <a:pt x="49432" y="40897"/>
                </a:lnTo>
                <a:cubicBezTo>
                  <a:pt x="50859" y="39033"/>
                  <a:pt x="52053" y="37154"/>
                  <a:pt x="52854" y="35275"/>
                </a:cubicBezTo>
                <a:cubicBezTo>
                  <a:pt x="53757" y="33338"/>
                  <a:pt x="54325" y="31343"/>
                  <a:pt x="54675" y="29304"/>
                </a:cubicBezTo>
                <a:cubicBezTo>
                  <a:pt x="55418" y="24687"/>
                  <a:pt x="54791" y="21104"/>
                  <a:pt x="52738" y="18424"/>
                </a:cubicBezTo>
                <a:cubicBezTo>
                  <a:pt x="50742" y="15759"/>
                  <a:pt x="47334" y="14055"/>
                  <a:pt x="42499" y="13254"/>
                </a:cubicBezTo>
                <a:lnTo>
                  <a:pt x="39033" y="12686"/>
                </a:lnTo>
                <a:cubicBezTo>
                  <a:pt x="41305" y="14564"/>
                  <a:pt x="42892" y="16662"/>
                  <a:pt x="43751" y="19108"/>
                </a:cubicBezTo>
                <a:cubicBezTo>
                  <a:pt x="44654" y="21555"/>
                  <a:pt x="44829" y="24410"/>
                  <a:pt x="44319" y="27541"/>
                </a:cubicBezTo>
                <a:cubicBezTo>
                  <a:pt x="43460" y="32712"/>
                  <a:pt x="40795" y="36586"/>
                  <a:pt x="36294" y="39135"/>
                </a:cubicBezTo>
                <a:cubicBezTo>
                  <a:pt x="31809" y="41640"/>
                  <a:pt x="26289" y="42382"/>
                  <a:pt x="19735" y="41363"/>
                </a:cubicBezTo>
                <a:cubicBezTo>
                  <a:pt x="13195" y="40271"/>
                  <a:pt x="8185" y="37838"/>
                  <a:pt x="4719" y="33964"/>
                </a:cubicBezTo>
                <a:cubicBezTo>
                  <a:pt x="1311" y="30148"/>
                  <a:pt x="0" y="25662"/>
                  <a:pt x="859" y="20419"/>
                </a:cubicBezTo>
                <a:cubicBezTo>
                  <a:pt x="1369" y="17288"/>
                  <a:pt x="2389" y="14739"/>
                  <a:pt x="3976" y="12686"/>
                </a:cubicBezTo>
                <a:cubicBezTo>
                  <a:pt x="5636" y="10632"/>
                  <a:pt x="7792" y="9103"/>
                  <a:pt x="10530" y="8025"/>
                </a:cubicBezTo>
                <a:lnTo>
                  <a:pt x="4034" y="6991"/>
                </a:lnTo>
                <a:lnTo>
                  <a:pt x="5170" y="0"/>
                </a:lnTo>
                <a:lnTo>
                  <a:pt x="42382" y="6088"/>
                </a:lnTo>
                <a:close/>
                <a:moveTo>
                  <a:pt x="42382" y="60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FF387-64AE-492C-B0C0-86D7E3D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725" y="1517286"/>
            <a:ext cx="46431" cy="41814"/>
          </a:xfrm>
          <a:custGeom xmlns:a="http://schemas.openxmlformats.org/drawingml/2006/main">
            <a:pathLst>
              <a:path w="46431" h="41814">
                <a:moveTo>
                  <a:pt x="24585" y="1020"/>
                </a:moveTo>
                <a:lnTo>
                  <a:pt x="27993" y="1588"/>
                </a:lnTo>
                <a:lnTo>
                  <a:pt x="22764" y="33673"/>
                </a:lnTo>
                <a:cubicBezTo>
                  <a:pt x="27600" y="34139"/>
                  <a:pt x="31517" y="33280"/>
                  <a:pt x="34416" y="31124"/>
                </a:cubicBezTo>
                <a:cubicBezTo>
                  <a:pt x="37387" y="28954"/>
                  <a:pt x="39207" y="25546"/>
                  <a:pt x="39994" y="20929"/>
                </a:cubicBezTo>
                <a:cubicBezTo>
                  <a:pt x="40402" y="18205"/>
                  <a:pt x="40504" y="15584"/>
                  <a:pt x="40285" y="12962"/>
                </a:cubicBezTo>
                <a:cubicBezTo>
                  <a:pt x="39994" y="10355"/>
                  <a:pt x="39426" y="7675"/>
                  <a:pt x="38523" y="5010"/>
                </a:cubicBezTo>
                <a:lnTo>
                  <a:pt x="45120" y="6030"/>
                </a:lnTo>
                <a:cubicBezTo>
                  <a:pt x="45747" y="8753"/>
                  <a:pt x="46140" y="11433"/>
                  <a:pt x="46315" y="14171"/>
                </a:cubicBezTo>
                <a:cubicBezTo>
                  <a:pt x="46431" y="16895"/>
                  <a:pt x="46257" y="19575"/>
                  <a:pt x="45805" y="22298"/>
                </a:cubicBezTo>
                <a:cubicBezTo>
                  <a:pt x="44713" y="29071"/>
                  <a:pt x="41873" y="34081"/>
                  <a:pt x="37329" y="37430"/>
                </a:cubicBezTo>
                <a:cubicBezTo>
                  <a:pt x="32712" y="40737"/>
                  <a:pt x="27032" y="41814"/>
                  <a:pt x="20317" y="40737"/>
                </a:cubicBezTo>
                <a:cubicBezTo>
                  <a:pt x="13370" y="39601"/>
                  <a:pt x="8200" y="36862"/>
                  <a:pt x="4719" y="32420"/>
                </a:cubicBezTo>
                <a:cubicBezTo>
                  <a:pt x="1253" y="27993"/>
                  <a:pt x="0" y="22589"/>
                  <a:pt x="1020" y="16210"/>
                </a:cubicBezTo>
                <a:cubicBezTo>
                  <a:pt x="1995" y="10530"/>
                  <a:pt x="4559" y="6306"/>
                  <a:pt x="8768" y="3583"/>
                </a:cubicBezTo>
                <a:cubicBezTo>
                  <a:pt x="12977" y="845"/>
                  <a:pt x="18264" y="0"/>
                  <a:pt x="24585" y="1020"/>
                </a:cubicBezTo>
                <a:close/>
                <a:moveTo>
                  <a:pt x="21395" y="7675"/>
                </a:moveTo>
                <a:cubicBezTo>
                  <a:pt x="17579" y="7107"/>
                  <a:pt x="14346" y="7675"/>
                  <a:pt x="11724" y="9379"/>
                </a:cubicBezTo>
                <a:cubicBezTo>
                  <a:pt x="9103" y="11098"/>
                  <a:pt x="7515" y="13705"/>
                  <a:pt x="6947" y="17128"/>
                </a:cubicBezTo>
                <a:cubicBezTo>
                  <a:pt x="6321" y="20987"/>
                  <a:pt x="6947" y="24293"/>
                  <a:pt x="8768" y="27017"/>
                </a:cubicBezTo>
                <a:cubicBezTo>
                  <a:pt x="10588" y="29697"/>
                  <a:pt x="13428" y="31576"/>
                  <a:pt x="17404" y="32537"/>
                </a:cubicBezTo>
                <a:lnTo>
                  <a:pt x="21395" y="7675"/>
                </a:lnTo>
                <a:close/>
                <a:moveTo>
                  <a:pt x="21395" y="76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C61B0-A073-4B97-A1B5-6EB8B8E3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614" y="1470170"/>
            <a:ext cx="48237" cy="40737"/>
          </a:xfrm>
          <a:custGeom xmlns:a="http://schemas.openxmlformats.org/drawingml/2006/main">
            <a:pathLst>
              <a:path w="48237" h="40737">
                <a:moveTo>
                  <a:pt x="22633" y="976"/>
                </a:moveTo>
                <a:lnTo>
                  <a:pt x="48237" y="5185"/>
                </a:lnTo>
                <a:lnTo>
                  <a:pt x="47101" y="12118"/>
                </a:lnTo>
                <a:lnTo>
                  <a:pt x="21730" y="7967"/>
                </a:lnTo>
                <a:cubicBezTo>
                  <a:pt x="17696" y="7340"/>
                  <a:pt x="14564" y="7632"/>
                  <a:pt x="12336" y="8884"/>
                </a:cubicBezTo>
                <a:cubicBezTo>
                  <a:pt x="10064" y="10137"/>
                  <a:pt x="8695" y="12292"/>
                  <a:pt x="8185" y="15424"/>
                </a:cubicBezTo>
                <a:cubicBezTo>
                  <a:pt x="7559" y="19240"/>
                  <a:pt x="8302" y="22371"/>
                  <a:pt x="10355" y="24920"/>
                </a:cubicBezTo>
                <a:cubicBezTo>
                  <a:pt x="12394" y="27483"/>
                  <a:pt x="15467" y="29129"/>
                  <a:pt x="19618" y="29813"/>
                </a:cubicBezTo>
                <a:lnTo>
                  <a:pt x="43635" y="33687"/>
                </a:lnTo>
                <a:lnTo>
                  <a:pt x="42499" y="40737"/>
                </a:lnTo>
                <a:lnTo>
                  <a:pt x="0" y="33804"/>
                </a:lnTo>
                <a:lnTo>
                  <a:pt x="1136" y="26798"/>
                </a:lnTo>
                <a:lnTo>
                  <a:pt x="7734" y="27891"/>
                </a:lnTo>
                <a:cubicBezTo>
                  <a:pt x="5462" y="25779"/>
                  <a:pt x="3860" y="23507"/>
                  <a:pt x="3015" y="21060"/>
                </a:cubicBezTo>
                <a:cubicBezTo>
                  <a:pt x="2097" y="18555"/>
                  <a:pt x="1879" y="15875"/>
                  <a:pt x="2389" y="12919"/>
                </a:cubicBezTo>
                <a:cubicBezTo>
                  <a:pt x="3190" y="8025"/>
                  <a:pt x="5287" y="4617"/>
                  <a:pt x="8695" y="2563"/>
                </a:cubicBezTo>
                <a:cubicBezTo>
                  <a:pt x="12118" y="583"/>
                  <a:pt x="16778" y="0"/>
                  <a:pt x="22633" y="976"/>
                </a:cubicBezTo>
                <a:close/>
                <a:moveTo>
                  <a:pt x="22633" y="9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9DCE5-A017-407F-82E5-396E754A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542" y="1424205"/>
            <a:ext cx="46140" cy="37897"/>
          </a:xfrm>
          <a:custGeom xmlns:a="http://schemas.openxmlformats.org/drawingml/2006/main">
            <a:pathLst>
              <a:path w="46140" h="37897">
                <a:moveTo>
                  <a:pt x="5753" y="0"/>
                </a:moveTo>
                <a:lnTo>
                  <a:pt x="12292" y="1078"/>
                </a:lnTo>
                <a:cubicBezTo>
                  <a:pt x="10865" y="2898"/>
                  <a:pt x="9729" y="4719"/>
                  <a:pt x="8826" y="6598"/>
                </a:cubicBezTo>
                <a:cubicBezTo>
                  <a:pt x="7967" y="8535"/>
                  <a:pt x="7399" y="10472"/>
                  <a:pt x="7049" y="12467"/>
                </a:cubicBezTo>
                <a:cubicBezTo>
                  <a:pt x="6321" y="17011"/>
                  <a:pt x="7166" y="20769"/>
                  <a:pt x="9671" y="23725"/>
                </a:cubicBezTo>
                <a:cubicBezTo>
                  <a:pt x="12118" y="26682"/>
                  <a:pt x="15933" y="28619"/>
                  <a:pt x="21104" y="29478"/>
                </a:cubicBezTo>
                <a:cubicBezTo>
                  <a:pt x="26289" y="30265"/>
                  <a:pt x="30498" y="29697"/>
                  <a:pt x="33789" y="27658"/>
                </a:cubicBezTo>
                <a:cubicBezTo>
                  <a:pt x="37037" y="25604"/>
                  <a:pt x="39091" y="22356"/>
                  <a:pt x="39819" y="17812"/>
                </a:cubicBezTo>
                <a:cubicBezTo>
                  <a:pt x="40110" y="15817"/>
                  <a:pt x="40169" y="13778"/>
                  <a:pt x="39994" y="11666"/>
                </a:cubicBezTo>
                <a:cubicBezTo>
                  <a:pt x="39775" y="9612"/>
                  <a:pt x="39251" y="7515"/>
                  <a:pt x="38465" y="5345"/>
                </a:cubicBezTo>
                <a:lnTo>
                  <a:pt x="44946" y="6379"/>
                </a:lnTo>
                <a:cubicBezTo>
                  <a:pt x="45514" y="8476"/>
                  <a:pt x="45863" y="10647"/>
                  <a:pt x="45965" y="12802"/>
                </a:cubicBezTo>
                <a:cubicBezTo>
                  <a:pt x="46140" y="14972"/>
                  <a:pt x="45965" y="17186"/>
                  <a:pt x="45630" y="19516"/>
                </a:cubicBezTo>
                <a:cubicBezTo>
                  <a:pt x="44552" y="25939"/>
                  <a:pt x="41698" y="30673"/>
                  <a:pt x="37096" y="33804"/>
                </a:cubicBezTo>
                <a:cubicBezTo>
                  <a:pt x="32493" y="36921"/>
                  <a:pt x="26740" y="37897"/>
                  <a:pt x="19910" y="36819"/>
                </a:cubicBezTo>
                <a:cubicBezTo>
                  <a:pt x="12977" y="35668"/>
                  <a:pt x="7850" y="32886"/>
                  <a:pt x="4500" y="28444"/>
                </a:cubicBezTo>
                <a:cubicBezTo>
                  <a:pt x="1136" y="24017"/>
                  <a:pt x="0" y="18439"/>
                  <a:pt x="1078" y="11841"/>
                </a:cubicBezTo>
                <a:cubicBezTo>
                  <a:pt x="1427" y="9671"/>
                  <a:pt x="1995" y="7632"/>
                  <a:pt x="2782" y="5636"/>
                </a:cubicBezTo>
                <a:cubicBezTo>
                  <a:pt x="3583" y="3699"/>
                  <a:pt x="4559" y="1821"/>
                  <a:pt x="5753" y="0"/>
                </a:cubicBezTo>
                <a:close/>
                <a:moveTo>
                  <a:pt x="575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13765-08A7-4B1D-84A3-EFE9543D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489" y="1377672"/>
            <a:ext cx="46358" cy="41814"/>
          </a:xfrm>
          <a:custGeom xmlns:a="http://schemas.openxmlformats.org/drawingml/2006/main">
            <a:pathLst>
              <a:path w="46358" h="41814">
                <a:moveTo>
                  <a:pt x="24512" y="1020"/>
                </a:moveTo>
                <a:lnTo>
                  <a:pt x="27935" y="1588"/>
                </a:lnTo>
                <a:lnTo>
                  <a:pt x="22691" y="33629"/>
                </a:lnTo>
                <a:cubicBezTo>
                  <a:pt x="27585" y="34139"/>
                  <a:pt x="31459" y="33280"/>
                  <a:pt x="34416" y="31066"/>
                </a:cubicBezTo>
                <a:cubicBezTo>
                  <a:pt x="37314" y="28896"/>
                  <a:pt x="39193" y="25488"/>
                  <a:pt x="39936" y="20871"/>
                </a:cubicBezTo>
                <a:cubicBezTo>
                  <a:pt x="40387" y="18205"/>
                  <a:pt x="40445" y="15526"/>
                  <a:pt x="40212" y="12919"/>
                </a:cubicBezTo>
                <a:cubicBezTo>
                  <a:pt x="39994" y="10297"/>
                  <a:pt x="39368" y="7675"/>
                  <a:pt x="38450" y="4952"/>
                </a:cubicBezTo>
                <a:lnTo>
                  <a:pt x="45048" y="6030"/>
                </a:lnTo>
                <a:cubicBezTo>
                  <a:pt x="45732" y="8710"/>
                  <a:pt x="46140" y="11433"/>
                  <a:pt x="46242" y="14113"/>
                </a:cubicBezTo>
                <a:cubicBezTo>
                  <a:pt x="46358" y="16836"/>
                  <a:pt x="46242" y="19575"/>
                  <a:pt x="45790" y="22240"/>
                </a:cubicBezTo>
                <a:cubicBezTo>
                  <a:pt x="44654" y="29012"/>
                  <a:pt x="41873" y="34081"/>
                  <a:pt x="37256" y="37372"/>
                </a:cubicBezTo>
                <a:cubicBezTo>
                  <a:pt x="32653" y="40678"/>
                  <a:pt x="27017" y="41814"/>
                  <a:pt x="20303" y="40737"/>
                </a:cubicBezTo>
                <a:cubicBezTo>
                  <a:pt x="13370" y="39601"/>
                  <a:pt x="8127" y="36804"/>
                  <a:pt x="4661" y="32420"/>
                </a:cubicBezTo>
                <a:cubicBezTo>
                  <a:pt x="1194" y="27993"/>
                  <a:pt x="0" y="22589"/>
                  <a:pt x="1020" y="16210"/>
                </a:cubicBezTo>
                <a:cubicBezTo>
                  <a:pt x="1922" y="10530"/>
                  <a:pt x="4486" y="6306"/>
                  <a:pt x="8753" y="3583"/>
                </a:cubicBezTo>
                <a:cubicBezTo>
                  <a:pt x="12962" y="859"/>
                  <a:pt x="18205" y="0"/>
                  <a:pt x="24512" y="1020"/>
                </a:cubicBezTo>
                <a:close/>
                <a:moveTo>
                  <a:pt x="21322" y="7675"/>
                </a:moveTo>
                <a:cubicBezTo>
                  <a:pt x="17521" y="7107"/>
                  <a:pt x="14331" y="7675"/>
                  <a:pt x="11710" y="9379"/>
                </a:cubicBezTo>
                <a:cubicBezTo>
                  <a:pt x="9103" y="11098"/>
                  <a:pt x="7501" y="13647"/>
                  <a:pt x="6933" y="17128"/>
                </a:cubicBezTo>
                <a:cubicBezTo>
                  <a:pt x="6306" y="20987"/>
                  <a:pt x="6874" y="24293"/>
                  <a:pt x="8695" y="26959"/>
                </a:cubicBezTo>
                <a:cubicBezTo>
                  <a:pt x="10515" y="29697"/>
                  <a:pt x="13428" y="31517"/>
                  <a:pt x="17346" y="32537"/>
                </a:cubicBezTo>
                <a:lnTo>
                  <a:pt x="21322" y="7675"/>
                </a:lnTo>
                <a:close/>
                <a:moveTo>
                  <a:pt x="21322" y="76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2DD3B-0F15-4A61-82BA-BBF09059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308" y="1326755"/>
            <a:ext cx="57806" cy="43912"/>
          </a:xfrm>
          <a:custGeom xmlns:a="http://schemas.openxmlformats.org/drawingml/2006/main">
            <a:pathLst>
              <a:path w="57806" h="43912">
                <a:moveTo>
                  <a:pt x="7515" y="28095"/>
                </a:moveTo>
                <a:lnTo>
                  <a:pt x="28794" y="31576"/>
                </a:lnTo>
                <a:lnTo>
                  <a:pt x="30381" y="21905"/>
                </a:lnTo>
                <a:cubicBezTo>
                  <a:pt x="30949" y="18380"/>
                  <a:pt x="30498" y="15467"/>
                  <a:pt x="28969" y="13195"/>
                </a:cubicBezTo>
                <a:cubicBezTo>
                  <a:pt x="27425" y="10982"/>
                  <a:pt x="24920" y="9554"/>
                  <a:pt x="21512" y="8986"/>
                </a:cubicBezTo>
                <a:cubicBezTo>
                  <a:pt x="18162" y="8476"/>
                  <a:pt x="15365" y="8986"/>
                  <a:pt x="13210" y="10632"/>
                </a:cubicBezTo>
                <a:cubicBezTo>
                  <a:pt x="11040" y="12292"/>
                  <a:pt x="9685" y="14899"/>
                  <a:pt x="9103" y="18482"/>
                </a:cubicBezTo>
                <a:lnTo>
                  <a:pt x="7515" y="28095"/>
                </a:lnTo>
                <a:close/>
                <a:moveTo>
                  <a:pt x="0" y="34707"/>
                </a:moveTo>
                <a:lnTo>
                  <a:pt x="2796" y="17404"/>
                </a:lnTo>
                <a:cubicBezTo>
                  <a:pt x="3816" y="11098"/>
                  <a:pt x="6044" y="6539"/>
                  <a:pt x="9452" y="3758"/>
                </a:cubicBezTo>
                <a:cubicBezTo>
                  <a:pt x="12860" y="961"/>
                  <a:pt x="17302" y="0"/>
                  <a:pt x="22881" y="903"/>
                </a:cubicBezTo>
                <a:cubicBezTo>
                  <a:pt x="28459" y="1821"/>
                  <a:pt x="32377" y="4151"/>
                  <a:pt x="34707" y="7850"/>
                </a:cubicBezTo>
                <a:cubicBezTo>
                  <a:pt x="37037" y="11550"/>
                  <a:pt x="37664" y="16603"/>
                  <a:pt x="36644" y="22924"/>
                </a:cubicBezTo>
                <a:lnTo>
                  <a:pt x="35115" y="32595"/>
                </a:lnTo>
                <a:lnTo>
                  <a:pt x="57806" y="36294"/>
                </a:lnTo>
                <a:lnTo>
                  <a:pt x="56612" y="43912"/>
                </a:lnTo>
                <a:lnTo>
                  <a:pt x="0" y="34707"/>
                </a:lnTo>
                <a:close/>
                <a:moveTo>
                  <a:pt x="0" y="347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C4E40-5892-4C66-BF98-39079027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93" y="1307573"/>
            <a:ext cx="60136" cy="16618"/>
          </a:xfrm>
          <a:custGeom xmlns:a="http://schemas.openxmlformats.org/drawingml/2006/main">
            <a:pathLst>
              <a:path w="60136" h="16618">
                <a:moveTo>
                  <a:pt x="0" y="7005"/>
                </a:moveTo>
                <a:lnTo>
                  <a:pt x="1136" y="0"/>
                </a:lnTo>
                <a:lnTo>
                  <a:pt x="60136" y="9627"/>
                </a:lnTo>
                <a:lnTo>
                  <a:pt x="59000" y="16618"/>
                </a:lnTo>
                <a:lnTo>
                  <a:pt x="0" y="7005"/>
                </a:lnTo>
                <a:close/>
                <a:moveTo>
                  <a:pt x="0" y="70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CB3ED-9E09-441D-B6A1-1AB3585A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422" y="1264404"/>
            <a:ext cx="46941" cy="39528"/>
          </a:xfrm>
          <a:custGeom xmlns:a="http://schemas.openxmlformats.org/drawingml/2006/main">
            <a:pathLst>
              <a:path w="46941" h="39528">
                <a:moveTo>
                  <a:pt x="23390" y="15409"/>
                </a:moveTo>
                <a:cubicBezTo>
                  <a:pt x="22429" y="21046"/>
                  <a:pt x="22473" y="25080"/>
                  <a:pt x="23390" y="27468"/>
                </a:cubicBezTo>
                <a:cubicBezTo>
                  <a:pt x="24293" y="29857"/>
                  <a:pt x="26347" y="31284"/>
                  <a:pt x="29478" y="31794"/>
                </a:cubicBezTo>
                <a:cubicBezTo>
                  <a:pt x="31925" y="32187"/>
                  <a:pt x="34022" y="31678"/>
                  <a:pt x="35741" y="30323"/>
                </a:cubicBezTo>
                <a:cubicBezTo>
                  <a:pt x="37445" y="28896"/>
                  <a:pt x="38523" y="26784"/>
                  <a:pt x="38974" y="24002"/>
                </a:cubicBezTo>
                <a:cubicBezTo>
                  <a:pt x="39601" y="20128"/>
                  <a:pt x="38756" y="16836"/>
                  <a:pt x="36411" y="14040"/>
                </a:cubicBezTo>
                <a:cubicBezTo>
                  <a:pt x="34022" y="11258"/>
                  <a:pt x="30614" y="9496"/>
                  <a:pt x="26070" y="8753"/>
                </a:cubicBezTo>
                <a:lnTo>
                  <a:pt x="24468" y="8476"/>
                </a:lnTo>
                <a:lnTo>
                  <a:pt x="23390" y="15409"/>
                </a:lnTo>
                <a:close/>
                <a:moveTo>
                  <a:pt x="22764" y="1078"/>
                </a:moveTo>
                <a:lnTo>
                  <a:pt x="46941" y="4996"/>
                </a:lnTo>
                <a:lnTo>
                  <a:pt x="45805" y="11943"/>
                </a:lnTo>
                <a:lnTo>
                  <a:pt x="39382" y="10923"/>
                </a:lnTo>
                <a:cubicBezTo>
                  <a:pt x="41712" y="12904"/>
                  <a:pt x="43300" y="15234"/>
                  <a:pt x="44101" y="17798"/>
                </a:cubicBezTo>
                <a:cubicBezTo>
                  <a:pt x="44946" y="20361"/>
                  <a:pt x="45120" y="23376"/>
                  <a:pt x="44552" y="26842"/>
                </a:cubicBezTo>
                <a:cubicBezTo>
                  <a:pt x="43810" y="31168"/>
                  <a:pt x="42047" y="34416"/>
                  <a:pt x="39207" y="36571"/>
                </a:cubicBezTo>
                <a:cubicBezTo>
                  <a:pt x="36309" y="38741"/>
                  <a:pt x="32828" y="39528"/>
                  <a:pt x="28736" y="38858"/>
                </a:cubicBezTo>
                <a:cubicBezTo>
                  <a:pt x="24017" y="38057"/>
                  <a:pt x="20652" y="35887"/>
                  <a:pt x="18730" y="32304"/>
                </a:cubicBezTo>
                <a:cubicBezTo>
                  <a:pt x="16851" y="28721"/>
                  <a:pt x="16385" y="23711"/>
                  <a:pt x="17419" y="17404"/>
                </a:cubicBezTo>
                <a:lnTo>
                  <a:pt x="19007" y="7617"/>
                </a:lnTo>
                <a:lnTo>
                  <a:pt x="18322" y="7501"/>
                </a:lnTo>
                <a:cubicBezTo>
                  <a:pt x="15147" y="6991"/>
                  <a:pt x="12467" y="7617"/>
                  <a:pt x="10355" y="9438"/>
                </a:cubicBezTo>
                <a:cubicBezTo>
                  <a:pt x="8258" y="11258"/>
                  <a:pt x="6947" y="14098"/>
                  <a:pt x="6321" y="17914"/>
                </a:cubicBezTo>
                <a:cubicBezTo>
                  <a:pt x="5928" y="20361"/>
                  <a:pt x="5811" y="22750"/>
                  <a:pt x="6030" y="25138"/>
                </a:cubicBezTo>
                <a:cubicBezTo>
                  <a:pt x="6204" y="27527"/>
                  <a:pt x="6714" y="29915"/>
                  <a:pt x="7573" y="32187"/>
                </a:cubicBezTo>
                <a:lnTo>
                  <a:pt x="1092" y="31168"/>
                </a:lnTo>
                <a:cubicBezTo>
                  <a:pt x="524" y="28444"/>
                  <a:pt x="175" y="25823"/>
                  <a:pt x="117" y="23376"/>
                </a:cubicBezTo>
                <a:cubicBezTo>
                  <a:pt x="0" y="20871"/>
                  <a:pt x="117" y="18482"/>
                  <a:pt x="524" y="16210"/>
                </a:cubicBezTo>
                <a:cubicBezTo>
                  <a:pt x="1486" y="10064"/>
                  <a:pt x="3874" y="5738"/>
                  <a:pt x="7515" y="3233"/>
                </a:cubicBezTo>
                <a:cubicBezTo>
                  <a:pt x="11215" y="728"/>
                  <a:pt x="16283" y="0"/>
                  <a:pt x="22764" y="1078"/>
                </a:cubicBezTo>
                <a:close/>
                <a:moveTo>
                  <a:pt x="22764" y="10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CB725-E590-4782-819D-1903DC1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194" y="1226843"/>
            <a:ext cx="57981" cy="27366"/>
          </a:xfrm>
          <a:custGeom xmlns:a="http://schemas.openxmlformats.org/drawingml/2006/main">
            <a:pathLst>
              <a:path w="57981" h="27366">
                <a:moveTo>
                  <a:pt x="1136" y="12409"/>
                </a:moveTo>
                <a:lnTo>
                  <a:pt x="13195" y="14404"/>
                </a:lnTo>
                <a:lnTo>
                  <a:pt x="15526" y="0"/>
                </a:lnTo>
                <a:lnTo>
                  <a:pt x="20944" y="918"/>
                </a:lnTo>
                <a:lnTo>
                  <a:pt x="18599" y="15249"/>
                </a:lnTo>
                <a:lnTo>
                  <a:pt x="41640" y="19007"/>
                </a:lnTo>
                <a:cubicBezTo>
                  <a:pt x="45120" y="19575"/>
                  <a:pt x="47451" y="19458"/>
                  <a:pt x="48587" y="18672"/>
                </a:cubicBezTo>
                <a:cubicBezTo>
                  <a:pt x="49723" y="17929"/>
                  <a:pt x="50524" y="16050"/>
                  <a:pt x="50975" y="13152"/>
                </a:cubicBezTo>
                <a:lnTo>
                  <a:pt x="52170" y="5986"/>
                </a:lnTo>
                <a:lnTo>
                  <a:pt x="57981" y="6947"/>
                </a:lnTo>
                <a:lnTo>
                  <a:pt x="56830" y="14113"/>
                </a:lnTo>
                <a:cubicBezTo>
                  <a:pt x="55927" y="19458"/>
                  <a:pt x="54340" y="23041"/>
                  <a:pt x="51995" y="24759"/>
                </a:cubicBezTo>
                <a:cubicBezTo>
                  <a:pt x="49665" y="26463"/>
                  <a:pt x="45863" y="26915"/>
                  <a:pt x="40504" y="26012"/>
                </a:cubicBezTo>
                <a:lnTo>
                  <a:pt x="17463" y="22313"/>
                </a:lnTo>
                <a:lnTo>
                  <a:pt x="16676" y="27366"/>
                </a:lnTo>
                <a:lnTo>
                  <a:pt x="11215" y="26522"/>
                </a:lnTo>
                <a:lnTo>
                  <a:pt x="12059" y="21395"/>
                </a:lnTo>
                <a:lnTo>
                  <a:pt x="0" y="19458"/>
                </a:lnTo>
                <a:lnTo>
                  <a:pt x="1136" y="12409"/>
                </a:lnTo>
                <a:close/>
                <a:moveTo>
                  <a:pt x="1136" y="1240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52F30-461C-453D-A4EA-CBD1B72F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364" y="1193505"/>
            <a:ext cx="58651" cy="30614"/>
          </a:xfrm>
          <a:custGeom xmlns:a="http://schemas.openxmlformats.org/drawingml/2006/main">
            <a:pathLst>
              <a:path w="58651" h="30614">
                <a:moveTo>
                  <a:pt x="1806" y="0"/>
                </a:moveTo>
                <a:lnTo>
                  <a:pt x="7617" y="976"/>
                </a:lnTo>
                <a:lnTo>
                  <a:pt x="6539" y="7632"/>
                </a:lnTo>
                <a:cubicBezTo>
                  <a:pt x="6132" y="10137"/>
                  <a:pt x="6365" y="11957"/>
                  <a:pt x="7224" y="13093"/>
                </a:cubicBezTo>
                <a:cubicBezTo>
                  <a:pt x="8069" y="14229"/>
                  <a:pt x="9831" y="15030"/>
                  <a:pt x="12453" y="15424"/>
                </a:cubicBezTo>
                <a:lnTo>
                  <a:pt x="16210" y="16050"/>
                </a:lnTo>
                <a:lnTo>
                  <a:pt x="18031" y="4559"/>
                </a:lnTo>
                <a:lnTo>
                  <a:pt x="23492" y="5403"/>
                </a:lnTo>
                <a:lnTo>
                  <a:pt x="21614" y="16909"/>
                </a:lnTo>
                <a:lnTo>
                  <a:pt x="58651" y="22939"/>
                </a:lnTo>
                <a:lnTo>
                  <a:pt x="57515" y="29930"/>
                </a:lnTo>
                <a:lnTo>
                  <a:pt x="20478" y="23958"/>
                </a:lnTo>
                <a:lnTo>
                  <a:pt x="19400" y="30614"/>
                </a:lnTo>
                <a:lnTo>
                  <a:pt x="13938" y="29697"/>
                </a:lnTo>
                <a:lnTo>
                  <a:pt x="15074" y="23041"/>
                </a:lnTo>
                <a:lnTo>
                  <a:pt x="12118" y="22589"/>
                </a:lnTo>
                <a:cubicBezTo>
                  <a:pt x="7384" y="21788"/>
                  <a:pt x="4093" y="20143"/>
                  <a:pt x="2330" y="17579"/>
                </a:cubicBezTo>
                <a:cubicBezTo>
                  <a:pt x="510" y="15030"/>
                  <a:pt x="0" y="11389"/>
                  <a:pt x="728" y="6612"/>
                </a:cubicBezTo>
                <a:lnTo>
                  <a:pt x="1806" y="0"/>
                </a:lnTo>
                <a:close/>
                <a:moveTo>
                  <a:pt x="180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98CCC-BAE0-454C-87EE-C48CD452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332" y="1156759"/>
            <a:ext cx="46533" cy="41246"/>
          </a:xfrm>
          <a:custGeom xmlns:a="http://schemas.openxmlformats.org/drawingml/2006/main">
            <a:pathLst>
              <a:path w="46533" h="41246">
                <a:moveTo>
                  <a:pt x="6874" y="17972"/>
                </a:moveTo>
                <a:cubicBezTo>
                  <a:pt x="6306" y="21672"/>
                  <a:pt x="7282" y="24861"/>
                  <a:pt x="9831" y="27541"/>
                </a:cubicBezTo>
                <a:cubicBezTo>
                  <a:pt x="12394" y="30207"/>
                  <a:pt x="16210" y="31911"/>
                  <a:pt x="21322" y="32770"/>
                </a:cubicBezTo>
                <a:cubicBezTo>
                  <a:pt x="26391" y="33571"/>
                  <a:pt x="30542" y="33163"/>
                  <a:pt x="33848" y="31459"/>
                </a:cubicBezTo>
                <a:cubicBezTo>
                  <a:pt x="37081" y="29755"/>
                  <a:pt x="39018" y="27017"/>
                  <a:pt x="39644" y="23274"/>
                </a:cubicBezTo>
                <a:cubicBezTo>
                  <a:pt x="40271" y="19575"/>
                  <a:pt x="39251" y="16385"/>
                  <a:pt x="36688" y="13763"/>
                </a:cubicBezTo>
                <a:cubicBezTo>
                  <a:pt x="34124" y="11098"/>
                  <a:pt x="30323" y="9336"/>
                  <a:pt x="25255" y="8535"/>
                </a:cubicBezTo>
                <a:cubicBezTo>
                  <a:pt x="20186" y="7734"/>
                  <a:pt x="16035" y="8141"/>
                  <a:pt x="12744" y="9846"/>
                </a:cubicBezTo>
                <a:cubicBezTo>
                  <a:pt x="9438" y="11550"/>
                  <a:pt x="7501" y="14229"/>
                  <a:pt x="6874" y="17972"/>
                </a:cubicBezTo>
                <a:close/>
                <a:moveTo>
                  <a:pt x="1020" y="17011"/>
                </a:moveTo>
                <a:cubicBezTo>
                  <a:pt x="1981" y="10923"/>
                  <a:pt x="4719" y="6481"/>
                  <a:pt x="9263" y="3699"/>
                </a:cubicBezTo>
                <a:cubicBezTo>
                  <a:pt x="13763" y="859"/>
                  <a:pt x="19458" y="0"/>
                  <a:pt x="26449" y="1136"/>
                </a:cubicBezTo>
                <a:cubicBezTo>
                  <a:pt x="33396" y="2272"/>
                  <a:pt x="38567" y="4894"/>
                  <a:pt x="41975" y="8986"/>
                </a:cubicBezTo>
                <a:cubicBezTo>
                  <a:pt x="45339" y="13079"/>
                  <a:pt x="46533" y="18205"/>
                  <a:pt x="45572" y="24235"/>
                </a:cubicBezTo>
                <a:cubicBezTo>
                  <a:pt x="44596" y="30323"/>
                  <a:pt x="41814" y="34765"/>
                  <a:pt x="37314" y="37605"/>
                </a:cubicBezTo>
                <a:cubicBezTo>
                  <a:pt x="32770" y="40387"/>
                  <a:pt x="27075" y="41246"/>
                  <a:pt x="20128" y="40110"/>
                </a:cubicBezTo>
                <a:cubicBezTo>
                  <a:pt x="13137" y="38974"/>
                  <a:pt x="7952" y="36353"/>
                  <a:pt x="4602" y="32260"/>
                </a:cubicBezTo>
                <a:cubicBezTo>
                  <a:pt x="1194" y="28168"/>
                  <a:pt x="0" y="23099"/>
                  <a:pt x="1020" y="17011"/>
                </a:cubicBezTo>
                <a:close/>
                <a:moveTo>
                  <a:pt x="1020" y="170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38311-EB99-49BA-A864-E28C502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381" y="1118178"/>
            <a:ext cx="43577" cy="31867"/>
          </a:xfrm>
          <a:custGeom xmlns:a="http://schemas.openxmlformats.org/drawingml/2006/main">
            <a:pathLst>
              <a:path w="43577" h="31867">
                <a:moveTo>
                  <a:pt x="10530" y="1151"/>
                </a:moveTo>
                <a:cubicBezTo>
                  <a:pt x="9962" y="1879"/>
                  <a:pt x="9496" y="2680"/>
                  <a:pt x="9103" y="3539"/>
                </a:cubicBezTo>
                <a:cubicBezTo>
                  <a:pt x="8768" y="4442"/>
                  <a:pt x="8476" y="5418"/>
                  <a:pt x="8302" y="6554"/>
                </a:cubicBezTo>
                <a:cubicBezTo>
                  <a:pt x="7675" y="10472"/>
                  <a:pt x="8418" y="13720"/>
                  <a:pt x="10632" y="16283"/>
                </a:cubicBezTo>
                <a:cubicBezTo>
                  <a:pt x="12919" y="18788"/>
                  <a:pt x="16385" y="20434"/>
                  <a:pt x="21220" y="21235"/>
                </a:cubicBezTo>
                <a:lnTo>
                  <a:pt x="43577" y="24876"/>
                </a:lnTo>
                <a:lnTo>
                  <a:pt x="42441" y="31867"/>
                </a:lnTo>
                <a:lnTo>
                  <a:pt x="0" y="24978"/>
                </a:lnTo>
                <a:lnTo>
                  <a:pt x="1136" y="17929"/>
                </a:lnTo>
                <a:lnTo>
                  <a:pt x="7734" y="19007"/>
                </a:lnTo>
                <a:cubicBezTo>
                  <a:pt x="5345" y="17128"/>
                  <a:pt x="3758" y="14914"/>
                  <a:pt x="2898" y="12351"/>
                </a:cubicBezTo>
                <a:cubicBezTo>
                  <a:pt x="2054" y="9787"/>
                  <a:pt x="1879" y="6831"/>
                  <a:pt x="2447" y="3481"/>
                </a:cubicBezTo>
                <a:cubicBezTo>
                  <a:pt x="2505" y="3029"/>
                  <a:pt x="2622" y="2505"/>
                  <a:pt x="2782" y="1879"/>
                </a:cubicBezTo>
                <a:cubicBezTo>
                  <a:pt x="2957" y="1311"/>
                  <a:pt x="3131" y="685"/>
                  <a:pt x="3350" y="0"/>
                </a:cubicBezTo>
                <a:lnTo>
                  <a:pt x="10530" y="1151"/>
                </a:lnTo>
                <a:close/>
                <a:moveTo>
                  <a:pt x="10530" y="115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295F5-B014-4C0B-9958-E021EC74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333" y="1052420"/>
            <a:ext cx="52505" cy="67069"/>
          </a:xfrm>
          <a:custGeom xmlns:a="http://schemas.openxmlformats.org/drawingml/2006/main">
            <a:pathLst>
              <a:path w="52505" h="67069">
                <a:moveTo>
                  <a:pt x="13589" y="28153"/>
                </a:moveTo>
                <a:cubicBezTo>
                  <a:pt x="10690" y="25939"/>
                  <a:pt x="8753" y="23434"/>
                  <a:pt x="7617" y="20769"/>
                </a:cubicBezTo>
                <a:cubicBezTo>
                  <a:pt x="6539" y="18089"/>
                  <a:pt x="6248" y="15132"/>
                  <a:pt x="6831" y="11826"/>
                </a:cubicBezTo>
                <a:cubicBezTo>
                  <a:pt x="7501" y="7457"/>
                  <a:pt x="9612" y="4267"/>
                  <a:pt x="13137" y="2389"/>
                </a:cubicBezTo>
                <a:cubicBezTo>
                  <a:pt x="16603" y="451"/>
                  <a:pt x="21220" y="0"/>
                  <a:pt x="26900" y="903"/>
                </a:cubicBezTo>
                <a:lnTo>
                  <a:pt x="52505" y="5112"/>
                </a:lnTo>
                <a:lnTo>
                  <a:pt x="51369" y="12118"/>
                </a:lnTo>
                <a:lnTo>
                  <a:pt x="25997" y="7967"/>
                </a:lnTo>
                <a:cubicBezTo>
                  <a:pt x="21905" y="7282"/>
                  <a:pt x="18774" y="7559"/>
                  <a:pt x="16603" y="8651"/>
                </a:cubicBezTo>
                <a:cubicBezTo>
                  <a:pt x="14390" y="9787"/>
                  <a:pt x="13021" y="11826"/>
                  <a:pt x="12569" y="14783"/>
                </a:cubicBezTo>
                <a:cubicBezTo>
                  <a:pt x="11943" y="18380"/>
                  <a:pt x="12686" y="21453"/>
                  <a:pt x="14783" y="23944"/>
                </a:cubicBezTo>
                <a:cubicBezTo>
                  <a:pt x="16836" y="26391"/>
                  <a:pt x="19910" y="27993"/>
                  <a:pt x="24060" y="28677"/>
                </a:cubicBezTo>
                <a:lnTo>
                  <a:pt x="48077" y="32595"/>
                </a:lnTo>
                <a:lnTo>
                  <a:pt x="46926" y="39601"/>
                </a:lnTo>
                <a:lnTo>
                  <a:pt x="21497" y="35435"/>
                </a:lnTo>
                <a:cubicBezTo>
                  <a:pt x="17404" y="34823"/>
                  <a:pt x="14273" y="35042"/>
                  <a:pt x="12118" y="36120"/>
                </a:cubicBezTo>
                <a:cubicBezTo>
                  <a:pt x="9889" y="37256"/>
                  <a:pt x="8593" y="39309"/>
                  <a:pt x="8083" y="42324"/>
                </a:cubicBezTo>
                <a:cubicBezTo>
                  <a:pt x="7501" y="45907"/>
                  <a:pt x="8243" y="48922"/>
                  <a:pt x="10297" y="51427"/>
                </a:cubicBezTo>
                <a:cubicBezTo>
                  <a:pt x="12394" y="53932"/>
                  <a:pt x="15467" y="55461"/>
                  <a:pt x="19575" y="56146"/>
                </a:cubicBezTo>
                <a:lnTo>
                  <a:pt x="43577" y="60078"/>
                </a:lnTo>
                <a:lnTo>
                  <a:pt x="42441" y="67069"/>
                </a:lnTo>
                <a:lnTo>
                  <a:pt x="0" y="60195"/>
                </a:lnTo>
                <a:lnTo>
                  <a:pt x="1136" y="53131"/>
                </a:lnTo>
                <a:lnTo>
                  <a:pt x="7734" y="54223"/>
                </a:lnTo>
                <a:cubicBezTo>
                  <a:pt x="5403" y="52228"/>
                  <a:pt x="3758" y="50000"/>
                  <a:pt x="2898" y="47553"/>
                </a:cubicBezTo>
                <a:cubicBezTo>
                  <a:pt x="2039" y="45120"/>
                  <a:pt x="1821" y="42382"/>
                  <a:pt x="2330" y="39368"/>
                </a:cubicBezTo>
                <a:cubicBezTo>
                  <a:pt x="2840" y="36236"/>
                  <a:pt x="4034" y="33731"/>
                  <a:pt x="5971" y="31852"/>
                </a:cubicBezTo>
                <a:cubicBezTo>
                  <a:pt x="7908" y="29930"/>
                  <a:pt x="10414" y="28736"/>
                  <a:pt x="13589" y="28153"/>
                </a:cubicBezTo>
                <a:close/>
                <a:moveTo>
                  <a:pt x="13589" y="2815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D268E-5340-4827-A7E0-66BB865E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672" y="1033078"/>
            <a:ext cx="10923" cy="9554"/>
          </a:xfrm>
          <a:custGeom xmlns:a="http://schemas.openxmlformats.org/drawingml/2006/main">
            <a:pathLst>
              <a:path w="10923" h="9554">
                <a:moveTo>
                  <a:pt x="0" y="7967"/>
                </a:moveTo>
                <a:lnTo>
                  <a:pt x="1311" y="0"/>
                </a:lnTo>
                <a:lnTo>
                  <a:pt x="10923" y="1529"/>
                </a:lnTo>
                <a:lnTo>
                  <a:pt x="9612" y="9554"/>
                </a:lnTo>
                <a:lnTo>
                  <a:pt x="0" y="7967"/>
                </a:lnTo>
                <a:close/>
                <a:moveTo>
                  <a:pt x="0" y="79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6587B-C1A2-43D4-984F-2EE020ED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605" y="973626"/>
            <a:ext cx="62525" cy="45004"/>
          </a:xfrm>
          <a:custGeom xmlns:a="http://schemas.openxmlformats.org/drawingml/2006/main">
            <a:pathLst>
              <a:path w="62525" h="45004">
                <a:moveTo>
                  <a:pt x="0" y="35785"/>
                </a:moveTo>
                <a:lnTo>
                  <a:pt x="5811" y="0"/>
                </a:lnTo>
                <a:lnTo>
                  <a:pt x="12292" y="1078"/>
                </a:lnTo>
                <a:lnTo>
                  <a:pt x="7675" y="29187"/>
                </a:lnTo>
                <a:lnTo>
                  <a:pt x="24468" y="31911"/>
                </a:lnTo>
                <a:lnTo>
                  <a:pt x="28852" y="4952"/>
                </a:lnTo>
                <a:lnTo>
                  <a:pt x="35275" y="6030"/>
                </a:lnTo>
                <a:lnTo>
                  <a:pt x="30891" y="32930"/>
                </a:lnTo>
                <a:lnTo>
                  <a:pt x="51369" y="36294"/>
                </a:lnTo>
                <a:lnTo>
                  <a:pt x="56102" y="7501"/>
                </a:lnTo>
                <a:lnTo>
                  <a:pt x="62525" y="8535"/>
                </a:lnTo>
                <a:lnTo>
                  <a:pt x="56612" y="45004"/>
                </a:lnTo>
                <a:lnTo>
                  <a:pt x="0" y="35785"/>
                </a:lnTo>
                <a:close/>
                <a:moveTo>
                  <a:pt x="0" y="357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B8A0D-B872-43DA-BDE4-E78A3784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572" y="925491"/>
            <a:ext cx="63777" cy="44086"/>
          </a:xfrm>
          <a:custGeom xmlns:a="http://schemas.openxmlformats.org/drawingml/2006/main">
            <a:pathLst>
              <a:path w="63777" h="44086">
                <a:moveTo>
                  <a:pt x="34416" y="12919"/>
                </a:moveTo>
                <a:cubicBezTo>
                  <a:pt x="35275" y="11375"/>
                  <a:pt x="36688" y="9962"/>
                  <a:pt x="38800" y="8710"/>
                </a:cubicBezTo>
                <a:cubicBezTo>
                  <a:pt x="40853" y="7457"/>
                  <a:pt x="43635" y="6321"/>
                  <a:pt x="47043" y="5229"/>
                </a:cubicBezTo>
                <a:lnTo>
                  <a:pt x="63777" y="0"/>
                </a:lnTo>
                <a:lnTo>
                  <a:pt x="62467" y="8243"/>
                </a:lnTo>
                <a:lnTo>
                  <a:pt x="46766" y="13079"/>
                </a:lnTo>
                <a:cubicBezTo>
                  <a:pt x="42674" y="14331"/>
                  <a:pt x="39819" y="15759"/>
                  <a:pt x="38290" y="17302"/>
                </a:cubicBezTo>
                <a:cubicBezTo>
                  <a:pt x="36804" y="18890"/>
                  <a:pt x="35785" y="21162"/>
                  <a:pt x="35275" y="24177"/>
                </a:cubicBezTo>
                <a:lnTo>
                  <a:pt x="33906" y="32537"/>
                </a:lnTo>
                <a:lnTo>
                  <a:pt x="57864" y="36411"/>
                </a:lnTo>
                <a:lnTo>
                  <a:pt x="56612" y="44086"/>
                </a:lnTo>
                <a:lnTo>
                  <a:pt x="0" y="34882"/>
                </a:lnTo>
                <a:lnTo>
                  <a:pt x="2840" y="17579"/>
                </a:lnTo>
                <a:cubicBezTo>
                  <a:pt x="3874" y="11156"/>
                  <a:pt x="6030" y="6539"/>
                  <a:pt x="9219" y="3758"/>
                </a:cubicBezTo>
                <a:cubicBezTo>
                  <a:pt x="12453" y="1020"/>
                  <a:pt x="16778" y="117"/>
                  <a:pt x="22240" y="961"/>
                </a:cubicBezTo>
                <a:cubicBezTo>
                  <a:pt x="25823" y="1588"/>
                  <a:pt x="28677" y="2898"/>
                  <a:pt x="30716" y="4894"/>
                </a:cubicBezTo>
                <a:cubicBezTo>
                  <a:pt x="32828" y="6947"/>
                  <a:pt x="34022" y="9612"/>
                  <a:pt x="34416" y="12919"/>
                </a:cubicBezTo>
                <a:close/>
                <a:moveTo>
                  <a:pt x="7559" y="28269"/>
                </a:moveTo>
                <a:lnTo>
                  <a:pt x="27643" y="31517"/>
                </a:lnTo>
                <a:lnTo>
                  <a:pt x="29187" y="21905"/>
                </a:lnTo>
                <a:cubicBezTo>
                  <a:pt x="29813" y="18205"/>
                  <a:pt x="29406" y="15307"/>
                  <a:pt x="27993" y="13137"/>
                </a:cubicBezTo>
                <a:cubicBezTo>
                  <a:pt x="26624" y="10982"/>
                  <a:pt x="24235" y="9612"/>
                  <a:pt x="20929" y="9044"/>
                </a:cubicBezTo>
                <a:cubicBezTo>
                  <a:pt x="17637" y="8535"/>
                  <a:pt x="14958" y="9044"/>
                  <a:pt x="13021" y="10690"/>
                </a:cubicBezTo>
                <a:cubicBezTo>
                  <a:pt x="11040" y="12292"/>
                  <a:pt x="9729" y="14899"/>
                  <a:pt x="9103" y="18599"/>
                </a:cubicBezTo>
                <a:lnTo>
                  <a:pt x="7559" y="28269"/>
                </a:lnTo>
                <a:close/>
                <a:moveTo>
                  <a:pt x="7559" y="282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DFC41-0C3C-4F08-9813-23DAFD9C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339" y="854664"/>
            <a:ext cx="65015" cy="60981"/>
          </a:xfrm>
          <a:custGeom xmlns:a="http://schemas.openxmlformats.org/drawingml/2006/main">
            <a:pathLst>
              <a:path w="65015" h="60981">
                <a:moveTo>
                  <a:pt x="0" y="51762"/>
                </a:moveTo>
                <a:lnTo>
                  <a:pt x="1864" y="40329"/>
                </a:lnTo>
                <a:lnTo>
                  <a:pt x="42717" y="32202"/>
                </a:lnTo>
                <a:lnTo>
                  <a:pt x="6598" y="11433"/>
                </a:lnTo>
                <a:lnTo>
                  <a:pt x="8476" y="0"/>
                </a:lnTo>
                <a:lnTo>
                  <a:pt x="65015" y="9219"/>
                </a:lnTo>
                <a:lnTo>
                  <a:pt x="63821" y="16662"/>
                </a:lnTo>
                <a:lnTo>
                  <a:pt x="14157" y="8593"/>
                </a:lnTo>
                <a:lnTo>
                  <a:pt x="50568" y="29464"/>
                </a:lnTo>
                <a:lnTo>
                  <a:pt x="49315" y="37197"/>
                </a:lnTo>
                <a:lnTo>
                  <a:pt x="8127" y="45455"/>
                </a:lnTo>
                <a:lnTo>
                  <a:pt x="57850" y="53539"/>
                </a:lnTo>
                <a:lnTo>
                  <a:pt x="56597" y="60981"/>
                </a:lnTo>
                <a:lnTo>
                  <a:pt x="0" y="51762"/>
                </a:lnTo>
                <a:close/>
                <a:moveTo>
                  <a:pt x="0" y="5176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4D4D2-7F88-497D-9788-4C907335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263" y="812384"/>
            <a:ext cx="62350" cy="36309"/>
          </a:xfrm>
          <a:custGeom xmlns:a="http://schemas.openxmlformats.org/drawingml/2006/main">
            <a:pathLst>
              <a:path w="62350" h="36309">
                <a:moveTo>
                  <a:pt x="0" y="27090"/>
                </a:moveTo>
                <a:lnTo>
                  <a:pt x="1238" y="19400"/>
                </a:lnTo>
                <a:lnTo>
                  <a:pt x="51427" y="27600"/>
                </a:lnTo>
                <a:lnTo>
                  <a:pt x="55854" y="0"/>
                </a:lnTo>
                <a:lnTo>
                  <a:pt x="62350" y="1092"/>
                </a:lnTo>
                <a:lnTo>
                  <a:pt x="56597" y="36309"/>
                </a:lnTo>
                <a:lnTo>
                  <a:pt x="0" y="27090"/>
                </a:lnTo>
                <a:close/>
                <a:moveTo>
                  <a:pt x="0" y="270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C5474-D0C8-487F-8EC2-6212EA0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312" y="761350"/>
            <a:ext cx="63777" cy="44101"/>
          </a:xfrm>
          <a:custGeom xmlns:a="http://schemas.openxmlformats.org/drawingml/2006/main">
            <a:pathLst>
              <a:path w="63777" h="44101">
                <a:moveTo>
                  <a:pt x="34416" y="12919"/>
                </a:moveTo>
                <a:cubicBezTo>
                  <a:pt x="35217" y="11389"/>
                  <a:pt x="36688" y="9962"/>
                  <a:pt x="38741" y="8710"/>
                </a:cubicBezTo>
                <a:cubicBezTo>
                  <a:pt x="40853" y="7457"/>
                  <a:pt x="43577" y="6263"/>
                  <a:pt x="47043" y="5243"/>
                </a:cubicBezTo>
                <a:lnTo>
                  <a:pt x="63777" y="0"/>
                </a:lnTo>
                <a:lnTo>
                  <a:pt x="62408" y="8200"/>
                </a:lnTo>
                <a:lnTo>
                  <a:pt x="46708" y="13093"/>
                </a:lnTo>
                <a:cubicBezTo>
                  <a:pt x="42615" y="14346"/>
                  <a:pt x="39819" y="15773"/>
                  <a:pt x="38290" y="17302"/>
                </a:cubicBezTo>
                <a:cubicBezTo>
                  <a:pt x="36746" y="18832"/>
                  <a:pt x="35785" y="21177"/>
                  <a:pt x="35275" y="24191"/>
                </a:cubicBezTo>
                <a:lnTo>
                  <a:pt x="33906" y="32551"/>
                </a:lnTo>
                <a:lnTo>
                  <a:pt x="57806" y="36411"/>
                </a:lnTo>
                <a:lnTo>
                  <a:pt x="56612" y="44101"/>
                </a:lnTo>
                <a:lnTo>
                  <a:pt x="0" y="34882"/>
                </a:lnTo>
                <a:lnTo>
                  <a:pt x="2782" y="17594"/>
                </a:lnTo>
                <a:cubicBezTo>
                  <a:pt x="3874" y="11098"/>
                  <a:pt x="5971" y="6496"/>
                  <a:pt x="9219" y="3758"/>
                </a:cubicBezTo>
                <a:cubicBezTo>
                  <a:pt x="12453" y="1034"/>
                  <a:pt x="16778" y="58"/>
                  <a:pt x="22240" y="976"/>
                </a:cubicBezTo>
                <a:cubicBezTo>
                  <a:pt x="25823" y="1544"/>
                  <a:pt x="28619" y="2855"/>
                  <a:pt x="30716" y="4894"/>
                </a:cubicBezTo>
                <a:cubicBezTo>
                  <a:pt x="32770" y="6947"/>
                  <a:pt x="34022" y="9627"/>
                  <a:pt x="34416" y="12919"/>
                </a:cubicBezTo>
                <a:close/>
                <a:moveTo>
                  <a:pt x="7515" y="28226"/>
                </a:moveTo>
                <a:lnTo>
                  <a:pt x="27585" y="31532"/>
                </a:lnTo>
                <a:lnTo>
                  <a:pt x="29187" y="21847"/>
                </a:lnTo>
                <a:cubicBezTo>
                  <a:pt x="29755" y="18162"/>
                  <a:pt x="29362" y="15249"/>
                  <a:pt x="27993" y="13093"/>
                </a:cubicBezTo>
                <a:cubicBezTo>
                  <a:pt x="26565" y="10923"/>
                  <a:pt x="24235" y="9569"/>
                  <a:pt x="20929" y="9059"/>
                </a:cubicBezTo>
                <a:cubicBezTo>
                  <a:pt x="17637" y="8491"/>
                  <a:pt x="14958" y="9059"/>
                  <a:pt x="12962" y="10647"/>
                </a:cubicBezTo>
                <a:cubicBezTo>
                  <a:pt x="10982" y="12234"/>
                  <a:pt x="9671" y="14914"/>
                  <a:pt x="9103" y="18613"/>
                </a:cubicBezTo>
                <a:lnTo>
                  <a:pt x="7515" y="28226"/>
                </a:lnTo>
                <a:close/>
                <a:moveTo>
                  <a:pt x="7515" y="282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D03EE-A310-4A5A-A2C5-DB81B0D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493" y="713506"/>
            <a:ext cx="48252" cy="40737"/>
          </a:xfrm>
          <a:custGeom xmlns:a="http://schemas.openxmlformats.org/drawingml/2006/main">
            <a:pathLst>
              <a:path w="48252" h="40737">
                <a:moveTo>
                  <a:pt x="25662" y="39775"/>
                </a:moveTo>
                <a:lnTo>
                  <a:pt x="0" y="35566"/>
                </a:lnTo>
                <a:lnTo>
                  <a:pt x="1136" y="28619"/>
                </a:lnTo>
                <a:lnTo>
                  <a:pt x="26580" y="32770"/>
                </a:lnTo>
                <a:cubicBezTo>
                  <a:pt x="30556" y="33396"/>
                  <a:pt x="33746" y="33119"/>
                  <a:pt x="35959" y="31867"/>
                </a:cubicBezTo>
                <a:cubicBezTo>
                  <a:pt x="38232" y="30614"/>
                  <a:pt x="39659" y="28444"/>
                  <a:pt x="40169" y="25327"/>
                </a:cubicBezTo>
                <a:cubicBezTo>
                  <a:pt x="40737" y="21570"/>
                  <a:pt x="40052" y="18380"/>
                  <a:pt x="38013" y="15817"/>
                </a:cubicBezTo>
                <a:cubicBezTo>
                  <a:pt x="35959" y="13210"/>
                  <a:pt x="32828" y="11608"/>
                  <a:pt x="28677" y="10923"/>
                </a:cubicBezTo>
                <a:lnTo>
                  <a:pt x="4617" y="7005"/>
                </a:lnTo>
                <a:lnTo>
                  <a:pt x="5753" y="0"/>
                </a:lnTo>
                <a:lnTo>
                  <a:pt x="48252" y="6947"/>
                </a:lnTo>
                <a:lnTo>
                  <a:pt x="47116" y="13880"/>
                </a:lnTo>
                <a:lnTo>
                  <a:pt x="40562" y="12860"/>
                </a:lnTo>
                <a:cubicBezTo>
                  <a:pt x="42848" y="14972"/>
                  <a:pt x="44494" y="17244"/>
                  <a:pt x="45354" y="19691"/>
                </a:cubicBezTo>
                <a:cubicBezTo>
                  <a:pt x="46257" y="22138"/>
                  <a:pt x="46431" y="24803"/>
                  <a:pt x="45980" y="27774"/>
                </a:cubicBezTo>
                <a:cubicBezTo>
                  <a:pt x="45179" y="32668"/>
                  <a:pt x="43067" y="36134"/>
                  <a:pt x="39601" y="38130"/>
                </a:cubicBezTo>
                <a:cubicBezTo>
                  <a:pt x="36193" y="40169"/>
                  <a:pt x="31517" y="40737"/>
                  <a:pt x="25662" y="39775"/>
                </a:cubicBezTo>
                <a:close/>
                <a:moveTo>
                  <a:pt x="25662" y="397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2D43A-B580-406A-A7D5-A06D43AF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577" y="665662"/>
            <a:ext cx="48237" cy="40678"/>
          </a:xfrm>
          <a:custGeom xmlns:a="http://schemas.openxmlformats.org/drawingml/2006/main">
            <a:pathLst>
              <a:path w="48237" h="40678">
                <a:moveTo>
                  <a:pt x="22589" y="976"/>
                </a:moveTo>
                <a:lnTo>
                  <a:pt x="48237" y="5127"/>
                </a:lnTo>
                <a:lnTo>
                  <a:pt x="47101" y="12118"/>
                </a:lnTo>
                <a:lnTo>
                  <a:pt x="21672" y="7967"/>
                </a:lnTo>
                <a:cubicBezTo>
                  <a:pt x="17696" y="7282"/>
                  <a:pt x="14564" y="7632"/>
                  <a:pt x="12292" y="8884"/>
                </a:cubicBezTo>
                <a:cubicBezTo>
                  <a:pt x="10064" y="10079"/>
                  <a:pt x="8651" y="12292"/>
                  <a:pt x="8141" y="15424"/>
                </a:cubicBezTo>
                <a:cubicBezTo>
                  <a:pt x="7573" y="19181"/>
                  <a:pt x="8243" y="22356"/>
                  <a:pt x="10297" y="24920"/>
                </a:cubicBezTo>
                <a:cubicBezTo>
                  <a:pt x="12351" y="27483"/>
                  <a:pt x="15424" y="29071"/>
                  <a:pt x="19575" y="29755"/>
                </a:cubicBezTo>
                <a:lnTo>
                  <a:pt x="43577" y="33687"/>
                </a:lnTo>
                <a:lnTo>
                  <a:pt x="42441" y="40678"/>
                </a:lnTo>
                <a:lnTo>
                  <a:pt x="0" y="33789"/>
                </a:lnTo>
                <a:lnTo>
                  <a:pt x="1136" y="26740"/>
                </a:lnTo>
                <a:lnTo>
                  <a:pt x="7734" y="27818"/>
                </a:lnTo>
                <a:cubicBezTo>
                  <a:pt x="5462" y="25779"/>
                  <a:pt x="3874" y="23492"/>
                  <a:pt x="2957" y="21002"/>
                </a:cubicBezTo>
                <a:cubicBezTo>
                  <a:pt x="2054" y="18555"/>
                  <a:pt x="1879" y="15817"/>
                  <a:pt x="2330" y="12860"/>
                </a:cubicBezTo>
                <a:cubicBezTo>
                  <a:pt x="3131" y="7967"/>
                  <a:pt x="5229" y="4559"/>
                  <a:pt x="8651" y="2563"/>
                </a:cubicBezTo>
                <a:cubicBezTo>
                  <a:pt x="12118" y="510"/>
                  <a:pt x="16720" y="0"/>
                  <a:pt x="22589" y="976"/>
                </a:cubicBezTo>
                <a:close/>
                <a:moveTo>
                  <a:pt x="22589" y="9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AD734-14A0-43EC-B561-DCC0D0CD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542" y="628683"/>
            <a:ext cx="57966" cy="27425"/>
          </a:xfrm>
          <a:custGeom xmlns:a="http://schemas.openxmlformats.org/drawingml/2006/main">
            <a:pathLst>
              <a:path w="57966" h="27425">
                <a:moveTo>
                  <a:pt x="1136" y="12409"/>
                </a:moveTo>
                <a:lnTo>
                  <a:pt x="13195" y="14390"/>
                </a:lnTo>
                <a:lnTo>
                  <a:pt x="15526" y="0"/>
                </a:lnTo>
                <a:lnTo>
                  <a:pt x="20929" y="918"/>
                </a:lnTo>
                <a:lnTo>
                  <a:pt x="18599" y="15249"/>
                </a:lnTo>
                <a:lnTo>
                  <a:pt x="41640" y="19007"/>
                </a:lnTo>
                <a:cubicBezTo>
                  <a:pt x="45106" y="19575"/>
                  <a:pt x="47436" y="19458"/>
                  <a:pt x="48587" y="18657"/>
                </a:cubicBezTo>
                <a:cubicBezTo>
                  <a:pt x="49723" y="17929"/>
                  <a:pt x="50509" y="16050"/>
                  <a:pt x="50975" y="13137"/>
                </a:cubicBezTo>
                <a:lnTo>
                  <a:pt x="52170" y="5971"/>
                </a:lnTo>
                <a:lnTo>
                  <a:pt x="57966" y="6947"/>
                </a:lnTo>
                <a:lnTo>
                  <a:pt x="56830" y="14113"/>
                </a:lnTo>
                <a:cubicBezTo>
                  <a:pt x="55913" y="19458"/>
                  <a:pt x="54325" y="23041"/>
                  <a:pt x="51995" y="24745"/>
                </a:cubicBezTo>
                <a:cubicBezTo>
                  <a:pt x="49665" y="26463"/>
                  <a:pt x="45849" y="26915"/>
                  <a:pt x="40504" y="26056"/>
                </a:cubicBezTo>
                <a:lnTo>
                  <a:pt x="17463" y="22298"/>
                </a:lnTo>
                <a:lnTo>
                  <a:pt x="16662" y="27425"/>
                </a:lnTo>
                <a:lnTo>
                  <a:pt x="11200" y="26507"/>
                </a:lnTo>
                <a:lnTo>
                  <a:pt x="12059" y="21395"/>
                </a:lnTo>
                <a:lnTo>
                  <a:pt x="0" y="19458"/>
                </a:lnTo>
                <a:lnTo>
                  <a:pt x="1136" y="12409"/>
                </a:lnTo>
                <a:close/>
                <a:moveTo>
                  <a:pt x="1136" y="1240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A9FD5-77A4-4038-B7FC-50211A22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052" y="609851"/>
            <a:ext cx="60078" cy="16618"/>
          </a:xfrm>
          <a:custGeom xmlns:a="http://schemas.openxmlformats.org/drawingml/2006/main">
            <a:pathLst>
              <a:path w="60078" h="16618">
                <a:moveTo>
                  <a:pt x="16501" y="9671"/>
                </a:moveTo>
                <a:lnTo>
                  <a:pt x="17637" y="2738"/>
                </a:lnTo>
                <a:lnTo>
                  <a:pt x="60078" y="9612"/>
                </a:lnTo>
                <a:lnTo>
                  <a:pt x="58942" y="16618"/>
                </a:lnTo>
                <a:lnTo>
                  <a:pt x="16501" y="9671"/>
                </a:lnTo>
                <a:close/>
                <a:moveTo>
                  <a:pt x="0" y="7005"/>
                </a:moveTo>
                <a:lnTo>
                  <a:pt x="1136" y="0"/>
                </a:lnTo>
                <a:lnTo>
                  <a:pt x="9947" y="1486"/>
                </a:lnTo>
                <a:lnTo>
                  <a:pt x="8811" y="8418"/>
                </a:lnTo>
                <a:lnTo>
                  <a:pt x="0" y="7005"/>
                </a:lnTo>
                <a:close/>
                <a:moveTo>
                  <a:pt x="0" y="70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93B51-3E89-4504-8D6C-86101390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020" y="538049"/>
            <a:ext cx="52563" cy="67084"/>
          </a:xfrm>
          <a:custGeom xmlns:a="http://schemas.openxmlformats.org/drawingml/2006/main">
            <a:pathLst>
              <a:path w="52563" h="67084">
                <a:moveTo>
                  <a:pt x="13589" y="28168"/>
                </a:moveTo>
                <a:cubicBezTo>
                  <a:pt x="10749" y="25954"/>
                  <a:pt x="8753" y="23507"/>
                  <a:pt x="7675" y="20827"/>
                </a:cubicBezTo>
                <a:cubicBezTo>
                  <a:pt x="6598" y="18162"/>
                  <a:pt x="6306" y="15147"/>
                  <a:pt x="6831" y="11899"/>
                </a:cubicBezTo>
                <a:cubicBezTo>
                  <a:pt x="7559" y="7457"/>
                  <a:pt x="9671" y="4267"/>
                  <a:pt x="13137" y="2403"/>
                </a:cubicBezTo>
                <a:cubicBezTo>
                  <a:pt x="16618" y="524"/>
                  <a:pt x="21220" y="0"/>
                  <a:pt x="26915" y="976"/>
                </a:cubicBezTo>
                <a:lnTo>
                  <a:pt x="52563" y="5127"/>
                </a:lnTo>
                <a:lnTo>
                  <a:pt x="51427" y="12118"/>
                </a:lnTo>
                <a:lnTo>
                  <a:pt x="25997" y="7967"/>
                </a:lnTo>
                <a:cubicBezTo>
                  <a:pt x="21963" y="7340"/>
                  <a:pt x="18832" y="7573"/>
                  <a:pt x="16618" y="8710"/>
                </a:cubicBezTo>
                <a:cubicBezTo>
                  <a:pt x="14390" y="9787"/>
                  <a:pt x="13079" y="11841"/>
                  <a:pt x="12569" y="14797"/>
                </a:cubicBezTo>
                <a:cubicBezTo>
                  <a:pt x="12001" y="18439"/>
                  <a:pt x="12744" y="21453"/>
                  <a:pt x="14797" y="23958"/>
                </a:cubicBezTo>
                <a:cubicBezTo>
                  <a:pt x="16836" y="26463"/>
                  <a:pt x="19910" y="27993"/>
                  <a:pt x="24060" y="28677"/>
                </a:cubicBezTo>
                <a:lnTo>
                  <a:pt x="48077" y="32610"/>
                </a:lnTo>
                <a:lnTo>
                  <a:pt x="46941" y="39601"/>
                </a:lnTo>
                <a:lnTo>
                  <a:pt x="21555" y="35508"/>
                </a:lnTo>
                <a:cubicBezTo>
                  <a:pt x="17463" y="34823"/>
                  <a:pt x="14273" y="35056"/>
                  <a:pt x="12118" y="36193"/>
                </a:cubicBezTo>
                <a:cubicBezTo>
                  <a:pt x="9904" y="37270"/>
                  <a:pt x="8593" y="39324"/>
                  <a:pt x="8083" y="42339"/>
                </a:cubicBezTo>
                <a:cubicBezTo>
                  <a:pt x="7515" y="45922"/>
                  <a:pt x="8243" y="48936"/>
                  <a:pt x="10297" y="51441"/>
                </a:cubicBezTo>
                <a:cubicBezTo>
                  <a:pt x="12394" y="53947"/>
                  <a:pt x="15467" y="55534"/>
                  <a:pt x="19633" y="56160"/>
                </a:cubicBezTo>
                <a:lnTo>
                  <a:pt x="43577" y="60078"/>
                </a:lnTo>
                <a:lnTo>
                  <a:pt x="42441" y="67084"/>
                </a:lnTo>
                <a:lnTo>
                  <a:pt x="0" y="60195"/>
                </a:lnTo>
                <a:lnTo>
                  <a:pt x="1136" y="53204"/>
                </a:lnTo>
                <a:lnTo>
                  <a:pt x="7734" y="54223"/>
                </a:lnTo>
                <a:cubicBezTo>
                  <a:pt x="5403" y="52228"/>
                  <a:pt x="3816" y="50014"/>
                  <a:pt x="2898" y="47567"/>
                </a:cubicBezTo>
                <a:cubicBezTo>
                  <a:pt x="2054" y="45179"/>
                  <a:pt x="1879" y="42455"/>
                  <a:pt x="2330" y="39382"/>
                </a:cubicBezTo>
                <a:cubicBezTo>
                  <a:pt x="2840" y="36309"/>
                  <a:pt x="4093" y="33804"/>
                  <a:pt x="5971" y="31867"/>
                </a:cubicBezTo>
                <a:cubicBezTo>
                  <a:pt x="7908" y="29988"/>
                  <a:pt x="10414" y="28736"/>
                  <a:pt x="13589" y="28168"/>
                </a:cubicBezTo>
                <a:close/>
                <a:moveTo>
                  <a:pt x="13589" y="281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FE57E-2149-453C-BC2A-4E998D0E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5" y="488166"/>
            <a:ext cx="46431" cy="41814"/>
          </a:xfrm>
          <a:custGeom xmlns:a="http://schemas.openxmlformats.org/drawingml/2006/main">
            <a:pathLst>
              <a:path w="46431" h="41814">
                <a:moveTo>
                  <a:pt x="24585" y="1020"/>
                </a:moveTo>
                <a:lnTo>
                  <a:pt x="27935" y="1588"/>
                </a:lnTo>
                <a:lnTo>
                  <a:pt x="22764" y="33673"/>
                </a:lnTo>
                <a:cubicBezTo>
                  <a:pt x="27600" y="34124"/>
                  <a:pt x="31459" y="33280"/>
                  <a:pt x="34416" y="31110"/>
                </a:cubicBezTo>
                <a:cubicBezTo>
                  <a:pt x="37387" y="28954"/>
                  <a:pt x="39207" y="25546"/>
                  <a:pt x="39936" y="20929"/>
                </a:cubicBezTo>
                <a:cubicBezTo>
                  <a:pt x="40402" y="18264"/>
                  <a:pt x="40504" y="15584"/>
                  <a:pt x="40227" y="12962"/>
                </a:cubicBezTo>
                <a:cubicBezTo>
                  <a:pt x="39994" y="10355"/>
                  <a:pt x="39426" y="7675"/>
                  <a:pt x="38523" y="4996"/>
                </a:cubicBezTo>
                <a:lnTo>
                  <a:pt x="45120" y="6088"/>
                </a:lnTo>
                <a:cubicBezTo>
                  <a:pt x="45747" y="8753"/>
                  <a:pt x="46140" y="11433"/>
                  <a:pt x="46257" y="14157"/>
                </a:cubicBezTo>
                <a:cubicBezTo>
                  <a:pt x="46431" y="16895"/>
                  <a:pt x="46257" y="19560"/>
                  <a:pt x="45805" y="22298"/>
                </a:cubicBezTo>
                <a:cubicBezTo>
                  <a:pt x="44713" y="29071"/>
                  <a:pt x="41873" y="34124"/>
                  <a:pt x="37270" y="37430"/>
                </a:cubicBezTo>
                <a:cubicBezTo>
                  <a:pt x="32712" y="40737"/>
                  <a:pt x="27032" y="41814"/>
                  <a:pt x="20317" y="40737"/>
                </a:cubicBezTo>
                <a:cubicBezTo>
                  <a:pt x="13370" y="39586"/>
                  <a:pt x="8141" y="36862"/>
                  <a:pt x="4661" y="32420"/>
                </a:cubicBezTo>
                <a:cubicBezTo>
                  <a:pt x="1194" y="27993"/>
                  <a:pt x="0" y="22633"/>
                  <a:pt x="1020" y="16268"/>
                </a:cubicBezTo>
                <a:cubicBezTo>
                  <a:pt x="1995" y="10515"/>
                  <a:pt x="4559" y="6306"/>
                  <a:pt x="8768" y="3583"/>
                </a:cubicBezTo>
                <a:cubicBezTo>
                  <a:pt x="12977" y="845"/>
                  <a:pt x="18264" y="0"/>
                  <a:pt x="24585" y="1020"/>
                </a:cubicBezTo>
                <a:close/>
                <a:moveTo>
                  <a:pt x="21395" y="7675"/>
                </a:moveTo>
                <a:cubicBezTo>
                  <a:pt x="17579" y="7107"/>
                  <a:pt x="14346" y="7675"/>
                  <a:pt x="11724" y="9379"/>
                </a:cubicBezTo>
                <a:cubicBezTo>
                  <a:pt x="9103" y="11084"/>
                  <a:pt x="7515" y="13705"/>
                  <a:pt x="6947" y="17113"/>
                </a:cubicBezTo>
                <a:cubicBezTo>
                  <a:pt x="6321" y="21046"/>
                  <a:pt x="6947" y="24293"/>
                  <a:pt x="8768" y="27017"/>
                </a:cubicBezTo>
                <a:cubicBezTo>
                  <a:pt x="10588" y="29697"/>
                  <a:pt x="13428" y="31576"/>
                  <a:pt x="17361" y="32537"/>
                </a:cubicBezTo>
                <a:lnTo>
                  <a:pt x="21395" y="7675"/>
                </a:lnTo>
                <a:close/>
                <a:moveTo>
                  <a:pt x="21395" y="76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31097-BA88-4EEE-923A-3FB300F9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49" y="437293"/>
            <a:ext cx="57864" cy="43926"/>
          </a:xfrm>
          <a:custGeom xmlns:a="http://schemas.openxmlformats.org/drawingml/2006/main">
            <a:pathLst>
              <a:path w="57864" h="43926">
                <a:moveTo>
                  <a:pt x="7559" y="28051"/>
                </a:moveTo>
                <a:lnTo>
                  <a:pt x="28794" y="31532"/>
                </a:lnTo>
                <a:lnTo>
                  <a:pt x="30381" y="21905"/>
                </a:lnTo>
                <a:cubicBezTo>
                  <a:pt x="30949" y="18322"/>
                  <a:pt x="30498" y="15424"/>
                  <a:pt x="28954" y="13210"/>
                </a:cubicBezTo>
                <a:cubicBezTo>
                  <a:pt x="27425" y="10923"/>
                  <a:pt x="24978" y="9569"/>
                  <a:pt x="21555" y="9001"/>
                </a:cubicBezTo>
                <a:cubicBezTo>
                  <a:pt x="18147" y="8433"/>
                  <a:pt x="15365" y="9001"/>
                  <a:pt x="13254" y="10647"/>
                </a:cubicBezTo>
                <a:cubicBezTo>
                  <a:pt x="11098" y="12292"/>
                  <a:pt x="9671" y="14856"/>
                  <a:pt x="9103" y="18439"/>
                </a:cubicBezTo>
                <a:lnTo>
                  <a:pt x="7559" y="28051"/>
                </a:lnTo>
                <a:close/>
                <a:moveTo>
                  <a:pt x="0" y="34707"/>
                </a:moveTo>
                <a:lnTo>
                  <a:pt x="2840" y="17419"/>
                </a:lnTo>
                <a:cubicBezTo>
                  <a:pt x="3874" y="11040"/>
                  <a:pt x="6088" y="6496"/>
                  <a:pt x="9438" y="3699"/>
                </a:cubicBezTo>
                <a:cubicBezTo>
                  <a:pt x="12860" y="918"/>
                  <a:pt x="17346" y="0"/>
                  <a:pt x="22866" y="918"/>
                </a:cubicBezTo>
                <a:cubicBezTo>
                  <a:pt x="28444" y="1835"/>
                  <a:pt x="32435" y="4107"/>
                  <a:pt x="34765" y="7865"/>
                </a:cubicBezTo>
                <a:cubicBezTo>
                  <a:pt x="37037" y="11550"/>
                  <a:pt x="37722" y="16560"/>
                  <a:pt x="36688" y="22939"/>
                </a:cubicBezTo>
                <a:lnTo>
                  <a:pt x="35100" y="32551"/>
                </a:lnTo>
                <a:lnTo>
                  <a:pt x="57864" y="36251"/>
                </a:lnTo>
                <a:lnTo>
                  <a:pt x="56612" y="43926"/>
                </a:lnTo>
                <a:lnTo>
                  <a:pt x="0" y="34707"/>
                </a:lnTo>
                <a:close/>
                <a:moveTo>
                  <a:pt x="0" y="347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B724C-E30F-4C84-B12D-D744F0E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220" y="418126"/>
            <a:ext cx="60136" cy="16560"/>
          </a:xfrm>
          <a:custGeom xmlns:a="http://schemas.openxmlformats.org/drawingml/2006/main">
            <a:pathLst>
              <a:path w="60136" h="16560">
                <a:moveTo>
                  <a:pt x="0" y="6947"/>
                </a:moveTo>
                <a:lnTo>
                  <a:pt x="1151" y="0"/>
                </a:lnTo>
                <a:lnTo>
                  <a:pt x="60136" y="9612"/>
                </a:lnTo>
                <a:lnTo>
                  <a:pt x="59000" y="16560"/>
                </a:lnTo>
                <a:lnTo>
                  <a:pt x="0" y="6947"/>
                </a:lnTo>
                <a:close/>
                <a:moveTo>
                  <a:pt x="0" y="694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7E6D9-0C46-4FEA-9534-2D7DA972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144" y="371360"/>
            <a:ext cx="48237" cy="40678"/>
          </a:xfrm>
          <a:custGeom xmlns:a="http://schemas.openxmlformats.org/drawingml/2006/main">
            <a:pathLst>
              <a:path w="48237" h="40678">
                <a:moveTo>
                  <a:pt x="25706" y="39775"/>
                </a:moveTo>
                <a:lnTo>
                  <a:pt x="0" y="35566"/>
                </a:lnTo>
                <a:lnTo>
                  <a:pt x="1136" y="28619"/>
                </a:lnTo>
                <a:lnTo>
                  <a:pt x="26565" y="32712"/>
                </a:lnTo>
                <a:cubicBezTo>
                  <a:pt x="30600" y="33396"/>
                  <a:pt x="33731" y="33119"/>
                  <a:pt x="36003" y="31867"/>
                </a:cubicBezTo>
                <a:cubicBezTo>
                  <a:pt x="38290" y="30614"/>
                  <a:pt x="39644" y="28444"/>
                  <a:pt x="40154" y="25313"/>
                </a:cubicBezTo>
                <a:cubicBezTo>
                  <a:pt x="40780" y="21570"/>
                  <a:pt x="40052" y="18380"/>
                  <a:pt x="37998" y="15817"/>
                </a:cubicBezTo>
                <a:cubicBezTo>
                  <a:pt x="36003" y="13195"/>
                  <a:pt x="32872" y="11608"/>
                  <a:pt x="28721" y="10923"/>
                </a:cubicBezTo>
                <a:lnTo>
                  <a:pt x="4661" y="7005"/>
                </a:lnTo>
                <a:lnTo>
                  <a:pt x="5797" y="0"/>
                </a:lnTo>
                <a:lnTo>
                  <a:pt x="48237" y="6947"/>
                </a:lnTo>
                <a:lnTo>
                  <a:pt x="47101" y="13880"/>
                </a:lnTo>
                <a:lnTo>
                  <a:pt x="40620" y="12860"/>
                </a:lnTo>
                <a:cubicBezTo>
                  <a:pt x="42892" y="14958"/>
                  <a:pt x="44480" y="17244"/>
                  <a:pt x="45397" y="19691"/>
                </a:cubicBezTo>
                <a:cubicBezTo>
                  <a:pt x="46300" y="22138"/>
                  <a:pt x="46475" y="24803"/>
                  <a:pt x="46023" y="27760"/>
                </a:cubicBezTo>
                <a:cubicBezTo>
                  <a:pt x="45222" y="32653"/>
                  <a:pt x="43067" y="36076"/>
                  <a:pt x="39644" y="38115"/>
                </a:cubicBezTo>
                <a:cubicBezTo>
                  <a:pt x="36178" y="40169"/>
                  <a:pt x="31576" y="40678"/>
                  <a:pt x="25706" y="39775"/>
                </a:cubicBezTo>
                <a:close/>
                <a:moveTo>
                  <a:pt x="25706" y="397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B8DCE-600D-472F-A74E-540847E7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722" y="322088"/>
            <a:ext cx="61738" cy="42382"/>
          </a:xfrm>
          <a:custGeom xmlns:a="http://schemas.openxmlformats.org/drawingml/2006/main">
            <a:pathLst>
              <a:path w="61738" h="42382">
                <a:moveTo>
                  <a:pt x="24818" y="10355"/>
                </a:moveTo>
                <a:cubicBezTo>
                  <a:pt x="19808" y="9569"/>
                  <a:pt x="15715" y="9962"/>
                  <a:pt x="12584" y="11608"/>
                </a:cubicBezTo>
                <a:cubicBezTo>
                  <a:pt x="9452" y="13210"/>
                  <a:pt x="7632" y="15933"/>
                  <a:pt x="7005" y="19691"/>
                </a:cubicBezTo>
                <a:cubicBezTo>
                  <a:pt x="6379" y="23390"/>
                  <a:pt x="7282" y="26580"/>
                  <a:pt x="9729" y="29071"/>
                </a:cubicBezTo>
                <a:cubicBezTo>
                  <a:pt x="12176" y="31634"/>
                  <a:pt x="15933" y="33294"/>
                  <a:pt x="21002" y="34139"/>
                </a:cubicBezTo>
                <a:cubicBezTo>
                  <a:pt x="26012" y="34940"/>
                  <a:pt x="30105" y="34532"/>
                  <a:pt x="33178" y="32886"/>
                </a:cubicBezTo>
                <a:cubicBezTo>
                  <a:pt x="36309" y="31299"/>
                  <a:pt x="38188" y="28561"/>
                  <a:pt x="38814" y="24861"/>
                </a:cubicBezTo>
                <a:cubicBezTo>
                  <a:pt x="39426" y="21118"/>
                  <a:pt x="38465" y="17929"/>
                  <a:pt x="36018" y="15424"/>
                </a:cubicBezTo>
                <a:cubicBezTo>
                  <a:pt x="33629" y="12860"/>
                  <a:pt x="29872" y="11215"/>
                  <a:pt x="24818" y="10355"/>
                </a:cubicBezTo>
                <a:close/>
                <a:moveTo>
                  <a:pt x="42455" y="6088"/>
                </a:moveTo>
                <a:cubicBezTo>
                  <a:pt x="49679" y="7224"/>
                  <a:pt x="54791" y="9729"/>
                  <a:pt x="57748" y="13487"/>
                </a:cubicBezTo>
                <a:cubicBezTo>
                  <a:pt x="60763" y="17302"/>
                  <a:pt x="61738" y="22473"/>
                  <a:pt x="60661" y="29129"/>
                </a:cubicBezTo>
                <a:cubicBezTo>
                  <a:pt x="60253" y="31576"/>
                  <a:pt x="59685" y="33862"/>
                  <a:pt x="59000" y="35959"/>
                </a:cubicBezTo>
                <a:cubicBezTo>
                  <a:pt x="58258" y="38071"/>
                  <a:pt x="57355" y="40110"/>
                  <a:pt x="56277" y="41989"/>
                </a:cubicBezTo>
                <a:lnTo>
                  <a:pt x="49504" y="40911"/>
                </a:lnTo>
                <a:cubicBezTo>
                  <a:pt x="50932" y="39033"/>
                  <a:pt x="52068" y="37154"/>
                  <a:pt x="52912" y="35217"/>
                </a:cubicBezTo>
                <a:cubicBezTo>
                  <a:pt x="53772" y="33338"/>
                  <a:pt x="54398" y="31357"/>
                  <a:pt x="54733" y="29304"/>
                </a:cubicBezTo>
                <a:cubicBezTo>
                  <a:pt x="55476" y="24701"/>
                  <a:pt x="54849" y="21060"/>
                  <a:pt x="52796" y="18439"/>
                </a:cubicBezTo>
                <a:cubicBezTo>
                  <a:pt x="50815" y="15759"/>
                  <a:pt x="47393" y="14055"/>
                  <a:pt x="42557" y="13254"/>
                </a:cubicBezTo>
                <a:lnTo>
                  <a:pt x="39091" y="12686"/>
                </a:lnTo>
                <a:cubicBezTo>
                  <a:pt x="41363" y="14506"/>
                  <a:pt x="42965" y="16676"/>
                  <a:pt x="43810" y="19123"/>
                </a:cubicBezTo>
                <a:cubicBezTo>
                  <a:pt x="44669" y="21570"/>
                  <a:pt x="44844" y="24352"/>
                  <a:pt x="44319" y="27541"/>
                </a:cubicBezTo>
                <a:cubicBezTo>
                  <a:pt x="43533" y="32712"/>
                  <a:pt x="40853" y="36586"/>
                  <a:pt x="36367" y="39149"/>
                </a:cubicBezTo>
                <a:cubicBezTo>
                  <a:pt x="31867" y="41654"/>
                  <a:pt x="26347" y="42382"/>
                  <a:pt x="19808" y="41305"/>
                </a:cubicBezTo>
                <a:cubicBezTo>
                  <a:pt x="13268" y="40285"/>
                  <a:pt x="8258" y="37838"/>
                  <a:pt x="4792" y="33964"/>
                </a:cubicBezTo>
                <a:cubicBezTo>
                  <a:pt x="1311" y="30163"/>
                  <a:pt x="0" y="25662"/>
                  <a:pt x="859" y="20434"/>
                </a:cubicBezTo>
                <a:cubicBezTo>
                  <a:pt x="1369" y="17302"/>
                  <a:pt x="2447" y="14681"/>
                  <a:pt x="4049" y="12686"/>
                </a:cubicBezTo>
                <a:cubicBezTo>
                  <a:pt x="5636" y="10647"/>
                  <a:pt x="7807" y="9044"/>
                  <a:pt x="10530" y="8025"/>
                </a:cubicBezTo>
                <a:lnTo>
                  <a:pt x="4107" y="7005"/>
                </a:lnTo>
                <a:lnTo>
                  <a:pt x="5243" y="0"/>
                </a:lnTo>
                <a:lnTo>
                  <a:pt x="42455" y="6088"/>
                </a:lnTo>
                <a:close/>
                <a:moveTo>
                  <a:pt x="42455" y="60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61A8F-4C45-437E-A55F-7ED6614D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794" y="298086"/>
            <a:ext cx="60078" cy="16560"/>
          </a:xfrm>
          <a:custGeom xmlns:a="http://schemas.openxmlformats.org/drawingml/2006/main">
            <a:pathLst>
              <a:path w="60078" h="16560">
                <a:moveTo>
                  <a:pt x="16501" y="9671"/>
                </a:moveTo>
                <a:lnTo>
                  <a:pt x="17637" y="2680"/>
                </a:lnTo>
                <a:lnTo>
                  <a:pt x="60078" y="9612"/>
                </a:lnTo>
                <a:lnTo>
                  <a:pt x="58942" y="16560"/>
                </a:lnTo>
                <a:lnTo>
                  <a:pt x="16501" y="9671"/>
                </a:lnTo>
                <a:close/>
                <a:moveTo>
                  <a:pt x="0" y="6933"/>
                </a:moveTo>
                <a:lnTo>
                  <a:pt x="1136" y="0"/>
                </a:lnTo>
                <a:lnTo>
                  <a:pt x="9962" y="1427"/>
                </a:lnTo>
                <a:lnTo>
                  <a:pt x="8826" y="8418"/>
                </a:lnTo>
                <a:lnTo>
                  <a:pt x="0" y="6933"/>
                </a:lnTo>
                <a:close/>
                <a:moveTo>
                  <a:pt x="0" y="69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661BA-7237-453D-9F11-8A210A20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762" y="252689"/>
            <a:ext cx="48252" cy="40678"/>
          </a:xfrm>
          <a:custGeom xmlns:a="http://schemas.openxmlformats.org/drawingml/2006/main">
            <a:pathLst>
              <a:path w="48252" h="40678">
                <a:moveTo>
                  <a:pt x="22648" y="903"/>
                </a:moveTo>
                <a:lnTo>
                  <a:pt x="48252" y="5112"/>
                </a:lnTo>
                <a:lnTo>
                  <a:pt x="47116" y="12059"/>
                </a:lnTo>
                <a:lnTo>
                  <a:pt x="21730" y="7967"/>
                </a:lnTo>
                <a:cubicBezTo>
                  <a:pt x="17696" y="7282"/>
                  <a:pt x="14564" y="7559"/>
                  <a:pt x="12351" y="8811"/>
                </a:cubicBezTo>
                <a:cubicBezTo>
                  <a:pt x="10079" y="10064"/>
                  <a:pt x="8710" y="12278"/>
                  <a:pt x="8200" y="15409"/>
                </a:cubicBezTo>
                <a:cubicBezTo>
                  <a:pt x="7573" y="19167"/>
                  <a:pt x="8316" y="22298"/>
                  <a:pt x="10355" y="24920"/>
                </a:cubicBezTo>
                <a:cubicBezTo>
                  <a:pt x="12351" y="27468"/>
                  <a:pt x="15482" y="29071"/>
                  <a:pt x="19633" y="29755"/>
                </a:cubicBezTo>
                <a:lnTo>
                  <a:pt x="43577" y="33673"/>
                </a:lnTo>
                <a:lnTo>
                  <a:pt x="42441" y="40678"/>
                </a:lnTo>
                <a:lnTo>
                  <a:pt x="0" y="33731"/>
                </a:lnTo>
                <a:lnTo>
                  <a:pt x="1136" y="26740"/>
                </a:lnTo>
                <a:lnTo>
                  <a:pt x="7748" y="27818"/>
                </a:lnTo>
                <a:cubicBezTo>
                  <a:pt x="5462" y="25706"/>
                  <a:pt x="3874" y="23434"/>
                  <a:pt x="2957" y="20987"/>
                </a:cubicBezTo>
                <a:cubicBezTo>
                  <a:pt x="2112" y="18540"/>
                  <a:pt x="1879" y="15817"/>
                  <a:pt x="2389" y="12860"/>
                </a:cubicBezTo>
                <a:cubicBezTo>
                  <a:pt x="3131" y="7967"/>
                  <a:pt x="5301" y="4544"/>
                  <a:pt x="8710" y="2505"/>
                </a:cubicBezTo>
                <a:cubicBezTo>
                  <a:pt x="12118" y="510"/>
                  <a:pt x="16734" y="0"/>
                  <a:pt x="22648" y="903"/>
                </a:cubicBezTo>
                <a:close/>
                <a:moveTo>
                  <a:pt x="22648" y="9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5570F-51C8-4CFF-A484-D686988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312" y="1262016"/>
            <a:ext cx="57806" cy="45222"/>
          </a:xfrm>
          <a:custGeom xmlns:a="http://schemas.openxmlformats.org/drawingml/2006/main">
            <a:pathLst>
              <a:path w="57806" h="45222">
                <a:moveTo>
                  <a:pt x="7792" y="27701"/>
                </a:moveTo>
                <a:lnTo>
                  <a:pt x="28896" y="31911"/>
                </a:lnTo>
                <a:lnTo>
                  <a:pt x="30833" y="22298"/>
                </a:lnTo>
                <a:cubicBezTo>
                  <a:pt x="31517" y="18774"/>
                  <a:pt x="31124" y="15861"/>
                  <a:pt x="29697" y="13530"/>
                </a:cubicBezTo>
                <a:cubicBezTo>
                  <a:pt x="28211" y="11258"/>
                  <a:pt x="25823" y="9773"/>
                  <a:pt x="22415" y="9088"/>
                </a:cubicBezTo>
                <a:cubicBezTo>
                  <a:pt x="19050" y="8418"/>
                  <a:pt x="16268" y="8870"/>
                  <a:pt x="14055" y="10457"/>
                </a:cubicBezTo>
                <a:cubicBezTo>
                  <a:pt x="11826" y="12059"/>
                  <a:pt x="10414" y="14608"/>
                  <a:pt x="9671" y="18147"/>
                </a:cubicBezTo>
                <a:lnTo>
                  <a:pt x="7792" y="27701"/>
                </a:lnTo>
                <a:close/>
                <a:moveTo>
                  <a:pt x="0" y="34066"/>
                </a:moveTo>
                <a:lnTo>
                  <a:pt x="3408" y="16895"/>
                </a:lnTo>
                <a:cubicBezTo>
                  <a:pt x="4661" y="10574"/>
                  <a:pt x="7049" y="6073"/>
                  <a:pt x="10530" y="3466"/>
                </a:cubicBezTo>
                <a:cubicBezTo>
                  <a:pt x="14055" y="786"/>
                  <a:pt x="18540" y="0"/>
                  <a:pt x="24002" y="1078"/>
                </a:cubicBezTo>
                <a:cubicBezTo>
                  <a:pt x="29580" y="2156"/>
                  <a:pt x="33454" y="4602"/>
                  <a:pt x="35668" y="8418"/>
                </a:cubicBezTo>
                <a:cubicBezTo>
                  <a:pt x="37838" y="12161"/>
                  <a:pt x="38348" y="17230"/>
                  <a:pt x="37096" y="23551"/>
                </a:cubicBezTo>
                <a:lnTo>
                  <a:pt x="35158" y="33105"/>
                </a:lnTo>
                <a:lnTo>
                  <a:pt x="57806" y="37605"/>
                </a:lnTo>
                <a:lnTo>
                  <a:pt x="56262" y="45222"/>
                </a:lnTo>
                <a:lnTo>
                  <a:pt x="0" y="34066"/>
                </a:lnTo>
                <a:close/>
                <a:moveTo>
                  <a:pt x="0" y="3406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D7F5D-A9DF-4CDA-ACB8-0A590BCE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531" y="1217230"/>
            <a:ext cx="57748" cy="43475"/>
          </a:xfrm>
          <a:custGeom xmlns:a="http://schemas.openxmlformats.org/drawingml/2006/main">
            <a:pathLst>
              <a:path w="57748" h="43475">
                <a:moveTo>
                  <a:pt x="0" y="32318"/>
                </a:moveTo>
                <a:lnTo>
                  <a:pt x="6423" y="0"/>
                </a:lnTo>
                <a:lnTo>
                  <a:pt x="12802" y="1253"/>
                </a:lnTo>
                <a:lnTo>
                  <a:pt x="7908" y="25997"/>
                </a:lnTo>
                <a:lnTo>
                  <a:pt x="24512" y="29245"/>
                </a:lnTo>
                <a:lnTo>
                  <a:pt x="28896" y="6947"/>
                </a:lnTo>
                <a:lnTo>
                  <a:pt x="35319" y="8258"/>
                </a:lnTo>
                <a:lnTo>
                  <a:pt x="30891" y="30556"/>
                </a:lnTo>
                <a:lnTo>
                  <a:pt x="57748" y="35843"/>
                </a:lnTo>
                <a:lnTo>
                  <a:pt x="56262" y="43475"/>
                </a:lnTo>
                <a:lnTo>
                  <a:pt x="0" y="32318"/>
                </a:lnTo>
                <a:close/>
                <a:moveTo>
                  <a:pt x="0" y="323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91F09-723E-4EB8-A0C1-448742B9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342" y="1180033"/>
            <a:ext cx="63151" cy="36294"/>
          </a:xfrm>
          <a:custGeom xmlns:a="http://schemas.openxmlformats.org/drawingml/2006/main">
            <a:pathLst>
              <a:path w="63151" h="36294">
                <a:moveTo>
                  <a:pt x="0" y="25138"/>
                </a:moveTo>
                <a:lnTo>
                  <a:pt x="1486" y="17579"/>
                </a:lnTo>
                <a:lnTo>
                  <a:pt x="51325" y="27410"/>
                </a:lnTo>
                <a:lnTo>
                  <a:pt x="56728" y="0"/>
                </a:lnTo>
                <a:lnTo>
                  <a:pt x="63151" y="1296"/>
                </a:lnTo>
                <a:lnTo>
                  <a:pt x="56219" y="36294"/>
                </a:lnTo>
                <a:lnTo>
                  <a:pt x="0" y="25138"/>
                </a:lnTo>
                <a:close/>
                <a:moveTo>
                  <a:pt x="0" y="2513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63BA3-BD42-4955-936D-1AB0A8EC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643" y="1162789"/>
            <a:ext cx="11156" cy="9846"/>
          </a:xfrm>
          <a:custGeom xmlns:a="http://schemas.openxmlformats.org/drawingml/2006/main">
            <a:pathLst>
              <a:path w="11156" h="9846">
                <a:moveTo>
                  <a:pt x="0" y="7967"/>
                </a:moveTo>
                <a:lnTo>
                  <a:pt x="1529" y="0"/>
                </a:lnTo>
                <a:lnTo>
                  <a:pt x="11156" y="1937"/>
                </a:lnTo>
                <a:lnTo>
                  <a:pt x="9554" y="9846"/>
                </a:lnTo>
                <a:lnTo>
                  <a:pt x="0" y="7967"/>
                </a:lnTo>
                <a:close/>
                <a:moveTo>
                  <a:pt x="0" y="79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A66BD-D4E9-475F-BE8F-809ADCCF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654" y="1105390"/>
            <a:ext cx="57748" cy="43402"/>
          </a:xfrm>
          <a:custGeom xmlns:a="http://schemas.openxmlformats.org/drawingml/2006/main">
            <a:pathLst>
              <a:path w="57748" h="43402">
                <a:moveTo>
                  <a:pt x="0" y="32304"/>
                </a:moveTo>
                <a:lnTo>
                  <a:pt x="6437" y="0"/>
                </a:lnTo>
                <a:lnTo>
                  <a:pt x="12802" y="1253"/>
                </a:lnTo>
                <a:lnTo>
                  <a:pt x="7908" y="25939"/>
                </a:lnTo>
                <a:lnTo>
                  <a:pt x="24526" y="29231"/>
                </a:lnTo>
                <a:lnTo>
                  <a:pt x="28910" y="6933"/>
                </a:lnTo>
                <a:lnTo>
                  <a:pt x="35333" y="8185"/>
                </a:lnTo>
                <a:lnTo>
                  <a:pt x="30891" y="30483"/>
                </a:lnTo>
                <a:lnTo>
                  <a:pt x="57748" y="35785"/>
                </a:lnTo>
                <a:lnTo>
                  <a:pt x="56277" y="43402"/>
                </a:lnTo>
                <a:lnTo>
                  <a:pt x="0" y="32304"/>
                </a:lnTo>
                <a:close/>
                <a:moveTo>
                  <a:pt x="0" y="323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00816-72E7-4B2A-8EFB-861FA4EB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897" y="1091787"/>
            <a:ext cx="60020" cy="18540"/>
          </a:xfrm>
          <a:custGeom xmlns:a="http://schemas.openxmlformats.org/drawingml/2006/main">
            <a:pathLst>
              <a:path w="60020" h="18540">
                <a:moveTo>
                  <a:pt x="16429" y="10181"/>
                </a:moveTo>
                <a:lnTo>
                  <a:pt x="17798" y="3248"/>
                </a:lnTo>
                <a:lnTo>
                  <a:pt x="60020" y="11608"/>
                </a:lnTo>
                <a:lnTo>
                  <a:pt x="58651" y="18540"/>
                </a:lnTo>
                <a:lnTo>
                  <a:pt x="16429" y="10181"/>
                </a:lnTo>
                <a:close/>
                <a:moveTo>
                  <a:pt x="0" y="6947"/>
                </a:moveTo>
                <a:lnTo>
                  <a:pt x="1354" y="0"/>
                </a:lnTo>
                <a:lnTo>
                  <a:pt x="10181" y="1762"/>
                </a:lnTo>
                <a:lnTo>
                  <a:pt x="8811" y="8710"/>
                </a:lnTo>
                <a:lnTo>
                  <a:pt x="0" y="6947"/>
                </a:lnTo>
                <a:close/>
                <a:moveTo>
                  <a:pt x="0" y="694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267FD-A4A1-4D8C-A8E2-D157F9FF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627" y="1042574"/>
            <a:ext cx="60020" cy="46475"/>
          </a:xfrm>
          <a:custGeom xmlns:a="http://schemas.openxmlformats.org/drawingml/2006/main">
            <a:pathLst>
              <a:path w="60020" h="46475">
                <a:moveTo>
                  <a:pt x="22866" y="11491"/>
                </a:moveTo>
                <a:lnTo>
                  <a:pt x="0" y="6947"/>
                </a:lnTo>
                <a:lnTo>
                  <a:pt x="1354" y="0"/>
                </a:lnTo>
                <a:lnTo>
                  <a:pt x="60020" y="11608"/>
                </a:lnTo>
                <a:lnTo>
                  <a:pt x="58651" y="18555"/>
                </a:lnTo>
                <a:lnTo>
                  <a:pt x="52330" y="17302"/>
                </a:lnTo>
                <a:cubicBezTo>
                  <a:pt x="54558" y="19225"/>
                  <a:pt x="56029" y="21453"/>
                  <a:pt x="56830" y="23958"/>
                </a:cubicBezTo>
                <a:cubicBezTo>
                  <a:pt x="57573" y="26405"/>
                  <a:pt x="57675" y="29187"/>
                  <a:pt x="57063" y="32318"/>
                </a:cubicBezTo>
                <a:cubicBezTo>
                  <a:pt x="56029" y="37387"/>
                  <a:pt x="53189" y="41130"/>
                  <a:pt x="48529" y="43518"/>
                </a:cubicBezTo>
                <a:cubicBezTo>
                  <a:pt x="43795" y="45907"/>
                  <a:pt x="38115" y="46475"/>
                  <a:pt x="31517" y="45179"/>
                </a:cubicBezTo>
                <a:cubicBezTo>
                  <a:pt x="24861" y="43868"/>
                  <a:pt x="19851" y="41188"/>
                  <a:pt x="16385" y="37212"/>
                </a:cubicBezTo>
                <a:cubicBezTo>
                  <a:pt x="12962" y="33163"/>
                  <a:pt x="11768" y="28619"/>
                  <a:pt x="12744" y="23551"/>
                </a:cubicBezTo>
                <a:cubicBezTo>
                  <a:pt x="13370" y="20419"/>
                  <a:pt x="14506" y="17871"/>
                  <a:pt x="16152" y="15875"/>
                </a:cubicBezTo>
                <a:cubicBezTo>
                  <a:pt x="17798" y="13880"/>
                  <a:pt x="20070" y="12409"/>
                  <a:pt x="22866" y="11491"/>
                </a:cubicBezTo>
                <a:close/>
                <a:moveTo>
                  <a:pt x="32930" y="37998"/>
                </a:moveTo>
                <a:cubicBezTo>
                  <a:pt x="37998" y="39033"/>
                  <a:pt x="42208" y="38741"/>
                  <a:pt x="45514" y="37212"/>
                </a:cubicBezTo>
                <a:cubicBezTo>
                  <a:pt x="48864" y="35726"/>
                  <a:pt x="50859" y="33119"/>
                  <a:pt x="51602" y="29420"/>
                </a:cubicBezTo>
                <a:cubicBezTo>
                  <a:pt x="52330" y="25779"/>
                  <a:pt x="51427" y="22589"/>
                  <a:pt x="48922" y="19910"/>
                </a:cubicBezTo>
                <a:cubicBezTo>
                  <a:pt x="46475" y="17244"/>
                  <a:pt x="42659" y="15424"/>
                  <a:pt x="37605" y="14390"/>
                </a:cubicBezTo>
                <a:cubicBezTo>
                  <a:pt x="32479" y="13370"/>
                  <a:pt x="28269" y="13661"/>
                  <a:pt x="24963" y="15191"/>
                </a:cubicBezTo>
                <a:cubicBezTo>
                  <a:pt x="21614" y="16734"/>
                  <a:pt x="19618" y="19283"/>
                  <a:pt x="18875" y="22983"/>
                </a:cubicBezTo>
                <a:cubicBezTo>
                  <a:pt x="18147" y="26624"/>
                  <a:pt x="19050" y="29813"/>
                  <a:pt x="21555" y="32493"/>
                </a:cubicBezTo>
                <a:cubicBezTo>
                  <a:pt x="24002" y="35158"/>
                  <a:pt x="27818" y="36979"/>
                  <a:pt x="32930" y="37998"/>
                </a:cubicBezTo>
                <a:close/>
                <a:moveTo>
                  <a:pt x="32930" y="379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5407E-3CBB-41C4-B81F-AA53DE7B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517" y="998080"/>
            <a:ext cx="46548" cy="42047"/>
          </a:xfrm>
          <a:custGeom xmlns:a="http://schemas.openxmlformats.org/drawingml/2006/main">
            <a:pathLst>
              <a:path w="46548" h="42047">
                <a:moveTo>
                  <a:pt x="25269" y="1194"/>
                </a:moveTo>
                <a:lnTo>
                  <a:pt x="28619" y="1879"/>
                </a:lnTo>
                <a:lnTo>
                  <a:pt x="22313" y="33746"/>
                </a:lnTo>
                <a:cubicBezTo>
                  <a:pt x="27148" y="34430"/>
                  <a:pt x="31066" y="33687"/>
                  <a:pt x="34081" y="31576"/>
                </a:cubicBezTo>
                <a:cubicBezTo>
                  <a:pt x="37096" y="29537"/>
                  <a:pt x="39091" y="26172"/>
                  <a:pt x="40008" y="21628"/>
                </a:cubicBezTo>
                <a:cubicBezTo>
                  <a:pt x="40518" y="18948"/>
                  <a:pt x="40678" y="16283"/>
                  <a:pt x="40518" y="13661"/>
                </a:cubicBezTo>
                <a:cubicBezTo>
                  <a:pt x="40402" y="11040"/>
                  <a:pt x="39892" y="8375"/>
                  <a:pt x="39033" y="5636"/>
                </a:cubicBezTo>
                <a:lnTo>
                  <a:pt x="45630" y="6947"/>
                </a:lnTo>
                <a:cubicBezTo>
                  <a:pt x="46198" y="9627"/>
                  <a:pt x="46490" y="12351"/>
                  <a:pt x="46548" y="15089"/>
                </a:cubicBezTo>
                <a:cubicBezTo>
                  <a:pt x="46548" y="17754"/>
                  <a:pt x="46315" y="20492"/>
                  <a:pt x="45805" y="23157"/>
                </a:cubicBezTo>
                <a:cubicBezTo>
                  <a:pt x="44436" y="29930"/>
                  <a:pt x="41421" y="34823"/>
                  <a:pt x="36761" y="38013"/>
                </a:cubicBezTo>
                <a:cubicBezTo>
                  <a:pt x="32042" y="41144"/>
                  <a:pt x="26347" y="42047"/>
                  <a:pt x="19633" y="40737"/>
                </a:cubicBezTo>
                <a:cubicBezTo>
                  <a:pt x="12744" y="39382"/>
                  <a:pt x="7632" y="36411"/>
                  <a:pt x="4326" y="31925"/>
                </a:cubicBezTo>
                <a:cubicBezTo>
                  <a:pt x="1034" y="27366"/>
                  <a:pt x="0" y="21963"/>
                  <a:pt x="1253" y="15598"/>
                </a:cubicBezTo>
                <a:cubicBezTo>
                  <a:pt x="2345" y="9962"/>
                  <a:pt x="5068" y="5811"/>
                  <a:pt x="9394" y="3248"/>
                </a:cubicBezTo>
                <a:cubicBezTo>
                  <a:pt x="13661" y="626"/>
                  <a:pt x="18948" y="0"/>
                  <a:pt x="25269" y="1194"/>
                </a:cubicBezTo>
                <a:close/>
                <a:moveTo>
                  <a:pt x="21847" y="7748"/>
                </a:moveTo>
                <a:cubicBezTo>
                  <a:pt x="18045" y="7064"/>
                  <a:pt x="14797" y="7515"/>
                  <a:pt x="12132" y="9161"/>
                </a:cubicBezTo>
                <a:cubicBezTo>
                  <a:pt x="9452" y="10763"/>
                  <a:pt x="7807" y="13268"/>
                  <a:pt x="7122" y="16676"/>
                </a:cubicBezTo>
                <a:cubicBezTo>
                  <a:pt x="6379" y="20550"/>
                  <a:pt x="6831" y="23900"/>
                  <a:pt x="8535" y="26638"/>
                </a:cubicBezTo>
                <a:cubicBezTo>
                  <a:pt x="10297" y="29362"/>
                  <a:pt x="13093" y="31357"/>
                  <a:pt x="17011" y="32493"/>
                </a:cubicBezTo>
                <a:lnTo>
                  <a:pt x="21847" y="7748"/>
                </a:lnTo>
                <a:close/>
                <a:moveTo>
                  <a:pt x="21847" y="774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EA0AD-AA1D-41AA-A1EB-0E840884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285" y="957460"/>
            <a:ext cx="46082" cy="37780"/>
          </a:xfrm>
          <a:custGeom xmlns:a="http://schemas.openxmlformats.org/drawingml/2006/main">
            <a:pathLst>
              <a:path w="46082" h="37780">
                <a:moveTo>
                  <a:pt x="5913" y="0"/>
                </a:moveTo>
                <a:lnTo>
                  <a:pt x="12511" y="1311"/>
                </a:lnTo>
                <a:cubicBezTo>
                  <a:pt x="11098" y="3015"/>
                  <a:pt x="9962" y="4894"/>
                  <a:pt x="9044" y="6947"/>
                </a:cubicBezTo>
                <a:cubicBezTo>
                  <a:pt x="8141" y="8943"/>
                  <a:pt x="7399" y="11098"/>
                  <a:pt x="7005" y="13370"/>
                </a:cubicBezTo>
                <a:cubicBezTo>
                  <a:pt x="6321" y="16793"/>
                  <a:pt x="6321" y="19458"/>
                  <a:pt x="7005" y="21395"/>
                </a:cubicBezTo>
                <a:cubicBezTo>
                  <a:pt x="7734" y="23332"/>
                  <a:pt x="9161" y="24526"/>
                  <a:pt x="11258" y="24920"/>
                </a:cubicBezTo>
                <a:cubicBezTo>
                  <a:pt x="12860" y="25269"/>
                  <a:pt x="14288" y="24861"/>
                  <a:pt x="15424" y="23842"/>
                </a:cubicBezTo>
                <a:cubicBezTo>
                  <a:pt x="16560" y="22764"/>
                  <a:pt x="17929" y="20492"/>
                  <a:pt x="19516" y="16909"/>
                </a:cubicBezTo>
                <a:lnTo>
                  <a:pt x="20478" y="14623"/>
                </a:lnTo>
                <a:cubicBezTo>
                  <a:pt x="22531" y="9962"/>
                  <a:pt x="24687" y="6714"/>
                  <a:pt x="27017" y="5068"/>
                </a:cubicBezTo>
                <a:cubicBezTo>
                  <a:pt x="29362" y="3364"/>
                  <a:pt x="32260" y="2855"/>
                  <a:pt x="35668" y="3539"/>
                </a:cubicBezTo>
                <a:cubicBezTo>
                  <a:pt x="39601" y="4267"/>
                  <a:pt x="42382" y="6437"/>
                  <a:pt x="44086" y="10020"/>
                </a:cubicBezTo>
                <a:cubicBezTo>
                  <a:pt x="45747" y="13545"/>
                  <a:pt x="46082" y="18045"/>
                  <a:pt x="45004" y="23507"/>
                </a:cubicBezTo>
                <a:cubicBezTo>
                  <a:pt x="44552" y="25721"/>
                  <a:pt x="43868" y="28051"/>
                  <a:pt x="42892" y="30440"/>
                </a:cubicBezTo>
                <a:cubicBezTo>
                  <a:pt x="41989" y="32770"/>
                  <a:pt x="40853" y="35217"/>
                  <a:pt x="39426" y="37780"/>
                </a:cubicBezTo>
                <a:lnTo>
                  <a:pt x="32260" y="36353"/>
                </a:lnTo>
                <a:cubicBezTo>
                  <a:pt x="34081" y="34022"/>
                  <a:pt x="35610" y="31750"/>
                  <a:pt x="36746" y="29362"/>
                </a:cubicBezTo>
                <a:cubicBezTo>
                  <a:pt x="37897" y="27032"/>
                  <a:pt x="38741" y="24643"/>
                  <a:pt x="39193" y="22196"/>
                </a:cubicBezTo>
                <a:cubicBezTo>
                  <a:pt x="39819" y="18890"/>
                  <a:pt x="39775" y="16283"/>
                  <a:pt x="39033" y="14346"/>
                </a:cubicBezTo>
                <a:cubicBezTo>
                  <a:pt x="38232" y="12351"/>
                  <a:pt x="36862" y="11156"/>
                  <a:pt x="34823" y="10763"/>
                </a:cubicBezTo>
                <a:cubicBezTo>
                  <a:pt x="32945" y="10355"/>
                  <a:pt x="31343" y="10705"/>
                  <a:pt x="30090" y="11783"/>
                </a:cubicBezTo>
                <a:cubicBezTo>
                  <a:pt x="28852" y="12860"/>
                  <a:pt x="27308" y="15424"/>
                  <a:pt x="25546" y="19575"/>
                </a:cubicBezTo>
                <a:lnTo>
                  <a:pt x="24526" y="21847"/>
                </a:lnTo>
                <a:cubicBezTo>
                  <a:pt x="22764" y="25997"/>
                  <a:pt x="20769" y="28794"/>
                  <a:pt x="18497" y="30323"/>
                </a:cubicBezTo>
                <a:cubicBezTo>
                  <a:pt x="16268" y="31867"/>
                  <a:pt x="13487" y="32318"/>
                  <a:pt x="10239" y="31692"/>
                </a:cubicBezTo>
                <a:cubicBezTo>
                  <a:pt x="6263" y="30891"/>
                  <a:pt x="3466" y="28910"/>
                  <a:pt x="1879" y="25662"/>
                </a:cubicBezTo>
                <a:cubicBezTo>
                  <a:pt x="291" y="22415"/>
                  <a:pt x="0" y="18205"/>
                  <a:pt x="1020" y="13035"/>
                </a:cubicBezTo>
                <a:cubicBezTo>
                  <a:pt x="1529" y="10472"/>
                  <a:pt x="2156" y="8083"/>
                  <a:pt x="3015" y="5928"/>
                </a:cubicBezTo>
                <a:cubicBezTo>
                  <a:pt x="3816" y="3699"/>
                  <a:pt x="4777" y="1762"/>
                  <a:pt x="5913" y="0"/>
                </a:cubicBezTo>
                <a:close/>
                <a:moveTo>
                  <a:pt x="591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24A6D-24E5-4C25-AF26-D212E8BB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453" y="941424"/>
            <a:ext cx="11098" cy="9846"/>
          </a:xfrm>
          <a:custGeom xmlns:a="http://schemas.openxmlformats.org/drawingml/2006/main">
            <a:pathLst>
              <a:path w="11098" h="9846">
                <a:moveTo>
                  <a:pt x="0" y="7967"/>
                </a:moveTo>
                <a:lnTo>
                  <a:pt x="1529" y="0"/>
                </a:lnTo>
                <a:lnTo>
                  <a:pt x="11098" y="1879"/>
                </a:lnTo>
                <a:lnTo>
                  <a:pt x="9554" y="9846"/>
                </a:lnTo>
                <a:lnTo>
                  <a:pt x="0" y="7967"/>
                </a:lnTo>
                <a:close/>
                <a:moveTo>
                  <a:pt x="0" y="79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900C0-B6D4-446A-A6E2-04EF239A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464" y="882191"/>
            <a:ext cx="57748" cy="45237"/>
          </a:xfrm>
          <a:custGeom xmlns:a="http://schemas.openxmlformats.org/drawingml/2006/main">
            <a:pathLst>
              <a:path w="57748" h="45237">
                <a:moveTo>
                  <a:pt x="7734" y="27716"/>
                </a:moveTo>
                <a:lnTo>
                  <a:pt x="28896" y="31925"/>
                </a:lnTo>
                <a:lnTo>
                  <a:pt x="30775" y="22371"/>
                </a:lnTo>
                <a:cubicBezTo>
                  <a:pt x="31459" y="18774"/>
                  <a:pt x="31124" y="15875"/>
                  <a:pt x="29639" y="13603"/>
                </a:cubicBezTo>
                <a:cubicBezTo>
                  <a:pt x="28226" y="11273"/>
                  <a:pt x="25779" y="9787"/>
                  <a:pt x="22415" y="9103"/>
                </a:cubicBezTo>
                <a:cubicBezTo>
                  <a:pt x="19065" y="8476"/>
                  <a:pt x="16210" y="8943"/>
                  <a:pt x="14055" y="10472"/>
                </a:cubicBezTo>
                <a:cubicBezTo>
                  <a:pt x="11841" y="12074"/>
                  <a:pt x="10355" y="14623"/>
                  <a:pt x="9671" y="18147"/>
                </a:cubicBezTo>
                <a:lnTo>
                  <a:pt x="7734" y="27716"/>
                </a:lnTo>
                <a:close/>
                <a:moveTo>
                  <a:pt x="0" y="34081"/>
                </a:moveTo>
                <a:lnTo>
                  <a:pt x="3408" y="16909"/>
                </a:lnTo>
                <a:cubicBezTo>
                  <a:pt x="4661" y="10647"/>
                  <a:pt x="6991" y="6146"/>
                  <a:pt x="10530" y="3481"/>
                </a:cubicBezTo>
                <a:cubicBezTo>
                  <a:pt x="13996" y="801"/>
                  <a:pt x="18497" y="0"/>
                  <a:pt x="24002" y="1092"/>
                </a:cubicBezTo>
                <a:cubicBezTo>
                  <a:pt x="29522" y="2228"/>
                  <a:pt x="33396" y="4675"/>
                  <a:pt x="35610" y="8433"/>
                </a:cubicBezTo>
                <a:cubicBezTo>
                  <a:pt x="37838" y="12234"/>
                  <a:pt x="38290" y="17302"/>
                  <a:pt x="37037" y="23565"/>
                </a:cubicBezTo>
                <a:lnTo>
                  <a:pt x="35158" y="33178"/>
                </a:lnTo>
                <a:lnTo>
                  <a:pt x="57748" y="37605"/>
                </a:lnTo>
                <a:lnTo>
                  <a:pt x="56262" y="45237"/>
                </a:lnTo>
                <a:lnTo>
                  <a:pt x="0" y="34081"/>
                </a:lnTo>
                <a:close/>
                <a:moveTo>
                  <a:pt x="0" y="340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688FF-2599-4ADF-989A-25814D7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78" y="839925"/>
            <a:ext cx="65598" cy="41538"/>
          </a:xfrm>
          <a:custGeom xmlns:a="http://schemas.openxmlformats.org/drawingml/2006/main">
            <a:pathLst>
              <a:path w="65598" h="41538">
                <a:moveTo>
                  <a:pt x="40169" y="1136"/>
                </a:moveTo>
                <a:lnTo>
                  <a:pt x="65598" y="6204"/>
                </a:lnTo>
                <a:lnTo>
                  <a:pt x="64229" y="13137"/>
                </a:lnTo>
                <a:lnTo>
                  <a:pt x="39033" y="8141"/>
                </a:lnTo>
                <a:cubicBezTo>
                  <a:pt x="34984" y="7340"/>
                  <a:pt x="31852" y="7515"/>
                  <a:pt x="29580" y="8710"/>
                </a:cubicBezTo>
                <a:cubicBezTo>
                  <a:pt x="27308" y="9846"/>
                  <a:pt x="25823" y="12001"/>
                  <a:pt x="25196" y="15132"/>
                </a:cubicBezTo>
                <a:cubicBezTo>
                  <a:pt x="24468" y="18832"/>
                  <a:pt x="25094" y="22080"/>
                  <a:pt x="27017" y="24687"/>
                </a:cubicBezTo>
                <a:cubicBezTo>
                  <a:pt x="29012" y="27308"/>
                  <a:pt x="32027" y="29012"/>
                  <a:pt x="36178" y="29872"/>
                </a:cubicBezTo>
                <a:lnTo>
                  <a:pt x="60020" y="34590"/>
                </a:lnTo>
                <a:lnTo>
                  <a:pt x="58593" y="41538"/>
                </a:lnTo>
                <a:lnTo>
                  <a:pt x="0" y="29930"/>
                </a:lnTo>
                <a:lnTo>
                  <a:pt x="1369" y="22983"/>
                </a:lnTo>
                <a:lnTo>
                  <a:pt x="24352" y="27541"/>
                </a:lnTo>
                <a:cubicBezTo>
                  <a:pt x="22182" y="25371"/>
                  <a:pt x="20652" y="23041"/>
                  <a:pt x="19851" y="20536"/>
                </a:cubicBezTo>
                <a:cubicBezTo>
                  <a:pt x="19065" y="18031"/>
                  <a:pt x="18948" y="15307"/>
                  <a:pt x="19516" y="12409"/>
                </a:cubicBezTo>
                <a:cubicBezTo>
                  <a:pt x="20478" y="7515"/>
                  <a:pt x="22706" y="4151"/>
                  <a:pt x="26172" y="2272"/>
                </a:cubicBezTo>
                <a:cubicBezTo>
                  <a:pt x="29639" y="393"/>
                  <a:pt x="34299" y="0"/>
                  <a:pt x="40169" y="1136"/>
                </a:cubicBezTo>
                <a:close/>
                <a:moveTo>
                  <a:pt x="40169" y="11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C7BEA6-938C-4A30-AF72-4CDC7097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77" y="797310"/>
            <a:ext cx="46023" cy="37780"/>
          </a:xfrm>
          <a:custGeom xmlns:a="http://schemas.openxmlformats.org/drawingml/2006/main">
            <a:pathLst>
              <a:path w="46023" h="37780">
                <a:moveTo>
                  <a:pt x="5913" y="0"/>
                </a:moveTo>
                <a:lnTo>
                  <a:pt x="12453" y="1311"/>
                </a:lnTo>
                <a:cubicBezTo>
                  <a:pt x="11098" y="3015"/>
                  <a:pt x="9947" y="4952"/>
                  <a:pt x="9044" y="6947"/>
                </a:cubicBezTo>
                <a:cubicBezTo>
                  <a:pt x="8083" y="8943"/>
                  <a:pt x="7399" y="11098"/>
                  <a:pt x="6933" y="13370"/>
                </a:cubicBezTo>
                <a:cubicBezTo>
                  <a:pt x="6248" y="16793"/>
                  <a:pt x="6306" y="19458"/>
                  <a:pt x="6991" y="21395"/>
                </a:cubicBezTo>
                <a:cubicBezTo>
                  <a:pt x="7734" y="23332"/>
                  <a:pt x="9161" y="24526"/>
                  <a:pt x="11258" y="24920"/>
                </a:cubicBezTo>
                <a:cubicBezTo>
                  <a:pt x="12860" y="25269"/>
                  <a:pt x="14215" y="24861"/>
                  <a:pt x="15409" y="23842"/>
                </a:cubicBezTo>
                <a:cubicBezTo>
                  <a:pt x="16560" y="22764"/>
                  <a:pt x="17914" y="20492"/>
                  <a:pt x="19516" y="16895"/>
                </a:cubicBezTo>
                <a:lnTo>
                  <a:pt x="20478" y="14623"/>
                </a:lnTo>
                <a:cubicBezTo>
                  <a:pt x="22531" y="9962"/>
                  <a:pt x="24687" y="6714"/>
                  <a:pt x="27017" y="5068"/>
                </a:cubicBezTo>
                <a:cubicBezTo>
                  <a:pt x="29347" y="3364"/>
                  <a:pt x="32260" y="2855"/>
                  <a:pt x="35668" y="3525"/>
                </a:cubicBezTo>
                <a:cubicBezTo>
                  <a:pt x="39601" y="4326"/>
                  <a:pt x="42382" y="6496"/>
                  <a:pt x="44086" y="10020"/>
                </a:cubicBezTo>
                <a:cubicBezTo>
                  <a:pt x="45732" y="13603"/>
                  <a:pt x="46023" y="18045"/>
                  <a:pt x="44946" y="23507"/>
                </a:cubicBezTo>
                <a:cubicBezTo>
                  <a:pt x="44538" y="25779"/>
                  <a:pt x="43868" y="28051"/>
                  <a:pt x="42892" y="30440"/>
                </a:cubicBezTo>
                <a:cubicBezTo>
                  <a:pt x="41989" y="32770"/>
                  <a:pt x="40795" y="35217"/>
                  <a:pt x="39426" y="37780"/>
                </a:cubicBezTo>
                <a:lnTo>
                  <a:pt x="32260" y="36353"/>
                </a:lnTo>
                <a:cubicBezTo>
                  <a:pt x="34081" y="34081"/>
                  <a:pt x="35552" y="31750"/>
                  <a:pt x="36746" y="29362"/>
                </a:cubicBezTo>
                <a:cubicBezTo>
                  <a:pt x="37882" y="27032"/>
                  <a:pt x="38683" y="24643"/>
                  <a:pt x="39193" y="22196"/>
                </a:cubicBezTo>
                <a:cubicBezTo>
                  <a:pt x="39819" y="18948"/>
                  <a:pt x="39761" y="16268"/>
                  <a:pt x="39018" y="14346"/>
                </a:cubicBezTo>
                <a:cubicBezTo>
                  <a:pt x="38232" y="12351"/>
                  <a:pt x="36804" y="11156"/>
                  <a:pt x="34809" y="10763"/>
                </a:cubicBezTo>
                <a:cubicBezTo>
                  <a:pt x="32945" y="10355"/>
                  <a:pt x="31343" y="10763"/>
                  <a:pt x="30090" y="11783"/>
                </a:cubicBezTo>
                <a:cubicBezTo>
                  <a:pt x="28837" y="12860"/>
                  <a:pt x="27308" y="15482"/>
                  <a:pt x="25546" y="19575"/>
                </a:cubicBezTo>
                <a:lnTo>
                  <a:pt x="24512" y="21847"/>
                </a:lnTo>
                <a:cubicBezTo>
                  <a:pt x="22750" y="25997"/>
                  <a:pt x="20769" y="28794"/>
                  <a:pt x="18482" y="30323"/>
                </a:cubicBezTo>
                <a:cubicBezTo>
                  <a:pt x="16268" y="31867"/>
                  <a:pt x="13487" y="32318"/>
                  <a:pt x="10239" y="31692"/>
                </a:cubicBezTo>
                <a:cubicBezTo>
                  <a:pt x="6248" y="30891"/>
                  <a:pt x="3466" y="28910"/>
                  <a:pt x="1879" y="25662"/>
                </a:cubicBezTo>
                <a:cubicBezTo>
                  <a:pt x="277" y="22415"/>
                  <a:pt x="0" y="18205"/>
                  <a:pt x="1020" y="13035"/>
                </a:cubicBezTo>
                <a:cubicBezTo>
                  <a:pt x="1529" y="10472"/>
                  <a:pt x="2156" y="8083"/>
                  <a:pt x="3015" y="5928"/>
                </a:cubicBezTo>
                <a:cubicBezTo>
                  <a:pt x="3816" y="3699"/>
                  <a:pt x="4777" y="1762"/>
                  <a:pt x="5913" y="0"/>
                </a:cubicBezTo>
                <a:close/>
                <a:moveTo>
                  <a:pt x="591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73B72-94F5-41B4-9747-B2897AD9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21" y="1466879"/>
            <a:ext cx="57588" cy="46475"/>
          </a:xfrm>
          <a:custGeom xmlns:a="http://schemas.openxmlformats.org/drawingml/2006/main">
            <a:pathLst>
              <a:path w="57588" h="46475">
                <a:moveTo>
                  <a:pt x="7967" y="27366"/>
                </a:moveTo>
                <a:lnTo>
                  <a:pt x="28969" y="32260"/>
                </a:lnTo>
                <a:lnTo>
                  <a:pt x="31182" y="22750"/>
                </a:lnTo>
                <a:cubicBezTo>
                  <a:pt x="31983" y="19225"/>
                  <a:pt x="31692" y="16327"/>
                  <a:pt x="30338" y="13938"/>
                </a:cubicBezTo>
                <a:cubicBezTo>
                  <a:pt x="28969" y="11608"/>
                  <a:pt x="26638" y="10064"/>
                  <a:pt x="23216" y="9278"/>
                </a:cubicBezTo>
                <a:cubicBezTo>
                  <a:pt x="19924" y="8476"/>
                  <a:pt x="17069" y="8811"/>
                  <a:pt x="14797" y="10355"/>
                </a:cubicBezTo>
                <a:cubicBezTo>
                  <a:pt x="12584" y="11826"/>
                  <a:pt x="11040" y="14331"/>
                  <a:pt x="10195" y="17856"/>
                </a:cubicBezTo>
                <a:lnTo>
                  <a:pt x="7967" y="27366"/>
                </a:lnTo>
                <a:close/>
                <a:moveTo>
                  <a:pt x="0" y="33454"/>
                </a:moveTo>
                <a:lnTo>
                  <a:pt x="3991" y="16385"/>
                </a:lnTo>
                <a:cubicBezTo>
                  <a:pt x="5476" y="10122"/>
                  <a:pt x="7967" y="5738"/>
                  <a:pt x="11550" y="3190"/>
                </a:cubicBezTo>
                <a:cubicBezTo>
                  <a:pt x="15147" y="685"/>
                  <a:pt x="19633" y="0"/>
                  <a:pt x="25094" y="1311"/>
                </a:cubicBezTo>
                <a:cubicBezTo>
                  <a:pt x="30614" y="2563"/>
                  <a:pt x="34430" y="5170"/>
                  <a:pt x="36469" y="9044"/>
                </a:cubicBezTo>
                <a:cubicBezTo>
                  <a:pt x="38523" y="12860"/>
                  <a:pt x="38858" y="17914"/>
                  <a:pt x="37387" y="24177"/>
                </a:cubicBezTo>
                <a:lnTo>
                  <a:pt x="35173" y="33673"/>
                </a:lnTo>
                <a:lnTo>
                  <a:pt x="57588" y="38916"/>
                </a:lnTo>
                <a:lnTo>
                  <a:pt x="55825" y="46475"/>
                </a:lnTo>
                <a:lnTo>
                  <a:pt x="0" y="33454"/>
                </a:lnTo>
                <a:close/>
                <a:moveTo>
                  <a:pt x="0" y="334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906B5-4A9A-42F9-867A-2A84AE35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437" y="1425399"/>
            <a:ext cx="66384" cy="42324"/>
          </a:xfrm>
          <a:custGeom xmlns:a="http://schemas.openxmlformats.org/drawingml/2006/main">
            <a:pathLst>
              <a:path w="66384" h="42324">
                <a:moveTo>
                  <a:pt x="41072" y="1369"/>
                </a:moveTo>
                <a:lnTo>
                  <a:pt x="66384" y="7224"/>
                </a:lnTo>
                <a:lnTo>
                  <a:pt x="64739" y="14113"/>
                </a:lnTo>
                <a:lnTo>
                  <a:pt x="39703" y="8316"/>
                </a:lnTo>
                <a:cubicBezTo>
                  <a:pt x="35726" y="7340"/>
                  <a:pt x="32595" y="7457"/>
                  <a:pt x="30265" y="8535"/>
                </a:cubicBezTo>
                <a:cubicBezTo>
                  <a:pt x="27935" y="9612"/>
                  <a:pt x="26391" y="11724"/>
                  <a:pt x="25706" y="14797"/>
                </a:cubicBezTo>
                <a:cubicBezTo>
                  <a:pt x="24803" y="18497"/>
                  <a:pt x="25313" y="21730"/>
                  <a:pt x="27192" y="24410"/>
                </a:cubicBezTo>
                <a:cubicBezTo>
                  <a:pt x="29071" y="27148"/>
                  <a:pt x="32027" y="28969"/>
                  <a:pt x="36120" y="29930"/>
                </a:cubicBezTo>
                <a:lnTo>
                  <a:pt x="59787" y="35450"/>
                </a:lnTo>
                <a:lnTo>
                  <a:pt x="58199" y="42324"/>
                </a:lnTo>
                <a:lnTo>
                  <a:pt x="0" y="28794"/>
                </a:lnTo>
                <a:lnTo>
                  <a:pt x="1588" y="21847"/>
                </a:lnTo>
                <a:lnTo>
                  <a:pt x="24410" y="27192"/>
                </a:lnTo>
                <a:cubicBezTo>
                  <a:pt x="22298" y="24920"/>
                  <a:pt x="20813" y="22531"/>
                  <a:pt x="20143" y="20026"/>
                </a:cubicBezTo>
                <a:cubicBezTo>
                  <a:pt x="19400" y="17521"/>
                  <a:pt x="19400" y="14797"/>
                  <a:pt x="20084" y="11899"/>
                </a:cubicBezTo>
                <a:cubicBezTo>
                  <a:pt x="21162" y="7064"/>
                  <a:pt x="23492" y="3758"/>
                  <a:pt x="27075" y="1995"/>
                </a:cubicBezTo>
                <a:cubicBezTo>
                  <a:pt x="30600" y="233"/>
                  <a:pt x="35275" y="0"/>
                  <a:pt x="41072" y="1369"/>
                </a:cubicBezTo>
                <a:close/>
                <a:moveTo>
                  <a:pt x="41072" y="13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9DD85-669A-4A0D-A8F1-62F8D7AD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7" y="1376987"/>
            <a:ext cx="46766" cy="41640"/>
          </a:xfrm>
          <a:custGeom xmlns:a="http://schemas.openxmlformats.org/drawingml/2006/main">
            <a:pathLst>
              <a:path w="46766" h="41640">
                <a:moveTo>
                  <a:pt x="7224" y="17069"/>
                </a:moveTo>
                <a:cubicBezTo>
                  <a:pt x="6365" y="20769"/>
                  <a:pt x="7107" y="24002"/>
                  <a:pt x="9496" y="26857"/>
                </a:cubicBezTo>
                <a:cubicBezTo>
                  <a:pt x="11885" y="29639"/>
                  <a:pt x="15584" y="31634"/>
                  <a:pt x="20594" y="32828"/>
                </a:cubicBezTo>
                <a:cubicBezTo>
                  <a:pt x="25604" y="33964"/>
                  <a:pt x="29813" y="33848"/>
                  <a:pt x="33163" y="32377"/>
                </a:cubicBezTo>
                <a:cubicBezTo>
                  <a:pt x="36527" y="30891"/>
                  <a:pt x="38683" y="28328"/>
                  <a:pt x="39542" y="24628"/>
                </a:cubicBezTo>
                <a:cubicBezTo>
                  <a:pt x="40387" y="20944"/>
                  <a:pt x="39601" y="17696"/>
                  <a:pt x="37212" y="14899"/>
                </a:cubicBezTo>
                <a:cubicBezTo>
                  <a:pt x="34823" y="12059"/>
                  <a:pt x="31124" y="10064"/>
                  <a:pt x="26172" y="8928"/>
                </a:cubicBezTo>
                <a:cubicBezTo>
                  <a:pt x="21220" y="7734"/>
                  <a:pt x="17011" y="7908"/>
                  <a:pt x="13589" y="9394"/>
                </a:cubicBezTo>
                <a:cubicBezTo>
                  <a:pt x="10181" y="10865"/>
                  <a:pt x="8083" y="13428"/>
                  <a:pt x="7224" y="17069"/>
                </a:cubicBezTo>
                <a:close/>
                <a:moveTo>
                  <a:pt x="1369" y="15700"/>
                </a:moveTo>
                <a:cubicBezTo>
                  <a:pt x="2782" y="9729"/>
                  <a:pt x="5797" y="5462"/>
                  <a:pt x="10530" y="2957"/>
                </a:cubicBezTo>
                <a:cubicBezTo>
                  <a:pt x="15191" y="451"/>
                  <a:pt x="20987" y="0"/>
                  <a:pt x="27876" y="1588"/>
                </a:cubicBezTo>
                <a:cubicBezTo>
                  <a:pt x="34707" y="3190"/>
                  <a:pt x="39703" y="6204"/>
                  <a:pt x="42776" y="10530"/>
                </a:cubicBezTo>
                <a:cubicBezTo>
                  <a:pt x="45907" y="14856"/>
                  <a:pt x="46766" y="19968"/>
                  <a:pt x="45339" y="25997"/>
                </a:cubicBezTo>
                <a:cubicBezTo>
                  <a:pt x="43970" y="31969"/>
                  <a:pt x="40911" y="36236"/>
                  <a:pt x="36236" y="38741"/>
                </a:cubicBezTo>
                <a:cubicBezTo>
                  <a:pt x="31517" y="41246"/>
                  <a:pt x="25721" y="41640"/>
                  <a:pt x="18890" y="40052"/>
                </a:cubicBezTo>
                <a:cubicBezTo>
                  <a:pt x="12001" y="38465"/>
                  <a:pt x="7049" y="35508"/>
                  <a:pt x="3918" y="31182"/>
                </a:cubicBezTo>
                <a:cubicBezTo>
                  <a:pt x="859" y="26915"/>
                  <a:pt x="0" y="21730"/>
                  <a:pt x="1369" y="15700"/>
                </a:cubicBezTo>
                <a:close/>
                <a:moveTo>
                  <a:pt x="1369" y="1570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00DAD-BE01-471F-B9E8-8BE9356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119" y="1341319"/>
            <a:ext cx="58709" cy="28837"/>
          </a:xfrm>
          <a:custGeom xmlns:a="http://schemas.openxmlformats.org/drawingml/2006/main">
            <a:pathLst>
              <a:path w="58709" h="28837">
                <a:moveTo>
                  <a:pt x="1646" y="11375"/>
                </a:moveTo>
                <a:lnTo>
                  <a:pt x="13545" y="14157"/>
                </a:lnTo>
                <a:lnTo>
                  <a:pt x="16836" y="0"/>
                </a:lnTo>
                <a:lnTo>
                  <a:pt x="22182" y="1253"/>
                </a:lnTo>
                <a:lnTo>
                  <a:pt x="18890" y="15409"/>
                </a:lnTo>
                <a:lnTo>
                  <a:pt x="41581" y="20711"/>
                </a:lnTo>
                <a:cubicBezTo>
                  <a:pt x="45004" y="21497"/>
                  <a:pt x="47334" y="21555"/>
                  <a:pt x="48529" y="20871"/>
                </a:cubicBezTo>
                <a:cubicBezTo>
                  <a:pt x="49723" y="20143"/>
                  <a:pt x="50626" y="18380"/>
                  <a:pt x="51310" y="15467"/>
                </a:cubicBezTo>
                <a:lnTo>
                  <a:pt x="52971" y="8418"/>
                </a:lnTo>
                <a:lnTo>
                  <a:pt x="58709" y="9787"/>
                </a:lnTo>
                <a:lnTo>
                  <a:pt x="57063" y="16836"/>
                </a:lnTo>
                <a:cubicBezTo>
                  <a:pt x="55811" y="22123"/>
                  <a:pt x="53990" y="25604"/>
                  <a:pt x="51543" y="27133"/>
                </a:cubicBezTo>
                <a:cubicBezTo>
                  <a:pt x="49097" y="28721"/>
                  <a:pt x="45222" y="28837"/>
                  <a:pt x="39994" y="27643"/>
                </a:cubicBezTo>
                <a:lnTo>
                  <a:pt x="17230" y="22356"/>
                </a:lnTo>
                <a:lnTo>
                  <a:pt x="16094" y="27425"/>
                </a:lnTo>
                <a:lnTo>
                  <a:pt x="10749" y="26172"/>
                </a:lnTo>
                <a:lnTo>
                  <a:pt x="11885" y="21104"/>
                </a:lnTo>
                <a:lnTo>
                  <a:pt x="0" y="18322"/>
                </a:lnTo>
                <a:lnTo>
                  <a:pt x="1646" y="11375"/>
                </a:lnTo>
                <a:close/>
                <a:moveTo>
                  <a:pt x="1646" y="113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F8B1A-7533-4F9C-B0C5-A67B0CB9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422" y="1300131"/>
            <a:ext cx="46766" cy="41640"/>
          </a:xfrm>
          <a:custGeom xmlns:a="http://schemas.openxmlformats.org/drawingml/2006/main">
            <a:pathLst>
              <a:path w="46766" h="41640">
                <a:moveTo>
                  <a:pt x="7224" y="17069"/>
                </a:moveTo>
                <a:cubicBezTo>
                  <a:pt x="6379" y="20711"/>
                  <a:pt x="7180" y="24002"/>
                  <a:pt x="9511" y="26798"/>
                </a:cubicBezTo>
                <a:cubicBezTo>
                  <a:pt x="11899" y="29639"/>
                  <a:pt x="15598" y="31634"/>
                  <a:pt x="20594" y="32770"/>
                </a:cubicBezTo>
                <a:cubicBezTo>
                  <a:pt x="25604" y="33964"/>
                  <a:pt x="29813" y="33789"/>
                  <a:pt x="33178" y="32362"/>
                </a:cubicBezTo>
                <a:cubicBezTo>
                  <a:pt x="36586" y="30891"/>
                  <a:pt x="38698" y="28269"/>
                  <a:pt x="39542" y="24570"/>
                </a:cubicBezTo>
                <a:cubicBezTo>
                  <a:pt x="40402" y="20929"/>
                  <a:pt x="39659" y="17696"/>
                  <a:pt x="37270" y="14841"/>
                </a:cubicBezTo>
                <a:cubicBezTo>
                  <a:pt x="34882" y="12059"/>
                  <a:pt x="31182" y="10064"/>
                  <a:pt x="26172" y="8870"/>
                </a:cubicBezTo>
                <a:cubicBezTo>
                  <a:pt x="21220" y="7734"/>
                  <a:pt x="17011" y="7908"/>
                  <a:pt x="13661" y="9321"/>
                </a:cubicBezTo>
                <a:cubicBezTo>
                  <a:pt x="10239" y="10807"/>
                  <a:pt x="8083" y="13370"/>
                  <a:pt x="7224" y="17069"/>
                </a:cubicBezTo>
                <a:close/>
                <a:moveTo>
                  <a:pt x="1427" y="15700"/>
                </a:moveTo>
                <a:cubicBezTo>
                  <a:pt x="2796" y="9729"/>
                  <a:pt x="5869" y="5462"/>
                  <a:pt x="10530" y="2957"/>
                </a:cubicBezTo>
                <a:cubicBezTo>
                  <a:pt x="15249" y="451"/>
                  <a:pt x="21002" y="0"/>
                  <a:pt x="27876" y="1588"/>
                </a:cubicBezTo>
                <a:cubicBezTo>
                  <a:pt x="34765" y="3175"/>
                  <a:pt x="39717" y="6146"/>
                  <a:pt x="42848" y="10457"/>
                </a:cubicBezTo>
                <a:cubicBezTo>
                  <a:pt x="45922" y="14783"/>
                  <a:pt x="46766" y="19968"/>
                  <a:pt x="45412" y="25939"/>
                </a:cubicBezTo>
                <a:cubicBezTo>
                  <a:pt x="43984" y="31969"/>
                  <a:pt x="40970" y="36178"/>
                  <a:pt x="36251" y="38683"/>
                </a:cubicBezTo>
                <a:cubicBezTo>
                  <a:pt x="31517" y="41188"/>
                  <a:pt x="25779" y="41640"/>
                  <a:pt x="18890" y="40052"/>
                </a:cubicBezTo>
                <a:cubicBezTo>
                  <a:pt x="12074" y="38450"/>
                  <a:pt x="7064" y="35493"/>
                  <a:pt x="3991" y="31168"/>
                </a:cubicBezTo>
                <a:cubicBezTo>
                  <a:pt x="859" y="26842"/>
                  <a:pt x="0" y="21672"/>
                  <a:pt x="1427" y="15700"/>
                </a:cubicBezTo>
                <a:close/>
                <a:moveTo>
                  <a:pt x="1427" y="1570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DF40C-72C6-451D-9511-C52E7450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93" y="1258986"/>
            <a:ext cx="46023" cy="38916"/>
          </a:xfrm>
          <a:custGeom xmlns:a="http://schemas.openxmlformats.org/drawingml/2006/main">
            <a:pathLst>
              <a:path w="46023" h="38916">
                <a:moveTo>
                  <a:pt x="6539" y="0"/>
                </a:moveTo>
                <a:lnTo>
                  <a:pt x="13093" y="1544"/>
                </a:lnTo>
                <a:cubicBezTo>
                  <a:pt x="11608" y="3248"/>
                  <a:pt x="10414" y="5068"/>
                  <a:pt x="9452" y="7064"/>
                </a:cubicBezTo>
                <a:cubicBezTo>
                  <a:pt x="8418" y="9059"/>
                  <a:pt x="7675" y="11156"/>
                  <a:pt x="7166" y="13428"/>
                </a:cubicBezTo>
                <a:cubicBezTo>
                  <a:pt x="6379" y="16851"/>
                  <a:pt x="6263" y="19516"/>
                  <a:pt x="6947" y="21453"/>
                </a:cubicBezTo>
                <a:cubicBezTo>
                  <a:pt x="7573" y="23390"/>
                  <a:pt x="8928" y="24643"/>
                  <a:pt x="11040" y="25094"/>
                </a:cubicBezTo>
                <a:cubicBezTo>
                  <a:pt x="12627" y="25488"/>
                  <a:pt x="14055" y="25153"/>
                  <a:pt x="15249" y="24191"/>
                </a:cubicBezTo>
                <a:cubicBezTo>
                  <a:pt x="16443" y="23157"/>
                  <a:pt x="17871" y="20885"/>
                  <a:pt x="19516" y="17419"/>
                </a:cubicBezTo>
                <a:lnTo>
                  <a:pt x="20594" y="15147"/>
                </a:lnTo>
                <a:cubicBezTo>
                  <a:pt x="22822" y="10530"/>
                  <a:pt x="25094" y="7399"/>
                  <a:pt x="27483" y="5811"/>
                </a:cubicBezTo>
                <a:cubicBezTo>
                  <a:pt x="29872" y="4165"/>
                  <a:pt x="32770" y="3758"/>
                  <a:pt x="36178" y="4559"/>
                </a:cubicBezTo>
                <a:cubicBezTo>
                  <a:pt x="40052" y="5462"/>
                  <a:pt x="42790" y="7748"/>
                  <a:pt x="44378" y="11331"/>
                </a:cubicBezTo>
                <a:cubicBezTo>
                  <a:pt x="45907" y="14972"/>
                  <a:pt x="46023" y="19458"/>
                  <a:pt x="44771" y="24818"/>
                </a:cubicBezTo>
                <a:cubicBezTo>
                  <a:pt x="44261" y="27090"/>
                  <a:pt x="43518" y="29362"/>
                  <a:pt x="42499" y="31692"/>
                </a:cubicBezTo>
                <a:cubicBezTo>
                  <a:pt x="41479" y="34022"/>
                  <a:pt x="40227" y="36411"/>
                  <a:pt x="38741" y="38916"/>
                </a:cubicBezTo>
                <a:lnTo>
                  <a:pt x="31634" y="37270"/>
                </a:lnTo>
                <a:cubicBezTo>
                  <a:pt x="33571" y="34998"/>
                  <a:pt x="35100" y="32726"/>
                  <a:pt x="36353" y="30440"/>
                </a:cubicBezTo>
                <a:cubicBezTo>
                  <a:pt x="37605" y="28109"/>
                  <a:pt x="38523" y="25721"/>
                  <a:pt x="39033" y="23332"/>
                </a:cubicBezTo>
                <a:cubicBezTo>
                  <a:pt x="39819" y="20084"/>
                  <a:pt x="39819" y="17477"/>
                  <a:pt x="39149" y="15482"/>
                </a:cubicBezTo>
                <a:cubicBezTo>
                  <a:pt x="38465" y="13487"/>
                  <a:pt x="37096" y="12234"/>
                  <a:pt x="35042" y="11724"/>
                </a:cubicBezTo>
                <a:cubicBezTo>
                  <a:pt x="33163" y="11331"/>
                  <a:pt x="31634" y="11608"/>
                  <a:pt x="30323" y="12642"/>
                </a:cubicBezTo>
                <a:cubicBezTo>
                  <a:pt x="29012" y="13661"/>
                  <a:pt x="27425" y="16225"/>
                  <a:pt x="25488" y="20259"/>
                </a:cubicBezTo>
                <a:lnTo>
                  <a:pt x="24410" y="22531"/>
                </a:lnTo>
                <a:cubicBezTo>
                  <a:pt x="22473" y="26580"/>
                  <a:pt x="20419" y="29304"/>
                  <a:pt x="18089" y="30789"/>
                </a:cubicBezTo>
                <a:cubicBezTo>
                  <a:pt x="15817" y="32260"/>
                  <a:pt x="13035" y="32610"/>
                  <a:pt x="9787" y="31867"/>
                </a:cubicBezTo>
                <a:cubicBezTo>
                  <a:pt x="5855" y="30906"/>
                  <a:pt x="3131" y="28794"/>
                  <a:pt x="1646" y="25488"/>
                </a:cubicBezTo>
                <a:cubicBezTo>
                  <a:pt x="175" y="22254"/>
                  <a:pt x="0" y="18045"/>
                  <a:pt x="1194" y="12860"/>
                </a:cubicBezTo>
                <a:cubicBezTo>
                  <a:pt x="1821" y="10355"/>
                  <a:pt x="2563" y="7967"/>
                  <a:pt x="3408" y="5869"/>
                </a:cubicBezTo>
                <a:cubicBezTo>
                  <a:pt x="4326" y="3641"/>
                  <a:pt x="5345" y="1719"/>
                  <a:pt x="6539" y="0"/>
                </a:cubicBezTo>
                <a:close/>
                <a:moveTo>
                  <a:pt x="653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A4FE8-DEE0-4AD8-B5F5-510F12F2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432" y="1199316"/>
            <a:ext cx="61957" cy="55694"/>
          </a:xfrm>
          <a:custGeom xmlns:a="http://schemas.openxmlformats.org/drawingml/2006/main">
            <a:pathLst>
              <a:path w="61957" h="55694">
                <a:moveTo>
                  <a:pt x="7967" y="36527"/>
                </a:moveTo>
                <a:lnTo>
                  <a:pt x="51369" y="46650"/>
                </a:lnTo>
                <a:lnTo>
                  <a:pt x="53539" y="37547"/>
                </a:lnTo>
                <a:cubicBezTo>
                  <a:pt x="55301" y="29813"/>
                  <a:pt x="54908" y="23784"/>
                  <a:pt x="52228" y="19400"/>
                </a:cubicBezTo>
                <a:cubicBezTo>
                  <a:pt x="49548" y="15016"/>
                  <a:pt x="44494" y="11943"/>
                  <a:pt x="36921" y="10181"/>
                </a:cubicBezTo>
                <a:cubicBezTo>
                  <a:pt x="29478" y="8418"/>
                  <a:pt x="23551" y="8928"/>
                  <a:pt x="19225" y="11724"/>
                </a:cubicBezTo>
                <a:cubicBezTo>
                  <a:pt x="14958" y="14448"/>
                  <a:pt x="11899" y="19676"/>
                  <a:pt x="10079" y="27425"/>
                </a:cubicBezTo>
                <a:lnTo>
                  <a:pt x="7967" y="36527"/>
                </a:lnTo>
                <a:close/>
                <a:moveTo>
                  <a:pt x="0" y="42659"/>
                </a:moveTo>
                <a:lnTo>
                  <a:pt x="3583" y="27133"/>
                </a:lnTo>
                <a:cubicBezTo>
                  <a:pt x="6146" y="16327"/>
                  <a:pt x="10239" y="8870"/>
                  <a:pt x="15933" y="4894"/>
                </a:cubicBezTo>
                <a:cubicBezTo>
                  <a:pt x="21628" y="845"/>
                  <a:pt x="29245" y="0"/>
                  <a:pt x="38800" y="2214"/>
                </a:cubicBezTo>
                <a:cubicBezTo>
                  <a:pt x="48412" y="4442"/>
                  <a:pt x="54908" y="8651"/>
                  <a:pt x="58258" y="14783"/>
                </a:cubicBezTo>
                <a:cubicBezTo>
                  <a:pt x="61564" y="20929"/>
                  <a:pt x="61957" y="29347"/>
                  <a:pt x="59452" y="40169"/>
                </a:cubicBezTo>
                <a:lnTo>
                  <a:pt x="55811" y="55694"/>
                </a:lnTo>
                <a:lnTo>
                  <a:pt x="0" y="42659"/>
                </a:lnTo>
                <a:close/>
                <a:moveTo>
                  <a:pt x="0" y="4265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5514B-A42F-4CEC-AB5B-C459CCD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195" y="1147656"/>
            <a:ext cx="64244" cy="48354"/>
          </a:xfrm>
          <a:custGeom xmlns:a="http://schemas.openxmlformats.org/drawingml/2006/main">
            <a:pathLst>
              <a:path w="64244" h="48354">
                <a:moveTo>
                  <a:pt x="0" y="35333"/>
                </a:moveTo>
                <a:lnTo>
                  <a:pt x="8200" y="0"/>
                </a:lnTo>
                <a:lnTo>
                  <a:pt x="14564" y="1529"/>
                </a:lnTo>
                <a:lnTo>
                  <a:pt x="8141" y="29245"/>
                </a:lnTo>
                <a:lnTo>
                  <a:pt x="24643" y="33105"/>
                </a:lnTo>
                <a:lnTo>
                  <a:pt x="30847" y="6539"/>
                </a:lnTo>
                <a:lnTo>
                  <a:pt x="37212" y="8025"/>
                </a:lnTo>
                <a:lnTo>
                  <a:pt x="31008" y="34590"/>
                </a:lnTo>
                <a:lnTo>
                  <a:pt x="51208" y="39309"/>
                </a:lnTo>
                <a:lnTo>
                  <a:pt x="57864" y="10923"/>
                </a:lnTo>
                <a:lnTo>
                  <a:pt x="64244" y="12409"/>
                </a:lnTo>
                <a:lnTo>
                  <a:pt x="55811" y="48354"/>
                </a:lnTo>
                <a:lnTo>
                  <a:pt x="0" y="35333"/>
                </a:lnTo>
                <a:close/>
                <a:moveTo>
                  <a:pt x="0" y="353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8AC53-71CC-4E4E-9FF2-AA57740C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055" y="1101574"/>
            <a:ext cx="60588" cy="47728"/>
          </a:xfrm>
          <a:custGeom xmlns:a="http://schemas.openxmlformats.org/drawingml/2006/main">
            <a:pathLst>
              <a:path w="60588" h="47728">
                <a:moveTo>
                  <a:pt x="8083" y="0"/>
                </a:moveTo>
                <a:lnTo>
                  <a:pt x="15424" y="1704"/>
                </a:lnTo>
                <a:cubicBezTo>
                  <a:pt x="13370" y="4209"/>
                  <a:pt x="11724" y="6714"/>
                  <a:pt x="10472" y="9103"/>
                </a:cubicBezTo>
                <a:cubicBezTo>
                  <a:pt x="9219" y="11491"/>
                  <a:pt x="8316" y="13880"/>
                  <a:pt x="7734" y="16210"/>
                </a:cubicBezTo>
                <a:cubicBezTo>
                  <a:pt x="6772" y="20303"/>
                  <a:pt x="6831" y="23667"/>
                  <a:pt x="7908" y="26289"/>
                </a:cubicBezTo>
                <a:cubicBezTo>
                  <a:pt x="8986" y="28896"/>
                  <a:pt x="10982" y="30556"/>
                  <a:pt x="13938" y="31226"/>
                </a:cubicBezTo>
                <a:cubicBezTo>
                  <a:pt x="16385" y="31794"/>
                  <a:pt x="18439" y="31517"/>
                  <a:pt x="20084" y="30323"/>
                </a:cubicBezTo>
                <a:cubicBezTo>
                  <a:pt x="21686" y="29129"/>
                  <a:pt x="23332" y="26565"/>
                  <a:pt x="25094" y="22589"/>
                </a:cubicBezTo>
                <a:lnTo>
                  <a:pt x="27090" y="18264"/>
                </a:lnTo>
                <a:cubicBezTo>
                  <a:pt x="29478" y="12860"/>
                  <a:pt x="32318" y="9161"/>
                  <a:pt x="35668" y="7107"/>
                </a:cubicBezTo>
                <a:cubicBezTo>
                  <a:pt x="38974" y="5068"/>
                  <a:pt x="42907" y="4544"/>
                  <a:pt x="47451" y="5636"/>
                </a:cubicBezTo>
                <a:cubicBezTo>
                  <a:pt x="52854" y="6889"/>
                  <a:pt x="56554" y="9671"/>
                  <a:pt x="58491" y="13938"/>
                </a:cubicBezTo>
                <a:cubicBezTo>
                  <a:pt x="60428" y="18205"/>
                  <a:pt x="60588" y="23842"/>
                  <a:pt x="58942" y="30833"/>
                </a:cubicBezTo>
                <a:cubicBezTo>
                  <a:pt x="58316" y="33513"/>
                  <a:pt x="57413" y="36236"/>
                  <a:pt x="56102" y="39076"/>
                </a:cubicBezTo>
                <a:cubicBezTo>
                  <a:pt x="54791" y="41931"/>
                  <a:pt x="53204" y="44771"/>
                  <a:pt x="51267" y="47728"/>
                </a:cubicBezTo>
                <a:lnTo>
                  <a:pt x="43475" y="45907"/>
                </a:lnTo>
                <a:cubicBezTo>
                  <a:pt x="45922" y="43242"/>
                  <a:pt x="47902" y="40504"/>
                  <a:pt x="49504" y="37780"/>
                </a:cubicBezTo>
                <a:cubicBezTo>
                  <a:pt x="51034" y="35042"/>
                  <a:pt x="52170" y="32260"/>
                  <a:pt x="52796" y="29406"/>
                </a:cubicBezTo>
                <a:cubicBezTo>
                  <a:pt x="53830" y="25094"/>
                  <a:pt x="53772" y="21555"/>
                  <a:pt x="52636" y="18832"/>
                </a:cubicBezTo>
                <a:cubicBezTo>
                  <a:pt x="51427" y="16094"/>
                  <a:pt x="49330" y="14390"/>
                  <a:pt x="46140" y="13647"/>
                </a:cubicBezTo>
                <a:cubicBezTo>
                  <a:pt x="43416" y="12962"/>
                  <a:pt x="41086" y="13312"/>
                  <a:pt x="39149" y="14681"/>
                </a:cubicBezTo>
                <a:cubicBezTo>
                  <a:pt x="37212" y="15992"/>
                  <a:pt x="35391" y="18482"/>
                  <a:pt x="33746" y="22123"/>
                </a:cubicBezTo>
                <a:lnTo>
                  <a:pt x="31750" y="26507"/>
                </a:lnTo>
                <a:cubicBezTo>
                  <a:pt x="29304" y="31911"/>
                  <a:pt x="26624" y="35552"/>
                  <a:pt x="23609" y="37547"/>
                </a:cubicBezTo>
                <a:cubicBezTo>
                  <a:pt x="20652" y="39484"/>
                  <a:pt x="17011" y="39936"/>
                  <a:pt x="12744" y="38974"/>
                </a:cubicBezTo>
                <a:cubicBezTo>
                  <a:pt x="7850" y="37838"/>
                  <a:pt x="4326" y="35158"/>
                  <a:pt x="2330" y="31008"/>
                </a:cubicBezTo>
                <a:cubicBezTo>
                  <a:pt x="291" y="26915"/>
                  <a:pt x="0" y="21730"/>
                  <a:pt x="1427" y="15642"/>
                </a:cubicBezTo>
                <a:cubicBezTo>
                  <a:pt x="1995" y="13021"/>
                  <a:pt x="2898" y="10414"/>
                  <a:pt x="3991" y="7792"/>
                </a:cubicBezTo>
                <a:cubicBezTo>
                  <a:pt x="5127" y="5229"/>
                  <a:pt x="6437" y="2622"/>
                  <a:pt x="8083" y="0"/>
                </a:cubicBezTo>
                <a:close/>
                <a:moveTo>
                  <a:pt x="808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EAD6D-5F50-41E4-BDCE-24A68AD9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843" y="1052536"/>
            <a:ext cx="57573" cy="46475"/>
          </a:xfrm>
          <a:custGeom xmlns:a="http://schemas.openxmlformats.org/drawingml/2006/main">
            <a:pathLst>
              <a:path w="57573" h="46475">
                <a:moveTo>
                  <a:pt x="7967" y="27366"/>
                </a:moveTo>
                <a:lnTo>
                  <a:pt x="28910" y="32260"/>
                </a:lnTo>
                <a:lnTo>
                  <a:pt x="31124" y="22750"/>
                </a:lnTo>
                <a:cubicBezTo>
                  <a:pt x="31969" y="19225"/>
                  <a:pt x="31692" y="16268"/>
                  <a:pt x="30323" y="13938"/>
                </a:cubicBezTo>
                <a:cubicBezTo>
                  <a:pt x="28954" y="11608"/>
                  <a:pt x="26565" y="10006"/>
                  <a:pt x="23216" y="9263"/>
                </a:cubicBezTo>
                <a:cubicBezTo>
                  <a:pt x="19851" y="8476"/>
                  <a:pt x="17069" y="8811"/>
                  <a:pt x="14797" y="10297"/>
                </a:cubicBezTo>
                <a:cubicBezTo>
                  <a:pt x="12511" y="11826"/>
                  <a:pt x="10982" y="14331"/>
                  <a:pt x="10181" y="17856"/>
                </a:cubicBezTo>
                <a:lnTo>
                  <a:pt x="7967" y="27366"/>
                </a:lnTo>
                <a:close/>
                <a:moveTo>
                  <a:pt x="0" y="33454"/>
                </a:moveTo>
                <a:lnTo>
                  <a:pt x="3991" y="16385"/>
                </a:lnTo>
                <a:cubicBezTo>
                  <a:pt x="5403" y="10122"/>
                  <a:pt x="7967" y="5738"/>
                  <a:pt x="11491" y="3175"/>
                </a:cubicBezTo>
                <a:cubicBezTo>
                  <a:pt x="15074" y="626"/>
                  <a:pt x="19633" y="0"/>
                  <a:pt x="25094" y="1253"/>
                </a:cubicBezTo>
                <a:cubicBezTo>
                  <a:pt x="30614" y="2549"/>
                  <a:pt x="34357" y="5112"/>
                  <a:pt x="36469" y="8986"/>
                </a:cubicBezTo>
                <a:cubicBezTo>
                  <a:pt x="38523" y="12860"/>
                  <a:pt x="38800" y="17914"/>
                  <a:pt x="37387" y="24177"/>
                </a:cubicBezTo>
                <a:lnTo>
                  <a:pt x="35158" y="33673"/>
                </a:lnTo>
                <a:lnTo>
                  <a:pt x="57573" y="38916"/>
                </a:lnTo>
                <a:lnTo>
                  <a:pt x="55811" y="46475"/>
                </a:lnTo>
                <a:lnTo>
                  <a:pt x="0" y="33454"/>
                </a:lnTo>
                <a:close/>
                <a:moveTo>
                  <a:pt x="0" y="334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A32A2-9288-4AC4-9CB0-DA4FFED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144" y="1032670"/>
            <a:ext cx="59801" cy="20434"/>
          </a:xfrm>
          <a:custGeom xmlns:a="http://schemas.openxmlformats.org/drawingml/2006/main">
            <a:pathLst>
              <a:path w="59801" h="20434">
                <a:moveTo>
                  <a:pt x="0" y="6889"/>
                </a:moveTo>
                <a:lnTo>
                  <a:pt x="1660" y="0"/>
                </a:lnTo>
                <a:lnTo>
                  <a:pt x="59801" y="13545"/>
                </a:lnTo>
                <a:lnTo>
                  <a:pt x="58214" y="20434"/>
                </a:lnTo>
                <a:lnTo>
                  <a:pt x="0" y="6889"/>
                </a:lnTo>
                <a:close/>
                <a:moveTo>
                  <a:pt x="0" y="68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41E9B-16CF-41F5-B97E-356A12B0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263" y="987681"/>
            <a:ext cx="50116" cy="42382"/>
          </a:xfrm>
          <a:custGeom xmlns:a="http://schemas.openxmlformats.org/drawingml/2006/main">
            <a:pathLst>
              <a:path w="50116" h="42382">
                <a:moveTo>
                  <a:pt x="25371" y="41013"/>
                </a:moveTo>
                <a:lnTo>
                  <a:pt x="0" y="35100"/>
                </a:lnTo>
                <a:lnTo>
                  <a:pt x="1646" y="28211"/>
                </a:lnTo>
                <a:lnTo>
                  <a:pt x="26740" y="34066"/>
                </a:lnTo>
                <a:cubicBezTo>
                  <a:pt x="30658" y="34984"/>
                  <a:pt x="33848" y="34925"/>
                  <a:pt x="36178" y="33848"/>
                </a:cubicBezTo>
                <a:cubicBezTo>
                  <a:pt x="38508" y="32770"/>
                  <a:pt x="40052" y="30658"/>
                  <a:pt x="40780" y="27585"/>
                </a:cubicBezTo>
                <a:cubicBezTo>
                  <a:pt x="41640" y="23827"/>
                  <a:pt x="41130" y="20652"/>
                  <a:pt x="39251" y="17914"/>
                </a:cubicBezTo>
                <a:cubicBezTo>
                  <a:pt x="37430" y="15234"/>
                  <a:pt x="34416" y="13370"/>
                  <a:pt x="30323" y="12453"/>
                </a:cubicBezTo>
                <a:lnTo>
                  <a:pt x="6598" y="6874"/>
                </a:lnTo>
                <a:lnTo>
                  <a:pt x="8185" y="0"/>
                </a:lnTo>
                <a:lnTo>
                  <a:pt x="50116" y="9773"/>
                </a:lnTo>
                <a:lnTo>
                  <a:pt x="48470" y="16662"/>
                </a:lnTo>
                <a:lnTo>
                  <a:pt x="42033" y="15191"/>
                </a:lnTo>
                <a:cubicBezTo>
                  <a:pt x="44203" y="17404"/>
                  <a:pt x="45616" y="19793"/>
                  <a:pt x="46358" y="22298"/>
                </a:cubicBezTo>
                <a:cubicBezTo>
                  <a:pt x="47101" y="24803"/>
                  <a:pt x="47101" y="27468"/>
                  <a:pt x="46417" y="30425"/>
                </a:cubicBezTo>
                <a:cubicBezTo>
                  <a:pt x="45281" y="35217"/>
                  <a:pt x="42950" y="38508"/>
                  <a:pt x="39368" y="40329"/>
                </a:cubicBezTo>
                <a:cubicBezTo>
                  <a:pt x="35785" y="42149"/>
                  <a:pt x="31110" y="42382"/>
                  <a:pt x="25371" y="41013"/>
                </a:cubicBezTo>
                <a:close/>
                <a:moveTo>
                  <a:pt x="25371" y="410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2EB17-5F56-4F87-A614-35731C2D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90" y="939094"/>
            <a:ext cx="61782" cy="45339"/>
          </a:xfrm>
          <a:custGeom xmlns:a="http://schemas.openxmlformats.org/drawingml/2006/main">
            <a:pathLst>
              <a:path w="61782" h="45339">
                <a:moveTo>
                  <a:pt x="25764" y="11652"/>
                </a:moveTo>
                <a:cubicBezTo>
                  <a:pt x="20769" y="10457"/>
                  <a:pt x="16662" y="10574"/>
                  <a:pt x="13487" y="12001"/>
                </a:cubicBezTo>
                <a:cubicBezTo>
                  <a:pt x="10239" y="13428"/>
                  <a:pt x="8185" y="15977"/>
                  <a:pt x="7340" y="19735"/>
                </a:cubicBezTo>
                <a:cubicBezTo>
                  <a:pt x="6481" y="23376"/>
                  <a:pt x="7166" y="26624"/>
                  <a:pt x="9438" y="29289"/>
                </a:cubicBezTo>
                <a:cubicBezTo>
                  <a:pt x="11724" y="31969"/>
                  <a:pt x="15307" y="33906"/>
                  <a:pt x="20303" y="35100"/>
                </a:cubicBezTo>
                <a:cubicBezTo>
                  <a:pt x="25255" y="36236"/>
                  <a:pt x="29347" y="36120"/>
                  <a:pt x="32595" y="34692"/>
                </a:cubicBezTo>
                <a:cubicBezTo>
                  <a:pt x="35785" y="33280"/>
                  <a:pt x="37838" y="30716"/>
                  <a:pt x="38683" y="27017"/>
                </a:cubicBezTo>
                <a:cubicBezTo>
                  <a:pt x="39601" y="23318"/>
                  <a:pt x="38858" y="20128"/>
                  <a:pt x="36586" y="17404"/>
                </a:cubicBezTo>
                <a:cubicBezTo>
                  <a:pt x="34357" y="14725"/>
                  <a:pt x="30716" y="12802"/>
                  <a:pt x="25764" y="11652"/>
                </a:cubicBezTo>
                <a:close/>
                <a:moveTo>
                  <a:pt x="43635" y="8535"/>
                </a:moveTo>
                <a:cubicBezTo>
                  <a:pt x="50742" y="10239"/>
                  <a:pt x="55694" y="13021"/>
                  <a:pt x="58432" y="17011"/>
                </a:cubicBezTo>
                <a:cubicBezTo>
                  <a:pt x="61156" y="20987"/>
                  <a:pt x="61782" y="26216"/>
                  <a:pt x="60253" y="32770"/>
                </a:cubicBezTo>
                <a:cubicBezTo>
                  <a:pt x="59685" y="35217"/>
                  <a:pt x="58942" y="37430"/>
                  <a:pt x="58083" y="39484"/>
                </a:cubicBezTo>
                <a:cubicBezTo>
                  <a:pt x="57238" y="41523"/>
                  <a:pt x="56204" y="43518"/>
                  <a:pt x="54951" y="45339"/>
                </a:cubicBezTo>
                <a:lnTo>
                  <a:pt x="48296" y="43795"/>
                </a:lnTo>
                <a:cubicBezTo>
                  <a:pt x="49839" y="42033"/>
                  <a:pt x="51150" y="40212"/>
                  <a:pt x="52111" y="38333"/>
                </a:cubicBezTo>
                <a:cubicBezTo>
                  <a:pt x="53073" y="36513"/>
                  <a:pt x="53815" y="34590"/>
                  <a:pt x="54267" y="32537"/>
                </a:cubicBezTo>
                <a:cubicBezTo>
                  <a:pt x="55359" y="28036"/>
                  <a:pt x="54951" y="24352"/>
                  <a:pt x="53131" y="21555"/>
                </a:cubicBezTo>
                <a:cubicBezTo>
                  <a:pt x="51310" y="18774"/>
                  <a:pt x="48019" y="16836"/>
                  <a:pt x="43242" y="15700"/>
                </a:cubicBezTo>
                <a:lnTo>
                  <a:pt x="39819" y="14899"/>
                </a:lnTo>
                <a:cubicBezTo>
                  <a:pt x="41989" y="16895"/>
                  <a:pt x="43402" y="19167"/>
                  <a:pt x="44086" y="21672"/>
                </a:cubicBezTo>
                <a:cubicBezTo>
                  <a:pt x="44771" y="24177"/>
                  <a:pt x="44771" y="26959"/>
                  <a:pt x="44086" y="30090"/>
                </a:cubicBezTo>
                <a:cubicBezTo>
                  <a:pt x="42892" y="35217"/>
                  <a:pt x="39936" y="38858"/>
                  <a:pt x="35333" y="41130"/>
                </a:cubicBezTo>
                <a:cubicBezTo>
                  <a:pt x="30658" y="43344"/>
                  <a:pt x="25080" y="43693"/>
                  <a:pt x="18657" y="42208"/>
                </a:cubicBezTo>
                <a:cubicBezTo>
                  <a:pt x="12176" y="40678"/>
                  <a:pt x="7340" y="37882"/>
                  <a:pt x="4151" y="33848"/>
                </a:cubicBezTo>
                <a:cubicBezTo>
                  <a:pt x="961" y="29799"/>
                  <a:pt x="0" y="25196"/>
                  <a:pt x="1194" y="20084"/>
                </a:cubicBezTo>
                <a:cubicBezTo>
                  <a:pt x="1879" y="16953"/>
                  <a:pt x="3131" y="14448"/>
                  <a:pt x="4894" y="12511"/>
                </a:cubicBezTo>
                <a:cubicBezTo>
                  <a:pt x="6598" y="10574"/>
                  <a:pt x="8870" y="9205"/>
                  <a:pt x="11666" y="8360"/>
                </a:cubicBezTo>
                <a:lnTo>
                  <a:pt x="5287" y="6874"/>
                </a:lnTo>
                <a:lnTo>
                  <a:pt x="6933" y="0"/>
                </a:lnTo>
                <a:lnTo>
                  <a:pt x="43635" y="8535"/>
                </a:lnTo>
                <a:close/>
                <a:moveTo>
                  <a:pt x="43635" y="85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66EAF-E7B9-4220-82E5-0EDB677B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802" y="914233"/>
            <a:ext cx="59787" cy="20419"/>
          </a:xfrm>
          <a:custGeom xmlns:a="http://schemas.openxmlformats.org/drawingml/2006/main">
            <a:pathLst>
              <a:path w="59787" h="20419">
                <a:moveTo>
                  <a:pt x="16327" y="10690"/>
                </a:moveTo>
                <a:lnTo>
                  <a:pt x="17914" y="3801"/>
                </a:lnTo>
                <a:lnTo>
                  <a:pt x="59787" y="13589"/>
                </a:lnTo>
                <a:lnTo>
                  <a:pt x="58199" y="20419"/>
                </a:lnTo>
                <a:lnTo>
                  <a:pt x="16327" y="10690"/>
                </a:lnTo>
                <a:close/>
                <a:moveTo>
                  <a:pt x="0" y="6874"/>
                </a:moveTo>
                <a:lnTo>
                  <a:pt x="1588" y="0"/>
                </a:lnTo>
                <a:lnTo>
                  <a:pt x="10355" y="2039"/>
                </a:lnTo>
                <a:lnTo>
                  <a:pt x="8710" y="8928"/>
                </a:lnTo>
                <a:lnTo>
                  <a:pt x="0" y="6874"/>
                </a:lnTo>
                <a:close/>
                <a:moveTo>
                  <a:pt x="0" y="68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A3ED6-DC04-4A8B-8FAB-F4F6FD3A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23" y="871326"/>
            <a:ext cx="50058" cy="42339"/>
          </a:xfrm>
          <a:custGeom xmlns:a="http://schemas.openxmlformats.org/drawingml/2006/main">
            <a:pathLst>
              <a:path w="50058" h="42339">
                <a:moveTo>
                  <a:pt x="24803" y="1369"/>
                </a:moveTo>
                <a:lnTo>
                  <a:pt x="50058" y="7224"/>
                </a:lnTo>
                <a:lnTo>
                  <a:pt x="48470" y="14113"/>
                </a:lnTo>
                <a:lnTo>
                  <a:pt x="23376" y="8316"/>
                </a:lnTo>
                <a:cubicBezTo>
                  <a:pt x="19458" y="7340"/>
                  <a:pt x="16327" y="7457"/>
                  <a:pt x="13996" y="8535"/>
                </a:cubicBezTo>
                <a:cubicBezTo>
                  <a:pt x="11666" y="9612"/>
                  <a:pt x="10122" y="11724"/>
                  <a:pt x="9379" y="14797"/>
                </a:cubicBezTo>
                <a:cubicBezTo>
                  <a:pt x="8535" y="18497"/>
                  <a:pt x="9044" y="21730"/>
                  <a:pt x="10923" y="24410"/>
                </a:cubicBezTo>
                <a:cubicBezTo>
                  <a:pt x="12744" y="27148"/>
                  <a:pt x="15759" y="28969"/>
                  <a:pt x="19851" y="29872"/>
                </a:cubicBezTo>
                <a:lnTo>
                  <a:pt x="43518" y="35450"/>
                </a:lnTo>
                <a:lnTo>
                  <a:pt x="41873" y="42339"/>
                </a:lnTo>
                <a:lnTo>
                  <a:pt x="0" y="32551"/>
                </a:lnTo>
                <a:lnTo>
                  <a:pt x="1588" y="25662"/>
                </a:lnTo>
                <a:lnTo>
                  <a:pt x="8141" y="27148"/>
                </a:lnTo>
                <a:cubicBezTo>
                  <a:pt x="5971" y="24920"/>
                  <a:pt x="4544" y="22531"/>
                  <a:pt x="3816" y="20026"/>
                </a:cubicBezTo>
                <a:cubicBezTo>
                  <a:pt x="3131" y="17521"/>
                  <a:pt x="3073" y="14797"/>
                  <a:pt x="3758" y="11841"/>
                </a:cubicBezTo>
                <a:cubicBezTo>
                  <a:pt x="4894" y="7064"/>
                  <a:pt x="7224" y="3758"/>
                  <a:pt x="10807" y="1995"/>
                </a:cubicBezTo>
                <a:cubicBezTo>
                  <a:pt x="14331" y="233"/>
                  <a:pt x="19007" y="0"/>
                  <a:pt x="24803" y="1369"/>
                </a:cubicBezTo>
                <a:close/>
                <a:moveTo>
                  <a:pt x="24803" y="13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C12DD-7F91-48DD-A4F8-4DC792F2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992" y="853747"/>
            <a:ext cx="11389" cy="10137"/>
          </a:xfrm>
          <a:custGeom xmlns:a="http://schemas.openxmlformats.org/drawingml/2006/main">
            <a:pathLst>
              <a:path w="11389" h="10137">
                <a:moveTo>
                  <a:pt x="0" y="7908"/>
                </a:moveTo>
                <a:lnTo>
                  <a:pt x="1879" y="0"/>
                </a:lnTo>
                <a:lnTo>
                  <a:pt x="11389" y="2228"/>
                </a:lnTo>
                <a:lnTo>
                  <a:pt x="9511" y="10137"/>
                </a:lnTo>
                <a:lnTo>
                  <a:pt x="0" y="7908"/>
                </a:lnTo>
                <a:close/>
                <a:moveTo>
                  <a:pt x="0" y="79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86DB6-C225-421B-B01D-BC802F8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212" y="803966"/>
            <a:ext cx="63938" cy="36251"/>
          </a:xfrm>
          <a:custGeom xmlns:a="http://schemas.openxmlformats.org/drawingml/2006/main">
            <a:pathLst>
              <a:path w="63938" h="36251">
                <a:moveTo>
                  <a:pt x="0" y="23216"/>
                </a:moveTo>
                <a:lnTo>
                  <a:pt x="1762" y="15642"/>
                </a:lnTo>
                <a:lnTo>
                  <a:pt x="51252" y="27192"/>
                </a:lnTo>
                <a:lnTo>
                  <a:pt x="57573" y="0"/>
                </a:lnTo>
                <a:lnTo>
                  <a:pt x="63938" y="1486"/>
                </a:lnTo>
                <a:lnTo>
                  <a:pt x="55869" y="36251"/>
                </a:lnTo>
                <a:lnTo>
                  <a:pt x="0" y="23216"/>
                </a:lnTo>
                <a:close/>
                <a:moveTo>
                  <a:pt x="0" y="2321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F7136-826A-4128-9784-D73BE34C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525" y="758000"/>
            <a:ext cx="48077" cy="40562"/>
          </a:xfrm>
          <a:custGeom xmlns:a="http://schemas.openxmlformats.org/drawingml/2006/main">
            <a:pathLst>
              <a:path w="48077" h="40562">
                <a:moveTo>
                  <a:pt x="23784" y="15875"/>
                </a:moveTo>
                <a:cubicBezTo>
                  <a:pt x="22531" y="21453"/>
                  <a:pt x="22240" y="25429"/>
                  <a:pt x="22983" y="27876"/>
                </a:cubicBezTo>
                <a:cubicBezTo>
                  <a:pt x="23784" y="30323"/>
                  <a:pt x="25721" y="31911"/>
                  <a:pt x="28779" y="32653"/>
                </a:cubicBezTo>
                <a:cubicBezTo>
                  <a:pt x="31226" y="33221"/>
                  <a:pt x="33338" y="32828"/>
                  <a:pt x="35158" y="31576"/>
                </a:cubicBezTo>
                <a:cubicBezTo>
                  <a:pt x="36979" y="30265"/>
                  <a:pt x="38173" y="28269"/>
                  <a:pt x="38800" y="25488"/>
                </a:cubicBezTo>
                <a:cubicBezTo>
                  <a:pt x="39703" y="21672"/>
                  <a:pt x="39091" y="18322"/>
                  <a:pt x="36921" y="15365"/>
                </a:cubicBezTo>
                <a:cubicBezTo>
                  <a:pt x="34765" y="12467"/>
                  <a:pt x="31401" y="10472"/>
                  <a:pt x="26915" y="9394"/>
                </a:cubicBezTo>
                <a:lnTo>
                  <a:pt x="25371" y="9044"/>
                </a:lnTo>
                <a:lnTo>
                  <a:pt x="23784" y="15875"/>
                </a:lnTo>
                <a:close/>
                <a:moveTo>
                  <a:pt x="24177" y="1486"/>
                </a:moveTo>
                <a:lnTo>
                  <a:pt x="48077" y="7049"/>
                </a:lnTo>
                <a:lnTo>
                  <a:pt x="46475" y="13938"/>
                </a:lnTo>
                <a:lnTo>
                  <a:pt x="40110" y="12467"/>
                </a:lnTo>
                <a:cubicBezTo>
                  <a:pt x="42266" y="14623"/>
                  <a:pt x="43693" y="17011"/>
                  <a:pt x="44378" y="19691"/>
                </a:cubicBezTo>
                <a:cubicBezTo>
                  <a:pt x="45004" y="22298"/>
                  <a:pt x="44946" y="25313"/>
                  <a:pt x="44145" y="28677"/>
                </a:cubicBezTo>
                <a:cubicBezTo>
                  <a:pt x="43183" y="33003"/>
                  <a:pt x="41188" y="36120"/>
                  <a:pt x="38173" y="38057"/>
                </a:cubicBezTo>
                <a:cubicBezTo>
                  <a:pt x="35158" y="40052"/>
                  <a:pt x="31634" y="40562"/>
                  <a:pt x="27585" y="39601"/>
                </a:cubicBezTo>
                <a:cubicBezTo>
                  <a:pt x="22866" y="38523"/>
                  <a:pt x="19735" y="36120"/>
                  <a:pt x="18031" y="32435"/>
                </a:cubicBezTo>
                <a:cubicBezTo>
                  <a:pt x="16385" y="28677"/>
                  <a:pt x="16327" y="23725"/>
                  <a:pt x="17754" y="17463"/>
                </a:cubicBezTo>
                <a:lnTo>
                  <a:pt x="20026" y="7792"/>
                </a:lnTo>
                <a:lnTo>
                  <a:pt x="19342" y="7617"/>
                </a:lnTo>
                <a:cubicBezTo>
                  <a:pt x="16152" y="6889"/>
                  <a:pt x="13487" y="7340"/>
                  <a:pt x="11258" y="9044"/>
                </a:cubicBezTo>
                <a:cubicBezTo>
                  <a:pt x="9044" y="10690"/>
                  <a:pt x="7515" y="13428"/>
                  <a:pt x="6598" y="17186"/>
                </a:cubicBezTo>
                <a:cubicBezTo>
                  <a:pt x="6030" y="19575"/>
                  <a:pt x="5797" y="22021"/>
                  <a:pt x="5855" y="24410"/>
                </a:cubicBezTo>
                <a:cubicBezTo>
                  <a:pt x="5855" y="26798"/>
                  <a:pt x="6263" y="29187"/>
                  <a:pt x="6889" y="31517"/>
                </a:cubicBezTo>
                <a:lnTo>
                  <a:pt x="510" y="30046"/>
                </a:lnTo>
                <a:cubicBezTo>
                  <a:pt x="175" y="27308"/>
                  <a:pt x="0" y="24687"/>
                  <a:pt x="58" y="22240"/>
                </a:cubicBezTo>
                <a:cubicBezTo>
                  <a:pt x="117" y="19749"/>
                  <a:pt x="451" y="17346"/>
                  <a:pt x="961" y="15132"/>
                </a:cubicBezTo>
                <a:cubicBezTo>
                  <a:pt x="2389" y="9044"/>
                  <a:pt x="5010" y="4894"/>
                  <a:pt x="8811" y="2680"/>
                </a:cubicBezTo>
                <a:cubicBezTo>
                  <a:pt x="12686" y="393"/>
                  <a:pt x="17754" y="0"/>
                  <a:pt x="24177" y="1486"/>
                </a:cubicBezTo>
                <a:close/>
                <a:moveTo>
                  <a:pt x="24177" y="14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1DFAE-F16B-472D-9797-FA384B2D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963" y="716754"/>
            <a:ext cx="43475" cy="34416"/>
          </a:xfrm>
          <a:custGeom xmlns:a="http://schemas.openxmlformats.org/drawingml/2006/main">
            <a:pathLst>
              <a:path w="43475" h="34416">
                <a:moveTo>
                  <a:pt x="12118" y="1588"/>
                </a:moveTo>
                <a:cubicBezTo>
                  <a:pt x="11491" y="2272"/>
                  <a:pt x="10982" y="3073"/>
                  <a:pt x="10588" y="3932"/>
                </a:cubicBezTo>
                <a:cubicBezTo>
                  <a:pt x="10137" y="4777"/>
                  <a:pt x="9787" y="5753"/>
                  <a:pt x="9569" y="6831"/>
                </a:cubicBezTo>
                <a:cubicBezTo>
                  <a:pt x="8651" y="10749"/>
                  <a:pt x="9219" y="13996"/>
                  <a:pt x="11215" y="16676"/>
                </a:cubicBezTo>
                <a:cubicBezTo>
                  <a:pt x="13268" y="19342"/>
                  <a:pt x="16676" y="21220"/>
                  <a:pt x="21395" y="22356"/>
                </a:cubicBezTo>
                <a:lnTo>
                  <a:pt x="43475" y="27483"/>
                </a:lnTo>
                <a:lnTo>
                  <a:pt x="41873" y="34416"/>
                </a:lnTo>
                <a:lnTo>
                  <a:pt x="0" y="24628"/>
                </a:lnTo>
                <a:lnTo>
                  <a:pt x="1602" y="17754"/>
                </a:lnTo>
                <a:lnTo>
                  <a:pt x="8083" y="19225"/>
                </a:lnTo>
                <a:cubicBezTo>
                  <a:pt x="5928" y="17186"/>
                  <a:pt x="4442" y="14856"/>
                  <a:pt x="3758" y="12292"/>
                </a:cubicBezTo>
                <a:cubicBezTo>
                  <a:pt x="3073" y="9671"/>
                  <a:pt x="3073" y="6714"/>
                  <a:pt x="3874" y="3350"/>
                </a:cubicBezTo>
                <a:cubicBezTo>
                  <a:pt x="3991" y="2898"/>
                  <a:pt x="4165" y="2389"/>
                  <a:pt x="4326" y="1821"/>
                </a:cubicBezTo>
                <a:cubicBezTo>
                  <a:pt x="4559" y="1253"/>
                  <a:pt x="4777" y="685"/>
                  <a:pt x="5068" y="0"/>
                </a:cubicBezTo>
                <a:lnTo>
                  <a:pt x="12118" y="1588"/>
                </a:lnTo>
                <a:close/>
                <a:moveTo>
                  <a:pt x="12118" y="15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58653-6B0F-4F74-B40D-78F70465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163" y="676527"/>
            <a:ext cx="61724" cy="45397"/>
          </a:xfrm>
          <a:custGeom xmlns:a="http://schemas.openxmlformats.org/drawingml/2006/main">
            <a:pathLst>
              <a:path w="61724" h="45397">
                <a:moveTo>
                  <a:pt x="25764" y="11666"/>
                </a:moveTo>
                <a:cubicBezTo>
                  <a:pt x="20769" y="10530"/>
                  <a:pt x="16662" y="10647"/>
                  <a:pt x="13487" y="12059"/>
                </a:cubicBezTo>
                <a:cubicBezTo>
                  <a:pt x="10239" y="13487"/>
                  <a:pt x="8185" y="16050"/>
                  <a:pt x="7340" y="19749"/>
                </a:cubicBezTo>
                <a:cubicBezTo>
                  <a:pt x="6481" y="23449"/>
                  <a:pt x="7166" y="26624"/>
                  <a:pt x="9438" y="29304"/>
                </a:cubicBezTo>
                <a:cubicBezTo>
                  <a:pt x="11666" y="32042"/>
                  <a:pt x="15307" y="33964"/>
                  <a:pt x="20303" y="35100"/>
                </a:cubicBezTo>
                <a:cubicBezTo>
                  <a:pt x="25255" y="36251"/>
                  <a:pt x="29347" y="36134"/>
                  <a:pt x="32595" y="34707"/>
                </a:cubicBezTo>
                <a:cubicBezTo>
                  <a:pt x="35785" y="33280"/>
                  <a:pt x="37838" y="30731"/>
                  <a:pt x="38683" y="27090"/>
                </a:cubicBezTo>
                <a:cubicBezTo>
                  <a:pt x="39542" y="23332"/>
                  <a:pt x="38858" y="20143"/>
                  <a:pt x="36586" y="17477"/>
                </a:cubicBezTo>
                <a:cubicBezTo>
                  <a:pt x="34357" y="14739"/>
                  <a:pt x="30716" y="12802"/>
                  <a:pt x="25764" y="11666"/>
                </a:cubicBezTo>
                <a:close/>
                <a:moveTo>
                  <a:pt x="43577" y="8593"/>
                </a:moveTo>
                <a:cubicBezTo>
                  <a:pt x="50742" y="10239"/>
                  <a:pt x="55636" y="13093"/>
                  <a:pt x="58432" y="17011"/>
                </a:cubicBezTo>
                <a:cubicBezTo>
                  <a:pt x="61156" y="21002"/>
                  <a:pt x="61724" y="26289"/>
                  <a:pt x="60253" y="32770"/>
                </a:cubicBezTo>
                <a:cubicBezTo>
                  <a:pt x="59685" y="35217"/>
                  <a:pt x="58942" y="37445"/>
                  <a:pt x="58083" y="39542"/>
                </a:cubicBezTo>
                <a:cubicBezTo>
                  <a:pt x="57238" y="41596"/>
                  <a:pt x="56204" y="43533"/>
                  <a:pt x="54951" y="45397"/>
                </a:cubicBezTo>
                <a:lnTo>
                  <a:pt x="48296" y="43810"/>
                </a:lnTo>
                <a:cubicBezTo>
                  <a:pt x="49839" y="42047"/>
                  <a:pt x="51092" y="40227"/>
                  <a:pt x="52111" y="38406"/>
                </a:cubicBezTo>
                <a:cubicBezTo>
                  <a:pt x="53073" y="36527"/>
                  <a:pt x="53815" y="34590"/>
                  <a:pt x="54267" y="32551"/>
                </a:cubicBezTo>
                <a:cubicBezTo>
                  <a:pt x="55359" y="28051"/>
                  <a:pt x="54951" y="24410"/>
                  <a:pt x="53131" y="21628"/>
                </a:cubicBezTo>
                <a:cubicBezTo>
                  <a:pt x="51310" y="18832"/>
                  <a:pt x="48019" y="16851"/>
                  <a:pt x="43242" y="15759"/>
                </a:cubicBezTo>
                <a:lnTo>
                  <a:pt x="39819" y="14972"/>
                </a:lnTo>
                <a:cubicBezTo>
                  <a:pt x="41989" y="16953"/>
                  <a:pt x="43402" y="19181"/>
                  <a:pt x="44086" y="21686"/>
                </a:cubicBezTo>
                <a:cubicBezTo>
                  <a:pt x="44771" y="24177"/>
                  <a:pt x="44771" y="27032"/>
                  <a:pt x="44028" y="30105"/>
                </a:cubicBezTo>
                <a:cubicBezTo>
                  <a:pt x="42834" y="35217"/>
                  <a:pt x="39936" y="38916"/>
                  <a:pt x="35275" y="41130"/>
                </a:cubicBezTo>
                <a:cubicBezTo>
                  <a:pt x="30658" y="43358"/>
                  <a:pt x="25094" y="43751"/>
                  <a:pt x="18599" y="42222"/>
                </a:cubicBezTo>
                <a:cubicBezTo>
                  <a:pt x="12176" y="40678"/>
                  <a:pt x="7340" y="37955"/>
                  <a:pt x="4151" y="33848"/>
                </a:cubicBezTo>
                <a:cubicBezTo>
                  <a:pt x="961" y="29813"/>
                  <a:pt x="0" y="25211"/>
                  <a:pt x="1194" y="20084"/>
                </a:cubicBezTo>
                <a:cubicBezTo>
                  <a:pt x="1879" y="17011"/>
                  <a:pt x="3131" y="14448"/>
                  <a:pt x="4835" y="12525"/>
                </a:cubicBezTo>
                <a:cubicBezTo>
                  <a:pt x="6598" y="10588"/>
                  <a:pt x="8870" y="9219"/>
                  <a:pt x="11666" y="8360"/>
                </a:cubicBezTo>
                <a:lnTo>
                  <a:pt x="5287" y="6889"/>
                </a:lnTo>
                <a:lnTo>
                  <a:pt x="6933" y="0"/>
                </a:lnTo>
                <a:lnTo>
                  <a:pt x="43577" y="8593"/>
                </a:lnTo>
                <a:close/>
                <a:moveTo>
                  <a:pt x="43577" y="85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32F6C-C8F9-448E-826D-88E09ECD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989" y="629601"/>
            <a:ext cx="46825" cy="42266"/>
          </a:xfrm>
          <a:custGeom xmlns:a="http://schemas.openxmlformats.org/drawingml/2006/main">
            <a:pathLst>
              <a:path w="46825" h="42266">
                <a:moveTo>
                  <a:pt x="25954" y="1413"/>
                </a:moveTo>
                <a:lnTo>
                  <a:pt x="29362" y="2214"/>
                </a:lnTo>
                <a:lnTo>
                  <a:pt x="21963" y="33848"/>
                </a:lnTo>
                <a:cubicBezTo>
                  <a:pt x="26740" y="34649"/>
                  <a:pt x="30731" y="34066"/>
                  <a:pt x="33804" y="32085"/>
                </a:cubicBezTo>
                <a:cubicBezTo>
                  <a:pt x="36877" y="30090"/>
                  <a:pt x="38916" y="26842"/>
                  <a:pt x="39994" y="22298"/>
                </a:cubicBezTo>
                <a:cubicBezTo>
                  <a:pt x="40620" y="19618"/>
                  <a:pt x="40911" y="17011"/>
                  <a:pt x="40795" y="14390"/>
                </a:cubicBezTo>
                <a:cubicBezTo>
                  <a:pt x="40737" y="11768"/>
                  <a:pt x="40343" y="9044"/>
                  <a:pt x="39601" y="6306"/>
                </a:cubicBezTo>
                <a:lnTo>
                  <a:pt x="46140" y="7850"/>
                </a:lnTo>
                <a:cubicBezTo>
                  <a:pt x="46606" y="10515"/>
                  <a:pt x="46825" y="13254"/>
                  <a:pt x="46766" y="15977"/>
                </a:cubicBezTo>
                <a:cubicBezTo>
                  <a:pt x="46708" y="18715"/>
                  <a:pt x="46373" y="21381"/>
                  <a:pt x="45747" y="24060"/>
                </a:cubicBezTo>
                <a:cubicBezTo>
                  <a:pt x="44159" y="30716"/>
                  <a:pt x="41028" y="35610"/>
                  <a:pt x="36193" y="38567"/>
                </a:cubicBezTo>
                <a:cubicBezTo>
                  <a:pt x="31415" y="41581"/>
                  <a:pt x="25662" y="42266"/>
                  <a:pt x="19065" y="40722"/>
                </a:cubicBezTo>
                <a:cubicBezTo>
                  <a:pt x="12176" y="39135"/>
                  <a:pt x="7180" y="36003"/>
                  <a:pt x="4049" y="31401"/>
                </a:cubicBezTo>
                <a:cubicBezTo>
                  <a:pt x="859" y="26740"/>
                  <a:pt x="0" y="21279"/>
                  <a:pt x="1486" y="15016"/>
                </a:cubicBezTo>
                <a:cubicBezTo>
                  <a:pt x="2796" y="9379"/>
                  <a:pt x="5636" y="5345"/>
                  <a:pt x="10079" y="2898"/>
                </a:cubicBezTo>
                <a:cubicBezTo>
                  <a:pt x="14462" y="451"/>
                  <a:pt x="19749" y="0"/>
                  <a:pt x="25954" y="1413"/>
                </a:cubicBezTo>
                <a:close/>
                <a:moveTo>
                  <a:pt x="22371" y="7850"/>
                </a:moveTo>
                <a:cubicBezTo>
                  <a:pt x="18555" y="6991"/>
                  <a:pt x="15307" y="7340"/>
                  <a:pt x="12642" y="8870"/>
                </a:cubicBezTo>
                <a:cubicBezTo>
                  <a:pt x="9904" y="10399"/>
                  <a:pt x="8141" y="12904"/>
                  <a:pt x="7340" y="16268"/>
                </a:cubicBezTo>
                <a:cubicBezTo>
                  <a:pt x="6437" y="20128"/>
                  <a:pt x="6772" y="23434"/>
                  <a:pt x="8433" y="26274"/>
                </a:cubicBezTo>
                <a:cubicBezTo>
                  <a:pt x="10079" y="29071"/>
                  <a:pt x="12802" y="31110"/>
                  <a:pt x="16676" y="32362"/>
                </a:cubicBezTo>
                <a:lnTo>
                  <a:pt x="22371" y="7850"/>
                </a:lnTo>
                <a:close/>
                <a:moveTo>
                  <a:pt x="22371" y="78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CD004-03B2-4644-91A4-2D829ECA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827" y="1852150"/>
            <a:ext cx="57398" cy="47669"/>
          </a:xfrm>
          <a:custGeom xmlns:a="http://schemas.openxmlformats.org/drawingml/2006/main">
            <a:pathLst>
              <a:path w="57398" h="47669">
                <a:moveTo>
                  <a:pt x="8185" y="26973"/>
                </a:moveTo>
                <a:lnTo>
                  <a:pt x="29012" y="32537"/>
                </a:lnTo>
                <a:lnTo>
                  <a:pt x="31517" y="23157"/>
                </a:lnTo>
                <a:cubicBezTo>
                  <a:pt x="32479" y="19633"/>
                  <a:pt x="32304" y="16720"/>
                  <a:pt x="30993" y="14331"/>
                </a:cubicBezTo>
                <a:cubicBezTo>
                  <a:pt x="29697" y="11943"/>
                  <a:pt x="27410" y="10297"/>
                  <a:pt x="24060" y="9394"/>
                </a:cubicBezTo>
                <a:cubicBezTo>
                  <a:pt x="20754" y="8476"/>
                  <a:pt x="17914" y="8768"/>
                  <a:pt x="15642" y="10181"/>
                </a:cubicBezTo>
                <a:cubicBezTo>
                  <a:pt x="13312" y="11608"/>
                  <a:pt x="11652" y="14055"/>
                  <a:pt x="10749" y="17521"/>
                </a:cubicBezTo>
                <a:lnTo>
                  <a:pt x="8185" y="26973"/>
                </a:lnTo>
                <a:close/>
                <a:moveTo>
                  <a:pt x="0" y="32770"/>
                </a:moveTo>
                <a:lnTo>
                  <a:pt x="4544" y="15875"/>
                </a:lnTo>
                <a:cubicBezTo>
                  <a:pt x="6248" y="9671"/>
                  <a:pt x="8928" y="5345"/>
                  <a:pt x="12569" y="2957"/>
                </a:cubicBezTo>
                <a:cubicBezTo>
                  <a:pt x="16268" y="510"/>
                  <a:pt x="20754" y="0"/>
                  <a:pt x="26158" y="1486"/>
                </a:cubicBezTo>
                <a:cubicBezTo>
                  <a:pt x="31678" y="2957"/>
                  <a:pt x="35377" y="5636"/>
                  <a:pt x="37314" y="9612"/>
                </a:cubicBezTo>
                <a:cubicBezTo>
                  <a:pt x="39251" y="13545"/>
                  <a:pt x="39368" y="18599"/>
                  <a:pt x="37707" y="24803"/>
                </a:cubicBezTo>
                <a:lnTo>
                  <a:pt x="35158" y="34197"/>
                </a:lnTo>
                <a:lnTo>
                  <a:pt x="57398" y="40227"/>
                </a:lnTo>
                <a:lnTo>
                  <a:pt x="55403" y="47669"/>
                </a:lnTo>
                <a:lnTo>
                  <a:pt x="0" y="32770"/>
                </a:lnTo>
                <a:close/>
                <a:moveTo>
                  <a:pt x="0" y="3277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A8138-CECF-47C1-A4E8-C95D604F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163" y="1807321"/>
            <a:ext cx="57413" cy="46708"/>
          </a:xfrm>
          <a:custGeom xmlns:a="http://schemas.openxmlformats.org/drawingml/2006/main">
            <a:pathLst>
              <a:path w="57413" h="46708">
                <a:moveTo>
                  <a:pt x="0" y="31794"/>
                </a:moveTo>
                <a:lnTo>
                  <a:pt x="8593" y="0"/>
                </a:lnTo>
                <a:lnTo>
                  <a:pt x="14914" y="1704"/>
                </a:lnTo>
                <a:lnTo>
                  <a:pt x="8360" y="26056"/>
                </a:lnTo>
                <a:lnTo>
                  <a:pt x="24643" y="30440"/>
                </a:lnTo>
                <a:lnTo>
                  <a:pt x="30556" y="8476"/>
                </a:lnTo>
                <a:lnTo>
                  <a:pt x="36862" y="10181"/>
                </a:lnTo>
                <a:lnTo>
                  <a:pt x="30949" y="32144"/>
                </a:lnTo>
                <a:lnTo>
                  <a:pt x="57413" y="39251"/>
                </a:lnTo>
                <a:lnTo>
                  <a:pt x="55359" y="46708"/>
                </a:lnTo>
                <a:lnTo>
                  <a:pt x="0" y="31794"/>
                </a:lnTo>
                <a:close/>
                <a:moveTo>
                  <a:pt x="0" y="317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B7516-6046-4E2E-AB02-3D04D54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946" y="1774202"/>
            <a:ext cx="64622" cy="36193"/>
          </a:xfrm>
          <a:custGeom xmlns:a="http://schemas.openxmlformats.org/drawingml/2006/main">
            <a:pathLst>
              <a:path w="64622" h="36193">
                <a:moveTo>
                  <a:pt x="0" y="21220"/>
                </a:moveTo>
                <a:lnTo>
                  <a:pt x="2039" y="13778"/>
                </a:lnTo>
                <a:lnTo>
                  <a:pt x="51092" y="26973"/>
                </a:lnTo>
                <a:lnTo>
                  <a:pt x="58374" y="0"/>
                </a:lnTo>
                <a:lnTo>
                  <a:pt x="64622" y="1719"/>
                </a:lnTo>
                <a:lnTo>
                  <a:pt x="55359" y="36193"/>
                </a:lnTo>
                <a:lnTo>
                  <a:pt x="0" y="21220"/>
                </a:lnTo>
                <a:close/>
                <a:moveTo>
                  <a:pt x="0" y="212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E1B3A-7BA5-4B91-81D5-B995147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460" y="1757030"/>
            <a:ext cx="11550" cy="10355"/>
          </a:xfrm>
          <a:custGeom xmlns:a="http://schemas.openxmlformats.org/drawingml/2006/main">
            <a:pathLst>
              <a:path w="11550" h="10355">
                <a:moveTo>
                  <a:pt x="0" y="7850"/>
                </a:moveTo>
                <a:lnTo>
                  <a:pt x="2112" y="0"/>
                </a:lnTo>
                <a:lnTo>
                  <a:pt x="11550" y="2563"/>
                </a:lnTo>
                <a:lnTo>
                  <a:pt x="9438" y="10355"/>
                </a:lnTo>
                <a:lnTo>
                  <a:pt x="0" y="7850"/>
                </a:lnTo>
                <a:close/>
                <a:moveTo>
                  <a:pt x="0" y="78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FA9DB-7D6B-440A-BE0E-379C5F4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860" y="1696268"/>
            <a:ext cx="57413" cy="47669"/>
          </a:xfrm>
          <a:custGeom xmlns:a="http://schemas.openxmlformats.org/drawingml/2006/main">
            <a:pathLst>
              <a:path w="57413" h="47669">
                <a:moveTo>
                  <a:pt x="8200" y="26915"/>
                </a:moveTo>
                <a:lnTo>
                  <a:pt x="28954" y="32537"/>
                </a:lnTo>
                <a:lnTo>
                  <a:pt x="31517" y="23099"/>
                </a:lnTo>
                <a:cubicBezTo>
                  <a:pt x="32435" y="19633"/>
                  <a:pt x="32260" y="16662"/>
                  <a:pt x="31008" y="14273"/>
                </a:cubicBezTo>
                <a:cubicBezTo>
                  <a:pt x="29697" y="11885"/>
                  <a:pt x="27366" y="10239"/>
                  <a:pt x="24075" y="9336"/>
                </a:cubicBezTo>
                <a:cubicBezTo>
                  <a:pt x="20711" y="8476"/>
                  <a:pt x="17929" y="8710"/>
                  <a:pt x="15598" y="10122"/>
                </a:cubicBezTo>
                <a:cubicBezTo>
                  <a:pt x="13254" y="11550"/>
                  <a:pt x="11666" y="13996"/>
                  <a:pt x="10705" y="17463"/>
                </a:cubicBezTo>
                <a:lnTo>
                  <a:pt x="8200" y="26915"/>
                </a:lnTo>
                <a:close/>
                <a:moveTo>
                  <a:pt x="0" y="32770"/>
                </a:moveTo>
                <a:lnTo>
                  <a:pt x="4559" y="15817"/>
                </a:lnTo>
                <a:cubicBezTo>
                  <a:pt x="6204" y="9612"/>
                  <a:pt x="8884" y="5287"/>
                  <a:pt x="12584" y="2898"/>
                </a:cubicBezTo>
                <a:cubicBezTo>
                  <a:pt x="16225" y="451"/>
                  <a:pt x="20769" y="0"/>
                  <a:pt x="26172" y="1427"/>
                </a:cubicBezTo>
                <a:cubicBezTo>
                  <a:pt x="31634" y="2898"/>
                  <a:pt x="35333" y="5636"/>
                  <a:pt x="37270" y="9554"/>
                </a:cubicBezTo>
                <a:cubicBezTo>
                  <a:pt x="39207" y="13487"/>
                  <a:pt x="39309" y="18540"/>
                  <a:pt x="37664" y="24745"/>
                </a:cubicBezTo>
                <a:lnTo>
                  <a:pt x="35100" y="34197"/>
                </a:lnTo>
                <a:lnTo>
                  <a:pt x="57413" y="40169"/>
                </a:lnTo>
                <a:lnTo>
                  <a:pt x="55359" y="47669"/>
                </a:lnTo>
                <a:lnTo>
                  <a:pt x="0" y="32770"/>
                </a:lnTo>
                <a:close/>
                <a:moveTo>
                  <a:pt x="0" y="3277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C935E-D98C-4C9B-BA47-C1B65ADB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705" y="1655589"/>
            <a:ext cx="67069" cy="43125"/>
          </a:xfrm>
          <a:custGeom xmlns:a="http://schemas.openxmlformats.org/drawingml/2006/main">
            <a:pathLst>
              <a:path w="67069" h="43125">
                <a:moveTo>
                  <a:pt x="41989" y="1529"/>
                </a:moveTo>
                <a:lnTo>
                  <a:pt x="67069" y="8302"/>
                </a:lnTo>
                <a:lnTo>
                  <a:pt x="65248" y="15132"/>
                </a:lnTo>
                <a:lnTo>
                  <a:pt x="40387" y="8418"/>
                </a:lnTo>
                <a:cubicBezTo>
                  <a:pt x="36469" y="7399"/>
                  <a:pt x="33338" y="7340"/>
                  <a:pt x="30949" y="8360"/>
                </a:cubicBezTo>
                <a:cubicBezTo>
                  <a:pt x="28619" y="9379"/>
                  <a:pt x="27017" y="11433"/>
                  <a:pt x="26172" y="14448"/>
                </a:cubicBezTo>
                <a:cubicBezTo>
                  <a:pt x="25196" y="18147"/>
                  <a:pt x="25546" y="21395"/>
                  <a:pt x="27366" y="24119"/>
                </a:cubicBezTo>
                <a:cubicBezTo>
                  <a:pt x="29129" y="26915"/>
                  <a:pt x="32027" y="28837"/>
                  <a:pt x="36076" y="29930"/>
                </a:cubicBezTo>
                <a:lnTo>
                  <a:pt x="59568" y="36236"/>
                </a:lnTo>
                <a:lnTo>
                  <a:pt x="57690" y="43125"/>
                </a:lnTo>
                <a:lnTo>
                  <a:pt x="0" y="27541"/>
                </a:lnTo>
                <a:lnTo>
                  <a:pt x="1879" y="20711"/>
                </a:lnTo>
                <a:lnTo>
                  <a:pt x="24468" y="26798"/>
                </a:lnTo>
                <a:cubicBezTo>
                  <a:pt x="22415" y="24468"/>
                  <a:pt x="21046" y="22080"/>
                  <a:pt x="20419" y="19516"/>
                </a:cubicBezTo>
                <a:cubicBezTo>
                  <a:pt x="19793" y="16953"/>
                  <a:pt x="19851" y="14229"/>
                  <a:pt x="20652" y="11375"/>
                </a:cubicBezTo>
                <a:cubicBezTo>
                  <a:pt x="21963" y="6598"/>
                  <a:pt x="24410" y="3350"/>
                  <a:pt x="27993" y="1704"/>
                </a:cubicBezTo>
                <a:cubicBezTo>
                  <a:pt x="31576" y="58"/>
                  <a:pt x="36294" y="0"/>
                  <a:pt x="41989" y="1529"/>
                </a:cubicBezTo>
                <a:close/>
                <a:moveTo>
                  <a:pt x="41989" y="15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35E12-DB17-4DA8-B26C-7723123F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655" y="1607745"/>
            <a:ext cx="46825" cy="41756"/>
          </a:xfrm>
          <a:custGeom xmlns:a="http://schemas.openxmlformats.org/drawingml/2006/main">
            <a:pathLst>
              <a:path w="46825" h="41756">
                <a:moveTo>
                  <a:pt x="7399" y="16545"/>
                </a:moveTo>
                <a:cubicBezTo>
                  <a:pt x="6365" y="20186"/>
                  <a:pt x="7049" y="23492"/>
                  <a:pt x="9336" y="26391"/>
                </a:cubicBezTo>
                <a:cubicBezTo>
                  <a:pt x="11608" y="29304"/>
                  <a:pt x="15249" y="31401"/>
                  <a:pt x="20201" y="32770"/>
                </a:cubicBezTo>
                <a:cubicBezTo>
                  <a:pt x="25153" y="34081"/>
                  <a:pt x="29362" y="34081"/>
                  <a:pt x="32770" y="32770"/>
                </a:cubicBezTo>
                <a:cubicBezTo>
                  <a:pt x="36236" y="31401"/>
                  <a:pt x="38406" y="28896"/>
                  <a:pt x="39426" y="25196"/>
                </a:cubicBezTo>
                <a:cubicBezTo>
                  <a:pt x="40387" y="21555"/>
                  <a:pt x="39761" y="18322"/>
                  <a:pt x="37430" y="15409"/>
                </a:cubicBezTo>
                <a:cubicBezTo>
                  <a:pt x="35158" y="12511"/>
                  <a:pt x="31517" y="10414"/>
                  <a:pt x="26565" y="9044"/>
                </a:cubicBezTo>
                <a:cubicBezTo>
                  <a:pt x="21672" y="7734"/>
                  <a:pt x="17463" y="7734"/>
                  <a:pt x="14055" y="9103"/>
                </a:cubicBezTo>
                <a:cubicBezTo>
                  <a:pt x="10588" y="10414"/>
                  <a:pt x="8360" y="12904"/>
                  <a:pt x="7399" y="16545"/>
                </a:cubicBezTo>
                <a:close/>
                <a:moveTo>
                  <a:pt x="1588" y="15016"/>
                </a:moveTo>
                <a:cubicBezTo>
                  <a:pt x="3190" y="9103"/>
                  <a:pt x="6365" y="4952"/>
                  <a:pt x="11156" y="2607"/>
                </a:cubicBezTo>
                <a:cubicBezTo>
                  <a:pt x="15933" y="218"/>
                  <a:pt x="21730" y="0"/>
                  <a:pt x="28561" y="1821"/>
                </a:cubicBezTo>
                <a:cubicBezTo>
                  <a:pt x="35333" y="3641"/>
                  <a:pt x="40227" y="6772"/>
                  <a:pt x="43183" y="11200"/>
                </a:cubicBezTo>
                <a:cubicBezTo>
                  <a:pt x="46140" y="15642"/>
                  <a:pt x="46825" y="20813"/>
                  <a:pt x="45222" y="26740"/>
                </a:cubicBezTo>
                <a:cubicBezTo>
                  <a:pt x="43577" y="32712"/>
                  <a:pt x="40387" y="36862"/>
                  <a:pt x="35610" y="39193"/>
                </a:cubicBezTo>
                <a:cubicBezTo>
                  <a:pt x="30833" y="41523"/>
                  <a:pt x="25094" y="41756"/>
                  <a:pt x="18264" y="39936"/>
                </a:cubicBezTo>
                <a:cubicBezTo>
                  <a:pt x="11433" y="38115"/>
                  <a:pt x="6539" y="34984"/>
                  <a:pt x="3641" y="30542"/>
                </a:cubicBezTo>
                <a:cubicBezTo>
                  <a:pt x="685" y="26172"/>
                  <a:pt x="0" y="20987"/>
                  <a:pt x="1588" y="15016"/>
                </a:cubicBezTo>
                <a:close/>
                <a:moveTo>
                  <a:pt x="1588" y="1501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FD802-D130-449E-BBF7-5EEB6E1A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635" y="1571844"/>
            <a:ext cx="58942" cy="29813"/>
          </a:xfrm>
          <a:custGeom xmlns:a="http://schemas.openxmlformats.org/drawingml/2006/main">
            <a:pathLst>
              <a:path w="58942" h="29813">
                <a:moveTo>
                  <a:pt x="1821" y="10865"/>
                </a:moveTo>
                <a:lnTo>
                  <a:pt x="13647" y="14055"/>
                </a:lnTo>
                <a:lnTo>
                  <a:pt x="17404" y="0"/>
                </a:lnTo>
                <a:lnTo>
                  <a:pt x="22691" y="1427"/>
                </a:lnTo>
                <a:lnTo>
                  <a:pt x="18934" y="15467"/>
                </a:lnTo>
                <a:lnTo>
                  <a:pt x="41465" y="21555"/>
                </a:lnTo>
                <a:cubicBezTo>
                  <a:pt x="44887" y="22473"/>
                  <a:pt x="47160" y="22589"/>
                  <a:pt x="48354" y="21905"/>
                </a:cubicBezTo>
                <a:cubicBezTo>
                  <a:pt x="49606" y="21279"/>
                  <a:pt x="50568" y="19516"/>
                  <a:pt x="51369" y="16662"/>
                </a:cubicBezTo>
                <a:lnTo>
                  <a:pt x="53247" y="9671"/>
                </a:lnTo>
                <a:lnTo>
                  <a:pt x="58942" y="11200"/>
                </a:lnTo>
                <a:lnTo>
                  <a:pt x="57063" y="18205"/>
                </a:lnTo>
                <a:cubicBezTo>
                  <a:pt x="55636" y="23434"/>
                  <a:pt x="53699" y="26857"/>
                  <a:pt x="51194" y="28328"/>
                </a:cubicBezTo>
                <a:cubicBezTo>
                  <a:pt x="48645" y="29755"/>
                  <a:pt x="44829" y="29813"/>
                  <a:pt x="39644" y="28444"/>
                </a:cubicBezTo>
                <a:lnTo>
                  <a:pt x="17069" y="22356"/>
                </a:lnTo>
                <a:lnTo>
                  <a:pt x="15759" y="27366"/>
                </a:lnTo>
                <a:lnTo>
                  <a:pt x="10414" y="25939"/>
                </a:lnTo>
                <a:lnTo>
                  <a:pt x="11768" y="20929"/>
                </a:lnTo>
                <a:lnTo>
                  <a:pt x="0" y="17754"/>
                </a:lnTo>
                <a:lnTo>
                  <a:pt x="1821" y="10865"/>
                </a:lnTo>
                <a:close/>
                <a:moveTo>
                  <a:pt x="1821" y="108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B2909-643C-449C-8624-FDDDBDC1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190" y="1531501"/>
            <a:ext cx="46825" cy="41771"/>
          </a:xfrm>
          <a:custGeom xmlns:a="http://schemas.openxmlformats.org/drawingml/2006/main">
            <a:pathLst>
              <a:path w="46825" h="41771">
                <a:moveTo>
                  <a:pt x="7399" y="16560"/>
                </a:moveTo>
                <a:cubicBezTo>
                  <a:pt x="6437" y="20201"/>
                  <a:pt x="7064" y="23507"/>
                  <a:pt x="9336" y="26405"/>
                </a:cubicBezTo>
                <a:cubicBezTo>
                  <a:pt x="11608" y="29304"/>
                  <a:pt x="15249" y="31415"/>
                  <a:pt x="20201" y="32770"/>
                </a:cubicBezTo>
                <a:cubicBezTo>
                  <a:pt x="25211" y="34081"/>
                  <a:pt x="29362" y="34081"/>
                  <a:pt x="32828" y="32770"/>
                </a:cubicBezTo>
                <a:cubicBezTo>
                  <a:pt x="36236" y="31415"/>
                  <a:pt x="38465" y="28910"/>
                  <a:pt x="39426" y="25211"/>
                </a:cubicBezTo>
                <a:cubicBezTo>
                  <a:pt x="40402" y="21570"/>
                  <a:pt x="39775" y="18322"/>
                  <a:pt x="37430" y="15424"/>
                </a:cubicBezTo>
                <a:cubicBezTo>
                  <a:pt x="35158" y="12525"/>
                  <a:pt x="31517" y="10414"/>
                  <a:pt x="26565" y="9044"/>
                </a:cubicBezTo>
                <a:cubicBezTo>
                  <a:pt x="21672" y="7748"/>
                  <a:pt x="17463" y="7748"/>
                  <a:pt x="14055" y="9103"/>
                </a:cubicBezTo>
                <a:cubicBezTo>
                  <a:pt x="10588" y="10414"/>
                  <a:pt x="8360" y="12919"/>
                  <a:pt x="7399" y="16560"/>
                </a:cubicBezTo>
                <a:close/>
                <a:moveTo>
                  <a:pt x="1602" y="15030"/>
                </a:moveTo>
                <a:cubicBezTo>
                  <a:pt x="3190" y="9103"/>
                  <a:pt x="6379" y="4952"/>
                  <a:pt x="11156" y="2622"/>
                </a:cubicBezTo>
                <a:cubicBezTo>
                  <a:pt x="15933" y="233"/>
                  <a:pt x="21730" y="0"/>
                  <a:pt x="28561" y="1821"/>
                </a:cubicBezTo>
                <a:cubicBezTo>
                  <a:pt x="35333" y="3641"/>
                  <a:pt x="40227" y="6772"/>
                  <a:pt x="43183" y="11215"/>
                </a:cubicBezTo>
                <a:cubicBezTo>
                  <a:pt x="46140" y="15657"/>
                  <a:pt x="46825" y="20827"/>
                  <a:pt x="45237" y="26740"/>
                </a:cubicBezTo>
                <a:cubicBezTo>
                  <a:pt x="43635" y="32726"/>
                  <a:pt x="40402" y="36877"/>
                  <a:pt x="35610" y="39207"/>
                </a:cubicBezTo>
                <a:cubicBezTo>
                  <a:pt x="30833" y="41538"/>
                  <a:pt x="25094" y="41771"/>
                  <a:pt x="18264" y="39950"/>
                </a:cubicBezTo>
                <a:cubicBezTo>
                  <a:pt x="11433" y="38130"/>
                  <a:pt x="6598" y="34998"/>
                  <a:pt x="3641" y="30556"/>
                </a:cubicBezTo>
                <a:cubicBezTo>
                  <a:pt x="685" y="26172"/>
                  <a:pt x="0" y="21002"/>
                  <a:pt x="1602" y="15030"/>
                </a:cubicBezTo>
                <a:close/>
                <a:moveTo>
                  <a:pt x="1602" y="150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DCB31-0DF1-4353-A1CD-313724E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192" y="1490254"/>
            <a:ext cx="45980" cy="39994"/>
          </a:xfrm>
          <a:custGeom xmlns:a="http://schemas.openxmlformats.org/drawingml/2006/main">
            <a:pathLst>
              <a:path w="45980" h="39994">
                <a:moveTo>
                  <a:pt x="7180" y="0"/>
                </a:moveTo>
                <a:lnTo>
                  <a:pt x="13603" y="1762"/>
                </a:lnTo>
                <a:cubicBezTo>
                  <a:pt x="12118" y="3423"/>
                  <a:pt x="10821" y="5243"/>
                  <a:pt x="9787" y="7180"/>
                </a:cubicBezTo>
                <a:cubicBezTo>
                  <a:pt x="8710" y="9103"/>
                  <a:pt x="7850" y="11215"/>
                  <a:pt x="7282" y="13428"/>
                </a:cubicBezTo>
                <a:cubicBezTo>
                  <a:pt x="6379" y="16793"/>
                  <a:pt x="6204" y="19458"/>
                  <a:pt x="6772" y="21453"/>
                </a:cubicBezTo>
                <a:cubicBezTo>
                  <a:pt x="7340" y="23449"/>
                  <a:pt x="8710" y="24701"/>
                  <a:pt x="10763" y="25269"/>
                </a:cubicBezTo>
                <a:cubicBezTo>
                  <a:pt x="12351" y="25662"/>
                  <a:pt x="13778" y="25386"/>
                  <a:pt x="14972" y="24410"/>
                </a:cubicBezTo>
                <a:cubicBezTo>
                  <a:pt x="16225" y="23449"/>
                  <a:pt x="17754" y="21279"/>
                  <a:pt x="19516" y="17812"/>
                </a:cubicBezTo>
                <a:lnTo>
                  <a:pt x="20652" y="15657"/>
                </a:lnTo>
                <a:cubicBezTo>
                  <a:pt x="23041" y="11040"/>
                  <a:pt x="25429" y="8025"/>
                  <a:pt x="27876" y="6496"/>
                </a:cubicBezTo>
                <a:cubicBezTo>
                  <a:pt x="30279" y="4952"/>
                  <a:pt x="33236" y="4675"/>
                  <a:pt x="36586" y="5578"/>
                </a:cubicBezTo>
                <a:cubicBezTo>
                  <a:pt x="40460" y="6598"/>
                  <a:pt x="43067" y="8943"/>
                  <a:pt x="44552" y="12642"/>
                </a:cubicBezTo>
                <a:cubicBezTo>
                  <a:pt x="45980" y="16283"/>
                  <a:pt x="45980" y="20769"/>
                  <a:pt x="44494" y="26114"/>
                </a:cubicBezTo>
                <a:cubicBezTo>
                  <a:pt x="43926" y="28342"/>
                  <a:pt x="43067" y="30614"/>
                  <a:pt x="41989" y="32886"/>
                </a:cubicBezTo>
                <a:cubicBezTo>
                  <a:pt x="40911" y="35158"/>
                  <a:pt x="39542" y="37562"/>
                  <a:pt x="38013" y="39994"/>
                </a:cubicBezTo>
                <a:lnTo>
                  <a:pt x="30949" y="38071"/>
                </a:lnTo>
                <a:cubicBezTo>
                  <a:pt x="32945" y="35901"/>
                  <a:pt x="34590" y="33687"/>
                  <a:pt x="35901" y="31415"/>
                </a:cubicBezTo>
                <a:cubicBezTo>
                  <a:pt x="37212" y="29129"/>
                  <a:pt x="38173" y="26798"/>
                  <a:pt x="38800" y="24410"/>
                </a:cubicBezTo>
                <a:cubicBezTo>
                  <a:pt x="39717" y="21220"/>
                  <a:pt x="39834" y="18613"/>
                  <a:pt x="39207" y="16560"/>
                </a:cubicBezTo>
                <a:cubicBezTo>
                  <a:pt x="38523" y="14506"/>
                  <a:pt x="37212" y="13268"/>
                  <a:pt x="35217" y="12686"/>
                </a:cubicBezTo>
                <a:cubicBezTo>
                  <a:pt x="33396" y="12234"/>
                  <a:pt x="31809" y="12467"/>
                  <a:pt x="30440" y="13428"/>
                </a:cubicBezTo>
                <a:cubicBezTo>
                  <a:pt x="29129" y="14404"/>
                  <a:pt x="27425" y="16909"/>
                  <a:pt x="25386" y="20885"/>
                </a:cubicBezTo>
                <a:lnTo>
                  <a:pt x="24191" y="23099"/>
                </a:lnTo>
                <a:cubicBezTo>
                  <a:pt x="22196" y="27090"/>
                  <a:pt x="19968" y="29755"/>
                  <a:pt x="17637" y="31182"/>
                </a:cubicBezTo>
                <a:cubicBezTo>
                  <a:pt x="15307" y="32551"/>
                  <a:pt x="12525" y="32770"/>
                  <a:pt x="9278" y="31925"/>
                </a:cubicBezTo>
                <a:cubicBezTo>
                  <a:pt x="5403" y="30891"/>
                  <a:pt x="2738" y="28677"/>
                  <a:pt x="1369" y="25327"/>
                </a:cubicBezTo>
                <a:cubicBezTo>
                  <a:pt x="0" y="22021"/>
                  <a:pt x="0" y="17754"/>
                  <a:pt x="1369" y="12686"/>
                </a:cubicBezTo>
                <a:cubicBezTo>
                  <a:pt x="2054" y="10195"/>
                  <a:pt x="2855" y="7850"/>
                  <a:pt x="3816" y="5753"/>
                </a:cubicBezTo>
                <a:cubicBezTo>
                  <a:pt x="4792" y="3583"/>
                  <a:pt x="5928" y="1719"/>
                  <a:pt x="7180" y="0"/>
                </a:cubicBezTo>
                <a:close/>
                <a:moveTo>
                  <a:pt x="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3D3DF-4132-42E3-9487-A5DF97EE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006" y="1476724"/>
            <a:ext cx="11550" cy="10355"/>
          </a:xfrm>
          <a:custGeom xmlns:a="http://schemas.openxmlformats.org/drawingml/2006/main">
            <a:pathLst>
              <a:path w="11550" h="10355">
                <a:moveTo>
                  <a:pt x="0" y="7792"/>
                </a:moveTo>
                <a:lnTo>
                  <a:pt x="2112" y="0"/>
                </a:lnTo>
                <a:lnTo>
                  <a:pt x="11550" y="2505"/>
                </a:lnTo>
                <a:lnTo>
                  <a:pt x="9452" y="10355"/>
                </a:lnTo>
                <a:lnTo>
                  <a:pt x="0" y="7792"/>
                </a:lnTo>
                <a:close/>
                <a:moveTo>
                  <a:pt x="0" y="779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4CF3D-FFED-45BF-8CAB-331DF80B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420" y="1415961"/>
            <a:ext cx="57340" cy="47611"/>
          </a:xfrm>
          <a:custGeom xmlns:a="http://schemas.openxmlformats.org/drawingml/2006/main">
            <a:pathLst>
              <a:path w="57340" h="47611">
                <a:moveTo>
                  <a:pt x="8127" y="26900"/>
                </a:moveTo>
                <a:lnTo>
                  <a:pt x="28954" y="32479"/>
                </a:lnTo>
                <a:lnTo>
                  <a:pt x="31517" y="23099"/>
                </a:lnTo>
                <a:cubicBezTo>
                  <a:pt x="32420" y="19575"/>
                  <a:pt x="32260" y="16662"/>
                  <a:pt x="30949" y="14273"/>
                </a:cubicBezTo>
                <a:cubicBezTo>
                  <a:pt x="29697" y="11885"/>
                  <a:pt x="27366" y="10239"/>
                  <a:pt x="24002" y="9321"/>
                </a:cubicBezTo>
                <a:cubicBezTo>
                  <a:pt x="20711" y="8418"/>
                  <a:pt x="17914" y="8695"/>
                  <a:pt x="15584" y="10122"/>
                </a:cubicBezTo>
                <a:cubicBezTo>
                  <a:pt x="13254" y="11550"/>
                  <a:pt x="11608" y="13996"/>
                  <a:pt x="10690" y="17463"/>
                </a:cubicBezTo>
                <a:lnTo>
                  <a:pt x="8127" y="26900"/>
                </a:lnTo>
                <a:close/>
                <a:moveTo>
                  <a:pt x="0" y="32712"/>
                </a:moveTo>
                <a:lnTo>
                  <a:pt x="4544" y="15817"/>
                </a:lnTo>
                <a:cubicBezTo>
                  <a:pt x="6204" y="9612"/>
                  <a:pt x="8870" y="5287"/>
                  <a:pt x="12511" y="2898"/>
                </a:cubicBezTo>
                <a:cubicBezTo>
                  <a:pt x="16210" y="451"/>
                  <a:pt x="20769" y="0"/>
                  <a:pt x="26172" y="1413"/>
                </a:cubicBezTo>
                <a:cubicBezTo>
                  <a:pt x="31634" y="2898"/>
                  <a:pt x="35333" y="5636"/>
                  <a:pt x="37256" y="9554"/>
                </a:cubicBezTo>
                <a:cubicBezTo>
                  <a:pt x="39193" y="13487"/>
                  <a:pt x="39309" y="18540"/>
                  <a:pt x="37664" y="24745"/>
                </a:cubicBezTo>
                <a:lnTo>
                  <a:pt x="35100" y="34183"/>
                </a:lnTo>
                <a:lnTo>
                  <a:pt x="57340" y="40169"/>
                </a:lnTo>
                <a:lnTo>
                  <a:pt x="55345" y="47611"/>
                </a:lnTo>
                <a:lnTo>
                  <a:pt x="0" y="32712"/>
                </a:lnTo>
                <a:close/>
                <a:moveTo>
                  <a:pt x="0" y="327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D58D5-FD6D-4EF9-9209-6BA93792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265" y="1375283"/>
            <a:ext cx="67069" cy="43067"/>
          </a:xfrm>
          <a:custGeom xmlns:a="http://schemas.openxmlformats.org/drawingml/2006/main">
            <a:pathLst>
              <a:path w="67069" h="43067">
                <a:moveTo>
                  <a:pt x="41975" y="1529"/>
                </a:moveTo>
                <a:lnTo>
                  <a:pt x="67069" y="8302"/>
                </a:lnTo>
                <a:lnTo>
                  <a:pt x="65190" y="15132"/>
                </a:lnTo>
                <a:lnTo>
                  <a:pt x="40387" y="8418"/>
                </a:lnTo>
                <a:cubicBezTo>
                  <a:pt x="36455" y="7399"/>
                  <a:pt x="33280" y="7340"/>
                  <a:pt x="30935" y="8360"/>
                </a:cubicBezTo>
                <a:cubicBezTo>
                  <a:pt x="28546" y="9379"/>
                  <a:pt x="26959" y="11375"/>
                  <a:pt x="26158" y="14448"/>
                </a:cubicBezTo>
                <a:cubicBezTo>
                  <a:pt x="25138" y="18147"/>
                  <a:pt x="25531" y="21395"/>
                  <a:pt x="27294" y="24119"/>
                </a:cubicBezTo>
                <a:cubicBezTo>
                  <a:pt x="29071" y="26900"/>
                  <a:pt x="32027" y="28779"/>
                  <a:pt x="36061" y="29930"/>
                </a:cubicBezTo>
                <a:lnTo>
                  <a:pt x="59554" y="36236"/>
                </a:lnTo>
                <a:lnTo>
                  <a:pt x="57675" y="43067"/>
                </a:lnTo>
                <a:lnTo>
                  <a:pt x="0" y="27527"/>
                </a:lnTo>
                <a:lnTo>
                  <a:pt x="1806" y="20711"/>
                </a:lnTo>
                <a:lnTo>
                  <a:pt x="24454" y="26798"/>
                </a:lnTo>
                <a:cubicBezTo>
                  <a:pt x="22415" y="24468"/>
                  <a:pt x="21046" y="22021"/>
                  <a:pt x="20419" y="19516"/>
                </a:cubicBezTo>
                <a:cubicBezTo>
                  <a:pt x="19793" y="16953"/>
                  <a:pt x="19851" y="14215"/>
                  <a:pt x="20638" y="11317"/>
                </a:cubicBezTo>
                <a:cubicBezTo>
                  <a:pt x="21890" y="6539"/>
                  <a:pt x="24337" y="3350"/>
                  <a:pt x="27978" y="1704"/>
                </a:cubicBezTo>
                <a:cubicBezTo>
                  <a:pt x="31561" y="58"/>
                  <a:pt x="36236" y="0"/>
                  <a:pt x="41975" y="1529"/>
                </a:cubicBezTo>
                <a:close/>
                <a:moveTo>
                  <a:pt x="41975" y="15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38C50-012D-4DF6-A32B-5E856F50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00" y="1327381"/>
            <a:ext cx="46825" cy="41814"/>
          </a:xfrm>
          <a:custGeom xmlns:a="http://schemas.openxmlformats.org/drawingml/2006/main">
            <a:pathLst>
              <a:path w="46825" h="41814">
                <a:moveTo>
                  <a:pt x="7399" y="16603"/>
                </a:moveTo>
                <a:cubicBezTo>
                  <a:pt x="6379" y="20245"/>
                  <a:pt x="7064" y="23551"/>
                  <a:pt x="9336" y="26449"/>
                </a:cubicBezTo>
                <a:cubicBezTo>
                  <a:pt x="11608" y="29347"/>
                  <a:pt x="15249" y="31459"/>
                  <a:pt x="20201" y="32770"/>
                </a:cubicBezTo>
                <a:cubicBezTo>
                  <a:pt x="25153" y="34139"/>
                  <a:pt x="29362" y="34139"/>
                  <a:pt x="32770" y="32770"/>
                </a:cubicBezTo>
                <a:cubicBezTo>
                  <a:pt x="36193" y="31459"/>
                  <a:pt x="38406" y="28896"/>
                  <a:pt x="39440" y="25255"/>
                </a:cubicBezTo>
                <a:cubicBezTo>
                  <a:pt x="40402" y="21614"/>
                  <a:pt x="39717" y="18322"/>
                  <a:pt x="37445" y="15467"/>
                </a:cubicBezTo>
                <a:cubicBezTo>
                  <a:pt x="35173" y="12569"/>
                  <a:pt x="31532" y="10414"/>
                  <a:pt x="26580" y="9103"/>
                </a:cubicBezTo>
                <a:cubicBezTo>
                  <a:pt x="21686" y="7792"/>
                  <a:pt x="17477" y="7792"/>
                  <a:pt x="13996" y="9161"/>
                </a:cubicBezTo>
                <a:cubicBezTo>
                  <a:pt x="10588" y="10472"/>
                  <a:pt x="8375" y="12962"/>
                  <a:pt x="7399" y="16603"/>
                </a:cubicBezTo>
                <a:close/>
                <a:moveTo>
                  <a:pt x="1602" y="15074"/>
                </a:moveTo>
                <a:cubicBezTo>
                  <a:pt x="3190" y="9103"/>
                  <a:pt x="6379" y="5010"/>
                  <a:pt x="11156" y="2607"/>
                </a:cubicBezTo>
                <a:cubicBezTo>
                  <a:pt x="15933" y="277"/>
                  <a:pt x="21745" y="0"/>
                  <a:pt x="28517" y="1879"/>
                </a:cubicBezTo>
                <a:cubicBezTo>
                  <a:pt x="35333" y="3699"/>
                  <a:pt x="40227" y="6831"/>
                  <a:pt x="43183" y="11258"/>
                </a:cubicBezTo>
                <a:cubicBezTo>
                  <a:pt x="46140" y="15700"/>
                  <a:pt x="46825" y="20871"/>
                  <a:pt x="45179" y="26798"/>
                </a:cubicBezTo>
                <a:cubicBezTo>
                  <a:pt x="43591" y="32770"/>
                  <a:pt x="40402" y="36921"/>
                  <a:pt x="35625" y="39251"/>
                </a:cubicBezTo>
                <a:cubicBezTo>
                  <a:pt x="30847" y="41581"/>
                  <a:pt x="25036" y="41814"/>
                  <a:pt x="18264" y="39994"/>
                </a:cubicBezTo>
                <a:cubicBezTo>
                  <a:pt x="11448" y="38115"/>
                  <a:pt x="6554" y="35042"/>
                  <a:pt x="3597" y="30600"/>
                </a:cubicBezTo>
                <a:cubicBezTo>
                  <a:pt x="685" y="26172"/>
                  <a:pt x="0" y="20987"/>
                  <a:pt x="1602" y="15074"/>
                </a:cubicBezTo>
                <a:close/>
                <a:moveTo>
                  <a:pt x="1602" y="150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07E25-5549-47DA-9E8E-95969564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181" y="1291538"/>
            <a:ext cx="58942" cy="29813"/>
          </a:xfrm>
          <a:custGeom xmlns:a="http://schemas.openxmlformats.org/drawingml/2006/main">
            <a:pathLst>
              <a:path w="58942" h="29813">
                <a:moveTo>
                  <a:pt x="1821" y="10865"/>
                </a:moveTo>
                <a:lnTo>
                  <a:pt x="13603" y="14055"/>
                </a:lnTo>
                <a:lnTo>
                  <a:pt x="17419" y="0"/>
                </a:lnTo>
                <a:lnTo>
                  <a:pt x="22706" y="1413"/>
                </a:lnTo>
                <a:lnTo>
                  <a:pt x="18948" y="15467"/>
                </a:lnTo>
                <a:lnTo>
                  <a:pt x="41479" y="21555"/>
                </a:lnTo>
                <a:cubicBezTo>
                  <a:pt x="44829" y="22473"/>
                  <a:pt x="47160" y="22589"/>
                  <a:pt x="48354" y="21905"/>
                </a:cubicBezTo>
                <a:cubicBezTo>
                  <a:pt x="49563" y="21279"/>
                  <a:pt x="50582" y="19516"/>
                  <a:pt x="51325" y="16662"/>
                </a:cubicBezTo>
                <a:lnTo>
                  <a:pt x="53204" y="9671"/>
                </a:lnTo>
                <a:lnTo>
                  <a:pt x="58942" y="11200"/>
                </a:lnTo>
                <a:lnTo>
                  <a:pt x="57063" y="18205"/>
                </a:lnTo>
                <a:cubicBezTo>
                  <a:pt x="55636" y="23434"/>
                  <a:pt x="53655" y="26798"/>
                  <a:pt x="51150" y="28269"/>
                </a:cubicBezTo>
                <a:cubicBezTo>
                  <a:pt x="48645" y="29755"/>
                  <a:pt x="44829" y="29813"/>
                  <a:pt x="39601" y="28386"/>
                </a:cubicBezTo>
                <a:lnTo>
                  <a:pt x="17069" y="22298"/>
                </a:lnTo>
                <a:lnTo>
                  <a:pt x="15700" y="27308"/>
                </a:lnTo>
                <a:lnTo>
                  <a:pt x="10414" y="25881"/>
                </a:lnTo>
                <a:lnTo>
                  <a:pt x="11783" y="20871"/>
                </a:lnTo>
                <a:lnTo>
                  <a:pt x="0" y="17696"/>
                </a:lnTo>
                <a:lnTo>
                  <a:pt x="1821" y="10865"/>
                </a:lnTo>
                <a:close/>
                <a:moveTo>
                  <a:pt x="1821" y="108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8FCF3-CA28-4472-B62F-85A88435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751" y="1251136"/>
            <a:ext cx="46825" cy="41814"/>
          </a:xfrm>
          <a:custGeom xmlns:a="http://schemas.openxmlformats.org/drawingml/2006/main">
            <a:pathLst>
              <a:path w="46825" h="41814">
                <a:moveTo>
                  <a:pt x="7384" y="16618"/>
                </a:moveTo>
                <a:cubicBezTo>
                  <a:pt x="6365" y="20259"/>
                  <a:pt x="7049" y="23565"/>
                  <a:pt x="9321" y="26463"/>
                </a:cubicBezTo>
                <a:cubicBezTo>
                  <a:pt x="11608" y="29362"/>
                  <a:pt x="15249" y="31474"/>
                  <a:pt x="20186" y="32770"/>
                </a:cubicBezTo>
                <a:cubicBezTo>
                  <a:pt x="25138" y="34139"/>
                  <a:pt x="29347" y="34139"/>
                  <a:pt x="32770" y="32770"/>
                </a:cubicBezTo>
                <a:cubicBezTo>
                  <a:pt x="36178" y="31474"/>
                  <a:pt x="38392" y="28910"/>
                  <a:pt x="39426" y="25269"/>
                </a:cubicBezTo>
                <a:cubicBezTo>
                  <a:pt x="40387" y="21628"/>
                  <a:pt x="39703" y="18322"/>
                  <a:pt x="37430" y="15482"/>
                </a:cubicBezTo>
                <a:cubicBezTo>
                  <a:pt x="35158" y="12584"/>
                  <a:pt x="31517" y="10414"/>
                  <a:pt x="26565" y="9103"/>
                </a:cubicBezTo>
                <a:cubicBezTo>
                  <a:pt x="21672" y="7807"/>
                  <a:pt x="17463" y="7807"/>
                  <a:pt x="13996" y="9161"/>
                </a:cubicBezTo>
                <a:cubicBezTo>
                  <a:pt x="10574" y="10472"/>
                  <a:pt x="8360" y="12977"/>
                  <a:pt x="7384" y="16618"/>
                </a:cubicBezTo>
                <a:close/>
                <a:moveTo>
                  <a:pt x="1588" y="15089"/>
                </a:moveTo>
                <a:cubicBezTo>
                  <a:pt x="3175" y="9103"/>
                  <a:pt x="6365" y="5010"/>
                  <a:pt x="11142" y="2622"/>
                </a:cubicBezTo>
                <a:cubicBezTo>
                  <a:pt x="15919" y="291"/>
                  <a:pt x="21730" y="0"/>
                  <a:pt x="28503" y="1879"/>
                </a:cubicBezTo>
                <a:cubicBezTo>
                  <a:pt x="35319" y="3699"/>
                  <a:pt x="40212" y="6831"/>
                  <a:pt x="43183" y="11273"/>
                </a:cubicBezTo>
                <a:cubicBezTo>
                  <a:pt x="46140" y="15715"/>
                  <a:pt x="46825" y="20885"/>
                  <a:pt x="45222" y="26798"/>
                </a:cubicBezTo>
                <a:cubicBezTo>
                  <a:pt x="43577" y="32770"/>
                  <a:pt x="40387" y="36935"/>
                  <a:pt x="35610" y="39266"/>
                </a:cubicBezTo>
                <a:cubicBezTo>
                  <a:pt x="30833" y="41596"/>
                  <a:pt x="25022" y="41814"/>
                  <a:pt x="18264" y="40008"/>
                </a:cubicBezTo>
                <a:cubicBezTo>
                  <a:pt x="11433" y="38130"/>
                  <a:pt x="6539" y="35056"/>
                  <a:pt x="3641" y="30614"/>
                </a:cubicBezTo>
                <a:cubicBezTo>
                  <a:pt x="685" y="26172"/>
                  <a:pt x="0" y="21002"/>
                  <a:pt x="1588" y="15089"/>
                </a:cubicBezTo>
                <a:close/>
                <a:moveTo>
                  <a:pt x="1588" y="150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24E24-BD71-4206-80AA-16B6B8E6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595" y="1203132"/>
            <a:ext cx="63384" cy="50742"/>
          </a:xfrm>
          <a:custGeom xmlns:a="http://schemas.openxmlformats.org/drawingml/2006/main">
            <a:pathLst>
              <a:path w="63384" h="50742">
                <a:moveTo>
                  <a:pt x="8535" y="12394"/>
                </a:moveTo>
                <a:lnTo>
                  <a:pt x="33338" y="30032"/>
                </a:lnTo>
                <a:lnTo>
                  <a:pt x="38858" y="9671"/>
                </a:lnTo>
                <a:lnTo>
                  <a:pt x="8535" y="12394"/>
                </a:lnTo>
                <a:close/>
                <a:moveTo>
                  <a:pt x="0" y="14666"/>
                </a:moveTo>
                <a:lnTo>
                  <a:pt x="2287" y="6190"/>
                </a:lnTo>
                <a:lnTo>
                  <a:pt x="63384" y="0"/>
                </a:lnTo>
                <a:lnTo>
                  <a:pt x="61272" y="7792"/>
                </a:lnTo>
                <a:lnTo>
                  <a:pt x="45688" y="8986"/>
                </a:lnTo>
                <a:lnTo>
                  <a:pt x="38974" y="33964"/>
                </a:lnTo>
                <a:lnTo>
                  <a:pt x="51835" y="42834"/>
                </a:lnTo>
                <a:lnTo>
                  <a:pt x="49665" y="50742"/>
                </a:lnTo>
                <a:lnTo>
                  <a:pt x="0" y="14666"/>
                </a:lnTo>
                <a:close/>
                <a:moveTo>
                  <a:pt x="0" y="1466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C2BDA-BB87-4972-B367-C1D38AE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437" y="1152492"/>
            <a:ext cx="50917" cy="43125"/>
          </a:xfrm>
          <a:custGeom xmlns:a="http://schemas.openxmlformats.org/drawingml/2006/main">
            <a:pathLst>
              <a:path w="50917" h="43125">
                <a:moveTo>
                  <a:pt x="25823" y="1529"/>
                </a:moveTo>
                <a:lnTo>
                  <a:pt x="50917" y="8302"/>
                </a:lnTo>
                <a:lnTo>
                  <a:pt x="49097" y="15132"/>
                </a:lnTo>
                <a:lnTo>
                  <a:pt x="24235" y="8418"/>
                </a:lnTo>
                <a:cubicBezTo>
                  <a:pt x="20303" y="7399"/>
                  <a:pt x="17186" y="7340"/>
                  <a:pt x="14797" y="8360"/>
                </a:cubicBezTo>
                <a:cubicBezTo>
                  <a:pt x="12409" y="9379"/>
                  <a:pt x="10807" y="11433"/>
                  <a:pt x="10006" y="14448"/>
                </a:cubicBezTo>
                <a:cubicBezTo>
                  <a:pt x="8986" y="18147"/>
                  <a:pt x="9379" y="21395"/>
                  <a:pt x="11215" y="24119"/>
                </a:cubicBezTo>
                <a:cubicBezTo>
                  <a:pt x="12977" y="26915"/>
                  <a:pt x="15875" y="28837"/>
                  <a:pt x="19910" y="29930"/>
                </a:cubicBezTo>
                <a:lnTo>
                  <a:pt x="43402" y="36236"/>
                </a:lnTo>
                <a:lnTo>
                  <a:pt x="41538" y="43125"/>
                </a:lnTo>
                <a:lnTo>
                  <a:pt x="0" y="31911"/>
                </a:lnTo>
                <a:lnTo>
                  <a:pt x="1879" y="25036"/>
                </a:lnTo>
                <a:lnTo>
                  <a:pt x="8302" y="26798"/>
                </a:lnTo>
                <a:cubicBezTo>
                  <a:pt x="6263" y="24468"/>
                  <a:pt x="4894" y="22080"/>
                  <a:pt x="4267" y="19516"/>
                </a:cubicBezTo>
                <a:cubicBezTo>
                  <a:pt x="3641" y="16953"/>
                  <a:pt x="3699" y="14229"/>
                  <a:pt x="4500" y="11375"/>
                </a:cubicBezTo>
                <a:cubicBezTo>
                  <a:pt x="5738" y="6598"/>
                  <a:pt x="8185" y="3350"/>
                  <a:pt x="11826" y="1704"/>
                </a:cubicBezTo>
                <a:cubicBezTo>
                  <a:pt x="15424" y="58"/>
                  <a:pt x="20084" y="0"/>
                  <a:pt x="25823" y="1529"/>
                </a:cubicBezTo>
                <a:close/>
                <a:moveTo>
                  <a:pt x="25823" y="15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AFDCF4-2C55-4F35-8F3F-007E635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118" y="1106643"/>
            <a:ext cx="48645" cy="40955"/>
          </a:xfrm>
          <a:custGeom xmlns:a="http://schemas.openxmlformats.org/drawingml/2006/main">
            <a:pathLst>
              <a:path w="48645" h="40955">
                <a:moveTo>
                  <a:pt x="24119" y="16035"/>
                </a:moveTo>
                <a:cubicBezTo>
                  <a:pt x="22633" y="21555"/>
                  <a:pt x="22240" y="25531"/>
                  <a:pt x="22924" y="28036"/>
                </a:cubicBezTo>
                <a:cubicBezTo>
                  <a:pt x="23609" y="30483"/>
                  <a:pt x="25488" y="32144"/>
                  <a:pt x="28503" y="32988"/>
                </a:cubicBezTo>
                <a:cubicBezTo>
                  <a:pt x="30949" y="33615"/>
                  <a:pt x="33047" y="33338"/>
                  <a:pt x="34925" y="32144"/>
                </a:cubicBezTo>
                <a:cubicBezTo>
                  <a:pt x="36746" y="30891"/>
                  <a:pt x="38057" y="28954"/>
                  <a:pt x="38800" y="26158"/>
                </a:cubicBezTo>
                <a:cubicBezTo>
                  <a:pt x="39819" y="22415"/>
                  <a:pt x="39309" y="18992"/>
                  <a:pt x="37197" y="15977"/>
                </a:cubicBezTo>
                <a:cubicBezTo>
                  <a:pt x="35158" y="12962"/>
                  <a:pt x="31911" y="10865"/>
                  <a:pt x="27468" y="9671"/>
                </a:cubicBezTo>
                <a:lnTo>
                  <a:pt x="25939" y="9263"/>
                </a:lnTo>
                <a:lnTo>
                  <a:pt x="24119" y="16035"/>
                </a:lnTo>
                <a:close/>
                <a:moveTo>
                  <a:pt x="24978" y="1704"/>
                </a:moveTo>
                <a:lnTo>
                  <a:pt x="48645" y="8069"/>
                </a:lnTo>
                <a:lnTo>
                  <a:pt x="46825" y="14899"/>
                </a:lnTo>
                <a:lnTo>
                  <a:pt x="40504" y="13195"/>
                </a:lnTo>
                <a:cubicBezTo>
                  <a:pt x="42615" y="15409"/>
                  <a:pt x="43970" y="17856"/>
                  <a:pt x="44538" y="20536"/>
                </a:cubicBezTo>
                <a:cubicBezTo>
                  <a:pt x="45106" y="23201"/>
                  <a:pt x="44946" y="26158"/>
                  <a:pt x="44028" y="29522"/>
                </a:cubicBezTo>
                <a:cubicBezTo>
                  <a:pt x="42892" y="33789"/>
                  <a:pt x="40795" y="36862"/>
                  <a:pt x="37722" y="38741"/>
                </a:cubicBezTo>
                <a:cubicBezTo>
                  <a:pt x="34649" y="40620"/>
                  <a:pt x="31110" y="40955"/>
                  <a:pt x="27133" y="39936"/>
                </a:cubicBezTo>
                <a:cubicBezTo>
                  <a:pt x="22473" y="38625"/>
                  <a:pt x="19342" y="36120"/>
                  <a:pt x="17798" y="32362"/>
                </a:cubicBezTo>
                <a:cubicBezTo>
                  <a:pt x="16268" y="28604"/>
                  <a:pt x="16385" y="23609"/>
                  <a:pt x="18031" y="17404"/>
                </a:cubicBezTo>
                <a:lnTo>
                  <a:pt x="20594" y="7850"/>
                </a:lnTo>
                <a:lnTo>
                  <a:pt x="19910" y="7675"/>
                </a:lnTo>
                <a:cubicBezTo>
                  <a:pt x="16778" y="6816"/>
                  <a:pt x="14113" y="7166"/>
                  <a:pt x="11826" y="8811"/>
                </a:cubicBezTo>
                <a:cubicBezTo>
                  <a:pt x="9554" y="10399"/>
                  <a:pt x="7908" y="13079"/>
                  <a:pt x="6874" y="16778"/>
                </a:cubicBezTo>
                <a:cubicBezTo>
                  <a:pt x="6248" y="19167"/>
                  <a:pt x="5913" y="21555"/>
                  <a:pt x="5855" y="23944"/>
                </a:cubicBezTo>
                <a:cubicBezTo>
                  <a:pt x="5855" y="26332"/>
                  <a:pt x="6088" y="28721"/>
                  <a:pt x="6714" y="31110"/>
                </a:cubicBezTo>
                <a:lnTo>
                  <a:pt x="393" y="29406"/>
                </a:lnTo>
                <a:cubicBezTo>
                  <a:pt x="117" y="26682"/>
                  <a:pt x="0" y="24060"/>
                  <a:pt x="175" y="21614"/>
                </a:cubicBezTo>
                <a:cubicBezTo>
                  <a:pt x="335" y="19108"/>
                  <a:pt x="685" y="16778"/>
                  <a:pt x="1311" y="14564"/>
                </a:cubicBezTo>
                <a:cubicBezTo>
                  <a:pt x="2898" y="8520"/>
                  <a:pt x="5680" y="4428"/>
                  <a:pt x="9612" y="2330"/>
                </a:cubicBezTo>
                <a:cubicBezTo>
                  <a:pt x="13530" y="218"/>
                  <a:pt x="18657" y="0"/>
                  <a:pt x="24978" y="1704"/>
                </a:cubicBezTo>
                <a:close/>
                <a:moveTo>
                  <a:pt x="24978" y="17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B9A63-0201-4FB4-AEEE-60B80B9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875" y="1078301"/>
            <a:ext cx="59510" cy="22356"/>
          </a:xfrm>
          <a:custGeom xmlns:a="http://schemas.openxmlformats.org/drawingml/2006/main">
            <a:pathLst>
              <a:path w="59510" h="22356">
                <a:moveTo>
                  <a:pt x="0" y="6831"/>
                </a:moveTo>
                <a:lnTo>
                  <a:pt x="1821" y="0"/>
                </a:lnTo>
                <a:lnTo>
                  <a:pt x="59510" y="15540"/>
                </a:lnTo>
                <a:lnTo>
                  <a:pt x="57690" y="22356"/>
                </a:lnTo>
                <a:lnTo>
                  <a:pt x="0" y="6831"/>
                </a:lnTo>
                <a:close/>
                <a:moveTo>
                  <a:pt x="0" y="68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05610-2B94-4F35-90C4-E7D4667D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425" y="1032845"/>
            <a:ext cx="60588" cy="52111"/>
          </a:xfrm>
          <a:custGeom xmlns:a="http://schemas.openxmlformats.org/drawingml/2006/main">
            <a:pathLst>
              <a:path w="60588" h="52111">
                <a:moveTo>
                  <a:pt x="51310" y="30498"/>
                </a:moveTo>
                <a:cubicBezTo>
                  <a:pt x="55752" y="33746"/>
                  <a:pt x="58476" y="36469"/>
                  <a:pt x="59496" y="38741"/>
                </a:cubicBezTo>
                <a:cubicBezTo>
                  <a:pt x="60530" y="40970"/>
                  <a:pt x="60588" y="43635"/>
                  <a:pt x="59787" y="46650"/>
                </a:cubicBezTo>
                <a:lnTo>
                  <a:pt x="58301" y="52111"/>
                </a:lnTo>
                <a:lnTo>
                  <a:pt x="52621" y="50582"/>
                </a:lnTo>
                <a:lnTo>
                  <a:pt x="53699" y="46591"/>
                </a:lnTo>
                <a:cubicBezTo>
                  <a:pt x="54150" y="44713"/>
                  <a:pt x="54092" y="43125"/>
                  <a:pt x="53524" y="41873"/>
                </a:cubicBezTo>
                <a:cubicBezTo>
                  <a:pt x="52898" y="40562"/>
                  <a:pt x="51136" y="38858"/>
                  <a:pt x="48121" y="36702"/>
                </a:cubicBezTo>
                <a:lnTo>
                  <a:pt x="45339" y="34649"/>
                </a:lnTo>
                <a:lnTo>
                  <a:pt x="0" y="40445"/>
                </a:lnTo>
                <a:lnTo>
                  <a:pt x="1922" y="33221"/>
                </a:lnTo>
                <a:lnTo>
                  <a:pt x="37882" y="28954"/>
                </a:lnTo>
                <a:lnTo>
                  <a:pt x="8928" y="7224"/>
                </a:lnTo>
                <a:lnTo>
                  <a:pt x="10865" y="0"/>
                </a:lnTo>
                <a:lnTo>
                  <a:pt x="51310" y="30498"/>
                </a:lnTo>
                <a:close/>
                <a:moveTo>
                  <a:pt x="51310" y="304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F0EFB-2397-451F-9065-D43369C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033" y="997293"/>
            <a:ext cx="45980" cy="39994"/>
          </a:xfrm>
          <a:custGeom xmlns:a="http://schemas.openxmlformats.org/drawingml/2006/main">
            <a:pathLst>
              <a:path w="45980" h="39994">
                <a:moveTo>
                  <a:pt x="7122" y="0"/>
                </a:moveTo>
                <a:lnTo>
                  <a:pt x="13603" y="1762"/>
                </a:lnTo>
                <a:cubicBezTo>
                  <a:pt x="12074" y="3408"/>
                  <a:pt x="10821" y="5229"/>
                  <a:pt x="9787" y="7166"/>
                </a:cubicBezTo>
                <a:cubicBezTo>
                  <a:pt x="8710" y="9103"/>
                  <a:pt x="7865" y="11142"/>
                  <a:pt x="7282" y="13428"/>
                </a:cubicBezTo>
                <a:cubicBezTo>
                  <a:pt x="6379" y="16778"/>
                  <a:pt x="6204" y="19458"/>
                  <a:pt x="6772" y="21439"/>
                </a:cubicBezTo>
                <a:cubicBezTo>
                  <a:pt x="7340" y="23434"/>
                  <a:pt x="8710" y="24687"/>
                  <a:pt x="10763" y="25255"/>
                </a:cubicBezTo>
                <a:cubicBezTo>
                  <a:pt x="12351" y="25648"/>
                  <a:pt x="13778" y="25371"/>
                  <a:pt x="14972" y="24410"/>
                </a:cubicBezTo>
                <a:cubicBezTo>
                  <a:pt x="16225" y="23434"/>
                  <a:pt x="17696" y="21279"/>
                  <a:pt x="19516" y="17798"/>
                </a:cubicBezTo>
                <a:lnTo>
                  <a:pt x="20652" y="15642"/>
                </a:lnTo>
                <a:cubicBezTo>
                  <a:pt x="23041" y="11040"/>
                  <a:pt x="25444" y="8010"/>
                  <a:pt x="27833" y="6481"/>
                </a:cubicBezTo>
                <a:cubicBezTo>
                  <a:pt x="30279" y="4952"/>
                  <a:pt x="33236" y="4661"/>
                  <a:pt x="36586" y="5578"/>
                </a:cubicBezTo>
                <a:cubicBezTo>
                  <a:pt x="40460" y="6598"/>
                  <a:pt x="43081" y="8928"/>
                  <a:pt x="44552" y="12627"/>
                </a:cubicBezTo>
                <a:cubicBezTo>
                  <a:pt x="45980" y="16268"/>
                  <a:pt x="45922" y="20769"/>
                  <a:pt x="44494" y="26114"/>
                </a:cubicBezTo>
                <a:cubicBezTo>
                  <a:pt x="43926" y="28328"/>
                  <a:pt x="43081" y="30600"/>
                  <a:pt x="41989" y="32886"/>
                </a:cubicBezTo>
                <a:cubicBezTo>
                  <a:pt x="40911" y="35158"/>
                  <a:pt x="39542" y="37547"/>
                  <a:pt x="38013" y="39994"/>
                </a:cubicBezTo>
                <a:lnTo>
                  <a:pt x="30949" y="38057"/>
                </a:lnTo>
                <a:cubicBezTo>
                  <a:pt x="32945" y="35901"/>
                  <a:pt x="34590" y="33673"/>
                  <a:pt x="35901" y="31401"/>
                </a:cubicBezTo>
                <a:cubicBezTo>
                  <a:pt x="37212" y="29129"/>
                  <a:pt x="38188" y="26798"/>
                  <a:pt x="38814" y="24410"/>
                </a:cubicBezTo>
                <a:cubicBezTo>
                  <a:pt x="39717" y="21220"/>
                  <a:pt x="39834" y="18599"/>
                  <a:pt x="39149" y="16545"/>
                </a:cubicBezTo>
                <a:cubicBezTo>
                  <a:pt x="38523" y="14506"/>
                  <a:pt x="37212" y="13254"/>
                  <a:pt x="35217" y="12686"/>
                </a:cubicBezTo>
                <a:cubicBezTo>
                  <a:pt x="33352" y="12234"/>
                  <a:pt x="31809" y="12453"/>
                  <a:pt x="30440" y="13428"/>
                </a:cubicBezTo>
                <a:cubicBezTo>
                  <a:pt x="29129" y="14390"/>
                  <a:pt x="27425" y="16895"/>
                  <a:pt x="25386" y="20871"/>
                </a:cubicBezTo>
                <a:lnTo>
                  <a:pt x="24191" y="23099"/>
                </a:lnTo>
                <a:cubicBezTo>
                  <a:pt x="22138" y="27075"/>
                  <a:pt x="19982" y="29755"/>
                  <a:pt x="17637" y="31168"/>
                </a:cubicBezTo>
                <a:cubicBezTo>
                  <a:pt x="15249" y="32537"/>
                  <a:pt x="12525" y="32770"/>
                  <a:pt x="9278" y="31911"/>
                </a:cubicBezTo>
                <a:cubicBezTo>
                  <a:pt x="5360" y="30891"/>
                  <a:pt x="2738" y="28663"/>
                  <a:pt x="1369" y="25313"/>
                </a:cubicBezTo>
                <a:cubicBezTo>
                  <a:pt x="0" y="22007"/>
                  <a:pt x="0" y="17739"/>
                  <a:pt x="1369" y="12686"/>
                </a:cubicBezTo>
                <a:cubicBezTo>
                  <a:pt x="2054" y="10181"/>
                  <a:pt x="2855" y="7850"/>
                  <a:pt x="3816" y="5738"/>
                </a:cubicBezTo>
                <a:cubicBezTo>
                  <a:pt x="4792" y="3583"/>
                  <a:pt x="5928" y="1704"/>
                  <a:pt x="7122" y="0"/>
                </a:cubicBezTo>
                <a:close/>
                <a:moveTo>
                  <a:pt x="712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3969A-4773-470A-9F78-CE3CA690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334" y="972709"/>
            <a:ext cx="59496" cy="22356"/>
          </a:xfrm>
          <a:custGeom xmlns:a="http://schemas.openxmlformats.org/drawingml/2006/main">
            <a:pathLst>
              <a:path w="59496" h="22356">
                <a:moveTo>
                  <a:pt x="16152" y="11156"/>
                </a:moveTo>
                <a:lnTo>
                  <a:pt x="17972" y="4326"/>
                </a:lnTo>
                <a:lnTo>
                  <a:pt x="59496" y="15540"/>
                </a:lnTo>
                <a:lnTo>
                  <a:pt x="57675" y="22356"/>
                </a:lnTo>
                <a:lnTo>
                  <a:pt x="16152" y="11156"/>
                </a:lnTo>
                <a:close/>
                <a:moveTo>
                  <a:pt x="0" y="6831"/>
                </a:moveTo>
                <a:lnTo>
                  <a:pt x="1821" y="0"/>
                </a:lnTo>
                <a:lnTo>
                  <a:pt x="10457" y="2330"/>
                </a:lnTo>
                <a:lnTo>
                  <a:pt x="8637" y="9161"/>
                </a:lnTo>
                <a:lnTo>
                  <a:pt x="0" y="6831"/>
                </a:lnTo>
                <a:close/>
                <a:moveTo>
                  <a:pt x="0" y="68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7CB8B-B25B-41C4-9DAA-E815818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375" y="936647"/>
            <a:ext cx="45965" cy="39936"/>
          </a:xfrm>
          <a:custGeom xmlns:a="http://schemas.openxmlformats.org/drawingml/2006/main">
            <a:pathLst>
              <a:path w="45965" h="39936">
                <a:moveTo>
                  <a:pt x="7166" y="0"/>
                </a:moveTo>
                <a:lnTo>
                  <a:pt x="13589" y="1704"/>
                </a:lnTo>
                <a:cubicBezTo>
                  <a:pt x="12118" y="3408"/>
                  <a:pt x="10807" y="5170"/>
                  <a:pt x="9773" y="7107"/>
                </a:cubicBezTo>
                <a:cubicBezTo>
                  <a:pt x="8695" y="9103"/>
                  <a:pt x="7908" y="11142"/>
                  <a:pt x="7282" y="13370"/>
                </a:cubicBezTo>
                <a:cubicBezTo>
                  <a:pt x="6365" y="16778"/>
                  <a:pt x="6190" y="19458"/>
                  <a:pt x="6758" y="21439"/>
                </a:cubicBezTo>
                <a:cubicBezTo>
                  <a:pt x="7384" y="23376"/>
                  <a:pt x="8695" y="24687"/>
                  <a:pt x="10807" y="25196"/>
                </a:cubicBezTo>
                <a:cubicBezTo>
                  <a:pt x="12336" y="25648"/>
                  <a:pt x="13763" y="25371"/>
                  <a:pt x="15016" y="24395"/>
                </a:cubicBezTo>
                <a:cubicBezTo>
                  <a:pt x="16210" y="23434"/>
                  <a:pt x="17739" y="21220"/>
                  <a:pt x="19502" y="17798"/>
                </a:cubicBezTo>
                <a:lnTo>
                  <a:pt x="20696" y="15584"/>
                </a:lnTo>
                <a:cubicBezTo>
                  <a:pt x="23041" y="11025"/>
                  <a:pt x="25429" y="8010"/>
                  <a:pt x="27876" y="6481"/>
                </a:cubicBezTo>
                <a:cubicBezTo>
                  <a:pt x="30323" y="4952"/>
                  <a:pt x="33221" y="4602"/>
                  <a:pt x="36571" y="5520"/>
                </a:cubicBezTo>
                <a:cubicBezTo>
                  <a:pt x="40445" y="6598"/>
                  <a:pt x="43111" y="8928"/>
                  <a:pt x="44538" y="12569"/>
                </a:cubicBezTo>
                <a:cubicBezTo>
                  <a:pt x="45965" y="16268"/>
                  <a:pt x="45965" y="20754"/>
                  <a:pt x="44538" y="26114"/>
                </a:cubicBezTo>
                <a:cubicBezTo>
                  <a:pt x="43912" y="28328"/>
                  <a:pt x="43067" y="30542"/>
                  <a:pt x="41975" y="32872"/>
                </a:cubicBezTo>
                <a:cubicBezTo>
                  <a:pt x="40897" y="35158"/>
                  <a:pt x="39586" y="37547"/>
                  <a:pt x="37998" y="39936"/>
                </a:cubicBezTo>
                <a:lnTo>
                  <a:pt x="30949" y="38057"/>
                </a:lnTo>
                <a:cubicBezTo>
                  <a:pt x="32930" y="35887"/>
                  <a:pt x="34590" y="33673"/>
                  <a:pt x="35887" y="31401"/>
                </a:cubicBezTo>
                <a:cubicBezTo>
                  <a:pt x="37197" y="29129"/>
                  <a:pt x="38173" y="26798"/>
                  <a:pt x="38858" y="24395"/>
                </a:cubicBezTo>
                <a:cubicBezTo>
                  <a:pt x="39703" y="21162"/>
                  <a:pt x="39819" y="18540"/>
                  <a:pt x="39193" y="16545"/>
                </a:cubicBezTo>
                <a:cubicBezTo>
                  <a:pt x="38567" y="14506"/>
                  <a:pt x="37256" y="13254"/>
                  <a:pt x="35217" y="12686"/>
                </a:cubicBezTo>
                <a:cubicBezTo>
                  <a:pt x="33396" y="12176"/>
                  <a:pt x="31794" y="12453"/>
                  <a:pt x="30483" y="13428"/>
                </a:cubicBezTo>
                <a:cubicBezTo>
                  <a:pt x="29129" y="14390"/>
                  <a:pt x="27468" y="16895"/>
                  <a:pt x="25371" y="20871"/>
                </a:cubicBezTo>
                <a:lnTo>
                  <a:pt x="24177" y="23099"/>
                </a:lnTo>
                <a:cubicBezTo>
                  <a:pt x="22182" y="27075"/>
                  <a:pt x="19968" y="29755"/>
                  <a:pt x="17623" y="31110"/>
                </a:cubicBezTo>
                <a:cubicBezTo>
                  <a:pt x="15293" y="32537"/>
                  <a:pt x="12511" y="32770"/>
                  <a:pt x="9263" y="31911"/>
                </a:cubicBezTo>
                <a:cubicBezTo>
                  <a:pt x="5403" y="30833"/>
                  <a:pt x="2724" y="28663"/>
                  <a:pt x="1354" y="25313"/>
                </a:cubicBezTo>
                <a:cubicBezTo>
                  <a:pt x="0" y="21949"/>
                  <a:pt x="0" y="17739"/>
                  <a:pt x="1354" y="12686"/>
                </a:cubicBezTo>
                <a:cubicBezTo>
                  <a:pt x="2039" y="10122"/>
                  <a:pt x="2840" y="7850"/>
                  <a:pt x="3801" y="5680"/>
                </a:cubicBezTo>
                <a:cubicBezTo>
                  <a:pt x="4777" y="3583"/>
                  <a:pt x="5913" y="1646"/>
                  <a:pt x="7166" y="0"/>
                </a:cubicBezTo>
                <a:close/>
                <a:moveTo>
                  <a:pt x="716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83A70-1B11-47A4-993C-F9D2E79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107" y="897950"/>
            <a:ext cx="64622" cy="36134"/>
          </a:xfrm>
          <a:custGeom xmlns:a="http://schemas.openxmlformats.org/drawingml/2006/main">
            <a:pathLst>
              <a:path w="64622" h="36134">
                <a:moveTo>
                  <a:pt x="0" y="21220"/>
                </a:moveTo>
                <a:lnTo>
                  <a:pt x="1981" y="13778"/>
                </a:lnTo>
                <a:lnTo>
                  <a:pt x="51019" y="26973"/>
                </a:lnTo>
                <a:lnTo>
                  <a:pt x="58301" y="0"/>
                </a:lnTo>
                <a:lnTo>
                  <a:pt x="64622" y="1719"/>
                </a:lnTo>
                <a:lnTo>
                  <a:pt x="55345" y="36134"/>
                </a:lnTo>
                <a:lnTo>
                  <a:pt x="0" y="21220"/>
                </a:lnTo>
                <a:close/>
                <a:moveTo>
                  <a:pt x="0" y="212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F94B2-DBBC-4C5B-B6B2-ADB4404F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035" y="869739"/>
            <a:ext cx="59568" cy="22356"/>
          </a:xfrm>
          <a:custGeom xmlns:a="http://schemas.openxmlformats.org/drawingml/2006/main">
            <a:pathLst>
              <a:path w="59568" h="22356">
                <a:moveTo>
                  <a:pt x="16210" y="11156"/>
                </a:moveTo>
                <a:lnTo>
                  <a:pt x="18031" y="4326"/>
                </a:lnTo>
                <a:lnTo>
                  <a:pt x="59568" y="15526"/>
                </a:lnTo>
                <a:lnTo>
                  <a:pt x="57748" y="22356"/>
                </a:lnTo>
                <a:lnTo>
                  <a:pt x="16210" y="11156"/>
                </a:lnTo>
                <a:close/>
                <a:moveTo>
                  <a:pt x="0" y="6831"/>
                </a:moveTo>
                <a:lnTo>
                  <a:pt x="1879" y="0"/>
                </a:lnTo>
                <a:lnTo>
                  <a:pt x="10530" y="2330"/>
                </a:lnTo>
                <a:lnTo>
                  <a:pt x="8651" y="9161"/>
                </a:lnTo>
                <a:lnTo>
                  <a:pt x="0" y="6831"/>
                </a:lnTo>
                <a:close/>
                <a:moveTo>
                  <a:pt x="0" y="68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F38A6-E3B1-4E53-B1BC-1369343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309" y="825652"/>
            <a:ext cx="61724" cy="46985"/>
          </a:xfrm>
          <a:custGeom xmlns:a="http://schemas.openxmlformats.org/drawingml/2006/main">
            <a:pathLst>
              <a:path w="61724" h="46985">
                <a:moveTo>
                  <a:pt x="26274" y="12278"/>
                </a:moveTo>
                <a:cubicBezTo>
                  <a:pt x="21322" y="10967"/>
                  <a:pt x="17171" y="10967"/>
                  <a:pt x="13938" y="12278"/>
                </a:cubicBezTo>
                <a:cubicBezTo>
                  <a:pt x="10690" y="13530"/>
                  <a:pt x="8520" y="16035"/>
                  <a:pt x="7559" y="19735"/>
                </a:cubicBezTo>
                <a:cubicBezTo>
                  <a:pt x="6539" y="23376"/>
                  <a:pt x="7166" y="26624"/>
                  <a:pt x="9321" y="29406"/>
                </a:cubicBezTo>
                <a:cubicBezTo>
                  <a:pt x="11491" y="32144"/>
                  <a:pt x="15074" y="34183"/>
                  <a:pt x="19968" y="35552"/>
                </a:cubicBezTo>
                <a:cubicBezTo>
                  <a:pt x="24905" y="36862"/>
                  <a:pt x="29012" y="36862"/>
                  <a:pt x="32246" y="35552"/>
                </a:cubicBezTo>
                <a:cubicBezTo>
                  <a:pt x="35552" y="34241"/>
                  <a:pt x="37649" y="31794"/>
                  <a:pt x="38683" y="28095"/>
                </a:cubicBezTo>
                <a:cubicBezTo>
                  <a:pt x="39644" y="24454"/>
                  <a:pt x="39076" y="21220"/>
                  <a:pt x="36862" y="18424"/>
                </a:cubicBezTo>
                <a:cubicBezTo>
                  <a:pt x="34692" y="15700"/>
                  <a:pt x="31168" y="13647"/>
                  <a:pt x="26274" y="12278"/>
                </a:cubicBezTo>
                <a:close/>
                <a:moveTo>
                  <a:pt x="44203" y="9831"/>
                </a:moveTo>
                <a:cubicBezTo>
                  <a:pt x="51252" y="11710"/>
                  <a:pt x="56087" y="14725"/>
                  <a:pt x="58709" y="18774"/>
                </a:cubicBezTo>
                <a:cubicBezTo>
                  <a:pt x="61272" y="22808"/>
                  <a:pt x="61724" y="28095"/>
                  <a:pt x="59962" y="34590"/>
                </a:cubicBezTo>
                <a:cubicBezTo>
                  <a:pt x="59335" y="36979"/>
                  <a:pt x="58534" y="39193"/>
                  <a:pt x="57631" y="41246"/>
                </a:cubicBezTo>
                <a:cubicBezTo>
                  <a:pt x="56655" y="43227"/>
                  <a:pt x="55578" y="45164"/>
                  <a:pt x="54325" y="46985"/>
                </a:cubicBezTo>
                <a:lnTo>
                  <a:pt x="47669" y="45164"/>
                </a:lnTo>
                <a:cubicBezTo>
                  <a:pt x="49257" y="43460"/>
                  <a:pt x="50626" y="41698"/>
                  <a:pt x="51645" y="39877"/>
                </a:cubicBezTo>
                <a:cubicBezTo>
                  <a:pt x="52738" y="38115"/>
                  <a:pt x="53524" y="36178"/>
                  <a:pt x="54034" y="34124"/>
                </a:cubicBezTo>
                <a:cubicBezTo>
                  <a:pt x="55228" y="29697"/>
                  <a:pt x="55010" y="25997"/>
                  <a:pt x="53247" y="23143"/>
                </a:cubicBezTo>
                <a:cubicBezTo>
                  <a:pt x="51543" y="20303"/>
                  <a:pt x="48296" y="18249"/>
                  <a:pt x="43577" y="16953"/>
                </a:cubicBezTo>
                <a:lnTo>
                  <a:pt x="40212" y="16035"/>
                </a:lnTo>
                <a:cubicBezTo>
                  <a:pt x="42266" y="18147"/>
                  <a:pt x="43635" y="20419"/>
                  <a:pt x="44261" y="22924"/>
                </a:cubicBezTo>
                <a:cubicBezTo>
                  <a:pt x="44829" y="25488"/>
                  <a:pt x="44771" y="28269"/>
                  <a:pt x="43912" y="31343"/>
                </a:cubicBezTo>
                <a:cubicBezTo>
                  <a:pt x="42543" y="36411"/>
                  <a:pt x="39470" y="39994"/>
                  <a:pt x="34809" y="42091"/>
                </a:cubicBezTo>
                <a:cubicBezTo>
                  <a:pt x="30032" y="44145"/>
                  <a:pt x="24512" y="44319"/>
                  <a:pt x="18089" y="42601"/>
                </a:cubicBezTo>
                <a:cubicBezTo>
                  <a:pt x="11652" y="40839"/>
                  <a:pt x="6933" y="37882"/>
                  <a:pt x="3918" y="33731"/>
                </a:cubicBezTo>
                <a:cubicBezTo>
                  <a:pt x="845" y="29580"/>
                  <a:pt x="0" y="24963"/>
                  <a:pt x="1413" y="19851"/>
                </a:cubicBezTo>
                <a:cubicBezTo>
                  <a:pt x="2214" y="16836"/>
                  <a:pt x="3525" y="14331"/>
                  <a:pt x="5345" y="12453"/>
                </a:cubicBezTo>
                <a:cubicBezTo>
                  <a:pt x="7166" y="10574"/>
                  <a:pt x="9438" y="9263"/>
                  <a:pt x="12278" y="8520"/>
                </a:cubicBezTo>
                <a:lnTo>
                  <a:pt x="5971" y="6816"/>
                </a:lnTo>
                <a:lnTo>
                  <a:pt x="7792" y="0"/>
                </a:lnTo>
                <a:lnTo>
                  <a:pt x="44203" y="9831"/>
                </a:lnTo>
                <a:close/>
                <a:moveTo>
                  <a:pt x="44203" y="98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5DC9B-8FF7-4563-BB90-4E919C79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5634" y="779964"/>
            <a:ext cx="67084" cy="43125"/>
          </a:xfrm>
          <a:custGeom xmlns:a="http://schemas.openxmlformats.org/drawingml/2006/main">
            <a:pathLst>
              <a:path w="67084" h="43125">
                <a:moveTo>
                  <a:pt x="42047" y="1529"/>
                </a:moveTo>
                <a:lnTo>
                  <a:pt x="67084" y="8302"/>
                </a:lnTo>
                <a:lnTo>
                  <a:pt x="65263" y="15132"/>
                </a:lnTo>
                <a:lnTo>
                  <a:pt x="40402" y="8418"/>
                </a:lnTo>
                <a:cubicBezTo>
                  <a:pt x="36469" y="7399"/>
                  <a:pt x="33338" y="7340"/>
                  <a:pt x="31008" y="8360"/>
                </a:cubicBezTo>
                <a:cubicBezTo>
                  <a:pt x="28619" y="9379"/>
                  <a:pt x="27032" y="11375"/>
                  <a:pt x="26172" y="14448"/>
                </a:cubicBezTo>
                <a:cubicBezTo>
                  <a:pt x="25211" y="18147"/>
                  <a:pt x="25604" y="21395"/>
                  <a:pt x="27366" y="24119"/>
                </a:cubicBezTo>
                <a:cubicBezTo>
                  <a:pt x="29129" y="26915"/>
                  <a:pt x="32027" y="28837"/>
                  <a:pt x="36134" y="29930"/>
                </a:cubicBezTo>
                <a:lnTo>
                  <a:pt x="59568" y="36236"/>
                </a:lnTo>
                <a:lnTo>
                  <a:pt x="57748" y="43125"/>
                </a:lnTo>
                <a:lnTo>
                  <a:pt x="0" y="27527"/>
                </a:lnTo>
                <a:lnTo>
                  <a:pt x="1879" y="20711"/>
                </a:lnTo>
                <a:lnTo>
                  <a:pt x="24526" y="26798"/>
                </a:lnTo>
                <a:cubicBezTo>
                  <a:pt x="22415" y="24468"/>
                  <a:pt x="21104" y="22065"/>
                  <a:pt x="20478" y="19516"/>
                </a:cubicBezTo>
                <a:cubicBezTo>
                  <a:pt x="19808" y="16953"/>
                  <a:pt x="19910" y="14215"/>
                  <a:pt x="20652" y="11317"/>
                </a:cubicBezTo>
                <a:cubicBezTo>
                  <a:pt x="21963" y="6598"/>
                  <a:pt x="24410" y="3350"/>
                  <a:pt x="27993" y="1704"/>
                </a:cubicBezTo>
                <a:cubicBezTo>
                  <a:pt x="31634" y="58"/>
                  <a:pt x="36294" y="0"/>
                  <a:pt x="42047" y="1529"/>
                </a:cubicBezTo>
                <a:close/>
                <a:moveTo>
                  <a:pt x="42047" y="15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C9D13-B0C3-4575-9060-6443F30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53" y="742693"/>
            <a:ext cx="58928" cy="29813"/>
          </a:xfrm>
          <a:custGeom xmlns:a="http://schemas.openxmlformats.org/drawingml/2006/main">
            <a:pathLst>
              <a:path w="58928" h="29813">
                <a:moveTo>
                  <a:pt x="1864" y="10865"/>
                </a:moveTo>
                <a:lnTo>
                  <a:pt x="13647" y="14055"/>
                </a:lnTo>
                <a:lnTo>
                  <a:pt x="17404" y="0"/>
                </a:lnTo>
                <a:lnTo>
                  <a:pt x="22750" y="1427"/>
                </a:lnTo>
                <a:lnTo>
                  <a:pt x="18934" y="15482"/>
                </a:lnTo>
                <a:lnTo>
                  <a:pt x="41465" y="21512"/>
                </a:lnTo>
                <a:cubicBezTo>
                  <a:pt x="44887" y="22473"/>
                  <a:pt x="47160" y="22589"/>
                  <a:pt x="48412" y="21905"/>
                </a:cubicBezTo>
                <a:cubicBezTo>
                  <a:pt x="49606" y="21220"/>
                  <a:pt x="50568" y="19458"/>
                  <a:pt x="51369" y="16618"/>
                </a:cubicBezTo>
                <a:lnTo>
                  <a:pt x="53247" y="9612"/>
                </a:lnTo>
                <a:lnTo>
                  <a:pt x="58928" y="11156"/>
                </a:lnTo>
                <a:lnTo>
                  <a:pt x="57049" y="18147"/>
                </a:lnTo>
                <a:cubicBezTo>
                  <a:pt x="55636" y="23449"/>
                  <a:pt x="53699" y="26798"/>
                  <a:pt x="51194" y="28284"/>
                </a:cubicBezTo>
                <a:cubicBezTo>
                  <a:pt x="48689" y="29755"/>
                  <a:pt x="44829" y="29813"/>
                  <a:pt x="39644" y="28386"/>
                </a:cubicBezTo>
                <a:lnTo>
                  <a:pt x="17113" y="22298"/>
                </a:lnTo>
                <a:lnTo>
                  <a:pt x="15759" y="27308"/>
                </a:lnTo>
                <a:lnTo>
                  <a:pt x="10457" y="25895"/>
                </a:lnTo>
                <a:lnTo>
                  <a:pt x="11768" y="20885"/>
                </a:lnTo>
                <a:lnTo>
                  <a:pt x="0" y="17696"/>
                </a:lnTo>
                <a:lnTo>
                  <a:pt x="1864" y="10865"/>
                </a:lnTo>
                <a:close/>
                <a:moveTo>
                  <a:pt x="1864" y="108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5A326-C408-40E9-8C32-996F81FD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636" y="702073"/>
            <a:ext cx="67069" cy="43067"/>
          </a:xfrm>
          <a:custGeom xmlns:a="http://schemas.openxmlformats.org/drawingml/2006/main">
            <a:pathLst>
              <a:path w="67069" h="43067">
                <a:moveTo>
                  <a:pt x="42033" y="1544"/>
                </a:moveTo>
                <a:lnTo>
                  <a:pt x="67069" y="8302"/>
                </a:lnTo>
                <a:lnTo>
                  <a:pt x="65248" y="15132"/>
                </a:lnTo>
                <a:lnTo>
                  <a:pt x="40387" y="8418"/>
                </a:lnTo>
                <a:cubicBezTo>
                  <a:pt x="36469" y="7340"/>
                  <a:pt x="33338" y="7340"/>
                  <a:pt x="31008" y="8360"/>
                </a:cubicBezTo>
                <a:cubicBezTo>
                  <a:pt x="28604" y="9336"/>
                  <a:pt x="27017" y="11375"/>
                  <a:pt x="26172" y="14448"/>
                </a:cubicBezTo>
                <a:cubicBezTo>
                  <a:pt x="25196" y="18147"/>
                  <a:pt x="25590" y="21337"/>
                  <a:pt x="27366" y="24119"/>
                </a:cubicBezTo>
                <a:cubicBezTo>
                  <a:pt x="29129" y="26857"/>
                  <a:pt x="32027" y="28794"/>
                  <a:pt x="36120" y="29872"/>
                </a:cubicBezTo>
                <a:lnTo>
                  <a:pt x="59554" y="36236"/>
                </a:lnTo>
                <a:lnTo>
                  <a:pt x="57733" y="43067"/>
                </a:lnTo>
                <a:lnTo>
                  <a:pt x="0" y="27541"/>
                </a:lnTo>
                <a:lnTo>
                  <a:pt x="1879" y="20652"/>
                </a:lnTo>
                <a:lnTo>
                  <a:pt x="24512" y="26740"/>
                </a:lnTo>
                <a:cubicBezTo>
                  <a:pt x="22415" y="24468"/>
                  <a:pt x="21104" y="22021"/>
                  <a:pt x="20478" y="19516"/>
                </a:cubicBezTo>
                <a:cubicBezTo>
                  <a:pt x="19793" y="16953"/>
                  <a:pt x="19910" y="14229"/>
                  <a:pt x="20652" y="11331"/>
                </a:cubicBezTo>
                <a:cubicBezTo>
                  <a:pt x="21949" y="6539"/>
                  <a:pt x="24395" y="3364"/>
                  <a:pt x="27978" y="1704"/>
                </a:cubicBezTo>
                <a:cubicBezTo>
                  <a:pt x="31619" y="58"/>
                  <a:pt x="36294" y="0"/>
                  <a:pt x="42033" y="1544"/>
                </a:cubicBezTo>
                <a:close/>
                <a:moveTo>
                  <a:pt x="42033" y="154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DE97B-87E8-48DB-A18A-A7289913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585" y="654171"/>
            <a:ext cx="46810" cy="41814"/>
          </a:xfrm>
          <a:custGeom xmlns:a="http://schemas.openxmlformats.org/drawingml/2006/main">
            <a:pathLst>
              <a:path w="46810" h="41814">
                <a:moveTo>
                  <a:pt x="7384" y="16618"/>
                </a:moveTo>
                <a:cubicBezTo>
                  <a:pt x="6423" y="20259"/>
                  <a:pt x="7049" y="23551"/>
                  <a:pt x="9321" y="26405"/>
                </a:cubicBezTo>
                <a:cubicBezTo>
                  <a:pt x="11652" y="29304"/>
                  <a:pt x="15234" y="31459"/>
                  <a:pt x="20245" y="32770"/>
                </a:cubicBezTo>
                <a:cubicBezTo>
                  <a:pt x="25196" y="34139"/>
                  <a:pt x="29406" y="34139"/>
                  <a:pt x="32828" y="32770"/>
                </a:cubicBezTo>
                <a:cubicBezTo>
                  <a:pt x="36236" y="31401"/>
                  <a:pt x="38450" y="28910"/>
                  <a:pt x="39426" y="25211"/>
                </a:cubicBezTo>
                <a:cubicBezTo>
                  <a:pt x="40445" y="21628"/>
                  <a:pt x="39761" y="18322"/>
                  <a:pt x="37489" y="15424"/>
                </a:cubicBezTo>
                <a:cubicBezTo>
                  <a:pt x="35158" y="12511"/>
                  <a:pt x="31576" y="10414"/>
                  <a:pt x="26624" y="9103"/>
                </a:cubicBezTo>
                <a:cubicBezTo>
                  <a:pt x="21672" y="7734"/>
                  <a:pt x="17521" y="7792"/>
                  <a:pt x="14040" y="9103"/>
                </a:cubicBezTo>
                <a:cubicBezTo>
                  <a:pt x="10574" y="10472"/>
                  <a:pt x="8360" y="12977"/>
                  <a:pt x="7384" y="16618"/>
                </a:cubicBezTo>
                <a:close/>
                <a:moveTo>
                  <a:pt x="1646" y="15016"/>
                </a:moveTo>
                <a:cubicBezTo>
                  <a:pt x="3233" y="9103"/>
                  <a:pt x="6423" y="4952"/>
                  <a:pt x="11200" y="2622"/>
                </a:cubicBezTo>
                <a:cubicBezTo>
                  <a:pt x="15919" y="291"/>
                  <a:pt x="21730" y="0"/>
                  <a:pt x="28561" y="1821"/>
                </a:cubicBezTo>
                <a:cubicBezTo>
                  <a:pt x="35319" y="3699"/>
                  <a:pt x="40212" y="6831"/>
                  <a:pt x="43169" y="11273"/>
                </a:cubicBezTo>
                <a:cubicBezTo>
                  <a:pt x="46140" y="15700"/>
                  <a:pt x="46810" y="20885"/>
                  <a:pt x="45222" y="26798"/>
                </a:cubicBezTo>
                <a:cubicBezTo>
                  <a:pt x="43635" y="32770"/>
                  <a:pt x="40445" y="36862"/>
                  <a:pt x="35668" y="39251"/>
                </a:cubicBezTo>
                <a:cubicBezTo>
                  <a:pt x="30891" y="41538"/>
                  <a:pt x="25080" y="41814"/>
                  <a:pt x="18264" y="39994"/>
                </a:cubicBezTo>
                <a:cubicBezTo>
                  <a:pt x="11491" y="38115"/>
                  <a:pt x="6598" y="34984"/>
                  <a:pt x="3641" y="30614"/>
                </a:cubicBezTo>
                <a:cubicBezTo>
                  <a:pt x="670" y="26172"/>
                  <a:pt x="0" y="21002"/>
                  <a:pt x="1646" y="15016"/>
                </a:cubicBezTo>
                <a:close/>
                <a:moveTo>
                  <a:pt x="1646" y="1501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A748E-0840-43E2-90B4-462130F7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217" y="605016"/>
            <a:ext cx="50859" cy="43125"/>
          </a:xfrm>
          <a:custGeom xmlns:a="http://schemas.openxmlformats.org/drawingml/2006/main">
            <a:pathLst>
              <a:path w="50859" h="43125">
                <a:moveTo>
                  <a:pt x="25153" y="41596"/>
                </a:moveTo>
                <a:lnTo>
                  <a:pt x="0" y="34823"/>
                </a:lnTo>
                <a:lnTo>
                  <a:pt x="1821" y="27993"/>
                </a:lnTo>
                <a:lnTo>
                  <a:pt x="26682" y="34707"/>
                </a:lnTo>
                <a:cubicBezTo>
                  <a:pt x="30614" y="35726"/>
                  <a:pt x="33789" y="35785"/>
                  <a:pt x="36178" y="34765"/>
                </a:cubicBezTo>
                <a:cubicBezTo>
                  <a:pt x="38581" y="33746"/>
                  <a:pt x="40169" y="31750"/>
                  <a:pt x="40970" y="28677"/>
                </a:cubicBezTo>
                <a:cubicBezTo>
                  <a:pt x="41989" y="24978"/>
                  <a:pt x="41596" y="21730"/>
                  <a:pt x="39819" y="19007"/>
                </a:cubicBezTo>
                <a:cubicBezTo>
                  <a:pt x="37998" y="16210"/>
                  <a:pt x="35100" y="14288"/>
                  <a:pt x="31066" y="13195"/>
                </a:cubicBezTo>
                <a:lnTo>
                  <a:pt x="7515" y="6831"/>
                </a:lnTo>
                <a:lnTo>
                  <a:pt x="9336" y="0"/>
                </a:lnTo>
                <a:lnTo>
                  <a:pt x="50859" y="11215"/>
                </a:lnTo>
                <a:lnTo>
                  <a:pt x="49038" y="18031"/>
                </a:lnTo>
                <a:lnTo>
                  <a:pt x="42674" y="16327"/>
                </a:lnTo>
                <a:cubicBezTo>
                  <a:pt x="44713" y="18657"/>
                  <a:pt x="46082" y="21046"/>
                  <a:pt x="46708" y="23609"/>
                </a:cubicBezTo>
                <a:cubicBezTo>
                  <a:pt x="47393" y="26114"/>
                  <a:pt x="47276" y="28794"/>
                  <a:pt x="46533" y="31692"/>
                </a:cubicBezTo>
                <a:cubicBezTo>
                  <a:pt x="45237" y="36469"/>
                  <a:pt x="42790" y="39717"/>
                  <a:pt x="39149" y="41363"/>
                </a:cubicBezTo>
                <a:cubicBezTo>
                  <a:pt x="35508" y="43067"/>
                  <a:pt x="30833" y="43125"/>
                  <a:pt x="25153" y="41596"/>
                </a:cubicBezTo>
                <a:close/>
                <a:moveTo>
                  <a:pt x="25153" y="415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01E8D-A68A-489A-9FB2-2DB20340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548" y="564848"/>
            <a:ext cx="45980" cy="39936"/>
          </a:xfrm>
          <a:custGeom xmlns:a="http://schemas.openxmlformats.org/drawingml/2006/main">
            <a:pathLst>
              <a:path w="45980" h="39936">
                <a:moveTo>
                  <a:pt x="7180" y="0"/>
                </a:moveTo>
                <a:lnTo>
                  <a:pt x="13603" y="1719"/>
                </a:lnTo>
                <a:cubicBezTo>
                  <a:pt x="12118" y="3364"/>
                  <a:pt x="10821" y="5185"/>
                  <a:pt x="9787" y="7122"/>
                </a:cubicBezTo>
                <a:cubicBezTo>
                  <a:pt x="8710" y="9044"/>
                  <a:pt x="7908" y="11156"/>
                  <a:pt x="7282" y="13370"/>
                </a:cubicBezTo>
                <a:cubicBezTo>
                  <a:pt x="6379" y="16793"/>
                  <a:pt x="6204" y="19458"/>
                  <a:pt x="6772" y="21453"/>
                </a:cubicBezTo>
                <a:cubicBezTo>
                  <a:pt x="7399" y="23390"/>
                  <a:pt x="8710" y="24643"/>
                  <a:pt x="10763" y="25211"/>
                </a:cubicBezTo>
                <a:cubicBezTo>
                  <a:pt x="12351" y="25662"/>
                  <a:pt x="13778" y="25371"/>
                  <a:pt x="15030" y="24410"/>
                </a:cubicBezTo>
                <a:cubicBezTo>
                  <a:pt x="16225" y="23449"/>
                  <a:pt x="17754" y="21220"/>
                  <a:pt x="19516" y="17812"/>
                </a:cubicBezTo>
                <a:lnTo>
                  <a:pt x="20711" y="15598"/>
                </a:lnTo>
                <a:cubicBezTo>
                  <a:pt x="23041" y="11040"/>
                  <a:pt x="25444" y="7967"/>
                  <a:pt x="27891" y="6496"/>
                </a:cubicBezTo>
                <a:cubicBezTo>
                  <a:pt x="30323" y="4952"/>
                  <a:pt x="33236" y="4617"/>
                  <a:pt x="36586" y="5520"/>
                </a:cubicBezTo>
                <a:cubicBezTo>
                  <a:pt x="40460" y="6554"/>
                  <a:pt x="43125" y="8943"/>
                  <a:pt x="44552" y="12584"/>
                </a:cubicBezTo>
                <a:cubicBezTo>
                  <a:pt x="45980" y="16225"/>
                  <a:pt x="45980" y="20769"/>
                  <a:pt x="44552" y="26056"/>
                </a:cubicBezTo>
                <a:cubicBezTo>
                  <a:pt x="43926" y="28284"/>
                  <a:pt x="43081" y="30556"/>
                  <a:pt x="41989" y="32886"/>
                </a:cubicBezTo>
                <a:cubicBezTo>
                  <a:pt x="40911" y="35158"/>
                  <a:pt x="39601" y="37503"/>
                  <a:pt x="38013" y="39936"/>
                </a:cubicBezTo>
                <a:lnTo>
                  <a:pt x="30949" y="38071"/>
                </a:lnTo>
                <a:cubicBezTo>
                  <a:pt x="32945" y="35901"/>
                  <a:pt x="34590" y="33687"/>
                  <a:pt x="35901" y="31415"/>
                </a:cubicBezTo>
                <a:cubicBezTo>
                  <a:pt x="37212" y="29129"/>
                  <a:pt x="38188" y="26798"/>
                  <a:pt x="38858" y="24410"/>
                </a:cubicBezTo>
                <a:cubicBezTo>
                  <a:pt x="39717" y="21162"/>
                  <a:pt x="39834" y="18555"/>
                  <a:pt x="39207" y="16560"/>
                </a:cubicBezTo>
                <a:cubicBezTo>
                  <a:pt x="38581" y="14506"/>
                  <a:pt x="37270" y="13210"/>
                  <a:pt x="35217" y="12686"/>
                </a:cubicBezTo>
                <a:cubicBezTo>
                  <a:pt x="33396" y="12176"/>
                  <a:pt x="31809" y="12409"/>
                  <a:pt x="30498" y="13428"/>
                </a:cubicBezTo>
                <a:cubicBezTo>
                  <a:pt x="29129" y="14404"/>
                  <a:pt x="27483" y="16851"/>
                  <a:pt x="25386" y="20827"/>
                </a:cubicBezTo>
                <a:lnTo>
                  <a:pt x="24191" y="23099"/>
                </a:lnTo>
                <a:cubicBezTo>
                  <a:pt x="22196" y="27090"/>
                  <a:pt x="19982" y="29755"/>
                  <a:pt x="17637" y="31124"/>
                </a:cubicBezTo>
                <a:cubicBezTo>
                  <a:pt x="15307" y="32493"/>
                  <a:pt x="12525" y="32770"/>
                  <a:pt x="9278" y="31925"/>
                </a:cubicBezTo>
                <a:cubicBezTo>
                  <a:pt x="5418" y="30847"/>
                  <a:pt x="2738" y="28677"/>
                  <a:pt x="1369" y="25327"/>
                </a:cubicBezTo>
                <a:cubicBezTo>
                  <a:pt x="0" y="21963"/>
                  <a:pt x="0" y="17754"/>
                  <a:pt x="1369" y="12642"/>
                </a:cubicBezTo>
                <a:cubicBezTo>
                  <a:pt x="2054" y="10137"/>
                  <a:pt x="2855" y="7792"/>
                  <a:pt x="3816" y="5695"/>
                </a:cubicBezTo>
                <a:cubicBezTo>
                  <a:pt x="4792" y="3583"/>
                  <a:pt x="5928" y="1660"/>
                  <a:pt x="7180" y="0"/>
                </a:cubicBezTo>
                <a:close/>
                <a:moveTo>
                  <a:pt x="71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C363D-3F65-4BEE-B1FF-9BF6F738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054" y="519334"/>
            <a:ext cx="47043" cy="42499"/>
          </a:xfrm>
          <a:custGeom xmlns:a="http://schemas.openxmlformats.org/drawingml/2006/main">
            <a:pathLst>
              <a:path w="47043" h="42499">
                <a:moveTo>
                  <a:pt x="26624" y="1704"/>
                </a:moveTo>
                <a:lnTo>
                  <a:pt x="29915" y="2563"/>
                </a:lnTo>
                <a:lnTo>
                  <a:pt x="21497" y="33964"/>
                </a:lnTo>
                <a:cubicBezTo>
                  <a:pt x="26274" y="34940"/>
                  <a:pt x="30207" y="34474"/>
                  <a:pt x="33338" y="32610"/>
                </a:cubicBezTo>
                <a:cubicBezTo>
                  <a:pt x="36513" y="30731"/>
                  <a:pt x="38683" y="27541"/>
                  <a:pt x="39877" y="23041"/>
                </a:cubicBezTo>
                <a:cubicBezTo>
                  <a:pt x="40620" y="20434"/>
                  <a:pt x="40955" y="17754"/>
                  <a:pt x="41013" y="15132"/>
                </a:cubicBezTo>
                <a:cubicBezTo>
                  <a:pt x="41013" y="12525"/>
                  <a:pt x="40722" y="9787"/>
                  <a:pt x="40052" y="7064"/>
                </a:cubicBezTo>
                <a:lnTo>
                  <a:pt x="46533" y="8768"/>
                </a:lnTo>
                <a:cubicBezTo>
                  <a:pt x="46926" y="11491"/>
                  <a:pt x="47043" y="14229"/>
                  <a:pt x="46868" y="16953"/>
                </a:cubicBezTo>
                <a:cubicBezTo>
                  <a:pt x="46708" y="19691"/>
                  <a:pt x="46300" y="22356"/>
                  <a:pt x="45557" y="24978"/>
                </a:cubicBezTo>
                <a:cubicBezTo>
                  <a:pt x="43795" y="31634"/>
                  <a:pt x="40445" y="36353"/>
                  <a:pt x="35552" y="39149"/>
                </a:cubicBezTo>
                <a:cubicBezTo>
                  <a:pt x="30658" y="41989"/>
                  <a:pt x="24905" y="42499"/>
                  <a:pt x="18307" y="40737"/>
                </a:cubicBezTo>
                <a:cubicBezTo>
                  <a:pt x="11535" y="38916"/>
                  <a:pt x="6656" y="35625"/>
                  <a:pt x="3641" y="30891"/>
                </a:cubicBezTo>
                <a:cubicBezTo>
                  <a:pt x="612" y="26114"/>
                  <a:pt x="0" y="20652"/>
                  <a:pt x="1646" y="14404"/>
                </a:cubicBezTo>
                <a:cubicBezTo>
                  <a:pt x="3175" y="8826"/>
                  <a:pt x="6132" y="4894"/>
                  <a:pt x="10632" y="2622"/>
                </a:cubicBezTo>
                <a:cubicBezTo>
                  <a:pt x="15074" y="350"/>
                  <a:pt x="20419" y="0"/>
                  <a:pt x="26624" y="1704"/>
                </a:cubicBezTo>
                <a:close/>
                <a:moveTo>
                  <a:pt x="22750" y="7967"/>
                </a:moveTo>
                <a:cubicBezTo>
                  <a:pt x="18992" y="7005"/>
                  <a:pt x="15759" y="7282"/>
                  <a:pt x="12962" y="8710"/>
                </a:cubicBezTo>
                <a:cubicBezTo>
                  <a:pt x="10181" y="10137"/>
                  <a:pt x="8360" y="12525"/>
                  <a:pt x="7442" y="15933"/>
                </a:cubicBezTo>
                <a:cubicBezTo>
                  <a:pt x="6423" y="19691"/>
                  <a:pt x="6700" y="23041"/>
                  <a:pt x="8243" y="25895"/>
                </a:cubicBezTo>
                <a:cubicBezTo>
                  <a:pt x="9773" y="28794"/>
                  <a:pt x="12453" y="30891"/>
                  <a:pt x="16268" y="32318"/>
                </a:cubicBezTo>
                <a:lnTo>
                  <a:pt x="22750" y="7967"/>
                </a:lnTo>
                <a:close/>
                <a:moveTo>
                  <a:pt x="22750" y="79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A7882C-A7BF-4063-95C5-C55AA836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865" y="467907"/>
            <a:ext cx="57340" cy="47684"/>
          </a:xfrm>
          <a:custGeom xmlns:a="http://schemas.openxmlformats.org/drawingml/2006/main">
            <a:pathLst>
              <a:path w="57340" h="47684">
                <a:moveTo>
                  <a:pt x="8185" y="26915"/>
                </a:moveTo>
                <a:lnTo>
                  <a:pt x="28954" y="32537"/>
                </a:lnTo>
                <a:lnTo>
                  <a:pt x="31517" y="23099"/>
                </a:lnTo>
                <a:cubicBezTo>
                  <a:pt x="32420" y="19633"/>
                  <a:pt x="32260" y="16676"/>
                  <a:pt x="31008" y="14331"/>
                </a:cubicBezTo>
                <a:cubicBezTo>
                  <a:pt x="29697" y="11943"/>
                  <a:pt x="27366" y="10297"/>
                  <a:pt x="24002" y="9394"/>
                </a:cubicBezTo>
                <a:cubicBezTo>
                  <a:pt x="20711" y="8476"/>
                  <a:pt x="17914" y="8768"/>
                  <a:pt x="15584" y="10181"/>
                </a:cubicBezTo>
                <a:cubicBezTo>
                  <a:pt x="13254" y="11608"/>
                  <a:pt x="11666" y="14055"/>
                  <a:pt x="10690" y="17521"/>
                </a:cubicBezTo>
                <a:lnTo>
                  <a:pt x="8185" y="26915"/>
                </a:lnTo>
                <a:close/>
                <a:moveTo>
                  <a:pt x="0" y="32770"/>
                </a:moveTo>
                <a:lnTo>
                  <a:pt x="4544" y="15875"/>
                </a:lnTo>
                <a:cubicBezTo>
                  <a:pt x="6204" y="9671"/>
                  <a:pt x="8870" y="5345"/>
                  <a:pt x="12569" y="2898"/>
                </a:cubicBezTo>
                <a:cubicBezTo>
                  <a:pt x="16210" y="510"/>
                  <a:pt x="20769" y="0"/>
                  <a:pt x="26172" y="1486"/>
                </a:cubicBezTo>
                <a:cubicBezTo>
                  <a:pt x="31634" y="2957"/>
                  <a:pt x="35333" y="5636"/>
                  <a:pt x="37256" y="9554"/>
                </a:cubicBezTo>
                <a:cubicBezTo>
                  <a:pt x="39193" y="13487"/>
                  <a:pt x="39309" y="18555"/>
                  <a:pt x="37664" y="24803"/>
                </a:cubicBezTo>
                <a:lnTo>
                  <a:pt x="35100" y="34197"/>
                </a:lnTo>
                <a:lnTo>
                  <a:pt x="57340" y="40227"/>
                </a:lnTo>
                <a:lnTo>
                  <a:pt x="55359" y="47684"/>
                </a:lnTo>
                <a:lnTo>
                  <a:pt x="0" y="32770"/>
                </a:lnTo>
                <a:close/>
                <a:moveTo>
                  <a:pt x="0" y="3277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6FCCD-A799-4A20-BF0B-13C94FAC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754" y="447706"/>
            <a:ext cx="59568" cy="22356"/>
          </a:xfrm>
          <a:custGeom xmlns:a="http://schemas.openxmlformats.org/drawingml/2006/main">
            <a:pathLst>
              <a:path w="59568" h="22356">
                <a:moveTo>
                  <a:pt x="0" y="6831"/>
                </a:moveTo>
                <a:lnTo>
                  <a:pt x="1879" y="0"/>
                </a:lnTo>
                <a:lnTo>
                  <a:pt x="59568" y="15598"/>
                </a:lnTo>
                <a:lnTo>
                  <a:pt x="57690" y="22356"/>
                </a:lnTo>
                <a:lnTo>
                  <a:pt x="0" y="6831"/>
                </a:lnTo>
                <a:close/>
                <a:moveTo>
                  <a:pt x="0" y="68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680E5-8F84-4832-A607-D1D91BC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440" y="403736"/>
            <a:ext cx="50917" cy="43067"/>
          </a:xfrm>
          <a:custGeom xmlns:a="http://schemas.openxmlformats.org/drawingml/2006/main">
            <a:pathLst>
              <a:path w="50917" h="43067">
                <a:moveTo>
                  <a:pt x="25138" y="41523"/>
                </a:moveTo>
                <a:lnTo>
                  <a:pt x="0" y="34765"/>
                </a:lnTo>
                <a:lnTo>
                  <a:pt x="1821" y="27935"/>
                </a:lnTo>
                <a:lnTo>
                  <a:pt x="26740" y="34649"/>
                </a:lnTo>
                <a:cubicBezTo>
                  <a:pt x="30658" y="35726"/>
                  <a:pt x="33789" y="35726"/>
                  <a:pt x="36178" y="34765"/>
                </a:cubicBezTo>
                <a:cubicBezTo>
                  <a:pt x="38567" y="33731"/>
                  <a:pt x="40169" y="31692"/>
                  <a:pt x="41013" y="28619"/>
                </a:cubicBezTo>
                <a:cubicBezTo>
                  <a:pt x="41989" y="24978"/>
                  <a:pt x="41581" y="21730"/>
                  <a:pt x="39819" y="18948"/>
                </a:cubicBezTo>
                <a:cubicBezTo>
                  <a:pt x="38057" y="16210"/>
                  <a:pt x="35158" y="14273"/>
                  <a:pt x="31066" y="13137"/>
                </a:cubicBezTo>
                <a:lnTo>
                  <a:pt x="7559" y="6831"/>
                </a:lnTo>
                <a:lnTo>
                  <a:pt x="9379" y="0"/>
                </a:lnTo>
                <a:lnTo>
                  <a:pt x="50917" y="11200"/>
                </a:lnTo>
                <a:lnTo>
                  <a:pt x="49097" y="18031"/>
                </a:lnTo>
                <a:lnTo>
                  <a:pt x="42659" y="16268"/>
                </a:lnTo>
                <a:cubicBezTo>
                  <a:pt x="44771" y="18599"/>
                  <a:pt x="46140" y="21046"/>
                  <a:pt x="46766" y="23551"/>
                </a:cubicBezTo>
                <a:cubicBezTo>
                  <a:pt x="47393" y="26056"/>
                  <a:pt x="47334" y="28779"/>
                  <a:pt x="46533" y="31692"/>
                </a:cubicBezTo>
                <a:cubicBezTo>
                  <a:pt x="45222" y="36469"/>
                  <a:pt x="42776" y="39644"/>
                  <a:pt x="39135" y="41363"/>
                </a:cubicBezTo>
                <a:cubicBezTo>
                  <a:pt x="35552" y="43009"/>
                  <a:pt x="30833" y="43067"/>
                  <a:pt x="25138" y="41523"/>
                </a:cubicBezTo>
                <a:close/>
                <a:moveTo>
                  <a:pt x="25138" y="4152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2B0C6-51CD-430E-9CB0-2DA35171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005" y="355543"/>
            <a:ext cx="61724" cy="46941"/>
          </a:xfrm>
          <a:custGeom xmlns:a="http://schemas.openxmlformats.org/drawingml/2006/main">
            <a:pathLst>
              <a:path w="61724" h="46941">
                <a:moveTo>
                  <a:pt x="26230" y="12292"/>
                </a:moveTo>
                <a:cubicBezTo>
                  <a:pt x="21279" y="10923"/>
                  <a:pt x="17171" y="10923"/>
                  <a:pt x="13938" y="12234"/>
                </a:cubicBezTo>
                <a:cubicBezTo>
                  <a:pt x="10632" y="13545"/>
                  <a:pt x="8535" y="16050"/>
                  <a:pt x="7559" y="19749"/>
                </a:cubicBezTo>
                <a:cubicBezTo>
                  <a:pt x="6539" y="23390"/>
                  <a:pt x="7166" y="26565"/>
                  <a:pt x="9321" y="29362"/>
                </a:cubicBezTo>
                <a:cubicBezTo>
                  <a:pt x="11491" y="32144"/>
                  <a:pt x="15016" y="34197"/>
                  <a:pt x="19968" y="35508"/>
                </a:cubicBezTo>
                <a:cubicBezTo>
                  <a:pt x="24920" y="36862"/>
                  <a:pt x="29012" y="36862"/>
                  <a:pt x="32260" y="35566"/>
                </a:cubicBezTo>
                <a:cubicBezTo>
                  <a:pt x="35552" y="34255"/>
                  <a:pt x="37664" y="31750"/>
                  <a:pt x="38625" y="28109"/>
                </a:cubicBezTo>
                <a:cubicBezTo>
                  <a:pt x="39644" y="24410"/>
                  <a:pt x="39018" y="21162"/>
                  <a:pt x="36862" y="18439"/>
                </a:cubicBezTo>
                <a:cubicBezTo>
                  <a:pt x="34707" y="15642"/>
                  <a:pt x="31168" y="13603"/>
                  <a:pt x="26230" y="12292"/>
                </a:cubicBezTo>
                <a:close/>
                <a:moveTo>
                  <a:pt x="44203" y="9787"/>
                </a:moveTo>
                <a:cubicBezTo>
                  <a:pt x="51252" y="11666"/>
                  <a:pt x="56087" y="14681"/>
                  <a:pt x="58651" y="18715"/>
                </a:cubicBezTo>
                <a:cubicBezTo>
                  <a:pt x="61272" y="22822"/>
                  <a:pt x="61724" y="28109"/>
                  <a:pt x="59962" y="34532"/>
                </a:cubicBezTo>
                <a:cubicBezTo>
                  <a:pt x="59335" y="36979"/>
                  <a:pt x="58534" y="39149"/>
                  <a:pt x="57631" y="41188"/>
                </a:cubicBezTo>
                <a:cubicBezTo>
                  <a:pt x="56655" y="43242"/>
                  <a:pt x="55578" y="45179"/>
                  <a:pt x="54267" y="46941"/>
                </a:cubicBezTo>
                <a:lnTo>
                  <a:pt x="47669" y="45179"/>
                </a:lnTo>
                <a:cubicBezTo>
                  <a:pt x="49271" y="43475"/>
                  <a:pt x="50626" y="41698"/>
                  <a:pt x="51660" y="39892"/>
                </a:cubicBezTo>
                <a:cubicBezTo>
                  <a:pt x="52679" y="38057"/>
                  <a:pt x="53480" y="36134"/>
                  <a:pt x="54048" y="34139"/>
                </a:cubicBezTo>
                <a:cubicBezTo>
                  <a:pt x="55243" y="29639"/>
                  <a:pt x="55010" y="25997"/>
                  <a:pt x="53247" y="23099"/>
                </a:cubicBezTo>
                <a:cubicBezTo>
                  <a:pt x="51543" y="20259"/>
                  <a:pt x="48296" y="18205"/>
                  <a:pt x="43577" y="16953"/>
                </a:cubicBezTo>
                <a:lnTo>
                  <a:pt x="40169" y="16050"/>
                </a:lnTo>
                <a:cubicBezTo>
                  <a:pt x="42266" y="18089"/>
                  <a:pt x="43577" y="20376"/>
                  <a:pt x="44203" y="22924"/>
                </a:cubicBezTo>
                <a:cubicBezTo>
                  <a:pt x="44829" y="25429"/>
                  <a:pt x="44713" y="28226"/>
                  <a:pt x="43912" y="31299"/>
                </a:cubicBezTo>
                <a:cubicBezTo>
                  <a:pt x="42557" y="36411"/>
                  <a:pt x="39484" y="39994"/>
                  <a:pt x="34751" y="42047"/>
                </a:cubicBezTo>
                <a:cubicBezTo>
                  <a:pt x="30032" y="44101"/>
                  <a:pt x="24454" y="44261"/>
                  <a:pt x="18089" y="42557"/>
                </a:cubicBezTo>
                <a:cubicBezTo>
                  <a:pt x="11666" y="40853"/>
                  <a:pt x="6933" y="37897"/>
                  <a:pt x="3860" y="33746"/>
                </a:cubicBezTo>
                <a:cubicBezTo>
                  <a:pt x="845" y="29580"/>
                  <a:pt x="0" y="24920"/>
                  <a:pt x="1354" y="19851"/>
                </a:cubicBezTo>
                <a:cubicBezTo>
                  <a:pt x="2214" y="16793"/>
                  <a:pt x="3525" y="14346"/>
                  <a:pt x="5345" y="12467"/>
                </a:cubicBezTo>
                <a:cubicBezTo>
                  <a:pt x="7107" y="10588"/>
                  <a:pt x="9438" y="9278"/>
                  <a:pt x="12278" y="8476"/>
                </a:cubicBezTo>
                <a:lnTo>
                  <a:pt x="5971" y="6831"/>
                </a:lnTo>
                <a:lnTo>
                  <a:pt x="7792" y="0"/>
                </a:lnTo>
                <a:lnTo>
                  <a:pt x="44203" y="9787"/>
                </a:lnTo>
                <a:close/>
                <a:moveTo>
                  <a:pt x="44203" y="97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6B197-938A-4F4F-AB80-FE6E3093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388" y="330288"/>
            <a:ext cx="59568" cy="22356"/>
          </a:xfrm>
          <a:custGeom xmlns:a="http://schemas.openxmlformats.org/drawingml/2006/main">
            <a:pathLst>
              <a:path w="59568" h="22356">
                <a:moveTo>
                  <a:pt x="16225" y="11200"/>
                </a:moveTo>
                <a:lnTo>
                  <a:pt x="18045" y="4384"/>
                </a:lnTo>
                <a:lnTo>
                  <a:pt x="59568" y="15526"/>
                </a:lnTo>
                <a:lnTo>
                  <a:pt x="57748" y="22356"/>
                </a:lnTo>
                <a:lnTo>
                  <a:pt x="16225" y="11200"/>
                </a:lnTo>
                <a:close/>
                <a:moveTo>
                  <a:pt x="0" y="6831"/>
                </a:moveTo>
                <a:lnTo>
                  <a:pt x="1879" y="0"/>
                </a:lnTo>
                <a:lnTo>
                  <a:pt x="10530" y="2330"/>
                </a:lnTo>
                <a:lnTo>
                  <a:pt x="8651" y="9161"/>
                </a:lnTo>
                <a:lnTo>
                  <a:pt x="0" y="6831"/>
                </a:lnTo>
                <a:close/>
                <a:moveTo>
                  <a:pt x="0" y="68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A43CD-FAC0-4FC4-9A02-926EED1D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176" y="288750"/>
            <a:ext cx="50932" cy="43067"/>
          </a:xfrm>
          <a:custGeom xmlns:a="http://schemas.openxmlformats.org/drawingml/2006/main">
            <a:pathLst>
              <a:path w="50932" h="43067">
                <a:moveTo>
                  <a:pt x="25837" y="1544"/>
                </a:moveTo>
                <a:lnTo>
                  <a:pt x="50932" y="8316"/>
                </a:lnTo>
                <a:lnTo>
                  <a:pt x="49111" y="15132"/>
                </a:lnTo>
                <a:lnTo>
                  <a:pt x="24235" y="8418"/>
                </a:lnTo>
                <a:cubicBezTo>
                  <a:pt x="20317" y="7340"/>
                  <a:pt x="17186" y="7340"/>
                  <a:pt x="14797" y="8375"/>
                </a:cubicBezTo>
                <a:cubicBezTo>
                  <a:pt x="12467" y="9336"/>
                  <a:pt x="10880" y="11389"/>
                  <a:pt x="10020" y="14448"/>
                </a:cubicBezTo>
                <a:cubicBezTo>
                  <a:pt x="9059" y="18147"/>
                  <a:pt x="9452" y="21337"/>
                  <a:pt x="11215" y="24133"/>
                </a:cubicBezTo>
                <a:cubicBezTo>
                  <a:pt x="12977" y="26857"/>
                  <a:pt x="15875" y="28794"/>
                  <a:pt x="19924" y="29872"/>
                </a:cubicBezTo>
                <a:lnTo>
                  <a:pt x="43416" y="36251"/>
                </a:lnTo>
                <a:lnTo>
                  <a:pt x="41538" y="43067"/>
                </a:lnTo>
                <a:lnTo>
                  <a:pt x="0" y="31867"/>
                </a:lnTo>
                <a:lnTo>
                  <a:pt x="1879" y="25036"/>
                </a:lnTo>
                <a:lnTo>
                  <a:pt x="8316" y="26740"/>
                </a:lnTo>
                <a:cubicBezTo>
                  <a:pt x="6263" y="24468"/>
                  <a:pt x="4894" y="22021"/>
                  <a:pt x="4267" y="19516"/>
                </a:cubicBezTo>
                <a:cubicBezTo>
                  <a:pt x="3641" y="16953"/>
                  <a:pt x="3699" y="14229"/>
                  <a:pt x="4500" y="11331"/>
                </a:cubicBezTo>
                <a:cubicBezTo>
                  <a:pt x="5811" y="6539"/>
                  <a:pt x="8258" y="3364"/>
                  <a:pt x="11841" y="1704"/>
                </a:cubicBezTo>
                <a:cubicBezTo>
                  <a:pt x="15482" y="58"/>
                  <a:pt x="20143" y="0"/>
                  <a:pt x="25837" y="1544"/>
                </a:cubicBezTo>
                <a:close/>
                <a:moveTo>
                  <a:pt x="25837" y="154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98C17-7185-4C4D-911B-95779767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67" y="1502605"/>
            <a:ext cx="57122" cy="48820"/>
          </a:xfrm>
          <a:custGeom xmlns:a="http://schemas.openxmlformats.org/drawingml/2006/main">
            <a:pathLst>
              <a:path w="57122" h="48820">
                <a:moveTo>
                  <a:pt x="8418" y="26449"/>
                </a:moveTo>
                <a:lnTo>
                  <a:pt x="29012" y="32770"/>
                </a:lnTo>
                <a:lnTo>
                  <a:pt x="31852" y="23434"/>
                </a:lnTo>
                <a:cubicBezTo>
                  <a:pt x="32886" y="19968"/>
                  <a:pt x="32828" y="17069"/>
                  <a:pt x="31634" y="14623"/>
                </a:cubicBezTo>
                <a:cubicBezTo>
                  <a:pt x="30440" y="12176"/>
                  <a:pt x="28168" y="10472"/>
                  <a:pt x="24861" y="9438"/>
                </a:cubicBezTo>
                <a:cubicBezTo>
                  <a:pt x="21555" y="8476"/>
                  <a:pt x="18774" y="8593"/>
                  <a:pt x="16385" y="9962"/>
                </a:cubicBezTo>
                <a:cubicBezTo>
                  <a:pt x="13996" y="11258"/>
                  <a:pt x="12292" y="13705"/>
                  <a:pt x="11258" y="17128"/>
                </a:cubicBezTo>
                <a:lnTo>
                  <a:pt x="8418" y="26449"/>
                </a:lnTo>
                <a:close/>
                <a:moveTo>
                  <a:pt x="0" y="32027"/>
                </a:moveTo>
                <a:lnTo>
                  <a:pt x="5170" y="15249"/>
                </a:lnTo>
                <a:cubicBezTo>
                  <a:pt x="7049" y="9103"/>
                  <a:pt x="9846" y="4894"/>
                  <a:pt x="13603" y="2622"/>
                </a:cubicBezTo>
                <a:cubicBezTo>
                  <a:pt x="17346" y="335"/>
                  <a:pt x="21905" y="0"/>
                  <a:pt x="27250" y="1646"/>
                </a:cubicBezTo>
                <a:cubicBezTo>
                  <a:pt x="32653" y="3306"/>
                  <a:pt x="36294" y="6088"/>
                  <a:pt x="38057" y="10122"/>
                </a:cubicBezTo>
                <a:cubicBezTo>
                  <a:pt x="39877" y="14113"/>
                  <a:pt x="39819" y="19167"/>
                  <a:pt x="37940" y="25313"/>
                </a:cubicBezTo>
                <a:lnTo>
                  <a:pt x="35100" y="34649"/>
                </a:lnTo>
                <a:lnTo>
                  <a:pt x="57122" y="41421"/>
                </a:lnTo>
                <a:lnTo>
                  <a:pt x="54849" y="48820"/>
                </a:lnTo>
                <a:lnTo>
                  <a:pt x="0" y="32027"/>
                </a:lnTo>
                <a:close/>
                <a:moveTo>
                  <a:pt x="0" y="320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5BF76-9510-4291-9F20-D73AA5F0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84" y="1471088"/>
            <a:ext cx="43242" cy="36862"/>
          </a:xfrm>
          <a:custGeom xmlns:a="http://schemas.openxmlformats.org/drawingml/2006/main">
            <a:pathLst>
              <a:path w="43242" h="36862">
                <a:moveTo>
                  <a:pt x="13720" y="2112"/>
                </a:moveTo>
                <a:cubicBezTo>
                  <a:pt x="13035" y="2724"/>
                  <a:pt x="12467" y="3466"/>
                  <a:pt x="12016" y="4267"/>
                </a:cubicBezTo>
                <a:cubicBezTo>
                  <a:pt x="11491" y="5127"/>
                  <a:pt x="11098" y="6030"/>
                  <a:pt x="10763" y="7107"/>
                </a:cubicBezTo>
                <a:cubicBezTo>
                  <a:pt x="9627" y="10982"/>
                  <a:pt x="9962" y="14273"/>
                  <a:pt x="11783" y="17069"/>
                </a:cubicBezTo>
                <a:cubicBezTo>
                  <a:pt x="13661" y="19851"/>
                  <a:pt x="16909" y="22021"/>
                  <a:pt x="21570" y="23434"/>
                </a:cubicBezTo>
                <a:lnTo>
                  <a:pt x="43242" y="30032"/>
                </a:lnTo>
                <a:lnTo>
                  <a:pt x="41144" y="36862"/>
                </a:lnTo>
                <a:lnTo>
                  <a:pt x="0" y="24235"/>
                </a:lnTo>
                <a:lnTo>
                  <a:pt x="2112" y="17463"/>
                </a:lnTo>
                <a:lnTo>
                  <a:pt x="8476" y="19400"/>
                </a:lnTo>
                <a:cubicBezTo>
                  <a:pt x="6437" y="17244"/>
                  <a:pt x="5127" y="14797"/>
                  <a:pt x="4617" y="12176"/>
                </a:cubicBezTo>
                <a:cubicBezTo>
                  <a:pt x="4107" y="9496"/>
                  <a:pt x="4384" y="6539"/>
                  <a:pt x="5360" y="3306"/>
                </a:cubicBezTo>
                <a:cubicBezTo>
                  <a:pt x="5520" y="2840"/>
                  <a:pt x="5695" y="2330"/>
                  <a:pt x="5928" y="1821"/>
                </a:cubicBezTo>
                <a:cubicBezTo>
                  <a:pt x="6146" y="1253"/>
                  <a:pt x="6437" y="626"/>
                  <a:pt x="6772" y="0"/>
                </a:cubicBezTo>
                <a:lnTo>
                  <a:pt x="13720" y="2112"/>
                </a:lnTo>
                <a:close/>
                <a:moveTo>
                  <a:pt x="13720" y="21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0D24F-6001-4D63-B395-B5FBC6D7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261" y="1452489"/>
            <a:ext cx="59175" cy="24293"/>
          </a:xfrm>
          <a:custGeom xmlns:a="http://schemas.openxmlformats.org/drawingml/2006/main">
            <a:pathLst>
              <a:path w="59175" h="24293">
                <a:moveTo>
                  <a:pt x="15992" y="11652"/>
                </a:moveTo>
                <a:lnTo>
                  <a:pt x="18089" y="4937"/>
                </a:lnTo>
                <a:lnTo>
                  <a:pt x="59175" y="17521"/>
                </a:lnTo>
                <a:lnTo>
                  <a:pt x="57122" y="24293"/>
                </a:lnTo>
                <a:lnTo>
                  <a:pt x="15992" y="11652"/>
                </a:lnTo>
                <a:close/>
                <a:moveTo>
                  <a:pt x="0" y="6758"/>
                </a:moveTo>
                <a:lnTo>
                  <a:pt x="2054" y="0"/>
                </a:lnTo>
                <a:lnTo>
                  <a:pt x="10632" y="2607"/>
                </a:lnTo>
                <a:lnTo>
                  <a:pt x="8535" y="9379"/>
                </a:lnTo>
                <a:lnTo>
                  <a:pt x="0" y="6758"/>
                </a:lnTo>
                <a:close/>
                <a:moveTo>
                  <a:pt x="0" y="67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DB365-2CE0-412A-9DC1-41E25A1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730" y="1412714"/>
            <a:ext cx="46825" cy="41873"/>
          </a:xfrm>
          <a:custGeom xmlns:a="http://schemas.openxmlformats.org/drawingml/2006/main">
            <a:pathLst>
              <a:path w="46825" h="41873">
                <a:moveTo>
                  <a:pt x="7559" y="16050"/>
                </a:moveTo>
                <a:cubicBezTo>
                  <a:pt x="6423" y="19691"/>
                  <a:pt x="6991" y="22983"/>
                  <a:pt x="9161" y="25939"/>
                </a:cubicBezTo>
                <a:cubicBezTo>
                  <a:pt x="11317" y="28954"/>
                  <a:pt x="14899" y="31182"/>
                  <a:pt x="19793" y="32653"/>
                </a:cubicBezTo>
                <a:cubicBezTo>
                  <a:pt x="24745" y="34197"/>
                  <a:pt x="28896" y="34314"/>
                  <a:pt x="32362" y="33119"/>
                </a:cubicBezTo>
                <a:cubicBezTo>
                  <a:pt x="35843" y="31867"/>
                  <a:pt x="38173" y="29420"/>
                  <a:pt x="39251" y="25779"/>
                </a:cubicBezTo>
                <a:cubicBezTo>
                  <a:pt x="40387" y="22196"/>
                  <a:pt x="39819" y="18890"/>
                  <a:pt x="37664" y="15933"/>
                </a:cubicBezTo>
                <a:cubicBezTo>
                  <a:pt x="35435" y="12977"/>
                  <a:pt x="31911" y="10705"/>
                  <a:pt x="27017" y="9219"/>
                </a:cubicBezTo>
                <a:cubicBezTo>
                  <a:pt x="22123" y="7734"/>
                  <a:pt x="17914" y="7573"/>
                  <a:pt x="14448" y="8826"/>
                </a:cubicBezTo>
                <a:cubicBezTo>
                  <a:pt x="10923" y="10079"/>
                  <a:pt x="8637" y="12467"/>
                  <a:pt x="7559" y="16050"/>
                </a:cubicBezTo>
                <a:close/>
                <a:moveTo>
                  <a:pt x="1821" y="14346"/>
                </a:moveTo>
                <a:cubicBezTo>
                  <a:pt x="3641" y="8418"/>
                  <a:pt x="6933" y="4442"/>
                  <a:pt x="11768" y="2228"/>
                </a:cubicBezTo>
                <a:cubicBezTo>
                  <a:pt x="16662" y="58"/>
                  <a:pt x="22415" y="0"/>
                  <a:pt x="29187" y="2054"/>
                </a:cubicBezTo>
                <a:cubicBezTo>
                  <a:pt x="35901" y="4093"/>
                  <a:pt x="40678" y="7399"/>
                  <a:pt x="43518" y="11943"/>
                </a:cubicBezTo>
                <a:cubicBezTo>
                  <a:pt x="46300" y="16443"/>
                  <a:pt x="46825" y="21672"/>
                  <a:pt x="45004" y="27541"/>
                </a:cubicBezTo>
                <a:cubicBezTo>
                  <a:pt x="43183" y="33454"/>
                  <a:pt x="39877" y="37489"/>
                  <a:pt x="34984" y="39659"/>
                </a:cubicBezTo>
                <a:cubicBezTo>
                  <a:pt x="30148" y="41814"/>
                  <a:pt x="24352" y="41873"/>
                  <a:pt x="17637" y="39834"/>
                </a:cubicBezTo>
                <a:cubicBezTo>
                  <a:pt x="10865" y="37722"/>
                  <a:pt x="6088" y="34416"/>
                  <a:pt x="3292" y="29930"/>
                </a:cubicBezTo>
                <a:cubicBezTo>
                  <a:pt x="510" y="25429"/>
                  <a:pt x="0" y="20201"/>
                  <a:pt x="1821" y="14346"/>
                </a:cubicBezTo>
                <a:close/>
                <a:moveTo>
                  <a:pt x="1821" y="143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62802-5392-4A09-9B94-6CD94F73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2127" y="1360719"/>
            <a:ext cx="57122" cy="48864"/>
          </a:xfrm>
          <a:custGeom xmlns:a="http://schemas.openxmlformats.org/drawingml/2006/main">
            <a:pathLst>
              <a:path w="57122" h="48864">
                <a:moveTo>
                  <a:pt x="8375" y="26507"/>
                </a:moveTo>
                <a:lnTo>
                  <a:pt x="28969" y="32828"/>
                </a:lnTo>
                <a:lnTo>
                  <a:pt x="31809" y="23492"/>
                </a:lnTo>
                <a:cubicBezTo>
                  <a:pt x="32886" y="20026"/>
                  <a:pt x="32828" y="17069"/>
                  <a:pt x="31576" y="14681"/>
                </a:cubicBezTo>
                <a:cubicBezTo>
                  <a:pt x="30381" y="12234"/>
                  <a:pt x="28168" y="10530"/>
                  <a:pt x="24803" y="9496"/>
                </a:cubicBezTo>
                <a:cubicBezTo>
                  <a:pt x="21570" y="8476"/>
                  <a:pt x="18730" y="8651"/>
                  <a:pt x="16385" y="10006"/>
                </a:cubicBezTo>
                <a:cubicBezTo>
                  <a:pt x="13996" y="11317"/>
                  <a:pt x="12292" y="13705"/>
                  <a:pt x="11215" y="17186"/>
                </a:cubicBezTo>
                <a:lnTo>
                  <a:pt x="8375" y="26507"/>
                </a:lnTo>
                <a:close/>
                <a:moveTo>
                  <a:pt x="0" y="32027"/>
                </a:moveTo>
                <a:lnTo>
                  <a:pt x="5127" y="15307"/>
                </a:lnTo>
                <a:cubicBezTo>
                  <a:pt x="7005" y="9161"/>
                  <a:pt x="9846" y="4952"/>
                  <a:pt x="13603" y="2665"/>
                </a:cubicBezTo>
                <a:cubicBezTo>
                  <a:pt x="17302" y="335"/>
                  <a:pt x="21847" y="0"/>
                  <a:pt x="27250" y="1646"/>
                </a:cubicBezTo>
                <a:cubicBezTo>
                  <a:pt x="32668" y="3292"/>
                  <a:pt x="36251" y="6146"/>
                  <a:pt x="38071" y="10122"/>
                </a:cubicBezTo>
                <a:cubicBezTo>
                  <a:pt x="39834" y="14113"/>
                  <a:pt x="39834" y="19225"/>
                  <a:pt x="37955" y="25371"/>
                </a:cubicBezTo>
                <a:lnTo>
                  <a:pt x="35056" y="34707"/>
                </a:lnTo>
                <a:lnTo>
                  <a:pt x="57122" y="41421"/>
                </a:lnTo>
                <a:lnTo>
                  <a:pt x="54849" y="48864"/>
                </a:lnTo>
                <a:lnTo>
                  <a:pt x="0" y="32027"/>
                </a:lnTo>
                <a:close/>
                <a:moveTo>
                  <a:pt x="0" y="320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7FDBB-3947-41B2-924F-196F3626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619" y="1340241"/>
            <a:ext cx="59233" cy="24293"/>
          </a:xfrm>
          <a:custGeom xmlns:a="http://schemas.openxmlformats.org/drawingml/2006/main">
            <a:pathLst>
              <a:path w="59233" h="24293">
                <a:moveTo>
                  <a:pt x="0" y="6758"/>
                </a:moveTo>
                <a:lnTo>
                  <a:pt x="2054" y="0"/>
                </a:lnTo>
                <a:lnTo>
                  <a:pt x="59233" y="17521"/>
                </a:lnTo>
                <a:lnTo>
                  <a:pt x="57122" y="24293"/>
                </a:lnTo>
                <a:lnTo>
                  <a:pt x="0" y="6758"/>
                </a:lnTo>
                <a:close/>
                <a:moveTo>
                  <a:pt x="0" y="67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95FFF-2302-4696-9E50-A9DDAB72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815" y="1297276"/>
            <a:ext cx="51660" cy="43868"/>
          </a:xfrm>
          <a:custGeom xmlns:a="http://schemas.openxmlformats.org/drawingml/2006/main">
            <a:pathLst>
              <a:path w="51660" h="43868">
                <a:moveTo>
                  <a:pt x="24920" y="42047"/>
                </a:moveTo>
                <a:lnTo>
                  <a:pt x="0" y="34430"/>
                </a:lnTo>
                <a:lnTo>
                  <a:pt x="2097" y="27658"/>
                </a:lnTo>
                <a:lnTo>
                  <a:pt x="26740" y="35217"/>
                </a:lnTo>
                <a:cubicBezTo>
                  <a:pt x="30600" y="36411"/>
                  <a:pt x="33731" y="36527"/>
                  <a:pt x="36178" y="35625"/>
                </a:cubicBezTo>
                <a:cubicBezTo>
                  <a:pt x="38567" y="34707"/>
                  <a:pt x="40271" y="32712"/>
                  <a:pt x="41188" y="29697"/>
                </a:cubicBezTo>
                <a:cubicBezTo>
                  <a:pt x="42324" y="26056"/>
                  <a:pt x="42047" y="22822"/>
                  <a:pt x="40329" y="19968"/>
                </a:cubicBezTo>
                <a:cubicBezTo>
                  <a:pt x="38683" y="17128"/>
                  <a:pt x="35843" y="15132"/>
                  <a:pt x="31794" y="13880"/>
                </a:cubicBezTo>
                <a:lnTo>
                  <a:pt x="8476" y="6772"/>
                </a:lnTo>
                <a:lnTo>
                  <a:pt x="10574" y="0"/>
                </a:lnTo>
                <a:lnTo>
                  <a:pt x="51660" y="12584"/>
                </a:lnTo>
                <a:lnTo>
                  <a:pt x="49606" y="19356"/>
                </a:lnTo>
                <a:lnTo>
                  <a:pt x="43300" y="17419"/>
                </a:lnTo>
                <a:cubicBezTo>
                  <a:pt x="45281" y="19808"/>
                  <a:pt x="46533" y="22313"/>
                  <a:pt x="47101" y="24803"/>
                </a:cubicBezTo>
                <a:cubicBezTo>
                  <a:pt x="47669" y="27366"/>
                  <a:pt x="47509" y="30046"/>
                  <a:pt x="46591" y="32945"/>
                </a:cubicBezTo>
                <a:cubicBezTo>
                  <a:pt x="45164" y="37664"/>
                  <a:pt x="42615" y="40795"/>
                  <a:pt x="38916" y="42339"/>
                </a:cubicBezTo>
                <a:cubicBezTo>
                  <a:pt x="35217" y="43868"/>
                  <a:pt x="30542" y="43810"/>
                  <a:pt x="24920" y="42047"/>
                </a:cubicBezTo>
                <a:close/>
                <a:moveTo>
                  <a:pt x="24920" y="4204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14A9E-A1E1-43CC-8481-5F76EE3D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967" y="1257515"/>
            <a:ext cx="46140" cy="40955"/>
          </a:xfrm>
          <a:custGeom xmlns:a="http://schemas.openxmlformats.org/drawingml/2006/main">
            <a:pathLst>
              <a:path w="46140" h="40955">
                <a:moveTo>
                  <a:pt x="7908" y="0"/>
                </a:moveTo>
                <a:lnTo>
                  <a:pt x="14288" y="1937"/>
                </a:lnTo>
                <a:cubicBezTo>
                  <a:pt x="12744" y="3583"/>
                  <a:pt x="11375" y="5287"/>
                  <a:pt x="10297" y="7224"/>
                </a:cubicBezTo>
                <a:cubicBezTo>
                  <a:pt x="9161" y="9161"/>
                  <a:pt x="8258" y="11200"/>
                  <a:pt x="7573" y="13370"/>
                </a:cubicBezTo>
                <a:cubicBezTo>
                  <a:pt x="6539" y="16720"/>
                  <a:pt x="6321" y="19400"/>
                  <a:pt x="6831" y="21395"/>
                </a:cubicBezTo>
                <a:cubicBezTo>
                  <a:pt x="7340" y="23376"/>
                  <a:pt x="8593" y="24687"/>
                  <a:pt x="10647" y="25313"/>
                </a:cubicBezTo>
                <a:cubicBezTo>
                  <a:pt x="12234" y="25823"/>
                  <a:pt x="13661" y="25604"/>
                  <a:pt x="14914" y="24687"/>
                </a:cubicBezTo>
                <a:cubicBezTo>
                  <a:pt x="16166" y="23725"/>
                  <a:pt x="17754" y="21614"/>
                  <a:pt x="19691" y="18205"/>
                </a:cubicBezTo>
                <a:lnTo>
                  <a:pt x="20885" y="16035"/>
                </a:lnTo>
                <a:cubicBezTo>
                  <a:pt x="23390" y="11608"/>
                  <a:pt x="25895" y="8593"/>
                  <a:pt x="28386" y="7166"/>
                </a:cubicBezTo>
                <a:cubicBezTo>
                  <a:pt x="30833" y="5738"/>
                  <a:pt x="33804" y="5520"/>
                  <a:pt x="37154" y="6539"/>
                </a:cubicBezTo>
                <a:cubicBezTo>
                  <a:pt x="40970" y="7734"/>
                  <a:pt x="43518" y="10122"/>
                  <a:pt x="44829" y="13880"/>
                </a:cubicBezTo>
                <a:cubicBezTo>
                  <a:pt x="46140" y="17579"/>
                  <a:pt x="45965" y="22080"/>
                  <a:pt x="44378" y="27366"/>
                </a:cubicBezTo>
                <a:cubicBezTo>
                  <a:pt x="43693" y="29522"/>
                  <a:pt x="42790" y="31794"/>
                  <a:pt x="41596" y="34022"/>
                </a:cubicBezTo>
                <a:cubicBezTo>
                  <a:pt x="40460" y="36294"/>
                  <a:pt x="39033" y="38625"/>
                  <a:pt x="37387" y="40955"/>
                </a:cubicBezTo>
                <a:lnTo>
                  <a:pt x="30381" y="38858"/>
                </a:lnTo>
                <a:cubicBezTo>
                  <a:pt x="32435" y="36746"/>
                  <a:pt x="34197" y="34590"/>
                  <a:pt x="35566" y="32377"/>
                </a:cubicBezTo>
                <a:cubicBezTo>
                  <a:pt x="36921" y="30148"/>
                  <a:pt x="38013" y="27818"/>
                  <a:pt x="38741" y="25429"/>
                </a:cubicBezTo>
                <a:cubicBezTo>
                  <a:pt x="39717" y="22298"/>
                  <a:pt x="39936" y="19676"/>
                  <a:pt x="39368" y="17637"/>
                </a:cubicBezTo>
                <a:cubicBezTo>
                  <a:pt x="38800" y="15584"/>
                  <a:pt x="37489" y="14215"/>
                  <a:pt x="35508" y="13647"/>
                </a:cubicBezTo>
                <a:cubicBezTo>
                  <a:pt x="33687" y="13079"/>
                  <a:pt x="32085" y="13254"/>
                  <a:pt x="30731" y="14215"/>
                </a:cubicBezTo>
                <a:cubicBezTo>
                  <a:pt x="29420" y="15132"/>
                  <a:pt x="27600" y="17579"/>
                  <a:pt x="25429" y="21453"/>
                </a:cubicBezTo>
                <a:lnTo>
                  <a:pt x="24119" y="23667"/>
                </a:lnTo>
                <a:cubicBezTo>
                  <a:pt x="22021" y="27585"/>
                  <a:pt x="19691" y="30148"/>
                  <a:pt x="17302" y="31459"/>
                </a:cubicBezTo>
                <a:cubicBezTo>
                  <a:pt x="14914" y="32770"/>
                  <a:pt x="12118" y="32945"/>
                  <a:pt x="8943" y="31969"/>
                </a:cubicBezTo>
                <a:cubicBezTo>
                  <a:pt x="5068" y="30775"/>
                  <a:pt x="2505" y="28503"/>
                  <a:pt x="1253" y="25094"/>
                </a:cubicBezTo>
                <a:cubicBezTo>
                  <a:pt x="0" y="21730"/>
                  <a:pt x="117" y="17521"/>
                  <a:pt x="1660" y="12453"/>
                </a:cubicBezTo>
                <a:cubicBezTo>
                  <a:pt x="2447" y="9947"/>
                  <a:pt x="3364" y="7675"/>
                  <a:pt x="4384" y="5578"/>
                </a:cubicBezTo>
                <a:cubicBezTo>
                  <a:pt x="5403" y="3466"/>
                  <a:pt x="6598" y="1646"/>
                  <a:pt x="7908" y="0"/>
                </a:cubicBezTo>
                <a:close/>
                <a:moveTo>
                  <a:pt x="790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CCBC8-57E7-425C-8DF3-4272D1B9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010" y="1207676"/>
            <a:ext cx="57122" cy="48820"/>
          </a:xfrm>
          <a:custGeom xmlns:a="http://schemas.openxmlformats.org/drawingml/2006/main">
            <a:pathLst>
              <a:path w="57122" h="48820">
                <a:moveTo>
                  <a:pt x="8360" y="26449"/>
                </a:moveTo>
                <a:lnTo>
                  <a:pt x="28954" y="32770"/>
                </a:lnTo>
                <a:lnTo>
                  <a:pt x="31809" y="23434"/>
                </a:lnTo>
                <a:cubicBezTo>
                  <a:pt x="32886" y="19968"/>
                  <a:pt x="32828" y="17069"/>
                  <a:pt x="31576" y="14623"/>
                </a:cubicBezTo>
                <a:cubicBezTo>
                  <a:pt x="30381" y="12176"/>
                  <a:pt x="28168" y="10472"/>
                  <a:pt x="24803" y="9438"/>
                </a:cubicBezTo>
                <a:cubicBezTo>
                  <a:pt x="21570" y="8418"/>
                  <a:pt x="18715" y="8593"/>
                  <a:pt x="16385" y="9962"/>
                </a:cubicBezTo>
                <a:cubicBezTo>
                  <a:pt x="13996" y="11258"/>
                  <a:pt x="12292" y="13661"/>
                  <a:pt x="11215" y="17128"/>
                </a:cubicBezTo>
                <a:lnTo>
                  <a:pt x="8360" y="26449"/>
                </a:lnTo>
                <a:close/>
                <a:moveTo>
                  <a:pt x="0" y="32027"/>
                </a:moveTo>
                <a:lnTo>
                  <a:pt x="5127" y="15249"/>
                </a:lnTo>
                <a:cubicBezTo>
                  <a:pt x="7005" y="9103"/>
                  <a:pt x="9846" y="4894"/>
                  <a:pt x="13603" y="2622"/>
                </a:cubicBezTo>
                <a:cubicBezTo>
                  <a:pt x="17302" y="335"/>
                  <a:pt x="21847" y="0"/>
                  <a:pt x="27250" y="1646"/>
                </a:cubicBezTo>
                <a:cubicBezTo>
                  <a:pt x="32653" y="3306"/>
                  <a:pt x="36236" y="6088"/>
                  <a:pt x="38057" y="10122"/>
                </a:cubicBezTo>
                <a:cubicBezTo>
                  <a:pt x="39819" y="14113"/>
                  <a:pt x="39819" y="19167"/>
                  <a:pt x="37955" y="25313"/>
                </a:cubicBezTo>
                <a:lnTo>
                  <a:pt x="35042" y="34649"/>
                </a:lnTo>
                <a:lnTo>
                  <a:pt x="57122" y="41421"/>
                </a:lnTo>
                <a:lnTo>
                  <a:pt x="54849" y="48820"/>
                </a:lnTo>
                <a:lnTo>
                  <a:pt x="0" y="32027"/>
                </a:lnTo>
                <a:close/>
                <a:moveTo>
                  <a:pt x="0" y="320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511D1-5817-43DF-B320-F24AB215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02" y="1187199"/>
            <a:ext cx="59233" cy="24235"/>
          </a:xfrm>
          <a:custGeom xmlns:a="http://schemas.openxmlformats.org/drawingml/2006/main">
            <a:pathLst>
              <a:path w="59233" h="24235">
                <a:moveTo>
                  <a:pt x="0" y="6714"/>
                </a:moveTo>
                <a:lnTo>
                  <a:pt x="2054" y="0"/>
                </a:lnTo>
                <a:lnTo>
                  <a:pt x="59233" y="17463"/>
                </a:lnTo>
                <a:lnTo>
                  <a:pt x="57122" y="24235"/>
                </a:lnTo>
                <a:lnTo>
                  <a:pt x="0" y="6714"/>
                </a:lnTo>
                <a:close/>
                <a:moveTo>
                  <a:pt x="0" y="67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7F602-5F07-49E9-9AA5-767274A3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698" y="1144190"/>
            <a:ext cx="51645" cy="43912"/>
          </a:xfrm>
          <a:custGeom xmlns:a="http://schemas.openxmlformats.org/drawingml/2006/main">
            <a:pathLst>
              <a:path w="51645" h="43912">
                <a:moveTo>
                  <a:pt x="24920" y="42091"/>
                </a:moveTo>
                <a:lnTo>
                  <a:pt x="0" y="34416"/>
                </a:lnTo>
                <a:lnTo>
                  <a:pt x="2097" y="27701"/>
                </a:lnTo>
                <a:lnTo>
                  <a:pt x="26740" y="35217"/>
                </a:lnTo>
                <a:cubicBezTo>
                  <a:pt x="30600" y="36411"/>
                  <a:pt x="33731" y="36571"/>
                  <a:pt x="36178" y="35668"/>
                </a:cubicBezTo>
                <a:cubicBezTo>
                  <a:pt x="38567" y="34692"/>
                  <a:pt x="40271" y="32770"/>
                  <a:pt x="41188" y="29697"/>
                </a:cubicBezTo>
                <a:cubicBezTo>
                  <a:pt x="42324" y="26056"/>
                  <a:pt x="42033" y="22808"/>
                  <a:pt x="40329" y="20026"/>
                </a:cubicBezTo>
                <a:cubicBezTo>
                  <a:pt x="38683" y="17171"/>
                  <a:pt x="35843" y="15132"/>
                  <a:pt x="31794" y="13880"/>
                </a:cubicBezTo>
                <a:lnTo>
                  <a:pt x="8476" y="6758"/>
                </a:lnTo>
                <a:lnTo>
                  <a:pt x="10574" y="0"/>
                </a:lnTo>
                <a:lnTo>
                  <a:pt x="51645" y="12627"/>
                </a:lnTo>
                <a:lnTo>
                  <a:pt x="49606" y="19342"/>
                </a:lnTo>
                <a:lnTo>
                  <a:pt x="43285" y="17404"/>
                </a:lnTo>
                <a:cubicBezTo>
                  <a:pt x="45281" y="19793"/>
                  <a:pt x="46533" y="22298"/>
                  <a:pt x="47101" y="24861"/>
                </a:cubicBezTo>
                <a:cubicBezTo>
                  <a:pt x="47669" y="27366"/>
                  <a:pt x="47494" y="30090"/>
                  <a:pt x="46591" y="32930"/>
                </a:cubicBezTo>
                <a:cubicBezTo>
                  <a:pt x="45164" y="37664"/>
                  <a:pt x="42601" y="40780"/>
                  <a:pt x="38901" y="42324"/>
                </a:cubicBezTo>
                <a:cubicBezTo>
                  <a:pt x="35217" y="43912"/>
                  <a:pt x="30542" y="43795"/>
                  <a:pt x="24920" y="42091"/>
                </a:cubicBezTo>
                <a:close/>
                <a:moveTo>
                  <a:pt x="24920" y="420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9E8FB-88AE-4EAE-B4CE-617EDE6F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850" y="1104415"/>
            <a:ext cx="46140" cy="41028"/>
          </a:xfrm>
          <a:custGeom xmlns:a="http://schemas.openxmlformats.org/drawingml/2006/main">
            <a:pathLst>
              <a:path w="46140" h="41028">
                <a:moveTo>
                  <a:pt x="7908" y="0"/>
                </a:moveTo>
                <a:lnTo>
                  <a:pt x="14273" y="1995"/>
                </a:lnTo>
                <a:cubicBezTo>
                  <a:pt x="12744" y="3583"/>
                  <a:pt x="11375" y="5345"/>
                  <a:pt x="10297" y="7224"/>
                </a:cubicBezTo>
                <a:cubicBezTo>
                  <a:pt x="9161" y="9161"/>
                  <a:pt x="8243" y="11215"/>
                  <a:pt x="7559" y="13428"/>
                </a:cubicBezTo>
                <a:cubicBezTo>
                  <a:pt x="6539" y="16793"/>
                  <a:pt x="6321" y="19458"/>
                  <a:pt x="6831" y="21453"/>
                </a:cubicBezTo>
                <a:cubicBezTo>
                  <a:pt x="7340" y="23449"/>
                  <a:pt x="8593" y="24745"/>
                  <a:pt x="10632" y="25371"/>
                </a:cubicBezTo>
                <a:cubicBezTo>
                  <a:pt x="12234" y="25837"/>
                  <a:pt x="13647" y="25604"/>
                  <a:pt x="14899" y="24687"/>
                </a:cubicBezTo>
                <a:cubicBezTo>
                  <a:pt x="16152" y="23784"/>
                  <a:pt x="17754" y="21628"/>
                  <a:pt x="19691" y="18264"/>
                </a:cubicBezTo>
                <a:lnTo>
                  <a:pt x="20885" y="16108"/>
                </a:lnTo>
                <a:cubicBezTo>
                  <a:pt x="23376" y="11608"/>
                  <a:pt x="25881" y="8651"/>
                  <a:pt x="28386" y="7166"/>
                </a:cubicBezTo>
                <a:cubicBezTo>
                  <a:pt x="30891" y="5753"/>
                  <a:pt x="33789" y="5520"/>
                  <a:pt x="37154" y="6539"/>
                </a:cubicBezTo>
                <a:cubicBezTo>
                  <a:pt x="40955" y="7734"/>
                  <a:pt x="43518" y="10181"/>
                  <a:pt x="44829" y="13880"/>
                </a:cubicBezTo>
                <a:cubicBezTo>
                  <a:pt x="46140" y="17579"/>
                  <a:pt x="45965" y="22080"/>
                  <a:pt x="44378" y="27366"/>
                </a:cubicBezTo>
                <a:cubicBezTo>
                  <a:pt x="43693" y="29580"/>
                  <a:pt x="42776" y="31809"/>
                  <a:pt x="41581" y="34022"/>
                </a:cubicBezTo>
                <a:cubicBezTo>
                  <a:pt x="40445" y="36294"/>
                  <a:pt x="39033" y="38639"/>
                  <a:pt x="37372" y="41028"/>
                </a:cubicBezTo>
                <a:lnTo>
                  <a:pt x="30381" y="38858"/>
                </a:lnTo>
                <a:cubicBezTo>
                  <a:pt x="32435" y="36761"/>
                  <a:pt x="34197" y="34590"/>
                  <a:pt x="35552" y="32377"/>
                </a:cubicBezTo>
                <a:cubicBezTo>
                  <a:pt x="36921" y="30163"/>
                  <a:pt x="37998" y="27876"/>
                  <a:pt x="38741" y="25488"/>
                </a:cubicBezTo>
                <a:cubicBezTo>
                  <a:pt x="39717" y="22298"/>
                  <a:pt x="39936" y="19691"/>
                  <a:pt x="39368" y="17637"/>
                </a:cubicBezTo>
                <a:cubicBezTo>
                  <a:pt x="38800" y="15598"/>
                  <a:pt x="37489" y="14288"/>
                  <a:pt x="35552" y="13661"/>
                </a:cubicBezTo>
                <a:cubicBezTo>
                  <a:pt x="33673" y="13093"/>
                  <a:pt x="32085" y="13312"/>
                  <a:pt x="30716" y="14229"/>
                </a:cubicBezTo>
                <a:cubicBezTo>
                  <a:pt x="29406" y="15132"/>
                  <a:pt x="27600" y="17579"/>
                  <a:pt x="25429" y="21512"/>
                </a:cubicBezTo>
                <a:lnTo>
                  <a:pt x="24119" y="23667"/>
                </a:lnTo>
                <a:cubicBezTo>
                  <a:pt x="22021" y="27600"/>
                  <a:pt x="19735" y="30207"/>
                  <a:pt x="17288" y="31517"/>
                </a:cubicBezTo>
                <a:cubicBezTo>
                  <a:pt x="14899" y="32770"/>
                  <a:pt x="12118" y="32945"/>
                  <a:pt x="8928" y="31969"/>
                </a:cubicBezTo>
                <a:cubicBezTo>
                  <a:pt x="5068" y="30775"/>
                  <a:pt x="2505" y="28503"/>
                  <a:pt x="1253" y="25153"/>
                </a:cubicBezTo>
                <a:cubicBezTo>
                  <a:pt x="0" y="21730"/>
                  <a:pt x="117" y="17521"/>
                  <a:pt x="1704" y="12467"/>
                </a:cubicBezTo>
                <a:cubicBezTo>
                  <a:pt x="2447" y="10020"/>
                  <a:pt x="3350" y="7690"/>
                  <a:pt x="4384" y="5636"/>
                </a:cubicBezTo>
                <a:cubicBezTo>
                  <a:pt x="5403" y="3525"/>
                  <a:pt x="6598" y="1646"/>
                  <a:pt x="7908" y="0"/>
                </a:cubicBezTo>
                <a:close/>
                <a:moveTo>
                  <a:pt x="790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4F7AD-3ED6-4F5B-A44F-7A1E02C6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893" y="1036428"/>
            <a:ext cx="70200" cy="66967"/>
          </a:xfrm>
          <a:custGeom xmlns:a="http://schemas.openxmlformats.org/drawingml/2006/main">
            <a:pathLst>
              <a:path w="70200" h="66967">
                <a:moveTo>
                  <a:pt x="0" y="50189"/>
                </a:moveTo>
                <a:lnTo>
                  <a:pt x="3408" y="39149"/>
                </a:lnTo>
                <a:lnTo>
                  <a:pt x="45004" y="36586"/>
                </a:lnTo>
                <a:lnTo>
                  <a:pt x="12001" y="11098"/>
                </a:lnTo>
                <a:lnTo>
                  <a:pt x="15365" y="0"/>
                </a:lnTo>
                <a:lnTo>
                  <a:pt x="70200" y="16793"/>
                </a:lnTo>
                <a:lnTo>
                  <a:pt x="67987" y="24075"/>
                </a:lnTo>
                <a:lnTo>
                  <a:pt x="19851" y="9336"/>
                </a:lnTo>
                <a:lnTo>
                  <a:pt x="53131" y="34940"/>
                </a:lnTo>
                <a:lnTo>
                  <a:pt x="50801" y="42382"/>
                </a:lnTo>
                <a:lnTo>
                  <a:pt x="8870" y="45004"/>
                </a:lnTo>
                <a:lnTo>
                  <a:pt x="57063" y="59743"/>
                </a:lnTo>
                <a:lnTo>
                  <a:pt x="54835" y="66967"/>
                </a:lnTo>
                <a:lnTo>
                  <a:pt x="0" y="50189"/>
                </a:lnTo>
                <a:close/>
                <a:moveTo>
                  <a:pt x="0" y="501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97A23-989A-416C-A7F8-450E27F9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794" y="994963"/>
            <a:ext cx="47218" cy="42601"/>
          </a:xfrm>
          <a:custGeom xmlns:a="http://schemas.openxmlformats.org/drawingml/2006/main">
            <a:pathLst>
              <a:path w="47218" h="42601">
                <a:moveTo>
                  <a:pt x="27250" y="1864"/>
                </a:moveTo>
                <a:lnTo>
                  <a:pt x="30542" y="2840"/>
                </a:lnTo>
                <a:lnTo>
                  <a:pt x="20987" y="33964"/>
                </a:lnTo>
                <a:cubicBezTo>
                  <a:pt x="25764" y="35042"/>
                  <a:pt x="29755" y="34751"/>
                  <a:pt x="32930" y="32988"/>
                </a:cubicBezTo>
                <a:cubicBezTo>
                  <a:pt x="36120" y="31226"/>
                  <a:pt x="38450" y="28095"/>
                  <a:pt x="39819" y="23609"/>
                </a:cubicBezTo>
                <a:cubicBezTo>
                  <a:pt x="40620" y="21046"/>
                  <a:pt x="41072" y="18424"/>
                  <a:pt x="41188" y="15817"/>
                </a:cubicBezTo>
                <a:cubicBezTo>
                  <a:pt x="41305" y="13137"/>
                  <a:pt x="41072" y="10457"/>
                  <a:pt x="40504" y="7617"/>
                </a:cubicBezTo>
                <a:lnTo>
                  <a:pt x="46926" y="9612"/>
                </a:lnTo>
                <a:cubicBezTo>
                  <a:pt x="47218" y="12336"/>
                  <a:pt x="47218" y="15074"/>
                  <a:pt x="46985" y="17798"/>
                </a:cubicBezTo>
                <a:cubicBezTo>
                  <a:pt x="46766" y="20478"/>
                  <a:pt x="46198" y="23143"/>
                  <a:pt x="45397" y="25764"/>
                </a:cubicBezTo>
                <a:cubicBezTo>
                  <a:pt x="43402" y="32362"/>
                  <a:pt x="39877" y="36979"/>
                  <a:pt x="34925" y="39586"/>
                </a:cubicBezTo>
                <a:cubicBezTo>
                  <a:pt x="29915" y="42266"/>
                  <a:pt x="24177" y="42601"/>
                  <a:pt x="17637" y="40620"/>
                </a:cubicBezTo>
                <a:cubicBezTo>
                  <a:pt x="10923" y="38567"/>
                  <a:pt x="6146" y="35100"/>
                  <a:pt x="3292" y="30265"/>
                </a:cubicBezTo>
                <a:cubicBezTo>
                  <a:pt x="451" y="25429"/>
                  <a:pt x="0" y="19910"/>
                  <a:pt x="1879" y="13705"/>
                </a:cubicBezTo>
                <a:cubicBezTo>
                  <a:pt x="3583" y="8185"/>
                  <a:pt x="6714" y="4369"/>
                  <a:pt x="11258" y="2214"/>
                </a:cubicBezTo>
                <a:cubicBezTo>
                  <a:pt x="15759" y="102"/>
                  <a:pt x="21104" y="0"/>
                  <a:pt x="27250" y="1864"/>
                </a:cubicBezTo>
                <a:close/>
                <a:moveTo>
                  <a:pt x="23157" y="8010"/>
                </a:moveTo>
                <a:cubicBezTo>
                  <a:pt x="19458" y="6933"/>
                  <a:pt x="16210" y="7049"/>
                  <a:pt x="13370" y="8418"/>
                </a:cubicBezTo>
                <a:cubicBezTo>
                  <a:pt x="10574" y="9729"/>
                  <a:pt x="8637" y="12059"/>
                  <a:pt x="7617" y="15409"/>
                </a:cubicBezTo>
                <a:cubicBezTo>
                  <a:pt x="6481" y="19167"/>
                  <a:pt x="6598" y="22517"/>
                  <a:pt x="8010" y="25429"/>
                </a:cubicBezTo>
                <a:cubicBezTo>
                  <a:pt x="9496" y="28328"/>
                  <a:pt x="12059" y="30542"/>
                  <a:pt x="15875" y="32085"/>
                </a:cubicBezTo>
                <a:lnTo>
                  <a:pt x="23157" y="8010"/>
                </a:lnTo>
                <a:close/>
                <a:moveTo>
                  <a:pt x="23157" y="801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9FF33-D161-4F7A-BFE0-DD119CF7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852" y="959339"/>
            <a:ext cx="59102" cy="30833"/>
          </a:xfrm>
          <a:custGeom xmlns:a="http://schemas.openxmlformats.org/drawingml/2006/main">
            <a:pathLst>
              <a:path w="59102" h="30833">
                <a:moveTo>
                  <a:pt x="2039" y="10355"/>
                </a:moveTo>
                <a:lnTo>
                  <a:pt x="13763" y="13938"/>
                </a:lnTo>
                <a:lnTo>
                  <a:pt x="18031" y="0"/>
                </a:lnTo>
                <a:lnTo>
                  <a:pt x="23259" y="1602"/>
                </a:lnTo>
                <a:lnTo>
                  <a:pt x="18992" y="15540"/>
                </a:lnTo>
                <a:lnTo>
                  <a:pt x="41305" y="22356"/>
                </a:lnTo>
                <a:cubicBezTo>
                  <a:pt x="44654" y="23390"/>
                  <a:pt x="46985" y="23609"/>
                  <a:pt x="48179" y="22983"/>
                </a:cubicBezTo>
                <a:cubicBezTo>
                  <a:pt x="49432" y="22356"/>
                  <a:pt x="50509" y="20652"/>
                  <a:pt x="51369" y="17812"/>
                </a:cubicBezTo>
                <a:lnTo>
                  <a:pt x="53466" y="10865"/>
                </a:lnTo>
                <a:lnTo>
                  <a:pt x="59102" y="12627"/>
                </a:lnTo>
                <a:lnTo>
                  <a:pt x="57005" y="19516"/>
                </a:lnTo>
                <a:cubicBezTo>
                  <a:pt x="55403" y="24745"/>
                  <a:pt x="53364" y="28051"/>
                  <a:pt x="50801" y="29478"/>
                </a:cubicBezTo>
                <a:cubicBezTo>
                  <a:pt x="48237" y="30833"/>
                  <a:pt x="44363" y="30731"/>
                  <a:pt x="39251" y="29187"/>
                </a:cubicBezTo>
                <a:lnTo>
                  <a:pt x="16895" y="22313"/>
                </a:lnTo>
                <a:lnTo>
                  <a:pt x="15409" y="27308"/>
                </a:lnTo>
                <a:lnTo>
                  <a:pt x="10122" y="25662"/>
                </a:lnTo>
                <a:lnTo>
                  <a:pt x="11652" y="20711"/>
                </a:lnTo>
                <a:lnTo>
                  <a:pt x="0" y="17128"/>
                </a:lnTo>
                <a:lnTo>
                  <a:pt x="2039" y="10355"/>
                </a:lnTo>
                <a:close/>
                <a:moveTo>
                  <a:pt x="2039" y="103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7578A-99FE-4C0D-BD02-F0B3E7C9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505" y="926452"/>
            <a:ext cx="43169" cy="36877"/>
          </a:xfrm>
          <a:custGeom xmlns:a="http://schemas.openxmlformats.org/drawingml/2006/main">
            <a:pathLst>
              <a:path w="43169" h="36877">
                <a:moveTo>
                  <a:pt x="13705" y="2112"/>
                </a:moveTo>
                <a:cubicBezTo>
                  <a:pt x="13021" y="2738"/>
                  <a:pt x="12453" y="3481"/>
                  <a:pt x="11943" y="4267"/>
                </a:cubicBezTo>
                <a:cubicBezTo>
                  <a:pt x="11491" y="5127"/>
                  <a:pt x="11084" y="6088"/>
                  <a:pt x="10749" y="7180"/>
                </a:cubicBezTo>
                <a:cubicBezTo>
                  <a:pt x="9554" y="10982"/>
                  <a:pt x="9889" y="14288"/>
                  <a:pt x="11768" y="17069"/>
                </a:cubicBezTo>
                <a:cubicBezTo>
                  <a:pt x="13647" y="19924"/>
                  <a:pt x="16895" y="22021"/>
                  <a:pt x="21555" y="23449"/>
                </a:cubicBezTo>
                <a:lnTo>
                  <a:pt x="43169" y="30105"/>
                </a:lnTo>
                <a:lnTo>
                  <a:pt x="41130" y="36877"/>
                </a:lnTo>
                <a:lnTo>
                  <a:pt x="0" y="24293"/>
                </a:lnTo>
                <a:lnTo>
                  <a:pt x="2097" y="17477"/>
                </a:lnTo>
                <a:lnTo>
                  <a:pt x="8476" y="19458"/>
                </a:lnTo>
                <a:cubicBezTo>
                  <a:pt x="6423" y="17244"/>
                  <a:pt x="5112" y="14856"/>
                  <a:pt x="4602" y="12176"/>
                </a:cubicBezTo>
                <a:cubicBezTo>
                  <a:pt x="4093" y="9569"/>
                  <a:pt x="4311" y="6612"/>
                  <a:pt x="5345" y="3306"/>
                </a:cubicBezTo>
                <a:cubicBezTo>
                  <a:pt x="5462" y="2855"/>
                  <a:pt x="5680" y="2345"/>
                  <a:pt x="5913" y="1821"/>
                </a:cubicBezTo>
                <a:cubicBezTo>
                  <a:pt x="6132" y="1253"/>
                  <a:pt x="6423" y="685"/>
                  <a:pt x="6758" y="0"/>
                </a:cubicBezTo>
                <a:lnTo>
                  <a:pt x="13705" y="2112"/>
                </a:lnTo>
                <a:close/>
                <a:moveTo>
                  <a:pt x="13705" y="21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923AE-EE20-475A-BBB3-5ABBEA55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009" y="907912"/>
            <a:ext cx="59233" cy="24235"/>
          </a:xfrm>
          <a:custGeom xmlns:a="http://schemas.openxmlformats.org/drawingml/2006/main">
            <a:pathLst>
              <a:path w="59233" h="24235">
                <a:moveTo>
                  <a:pt x="16050" y="11666"/>
                </a:moveTo>
                <a:lnTo>
                  <a:pt x="18089" y="4894"/>
                </a:lnTo>
                <a:lnTo>
                  <a:pt x="59233" y="17463"/>
                </a:lnTo>
                <a:lnTo>
                  <a:pt x="57180" y="24235"/>
                </a:lnTo>
                <a:lnTo>
                  <a:pt x="16050" y="11666"/>
                </a:lnTo>
                <a:close/>
                <a:moveTo>
                  <a:pt x="0" y="6714"/>
                </a:moveTo>
                <a:lnTo>
                  <a:pt x="2112" y="0"/>
                </a:lnTo>
                <a:lnTo>
                  <a:pt x="10647" y="2622"/>
                </a:lnTo>
                <a:lnTo>
                  <a:pt x="8593" y="9336"/>
                </a:lnTo>
                <a:lnTo>
                  <a:pt x="0" y="6714"/>
                </a:lnTo>
                <a:close/>
                <a:moveTo>
                  <a:pt x="0" y="67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1A994-96D4-4AC9-956C-F87794F5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929" y="869564"/>
            <a:ext cx="46490" cy="40343"/>
          </a:xfrm>
          <a:custGeom xmlns:a="http://schemas.openxmlformats.org/drawingml/2006/main">
            <a:pathLst>
              <a:path w="46490" h="40343">
                <a:moveTo>
                  <a:pt x="8141" y="0"/>
                </a:moveTo>
                <a:lnTo>
                  <a:pt x="14448" y="1937"/>
                </a:lnTo>
                <a:cubicBezTo>
                  <a:pt x="12860" y="3466"/>
                  <a:pt x="11433" y="5185"/>
                  <a:pt x="10355" y="6947"/>
                </a:cubicBezTo>
                <a:cubicBezTo>
                  <a:pt x="9219" y="8710"/>
                  <a:pt x="8360" y="10530"/>
                  <a:pt x="7792" y="12525"/>
                </a:cubicBezTo>
                <a:cubicBezTo>
                  <a:pt x="6437" y="16895"/>
                  <a:pt x="6772" y="20711"/>
                  <a:pt x="8826" y="24017"/>
                </a:cubicBezTo>
                <a:cubicBezTo>
                  <a:pt x="10865" y="27250"/>
                  <a:pt x="14390" y="29697"/>
                  <a:pt x="19400" y="31241"/>
                </a:cubicBezTo>
                <a:cubicBezTo>
                  <a:pt x="24410" y="32770"/>
                  <a:pt x="28677" y="32712"/>
                  <a:pt x="32202" y="31182"/>
                </a:cubicBezTo>
                <a:cubicBezTo>
                  <a:pt x="35726" y="29580"/>
                  <a:pt x="38173" y="26624"/>
                  <a:pt x="39484" y="22254"/>
                </a:cubicBezTo>
                <a:cubicBezTo>
                  <a:pt x="40110" y="20259"/>
                  <a:pt x="40460" y="18264"/>
                  <a:pt x="40504" y="16166"/>
                </a:cubicBezTo>
                <a:cubicBezTo>
                  <a:pt x="40562" y="14055"/>
                  <a:pt x="40343" y="11943"/>
                  <a:pt x="39877" y="9671"/>
                </a:cubicBezTo>
                <a:lnTo>
                  <a:pt x="46140" y="11608"/>
                </a:lnTo>
                <a:cubicBezTo>
                  <a:pt x="46431" y="13778"/>
                  <a:pt x="46490" y="15933"/>
                  <a:pt x="46315" y="18089"/>
                </a:cubicBezTo>
                <a:cubicBezTo>
                  <a:pt x="46140" y="20201"/>
                  <a:pt x="45688" y="22415"/>
                  <a:pt x="45004" y="24701"/>
                </a:cubicBezTo>
                <a:cubicBezTo>
                  <a:pt x="43125" y="30891"/>
                  <a:pt x="39659" y="35217"/>
                  <a:pt x="34649" y="37722"/>
                </a:cubicBezTo>
                <a:cubicBezTo>
                  <a:pt x="29639" y="40169"/>
                  <a:pt x="23842" y="40343"/>
                  <a:pt x="17244" y="38348"/>
                </a:cubicBezTo>
                <a:cubicBezTo>
                  <a:pt x="10530" y="36294"/>
                  <a:pt x="5811" y="32828"/>
                  <a:pt x="3073" y="27993"/>
                </a:cubicBezTo>
                <a:cubicBezTo>
                  <a:pt x="408" y="23099"/>
                  <a:pt x="0" y="17463"/>
                  <a:pt x="1937" y="11040"/>
                </a:cubicBezTo>
                <a:cubicBezTo>
                  <a:pt x="2622" y="8986"/>
                  <a:pt x="3423" y="7005"/>
                  <a:pt x="4500" y="5185"/>
                </a:cubicBezTo>
                <a:cubicBezTo>
                  <a:pt x="5520" y="3306"/>
                  <a:pt x="6714" y="1602"/>
                  <a:pt x="8141" y="0"/>
                </a:cubicBezTo>
                <a:close/>
                <a:moveTo>
                  <a:pt x="814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0C2A5-6246-417B-8D1E-5ED8AE69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20" y="831449"/>
            <a:ext cx="46140" cy="41013"/>
          </a:xfrm>
          <a:custGeom xmlns:a="http://schemas.openxmlformats.org/drawingml/2006/main">
            <a:pathLst>
              <a:path w="46140" h="41013">
                <a:moveTo>
                  <a:pt x="7908" y="0"/>
                </a:moveTo>
                <a:lnTo>
                  <a:pt x="14346" y="1995"/>
                </a:lnTo>
                <a:cubicBezTo>
                  <a:pt x="12744" y="3583"/>
                  <a:pt x="11433" y="5345"/>
                  <a:pt x="10297" y="7224"/>
                </a:cubicBezTo>
                <a:cubicBezTo>
                  <a:pt x="9161" y="9161"/>
                  <a:pt x="8258" y="11215"/>
                  <a:pt x="7632" y="13428"/>
                </a:cubicBezTo>
                <a:cubicBezTo>
                  <a:pt x="6539" y="16778"/>
                  <a:pt x="6321" y="19458"/>
                  <a:pt x="6831" y="21453"/>
                </a:cubicBezTo>
                <a:cubicBezTo>
                  <a:pt x="7340" y="23434"/>
                  <a:pt x="8651" y="24745"/>
                  <a:pt x="10705" y="25371"/>
                </a:cubicBezTo>
                <a:cubicBezTo>
                  <a:pt x="12234" y="25823"/>
                  <a:pt x="13661" y="25604"/>
                  <a:pt x="14914" y="24687"/>
                </a:cubicBezTo>
                <a:cubicBezTo>
                  <a:pt x="16166" y="23784"/>
                  <a:pt x="17754" y="21614"/>
                  <a:pt x="19691" y="18264"/>
                </a:cubicBezTo>
                <a:lnTo>
                  <a:pt x="20944" y="16094"/>
                </a:lnTo>
                <a:cubicBezTo>
                  <a:pt x="23449" y="11608"/>
                  <a:pt x="25895" y="8651"/>
                  <a:pt x="28386" y="7166"/>
                </a:cubicBezTo>
                <a:cubicBezTo>
                  <a:pt x="30891" y="5753"/>
                  <a:pt x="33804" y="5520"/>
                  <a:pt x="37154" y="6539"/>
                </a:cubicBezTo>
                <a:cubicBezTo>
                  <a:pt x="40970" y="7734"/>
                  <a:pt x="43533" y="10181"/>
                  <a:pt x="44829" y="13880"/>
                </a:cubicBezTo>
                <a:cubicBezTo>
                  <a:pt x="46140" y="17579"/>
                  <a:pt x="45980" y="22080"/>
                  <a:pt x="44378" y="27366"/>
                </a:cubicBezTo>
                <a:cubicBezTo>
                  <a:pt x="43693" y="29580"/>
                  <a:pt x="42790" y="31809"/>
                  <a:pt x="41654" y="34022"/>
                </a:cubicBezTo>
                <a:cubicBezTo>
                  <a:pt x="40460" y="36294"/>
                  <a:pt x="39033" y="38625"/>
                  <a:pt x="37387" y="41013"/>
                </a:cubicBezTo>
                <a:lnTo>
                  <a:pt x="30381" y="38858"/>
                </a:lnTo>
                <a:cubicBezTo>
                  <a:pt x="32493" y="36746"/>
                  <a:pt x="34197" y="34590"/>
                  <a:pt x="35625" y="32377"/>
                </a:cubicBezTo>
                <a:cubicBezTo>
                  <a:pt x="36979" y="30148"/>
                  <a:pt x="38013" y="27876"/>
                  <a:pt x="38741" y="25488"/>
                </a:cubicBezTo>
                <a:cubicBezTo>
                  <a:pt x="39717" y="22298"/>
                  <a:pt x="39936" y="19691"/>
                  <a:pt x="39368" y="17637"/>
                </a:cubicBezTo>
                <a:cubicBezTo>
                  <a:pt x="38800" y="15584"/>
                  <a:pt x="37547" y="14273"/>
                  <a:pt x="35566" y="13647"/>
                </a:cubicBezTo>
                <a:cubicBezTo>
                  <a:pt x="33746" y="13079"/>
                  <a:pt x="32144" y="13312"/>
                  <a:pt x="30789" y="14229"/>
                </a:cubicBezTo>
                <a:cubicBezTo>
                  <a:pt x="29420" y="15132"/>
                  <a:pt x="27658" y="17579"/>
                  <a:pt x="25429" y="21512"/>
                </a:cubicBezTo>
                <a:lnTo>
                  <a:pt x="24177" y="23667"/>
                </a:lnTo>
                <a:cubicBezTo>
                  <a:pt x="22021" y="27600"/>
                  <a:pt x="19749" y="30207"/>
                  <a:pt x="17361" y="31517"/>
                </a:cubicBezTo>
                <a:cubicBezTo>
                  <a:pt x="14972" y="32770"/>
                  <a:pt x="12176" y="32945"/>
                  <a:pt x="8986" y="31969"/>
                </a:cubicBezTo>
                <a:cubicBezTo>
                  <a:pt x="5127" y="30775"/>
                  <a:pt x="2563" y="28503"/>
                  <a:pt x="1311" y="25153"/>
                </a:cubicBezTo>
                <a:cubicBezTo>
                  <a:pt x="0" y="21730"/>
                  <a:pt x="175" y="17521"/>
                  <a:pt x="1704" y="12453"/>
                </a:cubicBezTo>
                <a:cubicBezTo>
                  <a:pt x="2447" y="10006"/>
                  <a:pt x="3364" y="7675"/>
                  <a:pt x="4384" y="5636"/>
                </a:cubicBezTo>
                <a:cubicBezTo>
                  <a:pt x="5462" y="3525"/>
                  <a:pt x="6598" y="1646"/>
                  <a:pt x="7908" y="0"/>
                </a:cubicBezTo>
                <a:close/>
                <a:moveTo>
                  <a:pt x="790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B04BB-9492-4E2B-9591-C739843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191" y="774837"/>
            <a:ext cx="63035" cy="48310"/>
          </a:xfrm>
          <a:custGeom xmlns:a="http://schemas.openxmlformats.org/drawingml/2006/main">
            <a:pathLst>
              <a:path w="63035" h="48310">
                <a:moveTo>
                  <a:pt x="0" y="46431"/>
                </a:moveTo>
                <a:lnTo>
                  <a:pt x="14171" y="0"/>
                </a:lnTo>
                <a:lnTo>
                  <a:pt x="20419" y="1937"/>
                </a:lnTo>
                <a:lnTo>
                  <a:pt x="14448" y="21395"/>
                </a:lnTo>
                <a:lnTo>
                  <a:pt x="63035" y="36294"/>
                </a:lnTo>
                <a:lnTo>
                  <a:pt x="60763" y="43751"/>
                </a:lnTo>
                <a:lnTo>
                  <a:pt x="12176" y="28852"/>
                </a:lnTo>
                <a:lnTo>
                  <a:pt x="6204" y="48310"/>
                </a:lnTo>
                <a:lnTo>
                  <a:pt x="0" y="46431"/>
                </a:lnTo>
                <a:close/>
                <a:moveTo>
                  <a:pt x="0" y="464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294EB-CE19-4BD7-8C02-E136683A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636" y="753675"/>
            <a:ext cx="47276" cy="42674"/>
          </a:xfrm>
          <a:custGeom xmlns:a="http://schemas.openxmlformats.org/drawingml/2006/main">
            <a:pathLst>
              <a:path w="47276" h="42674">
                <a:moveTo>
                  <a:pt x="27250" y="1879"/>
                </a:moveTo>
                <a:lnTo>
                  <a:pt x="30556" y="2898"/>
                </a:lnTo>
                <a:lnTo>
                  <a:pt x="21046" y="33964"/>
                </a:lnTo>
                <a:cubicBezTo>
                  <a:pt x="25779" y="35100"/>
                  <a:pt x="29755" y="34823"/>
                  <a:pt x="33003" y="33061"/>
                </a:cubicBezTo>
                <a:cubicBezTo>
                  <a:pt x="36178" y="31299"/>
                  <a:pt x="38465" y="28168"/>
                  <a:pt x="39819" y="23667"/>
                </a:cubicBezTo>
                <a:cubicBezTo>
                  <a:pt x="40620" y="21046"/>
                  <a:pt x="41072" y="18497"/>
                  <a:pt x="41188" y="15817"/>
                </a:cubicBezTo>
                <a:cubicBezTo>
                  <a:pt x="41305" y="13195"/>
                  <a:pt x="41072" y="10472"/>
                  <a:pt x="40562" y="7675"/>
                </a:cubicBezTo>
                <a:lnTo>
                  <a:pt x="46941" y="9671"/>
                </a:lnTo>
                <a:cubicBezTo>
                  <a:pt x="47218" y="12409"/>
                  <a:pt x="47276" y="15132"/>
                  <a:pt x="46999" y="17812"/>
                </a:cubicBezTo>
                <a:cubicBezTo>
                  <a:pt x="46766" y="20536"/>
                  <a:pt x="46257" y="23216"/>
                  <a:pt x="45455" y="25837"/>
                </a:cubicBezTo>
                <a:cubicBezTo>
                  <a:pt x="43460" y="32377"/>
                  <a:pt x="39936" y="36979"/>
                  <a:pt x="34925" y="39659"/>
                </a:cubicBezTo>
                <a:cubicBezTo>
                  <a:pt x="29988" y="42324"/>
                  <a:pt x="24177" y="42674"/>
                  <a:pt x="17696" y="40678"/>
                </a:cubicBezTo>
                <a:cubicBezTo>
                  <a:pt x="10982" y="38581"/>
                  <a:pt x="6146" y="35158"/>
                  <a:pt x="3350" y="30323"/>
                </a:cubicBezTo>
                <a:cubicBezTo>
                  <a:pt x="510" y="25429"/>
                  <a:pt x="0" y="19968"/>
                  <a:pt x="1937" y="13763"/>
                </a:cubicBezTo>
                <a:cubicBezTo>
                  <a:pt x="3583" y="8258"/>
                  <a:pt x="6714" y="4442"/>
                  <a:pt x="11258" y="2272"/>
                </a:cubicBezTo>
                <a:cubicBezTo>
                  <a:pt x="15817" y="175"/>
                  <a:pt x="21162" y="0"/>
                  <a:pt x="27250" y="1879"/>
                </a:cubicBezTo>
                <a:close/>
                <a:moveTo>
                  <a:pt x="23216" y="8025"/>
                </a:moveTo>
                <a:cubicBezTo>
                  <a:pt x="19516" y="6947"/>
                  <a:pt x="16268" y="7107"/>
                  <a:pt x="13428" y="8418"/>
                </a:cubicBezTo>
                <a:cubicBezTo>
                  <a:pt x="10588" y="9787"/>
                  <a:pt x="8651" y="12118"/>
                  <a:pt x="7675" y="15482"/>
                </a:cubicBezTo>
                <a:cubicBezTo>
                  <a:pt x="6481" y="19225"/>
                  <a:pt x="6656" y="22589"/>
                  <a:pt x="8083" y="25488"/>
                </a:cubicBezTo>
                <a:cubicBezTo>
                  <a:pt x="9496" y="28386"/>
                  <a:pt x="12118" y="30614"/>
                  <a:pt x="15875" y="32144"/>
                </a:cubicBezTo>
                <a:lnTo>
                  <a:pt x="23216" y="8025"/>
                </a:lnTo>
                <a:close/>
                <a:moveTo>
                  <a:pt x="23216" y="80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63D0D-9410-431C-81FF-620EE858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773" y="712880"/>
            <a:ext cx="46140" cy="40970"/>
          </a:xfrm>
          <a:custGeom xmlns:a="http://schemas.openxmlformats.org/drawingml/2006/main">
            <a:pathLst>
              <a:path w="46140" h="40970">
                <a:moveTo>
                  <a:pt x="7908" y="0"/>
                </a:moveTo>
                <a:lnTo>
                  <a:pt x="14288" y="1937"/>
                </a:lnTo>
                <a:cubicBezTo>
                  <a:pt x="12744" y="3539"/>
                  <a:pt x="11389" y="5301"/>
                  <a:pt x="10239" y="7224"/>
                </a:cubicBezTo>
                <a:cubicBezTo>
                  <a:pt x="9161" y="9103"/>
                  <a:pt x="8258" y="11156"/>
                  <a:pt x="7573" y="13370"/>
                </a:cubicBezTo>
                <a:cubicBezTo>
                  <a:pt x="6554" y="16734"/>
                  <a:pt x="6263" y="19400"/>
                  <a:pt x="6772" y="21395"/>
                </a:cubicBezTo>
                <a:cubicBezTo>
                  <a:pt x="7282" y="23390"/>
                  <a:pt x="8593" y="24701"/>
                  <a:pt x="10647" y="25327"/>
                </a:cubicBezTo>
                <a:cubicBezTo>
                  <a:pt x="12234" y="25837"/>
                  <a:pt x="13661" y="25604"/>
                  <a:pt x="14914" y="24643"/>
                </a:cubicBezTo>
                <a:cubicBezTo>
                  <a:pt x="16166" y="23725"/>
                  <a:pt x="17754" y="21570"/>
                  <a:pt x="19691" y="18205"/>
                </a:cubicBezTo>
                <a:lnTo>
                  <a:pt x="20885" y="16050"/>
                </a:lnTo>
                <a:cubicBezTo>
                  <a:pt x="23390" y="11550"/>
                  <a:pt x="25895" y="8593"/>
                  <a:pt x="28401" y="7180"/>
                </a:cubicBezTo>
                <a:cubicBezTo>
                  <a:pt x="30847" y="5695"/>
                  <a:pt x="33804" y="5520"/>
                  <a:pt x="37154" y="6554"/>
                </a:cubicBezTo>
                <a:cubicBezTo>
                  <a:pt x="40970" y="7690"/>
                  <a:pt x="43533" y="10137"/>
                  <a:pt x="44829" y="13836"/>
                </a:cubicBezTo>
                <a:cubicBezTo>
                  <a:pt x="46140" y="17536"/>
                  <a:pt x="45980" y="22021"/>
                  <a:pt x="44319" y="27308"/>
                </a:cubicBezTo>
                <a:cubicBezTo>
                  <a:pt x="43693" y="29537"/>
                  <a:pt x="42732" y="31750"/>
                  <a:pt x="41596" y="34022"/>
                </a:cubicBezTo>
                <a:cubicBezTo>
                  <a:pt x="40460" y="36309"/>
                  <a:pt x="39033" y="38581"/>
                  <a:pt x="37329" y="40970"/>
                </a:cubicBezTo>
                <a:lnTo>
                  <a:pt x="30381" y="38858"/>
                </a:lnTo>
                <a:cubicBezTo>
                  <a:pt x="32435" y="36761"/>
                  <a:pt x="34139" y="34590"/>
                  <a:pt x="35566" y="32377"/>
                </a:cubicBezTo>
                <a:cubicBezTo>
                  <a:pt x="36921" y="30163"/>
                  <a:pt x="38013" y="27833"/>
                  <a:pt x="38756" y="25429"/>
                </a:cubicBezTo>
                <a:cubicBezTo>
                  <a:pt x="39717" y="22254"/>
                  <a:pt x="39892" y="19633"/>
                  <a:pt x="39324" y="17637"/>
                </a:cubicBezTo>
                <a:cubicBezTo>
                  <a:pt x="38756" y="15540"/>
                  <a:pt x="37503" y="14229"/>
                  <a:pt x="35508" y="13603"/>
                </a:cubicBezTo>
                <a:cubicBezTo>
                  <a:pt x="33687" y="13093"/>
                  <a:pt x="32085" y="13268"/>
                  <a:pt x="30731" y="14171"/>
                </a:cubicBezTo>
                <a:cubicBezTo>
                  <a:pt x="29362" y="15132"/>
                  <a:pt x="27600" y="17536"/>
                  <a:pt x="25429" y="21453"/>
                </a:cubicBezTo>
                <a:lnTo>
                  <a:pt x="24133" y="23609"/>
                </a:lnTo>
                <a:cubicBezTo>
                  <a:pt x="21963" y="27541"/>
                  <a:pt x="19691" y="30163"/>
                  <a:pt x="17302" y="31474"/>
                </a:cubicBezTo>
                <a:cubicBezTo>
                  <a:pt x="14914" y="32770"/>
                  <a:pt x="12118" y="32945"/>
                  <a:pt x="8943" y="31983"/>
                </a:cubicBezTo>
                <a:cubicBezTo>
                  <a:pt x="5068" y="30789"/>
                  <a:pt x="2505" y="28503"/>
                  <a:pt x="1253" y="25094"/>
                </a:cubicBezTo>
                <a:cubicBezTo>
                  <a:pt x="0" y="21745"/>
                  <a:pt x="117" y="17477"/>
                  <a:pt x="1660" y="12467"/>
                </a:cubicBezTo>
                <a:cubicBezTo>
                  <a:pt x="2447" y="9962"/>
                  <a:pt x="3364" y="7690"/>
                  <a:pt x="4384" y="5578"/>
                </a:cubicBezTo>
                <a:cubicBezTo>
                  <a:pt x="5403" y="3481"/>
                  <a:pt x="6598" y="1602"/>
                  <a:pt x="7908" y="0"/>
                </a:cubicBezTo>
                <a:close/>
                <a:moveTo>
                  <a:pt x="790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BB9D5-FAC7-450C-B84B-54932BB2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695" y="678916"/>
            <a:ext cx="59175" cy="30847"/>
          </a:xfrm>
          <a:custGeom xmlns:a="http://schemas.openxmlformats.org/drawingml/2006/main">
            <a:pathLst>
              <a:path w="59175" h="30847">
                <a:moveTo>
                  <a:pt x="2112" y="10355"/>
                </a:moveTo>
                <a:lnTo>
                  <a:pt x="13763" y="13938"/>
                </a:lnTo>
                <a:lnTo>
                  <a:pt x="18031" y="0"/>
                </a:lnTo>
                <a:lnTo>
                  <a:pt x="23274" y="1660"/>
                </a:lnTo>
                <a:lnTo>
                  <a:pt x="19007" y="15540"/>
                </a:lnTo>
                <a:lnTo>
                  <a:pt x="41363" y="22371"/>
                </a:lnTo>
                <a:cubicBezTo>
                  <a:pt x="44713" y="23390"/>
                  <a:pt x="46999" y="23609"/>
                  <a:pt x="48252" y="22983"/>
                </a:cubicBezTo>
                <a:cubicBezTo>
                  <a:pt x="49504" y="22371"/>
                  <a:pt x="50524" y="20652"/>
                  <a:pt x="51369" y="17812"/>
                </a:cubicBezTo>
                <a:lnTo>
                  <a:pt x="53539" y="10865"/>
                </a:lnTo>
                <a:lnTo>
                  <a:pt x="59175" y="12642"/>
                </a:lnTo>
                <a:lnTo>
                  <a:pt x="57063" y="19516"/>
                </a:lnTo>
                <a:cubicBezTo>
                  <a:pt x="55418" y="24759"/>
                  <a:pt x="53364" y="28051"/>
                  <a:pt x="50801" y="29478"/>
                </a:cubicBezTo>
                <a:cubicBezTo>
                  <a:pt x="48252" y="30847"/>
                  <a:pt x="44436" y="30731"/>
                  <a:pt x="39251" y="29187"/>
                </a:cubicBezTo>
                <a:lnTo>
                  <a:pt x="16953" y="22313"/>
                </a:lnTo>
                <a:lnTo>
                  <a:pt x="15424" y="27308"/>
                </a:lnTo>
                <a:lnTo>
                  <a:pt x="10181" y="25662"/>
                </a:lnTo>
                <a:lnTo>
                  <a:pt x="11724" y="20711"/>
                </a:lnTo>
                <a:lnTo>
                  <a:pt x="0" y="17128"/>
                </a:lnTo>
                <a:lnTo>
                  <a:pt x="2112" y="10355"/>
                </a:lnTo>
                <a:close/>
                <a:moveTo>
                  <a:pt x="2112" y="103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5A0A0-E05B-4CF6-9D1B-B60D2E7E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159" y="1525413"/>
            <a:ext cx="56714" cy="49898"/>
          </a:xfrm>
          <a:custGeom xmlns:a="http://schemas.openxmlformats.org/drawingml/2006/main">
            <a:pathLst>
              <a:path w="56714" h="49898">
                <a:moveTo>
                  <a:pt x="8535" y="26012"/>
                </a:moveTo>
                <a:lnTo>
                  <a:pt x="28896" y="33003"/>
                </a:lnTo>
                <a:lnTo>
                  <a:pt x="32085" y="23784"/>
                </a:lnTo>
                <a:cubicBezTo>
                  <a:pt x="33280" y="20376"/>
                  <a:pt x="33280" y="17419"/>
                  <a:pt x="32144" y="14914"/>
                </a:cubicBezTo>
                <a:cubicBezTo>
                  <a:pt x="31008" y="12467"/>
                  <a:pt x="28837" y="10647"/>
                  <a:pt x="25546" y="9569"/>
                </a:cubicBezTo>
                <a:cubicBezTo>
                  <a:pt x="22298" y="8433"/>
                  <a:pt x="19516" y="8476"/>
                  <a:pt x="17069" y="9729"/>
                </a:cubicBezTo>
                <a:cubicBezTo>
                  <a:pt x="14681" y="10982"/>
                  <a:pt x="12860" y="13326"/>
                  <a:pt x="11710" y="16734"/>
                </a:cubicBezTo>
                <a:lnTo>
                  <a:pt x="8535" y="26012"/>
                </a:lnTo>
                <a:close/>
                <a:moveTo>
                  <a:pt x="0" y="31241"/>
                </a:moveTo>
                <a:lnTo>
                  <a:pt x="5680" y="14681"/>
                </a:lnTo>
                <a:cubicBezTo>
                  <a:pt x="7792" y="8593"/>
                  <a:pt x="10690" y="4500"/>
                  <a:pt x="14564" y="2345"/>
                </a:cubicBezTo>
                <a:cubicBezTo>
                  <a:pt x="18380" y="175"/>
                  <a:pt x="22924" y="0"/>
                  <a:pt x="28211" y="1821"/>
                </a:cubicBezTo>
                <a:cubicBezTo>
                  <a:pt x="33556" y="3641"/>
                  <a:pt x="37096" y="6612"/>
                  <a:pt x="38741" y="10647"/>
                </a:cubicBezTo>
                <a:cubicBezTo>
                  <a:pt x="40387" y="14681"/>
                  <a:pt x="40227" y="19749"/>
                  <a:pt x="38115" y="25837"/>
                </a:cubicBezTo>
                <a:lnTo>
                  <a:pt x="34925" y="35056"/>
                </a:lnTo>
                <a:lnTo>
                  <a:pt x="56714" y="42557"/>
                </a:lnTo>
                <a:lnTo>
                  <a:pt x="54209" y="49898"/>
                </a:lnTo>
                <a:lnTo>
                  <a:pt x="0" y="31241"/>
                </a:lnTo>
                <a:close/>
                <a:moveTo>
                  <a:pt x="0" y="312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B19B1-D475-488D-978D-7C0DF60C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078" y="1486278"/>
            <a:ext cx="68205" cy="44713"/>
          </a:xfrm>
          <a:custGeom xmlns:a="http://schemas.openxmlformats.org/drawingml/2006/main">
            <a:pathLst>
              <a:path w="68205" h="44713">
                <a:moveTo>
                  <a:pt x="43693" y="2214"/>
                </a:moveTo>
                <a:lnTo>
                  <a:pt x="68205" y="10632"/>
                </a:lnTo>
                <a:lnTo>
                  <a:pt x="65933" y="17346"/>
                </a:lnTo>
                <a:lnTo>
                  <a:pt x="41581" y="8986"/>
                </a:lnTo>
                <a:cubicBezTo>
                  <a:pt x="37765" y="7617"/>
                  <a:pt x="34634" y="7399"/>
                  <a:pt x="32187" y="8243"/>
                </a:cubicBezTo>
                <a:cubicBezTo>
                  <a:pt x="29755" y="9103"/>
                  <a:pt x="28036" y="11040"/>
                  <a:pt x="27017" y="13996"/>
                </a:cubicBezTo>
                <a:cubicBezTo>
                  <a:pt x="25764" y="17637"/>
                  <a:pt x="25939" y="20885"/>
                  <a:pt x="27527" y="23725"/>
                </a:cubicBezTo>
                <a:cubicBezTo>
                  <a:pt x="29071" y="26624"/>
                  <a:pt x="31852" y="28736"/>
                  <a:pt x="35828" y="30090"/>
                </a:cubicBezTo>
                <a:lnTo>
                  <a:pt x="58826" y="37998"/>
                </a:lnTo>
                <a:lnTo>
                  <a:pt x="56539" y="44713"/>
                </a:lnTo>
                <a:lnTo>
                  <a:pt x="0" y="25313"/>
                </a:lnTo>
                <a:lnTo>
                  <a:pt x="2330" y="18540"/>
                </a:lnTo>
                <a:lnTo>
                  <a:pt x="24454" y="26172"/>
                </a:lnTo>
                <a:cubicBezTo>
                  <a:pt x="22575" y="23725"/>
                  <a:pt x="21381" y="21220"/>
                  <a:pt x="20929" y="18657"/>
                </a:cubicBezTo>
                <a:cubicBezTo>
                  <a:pt x="20478" y="16094"/>
                  <a:pt x="20696" y="13370"/>
                  <a:pt x="21730" y="10530"/>
                </a:cubicBezTo>
                <a:cubicBezTo>
                  <a:pt x="23318" y="5855"/>
                  <a:pt x="25997" y="2840"/>
                  <a:pt x="29697" y="1427"/>
                </a:cubicBezTo>
                <a:cubicBezTo>
                  <a:pt x="33396" y="0"/>
                  <a:pt x="38057" y="277"/>
                  <a:pt x="43693" y="2214"/>
                </a:cubicBezTo>
                <a:close/>
                <a:moveTo>
                  <a:pt x="43693" y="22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EB576-89B3-4739-91DA-31F0BDC5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668" y="1439745"/>
            <a:ext cx="46708" cy="42208"/>
          </a:xfrm>
          <a:custGeom xmlns:a="http://schemas.openxmlformats.org/drawingml/2006/main">
            <a:pathLst>
              <a:path w="46708" h="42208">
                <a:moveTo>
                  <a:pt x="7675" y="15759"/>
                </a:moveTo>
                <a:cubicBezTo>
                  <a:pt x="6423" y="19283"/>
                  <a:pt x="6816" y="22633"/>
                  <a:pt x="8928" y="25648"/>
                </a:cubicBezTo>
                <a:cubicBezTo>
                  <a:pt x="11025" y="28721"/>
                  <a:pt x="14506" y="31051"/>
                  <a:pt x="19342" y="32770"/>
                </a:cubicBezTo>
                <a:cubicBezTo>
                  <a:pt x="24235" y="34416"/>
                  <a:pt x="28386" y="34692"/>
                  <a:pt x="31911" y="33615"/>
                </a:cubicBezTo>
                <a:cubicBezTo>
                  <a:pt x="35435" y="32479"/>
                  <a:pt x="37765" y="30090"/>
                  <a:pt x="39018" y="26507"/>
                </a:cubicBezTo>
                <a:cubicBezTo>
                  <a:pt x="40271" y="22924"/>
                  <a:pt x="39819" y="19618"/>
                  <a:pt x="37707" y="16603"/>
                </a:cubicBezTo>
                <a:cubicBezTo>
                  <a:pt x="35610" y="13530"/>
                  <a:pt x="32144" y="11200"/>
                  <a:pt x="27308" y="9554"/>
                </a:cubicBezTo>
                <a:cubicBezTo>
                  <a:pt x="22517" y="7908"/>
                  <a:pt x="18307" y="7617"/>
                  <a:pt x="14783" y="8695"/>
                </a:cubicBezTo>
                <a:cubicBezTo>
                  <a:pt x="11258" y="9831"/>
                  <a:pt x="8870" y="12176"/>
                  <a:pt x="7675" y="15759"/>
                </a:cubicBezTo>
                <a:close/>
                <a:moveTo>
                  <a:pt x="1981" y="13763"/>
                </a:moveTo>
                <a:cubicBezTo>
                  <a:pt x="3976" y="7967"/>
                  <a:pt x="7442" y="4034"/>
                  <a:pt x="12394" y="2039"/>
                </a:cubicBezTo>
                <a:cubicBezTo>
                  <a:pt x="17288" y="0"/>
                  <a:pt x="23085" y="160"/>
                  <a:pt x="29740" y="2447"/>
                </a:cubicBezTo>
                <a:cubicBezTo>
                  <a:pt x="36411" y="4719"/>
                  <a:pt x="41072" y="8185"/>
                  <a:pt x="43737" y="12802"/>
                </a:cubicBezTo>
                <a:cubicBezTo>
                  <a:pt x="46358" y="17463"/>
                  <a:pt x="46708" y="22633"/>
                  <a:pt x="44713" y="28444"/>
                </a:cubicBezTo>
                <a:cubicBezTo>
                  <a:pt x="42717" y="34299"/>
                  <a:pt x="39251" y="38232"/>
                  <a:pt x="34299" y="40212"/>
                </a:cubicBezTo>
                <a:cubicBezTo>
                  <a:pt x="29347" y="42208"/>
                  <a:pt x="23609" y="42091"/>
                  <a:pt x="16953" y="39761"/>
                </a:cubicBezTo>
                <a:cubicBezTo>
                  <a:pt x="10239" y="37489"/>
                  <a:pt x="5564" y="34022"/>
                  <a:pt x="2957" y="29464"/>
                </a:cubicBezTo>
                <a:cubicBezTo>
                  <a:pt x="277" y="24861"/>
                  <a:pt x="0" y="19618"/>
                  <a:pt x="1981" y="13763"/>
                </a:cubicBezTo>
                <a:close/>
                <a:moveTo>
                  <a:pt x="1981" y="137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73D6F-08CB-4250-AA52-D1EC584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56" y="1403727"/>
            <a:ext cx="59277" cy="31852"/>
          </a:xfrm>
          <a:custGeom xmlns:a="http://schemas.openxmlformats.org/drawingml/2006/main">
            <a:pathLst>
              <a:path w="59277" h="31852">
                <a:moveTo>
                  <a:pt x="2330" y="9787"/>
                </a:moveTo>
                <a:lnTo>
                  <a:pt x="13880" y="13763"/>
                </a:lnTo>
                <a:lnTo>
                  <a:pt x="18599" y="0"/>
                </a:lnTo>
                <a:lnTo>
                  <a:pt x="23784" y="1821"/>
                </a:lnTo>
                <a:lnTo>
                  <a:pt x="19065" y="15584"/>
                </a:lnTo>
                <a:lnTo>
                  <a:pt x="41130" y="23157"/>
                </a:lnTo>
                <a:cubicBezTo>
                  <a:pt x="44494" y="24293"/>
                  <a:pt x="46766" y="24570"/>
                  <a:pt x="48019" y="24002"/>
                </a:cubicBezTo>
                <a:cubicBezTo>
                  <a:pt x="49271" y="23376"/>
                  <a:pt x="50407" y="21730"/>
                  <a:pt x="51310" y="18948"/>
                </a:cubicBezTo>
                <a:lnTo>
                  <a:pt x="53699" y="12059"/>
                </a:lnTo>
                <a:lnTo>
                  <a:pt x="59277" y="13996"/>
                </a:lnTo>
                <a:lnTo>
                  <a:pt x="56947" y="20885"/>
                </a:lnTo>
                <a:cubicBezTo>
                  <a:pt x="55126" y="25997"/>
                  <a:pt x="52971" y="29245"/>
                  <a:pt x="50349" y="30556"/>
                </a:cubicBezTo>
                <a:cubicBezTo>
                  <a:pt x="47786" y="31852"/>
                  <a:pt x="43926" y="31634"/>
                  <a:pt x="38858" y="29872"/>
                </a:cubicBezTo>
                <a:lnTo>
                  <a:pt x="16778" y="22298"/>
                </a:lnTo>
                <a:lnTo>
                  <a:pt x="15074" y="27192"/>
                </a:lnTo>
                <a:lnTo>
                  <a:pt x="9904" y="25371"/>
                </a:lnTo>
                <a:lnTo>
                  <a:pt x="11550" y="20478"/>
                </a:lnTo>
                <a:lnTo>
                  <a:pt x="0" y="16501"/>
                </a:lnTo>
                <a:lnTo>
                  <a:pt x="2330" y="9787"/>
                </a:lnTo>
                <a:close/>
                <a:moveTo>
                  <a:pt x="2330" y="97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EC75D-A2CC-4311-9D49-06F991CA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316" y="1365103"/>
            <a:ext cx="46708" cy="42208"/>
          </a:xfrm>
          <a:custGeom xmlns:a="http://schemas.openxmlformats.org/drawingml/2006/main">
            <a:pathLst>
              <a:path w="46708" h="42208">
                <a:moveTo>
                  <a:pt x="7690" y="15700"/>
                </a:moveTo>
                <a:cubicBezTo>
                  <a:pt x="6437" y="19283"/>
                  <a:pt x="6889" y="22575"/>
                  <a:pt x="8943" y="25648"/>
                </a:cubicBezTo>
                <a:cubicBezTo>
                  <a:pt x="11040" y="28663"/>
                  <a:pt x="14506" y="31051"/>
                  <a:pt x="19342" y="32712"/>
                </a:cubicBezTo>
                <a:cubicBezTo>
                  <a:pt x="24235" y="34416"/>
                  <a:pt x="28386" y="34692"/>
                  <a:pt x="31925" y="33556"/>
                </a:cubicBezTo>
                <a:cubicBezTo>
                  <a:pt x="35450" y="32479"/>
                  <a:pt x="37838" y="30090"/>
                  <a:pt x="39033" y="26507"/>
                </a:cubicBezTo>
                <a:cubicBezTo>
                  <a:pt x="40285" y="22924"/>
                  <a:pt x="39834" y="19618"/>
                  <a:pt x="37722" y="16603"/>
                </a:cubicBezTo>
                <a:cubicBezTo>
                  <a:pt x="35668" y="13530"/>
                  <a:pt x="32202" y="11200"/>
                  <a:pt x="27366" y="9496"/>
                </a:cubicBezTo>
                <a:cubicBezTo>
                  <a:pt x="22531" y="7850"/>
                  <a:pt x="18322" y="7559"/>
                  <a:pt x="14797" y="8695"/>
                </a:cubicBezTo>
                <a:cubicBezTo>
                  <a:pt x="11273" y="9787"/>
                  <a:pt x="8884" y="12118"/>
                  <a:pt x="7690" y="15700"/>
                </a:cubicBezTo>
                <a:close/>
                <a:moveTo>
                  <a:pt x="1995" y="13763"/>
                </a:moveTo>
                <a:cubicBezTo>
                  <a:pt x="3991" y="7952"/>
                  <a:pt x="7457" y="4034"/>
                  <a:pt x="12409" y="2039"/>
                </a:cubicBezTo>
                <a:cubicBezTo>
                  <a:pt x="17302" y="0"/>
                  <a:pt x="23099" y="102"/>
                  <a:pt x="29755" y="2447"/>
                </a:cubicBezTo>
                <a:cubicBezTo>
                  <a:pt x="36411" y="4719"/>
                  <a:pt x="41086" y="8185"/>
                  <a:pt x="43751" y="12802"/>
                </a:cubicBezTo>
                <a:cubicBezTo>
                  <a:pt x="46373" y="17404"/>
                  <a:pt x="46708" y="22633"/>
                  <a:pt x="44727" y="28444"/>
                </a:cubicBezTo>
                <a:cubicBezTo>
                  <a:pt x="42732" y="34299"/>
                  <a:pt x="39266" y="38173"/>
                  <a:pt x="34314" y="40212"/>
                </a:cubicBezTo>
                <a:cubicBezTo>
                  <a:pt x="29420" y="42208"/>
                  <a:pt x="23609" y="42033"/>
                  <a:pt x="16953" y="39761"/>
                </a:cubicBezTo>
                <a:cubicBezTo>
                  <a:pt x="10239" y="37489"/>
                  <a:pt x="5578" y="34022"/>
                  <a:pt x="2957" y="29406"/>
                </a:cubicBezTo>
                <a:cubicBezTo>
                  <a:pt x="350" y="24803"/>
                  <a:pt x="0" y="19560"/>
                  <a:pt x="1995" y="13763"/>
                </a:cubicBezTo>
                <a:close/>
                <a:moveTo>
                  <a:pt x="1995" y="137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FE96C-1100-4AB4-9A3C-98959E69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997" y="1323914"/>
            <a:ext cx="46257" cy="41975"/>
          </a:xfrm>
          <a:custGeom xmlns:a="http://schemas.openxmlformats.org/drawingml/2006/main">
            <a:pathLst>
              <a:path w="46257" h="41975">
                <a:moveTo>
                  <a:pt x="8651" y="0"/>
                </a:moveTo>
                <a:lnTo>
                  <a:pt x="14958" y="2214"/>
                </a:lnTo>
                <a:cubicBezTo>
                  <a:pt x="13370" y="3743"/>
                  <a:pt x="11943" y="5447"/>
                  <a:pt x="10749" y="7326"/>
                </a:cubicBezTo>
                <a:cubicBezTo>
                  <a:pt x="9554" y="9205"/>
                  <a:pt x="8593" y="11200"/>
                  <a:pt x="7850" y="13414"/>
                </a:cubicBezTo>
                <a:cubicBezTo>
                  <a:pt x="6714" y="16720"/>
                  <a:pt x="6379" y="19400"/>
                  <a:pt x="6831" y="21381"/>
                </a:cubicBezTo>
                <a:cubicBezTo>
                  <a:pt x="7282" y="23376"/>
                  <a:pt x="8535" y="24745"/>
                  <a:pt x="10530" y="25429"/>
                </a:cubicBezTo>
                <a:cubicBezTo>
                  <a:pt x="12118" y="25997"/>
                  <a:pt x="13545" y="25823"/>
                  <a:pt x="14797" y="24905"/>
                </a:cubicBezTo>
                <a:cubicBezTo>
                  <a:pt x="16108" y="24060"/>
                  <a:pt x="17754" y="21949"/>
                  <a:pt x="19793" y="18657"/>
                </a:cubicBezTo>
                <a:lnTo>
                  <a:pt x="21104" y="16487"/>
                </a:lnTo>
                <a:cubicBezTo>
                  <a:pt x="23725" y="12118"/>
                  <a:pt x="26347" y="9263"/>
                  <a:pt x="28852" y="7894"/>
                </a:cubicBezTo>
                <a:cubicBezTo>
                  <a:pt x="31401" y="6539"/>
                  <a:pt x="34314" y="6423"/>
                  <a:pt x="37664" y="7559"/>
                </a:cubicBezTo>
                <a:cubicBezTo>
                  <a:pt x="41421" y="8870"/>
                  <a:pt x="43926" y="11375"/>
                  <a:pt x="45062" y="15132"/>
                </a:cubicBezTo>
                <a:cubicBezTo>
                  <a:pt x="46257" y="18875"/>
                  <a:pt x="45965" y="23376"/>
                  <a:pt x="44145" y="28604"/>
                </a:cubicBezTo>
                <a:cubicBezTo>
                  <a:pt x="43416" y="30775"/>
                  <a:pt x="42382" y="32930"/>
                  <a:pt x="41188" y="35158"/>
                </a:cubicBezTo>
                <a:cubicBezTo>
                  <a:pt x="39936" y="37372"/>
                  <a:pt x="38465" y="39644"/>
                  <a:pt x="36702" y="41975"/>
                </a:cubicBezTo>
                <a:lnTo>
                  <a:pt x="29813" y="39586"/>
                </a:lnTo>
                <a:cubicBezTo>
                  <a:pt x="31911" y="37605"/>
                  <a:pt x="33731" y="35493"/>
                  <a:pt x="35217" y="33338"/>
                </a:cubicBezTo>
                <a:cubicBezTo>
                  <a:pt x="36644" y="31110"/>
                  <a:pt x="37780" y="28837"/>
                  <a:pt x="38581" y="26507"/>
                </a:cubicBezTo>
                <a:cubicBezTo>
                  <a:pt x="39659" y="23376"/>
                  <a:pt x="39994" y="20754"/>
                  <a:pt x="39484" y="18715"/>
                </a:cubicBezTo>
                <a:cubicBezTo>
                  <a:pt x="38974" y="16662"/>
                  <a:pt x="37780" y="15234"/>
                  <a:pt x="35785" y="14608"/>
                </a:cubicBezTo>
                <a:cubicBezTo>
                  <a:pt x="33964" y="13982"/>
                  <a:pt x="32377" y="14098"/>
                  <a:pt x="31008" y="15016"/>
                </a:cubicBezTo>
                <a:cubicBezTo>
                  <a:pt x="29580" y="15861"/>
                  <a:pt x="27760" y="18249"/>
                  <a:pt x="25429" y="22065"/>
                </a:cubicBezTo>
                <a:lnTo>
                  <a:pt x="24060" y="24235"/>
                </a:lnTo>
                <a:cubicBezTo>
                  <a:pt x="21788" y="28036"/>
                  <a:pt x="19400" y="30600"/>
                  <a:pt x="17011" y="31794"/>
                </a:cubicBezTo>
                <a:cubicBezTo>
                  <a:pt x="14564" y="32988"/>
                  <a:pt x="11783" y="33105"/>
                  <a:pt x="8593" y="32027"/>
                </a:cubicBezTo>
                <a:cubicBezTo>
                  <a:pt x="4777" y="30716"/>
                  <a:pt x="2272" y="28328"/>
                  <a:pt x="1136" y="24905"/>
                </a:cubicBezTo>
                <a:cubicBezTo>
                  <a:pt x="0" y="21439"/>
                  <a:pt x="291" y="17230"/>
                  <a:pt x="1995" y="12278"/>
                </a:cubicBezTo>
                <a:cubicBezTo>
                  <a:pt x="2840" y="9773"/>
                  <a:pt x="3816" y="7559"/>
                  <a:pt x="4952" y="5505"/>
                </a:cubicBezTo>
                <a:cubicBezTo>
                  <a:pt x="6030" y="3408"/>
                  <a:pt x="7282" y="1588"/>
                  <a:pt x="8651" y="0"/>
                </a:cubicBezTo>
                <a:close/>
                <a:moveTo>
                  <a:pt x="865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56072-C816-4254-8269-9A9F46A0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409" y="1266269"/>
            <a:ext cx="63428" cy="58156"/>
          </a:xfrm>
          <a:custGeom xmlns:a="http://schemas.openxmlformats.org/drawingml/2006/main">
            <a:pathLst>
              <a:path w="63428" h="58156">
                <a:moveTo>
                  <a:pt x="8535" y="34197"/>
                </a:moveTo>
                <a:lnTo>
                  <a:pt x="50684" y="48703"/>
                </a:lnTo>
                <a:lnTo>
                  <a:pt x="53757" y="39834"/>
                </a:lnTo>
                <a:cubicBezTo>
                  <a:pt x="56321" y="32377"/>
                  <a:pt x="56539" y="26289"/>
                  <a:pt x="54325" y="21686"/>
                </a:cubicBezTo>
                <a:cubicBezTo>
                  <a:pt x="52111" y="17011"/>
                  <a:pt x="47393" y="13428"/>
                  <a:pt x="40052" y="10923"/>
                </a:cubicBezTo>
                <a:cubicBezTo>
                  <a:pt x="32828" y="8433"/>
                  <a:pt x="26900" y="8375"/>
                  <a:pt x="22298" y="10647"/>
                </a:cubicBezTo>
                <a:cubicBezTo>
                  <a:pt x="17739" y="12977"/>
                  <a:pt x="14157" y="17871"/>
                  <a:pt x="11608" y="25386"/>
                </a:cubicBezTo>
                <a:lnTo>
                  <a:pt x="8535" y="34197"/>
                </a:lnTo>
                <a:close/>
                <a:moveTo>
                  <a:pt x="0" y="39484"/>
                </a:moveTo>
                <a:lnTo>
                  <a:pt x="5170" y="24410"/>
                </a:lnTo>
                <a:cubicBezTo>
                  <a:pt x="8811" y="13894"/>
                  <a:pt x="13647" y="6947"/>
                  <a:pt x="19676" y="3539"/>
                </a:cubicBezTo>
                <a:cubicBezTo>
                  <a:pt x="25764" y="117"/>
                  <a:pt x="33454" y="0"/>
                  <a:pt x="42717" y="3190"/>
                </a:cubicBezTo>
                <a:cubicBezTo>
                  <a:pt x="52053" y="6437"/>
                  <a:pt x="58083" y="11273"/>
                  <a:pt x="60763" y="17696"/>
                </a:cubicBezTo>
                <a:cubicBezTo>
                  <a:pt x="63428" y="24133"/>
                  <a:pt x="62976" y="32610"/>
                  <a:pt x="59394" y="43081"/>
                </a:cubicBezTo>
                <a:lnTo>
                  <a:pt x="54209" y="58156"/>
                </a:lnTo>
                <a:lnTo>
                  <a:pt x="0" y="39484"/>
                </a:lnTo>
                <a:close/>
                <a:moveTo>
                  <a:pt x="0" y="3948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2DE4C-82FF-42DF-9323-88A9D499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086" y="1214215"/>
            <a:ext cx="66224" cy="52912"/>
          </a:xfrm>
          <a:custGeom xmlns:a="http://schemas.openxmlformats.org/drawingml/2006/main">
            <a:pathLst>
              <a:path w="66224" h="52912">
                <a:moveTo>
                  <a:pt x="0" y="34255"/>
                </a:moveTo>
                <a:lnTo>
                  <a:pt x="11783" y="0"/>
                </a:lnTo>
                <a:lnTo>
                  <a:pt x="17987" y="2112"/>
                </a:lnTo>
                <a:lnTo>
                  <a:pt x="8710" y="29071"/>
                </a:lnTo>
                <a:lnTo>
                  <a:pt x="24745" y="34590"/>
                </a:lnTo>
                <a:lnTo>
                  <a:pt x="33629" y="8768"/>
                </a:lnTo>
                <a:lnTo>
                  <a:pt x="39834" y="10865"/>
                </a:lnTo>
                <a:lnTo>
                  <a:pt x="30949" y="36702"/>
                </a:lnTo>
                <a:lnTo>
                  <a:pt x="50582" y="43475"/>
                </a:lnTo>
                <a:lnTo>
                  <a:pt x="60078" y="15875"/>
                </a:lnTo>
                <a:lnTo>
                  <a:pt x="66224" y="17987"/>
                </a:lnTo>
                <a:lnTo>
                  <a:pt x="54223" y="52912"/>
                </a:lnTo>
                <a:lnTo>
                  <a:pt x="0" y="34255"/>
                </a:lnTo>
                <a:close/>
                <a:moveTo>
                  <a:pt x="0" y="342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39681-BFBD-4D59-9E99-2FD68308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743" y="1169619"/>
            <a:ext cx="60704" cy="51878"/>
          </a:xfrm>
          <a:custGeom xmlns:a="http://schemas.openxmlformats.org/drawingml/2006/main">
            <a:pathLst>
              <a:path w="60704" h="51878">
                <a:moveTo>
                  <a:pt x="10472" y="0"/>
                </a:moveTo>
                <a:lnTo>
                  <a:pt x="17637" y="2447"/>
                </a:lnTo>
                <a:cubicBezTo>
                  <a:pt x="15307" y="4777"/>
                  <a:pt x="13428" y="7049"/>
                  <a:pt x="11957" y="9263"/>
                </a:cubicBezTo>
                <a:cubicBezTo>
                  <a:pt x="10414" y="11550"/>
                  <a:pt x="9278" y="13822"/>
                  <a:pt x="8491" y="16094"/>
                </a:cubicBezTo>
                <a:cubicBezTo>
                  <a:pt x="7122" y="20084"/>
                  <a:pt x="6831" y="23434"/>
                  <a:pt x="7632" y="26172"/>
                </a:cubicBezTo>
                <a:cubicBezTo>
                  <a:pt x="8433" y="28837"/>
                  <a:pt x="10253" y="30716"/>
                  <a:pt x="13152" y="31692"/>
                </a:cubicBezTo>
                <a:cubicBezTo>
                  <a:pt x="15540" y="32479"/>
                  <a:pt x="17594" y="32420"/>
                  <a:pt x="19298" y="31401"/>
                </a:cubicBezTo>
                <a:cubicBezTo>
                  <a:pt x="21002" y="30381"/>
                  <a:pt x="22939" y="27993"/>
                  <a:pt x="25094" y="24235"/>
                </a:cubicBezTo>
                <a:lnTo>
                  <a:pt x="27483" y="20084"/>
                </a:lnTo>
                <a:cubicBezTo>
                  <a:pt x="30440" y="14958"/>
                  <a:pt x="33629" y="11608"/>
                  <a:pt x="37154" y="9889"/>
                </a:cubicBezTo>
                <a:cubicBezTo>
                  <a:pt x="40678" y="8185"/>
                  <a:pt x="44669" y="8069"/>
                  <a:pt x="49053" y="9612"/>
                </a:cubicBezTo>
                <a:cubicBezTo>
                  <a:pt x="54340" y="11433"/>
                  <a:pt x="57690" y="14564"/>
                  <a:pt x="59175" y="18992"/>
                </a:cubicBezTo>
                <a:cubicBezTo>
                  <a:pt x="60704" y="23434"/>
                  <a:pt x="60253" y="29071"/>
                  <a:pt x="57923" y="35901"/>
                </a:cubicBezTo>
                <a:cubicBezTo>
                  <a:pt x="57063" y="38450"/>
                  <a:pt x="55825" y="41072"/>
                  <a:pt x="54281" y="43751"/>
                </a:cubicBezTo>
                <a:cubicBezTo>
                  <a:pt x="52694" y="46475"/>
                  <a:pt x="50815" y="49155"/>
                  <a:pt x="48587" y="51878"/>
                </a:cubicBezTo>
                <a:lnTo>
                  <a:pt x="41028" y="49271"/>
                </a:lnTo>
                <a:cubicBezTo>
                  <a:pt x="43693" y="46868"/>
                  <a:pt x="45980" y="44378"/>
                  <a:pt x="47800" y="41814"/>
                </a:cubicBezTo>
                <a:cubicBezTo>
                  <a:pt x="49679" y="39251"/>
                  <a:pt x="51034" y="36571"/>
                  <a:pt x="52009" y="33848"/>
                </a:cubicBezTo>
                <a:cubicBezTo>
                  <a:pt x="53422" y="29639"/>
                  <a:pt x="53713" y="26114"/>
                  <a:pt x="52854" y="23259"/>
                </a:cubicBezTo>
                <a:cubicBezTo>
                  <a:pt x="52009" y="20419"/>
                  <a:pt x="50014" y="18482"/>
                  <a:pt x="46999" y="17463"/>
                </a:cubicBezTo>
                <a:cubicBezTo>
                  <a:pt x="44319" y="16545"/>
                  <a:pt x="41931" y="16603"/>
                  <a:pt x="39892" y="17739"/>
                </a:cubicBezTo>
                <a:cubicBezTo>
                  <a:pt x="37838" y="18890"/>
                  <a:pt x="35799" y="21162"/>
                  <a:pt x="33746" y="24628"/>
                </a:cubicBezTo>
                <a:lnTo>
                  <a:pt x="31357" y="28779"/>
                </a:lnTo>
                <a:cubicBezTo>
                  <a:pt x="28342" y="33906"/>
                  <a:pt x="25327" y="37256"/>
                  <a:pt x="22138" y="38916"/>
                </a:cubicBezTo>
                <a:cubicBezTo>
                  <a:pt x="18948" y="40562"/>
                  <a:pt x="15307" y="40678"/>
                  <a:pt x="11156" y="39251"/>
                </a:cubicBezTo>
                <a:cubicBezTo>
                  <a:pt x="6379" y="37605"/>
                  <a:pt x="3190" y="34590"/>
                  <a:pt x="1602" y="30265"/>
                </a:cubicBezTo>
                <a:cubicBezTo>
                  <a:pt x="0" y="25939"/>
                  <a:pt x="233" y="20813"/>
                  <a:pt x="2228" y="14899"/>
                </a:cubicBezTo>
                <a:cubicBezTo>
                  <a:pt x="3131" y="12336"/>
                  <a:pt x="4267" y="9846"/>
                  <a:pt x="5636" y="7399"/>
                </a:cubicBezTo>
                <a:cubicBezTo>
                  <a:pt x="7005" y="4894"/>
                  <a:pt x="8593" y="2447"/>
                  <a:pt x="10472" y="0"/>
                </a:cubicBezTo>
                <a:close/>
                <a:moveTo>
                  <a:pt x="1047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53B9E-67CF-423E-91EE-CBC07EA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462" y="1123028"/>
            <a:ext cx="56772" cy="49883"/>
          </a:xfrm>
          <a:custGeom xmlns:a="http://schemas.openxmlformats.org/drawingml/2006/main">
            <a:pathLst>
              <a:path w="56772" h="49883">
                <a:moveTo>
                  <a:pt x="8593" y="25997"/>
                </a:moveTo>
                <a:lnTo>
                  <a:pt x="28954" y="32988"/>
                </a:lnTo>
                <a:lnTo>
                  <a:pt x="32085" y="23769"/>
                </a:lnTo>
                <a:cubicBezTo>
                  <a:pt x="33280" y="20361"/>
                  <a:pt x="33338" y="17404"/>
                  <a:pt x="32202" y="14958"/>
                </a:cubicBezTo>
                <a:cubicBezTo>
                  <a:pt x="31066" y="12453"/>
                  <a:pt x="28837" y="10690"/>
                  <a:pt x="25604" y="9554"/>
                </a:cubicBezTo>
                <a:cubicBezTo>
                  <a:pt x="22356" y="8418"/>
                  <a:pt x="19516" y="8520"/>
                  <a:pt x="17128" y="9773"/>
                </a:cubicBezTo>
                <a:cubicBezTo>
                  <a:pt x="14739" y="11025"/>
                  <a:pt x="12919" y="13356"/>
                  <a:pt x="11724" y="16778"/>
                </a:cubicBezTo>
                <a:lnTo>
                  <a:pt x="8593" y="25997"/>
                </a:lnTo>
                <a:close/>
                <a:moveTo>
                  <a:pt x="0" y="31226"/>
                </a:moveTo>
                <a:lnTo>
                  <a:pt x="5695" y="14666"/>
                </a:lnTo>
                <a:cubicBezTo>
                  <a:pt x="7792" y="8578"/>
                  <a:pt x="10749" y="4486"/>
                  <a:pt x="14564" y="2330"/>
                </a:cubicBezTo>
                <a:cubicBezTo>
                  <a:pt x="18380" y="160"/>
                  <a:pt x="22983" y="0"/>
                  <a:pt x="28269" y="1821"/>
                </a:cubicBezTo>
                <a:cubicBezTo>
                  <a:pt x="33615" y="3641"/>
                  <a:pt x="37096" y="6598"/>
                  <a:pt x="38800" y="10632"/>
                </a:cubicBezTo>
                <a:cubicBezTo>
                  <a:pt x="40445" y="14666"/>
                  <a:pt x="40227" y="19735"/>
                  <a:pt x="38115" y="25823"/>
                </a:cubicBezTo>
                <a:lnTo>
                  <a:pt x="34984" y="35100"/>
                </a:lnTo>
                <a:lnTo>
                  <a:pt x="56772" y="42543"/>
                </a:lnTo>
                <a:lnTo>
                  <a:pt x="54223" y="49883"/>
                </a:lnTo>
                <a:lnTo>
                  <a:pt x="0" y="31226"/>
                </a:lnTo>
                <a:close/>
                <a:moveTo>
                  <a:pt x="0" y="312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E64FF-04CE-4D0D-8CCE-A07155D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483" y="1102259"/>
            <a:ext cx="58840" cy="26114"/>
          </a:xfrm>
          <a:custGeom xmlns:a="http://schemas.openxmlformats.org/drawingml/2006/main">
            <a:pathLst>
              <a:path w="58840" h="26114">
                <a:moveTo>
                  <a:pt x="0" y="6656"/>
                </a:moveTo>
                <a:lnTo>
                  <a:pt x="2345" y="0"/>
                </a:lnTo>
                <a:lnTo>
                  <a:pt x="58840" y="19400"/>
                </a:lnTo>
                <a:lnTo>
                  <a:pt x="56554" y="26114"/>
                </a:lnTo>
                <a:lnTo>
                  <a:pt x="0" y="6656"/>
                </a:lnTo>
                <a:close/>
                <a:moveTo>
                  <a:pt x="0" y="665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EBF1A-A55D-4EFD-B49E-E6F240B9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189" y="1060328"/>
            <a:ext cx="52403" cy="44713"/>
          </a:xfrm>
          <a:custGeom xmlns:a="http://schemas.openxmlformats.org/drawingml/2006/main">
            <a:pathLst>
              <a:path w="52403" h="44713">
                <a:moveTo>
                  <a:pt x="24628" y="42557"/>
                </a:moveTo>
                <a:lnTo>
                  <a:pt x="0" y="34081"/>
                </a:lnTo>
                <a:lnTo>
                  <a:pt x="2330" y="27366"/>
                </a:lnTo>
                <a:lnTo>
                  <a:pt x="26682" y="35785"/>
                </a:lnTo>
                <a:cubicBezTo>
                  <a:pt x="30556" y="37096"/>
                  <a:pt x="33687" y="37314"/>
                  <a:pt x="36134" y="36527"/>
                </a:cubicBezTo>
                <a:cubicBezTo>
                  <a:pt x="38567" y="35668"/>
                  <a:pt x="40343" y="33731"/>
                  <a:pt x="41363" y="30716"/>
                </a:cubicBezTo>
                <a:cubicBezTo>
                  <a:pt x="42557" y="27133"/>
                  <a:pt x="42382" y="23886"/>
                  <a:pt x="40853" y="20987"/>
                </a:cubicBezTo>
                <a:cubicBezTo>
                  <a:pt x="39251" y="18089"/>
                  <a:pt x="36469" y="15992"/>
                  <a:pt x="32493" y="14623"/>
                </a:cubicBezTo>
                <a:lnTo>
                  <a:pt x="9438" y="6714"/>
                </a:lnTo>
                <a:lnTo>
                  <a:pt x="11724" y="0"/>
                </a:lnTo>
                <a:lnTo>
                  <a:pt x="52403" y="13996"/>
                </a:lnTo>
                <a:lnTo>
                  <a:pt x="50116" y="20652"/>
                </a:lnTo>
                <a:lnTo>
                  <a:pt x="43868" y="18540"/>
                </a:lnTo>
                <a:cubicBezTo>
                  <a:pt x="45805" y="20987"/>
                  <a:pt x="46999" y="23492"/>
                  <a:pt x="47451" y="26056"/>
                </a:cubicBezTo>
                <a:cubicBezTo>
                  <a:pt x="47902" y="28619"/>
                  <a:pt x="47626" y="31284"/>
                  <a:pt x="46650" y="34139"/>
                </a:cubicBezTo>
                <a:cubicBezTo>
                  <a:pt x="45062" y="38800"/>
                  <a:pt x="42382" y="41873"/>
                  <a:pt x="38625" y="43285"/>
                </a:cubicBezTo>
                <a:cubicBezTo>
                  <a:pt x="34925" y="44713"/>
                  <a:pt x="30265" y="44494"/>
                  <a:pt x="24628" y="42557"/>
                </a:cubicBezTo>
                <a:close/>
                <a:moveTo>
                  <a:pt x="24628" y="425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31E4A-6321-4133-B932-1E89B78E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686" y="1013110"/>
            <a:ext cx="61374" cy="50058"/>
          </a:xfrm>
          <a:custGeom xmlns:a="http://schemas.openxmlformats.org/drawingml/2006/main">
            <a:pathLst>
              <a:path w="61374" h="50058">
                <a:moveTo>
                  <a:pt x="27017" y="13530"/>
                </a:moveTo>
                <a:cubicBezTo>
                  <a:pt x="22182" y="11885"/>
                  <a:pt x="18089" y="11608"/>
                  <a:pt x="14725" y="12686"/>
                </a:cubicBezTo>
                <a:cubicBezTo>
                  <a:pt x="11433" y="13763"/>
                  <a:pt x="9103" y="16094"/>
                  <a:pt x="7850" y="19676"/>
                </a:cubicBezTo>
                <a:cubicBezTo>
                  <a:pt x="6656" y="23259"/>
                  <a:pt x="6991" y="26507"/>
                  <a:pt x="8986" y="29406"/>
                </a:cubicBezTo>
                <a:cubicBezTo>
                  <a:pt x="10967" y="32362"/>
                  <a:pt x="14390" y="34649"/>
                  <a:pt x="19225" y="36294"/>
                </a:cubicBezTo>
                <a:cubicBezTo>
                  <a:pt x="24002" y="37940"/>
                  <a:pt x="28095" y="38232"/>
                  <a:pt x="31459" y="37139"/>
                </a:cubicBezTo>
                <a:cubicBezTo>
                  <a:pt x="34809" y="36061"/>
                  <a:pt x="37081" y="33731"/>
                  <a:pt x="38333" y="30148"/>
                </a:cubicBezTo>
                <a:cubicBezTo>
                  <a:pt x="39586" y="26565"/>
                  <a:pt x="39193" y="23318"/>
                  <a:pt x="37256" y="20361"/>
                </a:cubicBezTo>
                <a:cubicBezTo>
                  <a:pt x="35260" y="17463"/>
                  <a:pt x="31852" y="15191"/>
                  <a:pt x="27017" y="13530"/>
                </a:cubicBezTo>
                <a:close/>
                <a:moveTo>
                  <a:pt x="45106" y="12278"/>
                </a:moveTo>
                <a:cubicBezTo>
                  <a:pt x="51995" y="14666"/>
                  <a:pt x="56655" y="17972"/>
                  <a:pt x="58928" y="22182"/>
                </a:cubicBezTo>
                <a:cubicBezTo>
                  <a:pt x="61272" y="26449"/>
                  <a:pt x="61374" y="31678"/>
                  <a:pt x="59161" y="38057"/>
                </a:cubicBezTo>
                <a:cubicBezTo>
                  <a:pt x="58360" y="40387"/>
                  <a:pt x="57457" y="42557"/>
                  <a:pt x="56379" y="44538"/>
                </a:cubicBezTo>
                <a:cubicBezTo>
                  <a:pt x="55286" y="46475"/>
                  <a:pt x="54048" y="48296"/>
                  <a:pt x="52679" y="50058"/>
                </a:cubicBezTo>
                <a:lnTo>
                  <a:pt x="46184" y="47786"/>
                </a:lnTo>
                <a:cubicBezTo>
                  <a:pt x="47902" y="46198"/>
                  <a:pt x="49373" y="44538"/>
                  <a:pt x="50509" y="42776"/>
                </a:cubicBezTo>
                <a:cubicBezTo>
                  <a:pt x="51704" y="41072"/>
                  <a:pt x="52621" y="39193"/>
                  <a:pt x="53306" y="37197"/>
                </a:cubicBezTo>
                <a:cubicBezTo>
                  <a:pt x="54777" y="32828"/>
                  <a:pt x="54777" y="29187"/>
                  <a:pt x="53247" y="26172"/>
                </a:cubicBezTo>
                <a:cubicBezTo>
                  <a:pt x="51704" y="23201"/>
                  <a:pt x="48631" y="20929"/>
                  <a:pt x="44028" y="19342"/>
                </a:cubicBezTo>
                <a:lnTo>
                  <a:pt x="40678" y="18205"/>
                </a:lnTo>
                <a:cubicBezTo>
                  <a:pt x="42601" y="20419"/>
                  <a:pt x="43795" y="22808"/>
                  <a:pt x="44261" y="25371"/>
                </a:cubicBezTo>
                <a:cubicBezTo>
                  <a:pt x="44713" y="27935"/>
                  <a:pt x="44421" y="30716"/>
                  <a:pt x="43344" y="33731"/>
                </a:cubicBezTo>
                <a:cubicBezTo>
                  <a:pt x="41640" y="38683"/>
                  <a:pt x="38392" y="42091"/>
                  <a:pt x="33498" y="43795"/>
                </a:cubicBezTo>
                <a:cubicBezTo>
                  <a:pt x="28663" y="45572"/>
                  <a:pt x="23085" y="45339"/>
                  <a:pt x="16836" y="43169"/>
                </a:cubicBezTo>
                <a:cubicBezTo>
                  <a:pt x="10515" y="41013"/>
                  <a:pt x="6030" y="37765"/>
                  <a:pt x="3292" y="33396"/>
                </a:cubicBezTo>
                <a:cubicBezTo>
                  <a:pt x="510" y="29071"/>
                  <a:pt x="0" y="24395"/>
                  <a:pt x="1704" y="19400"/>
                </a:cubicBezTo>
                <a:cubicBezTo>
                  <a:pt x="2724" y="16385"/>
                  <a:pt x="4209" y="14040"/>
                  <a:pt x="6132" y="12278"/>
                </a:cubicBezTo>
                <a:cubicBezTo>
                  <a:pt x="8069" y="10515"/>
                  <a:pt x="10457" y="9379"/>
                  <a:pt x="13370" y="8811"/>
                </a:cubicBezTo>
                <a:lnTo>
                  <a:pt x="7166" y="6714"/>
                </a:lnTo>
                <a:lnTo>
                  <a:pt x="9496" y="0"/>
                </a:lnTo>
                <a:lnTo>
                  <a:pt x="45106" y="12278"/>
                </a:lnTo>
                <a:close/>
                <a:moveTo>
                  <a:pt x="45106" y="122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8FE4D-91EF-40F1-8852-388A8D35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025" y="987215"/>
            <a:ext cx="58826" cy="26114"/>
          </a:xfrm>
          <a:custGeom xmlns:a="http://schemas.openxmlformats.org/drawingml/2006/main">
            <a:pathLst>
              <a:path w="58826" h="26114">
                <a:moveTo>
                  <a:pt x="15875" y="12118"/>
                </a:moveTo>
                <a:lnTo>
                  <a:pt x="18147" y="5462"/>
                </a:lnTo>
                <a:lnTo>
                  <a:pt x="58826" y="19458"/>
                </a:lnTo>
                <a:lnTo>
                  <a:pt x="56554" y="26114"/>
                </a:lnTo>
                <a:lnTo>
                  <a:pt x="15875" y="12118"/>
                </a:lnTo>
                <a:close/>
                <a:moveTo>
                  <a:pt x="0" y="6714"/>
                </a:moveTo>
                <a:lnTo>
                  <a:pt x="2330" y="0"/>
                </a:lnTo>
                <a:lnTo>
                  <a:pt x="10807" y="2957"/>
                </a:lnTo>
                <a:lnTo>
                  <a:pt x="8476" y="9612"/>
                </a:lnTo>
                <a:lnTo>
                  <a:pt x="0" y="6714"/>
                </a:lnTo>
                <a:close/>
                <a:moveTo>
                  <a:pt x="0" y="67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AD61F-A484-46A8-87CA-07EE7457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906" y="948255"/>
            <a:ext cx="52388" cy="44713"/>
          </a:xfrm>
          <a:custGeom xmlns:a="http://schemas.openxmlformats.org/drawingml/2006/main">
            <a:pathLst>
              <a:path w="52388" h="44713">
                <a:moveTo>
                  <a:pt x="27818" y="2156"/>
                </a:moveTo>
                <a:lnTo>
                  <a:pt x="52388" y="10632"/>
                </a:lnTo>
                <a:lnTo>
                  <a:pt x="50116" y="17288"/>
                </a:lnTo>
                <a:lnTo>
                  <a:pt x="25764" y="8928"/>
                </a:lnTo>
                <a:cubicBezTo>
                  <a:pt x="21905" y="7617"/>
                  <a:pt x="18774" y="7384"/>
                  <a:pt x="16327" y="8243"/>
                </a:cubicBezTo>
                <a:cubicBezTo>
                  <a:pt x="13938" y="9044"/>
                  <a:pt x="12176" y="10967"/>
                  <a:pt x="11142" y="13982"/>
                </a:cubicBezTo>
                <a:cubicBezTo>
                  <a:pt x="9889" y="17579"/>
                  <a:pt x="10064" y="20813"/>
                  <a:pt x="11652" y="23711"/>
                </a:cubicBezTo>
                <a:cubicBezTo>
                  <a:pt x="13254" y="26565"/>
                  <a:pt x="16035" y="28721"/>
                  <a:pt x="20026" y="30090"/>
                </a:cubicBezTo>
                <a:lnTo>
                  <a:pt x="43009" y="37940"/>
                </a:lnTo>
                <a:lnTo>
                  <a:pt x="40678" y="44713"/>
                </a:lnTo>
                <a:lnTo>
                  <a:pt x="0" y="30716"/>
                </a:lnTo>
                <a:lnTo>
                  <a:pt x="2330" y="24002"/>
                </a:lnTo>
                <a:lnTo>
                  <a:pt x="8637" y="26158"/>
                </a:lnTo>
                <a:cubicBezTo>
                  <a:pt x="6714" y="23711"/>
                  <a:pt x="5564" y="21220"/>
                  <a:pt x="5112" y="18599"/>
                </a:cubicBezTo>
                <a:cubicBezTo>
                  <a:pt x="4602" y="16035"/>
                  <a:pt x="4894" y="13312"/>
                  <a:pt x="5855" y="10515"/>
                </a:cubicBezTo>
                <a:cubicBezTo>
                  <a:pt x="7442" y="5797"/>
                  <a:pt x="10122" y="2782"/>
                  <a:pt x="13822" y="1354"/>
                </a:cubicBezTo>
                <a:cubicBezTo>
                  <a:pt x="17579" y="0"/>
                  <a:pt x="22240" y="218"/>
                  <a:pt x="27818" y="2156"/>
                </a:cubicBezTo>
                <a:close/>
                <a:moveTo>
                  <a:pt x="27818" y="215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D3523-A7FB-4346-9951-59A0C09B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968" y="933734"/>
            <a:ext cx="11841" cy="10880"/>
          </a:xfrm>
          <a:custGeom xmlns:a="http://schemas.openxmlformats.org/drawingml/2006/main">
            <a:pathLst>
              <a:path w="11841" h="10880">
                <a:moveTo>
                  <a:pt x="0" y="7690"/>
                </a:moveTo>
                <a:lnTo>
                  <a:pt x="2622" y="0"/>
                </a:lnTo>
                <a:lnTo>
                  <a:pt x="11841" y="3190"/>
                </a:lnTo>
                <a:lnTo>
                  <a:pt x="9219" y="10880"/>
                </a:lnTo>
                <a:lnTo>
                  <a:pt x="0" y="7690"/>
                </a:lnTo>
                <a:close/>
                <a:moveTo>
                  <a:pt x="0" y="76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09072-F6C7-4FE1-84FF-2032DDFE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378" y="871108"/>
            <a:ext cx="60704" cy="51878"/>
          </a:xfrm>
          <a:custGeom xmlns:a="http://schemas.openxmlformats.org/drawingml/2006/main">
            <a:pathLst>
              <a:path w="60704" h="51878">
                <a:moveTo>
                  <a:pt x="10472" y="0"/>
                </a:moveTo>
                <a:lnTo>
                  <a:pt x="17579" y="2447"/>
                </a:lnTo>
                <a:cubicBezTo>
                  <a:pt x="15307" y="4777"/>
                  <a:pt x="13428" y="7049"/>
                  <a:pt x="11957" y="9263"/>
                </a:cubicBezTo>
                <a:cubicBezTo>
                  <a:pt x="10414" y="11550"/>
                  <a:pt x="9278" y="13822"/>
                  <a:pt x="8476" y="16094"/>
                </a:cubicBezTo>
                <a:cubicBezTo>
                  <a:pt x="7122" y="20084"/>
                  <a:pt x="6831" y="23434"/>
                  <a:pt x="7632" y="26172"/>
                </a:cubicBezTo>
                <a:cubicBezTo>
                  <a:pt x="8433" y="28837"/>
                  <a:pt x="10239" y="30716"/>
                  <a:pt x="13152" y="31678"/>
                </a:cubicBezTo>
                <a:cubicBezTo>
                  <a:pt x="15540" y="32479"/>
                  <a:pt x="17579" y="32420"/>
                  <a:pt x="19298" y="31401"/>
                </a:cubicBezTo>
                <a:cubicBezTo>
                  <a:pt x="21002" y="30381"/>
                  <a:pt x="22939" y="27993"/>
                  <a:pt x="25094" y="24235"/>
                </a:cubicBezTo>
                <a:lnTo>
                  <a:pt x="27483" y="20084"/>
                </a:lnTo>
                <a:cubicBezTo>
                  <a:pt x="30440" y="14958"/>
                  <a:pt x="33629" y="11550"/>
                  <a:pt x="37154" y="9889"/>
                </a:cubicBezTo>
                <a:cubicBezTo>
                  <a:pt x="40678" y="8185"/>
                  <a:pt x="44669" y="8069"/>
                  <a:pt x="49053" y="9612"/>
                </a:cubicBezTo>
                <a:cubicBezTo>
                  <a:pt x="54340" y="11375"/>
                  <a:pt x="57690" y="14564"/>
                  <a:pt x="59175" y="18992"/>
                </a:cubicBezTo>
                <a:cubicBezTo>
                  <a:pt x="60704" y="23434"/>
                  <a:pt x="60253" y="29071"/>
                  <a:pt x="57923" y="35887"/>
                </a:cubicBezTo>
                <a:cubicBezTo>
                  <a:pt x="57063" y="38450"/>
                  <a:pt x="55811" y="41072"/>
                  <a:pt x="54223" y="43751"/>
                </a:cubicBezTo>
                <a:cubicBezTo>
                  <a:pt x="52694" y="46475"/>
                  <a:pt x="50815" y="49155"/>
                  <a:pt x="48587" y="51878"/>
                </a:cubicBezTo>
                <a:lnTo>
                  <a:pt x="41028" y="49257"/>
                </a:lnTo>
                <a:cubicBezTo>
                  <a:pt x="43693" y="46868"/>
                  <a:pt x="45980" y="44378"/>
                  <a:pt x="47800" y="41814"/>
                </a:cubicBezTo>
                <a:cubicBezTo>
                  <a:pt x="49621" y="39251"/>
                  <a:pt x="51034" y="36571"/>
                  <a:pt x="52009" y="33848"/>
                </a:cubicBezTo>
                <a:cubicBezTo>
                  <a:pt x="53422" y="29639"/>
                  <a:pt x="53713" y="26114"/>
                  <a:pt x="52854" y="23259"/>
                </a:cubicBezTo>
                <a:cubicBezTo>
                  <a:pt x="52009" y="20419"/>
                  <a:pt x="50014" y="18482"/>
                  <a:pt x="46941" y="17463"/>
                </a:cubicBezTo>
                <a:cubicBezTo>
                  <a:pt x="44319" y="16545"/>
                  <a:pt x="41931" y="16603"/>
                  <a:pt x="39892" y="17739"/>
                </a:cubicBezTo>
                <a:cubicBezTo>
                  <a:pt x="37838" y="18890"/>
                  <a:pt x="35785" y="21162"/>
                  <a:pt x="33746" y="24628"/>
                </a:cubicBezTo>
                <a:lnTo>
                  <a:pt x="31357" y="28779"/>
                </a:lnTo>
                <a:cubicBezTo>
                  <a:pt x="28342" y="33906"/>
                  <a:pt x="25327" y="37256"/>
                  <a:pt x="22138" y="38916"/>
                </a:cubicBezTo>
                <a:cubicBezTo>
                  <a:pt x="18948" y="40562"/>
                  <a:pt x="15307" y="40678"/>
                  <a:pt x="11156" y="39251"/>
                </a:cubicBezTo>
                <a:cubicBezTo>
                  <a:pt x="6379" y="37605"/>
                  <a:pt x="3190" y="34590"/>
                  <a:pt x="1602" y="30265"/>
                </a:cubicBezTo>
                <a:cubicBezTo>
                  <a:pt x="0" y="25939"/>
                  <a:pt x="175" y="20813"/>
                  <a:pt x="2228" y="14899"/>
                </a:cubicBezTo>
                <a:cubicBezTo>
                  <a:pt x="3131" y="12336"/>
                  <a:pt x="4209" y="9831"/>
                  <a:pt x="5636" y="7384"/>
                </a:cubicBezTo>
                <a:cubicBezTo>
                  <a:pt x="7005" y="4894"/>
                  <a:pt x="8593" y="2447"/>
                  <a:pt x="10472" y="0"/>
                </a:cubicBezTo>
                <a:close/>
                <a:moveTo>
                  <a:pt x="1047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960EF-ED65-45CF-A1DE-974F3DF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3468" y="804942"/>
            <a:ext cx="61098" cy="70026"/>
          </a:xfrm>
          <a:custGeom xmlns:a="http://schemas.openxmlformats.org/drawingml/2006/main">
            <a:pathLst>
              <a:path w="61098" h="70026">
                <a:moveTo>
                  <a:pt x="18774" y="26798"/>
                </a:moveTo>
                <a:cubicBezTo>
                  <a:pt x="16385" y="24060"/>
                  <a:pt x="14841" y="21337"/>
                  <a:pt x="14215" y="18482"/>
                </a:cubicBezTo>
                <a:cubicBezTo>
                  <a:pt x="13589" y="15700"/>
                  <a:pt x="13822" y="12686"/>
                  <a:pt x="14899" y="9554"/>
                </a:cubicBezTo>
                <a:cubicBezTo>
                  <a:pt x="16327" y="5345"/>
                  <a:pt x="18948" y="2549"/>
                  <a:pt x="22691" y="1311"/>
                </a:cubicBezTo>
                <a:cubicBezTo>
                  <a:pt x="26449" y="0"/>
                  <a:pt x="31066" y="277"/>
                  <a:pt x="36527" y="2156"/>
                </a:cubicBezTo>
                <a:lnTo>
                  <a:pt x="61098" y="10632"/>
                </a:lnTo>
                <a:lnTo>
                  <a:pt x="58767" y="17346"/>
                </a:lnTo>
                <a:lnTo>
                  <a:pt x="34474" y="8986"/>
                </a:lnTo>
                <a:cubicBezTo>
                  <a:pt x="30542" y="7617"/>
                  <a:pt x="27425" y="7340"/>
                  <a:pt x="25080" y="8069"/>
                </a:cubicBezTo>
                <a:cubicBezTo>
                  <a:pt x="22691" y="8811"/>
                  <a:pt x="21046" y="10574"/>
                  <a:pt x="20084" y="13428"/>
                </a:cubicBezTo>
                <a:cubicBezTo>
                  <a:pt x="18890" y="16895"/>
                  <a:pt x="19050" y="20026"/>
                  <a:pt x="20711" y="22808"/>
                </a:cubicBezTo>
                <a:cubicBezTo>
                  <a:pt x="22298" y="25590"/>
                  <a:pt x="25080" y="27701"/>
                  <a:pt x="29071" y="29071"/>
                </a:cubicBezTo>
                <a:lnTo>
                  <a:pt x="52053" y="36979"/>
                </a:lnTo>
                <a:lnTo>
                  <a:pt x="49723" y="43693"/>
                </a:lnTo>
                <a:lnTo>
                  <a:pt x="25371" y="35319"/>
                </a:lnTo>
                <a:cubicBezTo>
                  <a:pt x="21497" y="33964"/>
                  <a:pt x="18322" y="33673"/>
                  <a:pt x="15977" y="34416"/>
                </a:cubicBezTo>
                <a:cubicBezTo>
                  <a:pt x="13647" y="35100"/>
                  <a:pt x="12001" y="36921"/>
                  <a:pt x="10982" y="39819"/>
                </a:cubicBezTo>
                <a:cubicBezTo>
                  <a:pt x="9787" y="43227"/>
                  <a:pt x="10006" y="46358"/>
                  <a:pt x="11666" y="49155"/>
                </a:cubicBezTo>
                <a:cubicBezTo>
                  <a:pt x="13254" y="51937"/>
                  <a:pt x="16035" y="54048"/>
                  <a:pt x="20026" y="55403"/>
                </a:cubicBezTo>
                <a:lnTo>
                  <a:pt x="43009" y="63311"/>
                </a:lnTo>
                <a:lnTo>
                  <a:pt x="40678" y="70026"/>
                </a:lnTo>
                <a:lnTo>
                  <a:pt x="0" y="56029"/>
                </a:lnTo>
                <a:lnTo>
                  <a:pt x="2330" y="49315"/>
                </a:lnTo>
                <a:lnTo>
                  <a:pt x="8637" y="51485"/>
                </a:lnTo>
                <a:cubicBezTo>
                  <a:pt x="6656" y="49097"/>
                  <a:pt x="5462" y="46650"/>
                  <a:pt x="4996" y="44086"/>
                </a:cubicBezTo>
                <a:cubicBezTo>
                  <a:pt x="4544" y="41581"/>
                  <a:pt x="4835" y="38858"/>
                  <a:pt x="5855" y="35901"/>
                </a:cubicBezTo>
                <a:cubicBezTo>
                  <a:pt x="6831" y="32930"/>
                  <a:pt x="8476" y="30658"/>
                  <a:pt x="10690" y="29129"/>
                </a:cubicBezTo>
                <a:cubicBezTo>
                  <a:pt x="12904" y="27585"/>
                  <a:pt x="15584" y="26798"/>
                  <a:pt x="18774" y="26798"/>
                </a:cubicBezTo>
                <a:close/>
                <a:moveTo>
                  <a:pt x="18774" y="267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1C17D-2A2D-49A2-94A2-227F2B0D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368" y="760156"/>
            <a:ext cx="49723" cy="41931"/>
          </a:xfrm>
          <a:custGeom xmlns:a="http://schemas.openxmlformats.org/drawingml/2006/main">
            <a:pathLst>
              <a:path w="49723" h="41931">
                <a:moveTo>
                  <a:pt x="24701" y="16560"/>
                </a:moveTo>
                <a:cubicBezTo>
                  <a:pt x="22822" y="21963"/>
                  <a:pt x="22138" y="25954"/>
                  <a:pt x="22648" y="28459"/>
                </a:cubicBezTo>
                <a:cubicBezTo>
                  <a:pt x="23216" y="30949"/>
                  <a:pt x="24920" y="32726"/>
                  <a:pt x="27935" y="33746"/>
                </a:cubicBezTo>
                <a:cubicBezTo>
                  <a:pt x="30279" y="34547"/>
                  <a:pt x="32435" y="34430"/>
                  <a:pt x="34372" y="33352"/>
                </a:cubicBezTo>
                <a:cubicBezTo>
                  <a:pt x="36309" y="32260"/>
                  <a:pt x="37722" y="30323"/>
                  <a:pt x="38639" y="27658"/>
                </a:cubicBezTo>
                <a:cubicBezTo>
                  <a:pt x="39950" y="23958"/>
                  <a:pt x="39659" y="20550"/>
                  <a:pt x="37780" y="17419"/>
                </a:cubicBezTo>
                <a:cubicBezTo>
                  <a:pt x="35901" y="14229"/>
                  <a:pt x="32828" y="11957"/>
                  <a:pt x="28459" y="10414"/>
                </a:cubicBezTo>
                <a:lnTo>
                  <a:pt x="26973" y="9904"/>
                </a:lnTo>
                <a:lnTo>
                  <a:pt x="24701" y="16560"/>
                </a:lnTo>
                <a:close/>
                <a:moveTo>
                  <a:pt x="26522" y="2287"/>
                </a:moveTo>
                <a:lnTo>
                  <a:pt x="49723" y="10253"/>
                </a:lnTo>
                <a:lnTo>
                  <a:pt x="47393" y="16968"/>
                </a:lnTo>
                <a:lnTo>
                  <a:pt x="41246" y="14856"/>
                </a:lnTo>
                <a:cubicBezTo>
                  <a:pt x="43183" y="17186"/>
                  <a:pt x="44319" y="19749"/>
                  <a:pt x="44727" y="22429"/>
                </a:cubicBezTo>
                <a:cubicBezTo>
                  <a:pt x="45120" y="25094"/>
                  <a:pt x="44786" y="28109"/>
                  <a:pt x="43635" y="31357"/>
                </a:cubicBezTo>
                <a:cubicBezTo>
                  <a:pt x="42222" y="35566"/>
                  <a:pt x="39892" y="38465"/>
                  <a:pt x="36702" y="40110"/>
                </a:cubicBezTo>
                <a:cubicBezTo>
                  <a:pt x="33513" y="41771"/>
                  <a:pt x="29988" y="41931"/>
                  <a:pt x="26056" y="40576"/>
                </a:cubicBezTo>
                <a:cubicBezTo>
                  <a:pt x="21512" y="38974"/>
                  <a:pt x="18555" y="36251"/>
                  <a:pt x="17302" y="32435"/>
                </a:cubicBezTo>
                <a:cubicBezTo>
                  <a:pt x="16050" y="28561"/>
                  <a:pt x="16443" y="23565"/>
                  <a:pt x="18497" y="17536"/>
                </a:cubicBezTo>
                <a:lnTo>
                  <a:pt x="21745" y="8141"/>
                </a:lnTo>
                <a:lnTo>
                  <a:pt x="21060" y="7908"/>
                </a:lnTo>
                <a:cubicBezTo>
                  <a:pt x="17987" y="6831"/>
                  <a:pt x="15249" y="7064"/>
                  <a:pt x="12919" y="8476"/>
                </a:cubicBezTo>
                <a:cubicBezTo>
                  <a:pt x="10530" y="9904"/>
                  <a:pt x="8710" y="12467"/>
                  <a:pt x="7457" y="16108"/>
                </a:cubicBezTo>
                <a:cubicBezTo>
                  <a:pt x="6656" y="18439"/>
                  <a:pt x="6146" y="20827"/>
                  <a:pt x="5986" y="23216"/>
                </a:cubicBezTo>
                <a:cubicBezTo>
                  <a:pt x="5753" y="25604"/>
                  <a:pt x="5869" y="27993"/>
                  <a:pt x="6263" y="30440"/>
                </a:cubicBezTo>
                <a:lnTo>
                  <a:pt x="117" y="28284"/>
                </a:lnTo>
                <a:cubicBezTo>
                  <a:pt x="0" y="25546"/>
                  <a:pt x="117" y="22939"/>
                  <a:pt x="408" y="20434"/>
                </a:cubicBezTo>
                <a:cubicBezTo>
                  <a:pt x="743" y="17987"/>
                  <a:pt x="1253" y="15657"/>
                  <a:pt x="2054" y="13487"/>
                </a:cubicBezTo>
                <a:cubicBezTo>
                  <a:pt x="4049" y="7632"/>
                  <a:pt x="7122" y="3758"/>
                  <a:pt x="11156" y="1879"/>
                </a:cubicBezTo>
                <a:cubicBezTo>
                  <a:pt x="15191" y="0"/>
                  <a:pt x="20317" y="175"/>
                  <a:pt x="26522" y="2287"/>
                </a:cubicBezTo>
                <a:close/>
                <a:moveTo>
                  <a:pt x="26522" y="22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FF9BA-815C-4E85-A785-FA9246A8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271" y="730576"/>
            <a:ext cx="58826" cy="26114"/>
          </a:xfrm>
          <a:custGeom xmlns:a="http://schemas.openxmlformats.org/drawingml/2006/main">
            <a:pathLst>
              <a:path w="58826" h="26114">
                <a:moveTo>
                  <a:pt x="0" y="6656"/>
                </a:moveTo>
                <a:lnTo>
                  <a:pt x="2330" y="0"/>
                </a:lnTo>
                <a:lnTo>
                  <a:pt x="58826" y="19400"/>
                </a:lnTo>
                <a:lnTo>
                  <a:pt x="56554" y="26114"/>
                </a:lnTo>
                <a:lnTo>
                  <a:pt x="0" y="6656"/>
                </a:lnTo>
                <a:close/>
                <a:moveTo>
                  <a:pt x="0" y="665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91458-92B0-464C-85DC-6E77FE1C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378" y="709865"/>
            <a:ext cx="58826" cy="26114"/>
          </a:xfrm>
          <a:custGeom xmlns:a="http://schemas.openxmlformats.org/drawingml/2006/main">
            <a:pathLst>
              <a:path w="58826" h="26114">
                <a:moveTo>
                  <a:pt x="0" y="6714"/>
                </a:moveTo>
                <a:lnTo>
                  <a:pt x="2330" y="0"/>
                </a:lnTo>
                <a:lnTo>
                  <a:pt x="58826" y="19458"/>
                </a:lnTo>
                <a:lnTo>
                  <a:pt x="56554" y="26114"/>
                </a:lnTo>
                <a:lnTo>
                  <a:pt x="0" y="6714"/>
                </a:lnTo>
                <a:close/>
                <a:moveTo>
                  <a:pt x="0" y="67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1BA14-B2B8-4FB7-BEEB-0C8CD3EA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952" y="1403669"/>
            <a:ext cx="56321" cy="50917"/>
          </a:xfrm>
          <a:custGeom xmlns:a="http://schemas.openxmlformats.org/drawingml/2006/main">
            <a:pathLst>
              <a:path w="56321" h="50917">
                <a:moveTo>
                  <a:pt x="8695" y="25488"/>
                </a:moveTo>
                <a:lnTo>
                  <a:pt x="28837" y="33163"/>
                </a:lnTo>
                <a:lnTo>
                  <a:pt x="32304" y="24060"/>
                </a:lnTo>
                <a:cubicBezTo>
                  <a:pt x="33615" y="20711"/>
                  <a:pt x="33731" y="17754"/>
                  <a:pt x="32712" y="15249"/>
                </a:cubicBezTo>
                <a:cubicBezTo>
                  <a:pt x="31678" y="12744"/>
                  <a:pt x="29522" y="10865"/>
                  <a:pt x="26274" y="9612"/>
                </a:cubicBezTo>
                <a:cubicBezTo>
                  <a:pt x="23085" y="8418"/>
                  <a:pt x="20245" y="8360"/>
                  <a:pt x="17798" y="9554"/>
                </a:cubicBezTo>
                <a:cubicBezTo>
                  <a:pt x="15351" y="10749"/>
                  <a:pt x="13472" y="13035"/>
                  <a:pt x="12220" y="16385"/>
                </a:cubicBezTo>
                <a:lnTo>
                  <a:pt x="8695" y="25488"/>
                </a:lnTo>
                <a:close/>
                <a:moveTo>
                  <a:pt x="0" y="30440"/>
                </a:moveTo>
                <a:lnTo>
                  <a:pt x="6248" y="14113"/>
                </a:lnTo>
                <a:cubicBezTo>
                  <a:pt x="8520" y="8083"/>
                  <a:pt x="11652" y="4093"/>
                  <a:pt x="15526" y="2054"/>
                </a:cubicBezTo>
                <a:cubicBezTo>
                  <a:pt x="19443" y="0"/>
                  <a:pt x="24002" y="0"/>
                  <a:pt x="29231" y="1995"/>
                </a:cubicBezTo>
                <a:cubicBezTo>
                  <a:pt x="34532" y="4034"/>
                  <a:pt x="37940" y="7049"/>
                  <a:pt x="39426" y="11215"/>
                </a:cubicBezTo>
                <a:cubicBezTo>
                  <a:pt x="40955" y="15307"/>
                  <a:pt x="40562" y="20361"/>
                  <a:pt x="38275" y="26347"/>
                </a:cubicBezTo>
                <a:lnTo>
                  <a:pt x="34809" y="35450"/>
                </a:lnTo>
                <a:lnTo>
                  <a:pt x="56321" y="43693"/>
                </a:lnTo>
                <a:lnTo>
                  <a:pt x="53582" y="50917"/>
                </a:lnTo>
                <a:lnTo>
                  <a:pt x="0" y="30440"/>
                </a:lnTo>
                <a:close/>
                <a:moveTo>
                  <a:pt x="0" y="304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6DDC5-DA20-4326-AC1F-D6819703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399" y="1365379"/>
            <a:ext cx="68715" cy="45455"/>
          </a:xfrm>
          <a:custGeom xmlns:a="http://schemas.openxmlformats.org/drawingml/2006/main">
            <a:pathLst>
              <a:path w="68715" h="45455">
                <a:moveTo>
                  <a:pt x="44436" y="2563"/>
                </a:moveTo>
                <a:lnTo>
                  <a:pt x="68715" y="11783"/>
                </a:lnTo>
                <a:lnTo>
                  <a:pt x="66166" y="18439"/>
                </a:lnTo>
                <a:lnTo>
                  <a:pt x="42149" y="9219"/>
                </a:lnTo>
                <a:cubicBezTo>
                  <a:pt x="38348" y="7734"/>
                  <a:pt x="35217" y="7399"/>
                  <a:pt x="32770" y="8200"/>
                </a:cubicBezTo>
                <a:cubicBezTo>
                  <a:pt x="30323" y="8928"/>
                  <a:pt x="28503" y="10807"/>
                  <a:pt x="27366" y="13763"/>
                </a:cubicBezTo>
                <a:cubicBezTo>
                  <a:pt x="25997" y="17361"/>
                  <a:pt x="26056" y="20594"/>
                  <a:pt x="27585" y="23492"/>
                </a:cubicBezTo>
                <a:cubicBezTo>
                  <a:pt x="29071" y="26463"/>
                  <a:pt x="31736" y="28677"/>
                  <a:pt x="35668" y="30148"/>
                </a:cubicBezTo>
                <a:lnTo>
                  <a:pt x="58374" y="38800"/>
                </a:lnTo>
                <a:lnTo>
                  <a:pt x="55869" y="45455"/>
                </a:lnTo>
                <a:lnTo>
                  <a:pt x="0" y="24119"/>
                </a:lnTo>
                <a:lnTo>
                  <a:pt x="2549" y="17463"/>
                </a:lnTo>
                <a:lnTo>
                  <a:pt x="24454" y="25837"/>
                </a:lnTo>
                <a:cubicBezTo>
                  <a:pt x="22633" y="23332"/>
                  <a:pt x="21555" y="20827"/>
                  <a:pt x="21162" y="18205"/>
                </a:cubicBezTo>
                <a:cubicBezTo>
                  <a:pt x="20754" y="15584"/>
                  <a:pt x="21104" y="12919"/>
                  <a:pt x="22182" y="10122"/>
                </a:cubicBezTo>
                <a:cubicBezTo>
                  <a:pt x="23944" y="5520"/>
                  <a:pt x="26740" y="2563"/>
                  <a:pt x="30483" y="1253"/>
                </a:cubicBezTo>
                <a:cubicBezTo>
                  <a:pt x="34241" y="0"/>
                  <a:pt x="38916" y="393"/>
                  <a:pt x="44436" y="2563"/>
                </a:cubicBezTo>
                <a:close/>
                <a:moveTo>
                  <a:pt x="44436" y="25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A3C28-887B-4070-9590-B1AF99B3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58" y="1323507"/>
            <a:ext cx="46300" cy="42892"/>
          </a:xfrm>
          <a:custGeom xmlns:a="http://schemas.openxmlformats.org/drawingml/2006/main">
            <a:pathLst>
              <a:path w="46300" h="42892">
                <a:moveTo>
                  <a:pt x="9379" y="0"/>
                </a:moveTo>
                <a:lnTo>
                  <a:pt x="15584" y="2389"/>
                </a:lnTo>
                <a:cubicBezTo>
                  <a:pt x="13938" y="3874"/>
                  <a:pt x="12511" y="5578"/>
                  <a:pt x="11258" y="7399"/>
                </a:cubicBezTo>
                <a:cubicBezTo>
                  <a:pt x="10006" y="9219"/>
                  <a:pt x="8986" y="11215"/>
                  <a:pt x="8127" y="13370"/>
                </a:cubicBezTo>
                <a:cubicBezTo>
                  <a:pt x="6874" y="16618"/>
                  <a:pt x="6423" y="19283"/>
                  <a:pt x="6831" y="21279"/>
                </a:cubicBezTo>
                <a:cubicBezTo>
                  <a:pt x="7224" y="23332"/>
                  <a:pt x="8418" y="24687"/>
                  <a:pt x="10414" y="25488"/>
                </a:cubicBezTo>
                <a:cubicBezTo>
                  <a:pt x="11943" y="26056"/>
                  <a:pt x="13370" y="25939"/>
                  <a:pt x="14681" y="25094"/>
                </a:cubicBezTo>
                <a:cubicBezTo>
                  <a:pt x="15977" y="24235"/>
                  <a:pt x="17754" y="22254"/>
                  <a:pt x="19851" y="19007"/>
                </a:cubicBezTo>
                <a:lnTo>
                  <a:pt x="21220" y="16895"/>
                </a:lnTo>
                <a:cubicBezTo>
                  <a:pt x="24060" y="12627"/>
                  <a:pt x="26740" y="9846"/>
                  <a:pt x="29289" y="8535"/>
                </a:cubicBezTo>
                <a:cubicBezTo>
                  <a:pt x="31911" y="7282"/>
                  <a:pt x="34809" y="7282"/>
                  <a:pt x="38115" y="8535"/>
                </a:cubicBezTo>
                <a:cubicBezTo>
                  <a:pt x="41814" y="9962"/>
                  <a:pt x="44203" y="12569"/>
                  <a:pt x="45281" y="16327"/>
                </a:cubicBezTo>
                <a:cubicBezTo>
                  <a:pt x="46300" y="20143"/>
                  <a:pt x="45849" y="24585"/>
                  <a:pt x="43853" y="29755"/>
                </a:cubicBezTo>
                <a:cubicBezTo>
                  <a:pt x="43067" y="31925"/>
                  <a:pt x="41989" y="34081"/>
                  <a:pt x="40678" y="36236"/>
                </a:cubicBezTo>
                <a:cubicBezTo>
                  <a:pt x="39368" y="38406"/>
                  <a:pt x="37780" y="40620"/>
                  <a:pt x="35959" y="42892"/>
                </a:cubicBezTo>
                <a:lnTo>
                  <a:pt x="29187" y="40285"/>
                </a:lnTo>
                <a:cubicBezTo>
                  <a:pt x="31343" y="38348"/>
                  <a:pt x="33221" y="36294"/>
                  <a:pt x="34765" y="34197"/>
                </a:cubicBezTo>
                <a:cubicBezTo>
                  <a:pt x="36294" y="32027"/>
                  <a:pt x="37547" y="29813"/>
                  <a:pt x="38406" y="27483"/>
                </a:cubicBezTo>
                <a:cubicBezTo>
                  <a:pt x="39601" y="24410"/>
                  <a:pt x="39994" y="21788"/>
                  <a:pt x="39542" y="19749"/>
                </a:cubicBezTo>
                <a:cubicBezTo>
                  <a:pt x="39135" y="17637"/>
                  <a:pt x="37940" y="16210"/>
                  <a:pt x="36003" y="15482"/>
                </a:cubicBezTo>
                <a:cubicBezTo>
                  <a:pt x="34241" y="14797"/>
                  <a:pt x="32595" y="14914"/>
                  <a:pt x="31168" y="15700"/>
                </a:cubicBezTo>
                <a:cubicBezTo>
                  <a:pt x="29813" y="16560"/>
                  <a:pt x="27876" y="18890"/>
                  <a:pt x="25371" y="22648"/>
                </a:cubicBezTo>
                <a:lnTo>
                  <a:pt x="24002" y="24687"/>
                </a:lnTo>
                <a:cubicBezTo>
                  <a:pt x="21555" y="28444"/>
                  <a:pt x="19108" y="30891"/>
                  <a:pt x="16603" y="32027"/>
                </a:cubicBezTo>
                <a:cubicBezTo>
                  <a:pt x="14157" y="33178"/>
                  <a:pt x="11375" y="33178"/>
                  <a:pt x="8243" y="31969"/>
                </a:cubicBezTo>
                <a:cubicBezTo>
                  <a:pt x="4486" y="30556"/>
                  <a:pt x="2039" y="28051"/>
                  <a:pt x="1020" y="24643"/>
                </a:cubicBezTo>
                <a:cubicBezTo>
                  <a:pt x="0" y="21162"/>
                  <a:pt x="451" y="16953"/>
                  <a:pt x="2330" y="12001"/>
                </a:cubicBezTo>
                <a:cubicBezTo>
                  <a:pt x="3233" y="9554"/>
                  <a:pt x="4326" y="7340"/>
                  <a:pt x="5462" y="5345"/>
                </a:cubicBezTo>
                <a:cubicBezTo>
                  <a:pt x="6656" y="3306"/>
                  <a:pt x="7967" y="1544"/>
                  <a:pt x="9379" y="0"/>
                </a:cubicBezTo>
                <a:close/>
                <a:moveTo>
                  <a:pt x="937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2A1B7-B4A6-4F7F-BBEA-B35D38EE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994" y="1313778"/>
            <a:ext cx="12001" cy="11040"/>
          </a:xfrm>
          <a:custGeom xmlns:a="http://schemas.openxmlformats.org/drawingml/2006/main">
            <a:pathLst>
              <a:path w="12001" h="11040">
                <a:moveTo>
                  <a:pt x="0" y="7573"/>
                </a:moveTo>
                <a:lnTo>
                  <a:pt x="2898" y="0"/>
                </a:lnTo>
                <a:lnTo>
                  <a:pt x="12001" y="3466"/>
                </a:lnTo>
                <a:lnTo>
                  <a:pt x="9103" y="11040"/>
                </a:lnTo>
                <a:lnTo>
                  <a:pt x="0" y="7573"/>
                </a:lnTo>
                <a:close/>
                <a:moveTo>
                  <a:pt x="0" y="757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FC251-B5A3-4DAB-87F8-B40240F3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704" y="1239193"/>
            <a:ext cx="64506" cy="49097"/>
          </a:xfrm>
          <a:custGeom xmlns:a="http://schemas.openxmlformats.org/drawingml/2006/main">
            <a:pathLst>
              <a:path w="64506" h="49097">
                <a:moveTo>
                  <a:pt x="61389" y="49097"/>
                </a:moveTo>
                <a:lnTo>
                  <a:pt x="0" y="49097"/>
                </a:lnTo>
                <a:lnTo>
                  <a:pt x="2898" y="41538"/>
                </a:lnTo>
                <a:lnTo>
                  <a:pt x="54442" y="41756"/>
                </a:lnTo>
                <a:lnTo>
                  <a:pt x="15861" y="7573"/>
                </a:lnTo>
                <a:lnTo>
                  <a:pt x="18774" y="0"/>
                </a:lnTo>
                <a:lnTo>
                  <a:pt x="64506" y="40911"/>
                </a:lnTo>
                <a:lnTo>
                  <a:pt x="61389" y="49097"/>
                </a:lnTo>
                <a:close/>
                <a:moveTo>
                  <a:pt x="61389" y="4909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5740B-89A7-4A6A-9F3C-B73CFFBE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314" y="1213313"/>
            <a:ext cx="46591" cy="42615"/>
          </a:xfrm>
          <a:custGeom xmlns:a="http://schemas.openxmlformats.org/drawingml/2006/main">
            <a:pathLst>
              <a:path w="46591" h="42615">
                <a:moveTo>
                  <a:pt x="7792" y="15351"/>
                </a:moveTo>
                <a:cubicBezTo>
                  <a:pt x="6423" y="18890"/>
                  <a:pt x="6772" y="22240"/>
                  <a:pt x="8768" y="25371"/>
                </a:cubicBezTo>
                <a:cubicBezTo>
                  <a:pt x="10690" y="28444"/>
                  <a:pt x="14113" y="30949"/>
                  <a:pt x="18890" y="32770"/>
                </a:cubicBezTo>
                <a:cubicBezTo>
                  <a:pt x="23725" y="34590"/>
                  <a:pt x="27876" y="35042"/>
                  <a:pt x="31459" y="34081"/>
                </a:cubicBezTo>
                <a:cubicBezTo>
                  <a:pt x="34984" y="33047"/>
                  <a:pt x="37430" y="30775"/>
                  <a:pt x="38800" y="27250"/>
                </a:cubicBezTo>
                <a:cubicBezTo>
                  <a:pt x="40169" y="23725"/>
                  <a:pt x="39819" y="20361"/>
                  <a:pt x="37838" y="17288"/>
                </a:cubicBezTo>
                <a:cubicBezTo>
                  <a:pt x="35843" y="14157"/>
                  <a:pt x="32479" y="11666"/>
                  <a:pt x="27701" y="9846"/>
                </a:cubicBezTo>
                <a:cubicBezTo>
                  <a:pt x="22924" y="8025"/>
                  <a:pt x="18774" y="7617"/>
                  <a:pt x="15191" y="8593"/>
                </a:cubicBezTo>
                <a:cubicBezTo>
                  <a:pt x="11608" y="9612"/>
                  <a:pt x="9161" y="11826"/>
                  <a:pt x="7792" y="15351"/>
                </a:cubicBezTo>
                <a:close/>
                <a:moveTo>
                  <a:pt x="2214" y="13254"/>
                </a:moveTo>
                <a:cubicBezTo>
                  <a:pt x="4442" y="7501"/>
                  <a:pt x="8025" y="3699"/>
                  <a:pt x="12977" y="1879"/>
                </a:cubicBezTo>
                <a:cubicBezTo>
                  <a:pt x="17972" y="0"/>
                  <a:pt x="23784" y="335"/>
                  <a:pt x="30381" y="2840"/>
                </a:cubicBezTo>
                <a:cubicBezTo>
                  <a:pt x="36921" y="5345"/>
                  <a:pt x="41479" y="8986"/>
                  <a:pt x="43984" y="13705"/>
                </a:cubicBezTo>
                <a:cubicBezTo>
                  <a:pt x="46417" y="18366"/>
                  <a:pt x="46591" y="23609"/>
                  <a:pt x="44378" y="29347"/>
                </a:cubicBezTo>
                <a:cubicBezTo>
                  <a:pt x="42208" y="35100"/>
                  <a:pt x="38625" y="38916"/>
                  <a:pt x="33629" y="40795"/>
                </a:cubicBezTo>
                <a:cubicBezTo>
                  <a:pt x="28619" y="42615"/>
                  <a:pt x="22808" y="42266"/>
                  <a:pt x="16268" y="39703"/>
                </a:cubicBezTo>
                <a:cubicBezTo>
                  <a:pt x="9671" y="37197"/>
                  <a:pt x="5127" y="33615"/>
                  <a:pt x="2622" y="28896"/>
                </a:cubicBezTo>
                <a:cubicBezTo>
                  <a:pt x="175" y="24235"/>
                  <a:pt x="0" y="18992"/>
                  <a:pt x="2214" y="13254"/>
                </a:cubicBezTo>
                <a:close/>
                <a:moveTo>
                  <a:pt x="2214" y="132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64ECA-1B6C-428D-A1FD-ED8C369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10" y="1169212"/>
            <a:ext cx="46533" cy="41538"/>
          </a:xfrm>
          <a:custGeom xmlns:a="http://schemas.openxmlformats.org/drawingml/2006/main">
            <a:pathLst>
              <a:path w="46533" h="41538">
                <a:moveTo>
                  <a:pt x="9321" y="0"/>
                </a:moveTo>
                <a:lnTo>
                  <a:pt x="15467" y="2345"/>
                </a:lnTo>
                <a:cubicBezTo>
                  <a:pt x="13705" y="3816"/>
                  <a:pt x="12234" y="5418"/>
                  <a:pt x="11040" y="7064"/>
                </a:cubicBezTo>
                <a:cubicBezTo>
                  <a:pt x="9787" y="8768"/>
                  <a:pt x="8811" y="10588"/>
                  <a:pt x="8083" y="12467"/>
                </a:cubicBezTo>
                <a:cubicBezTo>
                  <a:pt x="6423" y="16734"/>
                  <a:pt x="6539" y="20594"/>
                  <a:pt x="8360" y="24017"/>
                </a:cubicBezTo>
                <a:cubicBezTo>
                  <a:pt x="10122" y="27425"/>
                  <a:pt x="13487" y="30046"/>
                  <a:pt x="18380" y="31925"/>
                </a:cubicBezTo>
                <a:cubicBezTo>
                  <a:pt x="23318" y="33804"/>
                  <a:pt x="27585" y="34081"/>
                  <a:pt x="31168" y="32770"/>
                </a:cubicBezTo>
                <a:cubicBezTo>
                  <a:pt x="34809" y="31415"/>
                  <a:pt x="37430" y="28619"/>
                  <a:pt x="39076" y="24293"/>
                </a:cubicBezTo>
                <a:cubicBezTo>
                  <a:pt x="39819" y="22415"/>
                  <a:pt x="40271" y="20434"/>
                  <a:pt x="40445" y="18322"/>
                </a:cubicBezTo>
                <a:cubicBezTo>
                  <a:pt x="40678" y="16283"/>
                  <a:pt x="40620" y="14113"/>
                  <a:pt x="40271" y="11841"/>
                </a:cubicBezTo>
                <a:lnTo>
                  <a:pt x="46417" y="14171"/>
                </a:lnTo>
                <a:cubicBezTo>
                  <a:pt x="46533" y="16341"/>
                  <a:pt x="46475" y="18497"/>
                  <a:pt x="46140" y="20652"/>
                </a:cubicBezTo>
                <a:cubicBezTo>
                  <a:pt x="45849" y="22764"/>
                  <a:pt x="45222" y="24978"/>
                  <a:pt x="44378" y="27206"/>
                </a:cubicBezTo>
                <a:cubicBezTo>
                  <a:pt x="42091" y="33236"/>
                  <a:pt x="38348" y="37329"/>
                  <a:pt x="33163" y="39426"/>
                </a:cubicBezTo>
                <a:cubicBezTo>
                  <a:pt x="27993" y="41538"/>
                  <a:pt x="22182" y="41363"/>
                  <a:pt x="15759" y="38858"/>
                </a:cubicBezTo>
                <a:cubicBezTo>
                  <a:pt x="9219" y="36353"/>
                  <a:pt x="4719" y="32610"/>
                  <a:pt x="2330" y="27600"/>
                </a:cubicBezTo>
                <a:cubicBezTo>
                  <a:pt x="0" y="22531"/>
                  <a:pt x="0" y="16909"/>
                  <a:pt x="2389" y="10647"/>
                </a:cubicBezTo>
                <a:cubicBezTo>
                  <a:pt x="3131" y="8593"/>
                  <a:pt x="4093" y="6714"/>
                  <a:pt x="5287" y="4894"/>
                </a:cubicBezTo>
                <a:cubicBezTo>
                  <a:pt x="6423" y="3131"/>
                  <a:pt x="7792" y="1486"/>
                  <a:pt x="9321" y="0"/>
                </a:cubicBezTo>
                <a:close/>
                <a:moveTo>
                  <a:pt x="9321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EAF78-B4A1-469F-9BAD-244462A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123" y="1129684"/>
            <a:ext cx="50233" cy="42324"/>
          </a:xfrm>
          <a:custGeom xmlns:a="http://schemas.openxmlformats.org/drawingml/2006/main">
            <a:pathLst>
              <a:path w="50233" h="42324">
                <a:moveTo>
                  <a:pt x="25022" y="16836"/>
                </a:moveTo>
                <a:cubicBezTo>
                  <a:pt x="22983" y="22182"/>
                  <a:pt x="22182" y="26114"/>
                  <a:pt x="22575" y="28604"/>
                </a:cubicBezTo>
                <a:cubicBezTo>
                  <a:pt x="23041" y="31168"/>
                  <a:pt x="24687" y="32988"/>
                  <a:pt x="27643" y="34066"/>
                </a:cubicBezTo>
                <a:cubicBezTo>
                  <a:pt x="29974" y="34984"/>
                  <a:pt x="32144" y="34925"/>
                  <a:pt x="34124" y="33906"/>
                </a:cubicBezTo>
                <a:cubicBezTo>
                  <a:pt x="36061" y="32872"/>
                  <a:pt x="37547" y="31051"/>
                  <a:pt x="38567" y="28386"/>
                </a:cubicBezTo>
                <a:cubicBezTo>
                  <a:pt x="39994" y="24745"/>
                  <a:pt x="39819" y="21322"/>
                  <a:pt x="38057" y="18089"/>
                </a:cubicBezTo>
                <a:cubicBezTo>
                  <a:pt x="36294" y="14899"/>
                  <a:pt x="33280" y="12453"/>
                  <a:pt x="29012" y="10865"/>
                </a:cubicBezTo>
                <a:lnTo>
                  <a:pt x="27527" y="10297"/>
                </a:lnTo>
                <a:lnTo>
                  <a:pt x="25022" y="16836"/>
                </a:lnTo>
                <a:close/>
                <a:moveTo>
                  <a:pt x="27308" y="2607"/>
                </a:moveTo>
                <a:lnTo>
                  <a:pt x="50233" y="11375"/>
                </a:lnTo>
                <a:lnTo>
                  <a:pt x="47728" y="17972"/>
                </a:lnTo>
                <a:lnTo>
                  <a:pt x="41640" y="15642"/>
                </a:lnTo>
                <a:cubicBezTo>
                  <a:pt x="43460" y="18089"/>
                  <a:pt x="44538" y="20652"/>
                  <a:pt x="44887" y="23376"/>
                </a:cubicBezTo>
                <a:cubicBezTo>
                  <a:pt x="45164" y="26056"/>
                  <a:pt x="44713" y="29012"/>
                  <a:pt x="43460" y="32304"/>
                </a:cubicBezTo>
                <a:cubicBezTo>
                  <a:pt x="41873" y="36411"/>
                  <a:pt x="39470" y="39193"/>
                  <a:pt x="36236" y="40780"/>
                </a:cubicBezTo>
                <a:cubicBezTo>
                  <a:pt x="32988" y="42324"/>
                  <a:pt x="29406" y="42324"/>
                  <a:pt x="25531" y="40839"/>
                </a:cubicBezTo>
                <a:cubicBezTo>
                  <a:pt x="21046" y="39135"/>
                  <a:pt x="18205" y="36353"/>
                  <a:pt x="17055" y="32420"/>
                </a:cubicBezTo>
                <a:cubicBezTo>
                  <a:pt x="15919" y="28503"/>
                  <a:pt x="16487" y="23551"/>
                  <a:pt x="18832" y="17579"/>
                </a:cubicBezTo>
                <a:lnTo>
                  <a:pt x="22356" y="8302"/>
                </a:lnTo>
                <a:lnTo>
                  <a:pt x="21672" y="8069"/>
                </a:lnTo>
                <a:cubicBezTo>
                  <a:pt x="18657" y="6874"/>
                  <a:pt x="15919" y="6991"/>
                  <a:pt x="13472" y="8360"/>
                </a:cubicBezTo>
                <a:cubicBezTo>
                  <a:pt x="11084" y="9729"/>
                  <a:pt x="9146" y="12220"/>
                  <a:pt x="7792" y="15817"/>
                </a:cubicBezTo>
                <a:cubicBezTo>
                  <a:pt x="6933" y="18089"/>
                  <a:pt x="6365" y="20478"/>
                  <a:pt x="6088" y="22866"/>
                </a:cubicBezTo>
                <a:cubicBezTo>
                  <a:pt x="5797" y="25255"/>
                  <a:pt x="5797" y="27643"/>
                  <a:pt x="6132" y="30032"/>
                </a:cubicBezTo>
                <a:lnTo>
                  <a:pt x="44" y="27701"/>
                </a:lnTo>
                <a:cubicBezTo>
                  <a:pt x="0" y="24963"/>
                  <a:pt x="218" y="22356"/>
                  <a:pt x="626" y="19910"/>
                </a:cubicBezTo>
                <a:cubicBezTo>
                  <a:pt x="1020" y="17463"/>
                  <a:pt x="1646" y="15132"/>
                  <a:pt x="2447" y="13021"/>
                </a:cubicBezTo>
                <a:cubicBezTo>
                  <a:pt x="4719" y="7166"/>
                  <a:pt x="7850" y="3408"/>
                  <a:pt x="11943" y="1704"/>
                </a:cubicBezTo>
                <a:cubicBezTo>
                  <a:pt x="16094" y="0"/>
                  <a:pt x="21162" y="277"/>
                  <a:pt x="27308" y="2607"/>
                </a:cubicBezTo>
                <a:close/>
                <a:moveTo>
                  <a:pt x="27308" y="26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4C713-5C9C-4F5F-A20E-5C013BB4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5" y="1099521"/>
            <a:ext cx="58374" cy="27935"/>
          </a:xfrm>
          <a:custGeom xmlns:a="http://schemas.openxmlformats.org/drawingml/2006/main">
            <a:pathLst>
              <a:path w="58374" h="27935">
                <a:moveTo>
                  <a:pt x="0" y="6598"/>
                </a:moveTo>
                <a:lnTo>
                  <a:pt x="2563" y="0"/>
                </a:lnTo>
                <a:lnTo>
                  <a:pt x="58374" y="21337"/>
                </a:lnTo>
                <a:lnTo>
                  <a:pt x="55811" y="27935"/>
                </a:lnTo>
                <a:lnTo>
                  <a:pt x="0" y="6598"/>
                </a:lnTo>
                <a:close/>
                <a:moveTo>
                  <a:pt x="0" y="65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FD9FD-1CC5-444A-831B-F0C0BB0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731" y="1045589"/>
            <a:ext cx="61680" cy="57631"/>
          </a:xfrm>
          <a:custGeom xmlns:a="http://schemas.openxmlformats.org/drawingml/2006/main">
            <a:pathLst>
              <a:path w="61680" h="57631">
                <a:moveTo>
                  <a:pt x="55024" y="21788"/>
                </a:moveTo>
                <a:lnTo>
                  <a:pt x="40678" y="16268"/>
                </a:lnTo>
                <a:lnTo>
                  <a:pt x="36134" y="28109"/>
                </a:lnTo>
                <a:lnTo>
                  <a:pt x="30163" y="25837"/>
                </a:lnTo>
                <a:lnTo>
                  <a:pt x="37445" y="6831"/>
                </a:lnTo>
                <a:lnTo>
                  <a:pt x="60428" y="15584"/>
                </a:lnTo>
                <a:cubicBezTo>
                  <a:pt x="61331" y="19181"/>
                  <a:pt x="61680" y="22822"/>
                  <a:pt x="61389" y="26565"/>
                </a:cubicBezTo>
                <a:cubicBezTo>
                  <a:pt x="61170" y="30323"/>
                  <a:pt x="60253" y="34139"/>
                  <a:pt x="58840" y="37955"/>
                </a:cubicBezTo>
                <a:cubicBezTo>
                  <a:pt x="55592" y="46315"/>
                  <a:pt x="50640" y="51951"/>
                  <a:pt x="43984" y="54791"/>
                </a:cubicBezTo>
                <a:cubicBezTo>
                  <a:pt x="37270" y="57631"/>
                  <a:pt x="29537" y="57413"/>
                  <a:pt x="20827" y="54048"/>
                </a:cubicBezTo>
                <a:cubicBezTo>
                  <a:pt x="12074" y="50742"/>
                  <a:pt x="6146" y="45747"/>
                  <a:pt x="3073" y="39149"/>
                </a:cubicBezTo>
                <a:cubicBezTo>
                  <a:pt x="0" y="32537"/>
                  <a:pt x="58" y="25094"/>
                  <a:pt x="3248" y="16734"/>
                </a:cubicBezTo>
                <a:cubicBezTo>
                  <a:pt x="4559" y="13195"/>
                  <a:pt x="6263" y="10079"/>
                  <a:pt x="8375" y="7224"/>
                </a:cubicBezTo>
                <a:cubicBezTo>
                  <a:pt x="10414" y="4442"/>
                  <a:pt x="12744" y="2054"/>
                  <a:pt x="15482" y="0"/>
                </a:cubicBezTo>
                <a:lnTo>
                  <a:pt x="23157" y="2957"/>
                </a:lnTo>
                <a:cubicBezTo>
                  <a:pt x="19866" y="4777"/>
                  <a:pt x="17069" y="6947"/>
                  <a:pt x="14797" y="9554"/>
                </a:cubicBezTo>
                <a:cubicBezTo>
                  <a:pt x="12467" y="12118"/>
                  <a:pt x="10705" y="15074"/>
                  <a:pt x="9452" y="18380"/>
                </a:cubicBezTo>
                <a:cubicBezTo>
                  <a:pt x="6947" y="24920"/>
                  <a:pt x="6889" y="30556"/>
                  <a:pt x="9278" y="35275"/>
                </a:cubicBezTo>
                <a:cubicBezTo>
                  <a:pt x="11666" y="39936"/>
                  <a:pt x="16501" y="43635"/>
                  <a:pt x="23725" y="46431"/>
                </a:cubicBezTo>
                <a:cubicBezTo>
                  <a:pt x="30949" y="49213"/>
                  <a:pt x="37037" y="49606"/>
                  <a:pt x="41931" y="47728"/>
                </a:cubicBezTo>
                <a:cubicBezTo>
                  <a:pt x="46883" y="45863"/>
                  <a:pt x="50582" y="41654"/>
                  <a:pt x="53087" y="35042"/>
                </a:cubicBezTo>
                <a:cubicBezTo>
                  <a:pt x="54048" y="32493"/>
                  <a:pt x="54733" y="30148"/>
                  <a:pt x="55024" y="27993"/>
                </a:cubicBezTo>
                <a:cubicBezTo>
                  <a:pt x="55359" y="25779"/>
                  <a:pt x="55359" y="23725"/>
                  <a:pt x="55024" y="21788"/>
                </a:cubicBezTo>
                <a:close/>
                <a:moveTo>
                  <a:pt x="55024" y="217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98C7F-146C-4CA1-8BA3-9F72C901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640" y="997060"/>
            <a:ext cx="63719" cy="52796"/>
          </a:xfrm>
          <a:custGeom xmlns:a="http://schemas.openxmlformats.org/drawingml/2006/main">
            <a:pathLst>
              <a:path w="63719" h="52796">
                <a:moveTo>
                  <a:pt x="30775" y="35785"/>
                </a:moveTo>
                <a:lnTo>
                  <a:pt x="50407" y="43300"/>
                </a:lnTo>
                <a:lnTo>
                  <a:pt x="54835" y="31634"/>
                </a:lnTo>
                <a:cubicBezTo>
                  <a:pt x="56321" y="27760"/>
                  <a:pt x="56597" y="24585"/>
                  <a:pt x="55752" y="22080"/>
                </a:cubicBezTo>
                <a:cubicBezTo>
                  <a:pt x="54835" y="19575"/>
                  <a:pt x="52738" y="17696"/>
                  <a:pt x="49373" y="16443"/>
                </a:cubicBezTo>
                <a:cubicBezTo>
                  <a:pt x="46023" y="15132"/>
                  <a:pt x="43227" y="15132"/>
                  <a:pt x="40897" y="16385"/>
                </a:cubicBezTo>
                <a:cubicBezTo>
                  <a:pt x="38625" y="17696"/>
                  <a:pt x="36688" y="20259"/>
                  <a:pt x="35217" y="24177"/>
                </a:cubicBezTo>
                <a:lnTo>
                  <a:pt x="30775" y="35785"/>
                </a:lnTo>
                <a:close/>
                <a:moveTo>
                  <a:pt x="8753" y="27366"/>
                </a:moveTo>
                <a:lnTo>
                  <a:pt x="24861" y="33513"/>
                </a:lnTo>
                <a:lnTo>
                  <a:pt x="29012" y="22808"/>
                </a:lnTo>
                <a:cubicBezTo>
                  <a:pt x="30323" y="19283"/>
                  <a:pt x="30658" y="16385"/>
                  <a:pt x="30032" y="14171"/>
                </a:cubicBezTo>
                <a:cubicBezTo>
                  <a:pt x="29347" y="11885"/>
                  <a:pt x="27643" y="10239"/>
                  <a:pt x="24920" y="9219"/>
                </a:cubicBezTo>
                <a:cubicBezTo>
                  <a:pt x="22240" y="8200"/>
                  <a:pt x="19910" y="8243"/>
                  <a:pt x="17856" y="9496"/>
                </a:cubicBezTo>
                <a:cubicBezTo>
                  <a:pt x="15861" y="10690"/>
                  <a:pt x="14215" y="13093"/>
                  <a:pt x="12846" y="16618"/>
                </a:cubicBezTo>
                <a:lnTo>
                  <a:pt x="8753" y="27366"/>
                </a:lnTo>
                <a:close/>
                <a:moveTo>
                  <a:pt x="0" y="32318"/>
                </a:moveTo>
                <a:lnTo>
                  <a:pt x="7107" y="13822"/>
                </a:lnTo>
                <a:cubicBezTo>
                  <a:pt x="9205" y="8302"/>
                  <a:pt x="12001" y="4500"/>
                  <a:pt x="15409" y="2389"/>
                </a:cubicBezTo>
                <a:cubicBezTo>
                  <a:pt x="18875" y="233"/>
                  <a:pt x="22691" y="0"/>
                  <a:pt x="26900" y="1588"/>
                </a:cubicBezTo>
                <a:cubicBezTo>
                  <a:pt x="30207" y="2840"/>
                  <a:pt x="32537" y="4602"/>
                  <a:pt x="33906" y="6889"/>
                </a:cubicBezTo>
                <a:cubicBezTo>
                  <a:pt x="35217" y="9161"/>
                  <a:pt x="35552" y="11885"/>
                  <a:pt x="34925" y="15016"/>
                </a:cubicBezTo>
                <a:cubicBezTo>
                  <a:pt x="37037" y="11783"/>
                  <a:pt x="39703" y="9612"/>
                  <a:pt x="42892" y="8535"/>
                </a:cubicBezTo>
                <a:cubicBezTo>
                  <a:pt x="46082" y="7515"/>
                  <a:pt x="49490" y="7675"/>
                  <a:pt x="53131" y="9044"/>
                </a:cubicBezTo>
                <a:cubicBezTo>
                  <a:pt x="57908" y="10923"/>
                  <a:pt x="60981" y="13938"/>
                  <a:pt x="62350" y="18205"/>
                </a:cubicBezTo>
                <a:cubicBezTo>
                  <a:pt x="63719" y="22415"/>
                  <a:pt x="63195" y="27600"/>
                  <a:pt x="60923" y="33571"/>
                </a:cubicBezTo>
                <a:lnTo>
                  <a:pt x="53582" y="52796"/>
                </a:lnTo>
                <a:lnTo>
                  <a:pt x="0" y="32318"/>
                </a:lnTo>
                <a:close/>
                <a:moveTo>
                  <a:pt x="0" y="323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A6377-4E58-4981-8FFB-93F48B83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923" y="940507"/>
            <a:ext cx="63938" cy="58942"/>
          </a:xfrm>
          <a:custGeom xmlns:a="http://schemas.openxmlformats.org/drawingml/2006/main">
            <a:pathLst>
              <a:path w="63938" h="58942">
                <a:moveTo>
                  <a:pt x="8710" y="33513"/>
                </a:moveTo>
                <a:lnTo>
                  <a:pt x="50349" y="49446"/>
                </a:lnTo>
                <a:lnTo>
                  <a:pt x="53699" y="40678"/>
                </a:lnTo>
                <a:cubicBezTo>
                  <a:pt x="56554" y="33280"/>
                  <a:pt x="56947" y="27250"/>
                  <a:pt x="54893" y="22531"/>
                </a:cubicBezTo>
                <a:cubicBezTo>
                  <a:pt x="52854" y="17812"/>
                  <a:pt x="48237" y="14055"/>
                  <a:pt x="41013" y="11331"/>
                </a:cubicBezTo>
                <a:cubicBezTo>
                  <a:pt x="33848" y="8593"/>
                  <a:pt x="27935" y="8316"/>
                  <a:pt x="23274" y="10414"/>
                </a:cubicBezTo>
                <a:cubicBezTo>
                  <a:pt x="18657" y="12584"/>
                  <a:pt x="14899" y="17361"/>
                  <a:pt x="12059" y="24745"/>
                </a:cubicBezTo>
                <a:lnTo>
                  <a:pt x="8710" y="33513"/>
                </a:lnTo>
                <a:close/>
                <a:moveTo>
                  <a:pt x="0" y="38465"/>
                </a:moveTo>
                <a:lnTo>
                  <a:pt x="5680" y="23609"/>
                </a:lnTo>
                <a:cubicBezTo>
                  <a:pt x="9671" y="13210"/>
                  <a:pt x="14739" y="6437"/>
                  <a:pt x="20871" y="3248"/>
                </a:cubicBezTo>
                <a:cubicBezTo>
                  <a:pt x="27075" y="0"/>
                  <a:pt x="34765" y="175"/>
                  <a:pt x="43912" y="3699"/>
                </a:cubicBezTo>
                <a:cubicBezTo>
                  <a:pt x="53189" y="7224"/>
                  <a:pt x="59000" y="12234"/>
                  <a:pt x="61491" y="18774"/>
                </a:cubicBezTo>
                <a:cubicBezTo>
                  <a:pt x="63938" y="25327"/>
                  <a:pt x="63209" y="33746"/>
                  <a:pt x="59277" y="44101"/>
                </a:cubicBezTo>
                <a:lnTo>
                  <a:pt x="53539" y="58942"/>
                </a:lnTo>
                <a:lnTo>
                  <a:pt x="0" y="38465"/>
                </a:lnTo>
                <a:close/>
                <a:moveTo>
                  <a:pt x="0" y="384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581F5-772A-49B9-B116-C7994B2F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697" y="884536"/>
            <a:ext cx="63603" cy="47669"/>
          </a:xfrm>
          <a:custGeom xmlns:a="http://schemas.openxmlformats.org/drawingml/2006/main">
            <a:pathLst>
              <a:path w="63603" h="47669">
                <a:moveTo>
                  <a:pt x="0" y="45339"/>
                </a:moveTo>
                <a:lnTo>
                  <a:pt x="17346" y="0"/>
                </a:lnTo>
                <a:lnTo>
                  <a:pt x="23434" y="2330"/>
                </a:lnTo>
                <a:lnTo>
                  <a:pt x="16152" y="21322"/>
                </a:lnTo>
                <a:lnTo>
                  <a:pt x="63603" y="39470"/>
                </a:lnTo>
                <a:lnTo>
                  <a:pt x="60821" y="46752"/>
                </a:lnTo>
                <a:lnTo>
                  <a:pt x="13370" y="28604"/>
                </a:lnTo>
                <a:lnTo>
                  <a:pt x="6146" y="47669"/>
                </a:lnTo>
                <a:lnTo>
                  <a:pt x="0" y="45339"/>
                </a:lnTo>
                <a:close/>
                <a:moveTo>
                  <a:pt x="0" y="453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83907-1B23-40FE-B9B4-465232E4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228" y="1908762"/>
            <a:ext cx="64753" cy="50509"/>
          </a:xfrm>
          <a:custGeom xmlns:a="http://schemas.openxmlformats.org/drawingml/2006/main">
            <a:pathLst>
              <a:path w="64753" h="50509">
                <a:moveTo>
                  <a:pt x="8768" y="6991"/>
                </a:moveTo>
                <a:lnTo>
                  <a:pt x="30964" y="27818"/>
                </a:lnTo>
                <a:lnTo>
                  <a:pt x="39149" y="8360"/>
                </a:lnTo>
                <a:lnTo>
                  <a:pt x="8768" y="6991"/>
                </a:lnTo>
                <a:close/>
                <a:moveTo>
                  <a:pt x="0" y="8069"/>
                </a:moveTo>
                <a:lnTo>
                  <a:pt x="3423" y="0"/>
                </a:lnTo>
                <a:lnTo>
                  <a:pt x="64753" y="2097"/>
                </a:lnTo>
                <a:lnTo>
                  <a:pt x="61622" y="9554"/>
                </a:lnTo>
                <a:lnTo>
                  <a:pt x="46038" y="8651"/>
                </a:lnTo>
                <a:lnTo>
                  <a:pt x="36018" y="32479"/>
                </a:lnTo>
                <a:lnTo>
                  <a:pt x="47509" y="43009"/>
                </a:lnTo>
                <a:lnTo>
                  <a:pt x="44319" y="50509"/>
                </a:lnTo>
                <a:lnTo>
                  <a:pt x="0" y="8069"/>
                </a:lnTo>
                <a:close/>
                <a:moveTo>
                  <a:pt x="0" y="80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EC9B4-7991-4AE6-B445-8B73B562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395" y="1856651"/>
            <a:ext cx="57457" cy="53422"/>
          </a:xfrm>
          <a:custGeom xmlns:a="http://schemas.openxmlformats.org/drawingml/2006/main">
            <a:pathLst>
              <a:path w="57457" h="53422">
                <a:moveTo>
                  <a:pt x="36411" y="37998"/>
                </a:moveTo>
                <a:lnTo>
                  <a:pt x="57457" y="46868"/>
                </a:lnTo>
                <a:lnTo>
                  <a:pt x="54675" y="53422"/>
                </a:lnTo>
                <a:lnTo>
                  <a:pt x="0" y="30323"/>
                </a:lnTo>
                <a:lnTo>
                  <a:pt x="2738" y="23769"/>
                </a:lnTo>
                <a:lnTo>
                  <a:pt x="8768" y="26332"/>
                </a:lnTo>
                <a:cubicBezTo>
                  <a:pt x="7005" y="23944"/>
                  <a:pt x="5971" y="21497"/>
                  <a:pt x="5695" y="18934"/>
                </a:cubicBezTo>
                <a:cubicBezTo>
                  <a:pt x="5403" y="16385"/>
                  <a:pt x="5913" y="13647"/>
                  <a:pt x="7107" y="10749"/>
                </a:cubicBezTo>
                <a:cubicBezTo>
                  <a:pt x="9161" y="5913"/>
                  <a:pt x="12744" y="2782"/>
                  <a:pt x="17812" y="1413"/>
                </a:cubicBezTo>
                <a:cubicBezTo>
                  <a:pt x="22866" y="0"/>
                  <a:pt x="28561" y="626"/>
                  <a:pt x="34765" y="3233"/>
                </a:cubicBezTo>
                <a:cubicBezTo>
                  <a:pt x="41013" y="5855"/>
                  <a:pt x="45397" y="9496"/>
                  <a:pt x="47961" y="14098"/>
                </a:cubicBezTo>
                <a:cubicBezTo>
                  <a:pt x="50524" y="18774"/>
                  <a:pt x="50742" y="23434"/>
                  <a:pt x="48762" y="28269"/>
                </a:cubicBezTo>
                <a:cubicBezTo>
                  <a:pt x="47509" y="31168"/>
                  <a:pt x="45907" y="33440"/>
                  <a:pt x="43868" y="35042"/>
                </a:cubicBezTo>
                <a:cubicBezTo>
                  <a:pt x="41814" y="36629"/>
                  <a:pt x="39368" y="37605"/>
                  <a:pt x="36411" y="37998"/>
                </a:cubicBezTo>
                <a:close/>
                <a:moveTo>
                  <a:pt x="31925" y="10006"/>
                </a:moveTo>
                <a:cubicBezTo>
                  <a:pt x="27133" y="8010"/>
                  <a:pt x="22983" y="7384"/>
                  <a:pt x="19400" y="8185"/>
                </a:cubicBezTo>
                <a:cubicBezTo>
                  <a:pt x="15875" y="9044"/>
                  <a:pt x="13370" y="11142"/>
                  <a:pt x="11885" y="14623"/>
                </a:cubicBezTo>
                <a:cubicBezTo>
                  <a:pt x="10472" y="18031"/>
                  <a:pt x="10690" y="21322"/>
                  <a:pt x="12569" y="24454"/>
                </a:cubicBezTo>
                <a:cubicBezTo>
                  <a:pt x="14448" y="27585"/>
                  <a:pt x="17812" y="30148"/>
                  <a:pt x="22589" y="32202"/>
                </a:cubicBezTo>
                <a:cubicBezTo>
                  <a:pt x="27366" y="34183"/>
                  <a:pt x="31517" y="34809"/>
                  <a:pt x="35100" y="33964"/>
                </a:cubicBezTo>
                <a:cubicBezTo>
                  <a:pt x="38625" y="33163"/>
                  <a:pt x="41130" y="31008"/>
                  <a:pt x="42615" y="27527"/>
                </a:cubicBezTo>
                <a:cubicBezTo>
                  <a:pt x="44086" y="24119"/>
                  <a:pt x="43868" y="20813"/>
                  <a:pt x="41931" y="17681"/>
                </a:cubicBezTo>
                <a:cubicBezTo>
                  <a:pt x="40052" y="14623"/>
                  <a:pt x="36702" y="12001"/>
                  <a:pt x="31925" y="10006"/>
                </a:cubicBezTo>
                <a:close/>
                <a:moveTo>
                  <a:pt x="31925" y="100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3DE5D-15B4-40D4-B6E1-57EBA2DE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795" y="1810671"/>
            <a:ext cx="57457" cy="53364"/>
          </a:xfrm>
          <a:custGeom xmlns:a="http://schemas.openxmlformats.org/drawingml/2006/main">
            <a:pathLst>
              <a:path w="57457" h="53364">
                <a:moveTo>
                  <a:pt x="36411" y="38013"/>
                </a:moveTo>
                <a:lnTo>
                  <a:pt x="57457" y="46825"/>
                </a:lnTo>
                <a:lnTo>
                  <a:pt x="54675" y="53364"/>
                </a:lnTo>
                <a:lnTo>
                  <a:pt x="0" y="30323"/>
                </a:lnTo>
                <a:lnTo>
                  <a:pt x="2738" y="23784"/>
                </a:lnTo>
                <a:lnTo>
                  <a:pt x="8768" y="26289"/>
                </a:lnTo>
                <a:cubicBezTo>
                  <a:pt x="7005" y="23958"/>
                  <a:pt x="5971" y="21453"/>
                  <a:pt x="5695" y="18890"/>
                </a:cubicBezTo>
                <a:cubicBezTo>
                  <a:pt x="5403" y="16327"/>
                  <a:pt x="5913" y="13603"/>
                  <a:pt x="7107" y="10705"/>
                </a:cubicBezTo>
                <a:cubicBezTo>
                  <a:pt x="9161" y="5869"/>
                  <a:pt x="12744" y="2796"/>
                  <a:pt x="17812" y="1369"/>
                </a:cubicBezTo>
                <a:cubicBezTo>
                  <a:pt x="22866" y="0"/>
                  <a:pt x="28561" y="568"/>
                  <a:pt x="34765" y="3248"/>
                </a:cubicBezTo>
                <a:cubicBezTo>
                  <a:pt x="41028" y="5869"/>
                  <a:pt x="45397" y="9511"/>
                  <a:pt x="47961" y="14113"/>
                </a:cubicBezTo>
                <a:cubicBezTo>
                  <a:pt x="50524" y="18730"/>
                  <a:pt x="50742" y="23449"/>
                  <a:pt x="48762" y="28284"/>
                </a:cubicBezTo>
                <a:cubicBezTo>
                  <a:pt x="47509" y="31124"/>
                  <a:pt x="45907" y="33396"/>
                  <a:pt x="43868" y="34998"/>
                </a:cubicBezTo>
                <a:cubicBezTo>
                  <a:pt x="41814" y="36586"/>
                  <a:pt x="39368" y="37605"/>
                  <a:pt x="36411" y="38013"/>
                </a:cubicBezTo>
                <a:close/>
                <a:moveTo>
                  <a:pt x="31925" y="9962"/>
                </a:moveTo>
                <a:cubicBezTo>
                  <a:pt x="27133" y="7967"/>
                  <a:pt x="22983" y="7340"/>
                  <a:pt x="19400" y="8200"/>
                </a:cubicBezTo>
                <a:cubicBezTo>
                  <a:pt x="15875" y="9001"/>
                  <a:pt x="13370" y="11156"/>
                  <a:pt x="11899" y="14564"/>
                </a:cubicBezTo>
                <a:cubicBezTo>
                  <a:pt x="10472" y="18045"/>
                  <a:pt x="10690" y="21337"/>
                  <a:pt x="12569" y="24468"/>
                </a:cubicBezTo>
                <a:cubicBezTo>
                  <a:pt x="14448" y="27541"/>
                  <a:pt x="17812" y="30105"/>
                  <a:pt x="22589" y="32144"/>
                </a:cubicBezTo>
                <a:cubicBezTo>
                  <a:pt x="27366" y="34139"/>
                  <a:pt x="31517" y="34765"/>
                  <a:pt x="35100" y="33964"/>
                </a:cubicBezTo>
                <a:cubicBezTo>
                  <a:pt x="38625" y="33119"/>
                  <a:pt x="41130" y="31008"/>
                  <a:pt x="42615" y="27541"/>
                </a:cubicBezTo>
                <a:cubicBezTo>
                  <a:pt x="44086" y="24075"/>
                  <a:pt x="43868" y="20827"/>
                  <a:pt x="41931" y="17696"/>
                </a:cubicBezTo>
                <a:cubicBezTo>
                  <a:pt x="40052" y="14564"/>
                  <a:pt x="36702" y="12016"/>
                  <a:pt x="31925" y="9962"/>
                </a:cubicBezTo>
                <a:close/>
                <a:moveTo>
                  <a:pt x="31925" y="996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4001A-C58D-4DF2-95E2-4067C3FF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829" y="1781717"/>
            <a:ext cx="57806" cy="29755"/>
          </a:xfrm>
          <a:custGeom xmlns:a="http://schemas.openxmlformats.org/drawingml/2006/main">
            <a:pathLst>
              <a:path w="57806" h="29755">
                <a:moveTo>
                  <a:pt x="0" y="6539"/>
                </a:moveTo>
                <a:lnTo>
                  <a:pt x="2738" y="0"/>
                </a:lnTo>
                <a:lnTo>
                  <a:pt x="57806" y="23216"/>
                </a:lnTo>
                <a:lnTo>
                  <a:pt x="55083" y="29755"/>
                </a:lnTo>
                <a:lnTo>
                  <a:pt x="0" y="6539"/>
                </a:lnTo>
                <a:close/>
                <a:moveTo>
                  <a:pt x="0" y="65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A7F2A-CB5B-4EA5-A4A5-C7BD17E9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196" y="1745481"/>
            <a:ext cx="47859" cy="43402"/>
          </a:xfrm>
          <a:custGeom xmlns:a="http://schemas.openxmlformats.org/drawingml/2006/main">
            <a:pathLst>
              <a:path w="47859" h="43402">
                <a:moveTo>
                  <a:pt x="29071" y="2898"/>
                </a:moveTo>
                <a:lnTo>
                  <a:pt x="32202" y="4267"/>
                </a:lnTo>
                <a:lnTo>
                  <a:pt x="19633" y="34183"/>
                </a:lnTo>
                <a:cubicBezTo>
                  <a:pt x="24191" y="35785"/>
                  <a:pt x="28226" y="35901"/>
                  <a:pt x="31576" y="34416"/>
                </a:cubicBezTo>
                <a:cubicBezTo>
                  <a:pt x="34940" y="32988"/>
                  <a:pt x="37503" y="30148"/>
                  <a:pt x="39324" y="25823"/>
                </a:cubicBezTo>
                <a:cubicBezTo>
                  <a:pt x="40402" y="23318"/>
                  <a:pt x="41144" y="20769"/>
                  <a:pt x="41479" y="18147"/>
                </a:cubicBezTo>
                <a:cubicBezTo>
                  <a:pt x="41873" y="15584"/>
                  <a:pt x="41931" y="12860"/>
                  <a:pt x="41712" y="10006"/>
                </a:cubicBezTo>
                <a:lnTo>
                  <a:pt x="47859" y="12627"/>
                </a:lnTo>
                <a:cubicBezTo>
                  <a:pt x="47859" y="15365"/>
                  <a:pt x="47567" y="18089"/>
                  <a:pt x="47058" y="20769"/>
                </a:cubicBezTo>
                <a:cubicBezTo>
                  <a:pt x="46548" y="23434"/>
                  <a:pt x="45747" y="25997"/>
                  <a:pt x="44727" y="28561"/>
                </a:cubicBezTo>
                <a:cubicBezTo>
                  <a:pt x="42047" y="34867"/>
                  <a:pt x="38071" y="39076"/>
                  <a:pt x="32828" y="41246"/>
                </a:cubicBezTo>
                <a:cubicBezTo>
                  <a:pt x="27600" y="43402"/>
                  <a:pt x="21847" y="43125"/>
                  <a:pt x="15598" y="40504"/>
                </a:cubicBezTo>
                <a:cubicBezTo>
                  <a:pt x="9103" y="37722"/>
                  <a:pt x="4675" y="33848"/>
                  <a:pt x="2345" y="28721"/>
                </a:cubicBezTo>
                <a:cubicBezTo>
                  <a:pt x="0" y="23609"/>
                  <a:pt x="117" y="18089"/>
                  <a:pt x="2622" y="12118"/>
                </a:cubicBezTo>
                <a:cubicBezTo>
                  <a:pt x="4835" y="6831"/>
                  <a:pt x="8375" y="3292"/>
                  <a:pt x="13093" y="1646"/>
                </a:cubicBezTo>
                <a:cubicBezTo>
                  <a:pt x="17812" y="0"/>
                  <a:pt x="23157" y="393"/>
                  <a:pt x="29071" y="2898"/>
                </a:cubicBezTo>
                <a:close/>
                <a:moveTo>
                  <a:pt x="24410" y="8593"/>
                </a:moveTo>
                <a:cubicBezTo>
                  <a:pt x="20827" y="7166"/>
                  <a:pt x="17579" y="6933"/>
                  <a:pt x="14623" y="8025"/>
                </a:cubicBezTo>
                <a:cubicBezTo>
                  <a:pt x="11666" y="9044"/>
                  <a:pt x="9511" y="11200"/>
                  <a:pt x="8141" y="14390"/>
                </a:cubicBezTo>
                <a:cubicBezTo>
                  <a:pt x="6612" y="18031"/>
                  <a:pt x="6437" y="21337"/>
                  <a:pt x="7573" y="24410"/>
                </a:cubicBezTo>
                <a:cubicBezTo>
                  <a:pt x="8710" y="27483"/>
                  <a:pt x="11040" y="29930"/>
                  <a:pt x="14623" y="31852"/>
                </a:cubicBezTo>
                <a:lnTo>
                  <a:pt x="24410" y="8593"/>
                </a:lnTo>
                <a:close/>
                <a:moveTo>
                  <a:pt x="24410" y="85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16EEF-EF5C-4201-AEB4-17C8E596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482" y="1675848"/>
            <a:ext cx="73215" cy="70594"/>
          </a:xfrm>
          <a:custGeom xmlns:a="http://schemas.openxmlformats.org/drawingml/2006/main">
            <a:pathLst>
              <a:path w="73215" h="70594">
                <a:moveTo>
                  <a:pt x="0" y="48354"/>
                </a:moveTo>
                <a:lnTo>
                  <a:pt x="4486" y="37664"/>
                </a:lnTo>
                <a:lnTo>
                  <a:pt x="46140" y="39368"/>
                </a:lnTo>
                <a:lnTo>
                  <a:pt x="15861" y="10632"/>
                </a:lnTo>
                <a:lnTo>
                  <a:pt x="20361" y="0"/>
                </a:lnTo>
                <a:lnTo>
                  <a:pt x="73215" y="22298"/>
                </a:lnTo>
                <a:lnTo>
                  <a:pt x="70259" y="29231"/>
                </a:lnTo>
                <a:lnTo>
                  <a:pt x="23886" y="9671"/>
                </a:lnTo>
                <a:lnTo>
                  <a:pt x="54383" y="38567"/>
                </a:lnTo>
                <a:lnTo>
                  <a:pt x="51369" y="45732"/>
                </a:lnTo>
                <a:lnTo>
                  <a:pt x="9379" y="44086"/>
                </a:lnTo>
                <a:lnTo>
                  <a:pt x="55752" y="63661"/>
                </a:lnTo>
                <a:lnTo>
                  <a:pt x="52854" y="70594"/>
                </a:lnTo>
                <a:lnTo>
                  <a:pt x="0" y="48354"/>
                </a:lnTo>
                <a:close/>
                <a:moveTo>
                  <a:pt x="0" y="483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28173-883F-43A7-875C-4CD4777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374" y="1638345"/>
            <a:ext cx="47844" cy="43416"/>
          </a:xfrm>
          <a:custGeom xmlns:a="http://schemas.openxmlformats.org/drawingml/2006/main">
            <a:pathLst>
              <a:path w="47844" h="43416">
                <a:moveTo>
                  <a:pt x="29012" y="2913"/>
                </a:moveTo>
                <a:lnTo>
                  <a:pt x="32202" y="4267"/>
                </a:lnTo>
                <a:lnTo>
                  <a:pt x="19575" y="34197"/>
                </a:lnTo>
                <a:cubicBezTo>
                  <a:pt x="24177" y="35785"/>
                  <a:pt x="28168" y="35901"/>
                  <a:pt x="31576" y="34488"/>
                </a:cubicBezTo>
                <a:cubicBezTo>
                  <a:pt x="34925" y="33061"/>
                  <a:pt x="37489" y="30163"/>
                  <a:pt x="39309" y="25837"/>
                </a:cubicBezTo>
                <a:cubicBezTo>
                  <a:pt x="40387" y="23332"/>
                  <a:pt x="41072" y="20827"/>
                  <a:pt x="41479" y="18205"/>
                </a:cubicBezTo>
                <a:cubicBezTo>
                  <a:pt x="41873" y="15598"/>
                  <a:pt x="41931" y="12860"/>
                  <a:pt x="41640" y="10020"/>
                </a:cubicBezTo>
                <a:lnTo>
                  <a:pt x="47844" y="12642"/>
                </a:lnTo>
                <a:cubicBezTo>
                  <a:pt x="47844" y="15365"/>
                  <a:pt x="47567" y="18104"/>
                  <a:pt x="47043" y="20769"/>
                </a:cubicBezTo>
                <a:cubicBezTo>
                  <a:pt x="46533" y="23449"/>
                  <a:pt x="45747" y="26056"/>
                  <a:pt x="44713" y="28561"/>
                </a:cubicBezTo>
                <a:cubicBezTo>
                  <a:pt x="42047" y="34882"/>
                  <a:pt x="38057" y="39149"/>
                  <a:pt x="32828" y="41246"/>
                </a:cubicBezTo>
                <a:cubicBezTo>
                  <a:pt x="27585" y="43416"/>
                  <a:pt x="21847" y="43125"/>
                  <a:pt x="15584" y="40518"/>
                </a:cubicBezTo>
                <a:cubicBezTo>
                  <a:pt x="9103" y="37780"/>
                  <a:pt x="4661" y="33862"/>
                  <a:pt x="2330" y="28736"/>
                </a:cubicBezTo>
                <a:cubicBezTo>
                  <a:pt x="0" y="23609"/>
                  <a:pt x="117" y="18104"/>
                  <a:pt x="2622" y="12176"/>
                </a:cubicBezTo>
                <a:cubicBezTo>
                  <a:pt x="4835" y="6831"/>
                  <a:pt x="8360" y="3306"/>
                  <a:pt x="13079" y="1660"/>
                </a:cubicBezTo>
                <a:cubicBezTo>
                  <a:pt x="17812" y="0"/>
                  <a:pt x="23157" y="466"/>
                  <a:pt x="29012" y="2913"/>
                </a:cubicBezTo>
                <a:close/>
                <a:moveTo>
                  <a:pt x="24410" y="8651"/>
                </a:moveTo>
                <a:cubicBezTo>
                  <a:pt x="20827" y="7180"/>
                  <a:pt x="17521" y="6947"/>
                  <a:pt x="14623" y="8025"/>
                </a:cubicBezTo>
                <a:cubicBezTo>
                  <a:pt x="11666" y="9044"/>
                  <a:pt x="9496" y="11215"/>
                  <a:pt x="8141" y="14404"/>
                </a:cubicBezTo>
                <a:cubicBezTo>
                  <a:pt x="6598" y="18045"/>
                  <a:pt x="6423" y="21395"/>
                  <a:pt x="7559" y="24410"/>
                </a:cubicBezTo>
                <a:cubicBezTo>
                  <a:pt x="8710" y="27483"/>
                  <a:pt x="11040" y="29930"/>
                  <a:pt x="14623" y="31867"/>
                </a:cubicBezTo>
                <a:lnTo>
                  <a:pt x="24410" y="8651"/>
                </a:lnTo>
                <a:close/>
                <a:moveTo>
                  <a:pt x="24410" y="865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AAA3F-96D8-43D2-B5C8-47D08BA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298" y="1583845"/>
            <a:ext cx="57806" cy="53539"/>
          </a:xfrm>
          <a:custGeom xmlns:a="http://schemas.openxmlformats.org/drawingml/2006/main">
            <a:pathLst>
              <a:path w="57806" h="53539">
                <a:moveTo>
                  <a:pt x="21453" y="15540"/>
                </a:moveTo>
                <a:lnTo>
                  <a:pt x="0" y="6481"/>
                </a:lnTo>
                <a:lnTo>
                  <a:pt x="2724" y="0"/>
                </a:lnTo>
                <a:lnTo>
                  <a:pt x="57806" y="23216"/>
                </a:lnTo>
                <a:lnTo>
                  <a:pt x="55068" y="29697"/>
                </a:lnTo>
                <a:lnTo>
                  <a:pt x="49097" y="27192"/>
                </a:lnTo>
                <a:cubicBezTo>
                  <a:pt x="50917" y="29522"/>
                  <a:pt x="51937" y="32027"/>
                  <a:pt x="52170" y="34590"/>
                </a:cubicBezTo>
                <a:cubicBezTo>
                  <a:pt x="52461" y="37154"/>
                  <a:pt x="51995" y="39936"/>
                  <a:pt x="50742" y="42848"/>
                </a:cubicBezTo>
                <a:cubicBezTo>
                  <a:pt x="48703" y="47626"/>
                  <a:pt x="45179" y="50757"/>
                  <a:pt x="40052" y="52111"/>
                </a:cubicBezTo>
                <a:cubicBezTo>
                  <a:pt x="34984" y="53539"/>
                  <a:pt x="29304" y="52912"/>
                  <a:pt x="23099" y="50291"/>
                </a:cubicBezTo>
                <a:cubicBezTo>
                  <a:pt x="16836" y="47626"/>
                  <a:pt x="12453" y="44043"/>
                  <a:pt x="9904" y="39426"/>
                </a:cubicBezTo>
                <a:cubicBezTo>
                  <a:pt x="7399" y="34765"/>
                  <a:pt x="7107" y="30105"/>
                  <a:pt x="9103" y="25313"/>
                </a:cubicBezTo>
                <a:cubicBezTo>
                  <a:pt x="10355" y="22356"/>
                  <a:pt x="12001" y="20084"/>
                  <a:pt x="13996" y="18497"/>
                </a:cubicBezTo>
                <a:cubicBezTo>
                  <a:pt x="16050" y="16895"/>
                  <a:pt x="18482" y="15875"/>
                  <a:pt x="21453" y="15540"/>
                </a:cubicBezTo>
                <a:close/>
                <a:moveTo>
                  <a:pt x="25939" y="43518"/>
                </a:moveTo>
                <a:cubicBezTo>
                  <a:pt x="30716" y="45572"/>
                  <a:pt x="34867" y="46140"/>
                  <a:pt x="38465" y="45339"/>
                </a:cubicBezTo>
                <a:cubicBezTo>
                  <a:pt x="41989" y="44494"/>
                  <a:pt x="44494" y="42382"/>
                  <a:pt x="45965" y="38974"/>
                </a:cubicBezTo>
                <a:cubicBezTo>
                  <a:pt x="47393" y="35508"/>
                  <a:pt x="47160" y="32202"/>
                  <a:pt x="45281" y="29071"/>
                </a:cubicBezTo>
                <a:cubicBezTo>
                  <a:pt x="43402" y="25939"/>
                  <a:pt x="40052" y="23390"/>
                  <a:pt x="35275" y="21337"/>
                </a:cubicBezTo>
                <a:cubicBezTo>
                  <a:pt x="30498" y="19342"/>
                  <a:pt x="26347" y="18774"/>
                  <a:pt x="22750" y="19575"/>
                </a:cubicBezTo>
                <a:cubicBezTo>
                  <a:pt x="19225" y="20434"/>
                  <a:pt x="16662" y="22531"/>
                  <a:pt x="15249" y="25997"/>
                </a:cubicBezTo>
                <a:cubicBezTo>
                  <a:pt x="13763" y="29420"/>
                  <a:pt x="13996" y="32712"/>
                  <a:pt x="15933" y="35843"/>
                </a:cubicBezTo>
                <a:cubicBezTo>
                  <a:pt x="17812" y="38974"/>
                  <a:pt x="21162" y="41538"/>
                  <a:pt x="25939" y="43518"/>
                </a:cubicBezTo>
                <a:close/>
                <a:moveTo>
                  <a:pt x="25939" y="435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72DFD-BE3C-4350-BFDD-6B17BA7C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716" y="1563877"/>
            <a:ext cx="57806" cy="29755"/>
          </a:xfrm>
          <a:custGeom xmlns:a="http://schemas.openxmlformats.org/drawingml/2006/main">
            <a:pathLst>
              <a:path w="57806" h="29755">
                <a:moveTo>
                  <a:pt x="15424" y="13035"/>
                </a:moveTo>
                <a:lnTo>
                  <a:pt x="18147" y="6539"/>
                </a:lnTo>
                <a:lnTo>
                  <a:pt x="57806" y="23216"/>
                </a:lnTo>
                <a:lnTo>
                  <a:pt x="55068" y="29755"/>
                </a:lnTo>
                <a:lnTo>
                  <a:pt x="15424" y="13035"/>
                </a:lnTo>
                <a:close/>
                <a:moveTo>
                  <a:pt x="0" y="6539"/>
                </a:moveTo>
                <a:lnTo>
                  <a:pt x="2738" y="0"/>
                </a:lnTo>
                <a:lnTo>
                  <a:pt x="10982" y="3466"/>
                </a:lnTo>
                <a:lnTo>
                  <a:pt x="8243" y="10020"/>
                </a:lnTo>
                <a:lnTo>
                  <a:pt x="0" y="6539"/>
                </a:lnTo>
                <a:close/>
                <a:moveTo>
                  <a:pt x="0" y="65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5F14E-235E-4D53-9A4B-238A5848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597" y="1529913"/>
            <a:ext cx="50757" cy="42892"/>
          </a:xfrm>
          <a:custGeom xmlns:a="http://schemas.openxmlformats.org/drawingml/2006/main">
            <a:pathLst>
              <a:path w="50757" h="42892">
                <a:moveTo>
                  <a:pt x="25327" y="17186"/>
                </a:moveTo>
                <a:cubicBezTo>
                  <a:pt x="23099" y="22415"/>
                  <a:pt x="22196" y="26347"/>
                  <a:pt x="22531" y="28837"/>
                </a:cubicBezTo>
                <a:cubicBezTo>
                  <a:pt x="22881" y="31401"/>
                  <a:pt x="24468" y="33280"/>
                  <a:pt x="27366" y="34532"/>
                </a:cubicBezTo>
                <a:cubicBezTo>
                  <a:pt x="29697" y="35508"/>
                  <a:pt x="31867" y="35508"/>
                  <a:pt x="33862" y="34532"/>
                </a:cubicBezTo>
                <a:cubicBezTo>
                  <a:pt x="35843" y="33571"/>
                  <a:pt x="37387" y="31809"/>
                  <a:pt x="38523" y="29187"/>
                </a:cubicBezTo>
                <a:cubicBezTo>
                  <a:pt x="40052" y="25604"/>
                  <a:pt x="40008" y="22138"/>
                  <a:pt x="38348" y="18890"/>
                </a:cubicBezTo>
                <a:cubicBezTo>
                  <a:pt x="36702" y="15584"/>
                  <a:pt x="33746" y="13079"/>
                  <a:pt x="29537" y="11317"/>
                </a:cubicBezTo>
                <a:lnTo>
                  <a:pt x="28051" y="10690"/>
                </a:lnTo>
                <a:lnTo>
                  <a:pt x="25327" y="17186"/>
                </a:lnTo>
                <a:close/>
                <a:moveTo>
                  <a:pt x="28109" y="3015"/>
                </a:moveTo>
                <a:lnTo>
                  <a:pt x="50757" y="12569"/>
                </a:lnTo>
                <a:lnTo>
                  <a:pt x="47961" y="19123"/>
                </a:lnTo>
                <a:lnTo>
                  <a:pt x="41989" y="16560"/>
                </a:lnTo>
                <a:cubicBezTo>
                  <a:pt x="43751" y="19065"/>
                  <a:pt x="44727" y="21672"/>
                  <a:pt x="44946" y="24352"/>
                </a:cubicBezTo>
                <a:cubicBezTo>
                  <a:pt x="45179" y="27075"/>
                  <a:pt x="44611" y="30046"/>
                  <a:pt x="43242" y="33221"/>
                </a:cubicBezTo>
                <a:cubicBezTo>
                  <a:pt x="41538" y="37270"/>
                  <a:pt x="39033" y="39994"/>
                  <a:pt x="35741" y="41479"/>
                </a:cubicBezTo>
                <a:cubicBezTo>
                  <a:pt x="32435" y="42892"/>
                  <a:pt x="28910" y="42790"/>
                  <a:pt x="25094" y="41188"/>
                </a:cubicBezTo>
                <a:cubicBezTo>
                  <a:pt x="20594" y="39309"/>
                  <a:pt x="17871" y="36411"/>
                  <a:pt x="16909" y="32479"/>
                </a:cubicBezTo>
                <a:cubicBezTo>
                  <a:pt x="15875" y="28503"/>
                  <a:pt x="16618" y="23609"/>
                  <a:pt x="19123" y="17696"/>
                </a:cubicBezTo>
                <a:lnTo>
                  <a:pt x="22997" y="8535"/>
                </a:lnTo>
                <a:lnTo>
                  <a:pt x="22313" y="8243"/>
                </a:lnTo>
                <a:cubicBezTo>
                  <a:pt x="19356" y="6991"/>
                  <a:pt x="16618" y="6991"/>
                  <a:pt x="14113" y="8302"/>
                </a:cubicBezTo>
                <a:cubicBezTo>
                  <a:pt x="11666" y="9554"/>
                  <a:pt x="9671" y="12001"/>
                  <a:pt x="8200" y="15526"/>
                </a:cubicBezTo>
                <a:cubicBezTo>
                  <a:pt x="7239" y="17812"/>
                  <a:pt x="6554" y="20143"/>
                  <a:pt x="6204" y="22531"/>
                </a:cubicBezTo>
                <a:cubicBezTo>
                  <a:pt x="5811" y="24920"/>
                  <a:pt x="5753" y="27308"/>
                  <a:pt x="6030" y="29755"/>
                </a:cubicBezTo>
                <a:lnTo>
                  <a:pt x="0" y="27192"/>
                </a:lnTo>
                <a:cubicBezTo>
                  <a:pt x="58" y="24410"/>
                  <a:pt x="408" y="21847"/>
                  <a:pt x="859" y="19400"/>
                </a:cubicBezTo>
                <a:cubicBezTo>
                  <a:pt x="1369" y="16953"/>
                  <a:pt x="2054" y="14681"/>
                  <a:pt x="2971" y="12569"/>
                </a:cubicBezTo>
                <a:cubicBezTo>
                  <a:pt x="5360" y="6831"/>
                  <a:pt x="8651" y="3190"/>
                  <a:pt x="12802" y="1588"/>
                </a:cubicBezTo>
                <a:cubicBezTo>
                  <a:pt x="16953" y="0"/>
                  <a:pt x="22080" y="510"/>
                  <a:pt x="28109" y="3015"/>
                </a:cubicBezTo>
                <a:close/>
                <a:moveTo>
                  <a:pt x="28109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006DD-4A0A-4742-9FAA-1D6DF1A3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238" y="1468976"/>
            <a:ext cx="64404" cy="59801"/>
          </a:xfrm>
          <a:custGeom xmlns:a="http://schemas.openxmlformats.org/drawingml/2006/main">
            <a:pathLst>
              <a:path w="64404" h="59801">
                <a:moveTo>
                  <a:pt x="8943" y="32886"/>
                </a:moveTo>
                <a:lnTo>
                  <a:pt x="50014" y="50189"/>
                </a:lnTo>
                <a:lnTo>
                  <a:pt x="53655" y="41538"/>
                </a:lnTo>
                <a:cubicBezTo>
                  <a:pt x="56728" y="34255"/>
                  <a:pt x="57296" y="28226"/>
                  <a:pt x="55418" y="23449"/>
                </a:cubicBezTo>
                <a:cubicBezTo>
                  <a:pt x="53539" y="18672"/>
                  <a:pt x="49053" y="14797"/>
                  <a:pt x="41931" y="11783"/>
                </a:cubicBezTo>
                <a:cubicBezTo>
                  <a:pt x="34882" y="8826"/>
                  <a:pt x="28969" y="8316"/>
                  <a:pt x="24235" y="10297"/>
                </a:cubicBezTo>
                <a:cubicBezTo>
                  <a:pt x="19516" y="12292"/>
                  <a:pt x="15657" y="16953"/>
                  <a:pt x="12584" y="24235"/>
                </a:cubicBezTo>
                <a:lnTo>
                  <a:pt x="8943" y="32886"/>
                </a:lnTo>
                <a:close/>
                <a:moveTo>
                  <a:pt x="0" y="37562"/>
                </a:moveTo>
                <a:lnTo>
                  <a:pt x="6204" y="22881"/>
                </a:lnTo>
                <a:cubicBezTo>
                  <a:pt x="10530" y="12642"/>
                  <a:pt x="15817" y="6030"/>
                  <a:pt x="22138" y="3015"/>
                </a:cubicBezTo>
                <a:cubicBezTo>
                  <a:pt x="28401" y="0"/>
                  <a:pt x="36076" y="466"/>
                  <a:pt x="45120" y="4267"/>
                </a:cubicBezTo>
                <a:cubicBezTo>
                  <a:pt x="54223" y="8083"/>
                  <a:pt x="59918" y="13312"/>
                  <a:pt x="62132" y="19924"/>
                </a:cubicBezTo>
                <a:cubicBezTo>
                  <a:pt x="64404" y="26580"/>
                  <a:pt x="63326" y="34940"/>
                  <a:pt x="59059" y="45120"/>
                </a:cubicBezTo>
                <a:lnTo>
                  <a:pt x="52854" y="59801"/>
                </a:lnTo>
                <a:lnTo>
                  <a:pt x="0" y="37562"/>
                </a:lnTo>
                <a:close/>
                <a:moveTo>
                  <a:pt x="0" y="3756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AECF7-CC2E-4F90-8A2C-EF34EC18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458" y="1443546"/>
            <a:ext cx="57806" cy="29755"/>
          </a:xfrm>
          <a:custGeom xmlns:a="http://schemas.openxmlformats.org/drawingml/2006/main">
            <a:pathLst>
              <a:path w="57806" h="29755">
                <a:moveTo>
                  <a:pt x="15424" y="13035"/>
                </a:moveTo>
                <a:lnTo>
                  <a:pt x="18162" y="6496"/>
                </a:lnTo>
                <a:lnTo>
                  <a:pt x="57806" y="23216"/>
                </a:lnTo>
                <a:lnTo>
                  <a:pt x="55083" y="29755"/>
                </a:lnTo>
                <a:lnTo>
                  <a:pt x="15424" y="13035"/>
                </a:lnTo>
                <a:close/>
                <a:moveTo>
                  <a:pt x="0" y="6496"/>
                </a:moveTo>
                <a:lnTo>
                  <a:pt x="2738" y="0"/>
                </a:lnTo>
                <a:lnTo>
                  <a:pt x="10982" y="3481"/>
                </a:lnTo>
                <a:lnTo>
                  <a:pt x="8258" y="10020"/>
                </a:lnTo>
                <a:lnTo>
                  <a:pt x="0" y="6496"/>
                </a:lnTo>
                <a:close/>
                <a:moveTo>
                  <a:pt x="0" y="64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D9AF9-4C6A-4EAD-98AC-E9E3F40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121" y="1411694"/>
            <a:ext cx="46315" cy="43751"/>
          </a:xfrm>
          <a:custGeom xmlns:a="http://schemas.openxmlformats.org/drawingml/2006/main">
            <a:pathLst>
              <a:path w="46315" h="43751">
                <a:moveTo>
                  <a:pt x="10079" y="0"/>
                </a:moveTo>
                <a:lnTo>
                  <a:pt x="16210" y="2563"/>
                </a:lnTo>
                <a:cubicBezTo>
                  <a:pt x="14506" y="3976"/>
                  <a:pt x="12977" y="5636"/>
                  <a:pt x="11724" y="7399"/>
                </a:cubicBezTo>
                <a:cubicBezTo>
                  <a:pt x="10414" y="9161"/>
                  <a:pt x="9278" y="11142"/>
                  <a:pt x="8360" y="13254"/>
                </a:cubicBezTo>
                <a:cubicBezTo>
                  <a:pt x="7005" y="16501"/>
                  <a:pt x="6481" y="19108"/>
                  <a:pt x="6831" y="21162"/>
                </a:cubicBezTo>
                <a:cubicBezTo>
                  <a:pt x="7107" y="23216"/>
                  <a:pt x="8258" y="24628"/>
                  <a:pt x="10239" y="25488"/>
                </a:cubicBezTo>
                <a:cubicBezTo>
                  <a:pt x="11783" y="26114"/>
                  <a:pt x="13195" y="25997"/>
                  <a:pt x="14506" y="25255"/>
                </a:cubicBezTo>
                <a:cubicBezTo>
                  <a:pt x="15875" y="24468"/>
                  <a:pt x="17696" y="22473"/>
                  <a:pt x="19910" y="19283"/>
                </a:cubicBezTo>
                <a:lnTo>
                  <a:pt x="21337" y="17288"/>
                </a:lnTo>
                <a:cubicBezTo>
                  <a:pt x="24293" y="13079"/>
                  <a:pt x="27090" y="10355"/>
                  <a:pt x="29697" y="9219"/>
                </a:cubicBezTo>
                <a:cubicBezTo>
                  <a:pt x="32318" y="8025"/>
                  <a:pt x="35275" y="8083"/>
                  <a:pt x="38523" y="9438"/>
                </a:cubicBezTo>
                <a:cubicBezTo>
                  <a:pt x="42164" y="10982"/>
                  <a:pt x="44494" y="13705"/>
                  <a:pt x="45397" y="17521"/>
                </a:cubicBezTo>
                <a:cubicBezTo>
                  <a:pt x="46315" y="21337"/>
                  <a:pt x="45688" y="25764"/>
                  <a:pt x="43518" y="30891"/>
                </a:cubicBezTo>
                <a:cubicBezTo>
                  <a:pt x="42674" y="32988"/>
                  <a:pt x="41538" y="35158"/>
                  <a:pt x="40110" y="37256"/>
                </a:cubicBezTo>
                <a:cubicBezTo>
                  <a:pt x="38741" y="39368"/>
                  <a:pt x="37096" y="41523"/>
                  <a:pt x="35217" y="43751"/>
                </a:cubicBezTo>
                <a:lnTo>
                  <a:pt x="28503" y="40897"/>
                </a:lnTo>
                <a:cubicBezTo>
                  <a:pt x="30731" y="39033"/>
                  <a:pt x="32712" y="37037"/>
                  <a:pt x="34314" y="34984"/>
                </a:cubicBezTo>
                <a:cubicBezTo>
                  <a:pt x="35901" y="32945"/>
                  <a:pt x="37212" y="30716"/>
                  <a:pt x="38173" y="28444"/>
                </a:cubicBezTo>
                <a:cubicBezTo>
                  <a:pt x="39426" y="25371"/>
                  <a:pt x="39936" y="22808"/>
                  <a:pt x="39542" y="20711"/>
                </a:cubicBezTo>
                <a:cubicBezTo>
                  <a:pt x="39207" y="18599"/>
                  <a:pt x="38057" y="17186"/>
                  <a:pt x="36193" y="16385"/>
                </a:cubicBezTo>
                <a:cubicBezTo>
                  <a:pt x="34416" y="15584"/>
                  <a:pt x="32770" y="15642"/>
                  <a:pt x="31343" y="16443"/>
                </a:cubicBezTo>
                <a:cubicBezTo>
                  <a:pt x="29930" y="17230"/>
                  <a:pt x="27876" y="19458"/>
                  <a:pt x="25313" y="23099"/>
                </a:cubicBezTo>
                <a:lnTo>
                  <a:pt x="23842" y="25138"/>
                </a:lnTo>
                <a:cubicBezTo>
                  <a:pt x="21279" y="28837"/>
                  <a:pt x="18774" y="31168"/>
                  <a:pt x="16210" y="32260"/>
                </a:cubicBezTo>
                <a:cubicBezTo>
                  <a:pt x="13720" y="33280"/>
                  <a:pt x="10923" y="33163"/>
                  <a:pt x="7850" y="31852"/>
                </a:cubicBezTo>
                <a:cubicBezTo>
                  <a:pt x="4151" y="30323"/>
                  <a:pt x="1821" y="27760"/>
                  <a:pt x="918" y="24293"/>
                </a:cubicBezTo>
                <a:cubicBezTo>
                  <a:pt x="0" y="20769"/>
                  <a:pt x="568" y="16603"/>
                  <a:pt x="2622" y="11724"/>
                </a:cubicBezTo>
                <a:cubicBezTo>
                  <a:pt x="3641" y="9321"/>
                  <a:pt x="4777" y="7166"/>
                  <a:pt x="6030" y="5170"/>
                </a:cubicBezTo>
                <a:cubicBezTo>
                  <a:pt x="7224" y="3190"/>
                  <a:pt x="8593" y="1471"/>
                  <a:pt x="10079" y="0"/>
                </a:cubicBezTo>
                <a:close/>
                <a:moveTo>
                  <a:pt x="1007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7B605-13A6-4C96-B2D0-61952D97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758" y="1370783"/>
            <a:ext cx="46766" cy="42164"/>
          </a:xfrm>
          <a:custGeom xmlns:a="http://schemas.openxmlformats.org/drawingml/2006/main">
            <a:pathLst>
              <a:path w="46766" h="42164">
                <a:moveTo>
                  <a:pt x="10064" y="0"/>
                </a:moveTo>
                <a:lnTo>
                  <a:pt x="16152" y="2563"/>
                </a:lnTo>
                <a:cubicBezTo>
                  <a:pt x="14390" y="3991"/>
                  <a:pt x="12860" y="5520"/>
                  <a:pt x="11550" y="7166"/>
                </a:cubicBezTo>
                <a:cubicBezTo>
                  <a:pt x="10239" y="8826"/>
                  <a:pt x="9219" y="10530"/>
                  <a:pt x="8418" y="12467"/>
                </a:cubicBezTo>
                <a:cubicBezTo>
                  <a:pt x="6656" y="16676"/>
                  <a:pt x="6598" y="20536"/>
                  <a:pt x="8302" y="24017"/>
                </a:cubicBezTo>
                <a:cubicBezTo>
                  <a:pt x="9962" y="27425"/>
                  <a:pt x="13254" y="30207"/>
                  <a:pt x="18089" y="32260"/>
                </a:cubicBezTo>
                <a:cubicBezTo>
                  <a:pt x="22924" y="34255"/>
                  <a:pt x="27192" y="34707"/>
                  <a:pt x="30833" y="33513"/>
                </a:cubicBezTo>
                <a:cubicBezTo>
                  <a:pt x="34474" y="32260"/>
                  <a:pt x="37212" y="29595"/>
                  <a:pt x="38974" y="25327"/>
                </a:cubicBezTo>
                <a:cubicBezTo>
                  <a:pt x="39775" y="23449"/>
                  <a:pt x="40343" y="21453"/>
                  <a:pt x="40620" y="19400"/>
                </a:cubicBezTo>
                <a:cubicBezTo>
                  <a:pt x="40853" y="17361"/>
                  <a:pt x="40911" y="15191"/>
                  <a:pt x="40678" y="12919"/>
                </a:cubicBezTo>
                <a:lnTo>
                  <a:pt x="46650" y="15424"/>
                </a:lnTo>
                <a:cubicBezTo>
                  <a:pt x="46766" y="17637"/>
                  <a:pt x="46591" y="19808"/>
                  <a:pt x="46198" y="21905"/>
                </a:cubicBezTo>
                <a:cubicBezTo>
                  <a:pt x="45805" y="24017"/>
                  <a:pt x="45179" y="26172"/>
                  <a:pt x="44203" y="28386"/>
                </a:cubicBezTo>
                <a:cubicBezTo>
                  <a:pt x="41698" y="34372"/>
                  <a:pt x="37838" y="38290"/>
                  <a:pt x="32595" y="40227"/>
                </a:cubicBezTo>
                <a:cubicBezTo>
                  <a:pt x="27366" y="42164"/>
                  <a:pt x="21570" y="41756"/>
                  <a:pt x="15191" y="39091"/>
                </a:cubicBezTo>
                <a:cubicBezTo>
                  <a:pt x="8710" y="36353"/>
                  <a:pt x="4384" y="32435"/>
                  <a:pt x="2214" y="27366"/>
                </a:cubicBezTo>
                <a:cubicBezTo>
                  <a:pt x="0" y="22254"/>
                  <a:pt x="175" y="16560"/>
                  <a:pt x="2782" y="10414"/>
                </a:cubicBezTo>
                <a:cubicBezTo>
                  <a:pt x="3641" y="8418"/>
                  <a:pt x="4661" y="6539"/>
                  <a:pt x="5855" y="4777"/>
                </a:cubicBezTo>
                <a:cubicBezTo>
                  <a:pt x="7107" y="3073"/>
                  <a:pt x="8476" y="1486"/>
                  <a:pt x="10064" y="0"/>
                </a:cubicBezTo>
                <a:close/>
                <a:moveTo>
                  <a:pt x="1006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2FEB8-B4C9-45A6-BD1E-08960BEC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201" y="1330396"/>
            <a:ext cx="46431" cy="42892"/>
          </a:xfrm>
          <a:custGeom xmlns:a="http://schemas.openxmlformats.org/drawingml/2006/main">
            <a:pathLst>
              <a:path w="46431" h="42892">
                <a:moveTo>
                  <a:pt x="7908" y="15016"/>
                </a:moveTo>
                <a:cubicBezTo>
                  <a:pt x="6481" y="18482"/>
                  <a:pt x="6656" y="21847"/>
                  <a:pt x="8535" y="25036"/>
                </a:cubicBezTo>
                <a:cubicBezTo>
                  <a:pt x="10414" y="28211"/>
                  <a:pt x="13705" y="30775"/>
                  <a:pt x="18439" y="32770"/>
                </a:cubicBezTo>
                <a:cubicBezTo>
                  <a:pt x="23157" y="34765"/>
                  <a:pt x="27366" y="35333"/>
                  <a:pt x="30891" y="34474"/>
                </a:cubicBezTo>
                <a:cubicBezTo>
                  <a:pt x="34474" y="33615"/>
                  <a:pt x="37037" y="31401"/>
                  <a:pt x="38523" y="27935"/>
                </a:cubicBezTo>
                <a:cubicBezTo>
                  <a:pt x="39936" y="24454"/>
                  <a:pt x="39761" y="21104"/>
                  <a:pt x="37897" y="17914"/>
                </a:cubicBezTo>
                <a:cubicBezTo>
                  <a:pt x="36018" y="14739"/>
                  <a:pt x="32712" y="12176"/>
                  <a:pt x="27993" y="10181"/>
                </a:cubicBezTo>
                <a:cubicBezTo>
                  <a:pt x="23274" y="8185"/>
                  <a:pt x="19108" y="7617"/>
                  <a:pt x="15526" y="8535"/>
                </a:cubicBezTo>
                <a:cubicBezTo>
                  <a:pt x="11943" y="9379"/>
                  <a:pt x="9394" y="11550"/>
                  <a:pt x="7908" y="15016"/>
                </a:cubicBezTo>
                <a:close/>
                <a:moveTo>
                  <a:pt x="2389" y="12686"/>
                </a:moveTo>
                <a:cubicBezTo>
                  <a:pt x="4777" y="7049"/>
                  <a:pt x="8535" y="3350"/>
                  <a:pt x="13545" y="1704"/>
                </a:cubicBezTo>
                <a:cubicBezTo>
                  <a:pt x="18599" y="0"/>
                  <a:pt x="24410" y="510"/>
                  <a:pt x="30891" y="3233"/>
                </a:cubicBezTo>
                <a:cubicBezTo>
                  <a:pt x="37372" y="5971"/>
                  <a:pt x="41756" y="9787"/>
                  <a:pt x="44086" y="14564"/>
                </a:cubicBezTo>
                <a:cubicBezTo>
                  <a:pt x="46431" y="19342"/>
                  <a:pt x="46431" y="24570"/>
                  <a:pt x="44028" y="30265"/>
                </a:cubicBezTo>
                <a:cubicBezTo>
                  <a:pt x="41640" y="35901"/>
                  <a:pt x="37897" y="39601"/>
                  <a:pt x="32886" y="41246"/>
                </a:cubicBezTo>
                <a:cubicBezTo>
                  <a:pt x="27818" y="42892"/>
                  <a:pt x="22021" y="42382"/>
                  <a:pt x="15526" y="39644"/>
                </a:cubicBezTo>
                <a:cubicBezTo>
                  <a:pt x="9044" y="36921"/>
                  <a:pt x="4602" y="33163"/>
                  <a:pt x="2330" y="28386"/>
                </a:cubicBezTo>
                <a:cubicBezTo>
                  <a:pt x="0" y="23609"/>
                  <a:pt x="0" y="18380"/>
                  <a:pt x="2389" y="12686"/>
                </a:cubicBezTo>
                <a:close/>
                <a:moveTo>
                  <a:pt x="2389" y="1268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F11C4-BC5B-41E7-B972-CC130632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805" y="1280615"/>
            <a:ext cx="49665" cy="40387"/>
          </a:xfrm>
          <a:custGeom xmlns:a="http://schemas.openxmlformats.org/drawingml/2006/main">
            <a:pathLst>
              <a:path w="49665" h="40387">
                <a:moveTo>
                  <a:pt x="0" y="38567"/>
                </a:moveTo>
                <a:lnTo>
                  <a:pt x="2957" y="31634"/>
                </a:lnTo>
                <a:lnTo>
                  <a:pt x="41407" y="33280"/>
                </a:lnTo>
                <a:lnTo>
                  <a:pt x="13370" y="6889"/>
                </a:lnTo>
                <a:lnTo>
                  <a:pt x="16268" y="0"/>
                </a:lnTo>
                <a:lnTo>
                  <a:pt x="49665" y="31576"/>
                </a:lnTo>
                <a:lnTo>
                  <a:pt x="45907" y="40387"/>
                </a:lnTo>
                <a:lnTo>
                  <a:pt x="0" y="38567"/>
                </a:lnTo>
                <a:close/>
                <a:moveTo>
                  <a:pt x="0" y="385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18F0D-B96A-4C92-924B-4E4E4E04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355" y="1242500"/>
            <a:ext cx="47786" cy="43344"/>
          </a:xfrm>
          <a:custGeom xmlns:a="http://schemas.openxmlformats.org/drawingml/2006/main">
            <a:pathLst>
              <a:path w="47786" h="43344">
                <a:moveTo>
                  <a:pt x="29012" y="2898"/>
                </a:moveTo>
                <a:lnTo>
                  <a:pt x="32202" y="4209"/>
                </a:lnTo>
                <a:lnTo>
                  <a:pt x="19575" y="34183"/>
                </a:lnTo>
                <a:cubicBezTo>
                  <a:pt x="24177" y="35785"/>
                  <a:pt x="28153" y="35843"/>
                  <a:pt x="31517" y="34416"/>
                </a:cubicBezTo>
                <a:cubicBezTo>
                  <a:pt x="34867" y="32988"/>
                  <a:pt x="37489" y="30148"/>
                  <a:pt x="39309" y="25823"/>
                </a:cubicBezTo>
                <a:cubicBezTo>
                  <a:pt x="40329" y="23318"/>
                  <a:pt x="41072" y="20754"/>
                  <a:pt x="41465" y="18147"/>
                </a:cubicBezTo>
                <a:cubicBezTo>
                  <a:pt x="41814" y="15526"/>
                  <a:pt x="41873" y="12846"/>
                  <a:pt x="41640" y="10006"/>
                </a:cubicBezTo>
                <a:lnTo>
                  <a:pt x="47786" y="12569"/>
                </a:lnTo>
                <a:cubicBezTo>
                  <a:pt x="47786" y="15351"/>
                  <a:pt x="47553" y="18089"/>
                  <a:pt x="47043" y="20754"/>
                </a:cubicBezTo>
                <a:cubicBezTo>
                  <a:pt x="46533" y="23434"/>
                  <a:pt x="45732" y="25997"/>
                  <a:pt x="44654" y="28561"/>
                </a:cubicBezTo>
                <a:cubicBezTo>
                  <a:pt x="41989" y="34867"/>
                  <a:pt x="38057" y="39076"/>
                  <a:pt x="32828" y="41246"/>
                </a:cubicBezTo>
                <a:cubicBezTo>
                  <a:pt x="27585" y="43344"/>
                  <a:pt x="21788" y="43125"/>
                  <a:pt x="15526" y="40445"/>
                </a:cubicBezTo>
                <a:cubicBezTo>
                  <a:pt x="9044" y="37722"/>
                  <a:pt x="4661" y="33789"/>
                  <a:pt x="2330" y="28721"/>
                </a:cubicBezTo>
                <a:cubicBezTo>
                  <a:pt x="0" y="23609"/>
                  <a:pt x="58" y="18089"/>
                  <a:pt x="2563" y="12118"/>
                </a:cubicBezTo>
                <a:cubicBezTo>
                  <a:pt x="4835" y="6758"/>
                  <a:pt x="8302" y="3292"/>
                  <a:pt x="13079" y="1646"/>
                </a:cubicBezTo>
                <a:cubicBezTo>
                  <a:pt x="17798" y="0"/>
                  <a:pt x="23099" y="393"/>
                  <a:pt x="29012" y="2898"/>
                </a:cubicBezTo>
                <a:close/>
                <a:moveTo>
                  <a:pt x="24352" y="8593"/>
                </a:moveTo>
                <a:cubicBezTo>
                  <a:pt x="20769" y="7107"/>
                  <a:pt x="17521" y="6933"/>
                  <a:pt x="14564" y="7967"/>
                </a:cubicBezTo>
                <a:cubicBezTo>
                  <a:pt x="11608" y="9044"/>
                  <a:pt x="9438" y="11142"/>
                  <a:pt x="8127" y="14390"/>
                </a:cubicBezTo>
                <a:cubicBezTo>
                  <a:pt x="6598" y="18031"/>
                  <a:pt x="6365" y="21322"/>
                  <a:pt x="7501" y="24395"/>
                </a:cubicBezTo>
                <a:cubicBezTo>
                  <a:pt x="8651" y="27410"/>
                  <a:pt x="11040" y="29915"/>
                  <a:pt x="14623" y="31794"/>
                </a:cubicBezTo>
                <a:lnTo>
                  <a:pt x="24352" y="8593"/>
                </a:lnTo>
                <a:close/>
                <a:moveTo>
                  <a:pt x="24352" y="85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A5352-D2A2-4D06-902D-E190761D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604" y="1203860"/>
            <a:ext cx="42382" cy="40110"/>
          </a:xfrm>
          <a:custGeom xmlns:a="http://schemas.openxmlformats.org/drawingml/2006/main">
            <a:pathLst>
              <a:path w="42382" h="40110">
                <a:moveTo>
                  <a:pt x="15817" y="2796"/>
                </a:moveTo>
                <a:cubicBezTo>
                  <a:pt x="15132" y="3306"/>
                  <a:pt x="14448" y="3991"/>
                  <a:pt x="13880" y="4777"/>
                </a:cubicBezTo>
                <a:cubicBezTo>
                  <a:pt x="13312" y="5520"/>
                  <a:pt x="12846" y="6437"/>
                  <a:pt x="12394" y="7457"/>
                </a:cubicBezTo>
                <a:cubicBezTo>
                  <a:pt x="10865" y="11156"/>
                  <a:pt x="10865" y="14506"/>
                  <a:pt x="12394" y="17477"/>
                </a:cubicBezTo>
                <a:cubicBezTo>
                  <a:pt x="13996" y="20434"/>
                  <a:pt x="17011" y="22881"/>
                  <a:pt x="21497" y="24803"/>
                </a:cubicBezTo>
                <a:lnTo>
                  <a:pt x="42382" y="33571"/>
                </a:lnTo>
                <a:lnTo>
                  <a:pt x="39586" y="40110"/>
                </a:lnTo>
                <a:lnTo>
                  <a:pt x="0" y="23449"/>
                </a:lnTo>
                <a:lnTo>
                  <a:pt x="2724" y="16895"/>
                </a:lnTo>
                <a:lnTo>
                  <a:pt x="8870" y="19458"/>
                </a:lnTo>
                <a:cubicBezTo>
                  <a:pt x="7049" y="17069"/>
                  <a:pt x="6030" y="14564"/>
                  <a:pt x="5797" y="11899"/>
                </a:cubicBezTo>
                <a:cubicBezTo>
                  <a:pt x="5520" y="9161"/>
                  <a:pt x="6088" y="6263"/>
                  <a:pt x="7384" y="3131"/>
                </a:cubicBezTo>
                <a:cubicBezTo>
                  <a:pt x="7617" y="2680"/>
                  <a:pt x="7850" y="2228"/>
                  <a:pt x="8127" y="1660"/>
                </a:cubicBezTo>
                <a:cubicBezTo>
                  <a:pt x="8418" y="1136"/>
                  <a:pt x="8753" y="568"/>
                  <a:pt x="9161" y="0"/>
                </a:cubicBezTo>
                <a:lnTo>
                  <a:pt x="15817" y="2796"/>
                </a:lnTo>
                <a:close/>
                <a:moveTo>
                  <a:pt x="15817" y="27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70F88-9333-467A-8564-D7B72973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294" y="1163357"/>
            <a:ext cx="59845" cy="58025"/>
          </a:xfrm>
          <a:custGeom xmlns:a="http://schemas.openxmlformats.org/drawingml/2006/main">
            <a:pathLst>
              <a:path w="59845" h="58025">
                <a:moveTo>
                  <a:pt x="52228" y="35668"/>
                </a:moveTo>
                <a:cubicBezTo>
                  <a:pt x="56160" y="39484"/>
                  <a:pt x="58491" y="42557"/>
                  <a:pt x="59175" y="44946"/>
                </a:cubicBezTo>
                <a:cubicBezTo>
                  <a:pt x="59845" y="47276"/>
                  <a:pt x="59627" y="49898"/>
                  <a:pt x="58374" y="52854"/>
                </a:cubicBezTo>
                <a:lnTo>
                  <a:pt x="56204" y="58025"/>
                </a:lnTo>
                <a:lnTo>
                  <a:pt x="50742" y="55752"/>
                </a:lnTo>
                <a:lnTo>
                  <a:pt x="52344" y="51937"/>
                </a:lnTo>
                <a:cubicBezTo>
                  <a:pt x="53087" y="50116"/>
                  <a:pt x="53247" y="48587"/>
                  <a:pt x="52854" y="47218"/>
                </a:cubicBezTo>
                <a:cubicBezTo>
                  <a:pt x="52403" y="45849"/>
                  <a:pt x="50859" y="43926"/>
                  <a:pt x="48194" y="41363"/>
                </a:cubicBezTo>
                <a:lnTo>
                  <a:pt x="45747" y="38974"/>
                </a:lnTo>
                <a:lnTo>
                  <a:pt x="0" y="38567"/>
                </a:lnTo>
                <a:lnTo>
                  <a:pt x="2898" y="31634"/>
                </a:lnTo>
                <a:lnTo>
                  <a:pt x="39091" y="32318"/>
                </a:lnTo>
                <a:lnTo>
                  <a:pt x="13312" y="6889"/>
                </a:lnTo>
                <a:lnTo>
                  <a:pt x="16210" y="0"/>
                </a:lnTo>
                <a:lnTo>
                  <a:pt x="52228" y="35668"/>
                </a:lnTo>
                <a:close/>
                <a:moveTo>
                  <a:pt x="52228" y="356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4B4A2-D5EF-4545-841E-DACDCF74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002" y="1169212"/>
            <a:ext cx="12118" cy="11273"/>
          </a:xfrm>
          <a:custGeom xmlns:a="http://schemas.openxmlformats.org/drawingml/2006/main">
            <a:pathLst>
              <a:path w="12118" h="11273">
                <a:moveTo>
                  <a:pt x="0" y="7457"/>
                </a:moveTo>
                <a:lnTo>
                  <a:pt x="3131" y="0"/>
                </a:lnTo>
                <a:lnTo>
                  <a:pt x="12118" y="3758"/>
                </a:lnTo>
                <a:lnTo>
                  <a:pt x="8986" y="11273"/>
                </a:lnTo>
                <a:lnTo>
                  <a:pt x="0" y="7457"/>
                </a:lnTo>
                <a:close/>
                <a:moveTo>
                  <a:pt x="0" y="74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CB905-B944-45CA-9008-6D2F0EC7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325" y="1114085"/>
            <a:ext cx="64753" cy="50524"/>
          </a:xfrm>
          <a:custGeom xmlns:a="http://schemas.openxmlformats.org/drawingml/2006/main">
            <a:pathLst>
              <a:path w="64753" h="50524">
                <a:moveTo>
                  <a:pt x="8768" y="7005"/>
                </a:moveTo>
                <a:lnTo>
                  <a:pt x="30949" y="27818"/>
                </a:lnTo>
                <a:lnTo>
                  <a:pt x="39149" y="8360"/>
                </a:lnTo>
                <a:lnTo>
                  <a:pt x="8768" y="7005"/>
                </a:lnTo>
                <a:close/>
                <a:moveTo>
                  <a:pt x="0" y="8083"/>
                </a:moveTo>
                <a:lnTo>
                  <a:pt x="3423" y="0"/>
                </a:lnTo>
                <a:lnTo>
                  <a:pt x="64753" y="2112"/>
                </a:lnTo>
                <a:lnTo>
                  <a:pt x="61622" y="9569"/>
                </a:lnTo>
                <a:lnTo>
                  <a:pt x="46023" y="8651"/>
                </a:lnTo>
                <a:lnTo>
                  <a:pt x="36018" y="32493"/>
                </a:lnTo>
                <a:lnTo>
                  <a:pt x="47509" y="43009"/>
                </a:lnTo>
                <a:lnTo>
                  <a:pt x="44319" y="50524"/>
                </a:lnTo>
                <a:lnTo>
                  <a:pt x="0" y="8083"/>
                </a:lnTo>
                <a:close/>
                <a:moveTo>
                  <a:pt x="0" y="80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830CC-6625-44E9-A715-BFCC2DE2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370" y="1055260"/>
            <a:ext cx="60748" cy="54398"/>
          </a:xfrm>
          <a:custGeom xmlns:a="http://schemas.openxmlformats.org/drawingml/2006/main">
            <a:pathLst>
              <a:path w="60748" h="54398">
                <a:moveTo>
                  <a:pt x="12220" y="0"/>
                </a:moveTo>
                <a:lnTo>
                  <a:pt x="19225" y="2957"/>
                </a:lnTo>
                <a:cubicBezTo>
                  <a:pt x="16778" y="5127"/>
                  <a:pt x="14725" y="7282"/>
                  <a:pt x="13079" y="9394"/>
                </a:cubicBezTo>
                <a:cubicBezTo>
                  <a:pt x="11433" y="11550"/>
                  <a:pt x="10122" y="13720"/>
                  <a:pt x="9161" y="15992"/>
                </a:cubicBezTo>
                <a:cubicBezTo>
                  <a:pt x="7501" y="19851"/>
                  <a:pt x="6991" y="23216"/>
                  <a:pt x="7617" y="25939"/>
                </a:cubicBezTo>
                <a:cubicBezTo>
                  <a:pt x="8243" y="28677"/>
                  <a:pt x="9947" y="30673"/>
                  <a:pt x="12744" y="31809"/>
                </a:cubicBezTo>
                <a:cubicBezTo>
                  <a:pt x="15074" y="32828"/>
                  <a:pt x="17113" y="32828"/>
                  <a:pt x="18934" y="31983"/>
                </a:cubicBezTo>
                <a:cubicBezTo>
                  <a:pt x="20696" y="31066"/>
                  <a:pt x="22750" y="28794"/>
                  <a:pt x="25138" y="25211"/>
                </a:cubicBezTo>
                <a:lnTo>
                  <a:pt x="27876" y="21220"/>
                </a:lnTo>
                <a:cubicBezTo>
                  <a:pt x="31110" y="16327"/>
                  <a:pt x="34590" y="13152"/>
                  <a:pt x="38232" y="11724"/>
                </a:cubicBezTo>
                <a:cubicBezTo>
                  <a:pt x="41814" y="10239"/>
                  <a:pt x="45790" y="10414"/>
                  <a:pt x="50058" y="12234"/>
                </a:cubicBezTo>
                <a:cubicBezTo>
                  <a:pt x="55184" y="14390"/>
                  <a:pt x="58360" y="17754"/>
                  <a:pt x="59554" y="22298"/>
                </a:cubicBezTo>
                <a:cubicBezTo>
                  <a:pt x="60748" y="26857"/>
                  <a:pt x="59962" y="32435"/>
                  <a:pt x="57165" y="39033"/>
                </a:cubicBezTo>
                <a:cubicBezTo>
                  <a:pt x="56087" y="41538"/>
                  <a:pt x="54718" y="44101"/>
                  <a:pt x="52956" y="46650"/>
                </a:cubicBezTo>
                <a:cubicBezTo>
                  <a:pt x="51194" y="49271"/>
                  <a:pt x="49155" y="51835"/>
                  <a:pt x="46766" y="54398"/>
                </a:cubicBezTo>
                <a:lnTo>
                  <a:pt x="39368" y="51267"/>
                </a:lnTo>
                <a:cubicBezTo>
                  <a:pt x="42208" y="49038"/>
                  <a:pt x="44654" y="46708"/>
                  <a:pt x="46650" y="44261"/>
                </a:cubicBezTo>
                <a:cubicBezTo>
                  <a:pt x="48631" y="41873"/>
                  <a:pt x="50233" y="39309"/>
                  <a:pt x="51369" y="36586"/>
                </a:cubicBezTo>
                <a:cubicBezTo>
                  <a:pt x="53073" y="32551"/>
                  <a:pt x="53582" y="29012"/>
                  <a:pt x="52956" y="26172"/>
                </a:cubicBezTo>
                <a:cubicBezTo>
                  <a:pt x="52272" y="23274"/>
                  <a:pt x="50451" y="21162"/>
                  <a:pt x="47436" y="19910"/>
                </a:cubicBezTo>
                <a:cubicBezTo>
                  <a:pt x="44887" y="18832"/>
                  <a:pt x="42499" y="18774"/>
                  <a:pt x="40387" y="19749"/>
                </a:cubicBezTo>
                <a:cubicBezTo>
                  <a:pt x="38232" y="20711"/>
                  <a:pt x="36061" y="22866"/>
                  <a:pt x="33789" y="26172"/>
                </a:cubicBezTo>
                <a:lnTo>
                  <a:pt x="31110" y="30207"/>
                </a:lnTo>
                <a:cubicBezTo>
                  <a:pt x="27818" y="35100"/>
                  <a:pt x="24512" y="38232"/>
                  <a:pt x="21220" y="39659"/>
                </a:cubicBezTo>
                <a:cubicBezTo>
                  <a:pt x="17972" y="41072"/>
                  <a:pt x="14331" y="40970"/>
                  <a:pt x="10297" y="39266"/>
                </a:cubicBezTo>
                <a:cubicBezTo>
                  <a:pt x="5622" y="37270"/>
                  <a:pt x="2607" y="34081"/>
                  <a:pt x="1296" y="29639"/>
                </a:cubicBezTo>
                <a:cubicBezTo>
                  <a:pt x="0" y="25211"/>
                  <a:pt x="568" y="20143"/>
                  <a:pt x="3015" y="14346"/>
                </a:cubicBezTo>
                <a:cubicBezTo>
                  <a:pt x="4093" y="11899"/>
                  <a:pt x="5345" y="9452"/>
                  <a:pt x="6874" y="7064"/>
                </a:cubicBezTo>
                <a:cubicBezTo>
                  <a:pt x="8418" y="4661"/>
                  <a:pt x="10181" y="2330"/>
                  <a:pt x="12220" y="0"/>
                </a:cubicBezTo>
                <a:close/>
                <a:moveTo>
                  <a:pt x="1222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FEF3D-EE6C-4B74-841F-C911823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916" y="1027107"/>
            <a:ext cx="66676" cy="35377"/>
          </a:xfrm>
          <a:custGeom xmlns:a="http://schemas.openxmlformats.org/drawingml/2006/main">
            <a:pathLst>
              <a:path w="66676" h="35377">
                <a:moveTo>
                  <a:pt x="0" y="13137"/>
                </a:moveTo>
                <a:lnTo>
                  <a:pt x="3015" y="5971"/>
                </a:lnTo>
                <a:lnTo>
                  <a:pt x="49839" y="25706"/>
                </a:lnTo>
                <a:lnTo>
                  <a:pt x="60646" y="0"/>
                </a:lnTo>
                <a:lnTo>
                  <a:pt x="66676" y="2491"/>
                </a:lnTo>
                <a:lnTo>
                  <a:pt x="52796" y="35377"/>
                </a:lnTo>
                <a:lnTo>
                  <a:pt x="0" y="13137"/>
                </a:lnTo>
                <a:close/>
                <a:moveTo>
                  <a:pt x="0" y="131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185BC-D4C9-4F94-A354-7B82B0E0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64" y="976466"/>
            <a:ext cx="64739" cy="50582"/>
          </a:xfrm>
          <a:custGeom xmlns:a="http://schemas.openxmlformats.org/drawingml/2006/main">
            <a:pathLst>
              <a:path w="64739" h="50582">
                <a:moveTo>
                  <a:pt x="8753" y="7049"/>
                </a:moveTo>
                <a:lnTo>
                  <a:pt x="30949" y="27818"/>
                </a:lnTo>
                <a:lnTo>
                  <a:pt x="39135" y="8418"/>
                </a:lnTo>
                <a:lnTo>
                  <a:pt x="8753" y="7049"/>
                </a:lnTo>
                <a:close/>
                <a:moveTo>
                  <a:pt x="0" y="8141"/>
                </a:moveTo>
                <a:lnTo>
                  <a:pt x="3408" y="0"/>
                </a:lnTo>
                <a:lnTo>
                  <a:pt x="64739" y="2156"/>
                </a:lnTo>
                <a:lnTo>
                  <a:pt x="61607" y="9612"/>
                </a:lnTo>
                <a:lnTo>
                  <a:pt x="46023" y="8710"/>
                </a:lnTo>
                <a:lnTo>
                  <a:pt x="36003" y="32479"/>
                </a:lnTo>
                <a:lnTo>
                  <a:pt x="47494" y="43009"/>
                </a:lnTo>
                <a:lnTo>
                  <a:pt x="44319" y="50582"/>
                </a:lnTo>
                <a:lnTo>
                  <a:pt x="0" y="8141"/>
                </a:lnTo>
                <a:close/>
                <a:moveTo>
                  <a:pt x="0" y="81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32B38-DDE2-414A-A9F8-1F0109C2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517" y="924413"/>
            <a:ext cx="57471" cy="53422"/>
          </a:xfrm>
          <a:custGeom xmlns:a="http://schemas.openxmlformats.org/drawingml/2006/main">
            <a:pathLst>
              <a:path w="57471" h="53422">
                <a:moveTo>
                  <a:pt x="36411" y="37998"/>
                </a:moveTo>
                <a:lnTo>
                  <a:pt x="57471" y="46883"/>
                </a:lnTo>
                <a:lnTo>
                  <a:pt x="54675" y="53422"/>
                </a:lnTo>
                <a:lnTo>
                  <a:pt x="0" y="30323"/>
                </a:lnTo>
                <a:lnTo>
                  <a:pt x="2738" y="23784"/>
                </a:lnTo>
                <a:lnTo>
                  <a:pt x="8768" y="26332"/>
                </a:lnTo>
                <a:cubicBezTo>
                  <a:pt x="7005" y="23944"/>
                  <a:pt x="5971" y="21497"/>
                  <a:pt x="5695" y="18948"/>
                </a:cubicBezTo>
                <a:cubicBezTo>
                  <a:pt x="5403" y="16327"/>
                  <a:pt x="5928" y="13589"/>
                  <a:pt x="7122" y="10690"/>
                </a:cubicBezTo>
                <a:cubicBezTo>
                  <a:pt x="9161" y="5913"/>
                  <a:pt x="12744" y="2782"/>
                  <a:pt x="17812" y="1413"/>
                </a:cubicBezTo>
                <a:cubicBezTo>
                  <a:pt x="22881" y="0"/>
                  <a:pt x="28561" y="626"/>
                  <a:pt x="34765" y="3233"/>
                </a:cubicBezTo>
                <a:cubicBezTo>
                  <a:pt x="41028" y="5855"/>
                  <a:pt x="45397" y="9496"/>
                  <a:pt x="47961" y="14113"/>
                </a:cubicBezTo>
                <a:cubicBezTo>
                  <a:pt x="50524" y="18715"/>
                  <a:pt x="50757" y="23434"/>
                  <a:pt x="48762" y="28269"/>
                </a:cubicBezTo>
                <a:cubicBezTo>
                  <a:pt x="47509" y="31168"/>
                  <a:pt x="45922" y="33396"/>
                  <a:pt x="43868" y="35042"/>
                </a:cubicBezTo>
                <a:cubicBezTo>
                  <a:pt x="41814" y="36629"/>
                  <a:pt x="39368" y="37605"/>
                  <a:pt x="36411" y="37998"/>
                </a:cubicBezTo>
                <a:close/>
                <a:moveTo>
                  <a:pt x="31925" y="10006"/>
                </a:moveTo>
                <a:cubicBezTo>
                  <a:pt x="27148" y="7967"/>
                  <a:pt x="22983" y="7399"/>
                  <a:pt x="19400" y="8185"/>
                </a:cubicBezTo>
                <a:cubicBezTo>
                  <a:pt x="15875" y="9044"/>
                  <a:pt x="13370" y="11142"/>
                  <a:pt x="11899" y="14623"/>
                </a:cubicBezTo>
                <a:cubicBezTo>
                  <a:pt x="10472" y="18031"/>
                  <a:pt x="10705" y="21337"/>
                  <a:pt x="12584" y="24468"/>
                </a:cubicBezTo>
                <a:cubicBezTo>
                  <a:pt x="14448" y="27585"/>
                  <a:pt x="17812" y="30148"/>
                  <a:pt x="22589" y="32144"/>
                </a:cubicBezTo>
                <a:cubicBezTo>
                  <a:pt x="27366" y="34183"/>
                  <a:pt x="31517" y="34765"/>
                  <a:pt x="35100" y="33964"/>
                </a:cubicBezTo>
                <a:cubicBezTo>
                  <a:pt x="38639" y="33105"/>
                  <a:pt x="41188" y="31008"/>
                  <a:pt x="42615" y="27527"/>
                </a:cubicBezTo>
                <a:cubicBezTo>
                  <a:pt x="44101" y="24119"/>
                  <a:pt x="43868" y="20827"/>
                  <a:pt x="41931" y="17696"/>
                </a:cubicBezTo>
                <a:cubicBezTo>
                  <a:pt x="40052" y="14564"/>
                  <a:pt x="36702" y="12001"/>
                  <a:pt x="31925" y="10006"/>
                </a:cubicBezTo>
                <a:close/>
                <a:moveTo>
                  <a:pt x="31925" y="100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C84C8F-7B2E-42D2-98A4-58835F4C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917" y="878390"/>
            <a:ext cx="57471" cy="53422"/>
          </a:xfrm>
          <a:custGeom xmlns:a="http://schemas.openxmlformats.org/drawingml/2006/main">
            <a:pathLst>
              <a:path w="57471" h="53422">
                <a:moveTo>
                  <a:pt x="36411" y="37998"/>
                </a:moveTo>
                <a:lnTo>
                  <a:pt x="57471" y="46868"/>
                </a:lnTo>
                <a:lnTo>
                  <a:pt x="54675" y="53422"/>
                </a:lnTo>
                <a:lnTo>
                  <a:pt x="0" y="30381"/>
                </a:lnTo>
                <a:lnTo>
                  <a:pt x="2738" y="23769"/>
                </a:lnTo>
                <a:lnTo>
                  <a:pt x="8768" y="26332"/>
                </a:lnTo>
                <a:cubicBezTo>
                  <a:pt x="7005" y="23944"/>
                  <a:pt x="5971" y="21497"/>
                  <a:pt x="5695" y="18934"/>
                </a:cubicBezTo>
                <a:cubicBezTo>
                  <a:pt x="5403" y="16385"/>
                  <a:pt x="5928" y="13647"/>
                  <a:pt x="7122" y="10749"/>
                </a:cubicBezTo>
                <a:cubicBezTo>
                  <a:pt x="9161" y="5913"/>
                  <a:pt x="12744" y="2840"/>
                  <a:pt x="17812" y="1413"/>
                </a:cubicBezTo>
                <a:cubicBezTo>
                  <a:pt x="22881" y="0"/>
                  <a:pt x="28561" y="626"/>
                  <a:pt x="34765" y="3233"/>
                </a:cubicBezTo>
                <a:cubicBezTo>
                  <a:pt x="41028" y="5855"/>
                  <a:pt x="45412" y="9496"/>
                  <a:pt x="47961" y="14157"/>
                </a:cubicBezTo>
                <a:cubicBezTo>
                  <a:pt x="50524" y="18774"/>
                  <a:pt x="50757" y="23492"/>
                  <a:pt x="48762" y="28269"/>
                </a:cubicBezTo>
                <a:cubicBezTo>
                  <a:pt x="47509" y="31168"/>
                  <a:pt x="45922" y="33454"/>
                  <a:pt x="43868" y="35042"/>
                </a:cubicBezTo>
                <a:cubicBezTo>
                  <a:pt x="41814" y="36629"/>
                  <a:pt x="39368" y="37605"/>
                  <a:pt x="36411" y="37998"/>
                </a:cubicBezTo>
                <a:close/>
                <a:moveTo>
                  <a:pt x="31925" y="10006"/>
                </a:moveTo>
                <a:cubicBezTo>
                  <a:pt x="27148" y="8010"/>
                  <a:pt x="22983" y="7384"/>
                  <a:pt x="19400" y="8243"/>
                </a:cubicBezTo>
                <a:cubicBezTo>
                  <a:pt x="15875" y="9044"/>
                  <a:pt x="13370" y="11142"/>
                  <a:pt x="11899" y="14623"/>
                </a:cubicBezTo>
                <a:cubicBezTo>
                  <a:pt x="10472" y="18089"/>
                  <a:pt x="10705" y="21322"/>
                  <a:pt x="12584" y="24454"/>
                </a:cubicBezTo>
                <a:cubicBezTo>
                  <a:pt x="14448" y="27585"/>
                  <a:pt x="17812" y="30148"/>
                  <a:pt x="22589" y="32202"/>
                </a:cubicBezTo>
                <a:cubicBezTo>
                  <a:pt x="27366" y="34183"/>
                  <a:pt x="31517" y="34809"/>
                  <a:pt x="35100" y="33964"/>
                </a:cubicBezTo>
                <a:cubicBezTo>
                  <a:pt x="38639" y="33163"/>
                  <a:pt x="41144" y="31008"/>
                  <a:pt x="42615" y="27585"/>
                </a:cubicBezTo>
                <a:cubicBezTo>
                  <a:pt x="44101" y="24119"/>
                  <a:pt x="43868" y="20813"/>
                  <a:pt x="41931" y="17739"/>
                </a:cubicBezTo>
                <a:cubicBezTo>
                  <a:pt x="40052" y="14623"/>
                  <a:pt x="36702" y="12059"/>
                  <a:pt x="31925" y="10006"/>
                </a:cubicBezTo>
                <a:close/>
                <a:moveTo>
                  <a:pt x="31925" y="100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661D8-620A-454E-A614-1A081A6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296" y="823249"/>
            <a:ext cx="67186" cy="55651"/>
          </a:xfrm>
          <a:custGeom xmlns:a="http://schemas.openxmlformats.org/drawingml/2006/main">
            <a:pathLst>
              <a:path w="67186" h="55651">
                <a:moveTo>
                  <a:pt x="0" y="33396"/>
                </a:moveTo>
                <a:lnTo>
                  <a:pt x="14113" y="0"/>
                </a:lnTo>
                <a:lnTo>
                  <a:pt x="20143" y="2505"/>
                </a:lnTo>
                <a:lnTo>
                  <a:pt x="9044" y="28794"/>
                </a:lnTo>
                <a:lnTo>
                  <a:pt x="24687" y="35391"/>
                </a:lnTo>
                <a:lnTo>
                  <a:pt x="35333" y="10195"/>
                </a:lnTo>
                <a:lnTo>
                  <a:pt x="41305" y="12758"/>
                </a:lnTo>
                <a:lnTo>
                  <a:pt x="30716" y="37897"/>
                </a:lnTo>
                <a:lnTo>
                  <a:pt x="49839" y="45980"/>
                </a:lnTo>
                <a:lnTo>
                  <a:pt x="61214" y="19123"/>
                </a:lnTo>
                <a:lnTo>
                  <a:pt x="67186" y="21628"/>
                </a:lnTo>
                <a:lnTo>
                  <a:pt x="52854" y="55651"/>
                </a:lnTo>
                <a:lnTo>
                  <a:pt x="0" y="33396"/>
                </a:lnTo>
                <a:close/>
                <a:moveTo>
                  <a:pt x="0" y="333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C9702-3978-4FD5-B614-A08C29F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615" y="762836"/>
            <a:ext cx="63996" cy="70827"/>
          </a:xfrm>
          <a:custGeom xmlns:a="http://schemas.openxmlformats.org/drawingml/2006/main">
            <a:pathLst>
              <a:path w="63996" h="70827">
                <a:moveTo>
                  <a:pt x="20696" y="26230"/>
                </a:moveTo>
                <a:cubicBezTo>
                  <a:pt x="18482" y="23332"/>
                  <a:pt x="17113" y="20478"/>
                  <a:pt x="16720" y="17637"/>
                </a:cubicBezTo>
                <a:cubicBezTo>
                  <a:pt x="16268" y="14797"/>
                  <a:pt x="16720" y="11841"/>
                  <a:pt x="17972" y="8768"/>
                </a:cubicBezTo>
                <a:cubicBezTo>
                  <a:pt x="19735" y="4661"/>
                  <a:pt x="22517" y="2054"/>
                  <a:pt x="26332" y="1020"/>
                </a:cubicBezTo>
                <a:cubicBezTo>
                  <a:pt x="30207" y="0"/>
                  <a:pt x="34751" y="626"/>
                  <a:pt x="40096" y="2898"/>
                </a:cubicBezTo>
                <a:lnTo>
                  <a:pt x="63996" y="12977"/>
                </a:lnTo>
                <a:lnTo>
                  <a:pt x="61272" y="19516"/>
                </a:lnTo>
                <a:lnTo>
                  <a:pt x="37547" y="9496"/>
                </a:lnTo>
                <a:cubicBezTo>
                  <a:pt x="33731" y="7908"/>
                  <a:pt x="30658" y="7399"/>
                  <a:pt x="28269" y="7967"/>
                </a:cubicBezTo>
                <a:cubicBezTo>
                  <a:pt x="25823" y="8535"/>
                  <a:pt x="24060" y="10181"/>
                  <a:pt x="22866" y="12977"/>
                </a:cubicBezTo>
                <a:cubicBezTo>
                  <a:pt x="21439" y="16327"/>
                  <a:pt x="21439" y="19458"/>
                  <a:pt x="22866" y="22356"/>
                </a:cubicBezTo>
                <a:cubicBezTo>
                  <a:pt x="24293" y="25255"/>
                  <a:pt x="26900" y="27541"/>
                  <a:pt x="30833" y="29187"/>
                </a:cubicBezTo>
                <a:lnTo>
                  <a:pt x="53189" y="38625"/>
                </a:lnTo>
                <a:lnTo>
                  <a:pt x="50451" y="45179"/>
                </a:lnTo>
                <a:lnTo>
                  <a:pt x="26726" y="35158"/>
                </a:lnTo>
                <a:cubicBezTo>
                  <a:pt x="22924" y="33571"/>
                  <a:pt x="19793" y="33061"/>
                  <a:pt x="17404" y="33629"/>
                </a:cubicBezTo>
                <a:cubicBezTo>
                  <a:pt x="15016" y="34197"/>
                  <a:pt x="13254" y="35901"/>
                  <a:pt x="12059" y="38683"/>
                </a:cubicBezTo>
                <a:cubicBezTo>
                  <a:pt x="10632" y="41989"/>
                  <a:pt x="10632" y="45120"/>
                  <a:pt x="12059" y="48077"/>
                </a:cubicBezTo>
                <a:cubicBezTo>
                  <a:pt x="13472" y="50975"/>
                  <a:pt x="16152" y="53189"/>
                  <a:pt x="19968" y="54849"/>
                </a:cubicBezTo>
                <a:lnTo>
                  <a:pt x="42382" y="64287"/>
                </a:lnTo>
                <a:lnTo>
                  <a:pt x="39644" y="70827"/>
                </a:lnTo>
                <a:lnTo>
                  <a:pt x="0" y="54107"/>
                </a:lnTo>
                <a:lnTo>
                  <a:pt x="2724" y="47567"/>
                </a:lnTo>
                <a:lnTo>
                  <a:pt x="8928" y="50174"/>
                </a:lnTo>
                <a:cubicBezTo>
                  <a:pt x="7107" y="47684"/>
                  <a:pt x="6088" y="45120"/>
                  <a:pt x="5797" y="42557"/>
                </a:cubicBezTo>
                <a:cubicBezTo>
                  <a:pt x="5505" y="39994"/>
                  <a:pt x="5971" y="37270"/>
                  <a:pt x="7166" y="34416"/>
                </a:cubicBezTo>
                <a:cubicBezTo>
                  <a:pt x="8418" y="31517"/>
                  <a:pt x="10181" y="29420"/>
                  <a:pt x="12453" y="27993"/>
                </a:cubicBezTo>
                <a:cubicBezTo>
                  <a:pt x="14783" y="26624"/>
                  <a:pt x="17521" y="25997"/>
                  <a:pt x="20696" y="26230"/>
                </a:cubicBezTo>
                <a:close/>
                <a:moveTo>
                  <a:pt x="20696" y="262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0D7EF-F9B3-4734-B11D-F2A4AD54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946" y="716011"/>
            <a:ext cx="66224" cy="47058"/>
          </a:xfrm>
          <a:custGeom xmlns:a="http://schemas.openxmlformats.org/drawingml/2006/main">
            <a:pathLst>
              <a:path w="66224" h="47058">
                <a:moveTo>
                  <a:pt x="47393" y="10020"/>
                </a:moveTo>
                <a:cubicBezTo>
                  <a:pt x="42615" y="7967"/>
                  <a:pt x="38406" y="7399"/>
                  <a:pt x="34867" y="8200"/>
                </a:cubicBezTo>
                <a:cubicBezTo>
                  <a:pt x="31284" y="9044"/>
                  <a:pt x="28794" y="11156"/>
                  <a:pt x="27366" y="14623"/>
                </a:cubicBezTo>
                <a:cubicBezTo>
                  <a:pt x="25881" y="18045"/>
                  <a:pt x="26114" y="21337"/>
                  <a:pt x="27993" y="24468"/>
                </a:cubicBezTo>
                <a:cubicBezTo>
                  <a:pt x="29930" y="27600"/>
                  <a:pt x="33221" y="30163"/>
                  <a:pt x="38057" y="32144"/>
                </a:cubicBezTo>
                <a:cubicBezTo>
                  <a:pt x="42834" y="34197"/>
                  <a:pt x="46999" y="34765"/>
                  <a:pt x="50582" y="33964"/>
                </a:cubicBezTo>
                <a:cubicBezTo>
                  <a:pt x="54107" y="33178"/>
                  <a:pt x="56612" y="31008"/>
                  <a:pt x="58083" y="27541"/>
                </a:cubicBezTo>
                <a:cubicBezTo>
                  <a:pt x="59510" y="24119"/>
                  <a:pt x="59277" y="20827"/>
                  <a:pt x="57398" y="17696"/>
                </a:cubicBezTo>
                <a:cubicBezTo>
                  <a:pt x="55519" y="14623"/>
                  <a:pt x="52170" y="12001"/>
                  <a:pt x="47393" y="10020"/>
                </a:cubicBezTo>
                <a:close/>
                <a:moveTo>
                  <a:pt x="24177" y="26347"/>
                </a:moveTo>
                <a:cubicBezTo>
                  <a:pt x="22415" y="23958"/>
                  <a:pt x="21395" y="21512"/>
                  <a:pt x="21162" y="18948"/>
                </a:cubicBezTo>
                <a:cubicBezTo>
                  <a:pt x="20885" y="16385"/>
                  <a:pt x="21337" y="13661"/>
                  <a:pt x="22589" y="10763"/>
                </a:cubicBezTo>
                <a:cubicBezTo>
                  <a:pt x="24628" y="5913"/>
                  <a:pt x="28168" y="2796"/>
                  <a:pt x="33280" y="1427"/>
                </a:cubicBezTo>
                <a:cubicBezTo>
                  <a:pt x="38348" y="0"/>
                  <a:pt x="43970" y="626"/>
                  <a:pt x="50233" y="3248"/>
                </a:cubicBezTo>
                <a:cubicBezTo>
                  <a:pt x="56437" y="5869"/>
                  <a:pt x="60879" y="9511"/>
                  <a:pt x="63428" y="14113"/>
                </a:cubicBezTo>
                <a:cubicBezTo>
                  <a:pt x="65933" y="18715"/>
                  <a:pt x="66224" y="23449"/>
                  <a:pt x="64171" y="28284"/>
                </a:cubicBezTo>
                <a:cubicBezTo>
                  <a:pt x="62976" y="31182"/>
                  <a:pt x="61331" y="33454"/>
                  <a:pt x="59335" y="35042"/>
                </a:cubicBezTo>
                <a:cubicBezTo>
                  <a:pt x="57296" y="36644"/>
                  <a:pt x="54791" y="37605"/>
                  <a:pt x="51878" y="38013"/>
                </a:cubicBezTo>
                <a:lnTo>
                  <a:pt x="57806" y="40504"/>
                </a:lnTo>
                <a:lnTo>
                  <a:pt x="55068" y="47058"/>
                </a:lnTo>
                <a:lnTo>
                  <a:pt x="0" y="23842"/>
                </a:lnTo>
                <a:lnTo>
                  <a:pt x="2724" y="17302"/>
                </a:lnTo>
                <a:lnTo>
                  <a:pt x="24177" y="26347"/>
                </a:lnTo>
                <a:close/>
                <a:moveTo>
                  <a:pt x="24177" y="2634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866C4-6EAF-4B1A-966D-B2D00335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352" y="670949"/>
            <a:ext cx="47786" cy="43416"/>
          </a:xfrm>
          <a:custGeom xmlns:a="http://schemas.openxmlformats.org/drawingml/2006/main">
            <a:pathLst>
              <a:path w="47786" h="43416">
                <a:moveTo>
                  <a:pt x="29012" y="2913"/>
                </a:moveTo>
                <a:lnTo>
                  <a:pt x="32202" y="4267"/>
                </a:lnTo>
                <a:lnTo>
                  <a:pt x="19560" y="34197"/>
                </a:lnTo>
                <a:cubicBezTo>
                  <a:pt x="24177" y="35785"/>
                  <a:pt x="28153" y="35901"/>
                  <a:pt x="31517" y="34488"/>
                </a:cubicBezTo>
                <a:cubicBezTo>
                  <a:pt x="34867" y="33061"/>
                  <a:pt x="37489" y="30163"/>
                  <a:pt x="39309" y="25837"/>
                </a:cubicBezTo>
                <a:cubicBezTo>
                  <a:pt x="40329" y="23332"/>
                  <a:pt x="41072" y="20827"/>
                  <a:pt x="41465" y="18205"/>
                </a:cubicBezTo>
                <a:cubicBezTo>
                  <a:pt x="41814" y="15598"/>
                  <a:pt x="41873" y="12860"/>
                  <a:pt x="41640" y="10020"/>
                </a:cubicBezTo>
                <a:lnTo>
                  <a:pt x="47786" y="12642"/>
                </a:lnTo>
                <a:cubicBezTo>
                  <a:pt x="47786" y="15365"/>
                  <a:pt x="47553" y="18104"/>
                  <a:pt x="47043" y="20769"/>
                </a:cubicBezTo>
                <a:cubicBezTo>
                  <a:pt x="46533" y="23449"/>
                  <a:pt x="45732" y="26070"/>
                  <a:pt x="44654" y="28561"/>
                </a:cubicBezTo>
                <a:cubicBezTo>
                  <a:pt x="41975" y="34882"/>
                  <a:pt x="38057" y="39149"/>
                  <a:pt x="32828" y="41261"/>
                </a:cubicBezTo>
                <a:cubicBezTo>
                  <a:pt x="27585" y="43416"/>
                  <a:pt x="21788" y="43125"/>
                  <a:pt x="15526" y="40518"/>
                </a:cubicBezTo>
                <a:cubicBezTo>
                  <a:pt x="9044" y="37780"/>
                  <a:pt x="4661" y="33862"/>
                  <a:pt x="2330" y="28736"/>
                </a:cubicBezTo>
                <a:cubicBezTo>
                  <a:pt x="0" y="23623"/>
                  <a:pt x="58" y="18104"/>
                  <a:pt x="2549" y="12176"/>
                </a:cubicBezTo>
                <a:cubicBezTo>
                  <a:pt x="4835" y="6831"/>
                  <a:pt x="8302" y="3364"/>
                  <a:pt x="13079" y="1660"/>
                </a:cubicBezTo>
                <a:cubicBezTo>
                  <a:pt x="17798" y="0"/>
                  <a:pt x="23099" y="466"/>
                  <a:pt x="29012" y="2913"/>
                </a:cubicBezTo>
                <a:close/>
                <a:moveTo>
                  <a:pt x="24352" y="8651"/>
                </a:moveTo>
                <a:cubicBezTo>
                  <a:pt x="20754" y="7180"/>
                  <a:pt x="17521" y="7005"/>
                  <a:pt x="14564" y="8025"/>
                </a:cubicBezTo>
                <a:cubicBezTo>
                  <a:pt x="11608" y="9059"/>
                  <a:pt x="9496" y="11215"/>
                  <a:pt x="8127" y="14404"/>
                </a:cubicBezTo>
                <a:cubicBezTo>
                  <a:pt x="6598" y="18045"/>
                  <a:pt x="6365" y="21395"/>
                  <a:pt x="7501" y="24410"/>
                </a:cubicBezTo>
                <a:cubicBezTo>
                  <a:pt x="8637" y="27483"/>
                  <a:pt x="11025" y="29930"/>
                  <a:pt x="14623" y="31867"/>
                </a:cubicBezTo>
                <a:lnTo>
                  <a:pt x="24352" y="8651"/>
                </a:lnTo>
                <a:close/>
                <a:moveTo>
                  <a:pt x="24352" y="865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4D6A4-BFBC-4376-8751-646365A2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217" y="616449"/>
            <a:ext cx="57850" cy="53539"/>
          </a:xfrm>
          <a:custGeom xmlns:a="http://schemas.openxmlformats.org/drawingml/2006/main">
            <a:pathLst>
              <a:path w="57850" h="53539">
                <a:moveTo>
                  <a:pt x="21439" y="15540"/>
                </a:moveTo>
                <a:lnTo>
                  <a:pt x="0" y="6496"/>
                </a:lnTo>
                <a:lnTo>
                  <a:pt x="2782" y="0"/>
                </a:lnTo>
                <a:lnTo>
                  <a:pt x="57850" y="23216"/>
                </a:lnTo>
                <a:lnTo>
                  <a:pt x="55068" y="29697"/>
                </a:lnTo>
                <a:lnTo>
                  <a:pt x="49155" y="27192"/>
                </a:lnTo>
                <a:cubicBezTo>
                  <a:pt x="50917" y="29595"/>
                  <a:pt x="51937" y="32027"/>
                  <a:pt x="52228" y="34590"/>
                </a:cubicBezTo>
                <a:cubicBezTo>
                  <a:pt x="52446" y="37154"/>
                  <a:pt x="51995" y="39936"/>
                  <a:pt x="50742" y="42848"/>
                </a:cubicBezTo>
                <a:cubicBezTo>
                  <a:pt x="48747" y="47626"/>
                  <a:pt x="45164" y="50757"/>
                  <a:pt x="40110" y="52111"/>
                </a:cubicBezTo>
                <a:cubicBezTo>
                  <a:pt x="34984" y="53539"/>
                  <a:pt x="29347" y="52912"/>
                  <a:pt x="23099" y="50291"/>
                </a:cubicBezTo>
                <a:cubicBezTo>
                  <a:pt x="16895" y="47626"/>
                  <a:pt x="12511" y="44043"/>
                  <a:pt x="9947" y="39426"/>
                </a:cubicBezTo>
                <a:cubicBezTo>
                  <a:pt x="7399" y="34765"/>
                  <a:pt x="7107" y="30105"/>
                  <a:pt x="9161" y="25327"/>
                </a:cubicBezTo>
                <a:cubicBezTo>
                  <a:pt x="10414" y="22356"/>
                  <a:pt x="12001" y="20084"/>
                  <a:pt x="14055" y="18497"/>
                </a:cubicBezTo>
                <a:cubicBezTo>
                  <a:pt x="16035" y="16895"/>
                  <a:pt x="18540" y="15933"/>
                  <a:pt x="21439" y="15540"/>
                </a:cubicBezTo>
                <a:close/>
                <a:moveTo>
                  <a:pt x="25939" y="43533"/>
                </a:moveTo>
                <a:cubicBezTo>
                  <a:pt x="30716" y="45572"/>
                  <a:pt x="34925" y="46140"/>
                  <a:pt x="38450" y="45354"/>
                </a:cubicBezTo>
                <a:cubicBezTo>
                  <a:pt x="42033" y="44552"/>
                  <a:pt x="44538" y="42382"/>
                  <a:pt x="45965" y="38974"/>
                </a:cubicBezTo>
                <a:cubicBezTo>
                  <a:pt x="47451" y="35508"/>
                  <a:pt x="47218" y="32202"/>
                  <a:pt x="45339" y="29071"/>
                </a:cubicBezTo>
                <a:cubicBezTo>
                  <a:pt x="43402" y="25954"/>
                  <a:pt x="40110" y="23390"/>
                  <a:pt x="35333" y="21395"/>
                </a:cubicBezTo>
                <a:cubicBezTo>
                  <a:pt x="30542" y="19342"/>
                  <a:pt x="26332" y="18774"/>
                  <a:pt x="22808" y="19575"/>
                </a:cubicBezTo>
                <a:cubicBezTo>
                  <a:pt x="19225" y="20434"/>
                  <a:pt x="16720" y="22531"/>
                  <a:pt x="15249" y="25997"/>
                </a:cubicBezTo>
                <a:cubicBezTo>
                  <a:pt x="13822" y="29420"/>
                  <a:pt x="14055" y="32712"/>
                  <a:pt x="15933" y="35843"/>
                </a:cubicBezTo>
                <a:cubicBezTo>
                  <a:pt x="17798" y="38974"/>
                  <a:pt x="21162" y="41538"/>
                  <a:pt x="25939" y="43533"/>
                </a:cubicBezTo>
                <a:close/>
                <a:moveTo>
                  <a:pt x="25939" y="435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6DE12-CC5C-4FD0-B3CC-8A056F0D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17" y="570426"/>
            <a:ext cx="57850" cy="53539"/>
          </a:xfrm>
          <a:custGeom xmlns:a="http://schemas.openxmlformats.org/drawingml/2006/main">
            <a:pathLst>
              <a:path w="57850" h="53539">
                <a:moveTo>
                  <a:pt x="21439" y="15540"/>
                </a:moveTo>
                <a:lnTo>
                  <a:pt x="0" y="6481"/>
                </a:lnTo>
                <a:lnTo>
                  <a:pt x="2782" y="0"/>
                </a:lnTo>
                <a:lnTo>
                  <a:pt x="57850" y="23216"/>
                </a:lnTo>
                <a:lnTo>
                  <a:pt x="55068" y="29755"/>
                </a:lnTo>
                <a:lnTo>
                  <a:pt x="49155" y="27250"/>
                </a:lnTo>
                <a:cubicBezTo>
                  <a:pt x="50917" y="29580"/>
                  <a:pt x="51937" y="32027"/>
                  <a:pt x="52228" y="34649"/>
                </a:cubicBezTo>
                <a:cubicBezTo>
                  <a:pt x="52446" y="37212"/>
                  <a:pt x="51995" y="39936"/>
                  <a:pt x="50742" y="42892"/>
                </a:cubicBezTo>
                <a:cubicBezTo>
                  <a:pt x="48747" y="47684"/>
                  <a:pt x="45164" y="50757"/>
                  <a:pt x="40110" y="52170"/>
                </a:cubicBezTo>
                <a:cubicBezTo>
                  <a:pt x="34984" y="53539"/>
                  <a:pt x="29347" y="52912"/>
                  <a:pt x="23099" y="50291"/>
                </a:cubicBezTo>
                <a:cubicBezTo>
                  <a:pt x="16895" y="47684"/>
                  <a:pt x="12511" y="44043"/>
                  <a:pt x="9947" y="39426"/>
                </a:cubicBezTo>
                <a:cubicBezTo>
                  <a:pt x="7399" y="34823"/>
                  <a:pt x="7107" y="30105"/>
                  <a:pt x="9161" y="25313"/>
                </a:cubicBezTo>
                <a:cubicBezTo>
                  <a:pt x="10414" y="22415"/>
                  <a:pt x="12001" y="20143"/>
                  <a:pt x="14055" y="18555"/>
                </a:cubicBezTo>
                <a:cubicBezTo>
                  <a:pt x="16035" y="16895"/>
                  <a:pt x="18540" y="15933"/>
                  <a:pt x="21439" y="15540"/>
                </a:cubicBezTo>
                <a:close/>
                <a:moveTo>
                  <a:pt x="25939" y="43577"/>
                </a:moveTo>
                <a:cubicBezTo>
                  <a:pt x="30716" y="45572"/>
                  <a:pt x="34925" y="46198"/>
                  <a:pt x="38450" y="45339"/>
                </a:cubicBezTo>
                <a:cubicBezTo>
                  <a:pt x="42033" y="44552"/>
                  <a:pt x="44538" y="42441"/>
                  <a:pt x="45965" y="38974"/>
                </a:cubicBezTo>
                <a:cubicBezTo>
                  <a:pt x="47451" y="35566"/>
                  <a:pt x="47218" y="32260"/>
                  <a:pt x="45339" y="29129"/>
                </a:cubicBezTo>
                <a:cubicBezTo>
                  <a:pt x="43402" y="25997"/>
                  <a:pt x="40110" y="23390"/>
                  <a:pt x="35333" y="21395"/>
                </a:cubicBezTo>
                <a:cubicBezTo>
                  <a:pt x="30498" y="19342"/>
                  <a:pt x="26332" y="18774"/>
                  <a:pt x="22750" y="19633"/>
                </a:cubicBezTo>
                <a:cubicBezTo>
                  <a:pt x="19225" y="20419"/>
                  <a:pt x="16720" y="22589"/>
                  <a:pt x="15249" y="25997"/>
                </a:cubicBezTo>
                <a:cubicBezTo>
                  <a:pt x="13822" y="29478"/>
                  <a:pt x="14055" y="32770"/>
                  <a:pt x="15933" y="35843"/>
                </a:cubicBezTo>
                <a:cubicBezTo>
                  <a:pt x="17798" y="38974"/>
                  <a:pt x="21162" y="41538"/>
                  <a:pt x="25939" y="43577"/>
                </a:cubicBezTo>
                <a:close/>
                <a:moveTo>
                  <a:pt x="25939" y="4357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6D79F-D289-44B2-957C-46B7F09C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035" y="550516"/>
            <a:ext cx="57806" cy="29697"/>
          </a:xfrm>
          <a:custGeom xmlns:a="http://schemas.openxmlformats.org/drawingml/2006/main">
            <a:pathLst>
              <a:path w="57806" h="29697">
                <a:moveTo>
                  <a:pt x="15409" y="13021"/>
                </a:moveTo>
                <a:lnTo>
                  <a:pt x="18205" y="6481"/>
                </a:lnTo>
                <a:lnTo>
                  <a:pt x="57806" y="23216"/>
                </a:lnTo>
                <a:lnTo>
                  <a:pt x="55068" y="29697"/>
                </a:lnTo>
                <a:lnTo>
                  <a:pt x="15409" y="13021"/>
                </a:lnTo>
                <a:close/>
                <a:moveTo>
                  <a:pt x="0" y="6481"/>
                </a:moveTo>
                <a:lnTo>
                  <a:pt x="2724" y="0"/>
                </a:lnTo>
                <a:lnTo>
                  <a:pt x="10982" y="3466"/>
                </a:lnTo>
                <a:lnTo>
                  <a:pt x="8243" y="9962"/>
                </a:lnTo>
                <a:lnTo>
                  <a:pt x="0" y="6481"/>
                </a:lnTo>
                <a:close/>
                <a:moveTo>
                  <a:pt x="0" y="64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EFB19-B08E-4385-A779-38B1682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1877" y="514163"/>
            <a:ext cx="53582" cy="46198"/>
          </a:xfrm>
          <a:custGeom xmlns:a="http://schemas.openxmlformats.org/drawingml/2006/main">
            <a:pathLst>
              <a:path w="53582" h="46198">
                <a:moveTo>
                  <a:pt x="29697" y="2898"/>
                </a:moveTo>
                <a:lnTo>
                  <a:pt x="53582" y="12962"/>
                </a:lnTo>
                <a:lnTo>
                  <a:pt x="50859" y="19516"/>
                </a:lnTo>
                <a:lnTo>
                  <a:pt x="27133" y="9496"/>
                </a:lnTo>
                <a:cubicBezTo>
                  <a:pt x="23376" y="7908"/>
                  <a:pt x="20303" y="7457"/>
                  <a:pt x="17798" y="8127"/>
                </a:cubicBezTo>
                <a:cubicBezTo>
                  <a:pt x="15351" y="8811"/>
                  <a:pt x="13472" y="10632"/>
                  <a:pt x="12220" y="13545"/>
                </a:cubicBezTo>
                <a:cubicBezTo>
                  <a:pt x="10749" y="17069"/>
                  <a:pt x="10690" y="20303"/>
                  <a:pt x="12118" y="23274"/>
                </a:cubicBezTo>
                <a:cubicBezTo>
                  <a:pt x="13472" y="26289"/>
                  <a:pt x="16094" y="28561"/>
                  <a:pt x="19968" y="30207"/>
                </a:cubicBezTo>
                <a:lnTo>
                  <a:pt x="42382" y="39644"/>
                </a:lnTo>
                <a:lnTo>
                  <a:pt x="39586" y="46198"/>
                </a:lnTo>
                <a:lnTo>
                  <a:pt x="0" y="29464"/>
                </a:lnTo>
                <a:lnTo>
                  <a:pt x="2724" y="22924"/>
                </a:lnTo>
                <a:lnTo>
                  <a:pt x="8928" y="25546"/>
                </a:lnTo>
                <a:cubicBezTo>
                  <a:pt x="7166" y="22983"/>
                  <a:pt x="6132" y="20361"/>
                  <a:pt x="5855" y="17754"/>
                </a:cubicBezTo>
                <a:cubicBezTo>
                  <a:pt x="5564" y="15191"/>
                  <a:pt x="6030" y="12453"/>
                  <a:pt x="7224" y="9729"/>
                </a:cubicBezTo>
                <a:cubicBezTo>
                  <a:pt x="9103" y="5170"/>
                  <a:pt x="12001" y="2330"/>
                  <a:pt x="15759" y="1194"/>
                </a:cubicBezTo>
                <a:cubicBezTo>
                  <a:pt x="19560" y="0"/>
                  <a:pt x="24235" y="568"/>
                  <a:pt x="29697" y="2898"/>
                </a:cubicBezTo>
                <a:close/>
                <a:moveTo>
                  <a:pt x="29697" y="28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15CD1-B83A-48DD-BC65-75DF34FB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42" y="464892"/>
            <a:ext cx="61054" cy="52796"/>
          </a:xfrm>
          <a:custGeom xmlns:a="http://schemas.openxmlformats.org/drawingml/2006/main">
            <a:pathLst>
              <a:path w="61054" h="52796">
                <a:moveTo>
                  <a:pt x="27716" y="14681"/>
                </a:moveTo>
                <a:cubicBezTo>
                  <a:pt x="23041" y="12686"/>
                  <a:pt x="18948" y="12118"/>
                  <a:pt x="15540" y="12977"/>
                </a:cubicBezTo>
                <a:cubicBezTo>
                  <a:pt x="12118" y="13763"/>
                  <a:pt x="9671" y="15992"/>
                  <a:pt x="8200" y="19516"/>
                </a:cubicBezTo>
                <a:cubicBezTo>
                  <a:pt x="6714" y="22983"/>
                  <a:pt x="6889" y="26230"/>
                  <a:pt x="8651" y="29304"/>
                </a:cubicBezTo>
                <a:cubicBezTo>
                  <a:pt x="10414" y="32318"/>
                  <a:pt x="13661" y="34823"/>
                  <a:pt x="18380" y="36804"/>
                </a:cubicBezTo>
                <a:cubicBezTo>
                  <a:pt x="23099" y="38800"/>
                  <a:pt x="27148" y="39368"/>
                  <a:pt x="30556" y="38523"/>
                </a:cubicBezTo>
                <a:cubicBezTo>
                  <a:pt x="33964" y="37664"/>
                  <a:pt x="36411" y="35508"/>
                  <a:pt x="37897" y="32027"/>
                </a:cubicBezTo>
                <a:cubicBezTo>
                  <a:pt x="39368" y="28503"/>
                  <a:pt x="39207" y="25211"/>
                  <a:pt x="37445" y="22182"/>
                </a:cubicBezTo>
                <a:cubicBezTo>
                  <a:pt x="35668" y="19123"/>
                  <a:pt x="32435" y="16618"/>
                  <a:pt x="27716" y="14681"/>
                </a:cubicBezTo>
                <a:close/>
                <a:moveTo>
                  <a:pt x="45863" y="14623"/>
                </a:moveTo>
                <a:cubicBezTo>
                  <a:pt x="52577" y="17463"/>
                  <a:pt x="56947" y="21046"/>
                  <a:pt x="59000" y="25488"/>
                </a:cubicBezTo>
                <a:cubicBezTo>
                  <a:pt x="61054" y="29813"/>
                  <a:pt x="60763" y="35100"/>
                  <a:pt x="58141" y="41305"/>
                </a:cubicBezTo>
                <a:cubicBezTo>
                  <a:pt x="57180" y="43577"/>
                  <a:pt x="56102" y="45688"/>
                  <a:pt x="54908" y="47567"/>
                </a:cubicBezTo>
                <a:cubicBezTo>
                  <a:pt x="53713" y="49446"/>
                  <a:pt x="52344" y="51208"/>
                  <a:pt x="50815" y="52796"/>
                </a:cubicBezTo>
                <a:lnTo>
                  <a:pt x="44494" y="50116"/>
                </a:lnTo>
                <a:cubicBezTo>
                  <a:pt x="46315" y="48645"/>
                  <a:pt x="47902" y="47101"/>
                  <a:pt x="49155" y="45455"/>
                </a:cubicBezTo>
                <a:cubicBezTo>
                  <a:pt x="50466" y="43810"/>
                  <a:pt x="51485" y="41989"/>
                  <a:pt x="52344" y="40052"/>
                </a:cubicBezTo>
                <a:cubicBezTo>
                  <a:pt x="54107" y="35785"/>
                  <a:pt x="54340" y="32144"/>
                  <a:pt x="53029" y="29071"/>
                </a:cubicBezTo>
                <a:cubicBezTo>
                  <a:pt x="51718" y="25997"/>
                  <a:pt x="48762" y="23492"/>
                  <a:pt x="44261" y="21614"/>
                </a:cubicBezTo>
                <a:lnTo>
                  <a:pt x="41028" y="20259"/>
                </a:lnTo>
                <a:cubicBezTo>
                  <a:pt x="42848" y="22589"/>
                  <a:pt x="43810" y="25036"/>
                  <a:pt x="44101" y="27643"/>
                </a:cubicBezTo>
                <a:cubicBezTo>
                  <a:pt x="44378" y="30207"/>
                  <a:pt x="43868" y="33003"/>
                  <a:pt x="42674" y="35901"/>
                </a:cubicBezTo>
                <a:cubicBezTo>
                  <a:pt x="40620" y="40737"/>
                  <a:pt x="37096" y="43926"/>
                  <a:pt x="32144" y="45281"/>
                </a:cubicBezTo>
                <a:cubicBezTo>
                  <a:pt x="27192" y="46708"/>
                  <a:pt x="21686" y="46140"/>
                  <a:pt x="15540" y="43577"/>
                </a:cubicBezTo>
                <a:cubicBezTo>
                  <a:pt x="9394" y="40970"/>
                  <a:pt x="5127" y="37430"/>
                  <a:pt x="2680" y="32886"/>
                </a:cubicBezTo>
                <a:cubicBezTo>
                  <a:pt x="233" y="28328"/>
                  <a:pt x="0" y="23667"/>
                  <a:pt x="2054" y="18774"/>
                </a:cubicBezTo>
                <a:cubicBezTo>
                  <a:pt x="3306" y="15875"/>
                  <a:pt x="4952" y="13603"/>
                  <a:pt x="7005" y="12001"/>
                </a:cubicBezTo>
                <a:cubicBezTo>
                  <a:pt x="9044" y="10355"/>
                  <a:pt x="11491" y="9394"/>
                  <a:pt x="14404" y="9044"/>
                </a:cubicBezTo>
                <a:lnTo>
                  <a:pt x="8360" y="6481"/>
                </a:lnTo>
                <a:lnTo>
                  <a:pt x="11156" y="0"/>
                </a:lnTo>
                <a:lnTo>
                  <a:pt x="45863" y="14623"/>
                </a:lnTo>
                <a:close/>
                <a:moveTo>
                  <a:pt x="45863" y="1462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53D86-0377-4EE6-87B5-F8EE3299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003" y="1485317"/>
            <a:ext cx="55301" cy="53131"/>
          </a:xfrm>
          <a:custGeom xmlns:a="http://schemas.openxmlformats.org/drawingml/2006/main">
            <a:pathLst>
              <a:path w="55301" h="53131">
                <a:moveTo>
                  <a:pt x="9044" y="24687"/>
                </a:moveTo>
                <a:lnTo>
                  <a:pt x="28561" y="33731"/>
                </a:lnTo>
                <a:lnTo>
                  <a:pt x="32653" y="24905"/>
                </a:lnTo>
                <a:cubicBezTo>
                  <a:pt x="34183" y="21614"/>
                  <a:pt x="34532" y="18715"/>
                  <a:pt x="33615" y="16094"/>
                </a:cubicBezTo>
                <a:cubicBezTo>
                  <a:pt x="32770" y="13530"/>
                  <a:pt x="30775" y="11535"/>
                  <a:pt x="27643" y="10064"/>
                </a:cubicBezTo>
                <a:cubicBezTo>
                  <a:pt x="24512" y="8637"/>
                  <a:pt x="21672" y="8418"/>
                  <a:pt x="19167" y="9438"/>
                </a:cubicBezTo>
                <a:cubicBezTo>
                  <a:pt x="16662" y="10399"/>
                  <a:pt x="14623" y="12569"/>
                  <a:pt x="13137" y="15861"/>
                </a:cubicBezTo>
                <a:lnTo>
                  <a:pt x="9044" y="24687"/>
                </a:lnTo>
                <a:close/>
                <a:moveTo>
                  <a:pt x="0" y="29071"/>
                </a:moveTo>
                <a:lnTo>
                  <a:pt x="7340" y="13195"/>
                </a:lnTo>
                <a:cubicBezTo>
                  <a:pt x="10006" y="7326"/>
                  <a:pt x="13370" y="3525"/>
                  <a:pt x="17404" y="1762"/>
                </a:cubicBezTo>
                <a:cubicBezTo>
                  <a:pt x="21439" y="0"/>
                  <a:pt x="25997" y="277"/>
                  <a:pt x="31066" y="2665"/>
                </a:cubicBezTo>
                <a:cubicBezTo>
                  <a:pt x="36236" y="4996"/>
                  <a:pt x="39426" y="8302"/>
                  <a:pt x="40620" y="12511"/>
                </a:cubicBezTo>
                <a:cubicBezTo>
                  <a:pt x="41873" y="16720"/>
                  <a:pt x="41188" y="21730"/>
                  <a:pt x="38450" y="27585"/>
                </a:cubicBezTo>
                <a:lnTo>
                  <a:pt x="34357" y="36411"/>
                </a:lnTo>
                <a:lnTo>
                  <a:pt x="55301" y="46082"/>
                </a:lnTo>
                <a:lnTo>
                  <a:pt x="52053" y="53131"/>
                </a:lnTo>
                <a:lnTo>
                  <a:pt x="0" y="29071"/>
                </a:lnTo>
                <a:close/>
                <a:moveTo>
                  <a:pt x="0" y="290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003EA-B953-470C-BE47-7520981B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912" y="1441449"/>
            <a:ext cx="55301" cy="53932"/>
          </a:xfrm>
          <a:custGeom xmlns:a="http://schemas.openxmlformats.org/drawingml/2006/main">
            <a:pathLst>
              <a:path w="55301" h="53932">
                <a:moveTo>
                  <a:pt x="0" y="29872"/>
                </a:moveTo>
                <a:lnTo>
                  <a:pt x="13822" y="0"/>
                </a:lnTo>
                <a:lnTo>
                  <a:pt x="19735" y="2724"/>
                </a:lnTo>
                <a:lnTo>
                  <a:pt x="9161" y="25604"/>
                </a:lnTo>
                <a:lnTo>
                  <a:pt x="24512" y="32653"/>
                </a:lnTo>
                <a:lnTo>
                  <a:pt x="34022" y="12059"/>
                </a:lnTo>
                <a:lnTo>
                  <a:pt x="39936" y="14783"/>
                </a:lnTo>
                <a:lnTo>
                  <a:pt x="30440" y="35435"/>
                </a:lnTo>
                <a:lnTo>
                  <a:pt x="55301" y="46926"/>
                </a:lnTo>
                <a:lnTo>
                  <a:pt x="51995" y="53932"/>
                </a:lnTo>
                <a:lnTo>
                  <a:pt x="0" y="29872"/>
                </a:lnTo>
                <a:close/>
                <a:moveTo>
                  <a:pt x="0" y="2987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D03DE-6947-46F1-A754-B5E706BC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860" y="1419195"/>
            <a:ext cx="67011" cy="35115"/>
          </a:xfrm>
          <a:custGeom xmlns:a="http://schemas.openxmlformats.org/drawingml/2006/main">
            <a:pathLst>
              <a:path w="67011" h="35115">
                <a:moveTo>
                  <a:pt x="0" y="11098"/>
                </a:moveTo>
                <a:lnTo>
                  <a:pt x="3233" y="4049"/>
                </a:lnTo>
                <a:lnTo>
                  <a:pt x="49373" y="25386"/>
                </a:lnTo>
                <a:lnTo>
                  <a:pt x="61098" y="0"/>
                </a:lnTo>
                <a:lnTo>
                  <a:pt x="67011" y="2738"/>
                </a:lnTo>
                <a:lnTo>
                  <a:pt x="52053" y="35115"/>
                </a:lnTo>
                <a:lnTo>
                  <a:pt x="0" y="11098"/>
                </a:lnTo>
                <a:close/>
                <a:moveTo>
                  <a:pt x="0" y="1109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63667-D09E-4A4B-86D2-FD0C882E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759" y="1402475"/>
            <a:ext cx="12220" cy="11433"/>
          </a:xfrm>
          <a:custGeom xmlns:a="http://schemas.openxmlformats.org/drawingml/2006/main">
            <a:pathLst>
              <a:path w="12220" h="11433">
                <a:moveTo>
                  <a:pt x="0" y="7340"/>
                </a:moveTo>
                <a:lnTo>
                  <a:pt x="3350" y="0"/>
                </a:lnTo>
                <a:lnTo>
                  <a:pt x="12220" y="4093"/>
                </a:lnTo>
                <a:lnTo>
                  <a:pt x="8811" y="11433"/>
                </a:lnTo>
                <a:lnTo>
                  <a:pt x="0" y="7340"/>
                </a:lnTo>
                <a:close/>
                <a:moveTo>
                  <a:pt x="0" y="73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DD4A1-C444-46E3-AB5D-CD109A9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756" y="1338756"/>
            <a:ext cx="55301" cy="53131"/>
          </a:xfrm>
          <a:custGeom xmlns:a="http://schemas.openxmlformats.org/drawingml/2006/main">
            <a:pathLst>
              <a:path w="55301" h="53131">
                <a:moveTo>
                  <a:pt x="9044" y="24687"/>
                </a:moveTo>
                <a:lnTo>
                  <a:pt x="28561" y="33731"/>
                </a:lnTo>
                <a:lnTo>
                  <a:pt x="32653" y="24861"/>
                </a:lnTo>
                <a:cubicBezTo>
                  <a:pt x="34197" y="21614"/>
                  <a:pt x="34532" y="18657"/>
                  <a:pt x="33629" y="16094"/>
                </a:cubicBezTo>
                <a:cubicBezTo>
                  <a:pt x="32770" y="13545"/>
                  <a:pt x="30775" y="11491"/>
                  <a:pt x="27643" y="10064"/>
                </a:cubicBezTo>
                <a:cubicBezTo>
                  <a:pt x="24526" y="8593"/>
                  <a:pt x="21730" y="8418"/>
                  <a:pt x="19167" y="9394"/>
                </a:cubicBezTo>
                <a:cubicBezTo>
                  <a:pt x="16676" y="10414"/>
                  <a:pt x="14623" y="12569"/>
                  <a:pt x="13137" y="15817"/>
                </a:cubicBezTo>
                <a:lnTo>
                  <a:pt x="9044" y="24687"/>
                </a:lnTo>
                <a:close/>
                <a:moveTo>
                  <a:pt x="0" y="29071"/>
                </a:moveTo>
                <a:lnTo>
                  <a:pt x="7340" y="13137"/>
                </a:lnTo>
                <a:cubicBezTo>
                  <a:pt x="10020" y="7340"/>
                  <a:pt x="13370" y="3525"/>
                  <a:pt x="17404" y="1762"/>
                </a:cubicBezTo>
                <a:cubicBezTo>
                  <a:pt x="21453" y="0"/>
                  <a:pt x="25997" y="291"/>
                  <a:pt x="31066" y="2622"/>
                </a:cubicBezTo>
                <a:cubicBezTo>
                  <a:pt x="36236" y="5010"/>
                  <a:pt x="39426" y="8302"/>
                  <a:pt x="40620" y="12511"/>
                </a:cubicBezTo>
                <a:cubicBezTo>
                  <a:pt x="41873" y="16676"/>
                  <a:pt x="41188" y="21730"/>
                  <a:pt x="38465" y="27541"/>
                </a:cubicBezTo>
                <a:lnTo>
                  <a:pt x="34357" y="36411"/>
                </a:lnTo>
                <a:lnTo>
                  <a:pt x="55301" y="46082"/>
                </a:lnTo>
                <a:lnTo>
                  <a:pt x="52053" y="53131"/>
                </a:lnTo>
                <a:lnTo>
                  <a:pt x="0" y="29071"/>
                </a:lnTo>
                <a:close/>
                <a:moveTo>
                  <a:pt x="0" y="290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69D6A-BD7B-42CD-9F68-15725B60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41" y="1309452"/>
            <a:ext cx="41989" cy="41144"/>
          </a:xfrm>
          <a:custGeom xmlns:a="http://schemas.openxmlformats.org/drawingml/2006/main">
            <a:pathLst>
              <a:path w="41989" h="41144">
                <a:moveTo>
                  <a:pt x="16560" y="3015"/>
                </a:moveTo>
                <a:cubicBezTo>
                  <a:pt x="15817" y="3539"/>
                  <a:pt x="15132" y="4151"/>
                  <a:pt x="14564" y="4894"/>
                </a:cubicBezTo>
                <a:cubicBezTo>
                  <a:pt x="13938" y="5695"/>
                  <a:pt x="13428" y="6554"/>
                  <a:pt x="12977" y="7573"/>
                </a:cubicBezTo>
                <a:cubicBezTo>
                  <a:pt x="11273" y="11215"/>
                  <a:pt x="11156" y="14564"/>
                  <a:pt x="12627" y="17579"/>
                </a:cubicBezTo>
                <a:cubicBezTo>
                  <a:pt x="14113" y="20594"/>
                  <a:pt x="17011" y="23157"/>
                  <a:pt x="21453" y="25211"/>
                </a:cubicBezTo>
                <a:lnTo>
                  <a:pt x="41989" y="34707"/>
                </a:lnTo>
                <a:lnTo>
                  <a:pt x="39033" y="41144"/>
                </a:lnTo>
                <a:lnTo>
                  <a:pt x="0" y="23099"/>
                </a:lnTo>
                <a:lnTo>
                  <a:pt x="2957" y="16618"/>
                </a:lnTo>
                <a:lnTo>
                  <a:pt x="9044" y="19458"/>
                </a:lnTo>
                <a:cubicBezTo>
                  <a:pt x="7282" y="17011"/>
                  <a:pt x="6379" y="14462"/>
                  <a:pt x="6204" y="11724"/>
                </a:cubicBezTo>
                <a:cubicBezTo>
                  <a:pt x="6030" y="9044"/>
                  <a:pt x="6656" y="6146"/>
                  <a:pt x="8141" y="3073"/>
                </a:cubicBezTo>
                <a:cubicBezTo>
                  <a:pt x="8302" y="2622"/>
                  <a:pt x="8593" y="2170"/>
                  <a:pt x="8884" y="1660"/>
                </a:cubicBezTo>
                <a:cubicBezTo>
                  <a:pt x="9161" y="1136"/>
                  <a:pt x="9554" y="568"/>
                  <a:pt x="9962" y="0"/>
                </a:cubicBezTo>
                <a:lnTo>
                  <a:pt x="16560" y="3015"/>
                </a:lnTo>
                <a:close/>
                <a:moveTo>
                  <a:pt x="16560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8374C-7EE1-4897-9E48-E347BB3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312" y="1289484"/>
            <a:ext cx="57223" cy="31517"/>
          </a:xfrm>
          <a:custGeom xmlns:a="http://schemas.openxmlformats.org/drawingml/2006/main">
            <a:pathLst>
              <a:path w="57223" h="31517">
                <a:moveTo>
                  <a:pt x="15191" y="13487"/>
                </a:moveTo>
                <a:lnTo>
                  <a:pt x="18147" y="7064"/>
                </a:lnTo>
                <a:lnTo>
                  <a:pt x="57223" y="25094"/>
                </a:lnTo>
                <a:lnTo>
                  <a:pt x="54267" y="31517"/>
                </a:lnTo>
                <a:lnTo>
                  <a:pt x="15191" y="13487"/>
                </a:lnTo>
                <a:close/>
                <a:moveTo>
                  <a:pt x="0" y="6437"/>
                </a:moveTo>
                <a:lnTo>
                  <a:pt x="2957" y="0"/>
                </a:lnTo>
                <a:lnTo>
                  <a:pt x="11084" y="3758"/>
                </a:lnTo>
                <a:lnTo>
                  <a:pt x="8127" y="10181"/>
                </a:lnTo>
                <a:lnTo>
                  <a:pt x="0" y="6437"/>
                </a:lnTo>
                <a:close/>
                <a:moveTo>
                  <a:pt x="0" y="64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6494D-EB5E-45D6-8FDA-3B5A344D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547" y="1230324"/>
            <a:ext cx="65423" cy="71118"/>
          </a:xfrm>
          <a:custGeom xmlns:a="http://schemas.openxmlformats.org/drawingml/2006/main">
            <a:pathLst>
              <a:path w="65423" h="71118">
                <a:moveTo>
                  <a:pt x="21672" y="25881"/>
                </a:moveTo>
                <a:cubicBezTo>
                  <a:pt x="19560" y="22924"/>
                  <a:pt x="18322" y="20026"/>
                  <a:pt x="17972" y="17171"/>
                </a:cubicBezTo>
                <a:cubicBezTo>
                  <a:pt x="17637" y="14273"/>
                  <a:pt x="18147" y="11375"/>
                  <a:pt x="19560" y="8302"/>
                </a:cubicBezTo>
                <a:cubicBezTo>
                  <a:pt x="21439" y="4267"/>
                  <a:pt x="24293" y="1762"/>
                  <a:pt x="28153" y="903"/>
                </a:cubicBezTo>
                <a:cubicBezTo>
                  <a:pt x="32027" y="0"/>
                  <a:pt x="36571" y="728"/>
                  <a:pt x="41873" y="3175"/>
                </a:cubicBezTo>
                <a:lnTo>
                  <a:pt x="65423" y="14098"/>
                </a:lnTo>
                <a:lnTo>
                  <a:pt x="62408" y="20536"/>
                </a:lnTo>
                <a:lnTo>
                  <a:pt x="39076" y="9729"/>
                </a:lnTo>
                <a:cubicBezTo>
                  <a:pt x="35333" y="8010"/>
                  <a:pt x="32260" y="7399"/>
                  <a:pt x="29813" y="7908"/>
                </a:cubicBezTo>
                <a:cubicBezTo>
                  <a:pt x="27425" y="8360"/>
                  <a:pt x="25546" y="9947"/>
                  <a:pt x="24293" y="12686"/>
                </a:cubicBezTo>
                <a:cubicBezTo>
                  <a:pt x="22750" y="15977"/>
                  <a:pt x="22633" y="19167"/>
                  <a:pt x="24002" y="22123"/>
                </a:cubicBezTo>
                <a:cubicBezTo>
                  <a:pt x="25313" y="25022"/>
                  <a:pt x="27876" y="27425"/>
                  <a:pt x="31692" y="29187"/>
                </a:cubicBezTo>
                <a:lnTo>
                  <a:pt x="53699" y="39368"/>
                </a:lnTo>
                <a:lnTo>
                  <a:pt x="50742" y="45790"/>
                </a:lnTo>
                <a:lnTo>
                  <a:pt x="27425" y="34984"/>
                </a:lnTo>
                <a:cubicBezTo>
                  <a:pt x="23609" y="33280"/>
                  <a:pt x="20536" y="32653"/>
                  <a:pt x="18147" y="33163"/>
                </a:cubicBezTo>
                <a:cubicBezTo>
                  <a:pt x="15700" y="33615"/>
                  <a:pt x="13880" y="35275"/>
                  <a:pt x="12569" y="37998"/>
                </a:cubicBezTo>
                <a:cubicBezTo>
                  <a:pt x="11084" y="41305"/>
                  <a:pt x="10982" y="44421"/>
                  <a:pt x="12278" y="47393"/>
                </a:cubicBezTo>
                <a:cubicBezTo>
                  <a:pt x="13647" y="50349"/>
                  <a:pt x="16210" y="52679"/>
                  <a:pt x="19968" y="54442"/>
                </a:cubicBezTo>
                <a:lnTo>
                  <a:pt x="42033" y="64622"/>
                </a:lnTo>
                <a:lnTo>
                  <a:pt x="39076" y="71118"/>
                </a:lnTo>
                <a:lnTo>
                  <a:pt x="0" y="53014"/>
                </a:lnTo>
                <a:lnTo>
                  <a:pt x="3015" y="46591"/>
                </a:lnTo>
                <a:lnTo>
                  <a:pt x="9103" y="49373"/>
                </a:lnTo>
                <a:cubicBezTo>
                  <a:pt x="7340" y="46825"/>
                  <a:pt x="6423" y="44261"/>
                  <a:pt x="6204" y="41698"/>
                </a:cubicBezTo>
                <a:cubicBezTo>
                  <a:pt x="6030" y="39076"/>
                  <a:pt x="6598" y="36411"/>
                  <a:pt x="7850" y="33615"/>
                </a:cubicBezTo>
                <a:cubicBezTo>
                  <a:pt x="9161" y="30775"/>
                  <a:pt x="11040" y="28663"/>
                  <a:pt x="13370" y="27366"/>
                </a:cubicBezTo>
                <a:cubicBezTo>
                  <a:pt x="15759" y="26056"/>
                  <a:pt x="18482" y="25546"/>
                  <a:pt x="21672" y="25881"/>
                </a:cubicBezTo>
                <a:close/>
                <a:moveTo>
                  <a:pt x="21672" y="258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D0170-E155-42DC-A3C1-FB224D34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617" y="1200117"/>
            <a:ext cx="57223" cy="31517"/>
          </a:xfrm>
          <a:custGeom xmlns:a="http://schemas.openxmlformats.org/drawingml/2006/main">
            <a:pathLst>
              <a:path w="57223" h="31517">
                <a:moveTo>
                  <a:pt x="0" y="6423"/>
                </a:moveTo>
                <a:lnTo>
                  <a:pt x="2957" y="0"/>
                </a:lnTo>
                <a:lnTo>
                  <a:pt x="57223" y="25080"/>
                </a:lnTo>
                <a:lnTo>
                  <a:pt x="54267" y="31517"/>
                </a:lnTo>
                <a:lnTo>
                  <a:pt x="0" y="6423"/>
                </a:lnTo>
                <a:close/>
                <a:moveTo>
                  <a:pt x="0" y="642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A56B5-76D4-4492-B607-64D0F346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626" y="1199433"/>
            <a:ext cx="12234" cy="11433"/>
          </a:xfrm>
          <a:custGeom xmlns:a="http://schemas.openxmlformats.org/drawingml/2006/main">
            <a:pathLst>
              <a:path w="12234" h="11433">
                <a:moveTo>
                  <a:pt x="0" y="7340"/>
                </a:moveTo>
                <a:lnTo>
                  <a:pt x="3350" y="0"/>
                </a:lnTo>
                <a:lnTo>
                  <a:pt x="12234" y="4093"/>
                </a:lnTo>
                <a:lnTo>
                  <a:pt x="8811" y="11433"/>
                </a:lnTo>
                <a:lnTo>
                  <a:pt x="0" y="7340"/>
                </a:lnTo>
                <a:close/>
                <a:moveTo>
                  <a:pt x="0" y="73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B2149-CD13-447D-A4A1-1D9EE8AD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624" y="1131839"/>
            <a:ext cx="67535" cy="56947"/>
          </a:xfrm>
          <a:custGeom xmlns:a="http://schemas.openxmlformats.org/drawingml/2006/main">
            <a:pathLst>
              <a:path w="67535" h="56947">
                <a:moveTo>
                  <a:pt x="0" y="32945"/>
                </a:moveTo>
                <a:lnTo>
                  <a:pt x="15191" y="0"/>
                </a:lnTo>
                <a:lnTo>
                  <a:pt x="21118" y="2738"/>
                </a:lnTo>
                <a:lnTo>
                  <a:pt x="9161" y="28619"/>
                </a:lnTo>
                <a:lnTo>
                  <a:pt x="24585" y="35726"/>
                </a:lnTo>
                <a:lnTo>
                  <a:pt x="36018" y="10982"/>
                </a:lnTo>
                <a:lnTo>
                  <a:pt x="41989" y="13705"/>
                </a:lnTo>
                <a:lnTo>
                  <a:pt x="30498" y="38465"/>
                </a:lnTo>
                <a:lnTo>
                  <a:pt x="49388" y="47218"/>
                </a:lnTo>
                <a:lnTo>
                  <a:pt x="61622" y="20711"/>
                </a:lnTo>
                <a:lnTo>
                  <a:pt x="67535" y="23434"/>
                </a:lnTo>
                <a:lnTo>
                  <a:pt x="52068" y="56947"/>
                </a:lnTo>
                <a:lnTo>
                  <a:pt x="0" y="32945"/>
                </a:lnTo>
                <a:close/>
                <a:moveTo>
                  <a:pt x="0" y="329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DB26D-DBF1-468B-A785-19CD49F6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3" y="1073130"/>
            <a:ext cx="65365" cy="71118"/>
          </a:xfrm>
          <a:custGeom xmlns:a="http://schemas.openxmlformats.org/drawingml/2006/main">
            <a:pathLst>
              <a:path w="65365" h="71118">
                <a:moveTo>
                  <a:pt x="21614" y="25881"/>
                </a:moveTo>
                <a:cubicBezTo>
                  <a:pt x="19516" y="22924"/>
                  <a:pt x="18264" y="20026"/>
                  <a:pt x="17914" y="17171"/>
                </a:cubicBezTo>
                <a:cubicBezTo>
                  <a:pt x="17579" y="14331"/>
                  <a:pt x="18089" y="11375"/>
                  <a:pt x="19516" y="8360"/>
                </a:cubicBezTo>
                <a:cubicBezTo>
                  <a:pt x="21395" y="4267"/>
                  <a:pt x="24293" y="1821"/>
                  <a:pt x="28168" y="903"/>
                </a:cubicBezTo>
                <a:cubicBezTo>
                  <a:pt x="31969" y="0"/>
                  <a:pt x="36527" y="786"/>
                  <a:pt x="41814" y="3190"/>
                </a:cubicBezTo>
                <a:lnTo>
                  <a:pt x="65365" y="14113"/>
                </a:lnTo>
                <a:lnTo>
                  <a:pt x="62408" y="20536"/>
                </a:lnTo>
                <a:lnTo>
                  <a:pt x="39033" y="9787"/>
                </a:lnTo>
                <a:cubicBezTo>
                  <a:pt x="35275" y="8025"/>
                  <a:pt x="32202" y="7399"/>
                  <a:pt x="29813" y="7908"/>
                </a:cubicBezTo>
                <a:cubicBezTo>
                  <a:pt x="27366" y="8418"/>
                  <a:pt x="25546" y="10006"/>
                  <a:pt x="24293" y="12686"/>
                </a:cubicBezTo>
                <a:cubicBezTo>
                  <a:pt x="22750" y="16035"/>
                  <a:pt x="22648" y="19167"/>
                  <a:pt x="23944" y="22123"/>
                </a:cubicBezTo>
                <a:cubicBezTo>
                  <a:pt x="25255" y="25080"/>
                  <a:pt x="27818" y="27425"/>
                  <a:pt x="31634" y="29187"/>
                </a:cubicBezTo>
                <a:lnTo>
                  <a:pt x="53699" y="39368"/>
                </a:lnTo>
                <a:lnTo>
                  <a:pt x="50684" y="45849"/>
                </a:lnTo>
                <a:lnTo>
                  <a:pt x="27366" y="35042"/>
                </a:lnTo>
                <a:cubicBezTo>
                  <a:pt x="23609" y="33280"/>
                  <a:pt x="20478" y="32653"/>
                  <a:pt x="18089" y="33163"/>
                </a:cubicBezTo>
                <a:cubicBezTo>
                  <a:pt x="15700" y="33673"/>
                  <a:pt x="13822" y="35275"/>
                  <a:pt x="12569" y="38057"/>
                </a:cubicBezTo>
                <a:cubicBezTo>
                  <a:pt x="11040" y="41305"/>
                  <a:pt x="10923" y="44436"/>
                  <a:pt x="12292" y="47393"/>
                </a:cubicBezTo>
                <a:cubicBezTo>
                  <a:pt x="13603" y="50349"/>
                  <a:pt x="16152" y="52679"/>
                  <a:pt x="19910" y="54442"/>
                </a:cubicBezTo>
                <a:lnTo>
                  <a:pt x="41989" y="64680"/>
                </a:lnTo>
                <a:lnTo>
                  <a:pt x="39033" y="71118"/>
                </a:lnTo>
                <a:lnTo>
                  <a:pt x="0" y="53073"/>
                </a:lnTo>
                <a:lnTo>
                  <a:pt x="2957" y="46591"/>
                </a:lnTo>
                <a:lnTo>
                  <a:pt x="9044" y="49432"/>
                </a:lnTo>
                <a:cubicBezTo>
                  <a:pt x="7340" y="46825"/>
                  <a:pt x="6365" y="44261"/>
                  <a:pt x="6146" y="41698"/>
                </a:cubicBezTo>
                <a:cubicBezTo>
                  <a:pt x="5971" y="39135"/>
                  <a:pt x="6539" y="36469"/>
                  <a:pt x="7850" y="33615"/>
                </a:cubicBezTo>
                <a:cubicBezTo>
                  <a:pt x="9161" y="30775"/>
                  <a:pt x="10982" y="28721"/>
                  <a:pt x="13312" y="27366"/>
                </a:cubicBezTo>
                <a:cubicBezTo>
                  <a:pt x="15700" y="26056"/>
                  <a:pt x="18439" y="25546"/>
                  <a:pt x="21614" y="25881"/>
                </a:cubicBezTo>
                <a:close/>
                <a:moveTo>
                  <a:pt x="21614" y="258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84566-1B6C-42CC-8973-B61C3D46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147" y="1027107"/>
            <a:ext cx="66224" cy="47611"/>
          </a:xfrm>
          <a:custGeom xmlns:a="http://schemas.openxmlformats.org/drawingml/2006/main">
            <a:pathLst>
              <a:path w="66224" h="47611">
                <a:moveTo>
                  <a:pt x="47844" y="10297"/>
                </a:moveTo>
                <a:cubicBezTo>
                  <a:pt x="43125" y="8127"/>
                  <a:pt x="38974" y="7384"/>
                  <a:pt x="35391" y="8069"/>
                </a:cubicBezTo>
                <a:cubicBezTo>
                  <a:pt x="31809" y="8753"/>
                  <a:pt x="29245" y="10807"/>
                  <a:pt x="27701" y="14215"/>
                </a:cubicBezTo>
                <a:cubicBezTo>
                  <a:pt x="26114" y="17637"/>
                  <a:pt x="26230" y="20929"/>
                  <a:pt x="27993" y="24119"/>
                </a:cubicBezTo>
                <a:cubicBezTo>
                  <a:pt x="29813" y="27250"/>
                  <a:pt x="33061" y="29974"/>
                  <a:pt x="37780" y="32144"/>
                </a:cubicBezTo>
                <a:cubicBezTo>
                  <a:pt x="42499" y="34299"/>
                  <a:pt x="46650" y="35042"/>
                  <a:pt x="50233" y="34357"/>
                </a:cubicBezTo>
                <a:cubicBezTo>
                  <a:pt x="53815" y="33673"/>
                  <a:pt x="56379" y="31619"/>
                  <a:pt x="57923" y="28211"/>
                </a:cubicBezTo>
                <a:cubicBezTo>
                  <a:pt x="59510" y="24803"/>
                  <a:pt x="59394" y="21497"/>
                  <a:pt x="57631" y="18366"/>
                </a:cubicBezTo>
                <a:cubicBezTo>
                  <a:pt x="55811" y="15191"/>
                  <a:pt x="52563" y="12453"/>
                  <a:pt x="47844" y="10297"/>
                </a:cubicBezTo>
                <a:close/>
                <a:moveTo>
                  <a:pt x="24119" y="25823"/>
                </a:moveTo>
                <a:cubicBezTo>
                  <a:pt x="22415" y="23376"/>
                  <a:pt x="21512" y="20929"/>
                  <a:pt x="21337" y="18307"/>
                </a:cubicBezTo>
                <a:cubicBezTo>
                  <a:pt x="21162" y="15759"/>
                  <a:pt x="21730" y="13021"/>
                  <a:pt x="23041" y="10181"/>
                </a:cubicBezTo>
                <a:cubicBezTo>
                  <a:pt x="25255" y="5462"/>
                  <a:pt x="28896" y="2447"/>
                  <a:pt x="34022" y="1253"/>
                </a:cubicBezTo>
                <a:cubicBezTo>
                  <a:pt x="39149" y="0"/>
                  <a:pt x="44771" y="786"/>
                  <a:pt x="50917" y="3641"/>
                </a:cubicBezTo>
                <a:cubicBezTo>
                  <a:pt x="57063" y="6481"/>
                  <a:pt x="61331" y="10239"/>
                  <a:pt x="63719" y="14958"/>
                </a:cubicBezTo>
                <a:cubicBezTo>
                  <a:pt x="66108" y="19676"/>
                  <a:pt x="66224" y="24395"/>
                  <a:pt x="64069" y="29129"/>
                </a:cubicBezTo>
                <a:cubicBezTo>
                  <a:pt x="62700" y="31969"/>
                  <a:pt x="60996" y="34183"/>
                  <a:pt x="58942" y="35726"/>
                </a:cubicBezTo>
                <a:cubicBezTo>
                  <a:pt x="56830" y="37256"/>
                  <a:pt x="54340" y="38173"/>
                  <a:pt x="51369" y="38450"/>
                </a:cubicBezTo>
                <a:lnTo>
                  <a:pt x="57238" y="41130"/>
                </a:lnTo>
                <a:lnTo>
                  <a:pt x="54281" y="47611"/>
                </a:lnTo>
                <a:lnTo>
                  <a:pt x="0" y="22517"/>
                </a:lnTo>
                <a:lnTo>
                  <a:pt x="3015" y="16035"/>
                </a:lnTo>
                <a:lnTo>
                  <a:pt x="24119" y="25823"/>
                </a:lnTo>
                <a:close/>
                <a:moveTo>
                  <a:pt x="24119" y="2582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375B5-E62D-4C79-B175-AF433BE6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083" y="982671"/>
            <a:ext cx="48135" cy="43693"/>
          </a:xfrm>
          <a:custGeom xmlns:a="http://schemas.openxmlformats.org/drawingml/2006/main">
            <a:pathLst>
              <a:path w="48135" h="43693">
                <a:moveTo>
                  <a:pt x="29697" y="3292"/>
                </a:moveTo>
                <a:lnTo>
                  <a:pt x="32828" y="4777"/>
                </a:lnTo>
                <a:lnTo>
                  <a:pt x="19240" y="34241"/>
                </a:lnTo>
                <a:cubicBezTo>
                  <a:pt x="23784" y="36003"/>
                  <a:pt x="27774" y="36236"/>
                  <a:pt x="31182" y="34925"/>
                </a:cubicBezTo>
                <a:cubicBezTo>
                  <a:pt x="34590" y="33615"/>
                  <a:pt x="37270" y="30833"/>
                  <a:pt x="39207" y="26565"/>
                </a:cubicBezTo>
                <a:cubicBezTo>
                  <a:pt x="40343" y="24119"/>
                  <a:pt x="41144" y="21555"/>
                  <a:pt x="41654" y="18992"/>
                </a:cubicBezTo>
                <a:cubicBezTo>
                  <a:pt x="42106" y="16385"/>
                  <a:pt x="42280" y="13705"/>
                  <a:pt x="42106" y="10865"/>
                </a:cubicBezTo>
                <a:lnTo>
                  <a:pt x="48135" y="13647"/>
                </a:lnTo>
                <a:cubicBezTo>
                  <a:pt x="48077" y="16385"/>
                  <a:pt x="47742" y="19108"/>
                  <a:pt x="47116" y="21730"/>
                </a:cubicBezTo>
                <a:cubicBezTo>
                  <a:pt x="46548" y="24410"/>
                  <a:pt x="45630" y="26959"/>
                  <a:pt x="44494" y="29464"/>
                </a:cubicBezTo>
                <a:cubicBezTo>
                  <a:pt x="41596" y="35668"/>
                  <a:pt x="37503" y="39761"/>
                  <a:pt x="32202" y="41756"/>
                </a:cubicBezTo>
                <a:cubicBezTo>
                  <a:pt x="26915" y="43693"/>
                  <a:pt x="21162" y="43242"/>
                  <a:pt x="14972" y="40387"/>
                </a:cubicBezTo>
                <a:cubicBezTo>
                  <a:pt x="8593" y="37430"/>
                  <a:pt x="4326" y="33396"/>
                  <a:pt x="2170" y="28211"/>
                </a:cubicBezTo>
                <a:cubicBezTo>
                  <a:pt x="0" y="23041"/>
                  <a:pt x="291" y="17463"/>
                  <a:pt x="2957" y="11608"/>
                </a:cubicBezTo>
                <a:cubicBezTo>
                  <a:pt x="5403" y="6365"/>
                  <a:pt x="8986" y="3015"/>
                  <a:pt x="13822" y="1529"/>
                </a:cubicBezTo>
                <a:cubicBezTo>
                  <a:pt x="18613" y="0"/>
                  <a:pt x="23900" y="626"/>
                  <a:pt x="29697" y="3292"/>
                </a:cubicBezTo>
                <a:close/>
                <a:moveTo>
                  <a:pt x="24861" y="8811"/>
                </a:moveTo>
                <a:cubicBezTo>
                  <a:pt x="21337" y="7282"/>
                  <a:pt x="18089" y="6933"/>
                  <a:pt x="15132" y="7908"/>
                </a:cubicBezTo>
                <a:cubicBezTo>
                  <a:pt x="12118" y="8870"/>
                  <a:pt x="9904" y="10923"/>
                  <a:pt x="8418" y="14055"/>
                </a:cubicBezTo>
                <a:cubicBezTo>
                  <a:pt x="6772" y="17637"/>
                  <a:pt x="6496" y="20987"/>
                  <a:pt x="7515" y="24060"/>
                </a:cubicBezTo>
                <a:cubicBezTo>
                  <a:pt x="8535" y="27133"/>
                  <a:pt x="10807" y="29697"/>
                  <a:pt x="14346" y="31750"/>
                </a:cubicBezTo>
                <a:lnTo>
                  <a:pt x="24861" y="8811"/>
                </a:lnTo>
                <a:close/>
                <a:moveTo>
                  <a:pt x="24861" y="88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634AF-E134-44FB-AE74-32580B3D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643" y="944323"/>
            <a:ext cx="41989" cy="41130"/>
          </a:xfrm>
          <a:custGeom xmlns:a="http://schemas.openxmlformats.org/drawingml/2006/main">
            <a:pathLst>
              <a:path w="41989" h="41130">
                <a:moveTo>
                  <a:pt x="16560" y="3015"/>
                </a:moveTo>
                <a:cubicBezTo>
                  <a:pt x="15817" y="3525"/>
                  <a:pt x="15132" y="4151"/>
                  <a:pt x="14564" y="4894"/>
                </a:cubicBezTo>
                <a:cubicBezTo>
                  <a:pt x="13938" y="5695"/>
                  <a:pt x="13428" y="6539"/>
                  <a:pt x="12977" y="7573"/>
                </a:cubicBezTo>
                <a:cubicBezTo>
                  <a:pt x="11258" y="11215"/>
                  <a:pt x="11156" y="14564"/>
                  <a:pt x="12627" y="17579"/>
                </a:cubicBezTo>
                <a:cubicBezTo>
                  <a:pt x="14113" y="20594"/>
                  <a:pt x="17011" y="23157"/>
                  <a:pt x="21453" y="25196"/>
                </a:cubicBezTo>
                <a:lnTo>
                  <a:pt x="41989" y="34707"/>
                </a:lnTo>
                <a:lnTo>
                  <a:pt x="39033" y="41130"/>
                </a:lnTo>
                <a:lnTo>
                  <a:pt x="0" y="23099"/>
                </a:lnTo>
                <a:lnTo>
                  <a:pt x="2957" y="16618"/>
                </a:lnTo>
                <a:lnTo>
                  <a:pt x="9044" y="19458"/>
                </a:lnTo>
                <a:cubicBezTo>
                  <a:pt x="7282" y="17011"/>
                  <a:pt x="6379" y="14448"/>
                  <a:pt x="6204" y="11724"/>
                </a:cubicBezTo>
                <a:cubicBezTo>
                  <a:pt x="6030" y="9044"/>
                  <a:pt x="6656" y="6146"/>
                  <a:pt x="8141" y="3073"/>
                </a:cubicBezTo>
                <a:cubicBezTo>
                  <a:pt x="8302" y="2622"/>
                  <a:pt x="8593" y="2156"/>
                  <a:pt x="8870" y="1646"/>
                </a:cubicBezTo>
                <a:cubicBezTo>
                  <a:pt x="9161" y="1136"/>
                  <a:pt x="9554" y="568"/>
                  <a:pt x="9962" y="0"/>
                </a:cubicBezTo>
                <a:lnTo>
                  <a:pt x="16560" y="3015"/>
                </a:lnTo>
                <a:close/>
                <a:moveTo>
                  <a:pt x="16560" y="30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60405D-A258-4240-A00C-EAF8C5E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265" y="1643923"/>
            <a:ext cx="74817" cy="57748"/>
          </a:xfrm>
          <a:custGeom xmlns:a="http://schemas.openxmlformats.org/drawingml/2006/main">
            <a:pathLst>
              <a:path w="74817" h="57748">
                <a:moveTo>
                  <a:pt x="9787" y="18322"/>
                </a:moveTo>
                <a:cubicBezTo>
                  <a:pt x="7239" y="23332"/>
                  <a:pt x="7122" y="28284"/>
                  <a:pt x="9336" y="33119"/>
                </a:cubicBezTo>
                <a:cubicBezTo>
                  <a:pt x="11608" y="37955"/>
                  <a:pt x="15992" y="42047"/>
                  <a:pt x="22473" y="45295"/>
                </a:cubicBezTo>
                <a:cubicBezTo>
                  <a:pt x="28910" y="48529"/>
                  <a:pt x="34707" y="49606"/>
                  <a:pt x="40008" y="48587"/>
                </a:cubicBezTo>
                <a:cubicBezTo>
                  <a:pt x="45237" y="47509"/>
                  <a:pt x="49097" y="44436"/>
                  <a:pt x="51660" y="39426"/>
                </a:cubicBezTo>
                <a:cubicBezTo>
                  <a:pt x="54165" y="34372"/>
                  <a:pt x="54340" y="29478"/>
                  <a:pt x="52068" y="24643"/>
                </a:cubicBezTo>
                <a:cubicBezTo>
                  <a:pt x="49781" y="19808"/>
                  <a:pt x="45412" y="15759"/>
                  <a:pt x="38974" y="12525"/>
                </a:cubicBezTo>
                <a:cubicBezTo>
                  <a:pt x="32493" y="9219"/>
                  <a:pt x="26638" y="8141"/>
                  <a:pt x="21453" y="9161"/>
                </a:cubicBezTo>
                <a:cubicBezTo>
                  <a:pt x="16225" y="10239"/>
                  <a:pt x="12292" y="13254"/>
                  <a:pt x="9787" y="18322"/>
                </a:cubicBezTo>
                <a:close/>
                <a:moveTo>
                  <a:pt x="60253" y="31576"/>
                </a:moveTo>
                <a:lnTo>
                  <a:pt x="74817" y="27483"/>
                </a:lnTo>
                <a:lnTo>
                  <a:pt x="70608" y="35843"/>
                </a:lnTo>
                <a:lnTo>
                  <a:pt x="58607" y="39309"/>
                </a:lnTo>
                <a:cubicBezTo>
                  <a:pt x="58258" y="40052"/>
                  <a:pt x="57981" y="40678"/>
                  <a:pt x="57806" y="41072"/>
                </a:cubicBezTo>
                <a:cubicBezTo>
                  <a:pt x="57631" y="41479"/>
                  <a:pt x="57471" y="41873"/>
                  <a:pt x="57296" y="42266"/>
                </a:cubicBezTo>
                <a:cubicBezTo>
                  <a:pt x="53655" y="49446"/>
                  <a:pt x="48368" y="53990"/>
                  <a:pt x="41363" y="55869"/>
                </a:cubicBezTo>
                <a:cubicBezTo>
                  <a:pt x="34372" y="57748"/>
                  <a:pt x="26857" y="56670"/>
                  <a:pt x="18774" y="52621"/>
                </a:cubicBezTo>
                <a:cubicBezTo>
                  <a:pt x="10705" y="48529"/>
                  <a:pt x="5301" y="43125"/>
                  <a:pt x="2680" y="36353"/>
                </a:cubicBezTo>
                <a:cubicBezTo>
                  <a:pt x="0" y="29639"/>
                  <a:pt x="524" y="22648"/>
                  <a:pt x="4165" y="15482"/>
                </a:cubicBezTo>
                <a:cubicBezTo>
                  <a:pt x="7807" y="8302"/>
                  <a:pt x="13093" y="3758"/>
                  <a:pt x="20026" y="1879"/>
                </a:cubicBezTo>
                <a:cubicBezTo>
                  <a:pt x="27032" y="0"/>
                  <a:pt x="34590" y="1136"/>
                  <a:pt x="42674" y="5185"/>
                </a:cubicBezTo>
                <a:cubicBezTo>
                  <a:pt x="48587" y="8200"/>
                  <a:pt x="53087" y="11943"/>
                  <a:pt x="56102" y="16501"/>
                </a:cubicBezTo>
                <a:cubicBezTo>
                  <a:pt x="59117" y="21002"/>
                  <a:pt x="60544" y="26056"/>
                  <a:pt x="60253" y="31576"/>
                </a:cubicBezTo>
                <a:close/>
                <a:moveTo>
                  <a:pt x="60253" y="315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93344-3CAD-4A0D-B353-034E6992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089" y="1600580"/>
            <a:ext cx="54616" cy="47436"/>
          </a:xfrm>
          <a:custGeom xmlns:a="http://schemas.openxmlformats.org/drawingml/2006/main">
            <a:pathLst>
              <a:path w="54616" h="47436">
                <a:moveTo>
                  <a:pt x="23216" y="43853"/>
                </a:moveTo>
                <a:lnTo>
                  <a:pt x="0" y="32144"/>
                </a:lnTo>
                <a:lnTo>
                  <a:pt x="3131" y="25823"/>
                </a:lnTo>
                <a:lnTo>
                  <a:pt x="26172" y="37430"/>
                </a:lnTo>
                <a:cubicBezTo>
                  <a:pt x="29813" y="39309"/>
                  <a:pt x="32886" y="39936"/>
                  <a:pt x="35450" y="39484"/>
                </a:cubicBezTo>
                <a:cubicBezTo>
                  <a:pt x="37955" y="38960"/>
                  <a:pt x="39936" y="37256"/>
                  <a:pt x="41363" y="34416"/>
                </a:cubicBezTo>
                <a:cubicBezTo>
                  <a:pt x="43067" y="31051"/>
                  <a:pt x="43358" y="27818"/>
                  <a:pt x="42164" y="24745"/>
                </a:cubicBezTo>
                <a:cubicBezTo>
                  <a:pt x="41013" y="21672"/>
                  <a:pt x="38523" y="19167"/>
                  <a:pt x="34765" y="17288"/>
                </a:cubicBezTo>
                <a:lnTo>
                  <a:pt x="13035" y="6306"/>
                </a:lnTo>
                <a:lnTo>
                  <a:pt x="16210" y="0"/>
                </a:lnTo>
                <a:lnTo>
                  <a:pt x="54616" y="19342"/>
                </a:lnTo>
                <a:lnTo>
                  <a:pt x="51427" y="25648"/>
                </a:lnTo>
                <a:lnTo>
                  <a:pt x="45514" y="22691"/>
                </a:lnTo>
                <a:cubicBezTo>
                  <a:pt x="47043" y="25371"/>
                  <a:pt x="47902" y="28036"/>
                  <a:pt x="48019" y="30658"/>
                </a:cubicBezTo>
                <a:cubicBezTo>
                  <a:pt x="48135" y="33221"/>
                  <a:pt x="47509" y="35887"/>
                  <a:pt x="46198" y="38567"/>
                </a:cubicBezTo>
                <a:cubicBezTo>
                  <a:pt x="43926" y="42950"/>
                  <a:pt x="40911" y="45616"/>
                  <a:pt x="36979" y="46533"/>
                </a:cubicBezTo>
                <a:cubicBezTo>
                  <a:pt x="33105" y="47436"/>
                  <a:pt x="28503" y="46533"/>
                  <a:pt x="23216" y="43853"/>
                </a:cubicBezTo>
                <a:close/>
                <a:moveTo>
                  <a:pt x="23216" y="4385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E9F33-06DD-4985-B3CE-B53FB8A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881" y="1573723"/>
            <a:ext cx="56554" cy="33221"/>
          </a:xfrm>
          <a:custGeom xmlns:a="http://schemas.openxmlformats.org/drawingml/2006/main">
            <a:pathLst>
              <a:path w="56554" h="33221">
                <a:moveTo>
                  <a:pt x="14972" y="13880"/>
                </a:moveTo>
                <a:lnTo>
                  <a:pt x="18147" y="7559"/>
                </a:lnTo>
                <a:lnTo>
                  <a:pt x="56554" y="26915"/>
                </a:lnTo>
                <a:lnTo>
                  <a:pt x="53364" y="33221"/>
                </a:lnTo>
                <a:lnTo>
                  <a:pt x="14972" y="13880"/>
                </a:lnTo>
                <a:close/>
                <a:moveTo>
                  <a:pt x="0" y="6306"/>
                </a:moveTo>
                <a:lnTo>
                  <a:pt x="3190" y="0"/>
                </a:lnTo>
                <a:lnTo>
                  <a:pt x="11156" y="4034"/>
                </a:lnTo>
                <a:lnTo>
                  <a:pt x="7967" y="10355"/>
                </a:lnTo>
                <a:lnTo>
                  <a:pt x="0" y="6306"/>
                </a:lnTo>
                <a:close/>
                <a:moveTo>
                  <a:pt x="0" y="63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732F5-72A0-4EC0-9ACB-299CF9E7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500" y="1541172"/>
            <a:ext cx="47043" cy="43242"/>
          </a:xfrm>
          <a:custGeom xmlns:a="http://schemas.openxmlformats.org/drawingml/2006/main">
            <a:pathLst>
              <a:path w="47043" h="43242">
                <a:moveTo>
                  <a:pt x="11550" y="0"/>
                </a:moveTo>
                <a:lnTo>
                  <a:pt x="17463" y="2971"/>
                </a:lnTo>
                <a:cubicBezTo>
                  <a:pt x="15584" y="4267"/>
                  <a:pt x="13938" y="5695"/>
                  <a:pt x="12569" y="7239"/>
                </a:cubicBezTo>
                <a:cubicBezTo>
                  <a:pt x="11156" y="8768"/>
                  <a:pt x="10020" y="10472"/>
                  <a:pt x="9103" y="12292"/>
                </a:cubicBezTo>
                <a:cubicBezTo>
                  <a:pt x="6991" y="16385"/>
                  <a:pt x="6714" y="20201"/>
                  <a:pt x="8200" y="23784"/>
                </a:cubicBezTo>
                <a:cubicBezTo>
                  <a:pt x="9612" y="27366"/>
                  <a:pt x="12686" y="30338"/>
                  <a:pt x="17346" y="32668"/>
                </a:cubicBezTo>
                <a:cubicBezTo>
                  <a:pt x="22080" y="35056"/>
                  <a:pt x="26289" y="35741"/>
                  <a:pt x="30046" y="34823"/>
                </a:cubicBezTo>
                <a:cubicBezTo>
                  <a:pt x="33731" y="33862"/>
                  <a:pt x="36644" y="31299"/>
                  <a:pt x="38683" y="27206"/>
                </a:cubicBezTo>
                <a:cubicBezTo>
                  <a:pt x="39659" y="25386"/>
                  <a:pt x="40285" y="23449"/>
                  <a:pt x="40737" y="21395"/>
                </a:cubicBezTo>
                <a:cubicBezTo>
                  <a:pt x="41130" y="19356"/>
                  <a:pt x="41305" y="17186"/>
                  <a:pt x="41188" y="14914"/>
                </a:cubicBezTo>
                <a:lnTo>
                  <a:pt x="47043" y="17871"/>
                </a:lnTo>
                <a:cubicBezTo>
                  <a:pt x="46999" y="20026"/>
                  <a:pt x="46650" y="22196"/>
                  <a:pt x="46140" y="24293"/>
                </a:cubicBezTo>
                <a:cubicBezTo>
                  <a:pt x="45572" y="26347"/>
                  <a:pt x="44771" y="28459"/>
                  <a:pt x="43693" y="30614"/>
                </a:cubicBezTo>
                <a:cubicBezTo>
                  <a:pt x="40795" y="36411"/>
                  <a:pt x="36644" y="40052"/>
                  <a:pt x="31284" y="41654"/>
                </a:cubicBezTo>
                <a:cubicBezTo>
                  <a:pt x="25939" y="43242"/>
                  <a:pt x="20201" y="42455"/>
                  <a:pt x="13996" y="39324"/>
                </a:cubicBezTo>
                <a:cubicBezTo>
                  <a:pt x="7734" y="36193"/>
                  <a:pt x="3699" y="31983"/>
                  <a:pt x="1879" y="26740"/>
                </a:cubicBezTo>
                <a:cubicBezTo>
                  <a:pt x="0" y="21453"/>
                  <a:pt x="568" y="15817"/>
                  <a:pt x="3583" y="9846"/>
                </a:cubicBezTo>
                <a:cubicBezTo>
                  <a:pt x="4559" y="7908"/>
                  <a:pt x="5753" y="6146"/>
                  <a:pt x="7049" y="4500"/>
                </a:cubicBezTo>
                <a:cubicBezTo>
                  <a:pt x="8418" y="2855"/>
                  <a:pt x="9904" y="1311"/>
                  <a:pt x="11550" y="0"/>
                </a:cubicBezTo>
                <a:close/>
                <a:moveTo>
                  <a:pt x="1155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162CE-B792-4ED7-A710-2F60F796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068" y="1496459"/>
            <a:ext cx="70550" cy="52621"/>
          </a:xfrm>
          <a:custGeom xmlns:a="http://schemas.openxmlformats.org/drawingml/2006/main">
            <a:pathLst>
              <a:path w="70550" h="52621">
                <a:moveTo>
                  <a:pt x="0" y="25721"/>
                </a:moveTo>
                <a:lnTo>
                  <a:pt x="3190" y="19342"/>
                </a:lnTo>
                <a:lnTo>
                  <a:pt x="34707" y="35217"/>
                </a:lnTo>
                <a:lnTo>
                  <a:pt x="27658" y="8083"/>
                </a:lnTo>
                <a:lnTo>
                  <a:pt x="31692" y="0"/>
                </a:lnTo>
                <a:lnTo>
                  <a:pt x="39368" y="29420"/>
                </a:lnTo>
                <a:lnTo>
                  <a:pt x="70550" y="18497"/>
                </a:lnTo>
                <a:lnTo>
                  <a:pt x="66399" y="26740"/>
                </a:lnTo>
                <a:lnTo>
                  <a:pt x="37780" y="36804"/>
                </a:lnTo>
                <a:lnTo>
                  <a:pt x="56554" y="46257"/>
                </a:lnTo>
                <a:lnTo>
                  <a:pt x="53364" y="52621"/>
                </a:lnTo>
                <a:lnTo>
                  <a:pt x="0" y="25721"/>
                </a:lnTo>
                <a:close/>
                <a:moveTo>
                  <a:pt x="0" y="257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9AE5A-F382-4F60-B50E-2A99E595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409" y="1445833"/>
            <a:ext cx="63894" cy="50975"/>
          </a:xfrm>
          <a:custGeom xmlns:a="http://schemas.openxmlformats.org/drawingml/2006/main">
            <a:pathLst>
              <a:path w="63894" h="50975">
                <a:moveTo>
                  <a:pt x="0" y="43344"/>
                </a:moveTo>
                <a:lnTo>
                  <a:pt x="21847" y="0"/>
                </a:lnTo>
                <a:lnTo>
                  <a:pt x="27658" y="2957"/>
                </a:lnTo>
                <a:lnTo>
                  <a:pt x="18497" y="21162"/>
                </a:lnTo>
                <a:lnTo>
                  <a:pt x="63894" y="44028"/>
                </a:lnTo>
                <a:lnTo>
                  <a:pt x="60369" y="50975"/>
                </a:lnTo>
                <a:lnTo>
                  <a:pt x="15016" y="28095"/>
                </a:lnTo>
                <a:lnTo>
                  <a:pt x="5811" y="46242"/>
                </a:lnTo>
                <a:lnTo>
                  <a:pt x="0" y="43344"/>
                </a:lnTo>
                <a:close/>
                <a:moveTo>
                  <a:pt x="0" y="4334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3F3E11-9767-445D-90F0-5CCDF2C9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56" y="1423986"/>
            <a:ext cx="59161" cy="60646"/>
          </a:xfrm>
          <a:custGeom xmlns:a="http://schemas.openxmlformats.org/drawingml/2006/main">
            <a:pathLst>
              <a:path w="59161" h="60646">
                <a:moveTo>
                  <a:pt x="52286" y="38057"/>
                </a:moveTo>
                <a:cubicBezTo>
                  <a:pt x="55971" y="42149"/>
                  <a:pt x="58083" y="45397"/>
                  <a:pt x="58593" y="47786"/>
                </a:cubicBezTo>
                <a:cubicBezTo>
                  <a:pt x="59161" y="50174"/>
                  <a:pt x="58709" y="52796"/>
                  <a:pt x="57282" y="55636"/>
                </a:cubicBezTo>
                <a:lnTo>
                  <a:pt x="54733" y="60646"/>
                </a:lnTo>
                <a:lnTo>
                  <a:pt x="49490" y="58025"/>
                </a:lnTo>
                <a:lnTo>
                  <a:pt x="51369" y="54267"/>
                </a:lnTo>
                <a:cubicBezTo>
                  <a:pt x="52228" y="52563"/>
                  <a:pt x="52505" y="51019"/>
                  <a:pt x="52170" y="49665"/>
                </a:cubicBezTo>
                <a:cubicBezTo>
                  <a:pt x="51820" y="48237"/>
                  <a:pt x="50407" y="46184"/>
                  <a:pt x="47902" y="43518"/>
                </a:cubicBezTo>
                <a:lnTo>
                  <a:pt x="45630" y="40897"/>
                </a:lnTo>
                <a:lnTo>
                  <a:pt x="0" y="37372"/>
                </a:lnTo>
                <a:lnTo>
                  <a:pt x="3350" y="30716"/>
                </a:lnTo>
                <a:lnTo>
                  <a:pt x="39484" y="33848"/>
                </a:lnTo>
                <a:lnTo>
                  <a:pt x="15467" y="6714"/>
                </a:lnTo>
                <a:lnTo>
                  <a:pt x="18832" y="0"/>
                </a:lnTo>
                <a:lnTo>
                  <a:pt x="52286" y="38057"/>
                </a:lnTo>
                <a:close/>
                <a:moveTo>
                  <a:pt x="52286" y="3805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7E832-3D35-4D62-96AB-1BC803D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555" y="1386833"/>
            <a:ext cx="56204" cy="55403"/>
          </a:xfrm>
          <a:custGeom xmlns:a="http://schemas.openxmlformats.org/drawingml/2006/main">
            <a:pathLst>
              <a:path w="56204" h="55403">
                <a:moveTo>
                  <a:pt x="35843" y="38858"/>
                </a:moveTo>
                <a:lnTo>
                  <a:pt x="56204" y="49097"/>
                </a:lnTo>
                <a:lnTo>
                  <a:pt x="53014" y="55403"/>
                </a:lnTo>
                <a:lnTo>
                  <a:pt x="0" y="28721"/>
                </a:lnTo>
                <a:lnTo>
                  <a:pt x="3233" y="22356"/>
                </a:lnTo>
                <a:lnTo>
                  <a:pt x="9044" y="25313"/>
                </a:lnTo>
                <a:cubicBezTo>
                  <a:pt x="7442" y="22808"/>
                  <a:pt x="6598" y="20303"/>
                  <a:pt x="6481" y="17696"/>
                </a:cubicBezTo>
                <a:cubicBezTo>
                  <a:pt x="6423" y="15132"/>
                  <a:pt x="7049" y="12453"/>
                  <a:pt x="8476" y="9612"/>
                </a:cubicBezTo>
                <a:cubicBezTo>
                  <a:pt x="10865" y="4952"/>
                  <a:pt x="14623" y="2097"/>
                  <a:pt x="19735" y="1078"/>
                </a:cubicBezTo>
                <a:cubicBezTo>
                  <a:pt x="24920" y="0"/>
                  <a:pt x="30542" y="1020"/>
                  <a:pt x="36571" y="4034"/>
                </a:cubicBezTo>
                <a:cubicBezTo>
                  <a:pt x="42601" y="7107"/>
                  <a:pt x="46766" y="10982"/>
                  <a:pt x="48980" y="15817"/>
                </a:cubicBezTo>
                <a:cubicBezTo>
                  <a:pt x="51194" y="20594"/>
                  <a:pt x="51136" y="25313"/>
                  <a:pt x="48805" y="29974"/>
                </a:cubicBezTo>
                <a:cubicBezTo>
                  <a:pt x="47393" y="32770"/>
                  <a:pt x="45616" y="34925"/>
                  <a:pt x="43460" y="36353"/>
                </a:cubicBezTo>
                <a:cubicBezTo>
                  <a:pt x="41363" y="37824"/>
                  <a:pt x="38800" y="38625"/>
                  <a:pt x="35843" y="38858"/>
                </a:cubicBezTo>
                <a:close/>
                <a:moveTo>
                  <a:pt x="33280" y="10574"/>
                </a:moveTo>
                <a:cubicBezTo>
                  <a:pt x="28604" y="8243"/>
                  <a:pt x="24512" y="7399"/>
                  <a:pt x="20929" y="7967"/>
                </a:cubicBezTo>
                <a:cubicBezTo>
                  <a:pt x="17288" y="8535"/>
                  <a:pt x="14666" y="10472"/>
                  <a:pt x="12962" y="13822"/>
                </a:cubicBezTo>
                <a:cubicBezTo>
                  <a:pt x="11317" y="17186"/>
                  <a:pt x="11317" y="20478"/>
                  <a:pt x="12962" y="23725"/>
                </a:cubicBezTo>
                <a:cubicBezTo>
                  <a:pt x="14666" y="26959"/>
                  <a:pt x="17798" y="29755"/>
                  <a:pt x="22473" y="32085"/>
                </a:cubicBezTo>
                <a:cubicBezTo>
                  <a:pt x="27075" y="34416"/>
                  <a:pt x="31226" y="35275"/>
                  <a:pt x="34809" y="34707"/>
                </a:cubicBezTo>
                <a:cubicBezTo>
                  <a:pt x="38392" y="34139"/>
                  <a:pt x="41072" y="32144"/>
                  <a:pt x="42717" y="28837"/>
                </a:cubicBezTo>
                <a:cubicBezTo>
                  <a:pt x="44421" y="25488"/>
                  <a:pt x="44421" y="22182"/>
                  <a:pt x="42717" y="18948"/>
                </a:cubicBezTo>
                <a:cubicBezTo>
                  <a:pt x="41072" y="15700"/>
                  <a:pt x="37882" y="12919"/>
                  <a:pt x="33280" y="10574"/>
                </a:cubicBezTo>
                <a:close/>
                <a:moveTo>
                  <a:pt x="33280" y="105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D3584-1C5C-4C87-8932-84324BD4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004" y="1343081"/>
            <a:ext cx="48412" cy="43970"/>
          </a:xfrm>
          <a:custGeom xmlns:a="http://schemas.openxmlformats.org/drawingml/2006/main">
            <a:pathLst>
              <a:path w="48412" h="43970">
                <a:moveTo>
                  <a:pt x="30323" y="3699"/>
                </a:moveTo>
                <a:lnTo>
                  <a:pt x="33454" y="5229"/>
                </a:lnTo>
                <a:lnTo>
                  <a:pt x="18832" y="34241"/>
                </a:lnTo>
                <a:cubicBezTo>
                  <a:pt x="23274" y="36178"/>
                  <a:pt x="27250" y="36527"/>
                  <a:pt x="30716" y="35333"/>
                </a:cubicBezTo>
                <a:cubicBezTo>
                  <a:pt x="34197" y="34139"/>
                  <a:pt x="36979" y="31459"/>
                  <a:pt x="39091" y="27250"/>
                </a:cubicBezTo>
                <a:cubicBezTo>
                  <a:pt x="40285" y="24861"/>
                  <a:pt x="41188" y="22356"/>
                  <a:pt x="41698" y="19735"/>
                </a:cubicBezTo>
                <a:cubicBezTo>
                  <a:pt x="42266" y="17186"/>
                  <a:pt x="42499" y="14448"/>
                  <a:pt x="42441" y="11608"/>
                </a:cubicBezTo>
                <a:lnTo>
                  <a:pt x="48412" y="14623"/>
                </a:lnTo>
                <a:cubicBezTo>
                  <a:pt x="48252" y="17404"/>
                  <a:pt x="47786" y="20084"/>
                  <a:pt x="47101" y="22691"/>
                </a:cubicBezTo>
                <a:cubicBezTo>
                  <a:pt x="46431" y="25371"/>
                  <a:pt x="45455" y="27876"/>
                  <a:pt x="44203" y="30323"/>
                </a:cubicBezTo>
                <a:cubicBezTo>
                  <a:pt x="41130" y="36469"/>
                  <a:pt x="36921" y="40387"/>
                  <a:pt x="31517" y="42208"/>
                </a:cubicBezTo>
                <a:cubicBezTo>
                  <a:pt x="26172" y="43970"/>
                  <a:pt x="20419" y="43344"/>
                  <a:pt x="14331" y="40285"/>
                </a:cubicBezTo>
                <a:cubicBezTo>
                  <a:pt x="8083" y="37096"/>
                  <a:pt x="3932" y="32886"/>
                  <a:pt x="1995" y="27643"/>
                </a:cubicBezTo>
                <a:cubicBezTo>
                  <a:pt x="0" y="22356"/>
                  <a:pt x="451" y="16836"/>
                  <a:pt x="3364" y="11098"/>
                </a:cubicBezTo>
                <a:cubicBezTo>
                  <a:pt x="5971" y="5913"/>
                  <a:pt x="9671" y="2680"/>
                  <a:pt x="14506" y="1369"/>
                </a:cubicBezTo>
                <a:cubicBezTo>
                  <a:pt x="19342" y="0"/>
                  <a:pt x="24628" y="801"/>
                  <a:pt x="30323" y="3699"/>
                </a:cubicBezTo>
                <a:close/>
                <a:moveTo>
                  <a:pt x="25313" y="9044"/>
                </a:moveTo>
                <a:cubicBezTo>
                  <a:pt x="21847" y="7340"/>
                  <a:pt x="18599" y="6933"/>
                  <a:pt x="15584" y="7792"/>
                </a:cubicBezTo>
                <a:cubicBezTo>
                  <a:pt x="12569" y="8651"/>
                  <a:pt x="10297" y="10632"/>
                  <a:pt x="8710" y="13705"/>
                </a:cubicBezTo>
                <a:cubicBezTo>
                  <a:pt x="6947" y="17244"/>
                  <a:pt x="6539" y="20536"/>
                  <a:pt x="7457" y="23667"/>
                </a:cubicBezTo>
                <a:cubicBezTo>
                  <a:pt x="8360" y="26798"/>
                  <a:pt x="10588" y="29406"/>
                  <a:pt x="13996" y="31576"/>
                </a:cubicBezTo>
                <a:lnTo>
                  <a:pt x="25313" y="9044"/>
                </a:lnTo>
                <a:close/>
                <a:moveTo>
                  <a:pt x="25313" y="904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256F8-8A6A-4C89-A2A0-3DB0A11F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291" y="1285275"/>
            <a:ext cx="64972" cy="61331"/>
          </a:xfrm>
          <a:custGeom xmlns:a="http://schemas.openxmlformats.org/drawingml/2006/main">
            <a:pathLst>
              <a:path w="64972" h="61331">
                <a:moveTo>
                  <a:pt x="9161" y="31459"/>
                </a:moveTo>
                <a:lnTo>
                  <a:pt x="48995" y="51543"/>
                </a:lnTo>
                <a:lnTo>
                  <a:pt x="53204" y="43183"/>
                </a:lnTo>
                <a:cubicBezTo>
                  <a:pt x="56787" y="36076"/>
                  <a:pt x="57806" y="30105"/>
                  <a:pt x="56277" y="25211"/>
                </a:cubicBezTo>
                <a:cubicBezTo>
                  <a:pt x="54675" y="20317"/>
                  <a:pt x="50466" y="16166"/>
                  <a:pt x="43591" y="12686"/>
                </a:cubicBezTo>
                <a:cubicBezTo>
                  <a:pt x="36702" y="9219"/>
                  <a:pt x="30847" y="8302"/>
                  <a:pt x="25997" y="10020"/>
                </a:cubicBezTo>
                <a:cubicBezTo>
                  <a:pt x="21162" y="11666"/>
                  <a:pt x="16953" y="16050"/>
                  <a:pt x="13428" y="23099"/>
                </a:cubicBezTo>
                <a:lnTo>
                  <a:pt x="9161" y="31459"/>
                </a:lnTo>
                <a:close/>
                <a:moveTo>
                  <a:pt x="0" y="35508"/>
                </a:moveTo>
                <a:lnTo>
                  <a:pt x="7180" y="21279"/>
                </a:lnTo>
                <a:cubicBezTo>
                  <a:pt x="12176" y="11375"/>
                  <a:pt x="17929" y="5127"/>
                  <a:pt x="24352" y="2563"/>
                </a:cubicBezTo>
                <a:cubicBezTo>
                  <a:pt x="30847" y="0"/>
                  <a:pt x="38465" y="918"/>
                  <a:pt x="47232" y="5345"/>
                </a:cubicBezTo>
                <a:cubicBezTo>
                  <a:pt x="56102" y="9787"/>
                  <a:pt x="61389" y="15424"/>
                  <a:pt x="63151" y="22196"/>
                </a:cubicBezTo>
                <a:cubicBezTo>
                  <a:pt x="64972" y="28910"/>
                  <a:pt x="63384" y="37212"/>
                  <a:pt x="58374" y="47116"/>
                </a:cubicBezTo>
                <a:lnTo>
                  <a:pt x="51208" y="61331"/>
                </a:lnTo>
                <a:lnTo>
                  <a:pt x="0" y="35508"/>
                </a:lnTo>
                <a:close/>
                <a:moveTo>
                  <a:pt x="0" y="355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FC73C-235D-4C09-8893-6EB3AA01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541" y="1234358"/>
            <a:ext cx="67826" cy="58199"/>
          </a:xfrm>
          <a:custGeom xmlns:a="http://schemas.openxmlformats.org/drawingml/2006/main">
            <a:pathLst>
              <a:path w="67826" h="58199">
                <a:moveTo>
                  <a:pt x="0" y="32377"/>
                </a:moveTo>
                <a:lnTo>
                  <a:pt x="16341" y="0"/>
                </a:lnTo>
                <a:lnTo>
                  <a:pt x="22196" y="2957"/>
                </a:lnTo>
                <a:lnTo>
                  <a:pt x="9336" y="28386"/>
                </a:lnTo>
                <a:lnTo>
                  <a:pt x="24526" y="36018"/>
                </a:lnTo>
                <a:lnTo>
                  <a:pt x="36819" y="11666"/>
                </a:lnTo>
                <a:lnTo>
                  <a:pt x="42615" y="14564"/>
                </a:lnTo>
                <a:lnTo>
                  <a:pt x="30323" y="38974"/>
                </a:lnTo>
                <a:lnTo>
                  <a:pt x="48878" y="48296"/>
                </a:lnTo>
                <a:lnTo>
                  <a:pt x="62015" y="22240"/>
                </a:lnTo>
                <a:lnTo>
                  <a:pt x="67826" y="25211"/>
                </a:lnTo>
                <a:lnTo>
                  <a:pt x="51208" y="58199"/>
                </a:lnTo>
                <a:lnTo>
                  <a:pt x="0" y="32377"/>
                </a:lnTo>
                <a:close/>
                <a:moveTo>
                  <a:pt x="0" y="3237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96AB4A-32FC-4FA7-B34C-E34370F4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203" y="1192485"/>
            <a:ext cx="60471" cy="56612"/>
          </a:xfrm>
          <a:custGeom xmlns:a="http://schemas.openxmlformats.org/drawingml/2006/main">
            <a:pathLst>
              <a:path w="60471" h="56612">
                <a:moveTo>
                  <a:pt x="13880" y="0"/>
                </a:moveTo>
                <a:lnTo>
                  <a:pt x="20652" y="3408"/>
                </a:lnTo>
                <a:cubicBezTo>
                  <a:pt x="18031" y="5403"/>
                  <a:pt x="15875" y="7399"/>
                  <a:pt x="14055" y="9438"/>
                </a:cubicBezTo>
                <a:cubicBezTo>
                  <a:pt x="12292" y="11491"/>
                  <a:pt x="10807" y="13545"/>
                  <a:pt x="9729" y="15759"/>
                </a:cubicBezTo>
                <a:cubicBezTo>
                  <a:pt x="7850" y="19516"/>
                  <a:pt x="7107" y="22764"/>
                  <a:pt x="7515" y="25546"/>
                </a:cubicBezTo>
                <a:cubicBezTo>
                  <a:pt x="7967" y="28328"/>
                  <a:pt x="9496" y="30440"/>
                  <a:pt x="12234" y="31809"/>
                </a:cubicBezTo>
                <a:cubicBezTo>
                  <a:pt x="14506" y="32945"/>
                  <a:pt x="16560" y="33119"/>
                  <a:pt x="18380" y="32318"/>
                </a:cubicBezTo>
                <a:cubicBezTo>
                  <a:pt x="20259" y="31576"/>
                  <a:pt x="22473" y="29478"/>
                  <a:pt x="25094" y="25997"/>
                </a:cubicBezTo>
                <a:lnTo>
                  <a:pt x="28051" y="22240"/>
                </a:lnTo>
                <a:cubicBezTo>
                  <a:pt x="31634" y="17579"/>
                  <a:pt x="35275" y="14681"/>
                  <a:pt x="39033" y="13428"/>
                </a:cubicBezTo>
                <a:cubicBezTo>
                  <a:pt x="42732" y="12234"/>
                  <a:pt x="46650" y="12686"/>
                  <a:pt x="50801" y="14797"/>
                </a:cubicBezTo>
                <a:cubicBezTo>
                  <a:pt x="55811" y="17302"/>
                  <a:pt x="58709" y="20827"/>
                  <a:pt x="59568" y="25429"/>
                </a:cubicBezTo>
                <a:cubicBezTo>
                  <a:pt x="60471" y="30090"/>
                  <a:pt x="59277" y="35610"/>
                  <a:pt x="56044" y="41989"/>
                </a:cubicBezTo>
                <a:cubicBezTo>
                  <a:pt x="54849" y="44436"/>
                  <a:pt x="53247" y="46883"/>
                  <a:pt x="51325" y="49330"/>
                </a:cubicBezTo>
                <a:cubicBezTo>
                  <a:pt x="49446" y="51776"/>
                  <a:pt x="47160" y="54223"/>
                  <a:pt x="44611" y="56612"/>
                </a:cubicBezTo>
                <a:lnTo>
                  <a:pt x="37489" y="52971"/>
                </a:lnTo>
                <a:cubicBezTo>
                  <a:pt x="40504" y="50975"/>
                  <a:pt x="43067" y="48820"/>
                  <a:pt x="45237" y="46533"/>
                </a:cubicBezTo>
                <a:cubicBezTo>
                  <a:pt x="47393" y="44203"/>
                  <a:pt x="49097" y="41756"/>
                  <a:pt x="50466" y="39193"/>
                </a:cubicBezTo>
                <a:cubicBezTo>
                  <a:pt x="52461" y="35217"/>
                  <a:pt x="53189" y="31809"/>
                  <a:pt x="52738" y="28852"/>
                </a:cubicBezTo>
                <a:cubicBezTo>
                  <a:pt x="52228" y="25881"/>
                  <a:pt x="50582" y="23725"/>
                  <a:pt x="47684" y="22240"/>
                </a:cubicBezTo>
                <a:cubicBezTo>
                  <a:pt x="45179" y="20987"/>
                  <a:pt x="42848" y="20769"/>
                  <a:pt x="40620" y="21614"/>
                </a:cubicBezTo>
                <a:cubicBezTo>
                  <a:pt x="38465" y="22415"/>
                  <a:pt x="36076" y="24410"/>
                  <a:pt x="33629" y="27600"/>
                </a:cubicBezTo>
                <a:lnTo>
                  <a:pt x="30673" y="31401"/>
                </a:lnTo>
                <a:cubicBezTo>
                  <a:pt x="27032" y="36076"/>
                  <a:pt x="23551" y="38974"/>
                  <a:pt x="20201" y="40169"/>
                </a:cubicBezTo>
                <a:cubicBezTo>
                  <a:pt x="16836" y="41363"/>
                  <a:pt x="13195" y="41013"/>
                  <a:pt x="9278" y="39033"/>
                </a:cubicBezTo>
                <a:cubicBezTo>
                  <a:pt x="4719" y="36761"/>
                  <a:pt x="1995" y="33338"/>
                  <a:pt x="976" y="28852"/>
                </a:cubicBezTo>
                <a:cubicBezTo>
                  <a:pt x="0" y="24352"/>
                  <a:pt x="918" y="19283"/>
                  <a:pt x="3699" y="13705"/>
                </a:cubicBezTo>
                <a:cubicBezTo>
                  <a:pt x="4952" y="11273"/>
                  <a:pt x="6379" y="8928"/>
                  <a:pt x="8083" y="6656"/>
                </a:cubicBezTo>
                <a:cubicBezTo>
                  <a:pt x="9787" y="4384"/>
                  <a:pt x="11724" y="2156"/>
                  <a:pt x="13880" y="0"/>
                </a:cubicBezTo>
                <a:close/>
                <a:moveTo>
                  <a:pt x="1388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B961B-0DF8-474A-843A-56383A80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84" y="1149477"/>
            <a:ext cx="54718" cy="54107"/>
          </a:xfrm>
          <a:custGeom xmlns:a="http://schemas.openxmlformats.org/drawingml/2006/main">
            <a:pathLst>
              <a:path w="54718" h="54107">
                <a:moveTo>
                  <a:pt x="9205" y="24235"/>
                </a:moveTo>
                <a:lnTo>
                  <a:pt x="28444" y="33964"/>
                </a:lnTo>
                <a:lnTo>
                  <a:pt x="32814" y="25196"/>
                </a:lnTo>
                <a:cubicBezTo>
                  <a:pt x="34474" y="22021"/>
                  <a:pt x="34867" y="19108"/>
                  <a:pt x="34066" y="16501"/>
                </a:cubicBezTo>
                <a:cubicBezTo>
                  <a:pt x="33338" y="13880"/>
                  <a:pt x="31401" y="11826"/>
                  <a:pt x="28328" y="10239"/>
                </a:cubicBezTo>
                <a:cubicBezTo>
                  <a:pt x="25255" y="8710"/>
                  <a:pt x="22415" y="8418"/>
                  <a:pt x="19851" y="9336"/>
                </a:cubicBezTo>
                <a:cubicBezTo>
                  <a:pt x="17288" y="10239"/>
                  <a:pt x="15234" y="12292"/>
                  <a:pt x="13589" y="15526"/>
                </a:cubicBezTo>
                <a:lnTo>
                  <a:pt x="9205" y="24235"/>
                </a:lnTo>
                <a:close/>
                <a:moveTo>
                  <a:pt x="0" y="28269"/>
                </a:moveTo>
                <a:lnTo>
                  <a:pt x="7908" y="12627"/>
                </a:lnTo>
                <a:cubicBezTo>
                  <a:pt x="10807" y="6947"/>
                  <a:pt x="14273" y="3248"/>
                  <a:pt x="18366" y="1588"/>
                </a:cubicBezTo>
                <a:cubicBezTo>
                  <a:pt x="22473" y="0"/>
                  <a:pt x="26959" y="393"/>
                  <a:pt x="31969" y="2957"/>
                </a:cubicBezTo>
                <a:cubicBezTo>
                  <a:pt x="37037" y="5520"/>
                  <a:pt x="40096" y="8870"/>
                  <a:pt x="41246" y="13137"/>
                </a:cubicBezTo>
                <a:cubicBezTo>
                  <a:pt x="42324" y="17346"/>
                  <a:pt x="41407" y="22356"/>
                  <a:pt x="38508" y="28109"/>
                </a:cubicBezTo>
                <a:lnTo>
                  <a:pt x="34124" y="36804"/>
                </a:lnTo>
                <a:lnTo>
                  <a:pt x="54718" y="47160"/>
                </a:lnTo>
                <a:lnTo>
                  <a:pt x="51194" y="54107"/>
                </a:lnTo>
                <a:lnTo>
                  <a:pt x="0" y="28269"/>
                </a:lnTo>
                <a:close/>
                <a:moveTo>
                  <a:pt x="0" y="282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86BF0-DC52-4975-B617-539C47EF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435" y="1128315"/>
            <a:ext cx="56554" cy="33221"/>
          </a:xfrm>
          <a:custGeom xmlns:a="http://schemas.openxmlformats.org/drawingml/2006/main">
            <a:pathLst>
              <a:path w="56554" h="33221">
                <a:moveTo>
                  <a:pt x="0" y="6306"/>
                </a:moveTo>
                <a:lnTo>
                  <a:pt x="3190" y="0"/>
                </a:lnTo>
                <a:lnTo>
                  <a:pt x="56554" y="26900"/>
                </a:lnTo>
                <a:lnTo>
                  <a:pt x="53364" y="33221"/>
                </a:lnTo>
                <a:lnTo>
                  <a:pt x="0" y="6306"/>
                </a:lnTo>
                <a:close/>
                <a:moveTo>
                  <a:pt x="0" y="63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ECB57-16BC-4F63-9372-BD2B0E4E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903" y="1091103"/>
            <a:ext cx="54616" cy="47451"/>
          </a:xfrm>
          <a:custGeom xmlns:a="http://schemas.openxmlformats.org/drawingml/2006/main">
            <a:pathLst>
              <a:path w="54616" h="47451">
                <a:moveTo>
                  <a:pt x="23259" y="43926"/>
                </a:moveTo>
                <a:lnTo>
                  <a:pt x="0" y="32202"/>
                </a:lnTo>
                <a:lnTo>
                  <a:pt x="3190" y="25881"/>
                </a:lnTo>
                <a:lnTo>
                  <a:pt x="26230" y="37489"/>
                </a:lnTo>
                <a:cubicBezTo>
                  <a:pt x="29872" y="39309"/>
                  <a:pt x="32945" y="39994"/>
                  <a:pt x="35435" y="39484"/>
                </a:cubicBezTo>
                <a:cubicBezTo>
                  <a:pt x="37998" y="38974"/>
                  <a:pt x="39994" y="37329"/>
                  <a:pt x="41421" y="34474"/>
                </a:cubicBezTo>
                <a:cubicBezTo>
                  <a:pt x="43125" y="31066"/>
                  <a:pt x="43402" y="27818"/>
                  <a:pt x="42208" y="24745"/>
                </a:cubicBezTo>
                <a:cubicBezTo>
                  <a:pt x="41013" y="21672"/>
                  <a:pt x="38567" y="19181"/>
                  <a:pt x="34809" y="17302"/>
                </a:cubicBezTo>
                <a:lnTo>
                  <a:pt x="13079" y="6321"/>
                </a:lnTo>
                <a:lnTo>
                  <a:pt x="16210" y="0"/>
                </a:lnTo>
                <a:lnTo>
                  <a:pt x="54616" y="19400"/>
                </a:lnTo>
                <a:lnTo>
                  <a:pt x="51485" y="25721"/>
                </a:lnTo>
                <a:lnTo>
                  <a:pt x="45572" y="22706"/>
                </a:lnTo>
                <a:cubicBezTo>
                  <a:pt x="47101" y="25429"/>
                  <a:pt x="47961" y="28051"/>
                  <a:pt x="48077" y="30673"/>
                </a:cubicBezTo>
                <a:cubicBezTo>
                  <a:pt x="48179" y="33280"/>
                  <a:pt x="47553" y="35901"/>
                  <a:pt x="46198" y="38581"/>
                </a:cubicBezTo>
                <a:cubicBezTo>
                  <a:pt x="43970" y="42950"/>
                  <a:pt x="40955" y="45630"/>
                  <a:pt x="37037" y="46533"/>
                </a:cubicBezTo>
                <a:cubicBezTo>
                  <a:pt x="33163" y="47451"/>
                  <a:pt x="28561" y="46533"/>
                  <a:pt x="23259" y="43926"/>
                </a:cubicBezTo>
                <a:close/>
                <a:moveTo>
                  <a:pt x="23259" y="4392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55DF3-37C7-4F94-BBB6-00B7A37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842" y="1046565"/>
            <a:ext cx="60530" cy="55403"/>
          </a:xfrm>
          <a:custGeom xmlns:a="http://schemas.openxmlformats.org/drawingml/2006/main">
            <a:pathLst>
              <a:path w="60530" h="55403">
                <a:moveTo>
                  <a:pt x="28328" y="15759"/>
                </a:moveTo>
                <a:cubicBezTo>
                  <a:pt x="23784" y="13414"/>
                  <a:pt x="19749" y="12627"/>
                  <a:pt x="16268" y="13195"/>
                </a:cubicBezTo>
                <a:cubicBezTo>
                  <a:pt x="12802" y="13822"/>
                  <a:pt x="10239" y="15861"/>
                  <a:pt x="8535" y="19225"/>
                </a:cubicBezTo>
                <a:cubicBezTo>
                  <a:pt x="6831" y="22633"/>
                  <a:pt x="6772" y="25881"/>
                  <a:pt x="8302" y="29071"/>
                </a:cubicBezTo>
                <a:cubicBezTo>
                  <a:pt x="9846" y="32187"/>
                  <a:pt x="12919" y="34925"/>
                  <a:pt x="17521" y="37256"/>
                </a:cubicBezTo>
                <a:cubicBezTo>
                  <a:pt x="22080" y="39528"/>
                  <a:pt x="26056" y="40387"/>
                  <a:pt x="29522" y="39761"/>
                </a:cubicBezTo>
                <a:cubicBezTo>
                  <a:pt x="33003" y="39135"/>
                  <a:pt x="35566" y="37139"/>
                  <a:pt x="37270" y="33731"/>
                </a:cubicBezTo>
                <a:cubicBezTo>
                  <a:pt x="39033" y="30367"/>
                  <a:pt x="39091" y="27075"/>
                  <a:pt x="37489" y="23944"/>
                </a:cubicBezTo>
                <a:cubicBezTo>
                  <a:pt x="35959" y="20754"/>
                  <a:pt x="32886" y="18031"/>
                  <a:pt x="28328" y="15759"/>
                </a:cubicBezTo>
                <a:close/>
                <a:moveTo>
                  <a:pt x="46431" y="16953"/>
                </a:moveTo>
                <a:cubicBezTo>
                  <a:pt x="52971" y="20245"/>
                  <a:pt x="57063" y="24119"/>
                  <a:pt x="58826" y="28663"/>
                </a:cubicBezTo>
                <a:cubicBezTo>
                  <a:pt x="60530" y="33163"/>
                  <a:pt x="59903" y="38392"/>
                  <a:pt x="56830" y="44363"/>
                </a:cubicBezTo>
                <a:cubicBezTo>
                  <a:pt x="55752" y="46591"/>
                  <a:pt x="54500" y="48631"/>
                  <a:pt x="53189" y="50393"/>
                </a:cubicBezTo>
                <a:cubicBezTo>
                  <a:pt x="51893" y="52213"/>
                  <a:pt x="50407" y="53874"/>
                  <a:pt x="48820" y="55403"/>
                </a:cubicBezTo>
                <a:lnTo>
                  <a:pt x="42674" y="52272"/>
                </a:lnTo>
                <a:cubicBezTo>
                  <a:pt x="44611" y="50975"/>
                  <a:pt x="46257" y="49490"/>
                  <a:pt x="47626" y="47902"/>
                </a:cubicBezTo>
                <a:cubicBezTo>
                  <a:pt x="49038" y="46358"/>
                  <a:pt x="50174" y="44654"/>
                  <a:pt x="51150" y="42776"/>
                </a:cubicBezTo>
                <a:cubicBezTo>
                  <a:pt x="53247" y="38625"/>
                  <a:pt x="53713" y="34984"/>
                  <a:pt x="52563" y="31852"/>
                </a:cubicBezTo>
                <a:cubicBezTo>
                  <a:pt x="51485" y="28721"/>
                  <a:pt x="48762" y="26056"/>
                  <a:pt x="44378" y="23827"/>
                </a:cubicBezTo>
                <a:lnTo>
                  <a:pt x="41246" y="22240"/>
                </a:lnTo>
                <a:cubicBezTo>
                  <a:pt x="42848" y="24687"/>
                  <a:pt x="43693" y="27192"/>
                  <a:pt x="43810" y="29799"/>
                </a:cubicBezTo>
                <a:cubicBezTo>
                  <a:pt x="43868" y="32420"/>
                  <a:pt x="43242" y="35158"/>
                  <a:pt x="41756" y="37940"/>
                </a:cubicBezTo>
                <a:cubicBezTo>
                  <a:pt x="39426" y="42659"/>
                  <a:pt x="35726" y="45557"/>
                  <a:pt x="30673" y="46650"/>
                </a:cubicBezTo>
                <a:cubicBezTo>
                  <a:pt x="25604" y="47728"/>
                  <a:pt x="20143" y="46752"/>
                  <a:pt x="14229" y="43737"/>
                </a:cubicBezTo>
                <a:cubicBezTo>
                  <a:pt x="8243" y="40780"/>
                  <a:pt x="4267" y="36921"/>
                  <a:pt x="2112" y="32246"/>
                </a:cubicBezTo>
                <a:cubicBezTo>
                  <a:pt x="0" y="27527"/>
                  <a:pt x="117" y="22866"/>
                  <a:pt x="2447" y="18147"/>
                </a:cubicBezTo>
                <a:cubicBezTo>
                  <a:pt x="3874" y="15293"/>
                  <a:pt x="5695" y="13137"/>
                  <a:pt x="7850" y="11652"/>
                </a:cubicBezTo>
                <a:cubicBezTo>
                  <a:pt x="9962" y="10239"/>
                  <a:pt x="12511" y="9379"/>
                  <a:pt x="15424" y="9205"/>
                </a:cubicBezTo>
                <a:lnTo>
                  <a:pt x="9612" y="6306"/>
                </a:lnTo>
                <a:lnTo>
                  <a:pt x="12744" y="0"/>
                </a:lnTo>
                <a:lnTo>
                  <a:pt x="46431" y="16953"/>
                </a:lnTo>
                <a:close/>
                <a:moveTo>
                  <a:pt x="46431" y="1695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3433F-0C70-43DD-8A5A-A3770A29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226" y="1019708"/>
            <a:ext cx="56554" cy="33221"/>
          </a:xfrm>
          <a:custGeom xmlns:a="http://schemas.openxmlformats.org/drawingml/2006/main">
            <a:pathLst>
              <a:path w="56554" h="33221">
                <a:moveTo>
                  <a:pt x="14958" y="13822"/>
                </a:moveTo>
                <a:lnTo>
                  <a:pt x="18147" y="7501"/>
                </a:lnTo>
                <a:lnTo>
                  <a:pt x="56554" y="26900"/>
                </a:lnTo>
                <a:lnTo>
                  <a:pt x="53364" y="33221"/>
                </a:lnTo>
                <a:lnTo>
                  <a:pt x="14958" y="13822"/>
                </a:lnTo>
                <a:close/>
                <a:moveTo>
                  <a:pt x="0" y="6306"/>
                </a:moveTo>
                <a:lnTo>
                  <a:pt x="3190" y="0"/>
                </a:lnTo>
                <a:lnTo>
                  <a:pt x="11142" y="4034"/>
                </a:lnTo>
                <a:lnTo>
                  <a:pt x="7967" y="10355"/>
                </a:lnTo>
                <a:lnTo>
                  <a:pt x="0" y="6306"/>
                </a:lnTo>
                <a:close/>
                <a:moveTo>
                  <a:pt x="0" y="63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E14EE-FF93-4F5C-AE6A-D4BFD300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854" y="986195"/>
            <a:ext cx="54675" cy="47451"/>
          </a:xfrm>
          <a:custGeom xmlns:a="http://schemas.openxmlformats.org/drawingml/2006/main">
            <a:pathLst>
              <a:path w="54675" h="47451">
                <a:moveTo>
                  <a:pt x="31459" y="3583"/>
                </a:moveTo>
                <a:lnTo>
                  <a:pt x="54675" y="15249"/>
                </a:lnTo>
                <a:lnTo>
                  <a:pt x="51485" y="21555"/>
                </a:lnTo>
                <a:lnTo>
                  <a:pt x="28503" y="10020"/>
                </a:lnTo>
                <a:cubicBezTo>
                  <a:pt x="24861" y="8185"/>
                  <a:pt x="21788" y="7515"/>
                  <a:pt x="19283" y="8025"/>
                </a:cubicBezTo>
                <a:cubicBezTo>
                  <a:pt x="16734" y="8535"/>
                  <a:pt x="14797" y="10181"/>
                  <a:pt x="13312" y="13035"/>
                </a:cubicBezTo>
                <a:cubicBezTo>
                  <a:pt x="11608" y="16443"/>
                  <a:pt x="11389" y="19691"/>
                  <a:pt x="12525" y="22750"/>
                </a:cubicBezTo>
                <a:cubicBezTo>
                  <a:pt x="13720" y="25779"/>
                  <a:pt x="16166" y="28269"/>
                  <a:pt x="19910" y="30148"/>
                </a:cubicBezTo>
                <a:lnTo>
                  <a:pt x="41654" y="41072"/>
                </a:lnTo>
                <a:lnTo>
                  <a:pt x="38406" y="47451"/>
                </a:lnTo>
                <a:lnTo>
                  <a:pt x="0" y="28109"/>
                </a:lnTo>
                <a:lnTo>
                  <a:pt x="3248" y="21730"/>
                </a:lnTo>
                <a:lnTo>
                  <a:pt x="9219" y="24745"/>
                </a:lnTo>
                <a:cubicBezTo>
                  <a:pt x="7632" y="22080"/>
                  <a:pt x="6831" y="19400"/>
                  <a:pt x="6714" y="16778"/>
                </a:cubicBezTo>
                <a:cubicBezTo>
                  <a:pt x="6598" y="14171"/>
                  <a:pt x="7224" y="11550"/>
                  <a:pt x="8593" y="8870"/>
                </a:cubicBezTo>
                <a:cubicBezTo>
                  <a:pt x="10807" y="4442"/>
                  <a:pt x="13836" y="1821"/>
                  <a:pt x="17696" y="903"/>
                </a:cubicBezTo>
                <a:cubicBezTo>
                  <a:pt x="21570" y="0"/>
                  <a:pt x="26172" y="903"/>
                  <a:pt x="31459" y="3583"/>
                </a:cubicBezTo>
                <a:close/>
                <a:moveTo>
                  <a:pt x="31459" y="35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FDE7D-02DD-4F13-A6EB-5301D0CA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592" y="976350"/>
            <a:ext cx="12351" cy="11666"/>
          </a:xfrm>
          <a:custGeom xmlns:a="http://schemas.openxmlformats.org/drawingml/2006/main">
            <a:pathLst>
              <a:path w="12351" h="11666">
                <a:moveTo>
                  <a:pt x="0" y="7282"/>
                </a:moveTo>
                <a:lnTo>
                  <a:pt x="3641" y="0"/>
                </a:lnTo>
                <a:lnTo>
                  <a:pt x="12351" y="4384"/>
                </a:lnTo>
                <a:lnTo>
                  <a:pt x="8710" y="11666"/>
                </a:lnTo>
                <a:lnTo>
                  <a:pt x="0" y="7282"/>
                </a:lnTo>
                <a:close/>
                <a:moveTo>
                  <a:pt x="0" y="72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5616C-5579-40DB-A9F5-2A854ADF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6" y="931521"/>
            <a:ext cx="67302" cy="34765"/>
          </a:xfrm>
          <a:custGeom xmlns:a="http://schemas.openxmlformats.org/drawingml/2006/main">
            <a:pathLst>
              <a:path w="67302" h="34765">
                <a:moveTo>
                  <a:pt x="0" y="8928"/>
                </a:moveTo>
                <a:lnTo>
                  <a:pt x="3539" y="2054"/>
                </a:lnTo>
                <a:lnTo>
                  <a:pt x="48878" y="24920"/>
                </a:lnTo>
                <a:lnTo>
                  <a:pt x="61447" y="0"/>
                </a:lnTo>
                <a:lnTo>
                  <a:pt x="67302" y="2898"/>
                </a:lnTo>
                <a:lnTo>
                  <a:pt x="51208" y="34765"/>
                </a:lnTo>
                <a:lnTo>
                  <a:pt x="0" y="8928"/>
                </a:lnTo>
                <a:close/>
                <a:moveTo>
                  <a:pt x="0" y="89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A4BEC-8FE8-4B1A-BE59-DE17657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766" y="854490"/>
            <a:ext cx="74817" cy="72647"/>
          </a:xfrm>
          <a:custGeom xmlns:a="http://schemas.openxmlformats.org/drawingml/2006/main">
            <a:pathLst>
              <a:path w="74817" h="72647">
                <a:moveTo>
                  <a:pt x="0" y="46883"/>
                </a:moveTo>
                <a:lnTo>
                  <a:pt x="5229" y="36527"/>
                </a:lnTo>
                <a:lnTo>
                  <a:pt x="46650" y="41013"/>
                </a:lnTo>
                <a:lnTo>
                  <a:pt x="18424" y="10355"/>
                </a:lnTo>
                <a:lnTo>
                  <a:pt x="23609" y="0"/>
                </a:lnTo>
                <a:lnTo>
                  <a:pt x="74817" y="25823"/>
                </a:lnTo>
                <a:lnTo>
                  <a:pt x="71395" y="32595"/>
                </a:lnTo>
                <a:lnTo>
                  <a:pt x="26449" y="9962"/>
                </a:lnTo>
                <a:lnTo>
                  <a:pt x="54893" y="40853"/>
                </a:lnTo>
                <a:lnTo>
                  <a:pt x="51427" y="47786"/>
                </a:lnTo>
                <a:lnTo>
                  <a:pt x="9612" y="43300"/>
                </a:lnTo>
                <a:lnTo>
                  <a:pt x="54616" y="65933"/>
                </a:lnTo>
                <a:lnTo>
                  <a:pt x="51194" y="72647"/>
                </a:lnTo>
                <a:lnTo>
                  <a:pt x="0" y="46883"/>
                </a:lnTo>
                <a:close/>
                <a:moveTo>
                  <a:pt x="0" y="468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C9800-7986-4B44-BF31-9C666898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27" y="1721187"/>
            <a:ext cx="55519" cy="56379"/>
          </a:xfrm>
          <a:custGeom xmlns:a="http://schemas.openxmlformats.org/drawingml/2006/main">
            <a:pathLst>
              <a:path w="55519" h="56379">
                <a:moveTo>
                  <a:pt x="35493" y="39193"/>
                </a:moveTo>
                <a:lnTo>
                  <a:pt x="55519" y="50116"/>
                </a:lnTo>
                <a:lnTo>
                  <a:pt x="52111" y="56379"/>
                </a:lnTo>
                <a:lnTo>
                  <a:pt x="0" y="27876"/>
                </a:lnTo>
                <a:lnTo>
                  <a:pt x="3408" y="21614"/>
                </a:lnTo>
                <a:lnTo>
                  <a:pt x="9146" y="24745"/>
                </a:lnTo>
                <a:cubicBezTo>
                  <a:pt x="7617" y="22240"/>
                  <a:pt x="6874" y="19676"/>
                  <a:pt x="6874" y="17128"/>
                </a:cubicBezTo>
                <a:cubicBezTo>
                  <a:pt x="6874" y="14506"/>
                  <a:pt x="7617" y="11826"/>
                  <a:pt x="9146" y="9103"/>
                </a:cubicBezTo>
                <a:cubicBezTo>
                  <a:pt x="11652" y="4486"/>
                  <a:pt x="15467" y="1762"/>
                  <a:pt x="20696" y="903"/>
                </a:cubicBezTo>
                <a:cubicBezTo>
                  <a:pt x="25881" y="0"/>
                  <a:pt x="31459" y="1194"/>
                  <a:pt x="37372" y="4442"/>
                </a:cubicBezTo>
                <a:cubicBezTo>
                  <a:pt x="43344" y="7675"/>
                  <a:pt x="47334" y="11768"/>
                  <a:pt x="49373" y="16603"/>
                </a:cubicBezTo>
                <a:cubicBezTo>
                  <a:pt x="51485" y="21453"/>
                  <a:pt x="51252" y="26172"/>
                  <a:pt x="48747" y="30775"/>
                </a:cubicBezTo>
                <a:cubicBezTo>
                  <a:pt x="47218" y="33513"/>
                  <a:pt x="45397" y="35610"/>
                  <a:pt x="43169" y="36979"/>
                </a:cubicBezTo>
                <a:cubicBezTo>
                  <a:pt x="41013" y="38406"/>
                  <a:pt x="38450" y="39135"/>
                  <a:pt x="35493" y="39193"/>
                </a:cubicBezTo>
                <a:close/>
                <a:moveTo>
                  <a:pt x="33906" y="10865"/>
                </a:moveTo>
                <a:cubicBezTo>
                  <a:pt x="29289" y="8418"/>
                  <a:pt x="25255" y="7399"/>
                  <a:pt x="21614" y="7850"/>
                </a:cubicBezTo>
                <a:cubicBezTo>
                  <a:pt x="17972" y="8302"/>
                  <a:pt x="15293" y="10122"/>
                  <a:pt x="13472" y="13428"/>
                </a:cubicBezTo>
                <a:cubicBezTo>
                  <a:pt x="11710" y="16720"/>
                  <a:pt x="11593" y="20026"/>
                  <a:pt x="13137" y="23259"/>
                </a:cubicBezTo>
                <a:cubicBezTo>
                  <a:pt x="14725" y="26565"/>
                  <a:pt x="17739" y="29464"/>
                  <a:pt x="22356" y="31969"/>
                </a:cubicBezTo>
                <a:cubicBezTo>
                  <a:pt x="26900" y="34474"/>
                  <a:pt x="30949" y="35493"/>
                  <a:pt x="34590" y="35042"/>
                </a:cubicBezTo>
                <a:cubicBezTo>
                  <a:pt x="38232" y="34590"/>
                  <a:pt x="40897" y="32712"/>
                  <a:pt x="42717" y="29406"/>
                </a:cubicBezTo>
                <a:cubicBezTo>
                  <a:pt x="44538" y="26172"/>
                  <a:pt x="44654" y="22866"/>
                  <a:pt x="43067" y="19575"/>
                </a:cubicBezTo>
                <a:cubicBezTo>
                  <a:pt x="41465" y="16268"/>
                  <a:pt x="38450" y="13370"/>
                  <a:pt x="33906" y="10865"/>
                </a:cubicBezTo>
                <a:close/>
                <a:moveTo>
                  <a:pt x="33906" y="1086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5BC5C-DD2A-416B-8A13-45BBC1D8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229" y="1682898"/>
            <a:ext cx="41130" cy="43009"/>
          </a:xfrm>
          <a:custGeom xmlns:a="http://schemas.openxmlformats.org/drawingml/2006/main">
            <a:pathLst>
              <a:path w="41130" h="43009">
                <a:moveTo>
                  <a:pt x="17871" y="3408"/>
                </a:moveTo>
                <a:cubicBezTo>
                  <a:pt x="17069" y="3918"/>
                  <a:pt x="16385" y="4500"/>
                  <a:pt x="15759" y="5229"/>
                </a:cubicBezTo>
                <a:cubicBezTo>
                  <a:pt x="15132" y="5913"/>
                  <a:pt x="14506" y="6772"/>
                  <a:pt x="13996" y="7792"/>
                </a:cubicBezTo>
                <a:cubicBezTo>
                  <a:pt x="12059" y="11258"/>
                  <a:pt x="11724" y="14623"/>
                  <a:pt x="12977" y="17696"/>
                </a:cubicBezTo>
                <a:cubicBezTo>
                  <a:pt x="14229" y="20827"/>
                  <a:pt x="17011" y="23551"/>
                  <a:pt x="21279" y="25881"/>
                </a:cubicBezTo>
                <a:lnTo>
                  <a:pt x="41130" y="36804"/>
                </a:lnTo>
                <a:lnTo>
                  <a:pt x="37722" y="43009"/>
                </a:lnTo>
                <a:lnTo>
                  <a:pt x="0" y="22356"/>
                </a:lnTo>
                <a:lnTo>
                  <a:pt x="3408" y="16152"/>
                </a:lnTo>
                <a:lnTo>
                  <a:pt x="9278" y="19342"/>
                </a:lnTo>
                <a:cubicBezTo>
                  <a:pt x="7675" y="16778"/>
                  <a:pt x="6947" y="14171"/>
                  <a:pt x="6947" y="11491"/>
                </a:cubicBezTo>
                <a:cubicBezTo>
                  <a:pt x="6991" y="8768"/>
                  <a:pt x="7792" y="5913"/>
                  <a:pt x="9438" y="2957"/>
                </a:cubicBezTo>
                <a:cubicBezTo>
                  <a:pt x="9671" y="2505"/>
                  <a:pt x="9962" y="2054"/>
                  <a:pt x="10297" y="1588"/>
                </a:cubicBezTo>
                <a:cubicBezTo>
                  <a:pt x="10632" y="1078"/>
                  <a:pt x="11040" y="568"/>
                  <a:pt x="11491" y="0"/>
                </a:cubicBezTo>
                <a:lnTo>
                  <a:pt x="17871" y="3408"/>
                </a:lnTo>
                <a:close/>
                <a:moveTo>
                  <a:pt x="17871" y="34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9B6D4-7C3E-4079-A105-AB59DB40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190" y="1662420"/>
            <a:ext cx="55811" cy="34925"/>
          </a:xfrm>
          <a:custGeom xmlns:a="http://schemas.openxmlformats.org/drawingml/2006/main">
            <a:pathLst>
              <a:path w="55811" h="34925">
                <a:moveTo>
                  <a:pt x="14681" y="14215"/>
                </a:moveTo>
                <a:lnTo>
                  <a:pt x="18104" y="8069"/>
                </a:lnTo>
                <a:lnTo>
                  <a:pt x="55811" y="28721"/>
                </a:lnTo>
                <a:lnTo>
                  <a:pt x="52403" y="34925"/>
                </a:lnTo>
                <a:lnTo>
                  <a:pt x="14681" y="14215"/>
                </a:lnTo>
                <a:close/>
                <a:moveTo>
                  <a:pt x="0" y="6190"/>
                </a:moveTo>
                <a:lnTo>
                  <a:pt x="3423" y="0"/>
                </a:lnTo>
                <a:lnTo>
                  <a:pt x="11273" y="4326"/>
                </a:lnTo>
                <a:lnTo>
                  <a:pt x="7850" y="10515"/>
                </a:lnTo>
                <a:lnTo>
                  <a:pt x="0" y="6190"/>
                </a:lnTo>
                <a:close/>
                <a:moveTo>
                  <a:pt x="0" y="6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05973-DF67-445A-BE90-47F89C55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226" y="1607003"/>
            <a:ext cx="67870" cy="71395"/>
          </a:xfrm>
          <a:custGeom xmlns:a="http://schemas.openxmlformats.org/drawingml/2006/main">
            <a:pathLst>
              <a:path w="67870" h="71395">
                <a:moveTo>
                  <a:pt x="23492" y="25094"/>
                </a:moveTo>
                <a:cubicBezTo>
                  <a:pt x="21512" y="22021"/>
                  <a:pt x="20478" y="19065"/>
                  <a:pt x="20376" y="16152"/>
                </a:cubicBezTo>
                <a:cubicBezTo>
                  <a:pt x="20201" y="13254"/>
                  <a:pt x="20944" y="10355"/>
                  <a:pt x="22531" y="7457"/>
                </a:cubicBezTo>
                <a:cubicBezTo>
                  <a:pt x="24687" y="3525"/>
                  <a:pt x="27716" y="1253"/>
                  <a:pt x="31634" y="626"/>
                </a:cubicBezTo>
                <a:cubicBezTo>
                  <a:pt x="35566" y="0"/>
                  <a:pt x="40052" y="1078"/>
                  <a:pt x="45120" y="3816"/>
                </a:cubicBezTo>
                <a:lnTo>
                  <a:pt x="67870" y="16327"/>
                </a:lnTo>
                <a:lnTo>
                  <a:pt x="64520" y="22531"/>
                </a:lnTo>
                <a:lnTo>
                  <a:pt x="41931" y="10181"/>
                </a:lnTo>
                <a:cubicBezTo>
                  <a:pt x="38290" y="8200"/>
                  <a:pt x="35275" y="7399"/>
                  <a:pt x="32828" y="7675"/>
                </a:cubicBezTo>
                <a:cubicBezTo>
                  <a:pt x="30381" y="8025"/>
                  <a:pt x="28444" y="9496"/>
                  <a:pt x="26973" y="12118"/>
                </a:cubicBezTo>
                <a:cubicBezTo>
                  <a:pt x="25211" y="15365"/>
                  <a:pt x="24920" y="18439"/>
                  <a:pt x="25997" y="21512"/>
                </a:cubicBezTo>
                <a:cubicBezTo>
                  <a:pt x="27133" y="24526"/>
                  <a:pt x="29522" y="27017"/>
                  <a:pt x="33221" y="29071"/>
                </a:cubicBezTo>
                <a:lnTo>
                  <a:pt x="54500" y="40737"/>
                </a:lnTo>
                <a:lnTo>
                  <a:pt x="51092" y="46941"/>
                </a:lnTo>
                <a:lnTo>
                  <a:pt x="28561" y="34590"/>
                </a:lnTo>
                <a:cubicBezTo>
                  <a:pt x="24920" y="32595"/>
                  <a:pt x="21847" y="31809"/>
                  <a:pt x="19458" y="32085"/>
                </a:cubicBezTo>
                <a:cubicBezTo>
                  <a:pt x="17011" y="32435"/>
                  <a:pt x="15016" y="33964"/>
                  <a:pt x="13603" y="36586"/>
                </a:cubicBezTo>
                <a:cubicBezTo>
                  <a:pt x="11841" y="39761"/>
                  <a:pt x="11550" y="42892"/>
                  <a:pt x="12627" y="45907"/>
                </a:cubicBezTo>
                <a:cubicBezTo>
                  <a:pt x="13763" y="48980"/>
                  <a:pt x="16166" y="51485"/>
                  <a:pt x="19851" y="53480"/>
                </a:cubicBezTo>
                <a:lnTo>
                  <a:pt x="41130" y="65147"/>
                </a:lnTo>
                <a:lnTo>
                  <a:pt x="37722" y="71395"/>
                </a:lnTo>
                <a:lnTo>
                  <a:pt x="0" y="50742"/>
                </a:lnTo>
                <a:lnTo>
                  <a:pt x="3423" y="44494"/>
                </a:lnTo>
                <a:lnTo>
                  <a:pt x="9278" y="47728"/>
                </a:lnTo>
                <a:cubicBezTo>
                  <a:pt x="7734" y="45062"/>
                  <a:pt x="7005" y="42382"/>
                  <a:pt x="6947" y="39819"/>
                </a:cubicBezTo>
                <a:cubicBezTo>
                  <a:pt x="6947" y="37270"/>
                  <a:pt x="7675" y="34590"/>
                  <a:pt x="9161" y="31852"/>
                </a:cubicBezTo>
                <a:cubicBezTo>
                  <a:pt x="10647" y="29129"/>
                  <a:pt x="12627" y="27192"/>
                  <a:pt x="15074" y="26056"/>
                </a:cubicBezTo>
                <a:cubicBezTo>
                  <a:pt x="17521" y="24861"/>
                  <a:pt x="20317" y="24570"/>
                  <a:pt x="23492" y="25094"/>
                </a:cubicBezTo>
                <a:close/>
                <a:moveTo>
                  <a:pt x="23492" y="250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18926-37EC-46BB-BDE5-A994F8B3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466" y="1576053"/>
            <a:ext cx="55825" cy="34882"/>
          </a:xfrm>
          <a:custGeom xmlns:a="http://schemas.openxmlformats.org/drawingml/2006/main">
            <a:pathLst>
              <a:path w="55825" h="34882">
                <a:moveTo>
                  <a:pt x="0" y="6204"/>
                </a:moveTo>
                <a:lnTo>
                  <a:pt x="3423" y="0"/>
                </a:lnTo>
                <a:lnTo>
                  <a:pt x="55825" y="28736"/>
                </a:lnTo>
                <a:lnTo>
                  <a:pt x="52403" y="34882"/>
                </a:lnTo>
                <a:lnTo>
                  <a:pt x="0" y="6204"/>
                </a:lnTo>
                <a:close/>
                <a:moveTo>
                  <a:pt x="0" y="62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EA320-4DE5-42E2-8B31-DF4C9A1C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16" y="1579126"/>
            <a:ext cx="12467" cy="11783"/>
          </a:xfrm>
          <a:custGeom xmlns:a="http://schemas.openxmlformats.org/drawingml/2006/main">
            <a:pathLst>
              <a:path w="12467" h="11783">
                <a:moveTo>
                  <a:pt x="0" y="7107"/>
                </a:moveTo>
                <a:lnTo>
                  <a:pt x="3874" y="0"/>
                </a:lnTo>
                <a:lnTo>
                  <a:pt x="12467" y="4661"/>
                </a:lnTo>
                <a:lnTo>
                  <a:pt x="8535" y="11783"/>
                </a:lnTo>
                <a:lnTo>
                  <a:pt x="0" y="7107"/>
                </a:lnTo>
                <a:close/>
                <a:moveTo>
                  <a:pt x="0" y="71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A5F5B-306E-417C-9EAE-AB904EFB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226" y="1514490"/>
            <a:ext cx="54048" cy="55083"/>
          </a:xfrm>
          <a:custGeom xmlns:a="http://schemas.openxmlformats.org/drawingml/2006/main">
            <a:pathLst>
              <a:path w="54048" h="55083">
                <a:moveTo>
                  <a:pt x="9321" y="23842"/>
                </a:moveTo>
                <a:lnTo>
                  <a:pt x="28211" y="34197"/>
                </a:lnTo>
                <a:lnTo>
                  <a:pt x="32930" y="25604"/>
                </a:lnTo>
                <a:cubicBezTo>
                  <a:pt x="34649" y="22415"/>
                  <a:pt x="35158" y="19575"/>
                  <a:pt x="34474" y="16909"/>
                </a:cubicBezTo>
                <a:cubicBezTo>
                  <a:pt x="33789" y="14288"/>
                  <a:pt x="31911" y="12176"/>
                  <a:pt x="28896" y="10472"/>
                </a:cubicBezTo>
                <a:cubicBezTo>
                  <a:pt x="25881" y="8826"/>
                  <a:pt x="23099" y="8433"/>
                  <a:pt x="20478" y="9278"/>
                </a:cubicBezTo>
                <a:cubicBezTo>
                  <a:pt x="17914" y="10079"/>
                  <a:pt x="15759" y="12118"/>
                  <a:pt x="14055" y="15249"/>
                </a:cubicBezTo>
                <a:lnTo>
                  <a:pt x="9321" y="23842"/>
                </a:lnTo>
                <a:close/>
                <a:moveTo>
                  <a:pt x="0" y="27541"/>
                </a:moveTo>
                <a:lnTo>
                  <a:pt x="8418" y="12176"/>
                </a:lnTo>
                <a:cubicBezTo>
                  <a:pt x="11550" y="6554"/>
                  <a:pt x="15132" y="3015"/>
                  <a:pt x="19283" y="1544"/>
                </a:cubicBezTo>
                <a:cubicBezTo>
                  <a:pt x="23376" y="0"/>
                  <a:pt x="27935" y="626"/>
                  <a:pt x="32828" y="3306"/>
                </a:cubicBezTo>
                <a:cubicBezTo>
                  <a:pt x="37765" y="6044"/>
                  <a:pt x="40737" y="9511"/>
                  <a:pt x="41698" y="13836"/>
                </a:cubicBezTo>
                <a:cubicBezTo>
                  <a:pt x="42659" y="18104"/>
                  <a:pt x="41581" y="23041"/>
                  <a:pt x="38508" y="28677"/>
                </a:cubicBezTo>
                <a:lnTo>
                  <a:pt x="33848" y="37212"/>
                </a:lnTo>
                <a:lnTo>
                  <a:pt x="54048" y="48310"/>
                </a:lnTo>
                <a:lnTo>
                  <a:pt x="50291" y="55083"/>
                </a:lnTo>
                <a:lnTo>
                  <a:pt x="0" y="27541"/>
                </a:lnTo>
                <a:close/>
                <a:moveTo>
                  <a:pt x="0" y="275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6FE76-0842-4A05-A84C-DD6AFBC4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033" y="1471539"/>
            <a:ext cx="53990" cy="56437"/>
          </a:xfrm>
          <a:custGeom xmlns:a="http://schemas.openxmlformats.org/drawingml/2006/main">
            <a:pathLst>
              <a:path w="53990" h="56437">
                <a:moveTo>
                  <a:pt x="0" y="28910"/>
                </a:moveTo>
                <a:lnTo>
                  <a:pt x="15817" y="0"/>
                </a:lnTo>
                <a:lnTo>
                  <a:pt x="21570" y="3131"/>
                </a:lnTo>
                <a:lnTo>
                  <a:pt x="9452" y="25269"/>
                </a:lnTo>
                <a:lnTo>
                  <a:pt x="24293" y="33338"/>
                </a:lnTo>
                <a:lnTo>
                  <a:pt x="35217" y="13428"/>
                </a:lnTo>
                <a:lnTo>
                  <a:pt x="40911" y="16560"/>
                </a:lnTo>
                <a:lnTo>
                  <a:pt x="29988" y="36527"/>
                </a:lnTo>
                <a:lnTo>
                  <a:pt x="53990" y="49665"/>
                </a:lnTo>
                <a:lnTo>
                  <a:pt x="50291" y="56437"/>
                </a:lnTo>
                <a:lnTo>
                  <a:pt x="0" y="28910"/>
                </a:lnTo>
                <a:close/>
                <a:moveTo>
                  <a:pt x="0" y="2891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A2635-14EF-476C-A4C4-D4EC503D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64" y="1453902"/>
            <a:ext cx="67419" cy="34430"/>
          </a:xfrm>
          <a:custGeom xmlns:a="http://schemas.openxmlformats.org/drawingml/2006/main">
            <a:pathLst>
              <a:path w="67419" h="34430">
                <a:moveTo>
                  <a:pt x="0" y="6889"/>
                </a:moveTo>
                <a:lnTo>
                  <a:pt x="3699" y="58"/>
                </a:lnTo>
                <a:lnTo>
                  <a:pt x="48310" y="24468"/>
                </a:lnTo>
                <a:lnTo>
                  <a:pt x="61680" y="0"/>
                </a:lnTo>
                <a:lnTo>
                  <a:pt x="67419" y="3131"/>
                </a:lnTo>
                <a:lnTo>
                  <a:pt x="50291" y="34430"/>
                </a:lnTo>
                <a:lnTo>
                  <a:pt x="0" y="6889"/>
                </a:lnTo>
                <a:close/>
                <a:moveTo>
                  <a:pt x="0" y="68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A7DA7-D479-4DF2-A6E4-C177658C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24" y="1384036"/>
            <a:ext cx="71278" cy="65831"/>
          </a:xfrm>
          <a:custGeom xmlns:a="http://schemas.openxmlformats.org/drawingml/2006/main">
            <a:pathLst>
              <a:path w="71278" h="65831">
                <a:moveTo>
                  <a:pt x="0" y="38290"/>
                </a:moveTo>
                <a:lnTo>
                  <a:pt x="3699" y="31517"/>
                </a:lnTo>
                <a:lnTo>
                  <a:pt x="24352" y="42790"/>
                </a:lnTo>
                <a:lnTo>
                  <a:pt x="37824" y="18104"/>
                </a:lnTo>
                <a:lnTo>
                  <a:pt x="17230" y="6772"/>
                </a:lnTo>
                <a:lnTo>
                  <a:pt x="20929" y="0"/>
                </a:lnTo>
                <a:lnTo>
                  <a:pt x="71278" y="27541"/>
                </a:lnTo>
                <a:lnTo>
                  <a:pt x="67521" y="34314"/>
                </a:lnTo>
                <a:lnTo>
                  <a:pt x="43577" y="21220"/>
                </a:lnTo>
                <a:lnTo>
                  <a:pt x="30032" y="45922"/>
                </a:lnTo>
                <a:lnTo>
                  <a:pt x="53990" y="59059"/>
                </a:lnTo>
                <a:lnTo>
                  <a:pt x="50291" y="65831"/>
                </a:lnTo>
                <a:lnTo>
                  <a:pt x="0" y="38290"/>
                </a:lnTo>
                <a:close/>
                <a:moveTo>
                  <a:pt x="0" y="382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87215-96A5-4444-BA8C-F7FA838C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210" y="1342688"/>
            <a:ext cx="71744" cy="55286"/>
          </a:xfrm>
          <a:custGeom xmlns:a="http://schemas.openxmlformats.org/drawingml/2006/main">
            <a:pathLst>
              <a:path w="71744" h="55286">
                <a:moveTo>
                  <a:pt x="39761" y="18540"/>
                </a:moveTo>
                <a:cubicBezTo>
                  <a:pt x="41072" y="17346"/>
                  <a:pt x="42892" y="16545"/>
                  <a:pt x="45281" y="16035"/>
                </a:cubicBezTo>
                <a:cubicBezTo>
                  <a:pt x="47611" y="15526"/>
                  <a:pt x="50626" y="15351"/>
                  <a:pt x="54223" y="15526"/>
                </a:cubicBezTo>
                <a:lnTo>
                  <a:pt x="71744" y="16152"/>
                </a:lnTo>
                <a:lnTo>
                  <a:pt x="67754" y="23434"/>
                </a:lnTo>
                <a:lnTo>
                  <a:pt x="51310" y="22808"/>
                </a:lnTo>
                <a:cubicBezTo>
                  <a:pt x="47043" y="22633"/>
                  <a:pt x="43912" y="23041"/>
                  <a:pt x="41931" y="24002"/>
                </a:cubicBezTo>
                <a:cubicBezTo>
                  <a:pt x="39994" y="24963"/>
                  <a:pt x="38290" y="26784"/>
                  <a:pt x="36804" y="29464"/>
                </a:cubicBezTo>
                <a:lnTo>
                  <a:pt x="32770" y="36862"/>
                </a:lnTo>
                <a:lnTo>
                  <a:pt x="53990" y="48529"/>
                </a:lnTo>
                <a:lnTo>
                  <a:pt x="50291" y="55286"/>
                </a:lnTo>
                <a:lnTo>
                  <a:pt x="0" y="27760"/>
                </a:lnTo>
                <a:lnTo>
                  <a:pt x="8418" y="12394"/>
                </a:lnTo>
                <a:cubicBezTo>
                  <a:pt x="11550" y="6656"/>
                  <a:pt x="15074" y="3073"/>
                  <a:pt x="19050" y="1529"/>
                </a:cubicBezTo>
                <a:cubicBezTo>
                  <a:pt x="22983" y="0"/>
                  <a:pt x="27425" y="568"/>
                  <a:pt x="32260" y="3233"/>
                </a:cubicBezTo>
                <a:cubicBezTo>
                  <a:pt x="35435" y="4996"/>
                  <a:pt x="37664" y="7166"/>
                  <a:pt x="38916" y="9773"/>
                </a:cubicBezTo>
                <a:cubicBezTo>
                  <a:pt x="40227" y="12394"/>
                  <a:pt x="40504" y="15293"/>
                  <a:pt x="39761" y="18540"/>
                </a:cubicBezTo>
                <a:close/>
                <a:moveTo>
                  <a:pt x="9321" y="24060"/>
                </a:moveTo>
                <a:lnTo>
                  <a:pt x="27133" y="33848"/>
                </a:lnTo>
                <a:lnTo>
                  <a:pt x="31852" y="25255"/>
                </a:lnTo>
                <a:cubicBezTo>
                  <a:pt x="33615" y="22007"/>
                  <a:pt x="34241" y="19108"/>
                  <a:pt x="33615" y="16603"/>
                </a:cubicBezTo>
                <a:cubicBezTo>
                  <a:pt x="33047" y="14098"/>
                  <a:pt x="31284" y="12059"/>
                  <a:pt x="28328" y="10399"/>
                </a:cubicBezTo>
                <a:cubicBezTo>
                  <a:pt x="25371" y="8811"/>
                  <a:pt x="22691" y="8418"/>
                  <a:pt x="20303" y="9263"/>
                </a:cubicBezTo>
                <a:cubicBezTo>
                  <a:pt x="17856" y="10122"/>
                  <a:pt x="15817" y="12220"/>
                  <a:pt x="13996" y="15467"/>
                </a:cubicBezTo>
                <a:lnTo>
                  <a:pt x="9321" y="24060"/>
                </a:lnTo>
                <a:close/>
                <a:moveTo>
                  <a:pt x="9321" y="240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BE2F0-E49E-46C6-B9AD-24D7D911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440" y="1295004"/>
            <a:ext cx="54048" cy="55068"/>
          </a:xfrm>
          <a:custGeom xmlns:a="http://schemas.openxmlformats.org/drawingml/2006/main">
            <a:pathLst>
              <a:path w="54048" h="55068">
                <a:moveTo>
                  <a:pt x="9321" y="23784"/>
                </a:moveTo>
                <a:lnTo>
                  <a:pt x="28211" y="34139"/>
                </a:lnTo>
                <a:lnTo>
                  <a:pt x="32872" y="25604"/>
                </a:lnTo>
                <a:cubicBezTo>
                  <a:pt x="34649" y="22415"/>
                  <a:pt x="35158" y="19516"/>
                  <a:pt x="34474" y="16895"/>
                </a:cubicBezTo>
                <a:cubicBezTo>
                  <a:pt x="33789" y="14288"/>
                  <a:pt x="31911" y="12118"/>
                  <a:pt x="28896" y="10472"/>
                </a:cubicBezTo>
                <a:cubicBezTo>
                  <a:pt x="25881" y="8826"/>
                  <a:pt x="23099" y="8418"/>
                  <a:pt x="20478" y="9219"/>
                </a:cubicBezTo>
                <a:cubicBezTo>
                  <a:pt x="17914" y="10079"/>
                  <a:pt x="15759" y="12059"/>
                  <a:pt x="13996" y="15249"/>
                </a:cubicBezTo>
                <a:lnTo>
                  <a:pt x="9321" y="23784"/>
                </a:lnTo>
                <a:close/>
                <a:moveTo>
                  <a:pt x="0" y="27541"/>
                </a:moveTo>
                <a:lnTo>
                  <a:pt x="8418" y="12176"/>
                </a:lnTo>
                <a:cubicBezTo>
                  <a:pt x="11491" y="6539"/>
                  <a:pt x="15132" y="2957"/>
                  <a:pt x="19225" y="1486"/>
                </a:cubicBezTo>
                <a:cubicBezTo>
                  <a:pt x="23376" y="0"/>
                  <a:pt x="27876" y="568"/>
                  <a:pt x="32828" y="3306"/>
                </a:cubicBezTo>
                <a:cubicBezTo>
                  <a:pt x="37765" y="6030"/>
                  <a:pt x="40722" y="9496"/>
                  <a:pt x="41698" y="13763"/>
                </a:cubicBezTo>
                <a:cubicBezTo>
                  <a:pt x="42659" y="18031"/>
                  <a:pt x="41581" y="22983"/>
                  <a:pt x="38508" y="28677"/>
                </a:cubicBezTo>
                <a:lnTo>
                  <a:pt x="33789" y="37212"/>
                </a:lnTo>
                <a:lnTo>
                  <a:pt x="54048" y="48252"/>
                </a:lnTo>
                <a:lnTo>
                  <a:pt x="50291" y="55068"/>
                </a:lnTo>
                <a:lnTo>
                  <a:pt x="0" y="27541"/>
                </a:lnTo>
                <a:close/>
                <a:moveTo>
                  <a:pt x="0" y="275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3533E-378C-43F5-BE59-B772E60B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263778"/>
            <a:ext cx="48703" cy="44145"/>
          </a:xfrm>
          <a:custGeom xmlns:a="http://schemas.openxmlformats.org/drawingml/2006/main">
            <a:pathLst>
              <a:path w="48703" h="44145">
                <a:moveTo>
                  <a:pt x="31008" y="4034"/>
                </a:moveTo>
                <a:lnTo>
                  <a:pt x="34022" y="5680"/>
                </a:lnTo>
                <a:lnTo>
                  <a:pt x="18439" y="34183"/>
                </a:lnTo>
                <a:cubicBezTo>
                  <a:pt x="22822" y="36236"/>
                  <a:pt x="26798" y="36746"/>
                  <a:pt x="30265" y="35668"/>
                </a:cubicBezTo>
                <a:cubicBezTo>
                  <a:pt x="33804" y="34590"/>
                  <a:pt x="36644" y="31969"/>
                  <a:pt x="38916" y="27876"/>
                </a:cubicBezTo>
                <a:cubicBezTo>
                  <a:pt x="40227" y="25488"/>
                  <a:pt x="41188" y="23041"/>
                  <a:pt x="41814" y="20478"/>
                </a:cubicBezTo>
                <a:cubicBezTo>
                  <a:pt x="42441" y="17914"/>
                  <a:pt x="42790" y="15234"/>
                  <a:pt x="42848" y="12394"/>
                </a:cubicBezTo>
                <a:lnTo>
                  <a:pt x="48703" y="15584"/>
                </a:lnTo>
                <a:cubicBezTo>
                  <a:pt x="48427" y="18307"/>
                  <a:pt x="47902" y="20987"/>
                  <a:pt x="47116" y="23609"/>
                </a:cubicBezTo>
                <a:cubicBezTo>
                  <a:pt x="46315" y="26216"/>
                  <a:pt x="45295" y="28721"/>
                  <a:pt x="43984" y="31110"/>
                </a:cubicBezTo>
                <a:cubicBezTo>
                  <a:pt x="40678" y="37139"/>
                  <a:pt x="36294" y="40955"/>
                  <a:pt x="30891" y="42543"/>
                </a:cubicBezTo>
                <a:cubicBezTo>
                  <a:pt x="25429" y="44145"/>
                  <a:pt x="19749" y="43285"/>
                  <a:pt x="13778" y="40052"/>
                </a:cubicBezTo>
                <a:cubicBezTo>
                  <a:pt x="7573" y="36629"/>
                  <a:pt x="3583" y="32304"/>
                  <a:pt x="1821" y="27017"/>
                </a:cubicBezTo>
                <a:cubicBezTo>
                  <a:pt x="0" y="21672"/>
                  <a:pt x="626" y="16152"/>
                  <a:pt x="3758" y="10515"/>
                </a:cubicBezTo>
                <a:cubicBezTo>
                  <a:pt x="6539" y="5462"/>
                  <a:pt x="10355" y="2330"/>
                  <a:pt x="15249" y="1194"/>
                </a:cubicBezTo>
                <a:cubicBezTo>
                  <a:pt x="20143" y="0"/>
                  <a:pt x="25371" y="961"/>
                  <a:pt x="31008" y="4034"/>
                </a:cubicBezTo>
                <a:close/>
                <a:moveTo>
                  <a:pt x="25779" y="9205"/>
                </a:moveTo>
                <a:cubicBezTo>
                  <a:pt x="22356" y="7384"/>
                  <a:pt x="19123" y="6874"/>
                  <a:pt x="16108" y="7617"/>
                </a:cubicBezTo>
                <a:cubicBezTo>
                  <a:pt x="13093" y="8360"/>
                  <a:pt x="10705" y="10297"/>
                  <a:pt x="9044" y="13312"/>
                </a:cubicBezTo>
                <a:cubicBezTo>
                  <a:pt x="7166" y="16778"/>
                  <a:pt x="6598" y="20084"/>
                  <a:pt x="7399" y="23201"/>
                </a:cubicBezTo>
                <a:cubicBezTo>
                  <a:pt x="8258" y="26391"/>
                  <a:pt x="10355" y="29071"/>
                  <a:pt x="13720" y="31343"/>
                </a:cubicBezTo>
                <a:lnTo>
                  <a:pt x="25779" y="9205"/>
                </a:lnTo>
                <a:close/>
                <a:moveTo>
                  <a:pt x="25779" y="92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B28BB-5DF9-4361-87F8-1FB4ECC7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387" y="1225998"/>
            <a:ext cx="41130" cy="43067"/>
          </a:xfrm>
          <a:custGeom xmlns:a="http://schemas.openxmlformats.org/drawingml/2006/main">
            <a:pathLst>
              <a:path w="41130" h="43067">
                <a:moveTo>
                  <a:pt x="17856" y="3466"/>
                </a:moveTo>
                <a:cubicBezTo>
                  <a:pt x="17128" y="3918"/>
                  <a:pt x="16385" y="4544"/>
                  <a:pt x="15759" y="5229"/>
                </a:cubicBezTo>
                <a:cubicBezTo>
                  <a:pt x="15132" y="5971"/>
                  <a:pt x="14506" y="6831"/>
                  <a:pt x="13996" y="7792"/>
                </a:cubicBezTo>
                <a:cubicBezTo>
                  <a:pt x="12059" y="11317"/>
                  <a:pt x="11710" y="14623"/>
                  <a:pt x="12962" y="17754"/>
                </a:cubicBezTo>
                <a:cubicBezTo>
                  <a:pt x="14215" y="20871"/>
                  <a:pt x="17011" y="23609"/>
                  <a:pt x="21279" y="25939"/>
                </a:cubicBezTo>
                <a:lnTo>
                  <a:pt x="41130" y="36804"/>
                </a:lnTo>
                <a:lnTo>
                  <a:pt x="37722" y="43067"/>
                </a:lnTo>
                <a:lnTo>
                  <a:pt x="0" y="22415"/>
                </a:lnTo>
                <a:lnTo>
                  <a:pt x="3408" y="16152"/>
                </a:lnTo>
                <a:lnTo>
                  <a:pt x="9263" y="19400"/>
                </a:lnTo>
                <a:cubicBezTo>
                  <a:pt x="7675" y="16778"/>
                  <a:pt x="6933" y="14171"/>
                  <a:pt x="6933" y="11491"/>
                </a:cubicBezTo>
                <a:cubicBezTo>
                  <a:pt x="6991" y="8811"/>
                  <a:pt x="7850" y="5971"/>
                  <a:pt x="9438" y="2957"/>
                </a:cubicBezTo>
                <a:cubicBezTo>
                  <a:pt x="9671" y="2563"/>
                  <a:pt x="9947" y="2097"/>
                  <a:pt x="10297" y="1588"/>
                </a:cubicBezTo>
                <a:cubicBezTo>
                  <a:pt x="10632" y="1078"/>
                  <a:pt x="11040" y="568"/>
                  <a:pt x="11491" y="0"/>
                </a:cubicBezTo>
                <a:lnTo>
                  <a:pt x="17856" y="3466"/>
                </a:lnTo>
                <a:close/>
                <a:moveTo>
                  <a:pt x="17856" y="346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6462A-C441-4A63-840A-2A96E9CF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48" y="1205564"/>
            <a:ext cx="55811" cy="34882"/>
          </a:xfrm>
          <a:custGeom xmlns:a="http://schemas.openxmlformats.org/drawingml/2006/main">
            <a:pathLst>
              <a:path w="55811" h="34882">
                <a:moveTo>
                  <a:pt x="14681" y="14229"/>
                </a:moveTo>
                <a:lnTo>
                  <a:pt x="18089" y="8025"/>
                </a:lnTo>
                <a:lnTo>
                  <a:pt x="55811" y="28677"/>
                </a:lnTo>
                <a:lnTo>
                  <a:pt x="52403" y="34882"/>
                </a:lnTo>
                <a:lnTo>
                  <a:pt x="14681" y="14229"/>
                </a:lnTo>
                <a:close/>
                <a:moveTo>
                  <a:pt x="0" y="6204"/>
                </a:moveTo>
                <a:lnTo>
                  <a:pt x="3423" y="0"/>
                </a:lnTo>
                <a:lnTo>
                  <a:pt x="11273" y="4267"/>
                </a:lnTo>
                <a:lnTo>
                  <a:pt x="7850" y="10472"/>
                </a:lnTo>
                <a:lnTo>
                  <a:pt x="0" y="6204"/>
                </a:lnTo>
                <a:close/>
                <a:moveTo>
                  <a:pt x="0" y="62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4CFCB-C9CA-44F5-88FF-A4EF0DF3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084" y="1174513"/>
            <a:ext cx="46650" cy="43635"/>
          </a:xfrm>
          <a:custGeom xmlns:a="http://schemas.openxmlformats.org/drawingml/2006/main">
            <a:pathLst>
              <a:path w="46650" h="43635">
                <a:moveTo>
                  <a:pt x="8811" y="13880"/>
                </a:moveTo>
                <a:cubicBezTo>
                  <a:pt x="6991" y="17171"/>
                  <a:pt x="6831" y="20536"/>
                  <a:pt x="8360" y="23886"/>
                </a:cubicBezTo>
                <a:cubicBezTo>
                  <a:pt x="9904" y="27250"/>
                  <a:pt x="12919" y="30148"/>
                  <a:pt x="17463" y="32595"/>
                </a:cubicBezTo>
                <a:cubicBezTo>
                  <a:pt x="21963" y="35100"/>
                  <a:pt x="26056" y="36061"/>
                  <a:pt x="29697" y="35552"/>
                </a:cubicBezTo>
                <a:cubicBezTo>
                  <a:pt x="33338" y="35100"/>
                  <a:pt x="36061" y="33163"/>
                  <a:pt x="37882" y="29813"/>
                </a:cubicBezTo>
                <a:cubicBezTo>
                  <a:pt x="39703" y="26507"/>
                  <a:pt x="39819" y="23157"/>
                  <a:pt x="38290" y="19851"/>
                </a:cubicBezTo>
                <a:cubicBezTo>
                  <a:pt x="36746" y="16443"/>
                  <a:pt x="33731" y="13530"/>
                  <a:pt x="29245" y="11084"/>
                </a:cubicBezTo>
                <a:cubicBezTo>
                  <a:pt x="24745" y="8637"/>
                  <a:pt x="20711" y="7675"/>
                  <a:pt x="17011" y="8185"/>
                </a:cubicBezTo>
                <a:cubicBezTo>
                  <a:pt x="13370" y="8637"/>
                  <a:pt x="10574" y="10574"/>
                  <a:pt x="8811" y="13880"/>
                </a:cubicBezTo>
                <a:close/>
                <a:moveTo>
                  <a:pt x="3525" y="10982"/>
                </a:moveTo>
                <a:cubicBezTo>
                  <a:pt x="6481" y="5622"/>
                  <a:pt x="10574" y="2330"/>
                  <a:pt x="15759" y="1194"/>
                </a:cubicBezTo>
                <a:cubicBezTo>
                  <a:pt x="20929" y="0"/>
                  <a:pt x="26624" y="1136"/>
                  <a:pt x="32828" y="4544"/>
                </a:cubicBezTo>
                <a:cubicBezTo>
                  <a:pt x="39033" y="7908"/>
                  <a:pt x="43009" y="12118"/>
                  <a:pt x="44829" y="17113"/>
                </a:cubicBezTo>
                <a:cubicBezTo>
                  <a:pt x="46650" y="22123"/>
                  <a:pt x="46140" y="27308"/>
                  <a:pt x="43183" y="32712"/>
                </a:cubicBezTo>
                <a:cubicBezTo>
                  <a:pt x="40227" y="38115"/>
                  <a:pt x="36120" y="41363"/>
                  <a:pt x="30949" y="42499"/>
                </a:cubicBezTo>
                <a:cubicBezTo>
                  <a:pt x="25706" y="43635"/>
                  <a:pt x="20026" y="42557"/>
                  <a:pt x="13880" y="39135"/>
                </a:cubicBezTo>
                <a:cubicBezTo>
                  <a:pt x="7675" y="35785"/>
                  <a:pt x="3641" y="31576"/>
                  <a:pt x="1821" y="26624"/>
                </a:cubicBezTo>
                <a:cubicBezTo>
                  <a:pt x="0" y="21614"/>
                  <a:pt x="568" y="16443"/>
                  <a:pt x="3525" y="10982"/>
                </a:cubicBezTo>
                <a:close/>
                <a:moveTo>
                  <a:pt x="3525" y="109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F364F-4A24-43DD-BCC3-937B32B7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566" y="1119387"/>
            <a:ext cx="55752" cy="56481"/>
          </a:xfrm>
          <a:custGeom xmlns:a="http://schemas.openxmlformats.org/drawingml/2006/main">
            <a:pathLst>
              <a:path w="55752" h="56481">
                <a:moveTo>
                  <a:pt x="20376" y="17346"/>
                </a:moveTo>
                <a:lnTo>
                  <a:pt x="0" y="6132"/>
                </a:lnTo>
                <a:lnTo>
                  <a:pt x="3364" y="0"/>
                </a:lnTo>
                <a:lnTo>
                  <a:pt x="55752" y="28663"/>
                </a:lnTo>
                <a:lnTo>
                  <a:pt x="52403" y="34867"/>
                </a:lnTo>
                <a:lnTo>
                  <a:pt x="46708" y="31736"/>
                </a:lnTo>
                <a:cubicBezTo>
                  <a:pt x="48252" y="34299"/>
                  <a:pt x="49053" y="36862"/>
                  <a:pt x="49053" y="39426"/>
                </a:cubicBezTo>
                <a:cubicBezTo>
                  <a:pt x="49053" y="42033"/>
                  <a:pt x="48310" y="44713"/>
                  <a:pt x="46766" y="47494"/>
                </a:cubicBezTo>
                <a:cubicBezTo>
                  <a:pt x="44261" y="52053"/>
                  <a:pt x="40402" y="54777"/>
                  <a:pt x="35217" y="55636"/>
                </a:cubicBezTo>
                <a:cubicBezTo>
                  <a:pt x="29988" y="56481"/>
                  <a:pt x="24410" y="55286"/>
                  <a:pt x="18497" y="52053"/>
                </a:cubicBezTo>
                <a:cubicBezTo>
                  <a:pt x="12584" y="48805"/>
                  <a:pt x="8593" y="44771"/>
                  <a:pt x="6496" y="39936"/>
                </a:cubicBezTo>
                <a:cubicBezTo>
                  <a:pt x="4442" y="35100"/>
                  <a:pt x="4675" y="30367"/>
                  <a:pt x="7122" y="25823"/>
                </a:cubicBezTo>
                <a:cubicBezTo>
                  <a:pt x="8651" y="23041"/>
                  <a:pt x="10530" y="20929"/>
                  <a:pt x="12686" y="19560"/>
                </a:cubicBezTo>
                <a:cubicBezTo>
                  <a:pt x="14856" y="18147"/>
                  <a:pt x="17419" y="17404"/>
                  <a:pt x="20376" y="17346"/>
                </a:cubicBezTo>
                <a:close/>
                <a:moveTo>
                  <a:pt x="22021" y="45674"/>
                </a:moveTo>
                <a:cubicBezTo>
                  <a:pt x="26580" y="48179"/>
                  <a:pt x="30673" y="49199"/>
                  <a:pt x="34255" y="48747"/>
                </a:cubicBezTo>
                <a:cubicBezTo>
                  <a:pt x="37897" y="48296"/>
                  <a:pt x="40576" y="46417"/>
                  <a:pt x="42397" y="43111"/>
                </a:cubicBezTo>
                <a:cubicBezTo>
                  <a:pt x="44217" y="39877"/>
                  <a:pt x="44319" y="36571"/>
                  <a:pt x="42732" y="33280"/>
                </a:cubicBezTo>
                <a:cubicBezTo>
                  <a:pt x="41188" y="29974"/>
                  <a:pt x="38130" y="27075"/>
                  <a:pt x="33571" y="24570"/>
                </a:cubicBezTo>
                <a:cubicBezTo>
                  <a:pt x="29027" y="22065"/>
                  <a:pt x="24920" y="21046"/>
                  <a:pt x="21279" y="21497"/>
                </a:cubicBezTo>
                <a:cubicBezTo>
                  <a:pt x="17637" y="21949"/>
                  <a:pt x="14972" y="23827"/>
                  <a:pt x="13152" y="27133"/>
                </a:cubicBezTo>
                <a:cubicBezTo>
                  <a:pt x="11389" y="30367"/>
                  <a:pt x="11273" y="33673"/>
                  <a:pt x="12802" y="36979"/>
                </a:cubicBezTo>
                <a:cubicBezTo>
                  <a:pt x="14404" y="40271"/>
                  <a:pt x="17477" y="43169"/>
                  <a:pt x="22021" y="45674"/>
                </a:cubicBezTo>
                <a:close/>
                <a:moveTo>
                  <a:pt x="22021" y="456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38F3D-8EDD-4A0F-9EF0-410CA576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208" y="1079961"/>
            <a:ext cx="53990" cy="55068"/>
          </a:xfrm>
          <a:custGeom xmlns:a="http://schemas.openxmlformats.org/drawingml/2006/main">
            <a:pathLst>
              <a:path w="53990" h="55068">
                <a:moveTo>
                  <a:pt x="9321" y="23769"/>
                </a:moveTo>
                <a:lnTo>
                  <a:pt x="28211" y="34124"/>
                </a:lnTo>
                <a:lnTo>
                  <a:pt x="32872" y="25590"/>
                </a:lnTo>
                <a:cubicBezTo>
                  <a:pt x="34634" y="22415"/>
                  <a:pt x="35158" y="19502"/>
                  <a:pt x="34474" y="16895"/>
                </a:cubicBezTo>
                <a:cubicBezTo>
                  <a:pt x="33789" y="14273"/>
                  <a:pt x="31911" y="12118"/>
                  <a:pt x="28896" y="10457"/>
                </a:cubicBezTo>
                <a:cubicBezTo>
                  <a:pt x="25881" y="8811"/>
                  <a:pt x="23041" y="8418"/>
                  <a:pt x="20478" y="9205"/>
                </a:cubicBezTo>
                <a:cubicBezTo>
                  <a:pt x="17914" y="10064"/>
                  <a:pt x="15759" y="12059"/>
                  <a:pt x="13982" y="15234"/>
                </a:cubicBezTo>
                <a:lnTo>
                  <a:pt x="9321" y="23769"/>
                </a:lnTo>
                <a:close/>
                <a:moveTo>
                  <a:pt x="0" y="27527"/>
                </a:moveTo>
                <a:lnTo>
                  <a:pt x="8418" y="12161"/>
                </a:lnTo>
                <a:cubicBezTo>
                  <a:pt x="11491" y="6539"/>
                  <a:pt x="15074" y="2957"/>
                  <a:pt x="19225" y="1471"/>
                </a:cubicBezTo>
                <a:cubicBezTo>
                  <a:pt x="23376" y="0"/>
                  <a:pt x="27876" y="568"/>
                  <a:pt x="32814" y="3292"/>
                </a:cubicBezTo>
                <a:cubicBezTo>
                  <a:pt x="37765" y="5971"/>
                  <a:pt x="40722" y="9496"/>
                  <a:pt x="41698" y="13763"/>
                </a:cubicBezTo>
                <a:cubicBezTo>
                  <a:pt x="42659" y="18031"/>
                  <a:pt x="41581" y="22983"/>
                  <a:pt x="38508" y="28604"/>
                </a:cubicBezTo>
                <a:lnTo>
                  <a:pt x="33789" y="37197"/>
                </a:lnTo>
                <a:lnTo>
                  <a:pt x="53990" y="48237"/>
                </a:lnTo>
                <a:lnTo>
                  <a:pt x="50291" y="55068"/>
                </a:lnTo>
                <a:lnTo>
                  <a:pt x="0" y="27527"/>
                </a:lnTo>
                <a:close/>
                <a:moveTo>
                  <a:pt x="0" y="275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4676C-84F5-40BE-9030-AAF1BD31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23" y="1052070"/>
            <a:ext cx="41130" cy="43067"/>
          </a:xfrm>
          <a:custGeom xmlns:a="http://schemas.openxmlformats.org/drawingml/2006/main">
            <a:pathLst>
              <a:path w="41130" h="43067">
                <a:moveTo>
                  <a:pt x="17856" y="3481"/>
                </a:moveTo>
                <a:cubicBezTo>
                  <a:pt x="17069" y="3932"/>
                  <a:pt x="16385" y="4559"/>
                  <a:pt x="15759" y="5243"/>
                </a:cubicBezTo>
                <a:cubicBezTo>
                  <a:pt x="15074" y="5986"/>
                  <a:pt x="14506" y="6831"/>
                  <a:pt x="13996" y="7807"/>
                </a:cubicBezTo>
                <a:cubicBezTo>
                  <a:pt x="12059" y="11331"/>
                  <a:pt x="11724" y="14623"/>
                  <a:pt x="12962" y="17754"/>
                </a:cubicBezTo>
                <a:cubicBezTo>
                  <a:pt x="14215" y="20885"/>
                  <a:pt x="16953" y="23623"/>
                  <a:pt x="21220" y="25954"/>
                </a:cubicBezTo>
                <a:lnTo>
                  <a:pt x="41130" y="36819"/>
                </a:lnTo>
                <a:lnTo>
                  <a:pt x="37722" y="43067"/>
                </a:lnTo>
                <a:lnTo>
                  <a:pt x="0" y="22415"/>
                </a:lnTo>
                <a:lnTo>
                  <a:pt x="3408" y="16166"/>
                </a:lnTo>
                <a:lnTo>
                  <a:pt x="9278" y="19400"/>
                </a:lnTo>
                <a:cubicBezTo>
                  <a:pt x="7675" y="16851"/>
                  <a:pt x="6933" y="14171"/>
                  <a:pt x="6933" y="11491"/>
                </a:cubicBezTo>
                <a:cubicBezTo>
                  <a:pt x="6991" y="8826"/>
                  <a:pt x="7792" y="5986"/>
                  <a:pt x="9438" y="2971"/>
                </a:cubicBezTo>
                <a:cubicBezTo>
                  <a:pt x="9671" y="2563"/>
                  <a:pt x="9947" y="2112"/>
                  <a:pt x="10297" y="1602"/>
                </a:cubicBezTo>
                <a:cubicBezTo>
                  <a:pt x="10632" y="1151"/>
                  <a:pt x="11040" y="568"/>
                  <a:pt x="11491" y="0"/>
                </a:cubicBezTo>
                <a:lnTo>
                  <a:pt x="17856" y="3481"/>
                </a:lnTo>
                <a:close/>
                <a:moveTo>
                  <a:pt x="17856" y="34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6814F-CA55-4280-BDD2-EA017B1D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397" y="1020611"/>
            <a:ext cx="48703" cy="44159"/>
          </a:xfrm>
          <a:custGeom xmlns:a="http://schemas.openxmlformats.org/drawingml/2006/main">
            <a:pathLst>
              <a:path w="48703" h="44159">
                <a:moveTo>
                  <a:pt x="31008" y="4049"/>
                </a:moveTo>
                <a:lnTo>
                  <a:pt x="34022" y="5695"/>
                </a:lnTo>
                <a:lnTo>
                  <a:pt x="18439" y="34197"/>
                </a:lnTo>
                <a:cubicBezTo>
                  <a:pt x="22866" y="36251"/>
                  <a:pt x="26798" y="36761"/>
                  <a:pt x="30265" y="35668"/>
                </a:cubicBezTo>
                <a:cubicBezTo>
                  <a:pt x="33789" y="34590"/>
                  <a:pt x="36644" y="31983"/>
                  <a:pt x="38916" y="27876"/>
                </a:cubicBezTo>
                <a:cubicBezTo>
                  <a:pt x="40227" y="25488"/>
                  <a:pt x="41188" y="23041"/>
                  <a:pt x="41814" y="20492"/>
                </a:cubicBezTo>
                <a:cubicBezTo>
                  <a:pt x="42441" y="17929"/>
                  <a:pt x="42776" y="15249"/>
                  <a:pt x="42834" y="12409"/>
                </a:cubicBezTo>
                <a:lnTo>
                  <a:pt x="48703" y="15598"/>
                </a:lnTo>
                <a:cubicBezTo>
                  <a:pt x="48412" y="18322"/>
                  <a:pt x="47902" y="21002"/>
                  <a:pt x="47101" y="23609"/>
                </a:cubicBezTo>
                <a:cubicBezTo>
                  <a:pt x="46315" y="26230"/>
                  <a:pt x="45281" y="28736"/>
                  <a:pt x="43970" y="31124"/>
                </a:cubicBezTo>
                <a:cubicBezTo>
                  <a:pt x="40678" y="37154"/>
                  <a:pt x="36294" y="40970"/>
                  <a:pt x="30891" y="42557"/>
                </a:cubicBezTo>
                <a:cubicBezTo>
                  <a:pt x="25429" y="44159"/>
                  <a:pt x="19735" y="43300"/>
                  <a:pt x="13763" y="40052"/>
                </a:cubicBezTo>
                <a:cubicBezTo>
                  <a:pt x="7617" y="36644"/>
                  <a:pt x="3641" y="32318"/>
                  <a:pt x="1821" y="26973"/>
                </a:cubicBezTo>
                <a:cubicBezTo>
                  <a:pt x="0" y="21686"/>
                  <a:pt x="685" y="16166"/>
                  <a:pt x="3758" y="10530"/>
                </a:cubicBezTo>
                <a:cubicBezTo>
                  <a:pt x="6539" y="5462"/>
                  <a:pt x="10355" y="2330"/>
                  <a:pt x="15249" y="1136"/>
                </a:cubicBezTo>
                <a:cubicBezTo>
                  <a:pt x="20143" y="0"/>
                  <a:pt x="25371" y="976"/>
                  <a:pt x="31008" y="4049"/>
                </a:cubicBezTo>
                <a:close/>
                <a:moveTo>
                  <a:pt x="25764" y="9219"/>
                </a:moveTo>
                <a:cubicBezTo>
                  <a:pt x="22356" y="7399"/>
                  <a:pt x="19167" y="6889"/>
                  <a:pt x="16094" y="7632"/>
                </a:cubicBezTo>
                <a:cubicBezTo>
                  <a:pt x="13079" y="8375"/>
                  <a:pt x="10690" y="10297"/>
                  <a:pt x="9044" y="13312"/>
                </a:cubicBezTo>
                <a:cubicBezTo>
                  <a:pt x="7166" y="16793"/>
                  <a:pt x="6598" y="20084"/>
                  <a:pt x="7457" y="23216"/>
                </a:cubicBezTo>
                <a:cubicBezTo>
                  <a:pt x="8243" y="26405"/>
                  <a:pt x="10355" y="29071"/>
                  <a:pt x="13705" y="31357"/>
                </a:cubicBezTo>
                <a:lnTo>
                  <a:pt x="25764" y="9219"/>
                </a:lnTo>
                <a:close/>
                <a:moveTo>
                  <a:pt x="25764" y="921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FD82E-C752-44E9-9355-A8B32D5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544" y="965936"/>
            <a:ext cx="55811" cy="56554"/>
          </a:xfrm>
          <a:custGeom xmlns:a="http://schemas.openxmlformats.org/drawingml/2006/main">
            <a:pathLst>
              <a:path w="55811" h="56554">
                <a:moveTo>
                  <a:pt x="20419" y="17361"/>
                </a:moveTo>
                <a:lnTo>
                  <a:pt x="0" y="6204"/>
                </a:lnTo>
                <a:lnTo>
                  <a:pt x="3408" y="0"/>
                </a:lnTo>
                <a:lnTo>
                  <a:pt x="55811" y="28677"/>
                </a:lnTo>
                <a:lnTo>
                  <a:pt x="52461" y="34882"/>
                </a:lnTo>
                <a:lnTo>
                  <a:pt x="46766" y="31809"/>
                </a:lnTo>
                <a:cubicBezTo>
                  <a:pt x="48296" y="34314"/>
                  <a:pt x="49038" y="36877"/>
                  <a:pt x="49038" y="39484"/>
                </a:cubicBezTo>
                <a:cubicBezTo>
                  <a:pt x="49097" y="42047"/>
                  <a:pt x="48296" y="44727"/>
                  <a:pt x="46766" y="47509"/>
                </a:cubicBezTo>
                <a:cubicBezTo>
                  <a:pt x="44319" y="52068"/>
                  <a:pt x="40445" y="54791"/>
                  <a:pt x="35217" y="55651"/>
                </a:cubicBezTo>
                <a:cubicBezTo>
                  <a:pt x="30032" y="56554"/>
                  <a:pt x="24468" y="55359"/>
                  <a:pt x="18540" y="52126"/>
                </a:cubicBezTo>
                <a:cubicBezTo>
                  <a:pt x="12569" y="48820"/>
                  <a:pt x="8593" y="44786"/>
                  <a:pt x="6539" y="39950"/>
                </a:cubicBezTo>
                <a:cubicBezTo>
                  <a:pt x="4442" y="35115"/>
                  <a:pt x="4661" y="30381"/>
                  <a:pt x="7166" y="25837"/>
                </a:cubicBezTo>
                <a:cubicBezTo>
                  <a:pt x="8710" y="23041"/>
                  <a:pt x="10530" y="20944"/>
                  <a:pt x="12744" y="19575"/>
                </a:cubicBezTo>
                <a:cubicBezTo>
                  <a:pt x="14899" y="18147"/>
                  <a:pt x="17463" y="17419"/>
                  <a:pt x="20419" y="17361"/>
                </a:cubicBezTo>
                <a:close/>
                <a:moveTo>
                  <a:pt x="22021" y="45688"/>
                </a:moveTo>
                <a:cubicBezTo>
                  <a:pt x="26565" y="48194"/>
                  <a:pt x="30658" y="49213"/>
                  <a:pt x="34299" y="48762"/>
                </a:cubicBezTo>
                <a:cubicBezTo>
                  <a:pt x="37940" y="48310"/>
                  <a:pt x="40620" y="46431"/>
                  <a:pt x="42441" y="43125"/>
                </a:cubicBezTo>
                <a:cubicBezTo>
                  <a:pt x="44203" y="39892"/>
                  <a:pt x="44319" y="36586"/>
                  <a:pt x="42790" y="33294"/>
                </a:cubicBezTo>
                <a:cubicBezTo>
                  <a:pt x="41188" y="29988"/>
                  <a:pt x="38173" y="27090"/>
                  <a:pt x="33629" y="24585"/>
                </a:cubicBezTo>
                <a:cubicBezTo>
                  <a:pt x="29012" y="22080"/>
                  <a:pt x="24978" y="21060"/>
                  <a:pt x="21337" y="21512"/>
                </a:cubicBezTo>
                <a:cubicBezTo>
                  <a:pt x="17696" y="22021"/>
                  <a:pt x="14958" y="23842"/>
                  <a:pt x="13195" y="27148"/>
                </a:cubicBezTo>
                <a:cubicBezTo>
                  <a:pt x="11375" y="30440"/>
                  <a:pt x="11258" y="33687"/>
                  <a:pt x="12860" y="36979"/>
                </a:cubicBezTo>
                <a:cubicBezTo>
                  <a:pt x="14390" y="40285"/>
                  <a:pt x="17463" y="43183"/>
                  <a:pt x="22021" y="45688"/>
                </a:cubicBezTo>
                <a:close/>
                <a:moveTo>
                  <a:pt x="22021" y="456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FDA8F-0242-4E7C-BEE5-8EE46710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041" y="918500"/>
            <a:ext cx="61549" cy="57966"/>
          </a:xfrm>
          <a:custGeom xmlns:a="http://schemas.openxmlformats.org/drawingml/2006/main">
            <a:pathLst>
              <a:path w="61549" h="57966">
                <a:moveTo>
                  <a:pt x="18657" y="0"/>
                </a:moveTo>
                <a:lnTo>
                  <a:pt x="25823" y="3918"/>
                </a:lnTo>
                <a:cubicBezTo>
                  <a:pt x="22458" y="5054"/>
                  <a:pt x="19502" y="6656"/>
                  <a:pt x="17055" y="8637"/>
                </a:cubicBezTo>
                <a:cubicBezTo>
                  <a:pt x="14564" y="10690"/>
                  <a:pt x="12511" y="13137"/>
                  <a:pt x="10923" y="16035"/>
                </a:cubicBezTo>
                <a:cubicBezTo>
                  <a:pt x="7792" y="21788"/>
                  <a:pt x="7166" y="27192"/>
                  <a:pt x="8986" y="32144"/>
                </a:cubicBezTo>
                <a:cubicBezTo>
                  <a:pt x="10807" y="37139"/>
                  <a:pt x="15074" y="41407"/>
                  <a:pt x="21730" y="45048"/>
                </a:cubicBezTo>
                <a:cubicBezTo>
                  <a:pt x="28328" y="48689"/>
                  <a:pt x="34241" y="49941"/>
                  <a:pt x="39426" y="48805"/>
                </a:cubicBezTo>
                <a:cubicBezTo>
                  <a:pt x="44596" y="47669"/>
                  <a:pt x="48805" y="44261"/>
                  <a:pt x="51937" y="38508"/>
                </a:cubicBezTo>
                <a:cubicBezTo>
                  <a:pt x="53524" y="35552"/>
                  <a:pt x="54500" y="32537"/>
                  <a:pt x="54893" y="29347"/>
                </a:cubicBezTo>
                <a:cubicBezTo>
                  <a:pt x="55228" y="26158"/>
                  <a:pt x="54951" y="22866"/>
                  <a:pt x="54092" y="19400"/>
                </a:cubicBezTo>
                <a:lnTo>
                  <a:pt x="61214" y="23318"/>
                </a:lnTo>
                <a:cubicBezTo>
                  <a:pt x="61549" y="26565"/>
                  <a:pt x="61374" y="29755"/>
                  <a:pt x="60704" y="32872"/>
                </a:cubicBezTo>
                <a:cubicBezTo>
                  <a:pt x="60078" y="35945"/>
                  <a:pt x="58928" y="39018"/>
                  <a:pt x="57282" y="41975"/>
                </a:cubicBezTo>
                <a:cubicBezTo>
                  <a:pt x="53131" y="49548"/>
                  <a:pt x="47494" y="54325"/>
                  <a:pt x="40445" y="56146"/>
                </a:cubicBezTo>
                <a:cubicBezTo>
                  <a:pt x="33382" y="57966"/>
                  <a:pt x="25823" y="56655"/>
                  <a:pt x="17798" y="52228"/>
                </a:cubicBezTo>
                <a:cubicBezTo>
                  <a:pt x="9729" y="47844"/>
                  <a:pt x="4544" y="42149"/>
                  <a:pt x="2272" y="35217"/>
                </a:cubicBezTo>
                <a:cubicBezTo>
                  <a:pt x="0" y="28269"/>
                  <a:pt x="961" y="20987"/>
                  <a:pt x="5112" y="13370"/>
                </a:cubicBezTo>
                <a:cubicBezTo>
                  <a:pt x="6758" y="10399"/>
                  <a:pt x="8695" y="7792"/>
                  <a:pt x="10967" y="5564"/>
                </a:cubicBezTo>
                <a:cubicBezTo>
                  <a:pt x="13254" y="3292"/>
                  <a:pt x="15802" y="1471"/>
                  <a:pt x="18657" y="0"/>
                </a:cubicBezTo>
                <a:close/>
                <a:moveTo>
                  <a:pt x="1865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269A6-AD8D-46F1-B674-FCBEB1D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77" y="867743"/>
            <a:ext cx="72137" cy="65656"/>
          </a:xfrm>
          <a:custGeom xmlns:a="http://schemas.openxmlformats.org/drawingml/2006/main">
            <a:pathLst>
              <a:path w="72137" h="65656">
                <a:moveTo>
                  <a:pt x="0" y="38115"/>
                </a:moveTo>
                <a:lnTo>
                  <a:pt x="3758" y="31357"/>
                </a:lnTo>
                <a:lnTo>
                  <a:pt x="24978" y="42950"/>
                </a:lnTo>
                <a:lnTo>
                  <a:pt x="16094" y="8768"/>
                </a:lnTo>
                <a:lnTo>
                  <a:pt x="20871" y="0"/>
                </a:lnTo>
                <a:lnTo>
                  <a:pt x="30658" y="37780"/>
                </a:lnTo>
                <a:lnTo>
                  <a:pt x="72137" y="25779"/>
                </a:lnTo>
                <a:lnTo>
                  <a:pt x="67244" y="34707"/>
                </a:lnTo>
                <a:lnTo>
                  <a:pt x="29813" y="45630"/>
                </a:lnTo>
                <a:lnTo>
                  <a:pt x="54048" y="58884"/>
                </a:lnTo>
                <a:lnTo>
                  <a:pt x="50291" y="65656"/>
                </a:lnTo>
                <a:lnTo>
                  <a:pt x="0" y="38115"/>
                </a:lnTo>
                <a:close/>
                <a:moveTo>
                  <a:pt x="0" y="381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C2059-47CD-4A3F-B241-D5CBC260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653" y="1948130"/>
            <a:ext cx="53262" cy="55986"/>
          </a:xfrm>
          <a:custGeom xmlns:a="http://schemas.openxmlformats.org/drawingml/2006/main">
            <a:pathLst>
              <a:path w="53262" h="55986">
                <a:moveTo>
                  <a:pt x="9452" y="23318"/>
                </a:moveTo>
                <a:lnTo>
                  <a:pt x="27935" y="34299"/>
                </a:lnTo>
                <a:lnTo>
                  <a:pt x="32945" y="25939"/>
                </a:lnTo>
                <a:cubicBezTo>
                  <a:pt x="34765" y="22808"/>
                  <a:pt x="35391" y="19910"/>
                  <a:pt x="34765" y="17288"/>
                </a:cubicBezTo>
                <a:cubicBezTo>
                  <a:pt x="34197" y="14623"/>
                  <a:pt x="32377" y="12453"/>
                  <a:pt x="29420" y="10690"/>
                </a:cubicBezTo>
                <a:cubicBezTo>
                  <a:pt x="26463" y="8928"/>
                  <a:pt x="23667" y="8418"/>
                  <a:pt x="21060" y="9161"/>
                </a:cubicBezTo>
                <a:cubicBezTo>
                  <a:pt x="18497" y="9904"/>
                  <a:pt x="16225" y="11826"/>
                  <a:pt x="14404" y="14958"/>
                </a:cubicBezTo>
                <a:lnTo>
                  <a:pt x="9452" y="23318"/>
                </a:lnTo>
                <a:close/>
                <a:moveTo>
                  <a:pt x="0" y="26740"/>
                </a:moveTo>
                <a:lnTo>
                  <a:pt x="8943" y="11666"/>
                </a:lnTo>
                <a:cubicBezTo>
                  <a:pt x="12176" y="6146"/>
                  <a:pt x="15933" y="2724"/>
                  <a:pt x="20084" y="1369"/>
                </a:cubicBezTo>
                <a:cubicBezTo>
                  <a:pt x="24293" y="0"/>
                  <a:pt x="28794" y="801"/>
                  <a:pt x="33571" y="3641"/>
                </a:cubicBezTo>
                <a:cubicBezTo>
                  <a:pt x="38465" y="6539"/>
                  <a:pt x="41305" y="10122"/>
                  <a:pt x="42106" y="14390"/>
                </a:cubicBezTo>
                <a:cubicBezTo>
                  <a:pt x="42950" y="18715"/>
                  <a:pt x="41712" y="23609"/>
                  <a:pt x="38406" y="29187"/>
                </a:cubicBezTo>
                <a:lnTo>
                  <a:pt x="33454" y="37547"/>
                </a:lnTo>
                <a:lnTo>
                  <a:pt x="53262" y="49330"/>
                </a:lnTo>
                <a:lnTo>
                  <a:pt x="49330" y="55986"/>
                </a:lnTo>
                <a:lnTo>
                  <a:pt x="0" y="26740"/>
                </a:lnTo>
                <a:close/>
                <a:moveTo>
                  <a:pt x="0" y="267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E41AF-65C8-478E-A957-54D0D346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441" y="1915360"/>
            <a:ext cx="69749" cy="48470"/>
          </a:xfrm>
          <a:custGeom xmlns:a="http://schemas.openxmlformats.org/drawingml/2006/main">
            <a:pathLst>
              <a:path w="69749" h="48470">
                <a:moveTo>
                  <a:pt x="47451" y="4209"/>
                </a:moveTo>
                <a:lnTo>
                  <a:pt x="69749" y="17463"/>
                </a:lnTo>
                <a:lnTo>
                  <a:pt x="66166" y="23551"/>
                </a:lnTo>
                <a:lnTo>
                  <a:pt x="44043" y="10414"/>
                </a:lnTo>
                <a:cubicBezTo>
                  <a:pt x="40518" y="8360"/>
                  <a:pt x="37503" y="7457"/>
                  <a:pt x="34998" y="7792"/>
                </a:cubicBezTo>
                <a:cubicBezTo>
                  <a:pt x="32435" y="8127"/>
                  <a:pt x="30323" y="9671"/>
                  <a:pt x="28736" y="12394"/>
                </a:cubicBezTo>
                <a:cubicBezTo>
                  <a:pt x="26740" y="15700"/>
                  <a:pt x="26289" y="18890"/>
                  <a:pt x="27250" y="22021"/>
                </a:cubicBezTo>
                <a:cubicBezTo>
                  <a:pt x="28226" y="25138"/>
                  <a:pt x="30498" y="27818"/>
                  <a:pt x="34139" y="29930"/>
                </a:cubicBezTo>
                <a:lnTo>
                  <a:pt x="55024" y="42324"/>
                </a:lnTo>
                <a:lnTo>
                  <a:pt x="51441" y="48470"/>
                </a:lnTo>
                <a:lnTo>
                  <a:pt x="0" y="17972"/>
                </a:lnTo>
                <a:lnTo>
                  <a:pt x="3641" y="11885"/>
                </a:lnTo>
                <a:lnTo>
                  <a:pt x="23784" y="23842"/>
                </a:lnTo>
                <a:cubicBezTo>
                  <a:pt x="22415" y="21046"/>
                  <a:pt x="21788" y="18322"/>
                  <a:pt x="21847" y="15700"/>
                </a:cubicBezTo>
                <a:cubicBezTo>
                  <a:pt x="21905" y="13079"/>
                  <a:pt x="22706" y="10530"/>
                  <a:pt x="24235" y="7908"/>
                </a:cubicBezTo>
                <a:cubicBezTo>
                  <a:pt x="26740" y="3641"/>
                  <a:pt x="29988" y="1253"/>
                  <a:pt x="33906" y="626"/>
                </a:cubicBezTo>
                <a:cubicBezTo>
                  <a:pt x="37838" y="0"/>
                  <a:pt x="42339" y="1194"/>
                  <a:pt x="47451" y="4209"/>
                </a:cubicBezTo>
                <a:close/>
                <a:moveTo>
                  <a:pt x="47451" y="420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DA93D-FC6A-4311-A6B6-D284CEE7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134" y="1873546"/>
            <a:ext cx="46606" cy="43751"/>
          </a:xfrm>
          <a:custGeom xmlns:a="http://schemas.openxmlformats.org/drawingml/2006/main">
            <a:pathLst>
              <a:path w="46606" h="43751">
                <a:moveTo>
                  <a:pt x="9001" y="13428"/>
                </a:moveTo>
                <a:cubicBezTo>
                  <a:pt x="7064" y="16662"/>
                  <a:pt x="6831" y="19968"/>
                  <a:pt x="8258" y="23376"/>
                </a:cubicBezTo>
                <a:cubicBezTo>
                  <a:pt x="9671" y="26798"/>
                  <a:pt x="12584" y="29813"/>
                  <a:pt x="17011" y="32420"/>
                </a:cubicBezTo>
                <a:cubicBezTo>
                  <a:pt x="21453" y="35042"/>
                  <a:pt x="25488" y="36178"/>
                  <a:pt x="29129" y="35785"/>
                </a:cubicBezTo>
                <a:cubicBezTo>
                  <a:pt x="32828" y="35435"/>
                  <a:pt x="35625" y="33615"/>
                  <a:pt x="37547" y="30323"/>
                </a:cubicBezTo>
                <a:cubicBezTo>
                  <a:pt x="39484" y="27075"/>
                  <a:pt x="39717" y="23784"/>
                  <a:pt x="38290" y="20361"/>
                </a:cubicBezTo>
                <a:cubicBezTo>
                  <a:pt x="36877" y="16953"/>
                  <a:pt x="33906" y="13938"/>
                  <a:pt x="29537" y="11317"/>
                </a:cubicBezTo>
                <a:cubicBezTo>
                  <a:pt x="25153" y="8695"/>
                  <a:pt x="21118" y="7617"/>
                  <a:pt x="17419" y="8025"/>
                </a:cubicBezTo>
                <a:cubicBezTo>
                  <a:pt x="13720" y="8360"/>
                  <a:pt x="10923" y="10181"/>
                  <a:pt x="9001" y="13428"/>
                </a:cubicBezTo>
                <a:close/>
                <a:moveTo>
                  <a:pt x="3874" y="10355"/>
                </a:moveTo>
                <a:cubicBezTo>
                  <a:pt x="7005" y="5054"/>
                  <a:pt x="11156" y="1937"/>
                  <a:pt x="16385" y="961"/>
                </a:cubicBezTo>
                <a:cubicBezTo>
                  <a:pt x="21628" y="0"/>
                  <a:pt x="27250" y="1253"/>
                  <a:pt x="33338" y="4894"/>
                </a:cubicBezTo>
                <a:cubicBezTo>
                  <a:pt x="39426" y="8476"/>
                  <a:pt x="43242" y="12802"/>
                  <a:pt x="44946" y="17856"/>
                </a:cubicBezTo>
                <a:cubicBezTo>
                  <a:pt x="46606" y="22924"/>
                  <a:pt x="45863" y="28095"/>
                  <a:pt x="42732" y="33396"/>
                </a:cubicBezTo>
                <a:cubicBezTo>
                  <a:pt x="39601" y="38683"/>
                  <a:pt x="35391" y="41814"/>
                  <a:pt x="30163" y="42776"/>
                </a:cubicBezTo>
                <a:cubicBezTo>
                  <a:pt x="24920" y="43751"/>
                  <a:pt x="19298" y="42441"/>
                  <a:pt x="13210" y="38858"/>
                </a:cubicBezTo>
                <a:cubicBezTo>
                  <a:pt x="7180" y="35275"/>
                  <a:pt x="3306" y="30949"/>
                  <a:pt x="1660" y="25881"/>
                </a:cubicBezTo>
                <a:cubicBezTo>
                  <a:pt x="0" y="20813"/>
                  <a:pt x="743" y="15642"/>
                  <a:pt x="3874" y="10355"/>
                </a:cubicBezTo>
                <a:close/>
                <a:moveTo>
                  <a:pt x="3874" y="103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E63E0-CEDA-466D-99A3-5DB669B4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373" y="1838839"/>
            <a:ext cx="58549" cy="37096"/>
          </a:xfrm>
          <a:custGeom xmlns:a="http://schemas.openxmlformats.org/drawingml/2006/main">
            <a:pathLst>
              <a:path w="58549" h="37096">
                <a:moveTo>
                  <a:pt x="3597" y="6321"/>
                </a:moveTo>
                <a:lnTo>
                  <a:pt x="14113" y="12511"/>
                </a:lnTo>
                <a:lnTo>
                  <a:pt x="21512" y="0"/>
                </a:lnTo>
                <a:lnTo>
                  <a:pt x="26230" y="2782"/>
                </a:lnTo>
                <a:lnTo>
                  <a:pt x="18832" y="15307"/>
                </a:lnTo>
                <a:lnTo>
                  <a:pt x="38916" y="27192"/>
                </a:lnTo>
                <a:cubicBezTo>
                  <a:pt x="41931" y="29012"/>
                  <a:pt x="44159" y="29755"/>
                  <a:pt x="45470" y="29406"/>
                </a:cubicBezTo>
                <a:cubicBezTo>
                  <a:pt x="46825" y="29129"/>
                  <a:pt x="48252" y="27701"/>
                  <a:pt x="49737" y="25153"/>
                </a:cubicBezTo>
                <a:lnTo>
                  <a:pt x="53422" y="18890"/>
                </a:lnTo>
                <a:lnTo>
                  <a:pt x="58549" y="21905"/>
                </a:lnTo>
                <a:lnTo>
                  <a:pt x="54849" y="28168"/>
                </a:lnTo>
                <a:cubicBezTo>
                  <a:pt x="52068" y="32828"/>
                  <a:pt x="49271" y="35552"/>
                  <a:pt x="46490" y="36294"/>
                </a:cubicBezTo>
                <a:cubicBezTo>
                  <a:pt x="43649" y="37096"/>
                  <a:pt x="39950" y="36076"/>
                  <a:pt x="35275" y="33338"/>
                </a:cubicBezTo>
                <a:lnTo>
                  <a:pt x="15191" y="21453"/>
                </a:lnTo>
                <a:lnTo>
                  <a:pt x="12584" y="25881"/>
                </a:lnTo>
                <a:lnTo>
                  <a:pt x="7865" y="23099"/>
                </a:lnTo>
                <a:lnTo>
                  <a:pt x="10472" y="18599"/>
                </a:lnTo>
                <a:lnTo>
                  <a:pt x="0" y="12409"/>
                </a:lnTo>
                <a:lnTo>
                  <a:pt x="3597" y="6321"/>
                </a:lnTo>
                <a:close/>
                <a:moveTo>
                  <a:pt x="3597" y="632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38FED-CCE3-41B6-8069-46E875DC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361" y="1805617"/>
            <a:ext cx="46591" cy="43751"/>
          </a:xfrm>
          <a:custGeom xmlns:a="http://schemas.openxmlformats.org/drawingml/2006/main">
            <a:pathLst>
              <a:path w="46591" h="43751">
                <a:moveTo>
                  <a:pt x="9044" y="13428"/>
                </a:moveTo>
                <a:cubicBezTo>
                  <a:pt x="7107" y="16662"/>
                  <a:pt x="6831" y="20026"/>
                  <a:pt x="8243" y="23376"/>
                </a:cubicBezTo>
                <a:cubicBezTo>
                  <a:pt x="9671" y="26798"/>
                  <a:pt x="12627" y="29813"/>
                  <a:pt x="17069" y="32420"/>
                </a:cubicBezTo>
                <a:cubicBezTo>
                  <a:pt x="21453" y="35042"/>
                  <a:pt x="25488" y="36178"/>
                  <a:pt x="29187" y="35843"/>
                </a:cubicBezTo>
                <a:cubicBezTo>
                  <a:pt x="32828" y="35435"/>
                  <a:pt x="35610" y="33615"/>
                  <a:pt x="37605" y="30323"/>
                </a:cubicBezTo>
                <a:cubicBezTo>
                  <a:pt x="39484" y="27075"/>
                  <a:pt x="39775" y="23784"/>
                  <a:pt x="38290" y="20361"/>
                </a:cubicBezTo>
                <a:cubicBezTo>
                  <a:pt x="36862" y="16953"/>
                  <a:pt x="33964" y="13938"/>
                  <a:pt x="29580" y="11317"/>
                </a:cubicBezTo>
                <a:cubicBezTo>
                  <a:pt x="25153" y="8753"/>
                  <a:pt x="21162" y="7617"/>
                  <a:pt x="17463" y="8010"/>
                </a:cubicBezTo>
                <a:cubicBezTo>
                  <a:pt x="13763" y="8360"/>
                  <a:pt x="10982" y="10181"/>
                  <a:pt x="9044" y="13428"/>
                </a:cubicBezTo>
                <a:close/>
                <a:moveTo>
                  <a:pt x="3874" y="10355"/>
                </a:moveTo>
                <a:cubicBezTo>
                  <a:pt x="7005" y="5054"/>
                  <a:pt x="11215" y="1937"/>
                  <a:pt x="16443" y="961"/>
                </a:cubicBezTo>
                <a:cubicBezTo>
                  <a:pt x="21672" y="0"/>
                  <a:pt x="27308" y="1311"/>
                  <a:pt x="33396" y="4894"/>
                </a:cubicBezTo>
                <a:cubicBezTo>
                  <a:pt x="39426" y="8476"/>
                  <a:pt x="43300" y="12802"/>
                  <a:pt x="44946" y="17856"/>
                </a:cubicBezTo>
                <a:cubicBezTo>
                  <a:pt x="46591" y="22924"/>
                  <a:pt x="45863" y="28095"/>
                  <a:pt x="42732" y="33396"/>
                </a:cubicBezTo>
                <a:cubicBezTo>
                  <a:pt x="39601" y="38683"/>
                  <a:pt x="35391" y="41814"/>
                  <a:pt x="30148" y="42776"/>
                </a:cubicBezTo>
                <a:cubicBezTo>
                  <a:pt x="24978" y="43751"/>
                  <a:pt x="19283" y="42441"/>
                  <a:pt x="13254" y="38858"/>
                </a:cubicBezTo>
                <a:cubicBezTo>
                  <a:pt x="7166" y="35275"/>
                  <a:pt x="3306" y="30949"/>
                  <a:pt x="1646" y="25881"/>
                </a:cubicBezTo>
                <a:cubicBezTo>
                  <a:pt x="0" y="20813"/>
                  <a:pt x="743" y="15642"/>
                  <a:pt x="3874" y="10355"/>
                </a:cubicBezTo>
                <a:close/>
                <a:moveTo>
                  <a:pt x="3874" y="103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162A0-C3B1-4554-8F90-76830B4C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513" y="1761574"/>
            <a:ext cx="64972" cy="55651"/>
          </a:xfrm>
          <a:custGeom xmlns:a="http://schemas.openxmlformats.org/drawingml/2006/main">
            <a:pathLst>
              <a:path w="64972" h="55651">
                <a:moveTo>
                  <a:pt x="8826" y="7690"/>
                </a:moveTo>
                <a:lnTo>
                  <a:pt x="27993" y="31299"/>
                </a:lnTo>
                <a:lnTo>
                  <a:pt x="38756" y="13152"/>
                </a:lnTo>
                <a:lnTo>
                  <a:pt x="8826" y="7690"/>
                </a:lnTo>
                <a:close/>
                <a:moveTo>
                  <a:pt x="0" y="7573"/>
                </a:moveTo>
                <a:lnTo>
                  <a:pt x="4500" y="0"/>
                </a:lnTo>
                <a:lnTo>
                  <a:pt x="64972" y="10472"/>
                </a:lnTo>
                <a:lnTo>
                  <a:pt x="60879" y="17361"/>
                </a:lnTo>
                <a:lnTo>
                  <a:pt x="45572" y="14404"/>
                </a:lnTo>
                <a:lnTo>
                  <a:pt x="32377" y="36586"/>
                </a:lnTo>
                <a:lnTo>
                  <a:pt x="42397" y="48587"/>
                </a:lnTo>
                <a:lnTo>
                  <a:pt x="38188" y="55651"/>
                </a:lnTo>
                <a:lnTo>
                  <a:pt x="0" y="7573"/>
                </a:lnTo>
                <a:close/>
                <a:moveTo>
                  <a:pt x="0" y="757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F36EF-CA55-4E74-9295-0825332E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438" y="1716862"/>
            <a:ext cx="55418" cy="48470"/>
          </a:xfrm>
          <a:custGeom xmlns:a="http://schemas.openxmlformats.org/drawingml/2006/main">
            <a:pathLst>
              <a:path w="55418" h="48470">
                <a:moveTo>
                  <a:pt x="33047" y="4209"/>
                </a:moveTo>
                <a:lnTo>
                  <a:pt x="55418" y="17463"/>
                </a:lnTo>
                <a:lnTo>
                  <a:pt x="51776" y="23551"/>
                </a:lnTo>
                <a:lnTo>
                  <a:pt x="29639" y="10414"/>
                </a:lnTo>
                <a:cubicBezTo>
                  <a:pt x="26172" y="8360"/>
                  <a:pt x="23157" y="7457"/>
                  <a:pt x="20594" y="7792"/>
                </a:cubicBezTo>
                <a:cubicBezTo>
                  <a:pt x="18031" y="8141"/>
                  <a:pt x="15933" y="9671"/>
                  <a:pt x="14331" y="12409"/>
                </a:cubicBezTo>
                <a:cubicBezTo>
                  <a:pt x="12394" y="15700"/>
                  <a:pt x="11885" y="18890"/>
                  <a:pt x="12860" y="22021"/>
                </a:cubicBezTo>
                <a:cubicBezTo>
                  <a:pt x="13822" y="25153"/>
                  <a:pt x="16094" y="27818"/>
                  <a:pt x="19735" y="29930"/>
                </a:cubicBezTo>
                <a:lnTo>
                  <a:pt x="40678" y="42324"/>
                </a:lnTo>
                <a:lnTo>
                  <a:pt x="37037" y="48470"/>
                </a:lnTo>
                <a:lnTo>
                  <a:pt x="0" y="26507"/>
                </a:lnTo>
                <a:lnTo>
                  <a:pt x="3641" y="20419"/>
                </a:lnTo>
                <a:lnTo>
                  <a:pt x="9379" y="23842"/>
                </a:lnTo>
                <a:cubicBezTo>
                  <a:pt x="8025" y="21046"/>
                  <a:pt x="7399" y="18322"/>
                  <a:pt x="7457" y="15700"/>
                </a:cubicBezTo>
                <a:cubicBezTo>
                  <a:pt x="7501" y="13079"/>
                  <a:pt x="8302" y="10530"/>
                  <a:pt x="9846" y="7908"/>
                </a:cubicBezTo>
                <a:cubicBezTo>
                  <a:pt x="12351" y="3699"/>
                  <a:pt x="15584" y="1253"/>
                  <a:pt x="19516" y="626"/>
                </a:cubicBezTo>
                <a:cubicBezTo>
                  <a:pt x="23434" y="0"/>
                  <a:pt x="27935" y="1194"/>
                  <a:pt x="33047" y="4209"/>
                </a:cubicBezTo>
                <a:close/>
                <a:moveTo>
                  <a:pt x="33047" y="420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35905-741E-4889-8085-004FE5F5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21" y="1676242"/>
            <a:ext cx="52213" cy="44552"/>
          </a:xfrm>
          <a:custGeom xmlns:a="http://schemas.openxmlformats.org/drawingml/2006/main">
            <a:pathLst>
              <a:path w="52213" h="44552">
                <a:moveTo>
                  <a:pt x="26449" y="18089"/>
                </a:moveTo>
                <a:cubicBezTo>
                  <a:pt x="23551" y="23041"/>
                  <a:pt x="22065" y="26740"/>
                  <a:pt x="22065" y="29304"/>
                </a:cubicBezTo>
                <a:cubicBezTo>
                  <a:pt x="22065" y="31852"/>
                  <a:pt x="23434" y="33964"/>
                  <a:pt x="26158" y="35552"/>
                </a:cubicBezTo>
                <a:cubicBezTo>
                  <a:pt x="28328" y="36862"/>
                  <a:pt x="30425" y="37154"/>
                  <a:pt x="32537" y="36469"/>
                </a:cubicBezTo>
                <a:cubicBezTo>
                  <a:pt x="34634" y="35785"/>
                  <a:pt x="36455" y="34241"/>
                  <a:pt x="37882" y="31794"/>
                </a:cubicBezTo>
                <a:cubicBezTo>
                  <a:pt x="39877" y="28444"/>
                  <a:pt x="40271" y="25036"/>
                  <a:pt x="39135" y="21555"/>
                </a:cubicBezTo>
                <a:cubicBezTo>
                  <a:pt x="37940" y="18147"/>
                  <a:pt x="35377" y="15249"/>
                  <a:pt x="31401" y="12860"/>
                </a:cubicBezTo>
                <a:lnTo>
                  <a:pt x="30032" y="12059"/>
                </a:lnTo>
                <a:lnTo>
                  <a:pt x="26449" y="18089"/>
                </a:lnTo>
                <a:close/>
                <a:moveTo>
                  <a:pt x="31110" y="4500"/>
                </a:moveTo>
                <a:lnTo>
                  <a:pt x="52213" y="17011"/>
                </a:lnTo>
                <a:lnTo>
                  <a:pt x="48631" y="23099"/>
                </a:lnTo>
                <a:lnTo>
                  <a:pt x="43009" y="19735"/>
                </a:lnTo>
                <a:cubicBezTo>
                  <a:pt x="44421" y="22473"/>
                  <a:pt x="45048" y="25196"/>
                  <a:pt x="44931" y="27876"/>
                </a:cubicBezTo>
                <a:cubicBezTo>
                  <a:pt x="44771" y="30600"/>
                  <a:pt x="43795" y="33454"/>
                  <a:pt x="42033" y="36469"/>
                </a:cubicBezTo>
                <a:cubicBezTo>
                  <a:pt x="39761" y="40227"/>
                  <a:pt x="36921" y="42615"/>
                  <a:pt x="33498" y="43577"/>
                </a:cubicBezTo>
                <a:cubicBezTo>
                  <a:pt x="30032" y="44552"/>
                  <a:pt x="26507" y="43970"/>
                  <a:pt x="22924" y="41873"/>
                </a:cubicBezTo>
                <a:cubicBezTo>
                  <a:pt x="18774" y="39426"/>
                  <a:pt x="16487" y="36178"/>
                  <a:pt x="16035" y="32144"/>
                </a:cubicBezTo>
                <a:cubicBezTo>
                  <a:pt x="15526" y="28109"/>
                  <a:pt x="16953" y="23318"/>
                  <a:pt x="20245" y="17812"/>
                </a:cubicBezTo>
                <a:lnTo>
                  <a:pt x="25313" y="9278"/>
                </a:lnTo>
                <a:lnTo>
                  <a:pt x="24687" y="8870"/>
                </a:lnTo>
                <a:cubicBezTo>
                  <a:pt x="21890" y="7224"/>
                  <a:pt x="19167" y="6889"/>
                  <a:pt x="16545" y="7792"/>
                </a:cubicBezTo>
                <a:cubicBezTo>
                  <a:pt x="13938" y="8753"/>
                  <a:pt x="11652" y="10865"/>
                  <a:pt x="9671" y="14215"/>
                </a:cubicBezTo>
                <a:cubicBezTo>
                  <a:pt x="8418" y="16327"/>
                  <a:pt x="7442" y="18540"/>
                  <a:pt x="6758" y="20827"/>
                </a:cubicBezTo>
                <a:cubicBezTo>
                  <a:pt x="6088" y="23157"/>
                  <a:pt x="5738" y="25488"/>
                  <a:pt x="5622" y="27935"/>
                </a:cubicBezTo>
                <a:lnTo>
                  <a:pt x="0" y="24628"/>
                </a:lnTo>
                <a:cubicBezTo>
                  <a:pt x="451" y="21905"/>
                  <a:pt x="1078" y="19342"/>
                  <a:pt x="1922" y="17011"/>
                </a:cubicBezTo>
                <a:cubicBezTo>
                  <a:pt x="2724" y="14681"/>
                  <a:pt x="3743" y="12511"/>
                  <a:pt x="4879" y="10530"/>
                </a:cubicBezTo>
                <a:cubicBezTo>
                  <a:pt x="8069" y="5170"/>
                  <a:pt x="11826" y="1995"/>
                  <a:pt x="16152" y="961"/>
                </a:cubicBezTo>
                <a:cubicBezTo>
                  <a:pt x="20536" y="0"/>
                  <a:pt x="25488" y="1136"/>
                  <a:pt x="31110" y="4500"/>
                </a:cubicBezTo>
                <a:close/>
                <a:moveTo>
                  <a:pt x="31110" y="450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B730D-FBDE-41CC-BCFD-CB43F49E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165" y="1644215"/>
            <a:ext cx="55010" cy="36527"/>
          </a:xfrm>
          <a:custGeom xmlns:a="http://schemas.openxmlformats.org/drawingml/2006/main">
            <a:pathLst>
              <a:path w="55010" h="36527">
                <a:moveTo>
                  <a:pt x="0" y="6088"/>
                </a:moveTo>
                <a:lnTo>
                  <a:pt x="3583" y="0"/>
                </a:lnTo>
                <a:lnTo>
                  <a:pt x="55010" y="30440"/>
                </a:lnTo>
                <a:lnTo>
                  <a:pt x="51427" y="36527"/>
                </a:lnTo>
                <a:lnTo>
                  <a:pt x="0" y="6088"/>
                </a:lnTo>
                <a:close/>
                <a:moveTo>
                  <a:pt x="0" y="60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BC8AA-E953-4AC9-8D30-0C469B16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147" y="1608372"/>
            <a:ext cx="58141" cy="62918"/>
          </a:xfrm>
          <a:custGeom xmlns:a="http://schemas.openxmlformats.org/drawingml/2006/main">
            <a:pathLst>
              <a:path w="58141" h="62918">
                <a:moveTo>
                  <a:pt x="52111" y="40212"/>
                </a:moveTo>
                <a:cubicBezTo>
                  <a:pt x="55534" y="44538"/>
                  <a:pt x="57398" y="47902"/>
                  <a:pt x="57748" y="50349"/>
                </a:cubicBezTo>
                <a:cubicBezTo>
                  <a:pt x="58141" y="52738"/>
                  <a:pt x="57515" y="55359"/>
                  <a:pt x="55927" y="58083"/>
                </a:cubicBezTo>
                <a:lnTo>
                  <a:pt x="53029" y="62918"/>
                </a:lnTo>
                <a:lnTo>
                  <a:pt x="47961" y="59903"/>
                </a:lnTo>
                <a:lnTo>
                  <a:pt x="50072" y="56321"/>
                </a:lnTo>
                <a:cubicBezTo>
                  <a:pt x="51034" y="54675"/>
                  <a:pt x="51427" y="53131"/>
                  <a:pt x="51208" y="51762"/>
                </a:cubicBezTo>
                <a:cubicBezTo>
                  <a:pt x="50917" y="50349"/>
                  <a:pt x="49665" y="48179"/>
                  <a:pt x="47393" y="45339"/>
                </a:cubicBezTo>
                <a:lnTo>
                  <a:pt x="45281" y="42615"/>
                </a:lnTo>
                <a:lnTo>
                  <a:pt x="0" y="36003"/>
                </a:lnTo>
                <a:lnTo>
                  <a:pt x="3816" y="29580"/>
                </a:lnTo>
                <a:lnTo>
                  <a:pt x="39601" y="35158"/>
                </a:lnTo>
                <a:lnTo>
                  <a:pt x="17521" y="6423"/>
                </a:lnTo>
                <a:lnTo>
                  <a:pt x="21337" y="0"/>
                </a:lnTo>
                <a:lnTo>
                  <a:pt x="52111" y="40212"/>
                </a:lnTo>
                <a:close/>
                <a:moveTo>
                  <a:pt x="52111" y="402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200A6-794B-4504-8C0D-8BEDB891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708" y="1577014"/>
            <a:ext cx="45805" cy="46766"/>
          </a:xfrm>
          <a:custGeom xmlns:a="http://schemas.openxmlformats.org/drawingml/2006/main">
            <a:pathLst>
              <a:path w="45805" h="46766">
                <a:moveTo>
                  <a:pt x="12802" y="0"/>
                </a:moveTo>
                <a:lnTo>
                  <a:pt x="18540" y="3423"/>
                </a:lnTo>
                <a:cubicBezTo>
                  <a:pt x="16676" y="4617"/>
                  <a:pt x="14958" y="5986"/>
                  <a:pt x="13428" y="7573"/>
                </a:cubicBezTo>
                <a:cubicBezTo>
                  <a:pt x="11885" y="9161"/>
                  <a:pt x="10530" y="10982"/>
                  <a:pt x="9336" y="12977"/>
                </a:cubicBezTo>
                <a:cubicBezTo>
                  <a:pt x="7573" y="15992"/>
                  <a:pt x="6656" y="18497"/>
                  <a:pt x="6714" y="20550"/>
                </a:cubicBezTo>
                <a:cubicBezTo>
                  <a:pt x="6714" y="22648"/>
                  <a:pt x="7675" y="24191"/>
                  <a:pt x="9496" y="25327"/>
                </a:cubicBezTo>
                <a:cubicBezTo>
                  <a:pt x="10923" y="26114"/>
                  <a:pt x="12351" y="26230"/>
                  <a:pt x="13822" y="25662"/>
                </a:cubicBezTo>
                <a:cubicBezTo>
                  <a:pt x="15249" y="25036"/>
                  <a:pt x="17302" y="23332"/>
                  <a:pt x="19968" y="20492"/>
                </a:cubicBezTo>
                <a:lnTo>
                  <a:pt x="21672" y="18672"/>
                </a:lnTo>
                <a:cubicBezTo>
                  <a:pt x="25153" y="14914"/>
                  <a:pt x="28269" y="12642"/>
                  <a:pt x="31008" y="11783"/>
                </a:cubicBezTo>
                <a:cubicBezTo>
                  <a:pt x="33789" y="10982"/>
                  <a:pt x="36644" y="11448"/>
                  <a:pt x="39659" y="13268"/>
                </a:cubicBezTo>
                <a:cubicBezTo>
                  <a:pt x="43125" y="15307"/>
                  <a:pt x="45062" y="18264"/>
                  <a:pt x="45455" y="22196"/>
                </a:cubicBezTo>
                <a:cubicBezTo>
                  <a:pt x="45805" y="26056"/>
                  <a:pt x="44611" y="30440"/>
                  <a:pt x="41814" y="35158"/>
                </a:cubicBezTo>
                <a:cubicBezTo>
                  <a:pt x="40620" y="37154"/>
                  <a:pt x="39193" y="39091"/>
                  <a:pt x="37547" y="41028"/>
                </a:cubicBezTo>
                <a:cubicBezTo>
                  <a:pt x="35901" y="42965"/>
                  <a:pt x="33964" y="44887"/>
                  <a:pt x="31809" y="46766"/>
                </a:cubicBezTo>
                <a:lnTo>
                  <a:pt x="25488" y="43067"/>
                </a:lnTo>
                <a:cubicBezTo>
                  <a:pt x="27993" y="41538"/>
                  <a:pt x="30207" y="39834"/>
                  <a:pt x="32085" y="38013"/>
                </a:cubicBezTo>
                <a:cubicBezTo>
                  <a:pt x="33964" y="36134"/>
                  <a:pt x="35508" y="34139"/>
                  <a:pt x="36746" y="32042"/>
                </a:cubicBezTo>
                <a:cubicBezTo>
                  <a:pt x="38465" y="29129"/>
                  <a:pt x="39251" y="26682"/>
                  <a:pt x="39193" y="24526"/>
                </a:cubicBezTo>
                <a:cubicBezTo>
                  <a:pt x="39149" y="22415"/>
                  <a:pt x="38232" y="20827"/>
                  <a:pt x="36469" y="19808"/>
                </a:cubicBezTo>
                <a:cubicBezTo>
                  <a:pt x="34823" y="18774"/>
                  <a:pt x="33221" y="18613"/>
                  <a:pt x="31634" y="19181"/>
                </a:cubicBezTo>
                <a:cubicBezTo>
                  <a:pt x="30090" y="19808"/>
                  <a:pt x="27818" y="21745"/>
                  <a:pt x="24745" y="24978"/>
                </a:cubicBezTo>
                <a:lnTo>
                  <a:pt x="23041" y="26798"/>
                </a:lnTo>
                <a:cubicBezTo>
                  <a:pt x="20026" y="30105"/>
                  <a:pt x="17186" y="32144"/>
                  <a:pt x="14564" y="32828"/>
                </a:cubicBezTo>
                <a:cubicBezTo>
                  <a:pt x="11885" y="33513"/>
                  <a:pt x="9161" y="33003"/>
                  <a:pt x="6321" y="31357"/>
                </a:cubicBezTo>
                <a:cubicBezTo>
                  <a:pt x="2840" y="29245"/>
                  <a:pt x="859" y="26463"/>
                  <a:pt x="451" y="22881"/>
                </a:cubicBezTo>
                <a:cubicBezTo>
                  <a:pt x="0" y="19298"/>
                  <a:pt x="1136" y="15191"/>
                  <a:pt x="3816" y="10647"/>
                </a:cubicBezTo>
                <a:cubicBezTo>
                  <a:pt x="5127" y="8433"/>
                  <a:pt x="6539" y="6437"/>
                  <a:pt x="8083" y="4617"/>
                </a:cubicBezTo>
                <a:cubicBezTo>
                  <a:pt x="9554" y="2855"/>
                  <a:pt x="11156" y="1311"/>
                  <a:pt x="12802" y="0"/>
                </a:cubicBezTo>
                <a:close/>
                <a:moveTo>
                  <a:pt x="1280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6254E-2009-44E6-87A0-A3A47B6C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917" y="1550114"/>
            <a:ext cx="55010" cy="36527"/>
          </a:xfrm>
          <a:custGeom xmlns:a="http://schemas.openxmlformats.org/drawingml/2006/main">
            <a:pathLst>
              <a:path w="55010" h="36527">
                <a:moveTo>
                  <a:pt x="14390" y="14623"/>
                </a:moveTo>
                <a:lnTo>
                  <a:pt x="18031" y="8535"/>
                </a:lnTo>
                <a:lnTo>
                  <a:pt x="55010" y="30440"/>
                </a:lnTo>
                <a:lnTo>
                  <a:pt x="51427" y="36527"/>
                </a:lnTo>
                <a:lnTo>
                  <a:pt x="14390" y="14623"/>
                </a:lnTo>
                <a:close/>
                <a:moveTo>
                  <a:pt x="0" y="6088"/>
                </a:moveTo>
                <a:lnTo>
                  <a:pt x="3583" y="0"/>
                </a:lnTo>
                <a:lnTo>
                  <a:pt x="11317" y="4544"/>
                </a:lnTo>
                <a:lnTo>
                  <a:pt x="7734" y="10632"/>
                </a:lnTo>
                <a:lnTo>
                  <a:pt x="0" y="6088"/>
                </a:lnTo>
                <a:close/>
                <a:moveTo>
                  <a:pt x="0" y="60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01994-45B5-4365-B730-C1076B07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735" y="1522966"/>
            <a:ext cx="45805" cy="46766"/>
          </a:xfrm>
          <a:custGeom xmlns:a="http://schemas.openxmlformats.org/drawingml/2006/main">
            <a:pathLst>
              <a:path w="45805" h="46766">
                <a:moveTo>
                  <a:pt x="12802" y="0"/>
                </a:moveTo>
                <a:lnTo>
                  <a:pt x="18555" y="3423"/>
                </a:lnTo>
                <a:cubicBezTo>
                  <a:pt x="16676" y="4617"/>
                  <a:pt x="14972" y="5986"/>
                  <a:pt x="13428" y="7573"/>
                </a:cubicBezTo>
                <a:cubicBezTo>
                  <a:pt x="11899" y="9161"/>
                  <a:pt x="10530" y="10982"/>
                  <a:pt x="9336" y="12977"/>
                </a:cubicBezTo>
                <a:cubicBezTo>
                  <a:pt x="7573" y="15992"/>
                  <a:pt x="6656" y="18497"/>
                  <a:pt x="6714" y="20550"/>
                </a:cubicBezTo>
                <a:cubicBezTo>
                  <a:pt x="6714" y="22589"/>
                  <a:pt x="7690" y="24191"/>
                  <a:pt x="9511" y="25269"/>
                </a:cubicBezTo>
                <a:cubicBezTo>
                  <a:pt x="10923" y="26114"/>
                  <a:pt x="12351" y="26230"/>
                  <a:pt x="13778" y="25662"/>
                </a:cubicBezTo>
                <a:cubicBezTo>
                  <a:pt x="15249" y="25036"/>
                  <a:pt x="17302" y="23332"/>
                  <a:pt x="19968" y="20492"/>
                </a:cubicBezTo>
                <a:lnTo>
                  <a:pt x="21628" y="18672"/>
                </a:lnTo>
                <a:cubicBezTo>
                  <a:pt x="25153" y="14914"/>
                  <a:pt x="28226" y="12642"/>
                  <a:pt x="31008" y="11783"/>
                </a:cubicBezTo>
                <a:cubicBezTo>
                  <a:pt x="33804" y="10982"/>
                  <a:pt x="36644" y="11448"/>
                  <a:pt x="39659" y="13268"/>
                </a:cubicBezTo>
                <a:cubicBezTo>
                  <a:pt x="43125" y="15307"/>
                  <a:pt x="45062" y="18264"/>
                  <a:pt x="45455" y="22196"/>
                </a:cubicBezTo>
                <a:cubicBezTo>
                  <a:pt x="45805" y="26070"/>
                  <a:pt x="44611" y="30440"/>
                  <a:pt x="41756" y="35173"/>
                </a:cubicBezTo>
                <a:cubicBezTo>
                  <a:pt x="40620" y="37154"/>
                  <a:pt x="39207" y="39091"/>
                  <a:pt x="37547" y="41028"/>
                </a:cubicBezTo>
                <a:cubicBezTo>
                  <a:pt x="35901" y="42965"/>
                  <a:pt x="33964" y="44844"/>
                  <a:pt x="31809" y="46766"/>
                </a:cubicBezTo>
                <a:lnTo>
                  <a:pt x="25488" y="43067"/>
                </a:lnTo>
                <a:cubicBezTo>
                  <a:pt x="27993" y="41479"/>
                  <a:pt x="30207" y="39834"/>
                  <a:pt x="32085" y="38013"/>
                </a:cubicBezTo>
                <a:cubicBezTo>
                  <a:pt x="33906" y="36134"/>
                  <a:pt x="35508" y="34139"/>
                  <a:pt x="36761" y="32042"/>
                </a:cubicBezTo>
                <a:cubicBezTo>
                  <a:pt x="38465" y="29129"/>
                  <a:pt x="39266" y="26697"/>
                  <a:pt x="39207" y="24526"/>
                </a:cubicBezTo>
                <a:cubicBezTo>
                  <a:pt x="39149" y="22429"/>
                  <a:pt x="38232" y="20827"/>
                  <a:pt x="36411" y="19808"/>
                </a:cubicBezTo>
                <a:cubicBezTo>
                  <a:pt x="34823" y="18788"/>
                  <a:pt x="33178" y="18613"/>
                  <a:pt x="31634" y="19181"/>
                </a:cubicBezTo>
                <a:cubicBezTo>
                  <a:pt x="30105" y="19808"/>
                  <a:pt x="27818" y="21745"/>
                  <a:pt x="24745" y="24978"/>
                </a:cubicBezTo>
                <a:lnTo>
                  <a:pt x="23041" y="26798"/>
                </a:lnTo>
                <a:cubicBezTo>
                  <a:pt x="20026" y="30105"/>
                  <a:pt x="17186" y="32100"/>
                  <a:pt x="14564" y="32828"/>
                </a:cubicBezTo>
                <a:cubicBezTo>
                  <a:pt x="11899" y="33513"/>
                  <a:pt x="9161" y="33003"/>
                  <a:pt x="6321" y="31357"/>
                </a:cubicBezTo>
                <a:cubicBezTo>
                  <a:pt x="2796" y="29245"/>
                  <a:pt x="859" y="26463"/>
                  <a:pt x="451" y="22881"/>
                </a:cubicBezTo>
                <a:cubicBezTo>
                  <a:pt x="0" y="19298"/>
                  <a:pt x="1136" y="15191"/>
                  <a:pt x="3816" y="10647"/>
                </a:cubicBezTo>
                <a:cubicBezTo>
                  <a:pt x="5127" y="8433"/>
                  <a:pt x="6539" y="6437"/>
                  <a:pt x="8083" y="4617"/>
                </a:cubicBezTo>
                <a:cubicBezTo>
                  <a:pt x="9569" y="2855"/>
                  <a:pt x="11156" y="1311"/>
                  <a:pt x="12802" y="0"/>
                </a:cubicBezTo>
                <a:close/>
                <a:moveTo>
                  <a:pt x="1280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D341D-7546-48CA-8147-C880013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173" y="1496401"/>
            <a:ext cx="67521" cy="35901"/>
          </a:xfrm>
          <a:custGeom xmlns:a="http://schemas.openxmlformats.org/drawingml/2006/main">
            <a:pathLst>
              <a:path w="67521" h="35901">
                <a:moveTo>
                  <a:pt x="0" y="6714"/>
                </a:moveTo>
                <a:lnTo>
                  <a:pt x="3976" y="0"/>
                </a:lnTo>
                <a:lnTo>
                  <a:pt x="47669" y="25939"/>
                </a:lnTo>
                <a:lnTo>
                  <a:pt x="61899" y="1937"/>
                </a:lnTo>
                <a:lnTo>
                  <a:pt x="67521" y="5243"/>
                </a:lnTo>
                <a:lnTo>
                  <a:pt x="49315" y="35901"/>
                </a:lnTo>
                <a:lnTo>
                  <a:pt x="0" y="6714"/>
                </a:lnTo>
                <a:close/>
                <a:moveTo>
                  <a:pt x="0" y="67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DDEE3-0207-44E8-97FF-16F97E85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301" y="1458344"/>
            <a:ext cx="55024" cy="36586"/>
          </a:xfrm>
          <a:custGeom xmlns:a="http://schemas.openxmlformats.org/drawingml/2006/main">
            <a:pathLst>
              <a:path w="55024" h="36586">
                <a:moveTo>
                  <a:pt x="14404" y="14623"/>
                </a:moveTo>
                <a:lnTo>
                  <a:pt x="17987" y="8535"/>
                </a:lnTo>
                <a:lnTo>
                  <a:pt x="55024" y="30498"/>
                </a:lnTo>
                <a:lnTo>
                  <a:pt x="51383" y="36586"/>
                </a:lnTo>
                <a:lnTo>
                  <a:pt x="14404" y="14623"/>
                </a:lnTo>
                <a:close/>
                <a:moveTo>
                  <a:pt x="0" y="6088"/>
                </a:moveTo>
                <a:lnTo>
                  <a:pt x="3597" y="0"/>
                </a:lnTo>
                <a:lnTo>
                  <a:pt x="11273" y="4544"/>
                </a:lnTo>
                <a:lnTo>
                  <a:pt x="7690" y="10632"/>
                </a:lnTo>
                <a:lnTo>
                  <a:pt x="0" y="6088"/>
                </a:lnTo>
                <a:close/>
                <a:moveTo>
                  <a:pt x="0" y="60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82298-8251-4348-8725-03CE4AC6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211" y="1423753"/>
            <a:ext cx="60078" cy="57690"/>
          </a:xfrm>
          <a:custGeom xmlns:a="http://schemas.openxmlformats.org/drawingml/2006/main">
            <a:pathLst>
              <a:path w="60078" h="57690">
                <a:moveTo>
                  <a:pt x="29129" y="16778"/>
                </a:moveTo>
                <a:cubicBezTo>
                  <a:pt x="24687" y="14171"/>
                  <a:pt x="20769" y="13079"/>
                  <a:pt x="17288" y="13428"/>
                </a:cubicBezTo>
                <a:cubicBezTo>
                  <a:pt x="13763" y="13822"/>
                  <a:pt x="11040" y="15642"/>
                  <a:pt x="9103" y="18948"/>
                </a:cubicBezTo>
                <a:cubicBezTo>
                  <a:pt x="7166" y="22182"/>
                  <a:pt x="6874" y="25429"/>
                  <a:pt x="8243" y="28677"/>
                </a:cubicBezTo>
                <a:cubicBezTo>
                  <a:pt x="9554" y="31969"/>
                  <a:pt x="12453" y="34882"/>
                  <a:pt x="16836" y="37489"/>
                </a:cubicBezTo>
                <a:cubicBezTo>
                  <a:pt x="21220" y="40110"/>
                  <a:pt x="25196" y="41188"/>
                  <a:pt x="28677" y="40795"/>
                </a:cubicBezTo>
                <a:cubicBezTo>
                  <a:pt x="32202" y="40445"/>
                  <a:pt x="34867" y="38625"/>
                  <a:pt x="36804" y="35333"/>
                </a:cubicBezTo>
                <a:cubicBezTo>
                  <a:pt x="38741" y="32085"/>
                  <a:pt x="39076" y="28794"/>
                  <a:pt x="37722" y="25546"/>
                </a:cubicBezTo>
                <a:cubicBezTo>
                  <a:pt x="36353" y="22298"/>
                  <a:pt x="33513" y="19400"/>
                  <a:pt x="29129" y="16778"/>
                </a:cubicBezTo>
                <a:close/>
                <a:moveTo>
                  <a:pt x="47043" y="19225"/>
                </a:moveTo>
                <a:cubicBezTo>
                  <a:pt x="53364" y="22924"/>
                  <a:pt x="57238" y="27075"/>
                  <a:pt x="58651" y="31750"/>
                </a:cubicBezTo>
                <a:cubicBezTo>
                  <a:pt x="60078" y="36353"/>
                  <a:pt x="59059" y="41538"/>
                  <a:pt x="55636" y="47276"/>
                </a:cubicBezTo>
                <a:cubicBezTo>
                  <a:pt x="54383" y="49446"/>
                  <a:pt x="53014" y="51369"/>
                  <a:pt x="51543" y="53087"/>
                </a:cubicBezTo>
                <a:cubicBezTo>
                  <a:pt x="50116" y="54791"/>
                  <a:pt x="48529" y="56321"/>
                  <a:pt x="46825" y="57690"/>
                </a:cubicBezTo>
                <a:lnTo>
                  <a:pt x="40897" y="54223"/>
                </a:lnTo>
                <a:cubicBezTo>
                  <a:pt x="42950" y="53029"/>
                  <a:pt x="44713" y="51660"/>
                  <a:pt x="46198" y="50174"/>
                </a:cubicBezTo>
                <a:cubicBezTo>
                  <a:pt x="47669" y="48703"/>
                  <a:pt x="48980" y="47101"/>
                  <a:pt x="50058" y="45281"/>
                </a:cubicBezTo>
                <a:cubicBezTo>
                  <a:pt x="52403" y="41305"/>
                  <a:pt x="53131" y="37722"/>
                  <a:pt x="52228" y="34474"/>
                </a:cubicBezTo>
                <a:cubicBezTo>
                  <a:pt x="51310" y="31284"/>
                  <a:pt x="48762" y="28444"/>
                  <a:pt x="44538" y="25939"/>
                </a:cubicBezTo>
                <a:lnTo>
                  <a:pt x="41523" y="24119"/>
                </a:lnTo>
                <a:cubicBezTo>
                  <a:pt x="43009" y="26682"/>
                  <a:pt x="43635" y="29245"/>
                  <a:pt x="43577" y="31852"/>
                </a:cubicBezTo>
                <a:cubicBezTo>
                  <a:pt x="43518" y="34474"/>
                  <a:pt x="42674" y="37154"/>
                  <a:pt x="41013" y="39877"/>
                </a:cubicBezTo>
                <a:cubicBezTo>
                  <a:pt x="38348" y="44378"/>
                  <a:pt x="34474" y="47043"/>
                  <a:pt x="29347" y="47728"/>
                </a:cubicBezTo>
                <a:cubicBezTo>
                  <a:pt x="24235" y="48470"/>
                  <a:pt x="18832" y="47160"/>
                  <a:pt x="13137" y="43751"/>
                </a:cubicBezTo>
                <a:cubicBezTo>
                  <a:pt x="7399" y="40387"/>
                  <a:pt x="3641" y="36294"/>
                  <a:pt x="1821" y="31459"/>
                </a:cubicBezTo>
                <a:cubicBezTo>
                  <a:pt x="0" y="26624"/>
                  <a:pt x="451" y="21963"/>
                  <a:pt x="3131" y="17404"/>
                </a:cubicBezTo>
                <a:cubicBezTo>
                  <a:pt x="4777" y="14681"/>
                  <a:pt x="6714" y="12627"/>
                  <a:pt x="8928" y="11317"/>
                </a:cubicBezTo>
                <a:cubicBezTo>
                  <a:pt x="11142" y="10006"/>
                  <a:pt x="13763" y="9394"/>
                  <a:pt x="16662" y="9394"/>
                </a:cubicBezTo>
                <a:lnTo>
                  <a:pt x="11040" y="6088"/>
                </a:lnTo>
                <a:lnTo>
                  <a:pt x="14681" y="0"/>
                </a:lnTo>
                <a:lnTo>
                  <a:pt x="47043" y="19225"/>
                </a:lnTo>
                <a:close/>
                <a:moveTo>
                  <a:pt x="47043" y="1922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4FCEE-0634-435D-93DC-C4FFE3E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712" y="1384896"/>
            <a:ext cx="69807" cy="48470"/>
          </a:xfrm>
          <a:custGeom xmlns:a="http://schemas.openxmlformats.org/drawingml/2006/main">
            <a:pathLst>
              <a:path w="69807" h="48470">
                <a:moveTo>
                  <a:pt x="47451" y="4267"/>
                </a:moveTo>
                <a:lnTo>
                  <a:pt x="69807" y="17463"/>
                </a:lnTo>
                <a:lnTo>
                  <a:pt x="66224" y="23551"/>
                </a:lnTo>
                <a:lnTo>
                  <a:pt x="44043" y="10472"/>
                </a:lnTo>
                <a:cubicBezTo>
                  <a:pt x="40576" y="8360"/>
                  <a:pt x="37562" y="7515"/>
                  <a:pt x="34998" y="7850"/>
                </a:cubicBezTo>
                <a:cubicBezTo>
                  <a:pt x="32435" y="8200"/>
                  <a:pt x="30381" y="9729"/>
                  <a:pt x="28736" y="12453"/>
                </a:cubicBezTo>
                <a:cubicBezTo>
                  <a:pt x="26798" y="15700"/>
                  <a:pt x="26289" y="18948"/>
                  <a:pt x="27265" y="22080"/>
                </a:cubicBezTo>
                <a:cubicBezTo>
                  <a:pt x="28226" y="25196"/>
                  <a:pt x="30556" y="27818"/>
                  <a:pt x="34139" y="29988"/>
                </a:cubicBezTo>
                <a:lnTo>
                  <a:pt x="55083" y="42382"/>
                </a:lnTo>
                <a:lnTo>
                  <a:pt x="51441" y="48470"/>
                </a:lnTo>
                <a:lnTo>
                  <a:pt x="0" y="18031"/>
                </a:lnTo>
                <a:lnTo>
                  <a:pt x="3641" y="11885"/>
                </a:lnTo>
                <a:lnTo>
                  <a:pt x="23784" y="23842"/>
                </a:lnTo>
                <a:cubicBezTo>
                  <a:pt x="22429" y="21104"/>
                  <a:pt x="21803" y="18380"/>
                  <a:pt x="21847" y="15759"/>
                </a:cubicBezTo>
                <a:cubicBezTo>
                  <a:pt x="21905" y="13137"/>
                  <a:pt x="22706" y="10530"/>
                  <a:pt x="24250" y="7967"/>
                </a:cubicBezTo>
                <a:cubicBezTo>
                  <a:pt x="26798" y="3699"/>
                  <a:pt x="29988" y="1253"/>
                  <a:pt x="33920" y="626"/>
                </a:cubicBezTo>
                <a:cubicBezTo>
                  <a:pt x="37838" y="0"/>
                  <a:pt x="42339" y="1253"/>
                  <a:pt x="47451" y="4267"/>
                </a:cubicBezTo>
                <a:close/>
                <a:moveTo>
                  <a:pt x="47451" y="42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12CEC-D15F-460D-81A9-9661B3C4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32" y="1349795"/>
            <a:ext cx="58549" cy="37096"/>
          </a:xfrm>
          <a:custGeom xmlns:a="http://schemas.openxmlformats.org/drawingml/2006/main">
            <a:pathLst>
              <a:path w="58549" h="37096">
                <a:moveTo>
                  <a:pt x="3641" y="6306"/>
                </a:moveTo>
                <a:lnTo>
                  <a:pt x="14113" y="12511"/>
                </a:lnTo>
                <a:lnTo>
                  <a:pt x="21555" y="0"/>
                </a:lnTo>
                <a:lnTo>
                  <a:pt x="26289" y="2840"/>
                </a:lnTo>
                <a:lnTo>
                  <a:pt x="18832" y="15365"/>
                </a:lnTo>
                <a:lnTo>
                  <a:pt x="38916" y="27250"/>
                </a:lnTo>
                <a:cubicBezTo>
                  <a:pt x="41931" y="29012"/>
                  <a:pt x="44145" y="29755"/>
                  <a:pt x="45514" y="29464"/>
                </a:cubicBezTo>
                <a:cubicBezTo>
                  <a:pt x="46825" y="29129"/>
                  <a:pt x="48252" y="27701"/>
                  <a:pt x="49781" y="25138"/>
                </a:cubicBezTo>
                <a:lnTo>
                  <a:pt x="53480" y="18948"/>
                </a:lnTo>
                <a:lnTo>
                  <a:pt x="58549" y="21963"/>
                </a:lnTo>
                <a:lnTo>
                  <a:pt x="54849" y="28153"/>
                </a:lnTo>
                <a:cubicBezTo>
                  <a:pt x="52053" y="32886"/>
                  <a:pt x="49271" y="35610"/>
                  <a:pt x="46475" y="36353"/>
                </a:cubicBezTo>
                <a:cubicBezTo>
                  <a:pt x="43635" y="37096"/>
                  <a:pt x="39936" y="36061"/>
                  <a:pt x="35333" y="33338"/>
                </a:cubicBezTo>
                <a:lnTo>
                  <a:pt x="15249" y="21453"/>
                </a:lnTo>
                <a:lnTo>
                  <a:pt x="12569" y="25881"/>
                </a:lnTo>
                <a:lnTo>
                  <a:pt x="7850" y="23099"/>
                </a:lnTo>
                <a:lnTo>
                  <a:pt x="10530" y="18657"/>
                </a:lnTo>
                <a:lnTo>
                  <a:pt x="0" y="12394"/>
                </a:lnTo>
                <a:lnTo>
                  <a:pt x="3641" y="6306"/>
                </a:lnTo>
                <a:close/>
                <a:moveTo>
                  <a:pt x="3641" y="63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BA27B-7DC5-4D98-8903-34BF6C0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856" y="1315482"/>
            <a:ext cx="69807" cy="48485"/>
          </a:xfrm>
          <a:custGeom xmlns:a="http://schemas.openxmlformats.org/drawingml/2006/main">
            <a:pathLst>
              <a:path w="69807" h="48485">
                <a:moveTo>
                  <a:pt x="47451" y="4267"/>
                </a:moveTo>
                <a:lnTo>
                  <a:pt x="69807" y="17477"/>
                </a:lnTo>
                <a:lnTo>
                  <a:pt x="66166" y="23565"/>
                </a:lnTo>
                <a:lnTo>
                  <a:pt x="44028" y="10472"/>
                </a:lnTo>
                <a:cubicBezTo>
                  <a:pt x="40562" y="8375"/>
                  <a:pt x="37547" y="7515"/>
                  <a:pt x="34984" y="7850"/>
                </a:cubicBezTo>
                <a:cubicBezTo>
                  <a:pt x="32420" y="8200"/>
                  <a:pt x="30323" y="9729"/>
                  <a:pt x="28721" y="12467"/>
                </a:cubicBezTo>
                <a:cubicBezTo>
                  <a:pt x="26798" y="15715"/>
                  <a:pt x="26274" y="18948"/>
                  <a:pt x="27250" y="22080"/>
                </a:cubicBezTo>
                <a:cubicBezTo>
                  <a:pt x="28211" y="25211"/>
                  <a:pt x="30483" y="27833"/>
                  <a:pt x="34124" y="29988"/>
                </a:cubicBezTo>
                <a:lnTo>
                  <a:pt x="55068" y="42397"/>
                </a:lnTo>
                <a:lnTo>
                  <a:pt x="51427" y="48485"/>
                </a:lnTo>
                <a:lnTo>
                  <a:pt x="0" y="18045"/>
                </a:lnTo>
                <a:lnTo>
                  <a:pt x="3641" y="11899"/>
                </a:lnTo>
                <a:lnTo>
                  <a:pt x="23769" y="23842"/>
                </a:lnTo>
                <a:cubicBezTo>
                  <a:pt x="22415" y="21060"/>
                  <a:pt x="21788" y="18380"/>
                  <a:pt x="21847" y="15759"/>
                </a:cubicBezTo>
                <a:cubicBezTo>
                  <a:pt x="21905" y="13152"/>
                  <a:pt x="22691" y="10530"/>
                  <a:pt x="24235" y="7967"/>
                </a:cubicBezTo>
                <a:cubicBezTo>
                  <a:pt x="26740" y="3699"/>
                  <a:pt x="29974" y="1253"/>
                  <a:pt x="33906" y="626"/>
                </a:cubicBezTo>
                <a:cubicBezTo>
                  <a:pt x="37824" y="0"/>
                  <a:pt x="42324" y="1194"/>
                  <a:pt x="47451" y="4267"/>
                </a:cubicBezTo>
                <a:close/>
                <a:moveTo>
                  <a:pt x="47451" y="42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7A5F1-E2E1-4217-A724-BF68564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549" y="1273667"/>
            <a:ext cx="46591" cy="43810"/>
          </a:xfrm>
          <a:custGeom xmlns:a="http://schemas.openxmlformats.org/drawingml/2006/main">
            <a:pathLst>
              <a:path w="46591" h="43810">
                <a:moveTo>
                  <a:pt x="9044" y="13428"/>
                </a:moveTo>
                <a:cubicBezTo>
                  <a:pt x="7107" y="16734"/>
                  <a:pt x="6816" y="20026"/>
                  <a:pt x="8243" y="23449"/>
                </a:cubicBezTo>
                <a:cubicBezTo>
                  <a:pt x="9671" y="26857"/>
                  <a:pt x="12627" y="29872"/>
                  <a:pt x="17069" y="32493"/>
                </a:cubicBezTo>
                <a:cubicBezTo>
                  <a:pt x="21439" y="35100"/>
                  <a:pt x="25488" y="36251"/>
                  <a:pt x="29187" y="35843"/>
                </a:cubicBezTo>
                <a:cubicBezTo>
                  <a:pt x="32828" y="35450"/>
                  <a:pt x="35610" y="33629"/>
                  <a:pt x="37605" y="30381"/>
                </a:cubicBezTo>
                <a:cubicBezTo>
                  <a:pt x="39484" y="27148"/>
                  <a:pt x="39761" y="23784"/>
                  <a:pt x="38290" y="20434"/>
                </a:cubicBezTo>
                <a:cubicBezTo>
                  <a:pt x="36862" y="17011"/>
                  <a:pt x="33964" y="13996"/>
                  <a:pt x="29522" y="11389"/>
                </a:cubicBezTo>
                <a:cubicBezTo>
                  <a:pt x="25138" y="8768"/>
                  <a:pt x="21104" y="7690"/>
                  <a:pt x="17463" y="8025"/>
                </a:cubicBezTo>
                <a:cubicBezTo>
                  <a:pt x="13763" y="8418"/>
                  <a:pt x="10982" y="10195"/>
                  <a:pt x="9044" y="13428"/>
                </a:cubicBezTo>
                <a:close/>
                <a:moveTo>
                  <a:pt x="3860" y="10414"/>
                </a:moveTo>
                <a:cubicBezTo>
                  <a:pt x="6991" y="5127"/>
                  <a:pt x="11200" y="1995"/>
                  <a:pt x="16443" y="1034"/>
                </a:cubicBezTo>
                <a:cubicBezTo>
                  <a:pt x="21672" y="0"/>
                  <a:pt x="27308" y="1311"/>
                  <a:pt x="33396" y="4894"/>
                </a:cubicBezTo>
                <a:cubicBezTo>
                  <a:pt x="39426" y="8476"/>
                  <a:pt x="43285" y="12860"/>
                  <a:pt x="44946" y="17929"/>
                </a:cubicBezTo>
                <a:cubicBezTo>
                  <a:pt x="46591" y="22983"/>
                  <a:pt x="45849" y="28109"/>
                  <a:pt x="42717" y="33396"/>
                </a:cubicBezTo>
                <a:cubicBezTo>
                  <a:pt x="39586" y="38741"/>
                  <a:pt x="35377" y="41873"/>
                  <a:pt x="30148" y="42848"/>
                </a:cubicBezTo>
                <a:cubicBezTo>
                  <a:pt x="24920" y="43810"/>
                  <a:pt x="19283" y="42499"/>
                  <a:pt x="13254" y="38858"/>
                </a:cubicBezTo>
                <a:cubicBezTo>
                  <a:pt x="7166" y="35275"/>
                  <a:pt x="3292" y="30949"/>
                  <a:pt x="1646" y="25954"/>
                </a:cubicBezTo>
                <a:cubicBezTo>
                  <a:pt x="0" y="20885"/>
                  <a:pt x="728" y="15700"/>
                  <a:pt x="3860" y="10414"/>
                </a:cubicBezTo>
                <a:close/>
                <a:moveTo>
                  <a:pt x="3860" y="1041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4F9BF-080E-4C5B-A041-5D785B65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69" y="1227192"/>
            <a:ext cx="55359" cy="48470"/>
          </a:xfrm>
          <a:custGeom xmlns:a="http://schemas.openxmlformats.org/drawingml/2006/main">
            <a:pathLst>
              <a:path w="55359" h="48470">
                <a:moveTo>
                  <a:pt x="22415" y="44261"/>
                </a:moveTo>
                <a:lnTo>
                  <a:pt x="0" y="30949"/>
                </a:lnTo>
                <a:lnTo>
                  <a:pt x="3641" y="24861"/>
                </a:lnTo>
                <a:lnTo>
                  <a:pt x="25779" y="37998"/>
                </a:lnTo>
                <a:cubicBezTo>
                  <a:pt x="29304" y="40110"/>
                  <a:pt x="32318" y="40955"/>
                  <a:pt x="34882" y="40678"/>
                </a:cubicBezTo>
                <a:cubicBezTo>
                  <a:pt x="37430" y="40329"/>
                  <a:pt x="39542" y="38800"/>
                  <a:pt x="41130" y="36061"/>
                </a:cubicBezTo>
                <a:cubicBezTo>
                  <a:pt x="43067" y="32770"/>
                  <a:pt x="43577" y="29580"/>
                  <a:pt x="42615" y="26449"/>
                </a:cubicBezTo>
                <a:cubicBezTo>
                  <a:pt x="41640" y="23274"/>
                  <a:pt x="39368" y="20652"/>
                  <a:pt x="35726" y="18482"/>
                </a:cubicBezTo>
                <a:lnTo>
                  <a:pt x="14797" y="6088"/>
                </a:lnTo>
                <a:lnTo>
                  <a:pt x="18380" y="0"/>
                </a:lnTo>
                <a:lnTo>
                  <a:pt x="55359" y="21905"/>
                </a:lnTo>
                <a:lnTo>
                  <a:pt x="51776" y="27993"/>
                </a:lnTo>
                <a:lnTo>
                  <a:pt x="46082" y="24628"/>
                </a:lnTo>
                <a:cubicBezTo>
                  <a:pt x="47451" y="27425"/>
                  <a:pt x="48135" y="30090"/>
                  <a:pt x="48077" y="32712"/>
                </a:cubicBezTo>
                <a:cubicBezTo>
                  <a:pt x="48019" y="35333"/>
                  <a:pt x="47218" y="37882"/>
                  <a:pt x="45688" y="40504"/>
                </a:cubicBezTo>
                <a:cubicBezTo>
                  <a:pt x="43183" y="44713"/>
                  <a:pt x="39936" y="47160"/>
                  <a:pt x="35959" y="47786"/>
                </a:cubicBezTo>
                <a:cubicBezTo>
                  <a:pt x="32027" y="48470"/>
                  <a:pt x="27483" y="47276"/>
                  <a:pt x="22415" y="44261"/>
                </a:cubicBezTo>
                <a:close/>
                <a:moveTo>
                  <a:pt x="22415" y="442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B5094-5A3E-4451-88AD-77F19312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20" y="1191684"/>
            <a:ext cx="45849" cy="46766"/>
          </a:xfrm>
          <a:custGeom xmlns:a="http://schemas.openxmlformats.org/drawingml/2006/main">
            <a:pathLst>
              <a:path w="45849" h="46766">
                <a:moveTo>
                  <a:pt x="12802" y="0"/>
                </a:moveTo>
                <a:lnTo>
                  <a:pt x="18540" y="3423"/>
                </a:lnTo>
                <a:cubicBezTo>
                  <a:pt x="16662" y="4617"/>
                  <a:pt x="14958" y="6030"/>
                  <a:pt x="13428" y="7632"/>
                </a:cubicBezTo>
                <a:cubicBezTo>
                  <a:pt x="11885" y="9219"/>
                  <a:pt x="10515" y="10982"/>
                  <a:pt x="9321" y="12977"/>
                </a:cubicBezTo>
                <a:cubicBezTo>
                  <a:pt x="7559" y="15992"/>
                  <a:pt x="6656" y="18497"/>
                  <a:pt x="6714" y="20594"/>
                </a:cubicBezTo>
                <a:cubicBezTo>
                  <a:pt x="6714" y="22648"/>
                  <a:pt x="7675" y="24191"/>
                  <a:pt x="9554" y="25327"/>
                </a:cubicBezTo>
                <a:cubicBezTo>
                  <a:pt x="10923" y="26114"/>
                  <a:pt x="12336" y="26230"/>
                  <a:pt x="13822" y="25662"/>
                </a:cubicBezTo>
                <a:cubicBezTo>
                  <a:pt x="15249" y="25036"/>
                  <a:pt x="17288" y="23332"/>
                  <a:pt x="19968" y="20492"/>
                </a:cubicBezTo>
                <a:lnTo>
                  <a:pt x="21672" y="18730"/>
                </a:lnTo>
                <a:cubicBezTo>
                  <a:pt x="25138" y="14914"/>
                  <a:pt x="28269" y="12642"/>
                  <a:pt x="31008" y="11841"/>
                </a:cubicBezTo>
                <a:cubicBezTo>
                  <a:pt x="33789" y="10982"/>
                  <a:pt x="36688" y="11491"/>
                  <a:pt x="39703" y="13268"/>
                </a:cubicBezTo>
                <a:cubicBezTo>
                  <a:pt x="43125" y="15307"/>
                  <a:pt x="45062" y="18264"/>
                  <a:pt x="45455" y="22196"/>
                </a:cubicBezTo>
                <a:cubicBezTo>
                  <a:pt x="45849" y="26114"/>
                  <a:pt x="44596" y="30440"/>
                  <a:pt x="41814" y="35158"/>
                </a:cubicBezTo>
                <a:cubicBezTo>
                  <a:pt x="40620" y="37154"/>
                  <a:pt x="39193" y="39091"/>
                  <a:pt x="37547" y="41028"/>
                </a:cubicBezTo>
                <a:cubicBezTo>
                  <a:pt x="35901" y="42965"/>
                  <a:pt x="33964" y="44887"/>
                  <a:pt x="31794" y="46766"/>
                </a:cubicBezTo>
                <a:lnTo>
                  <a:pt x="25488" y="43067"/>
                </a:lnTo>
                <a:cubicBezTo>
                  <a:pt x="27993" y="41538"/>
                  <a:pt x="30207" y="39834"/>
                  <a:pt x="32085" y="38013"/>
                </a:cubicBezTo>
                <a:cubicBezTo>
                  <a:pt x="33964" y="36193"/>
                  <a:pt x="35493" y="34197"/>
                  <a:pt x="36804" y="32042"/>
                </a:cubicBezTo>
                <a:cubicBezTo>
                  <a:pt x="38450" y="29187"/>
                  <a:pt x="39309" y="26682"/>
                  <a:pt x="39193" y="24585"/>
                </a:cubicBezTo>
                <a:cubicBezTo>
                  <a:pt x="39135" y="22415"/>
                  <a:pt x="38232" y="20827"/>
                  <a:pt x="36469" y="19808"/>
                </a:cubicBezTo>
                <a:cubicBezTo>
                  <a:pt x="34809" y="18832"/>
                  <a:pt x="33221" y="18613"/>
                  <a:pt x="31692" y="19240"/>
                </a:cubicBezTo>
                <a:cubicBezTo>
                  <a:pt x="30148" y="19808"/>
                  <a:pt x="27818" y="21745"/>
                  <a:pt x="24803" y="25036"/>
                </a:cubicBezTo>
                <a:lnTo>
                  <a:pt x="23041" y="26857"/>
                </a:lnTo>
                <a:cubicBezTo>
                  <a:pt x="20026" y="30163"/>
                  <a:pt x="17186" y="32144"/>
                  <a:pt x="14564" y="32828"/>
                </a:cubicBezTo>
                <a:cubicBezTo>
                  <a:pt x="11943" y="33513"/>
                  <a:pt x="9161" y="33061"/>
                  <a:pt x="6306" y="31357"/>
                </a:cubicBezTo>
                <a:cubicBezTo>
                  <a:pt x="2840" y="29304"/>
                  <a:pt x="845" y="26463"/>
                  <a:pt x="451" y="22881"/>
                </a:cubicBezTo>
                <a:cubicBezTo>
                  <a:pt x="0" y="19298"/>
                  <a:pt x="1136" y="15191"/>
                  <a:pt x="3816" y="10705"/>
                </a:cubicBezTo>
                <a:cubicBezTo>
                  <a:pt x="5170" y="8433"/>
                  <a:pt x="6598" y="6437"/>
                  <a:pt x="8069" y="4617"/>
                </a:cubicBezTo>
                <a:cubicBezTo>
                  <a:pt x="9554" y="2855"/>
                  <a:pt x="11142" y="1311"/>
                  <a:pt x="12802" y="0"/>
                </a:cubicBezTo>
                <a:close/>
                <a:moveTo>
                  <a:pt x="1280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30DB2-8F39-4CF4-99E5-9EA50615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827" y="1153395"/>
            <a:ext cx="48878" cy="44319"/>
          </a:xfrm>
          <a:custGeom xmlns:a="http://schemas.openxmlformats.org/drawingml/2006/main">
            <a:pathLst>
              <a:path w="48878" h="44319">
                <a:moveTo>
                  <a:pt x="31576" y="4384"/>
                </a:moveTo>
                <a:lnTo>
                  <a:pt x="34532" y="6146"/>
                </a:lnTo>
                <a:lnTo>
                  <a:pt x="17987" y="34139"/>
                </a:lnTo>
                <a:cubicBezTo>
                  <a:pt x="22298" y="36367"/>
                  <a:pt x="26230" y="36994"/>
                  <a:pt x="29755" y="36018"/>
                </a:cubicBezTo>
                <a:cubicBezTo>
                  <a:pt x="33280" y="35056"/>
                  <a:pt x="36236" y="32551"/>
                  <a:pt x="38639" y="28517"/>
                </a:cubicBezTo>
                <a:cubicBezTo>
                  <a:pt x="40052" y="26172"/>
                  <a:pt x="41086" y="23784"/>
                  <a:pt x="41814" y="21235"/>
                </a:cubicBezTo>
                <a:cubicBezTo>
                  <a:pt x="42557" y="18730"/>
                  <a:pt x="42950" y="15992"/>
                  <a:pt x="43125" y="13152"/>
                </a:cubicBezTo>
                <a:lnTo>
                  <a:pt x="48878" y="16560"/>
                </a:lnTo>
                <a:cubicBezTo>
                  <a:pt x="48470" y="19298"/>
                  <a:pt x="47844" y="21963"/>
                  <a:pt x="46999" y="24526"/>
                </a:cubicBezTo>
                <a:cubicBezTo>
                  <a:pt x="46140" y="27148"/>
                  <a:pt x="45004" y="29595"/>
                  <a:pt x="43577" y="31925"/>
                </a:cubicBezTo>
                <a:cubicBezTo>
                  <a:pt x="40110" y="37838"/>
                  <a:pt x="35625" y="41538"/>
                  <a:pt x="30163" y="42907"/>
                </a:cubicBezTo>
                <a:cubicBezTo>
                  <a:pt x="24643" y="44319"/>
                  <a:pt x="19007" y="43300"/>
                  <a:pt x="13152" y="39834"/>
                </a:cubicBezTo>
                <a:cubicBezTo>
                  <a:pt x="7064" y="36251"/>
                  <a:pt x="3248" y="31750"/>
                  <a:pt x="1602" y="26405"/>
                </a:cubicBezTo>
                <a:cubicBezTo>
                  <a:pt x="0" y="21002"/>
                  <a:pt x="859" y="15540"/>
                  <a:pt x="4093" y="9962"/>
                </a:cubicBezTo>
                <a:cubicBezTo>
                  <a:pt x="7064" y="5010"/>
                  <a:pt x="10982" y="1995"/>
                  <a:pt x="15933" y="1034"/>
                </a:cubicBezTo>
                <a:cubicBezTo>
                  <a:pt x="20827" y="0"/>
                  <a:pt x="26056" y="1151"/>
                  <a:pt x="31576" y="4384"/>
                </a:cubicBezTo>
                <a:close/>
                <a:moveTo>
                  <a:pt x="26172" y="9452"/>
                </a:moveTo>
                <a:cubicBezTo>
                  <a:pt x="22822" y="7515"/>
                  <a:pt x="19633" y="6889"/>
                  <a:pt x="16560" y="7515"/>
                </a:cubicBezTo>
                <a:cubicBezTo>
                  <a:pt x="13487" y="8141"/>
                  <a:pt x="11098" y="9962"/>
                  <a:pt x="9336" y="12977"/>
                </a:cubicBezTo>
                <a:cubicBezTo>
                  <a:pt x="7282" y="16341"/>
                  <a:pt x="6656" y="19633"/>
                  <a:pt x="7340" y="22822"/>
                </a:cubicBezTo>
                <a:cubicBezTo>
                  <a:pt x="8083" y="26012"/>
                  <a:pt x="10079" y="28736"/>
                  <a:pt x="13370" y="31124"/>
                </a:cubicBezTo>
                <a:lnTo>
                  <a:pt x="26172" y="9452"/>
                </a:lnTo>
                <a:close/>
                <a:moveTo>
                  <a:pt x="26172" y="945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E82C4-1049-474A-B8AF-C6409C1D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144" y="1103453"/>
            <a:ext cx="53306" cy="55986"/>
          </a:xfrm>
          <a:custGeom xmlns:a="http://schemas.openxmlformats.org/drawingml/2006/main">
            <a:pathLst>
              <a:path w="53306" h="55986">
                <a:moveTo>
                  <a:pt x="9438" y="23318"/>
                </a:moveTo>
                <a:lnTo>
                  <a:pt x="27978" y="34299"/>
                </a:lnTo>
                <a:lnTo>
                  <a:pt x="32930" y="25939"/>
                </a:lnTo>
                <a:cubicBezTo>
                  <a:pt x="34809" y="22808"/>
                  <a:pt x="35435" y="19910"/>
                  <a:pt x="34809" y="17288"/>
                </a:cubicBezTo>
                <a:cubicBezTo>
                  <a:pt x="34183" y="14623"/>
                  <a:pt x="32420" y="12453"/>
                  <a:pt x="29464" y="10690"/>
                </a:cubicBezTo>
                <a:cubicBezTo>
                  <a:pt x="26507" y="8928"/>
                  <a:pt x="23711" y="8418"/>
                  <a:pt x="21104" y="9161"/>
                </a:cubicBezTo>
                <a:cubicBezTo>
                  <a:pt x="18482" y="9889"/>
                  <a:pt x="16268" y="11826"/>
                  <a:pt x="14448" y="14958"/>
                </a:cubicBezTo>
                <a:lnTo>
                  <a:pt x="9438" y="23318"/>
                </a:lnTo>
                <a:close/>
                <a:moveTo>
                  <a:pt x="0" y="26740"/>
                </a:moveTo>
                <a:lnTo>
                  <a:pt x="8928" y="11666"/>
                </a:lnTo>
                <a:cubicBezTo>
                  <a:pt x="12220" y="6146"/>
                  <a:pt x="15919" y="2724"/>
                  <a:pt x="20128" y="1369"/>
                </a:cubicBezTo>
                <a:cubicBezTo>
                  <a:pt x="24279" y="0"/>
                  <a:pt x="28779" y="786"/>
                  <a:pt x="33615" y="3641"/>
                </a:cubicBezTo>
                <a:cubicBezTo>
                  <a:pt x="38508" y="6539"/>
                  <a:pt x="41348" y="10122"/>
                  <a:pt x="42149" y="14390"/>
                </a:cubicBezTo>
                <a:cubicBezTo>
                  <a:pt x="42950" y="18715"/>
                  <a:pt x="41698" y="23667"/>
                  <a:pt x="38450" y="29187"/>
                </a:cubicBezTo>
                <a:lnTo>
                  <a:pt x="33440" y="37547"/>
                </a:lnTo>
                <a:lnTo>
                  <a:pt x="53306" y="49330"/>
                </a:lnTo>
                <a:lnTo>
                  <a:pt x="49315" y="55986"/>
                </a:lnTo>
                <a:lnTo>
                  <a:pt x="0" y="26740"/>
                </a:lnTo>
                <a:close/>
                <a:moveTo>
                  <a:pt x="0" y="267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79FBF-602E-441E-B3D4-DBA787CB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092" y="1082349"/>
            <a:ext cx="55024" cy="36513"/>
          </a:xfrm>
          <a:custGeom xmlns:a="http://schemas.openxmlformats.org/drawingml/2006/main">
            <a:pathLst>
              <a:path w="55024" h="36513">
                <a:moveTo>
                  <a:pt x="0" y="6088"/>
                </a:moveTo>
                <a:lnTo>
                  <a:pt x="3583" y="0"/>
                </a:lnTo>
                <a:lnTo>
                  <a:pt x="55024" y="30483"/>
                </a:lnTo>
                <a:lnTo>
                  <a:pt x="51383" y="36513"/>
                </a:lnTo>
                <a:lnTo>
                  <a:pt x="0" y="6088"/>
                </a:lnTo>
                <a:close/>
                <a:moveTo>
                  <a:pt x="0" y="60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A301A-F621-4C3D-8D55-F565ACF4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45" y="1047803"/>
            <a:ext cx="55359" cy="48485"/>
          </a:xfrm>
          <a:custGeom xmlns:a="http://schemas.openxmlformats.org/drawingml/2006/main">
            <a:pathLst>
              <a:path w="55359" h="48485">
                <a:moveTo>
                  <a:pt x="22415" y="44276"/>
                </a:moveTo>
                <a:lnTo>
                  <a:pt x="0" y="31008"/>
                </a:lnTo>
                <a:lnTo>
                  <a:pt x="3641" y="24920"/>
                </a:lnTo>
                <a:lnTo>
                  <a:pt x="25764" y="38071"/>
                </a:lnTo>
                <a:cubicBezTo>
                  <a:pt x="29304" y="40110"/>
                  <a:pt x="32318" y="41028"/>
                  <a:pt x="34867" y="40678"/>
                </a:cubicBezTo>
                <a:cubicBezTo>
                  <a:pt x="37430" y="40343"/>
                  <a:pt x="39542" y="38814"/>
                  <a:pt x="41130" y="36076"/>
                </a:cubicBezTo>
                <a:cubicBezTo>
                  <a:pt x="43125" y="32828"/>
                  <a:pt x="43577" y="29595"/>
                  <a:pt x="42615" y="26463"/>
                </a:cubicBezTo>
                <a:cubicBezTo>
                  <a:pt x="41640" y="23274"/>
                  <a:pt x="39368" y="20652"/>
                  <a:pt x="35726" y="18497"/>
                </a:cubicBezTo>
                <a:lnTo>
                  <a:pt x="14797" y="6088"/>
                </a:lnTo>
                <a:lnTo>
                  <a:pt x="18380" y="0"/>
                </a:lnTo>
                <a:lnTo>
                  <a:pt x="55359" y="21905"/>
                </a:lnTo>
                <a:lnTo>
                  <a:pt x="51776" y="27993"/>
                </a:lnTo>
                <a:lnTo>
                  <a:pt x="46082" y="24643"/>
                </a:lnTo>
                <a:cubicBezTo>
                  <a:pt x="47451" y="27425"/>
                  <a:pt x="48135" y="30163"/>
                  <a:pt x="48077" y="32726"/>
                </a:cubicBezTo>
                <a:cubicBezTo>
                  <a:pt x="48019" y="35333"/>
                  <a:pt x="47218" y="37955"/>
                  <a:pt x="45688" y="40518"/>
                </a:cubicBezTo>
                <a:cubicBezTo>
                  <a:pt x="43183" y="44786"/>
                  <a:pt x="39936" y="47232"/>
                  <a:pt x="35959" y="47859"/>
                </a:cubicBezTo>
                <a:cubicBezTo>
                  <a:pt x="32027" y="48485"/>
                  <a:pt x="27541" y="47291"/>
                  <a:pt x="22415" y="44276"/>
                </a:cubicBezTo>
                <a:close/>
                <a:moveTo>
                  <a:pt x="22415" y="4427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50B97-B993-4543-89E0-2B5CF22B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32" y="1004852"/>
            <a:ext cx="60020" cy="57748"/>
          </a:xfrm>
          <a:custGeom xmlns:a="http://schemas.openxmlformats.org/drawingml/2006/main">
            <a:pathLst>
              <a:path w="60020" h="57748">
                <a:moveTo>
                  <a:pt x="29129" y="16793"/>
                </a:moveTo>
                <a:cubicBezTo>
                  <a:pt x="24687" y="14171"/>
                  <a:pt x="20769" y="13093"/>
                  <a:pt x="17230" y="13428"/>
                </a:cubicBezTo>
                <a:cubicBezTo>
                  <a:pt x="13763" y="13822"/>
                  <a:pt x="11040" y="15642"/>
                  <a:pt x="9103" y="18948"/>
                </a:cubicBezTo>
                <a:cubicBezTo>
                  <a:pt x="7166" y="22196"/>
                  <a:pt x="6874" y="25429"/>
                  <a:pt x="8185" y="28736"/>
                </a:cubicBezTo>
                <a:cubicBezTo>
                  <a:pt x="9554" y="31983"/>
                  <a:pt x="12453" y="34882"/>
                  <a:pt x="16836" y="37489"/>
                </a:cubicBezTo>
                <a:cubicBezTo>
                  <a:pt x="21220" y="40110"/>
                  <a:pt x="25138" y="41188"/>
                  <a:pt x="28677" y="40853"/>
                </a:cubicBezTo>
                <a:cubicBezTo>
                  <a:pt x="32144" y="40460"/>
                  <a:pt x="34867" y="38639"/>
                  <a:pt x="36804" y="35391"/>
                </a:cubicBezTo>
                <a:cubicBezTo>
                  <a:pt x="38741" y="32085"/>
                  <a:pt x="39076" y="28852"/>
                  <a:pt x="37722" y="25546"/>
                </a:cubicBezTo>
                <a:cubicBezTo>
                  <a:pt x="36353" y="22298"/>
                  <a:pt x="33513" y="19400"/>
                  <a:pt x="29129" y="16793"/>
                </a:cubicBezTo>
                <a:close/>
                <a:moveTo>
                  <a:pt x="47043" y="19240"/>
                </a:moveTo>
                <a:cubicBezTo>
                  <a:pt x="53364" y="22924"/>
                  <a:pt x="57223" y="27148"/>
                  <a:pt x="58593" y="31750"/>
                </a:cubicBezTo>
                <a:cubicBezTo>
                  <a:pt x="60020" y="36353"/>
                  <a:pt x="59059" y="41538"/>
                  <a:pt x="55636" y="47334"/>
                </a:cubicBezTo>
                <a:cubicBezTo>
                  <a:pt x="54325" y="49446"/>
                  <a:pt x="53014" y="51383"/>
                  <a:pt x="51543" y="53087"/>
                </a:cubicBezTo>
                <a:cubicBezTo>
                  <a:pt x="50116" y="54791"/>
                  <a:pt x="48529" y="56321"/>
                  <a:pt x="46825" y="57748"/>
                </a:cubicBezTo>
                <a:lnTo>
                  <a:pt x="40897" y="54223"/>
                </a:lnTo>
                <a:cubicBezTo>
                  <a:pt x="42950" y="53029"/>
                  <a:pt x="44713" y="51660"/>
                  <a:pt x="46198" y="50189"/>
                </a:cubicBezTo>
                <a:cubicBezTo>
                  <a:pt x="47669" y="48762"/>
                  <a:pt x="48980" y="47116"/>
                  <a:pt x="50000" y="45295"/>
                </a:cubicBezTo>
                <a:cubicBezTo>
                  <a:pt x="52388" y="41305"/>
                  <a:pt x="53131" y="37722"/>
                  <a:pt x="52228" y="34474"/>
                </a:cubicBezTo>
                <a:cubicBezTo>
                  <a:pt x="51310" y="31299"/>
                  <a:pt x="48747" y="28444"/>
                  <a:pt x="44538" y="25939"/>
                </a:cubicBezTo>
                <a:lnTo>
                  <a:pt x="41523" y="24177"/>
                </a:lnTo>
                <a:cubicBezTo>
                  <a:pt x="42950" y="26682"/>
                  <a:pt x="43635" y="29304"/>
                  <a:pt x="43577" y="31867"/>
                </a:cubicBezTo>
                <a:cubicBezTo>
                  <a:pt x="43460" y="34474"/>
                  <a:pt x="42615" y="37154"/>
                  <a:pt x="41013" y="39892"/>
                </a:cubicBezTo>
                <a:cubicBezTo>
                  <a:pt x="38348" y="44436"/>
                  <a:pt x="34416" y="47058"/>
                  <a:pt x="29347" y="47786"/>
                </a:cubicBezTo>
                <a:cubicBezTo>
                  <a:pt x="24235" y="48470"/>
                  <a:pt x="18832" y="47174"/>
                  <a:pt x="13137" y="43810"/>
                </a:cubicBezTo>
                <a:cubicBezTo>
                  <a:pt x="7399" y="40402"/>
                  <a:pt x="3641" y="36294"/>
                  <a:pt x="1821" y="31459"/>
                </a:cubicBezTo>
                <a:cubicBezTo>
                  <a:pt x="0" y="26624"/>
                  <a:pt x="451" y="21963"/>
                  <a:pt x="3131" y="17419"/>
                </a:cubicBezTo>
                <a:cubicBezTo>
                  <a:pt x="4719" y="14681"/>
                  <a:pt x="6656" y="12686"/>
                  <a:pt x="8928" y="11331"/>
                </a:cubicBezTo>
                <a:cubicBezTo>
                  <a:pt x="11142" y="10020"/>
                  <a:pt x="13705" y="9394"/>
                  <a:pt x="16662" y="9394"/>
                </a:cubicBezTo>
                <a:lnTo>
                  <a:pt x="11040" y="6088"/>
                </a:lnTo>
                <a:lnTo>
                  <a:pt x="14623" y="0"/>
                </a:lnTo>
                <a:lnTo>
                  <a:pt x="47043" y="19240"/>
                </a:lnTo>
                <a:close/>
                <a:moveTo>
                  <a:pt x="47043" y="192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78CFF-B603-4609-AE0B-A48F62A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07" y="977719"/>
            <a:ext cx="55024" cy="36527"/>
          </a:xfrm>
          <a:custGeom xmlns:a="http://schemas.openxmlformats.org/drawingml/2006/main">
            <a:pathLst>
              <a:path w="55024" h="36527">
                <a:moveTo>
                  <a:pt x="14390" y="14623"/>
                </a:moveTo>
                <a:lnTo>
                  <a:pt x="17987" y="8535"/>
                </a:lnTo>
                <a:lnTo>
                  <a:pt x="55024" y="30498"/>
                </a:lnTo>
                <a:lnTo>
                  <a:pt x="51383" y="36527"/>
                </a:lnTo>
                <a:lnTo>
                  <a:pt x="14390" y="14623"/>
                </a:lnTo>
                <a:close/>
                <a:moveTo>
                  <a:pt x="0" y="6088"/>
                </a:moveTo>
                <a:lnTo>
                  <a:pt x="3583" y="0"/>
                </a:lnTo>
                <a:lnTo>
                  <a:pt x="11273" y="4544"/>
                </a:lnTo>
                <a:lnTo>
                  <a:pt x="7690" y="10632"/>
                </a:lnTo>
                <a:lnTo>
                  <a:pt x="0" y="6088"/>
                </a:lnTo>
                <a:close/>
                <a:moveTo>
                  <a:pt x="0" y="60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6A897-0D57-4E69-B273-91C26CC5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479" y="947221"/>
            <a:ext cx="55359" cy="48470"/>
          </a:xfrm>
          <a:custGeom xmlns:a="http://schemas.openxmlformats.org/drawingml/2006/main">
            <a:pathLst>
              <a:path w="55359" h="48470">
                <a:moveTo>
                  <a:pt x="33061" y="4267"/>
                </a:moveTo>
                <a:lnTo>
                  <a:pt x="55359" y="17463"/>
                </a:lnTo>
                <a:lnTo>
                  <a:pt x="51776" y="23551"/>
                </a:lnTo>
                <a:lnTo>
                  <a:pt x="29653" y="10414"/>
                </a:lnTo>
                <a:cubicBezTo>
                  <a:pt x="26114" y="8360"/>
                  <a:pt x="23099" y="7515"/>
                  <a:pt x="20594" y="7850"/>
                </a:cubicBezTo>
                <a:cubicBezTo>
                  <a:pt x="18045" y="8200"/>
                  <a:pt x="15933" y="9729"/>
                  <a:pt x="14346" y="12409"/>
                </a:cubicBezTo>
                <a:cubicBezTo>
                  <a:pt x="12351" y="15700"/>
                  <a:pt x="11899" y="18948"/>
                  <a:pt x="12860" y="22080"/>
                </a:cubicBezTo>
                <a:cubicBezTo>
                  <a:pt x="13836" y="25211"/>
                  <a:pt x="16108" y="27818"/>
                  <a:pt x="19749" y="29988"/>
                </a:cubicBezTo>
                <a:lnTo>
                  <a:pt x="40620" y="42382"/>
                </a:lnTo>
                <a:lnTo>
                  <a:pt x="37037" y="48470"/>
                </a:lnTo>
                <a:lnTo>
                  <a:pt x="0" y="26565"/>
                </a:lnTo>
                <a:lnTo>
                  <a:pt x="3641" y="20434"/>
                </a:lnTo>
                <a:lnTo>
                  <a:pt x="9394" y="23842"/>
                </a:lnTo>
                <a:cubicBezTo>
                  <a:pt x="8025" y="21060"/>
                  <a:pt x="7399" y="18380"/>
                  <a:pt x="7457" y="15759"/>
                </a:cubicBezTo>
                <a:cubicBezTo>
                  <a:pt x="7515" y="13152"/>
                  <a:pt x="8316" y="10530"/>
                  <a:pt x="9846" y="7967"/>
                </a:cubicBezTo>
                <a:cubicBezTo>
                  <a:pt x="12351" y="3699"/>
                  <a:pt x="15598" y="1253"/>
                  <a:pt x="19516" y="626"/>
                </a:cubicBezTo>
                <a:cubicBezTo>
                  <a:pt x="23449" y="0"/>
                  <a:pt x="27935" y="1194"/>
                  <a:pt x="33061" y="4267"/>
                </a:cubicBezTo>
                <a:close/>
                <a:moveTo>
                  <a:pt x="33061" y="426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64475-1B2B-4F64-AFF9-742FD65E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153" y="939764"/>
            <a:ext cx="12525" cy="11957"/>
          </a:xfrm>
          <a:custGeom xmlns:a="http://schemas.openxmlformats.org/drawingml/2006/main">
            <a:pathLst>
              <a:path w="12525" h="11957">
                <a:moveTo>
                  <a:pt x="0" y="7005"/>
                </a:moveTo>
                <a:lnTo>
                  <a:pt x="4151" y="0"/>
                </a:lnTo>
                <a:lnTo>
                  <a:pt x="12525" y="5010"/>
                </a:lnTo>
                <a:lnTo>
                  <a:pt x="8418" y="11957"/>
                </a:lnTo>
                <a:lnTo>
                  <a:pt x="0" y="7005"/>
                </a:lnTo>
                <a:close/>
                <a:moveTo>
                  <a:pt x="0" y="70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5BAAA-B952-4210-8489-01BD5761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234" y="872986"/>
            <a:ext cx="59962" cy="58534"/>
          </a:xfrm>
          <a:custGeom xmlns:a="http://schemas.openxmlformats.org/drawingml/2006/main">
            <a:pathLst>
              <a:path w="59962" h="58534">
                <a:moveTo>
                  <a:pt x="15540" y="0"/>
                </a:moveTo>
                <a:lnTo>
                  <a:pt x="22021" y="3860"/>
                </a:lnTo>
                <a:cubicBezTo>
                  <a:pt x="19342" y="5680"/>
                  <a:pt x="17011" y="7501"/>
                  <a:pt x="15074" y="9379"/>
                </a:cubicBezTo>
                <a:cubicBezTo>
                  <a:pt x="13152" y="11317"/>
                  <a:pt x="11550" y="13312"/>
                  <a:pt x="10297" y="15409"/>
                </a:cubicBezTo>
                <a:cubicBezTo>
                  <a:pt x="8200" y="18992"/>
                  <a:pt x="7224" y="22240"/>
                  <a:pt x="7457" y="25022"/>
                </a:cubicBezTo>
                <a:cubicBezTo>
                  <a:pt x="7690" y="27876"/>
                  <a:pt x="9103" y="30032"/>
                  <a:pt x="11724" y="31576"/>
                </a:cubicBezTo>
                <a:cubicBezTo>
                  <a:pt x="13880" y="32872"/>
                  <a:pt x="15933" y="33163"/>
                  <a:pt x="17812" y="32537"/>
                </a:cubicBezTo>
                <a:cubicBezTo>
                  <a:pt x="19691" y="31852"/>
                  <a:pt x="22080" y="29915"/>
                  <a:pt x="24920" y="26682"/>
                </a:cubicBezTo>
                <a:lnTo>
                  <a:pt x="28168" y="23143"/>
                </a:lnTo>
                <a:cubicBezTo>
                  <a:pt x="32042" y="18715"/>
                  <a:pt x="35901" y="16035"/>
                  <a:pt x="39659" y="15074"/>
                </a:cubicBezTo>
                <a:cubicBezTo>
                  <a:pt x="43475" y="14157"/>
                  <a:pt x="47393" y="14841"/>
                  <a:pt x="51383" y="17230"/>
                </a:cubicBezTo>
                <a:cubicBezTo>
                  <a:pt x="56160" y="20070"/>
                  <a:pt x="58826" y="23827"/>
                  <a:pt x="59394" y="28503"/>
                </a:cubicBezTo>
                <a:cubicBezTo>
                  <a:pt x="59962" y="33163"/>
                  <a:pt x="58432" y="38567"/>
                  <a:pt x="54733" y="44771"/>
                </a:cubicBezTo>
                <a:cubicBezTo>
                  <a:pt x="53364" y="47101"/>
                  <a:pt x="51660" y="49432"/>
                  <a:pt x="49563" y="51704"/>
                </a:cubicBezTo>
                <a:cubicBezTo>
                  <a:pt x="47451" y="54048"/>
                  <a:pt x="45062" y="56321"/>
                  <a:pt x="42382" y="58534"/>
                </a:cubicBezTo>
                <a:lnTo>
                  <a:pt x="35508" y="54442"/>
                </a:lnTo>
                <a:cubicBezTo>
                  <a:pt x="38639" y="52621"/>
                  <a:pt x="41305" y="50684"/>
                  <a:pt x="43635" y="48529"/>
                </a:cubicBezTo>
                <a:cubicBezTo>
                  <a:pt x="45980" y="46358"/>
                  <a:pt x="47844" y="44028"/>
                  <a:pt x="49330" y="41523"/>
                </a:cubicBezTo>
                <a:cubicBezTo>
                  <a:pt x="51602" y="37707"/>
                  <a:pt x="52577" y="34357"/>
                  <a:pt x="52344" y="31401"/>
                </a:cubicBezTo>
                <a:cubicBezTo>
                  <a:pt x="52068" y="28444"/>
                  <a:pt x="50524" y="26114"/>
                  <a:pt x="47742" y="24454"/>
                </a:cubicBezTo>
                <a:cubicBezTo>
                  <a:pt x="45354" y="23041"/>
                  <a:pt x="43009" y="22691"/>
                  <a:pt x="40737" y="23318"/>
                </a:cubicBezTo>
                <a:cubicBezTo>
                  <a:pt x="38523" y="24002"/>
                  <a:pt x="36018" y="25881"/>
                  <a:pt x="33338" y="28837"/>
                </a:cubicBezTo>
                <a:lnTo>
                  <a:pt x="30163" y="32420"/>
                </a:lnTo>
                <a:cubicBezTo>
                  <a:pt x="26172" y="36804"/>
                  <a:pt x="22531" y="39528"/>
                  <a:pt x="19065" y="40504"/>
                </a:cubicBezTo>
                <a:cubicBezTo>
                  <a:pt x="15657" y="41465"/>
                  <a:pt x="12059" y="40839"/>
                  <a:pt x="8258" y="38567"/>
                </a:cubicBezTo>
                <a:cubicBezTo>
                  <a:pt x="3932" y="36003"/>
                  <a:pt x="1369" y="32420"/>
                  <a:pt x="685" y="27876"/>
                </a:cubicBezTo>
                <a:cubicBezTo>
                  <a:pt x="0" y="23318"/>
                  <a:pt x="1253" y="18307"/>
                  <a:pt x="4442" y="12962"/>
                </a:cubicBezTo>
                <a:cubicBezTo>
                  <a:pt x="5811" y="10632"/>
                  <a:pt x="7457" y="8418"/>
                  <a:pt x="9278" y="6248"/>
                </a:cubicBezTo>
                <a:cubicBezTo>
                  <a:pt x="11098" y="4093"/>
                  <a:pt x="13210" y="1981"/>
                  <a:pt x="15540" y="0"/>
                </a:cubicBezTo>
                <a:close/>
                <a:moveTo>
                  <a:pt x="1554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0CF74-2278-4C98-BDB4-F2008DDE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096" y="816943"/>
            <a:ext cx="69006" cy="71395"/>
          </a:xfrm>
          <a:custGeom xmlns:a="http://schemas.openxmlformats.org/drawingml/2006/main">
            <a:pathLst>
              <a:path w="69006" h="71395">
                <a:moveTo>
                  <a:pt x="24337" y="24628"/>
                </a:moveTo>
                <a:cubicBezTo>
                  <a:pt x="22458" y="21497"/>
                  <a:pt x="21555" y="18482"/>
                  <a:pt x="21497" y="15642"/>
                </a:cubicBezTo>
                <a:cubicBezTo>
                  <a:pt x="21439" y="12744"/>
                  <a:pt x="22298" y="9846"/>
                  <a:pt x="24002" y="6991"/>
                </a:cubicBezTo>
                <a:cubicBezTo>
                  <a:pt x="26274" y="3131"/>
                  <a:pt x="29347" y="961"/>
                  <a:pt x="33338" y="451"/>
                </a:cubicBezTo>
                <a:cubicBezTo>
                  <a:pt x="37256" y="0"/>
                  <a:pt x="41698" y="1194"/>
                  <a:pt x="46708" y="4151"/>
                </a:cubicBezTo>
                <a:lnTo>
                  <a:pt x="69006" y="17404"/>
                </a:lnTo>
                <a:lnTo>
                  <a:pt x="65423" y="23492"/>
                </a:lnTo>
                <a:lnTo>
                  <a:pt x="43227" y="10414"/>
                </a:lnTo>
                <a:cubicBezTo>
                  <a:pt x="39703" y="8302"/>
                  <a:pt x="36688" y="7340"/>
                  <a:pt x="34241" y="7617"/>
                </a:cubicBezTo>
                <a:cubicBezTo>
                  <a:pt x="31794" y="7850"/>
                  <a:pt x="29799" y="9278"/>
                  <a:pt x="28269" y="11826"/>
                </a:cubicBezTo>
                <a:cubicBezTo>
                  <a:pt x="26391" y="14958"/>
                  <a:pt x="25997" y="18089"/>
                  <a:pt x="26959" y="21162"/>
                </a:cubicBezTo>
                <a:cubicBezTo>
                  <a:pt x="27978" y="24235"/>
                  <a:pt x="30323" y="26798"/>
                  <a:pt x="33906" y="28954"/>
                </a:cubicBezTo>
                <a:lnTo>
                  <a:pt x="54835" y="41363"/>
                </a:lnTo>
                <a:lnTo>
                  <a:pt x="51194" y="47451"/>
                </a:lnTo>
                <a:lnTo>
                  <a:pt x="29071" y="34357"/>
                </a:lnTo>
                <a:cubicBezTo>
                  <a:pt x="25488" y="32260"/>
                  <a:pt x="22458" y="31284"/>
                  <a:pt x="20026" y="31517"/>
                </a:cubicBezTo>
                <a:cubicBezTo>
                  <a:pt x="17579" y="31794"/>
                  <a:pt x="15584" y="33221"/>
                  <a:pt x="14040" y="35843"/>
                </a:cubicBezTo>
                <a:cubicBezTo>
                  <a:pt x="12161" y="38974"/>
                  <a:pt x="11768" y="42047"/>
                  <a:pt x="12788" y="45120"/>
                </a:cubicBezTo>
                <a:cubicBezTo>
                  <a:pt x="13822" y="48194"/>
                  <a:pt x="16094" y="50801"/>
                  <a:pt x="19735" y="52912"/>
                </a:cubicBezTo>
                <a:lnTo>
                  <a:pt x="40620" y="65307"/>
                </a:lnTo>
                <a:lnTo>
                  <a:pt x="37023" y="71395"/>
                </a:lnTo>
                <a:lnTo>
                  <a:pt x="0" y="49490"/>
                </a:lnTo>
                <a:lnTo>
                  <a:pt x="3641" y="43402"/>
                </a:lnTo>
                <a:lnTo>
                  <a:pt x="9379" y="46766"/>
                </a:lnTo>
                <a:cubicBezTo>
                  <a:pt x="7894" y="44028"/>
                  <a:pt x="7224" y="41421"/>
                  <a:pt x="7326" y="38800"/>
                </a:cubicBezTo>
                <a:cubicBezTo>
                  <a:pt x="7384" y="36236"/>
                  <a:pt x="8185" y="33629"/>
                  <a:pt x="9773" y="30949"/>
                </a:cubicBezTo>
                <a:cubicBezTo>
                  <a:pt x="11375" y="28269"/>
                  <a:pt x="13414" y="26391"/>
                  <a:pt x="15919" y="25313"/>
                </a:cubicBezTo>
                <a:cubicBezTo>
                  <a:pt x="18366" y="24235"/>
                  <a:pt x="21162" y="24002"/>
                  <a:pt x="24337" y="24628"/>
                </a:cubicBezTo>
                <a:close/>
                <a:moveTo>
                  <a:pt x="24337" y="2462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00DBD-1C17-4195-BFEB-983C12A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226" y="776264"/>
            <a:ext cx="52228" cy="44552"/>
          </a:xfrm>
          <a:custGeom xmlns:a="http://schemas.openxmlformats.org/drawingml/2006/main">
            <a:pathLst>
              <a:path w="52228" h="44552">
                <a:moveTo>
                  <a:pt x="26449" y="18089"/>
                </a:moveTo>
                <a:cubicBezTo>
                  <a:pt x="23551" y="23041"/>
                  <a:pt x="22065" y="26740"/>
                  <a:pt x="22065" y="29304"/>
                </a:cubicBezTo>
                <a:cubicBezTo>
                  <a:pt x="22065" y="31852"/>
                  <a:pt x="23434" y="33964"/>
                  <a:pt x="26114" y="35552"/>
                </a:cubicBezTo>
                <a:cubicBezTo>
                  <a:pt x="28269" y="36862"/>
                  <a:pt x="30440" y="37154"/>
                  <a:pt x="32537" y="36469"/>
                </a:cubicBezTo>
                <a:cubicBezTo>
                  <a:pt x="34649" y="35785"/>
                  <a:pt x="36411" y="34255"/>
                  <a:pt x="37882" y="31809"/>
                </a:cubicBezTo>
                <a:cubicBezTo>
                  <a:pt x="39877" y="28444"/>
                  <a:pt x="40271" y="25036"/>
                  <a:pt x="39076" y="21555"/>
                </a:cubicBezTo>
                <a:cubicBezTo>
                  <a:pt x="37882" y="18089"/>
                  <a:pt x="35333" y="15191"/>
                  <a:pt x="31401" y="12860"/>
                </a:cubicBezTo>
                <a:lnTo>
                  <a:pt x="30032" y="12059"/>
                </a:lnTo>
                <a:lnTo>
                  <a:pt x="26449" y="18089"/>
                </a:lnTo>
                <a:close/>
                <a:moveTo>
                  <a:pt x="31110" y="4500"/>
                </a:moveTo>
                <a:lnTo>
                  <a:pt x="52228" y="17011"/>
                </a:lnTo>
                <a:lnTo>
                  <a:pt x="48645" y="23099"/>
                </a:lnTo>
                <a:lnTo>
                  <a:pt x="43009" y="19735"/>
                </a:lnTo>
                <a:cubicBezTo>
                  <a:pt x="44436" y="22473"/>
                  <a:pt x="45062" y="25196"/>
                  <a:pt x="44887" y="27876"/>
                </a:cubicBezTo>
                <a:cubicBezTo>
                  <a:pt x="44713" y="30614"/>
                  <a:pt x="43751" y="33454"/>
                  <a:pt x="41989" y="36469"/>
                </a:cubicBezTo>
                <a:cubicBezTo>
                  <a:pt x="39761" y="40227"/>
                  <a:pt x="36921" y="42615"/>
                  <a:pt x="33454" y="43577"/>
                </a:cubicBezTo>
                <a:cubicBezTo>
                  <a:pt x="29974" y="44552"/>
                  <a:pt x="26507" y="43970"/>
                  <a:pt x="22924" y="41873"/>
                </a:cubicBezTo>
                <a:cubicBezTo>
                  <a:pt x="18774" y="39426"/>
                  <a:pt x="16443" y="36178"/>
                  <a:pt x="15977" y="32144"/>
                </a:cubicBezTo>
                <a:cubicBezTo>
                  <a:pt x="15526" y="28109"/>
                  <a:pt x="16953" y="23332"/>
                  <a:pt x="20186" y="17812"/>
                </a:cubicBezTo>
                <a:lnTo>
                  <a:pt x="25255" y="9278"/>
                </a:lnTo>
                <a:lnTo>
                  <a:pt x="24687" y="8870"/>
                </a:lnTo>
                <a:cubicBezTo>
                  <a:pt x="21847" y="7224"/>
                  <a:pt x="19167" y="6889"/>
                  <a:pt x="16545" y="7792"/>
                </a:cubicBezTo>
                <a:cubicBezTo>
                  <a:pt x="13938" y="8768"/>
                  <a:pt x="11608" y="10865"/>
                  <a:pt x="9671" y="14171"/>
                </a:cubicBezTo>
                <a:cubicBezTo>
                  <a:pt x="8418" y="16327"/>
                  <a:pt x="7442" y="18540"/>
                  <a:pt x="6772" y="20827"/>
                </a:cubicBezTo>
                <a:cubicBezTo>
                  <a:pt x="6088" y="23157"/>
                  <a:pt x="5680" y="25488"/>
                  <a:pt x="5622" y="27935"/>
                </a:cubicBezTo>
                <a:lnTo>
                  <a:pt x="0" y="24628"/>
                </a:lnTo>
                <a:cubicBezTo>
                  <a:pt x="451" y="21905"/>
                  <a:pt x="1078" y="19342"/>
                  <a:pt x="1879" y="17011"/>
                </a:cubicBezTo>
                <a:cubicBezTo>
                  <a:pt x="2724" y="14681"/>
                  <a:pt x="3699" y="12511"/>
                  <a:pt x="4894" y="10530"/>
                </a:cubicBezTo>
                <a:cubicBezTo>
                  <a:pt x="8025" y="5170"/>
                  <a:pt x="11826" y="1995"/>
                  <a:pt x="16152" y="961"/>
                </a:cubicBezTo>
                <a:cubicBezTo>
                  <a:pt x="20478" y="0"/>
                  <a:pt x="25488" y="1136"/>
                  <a:pt x="31110" y="4500"/>
                </a:cubicBezTo>
                <a:close/>
                <a:moveTo>
                  <a:pt x="31110" y="450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9207B-3601-4CCF-9B7B-F0DAD57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469" y="744237"/>
            <a:ext cx="55024" cy="36527"/>
          </a:xfrm>
          <a:custGeom xmlns:a="http://schemas.openxmlformats.org/drawingml/2006/main">
            <a:pathLst>
              <a:path w="55024" h="36527">
                <a:moveTo>
                  <a:pt x="0" y="6030"/>
                </a:moveTo>
                <a:lnTo>
                  <a:pt x="3583" y="0"/>
                </a:lnTo>
                <a:lnTo>
                  <a:pt x="55024" y="30440"/>
                </a:lnTo>
                <a:lnTo>
                  <a:pt x="51383" y="36527"/>
                </a:lnTo>
                <a:lnTo>
                  <a:pt x="0" y="6030"/>
                </a:lnTo>
                <a:close/>
                <a:moveTo>
                  <a:pt x="0" y="603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2D300-4FEF-4A3A-A04A-F28F13AD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5567" y="725405"/>
            <a:ext cx="55010" cy="36571"/>
          </a:xfrm>
          <a:custGeom xmlns:a="http://schemas.openxmlformats.org/drawingml/2006/main">
            <a:pathLst>
              <a:path w="55010" h="36571">
                <a:moveTo>
                  <a:pt x="0" y="6088"/>
                </a:moveTo>
                <a:lnTo>
                  <a:pt x="3641" y="0"/>
                </a:lnTo>
                <a:lnTo>
                  <a:pt x="55010" y="30498"/>
                </a:lnTo>
                <a:lnTo>
                  <a:pt x="51427" y="36571"/>
                </a:lnTo>
                <a:lnTo>
                  <a:pt x="0" y="6088"/>
                </a:lnTo>
                <a:close/>
                <a:moveTo>
                  <a:pt x="0" y="60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4295B-F648-47D3-A70C-1D63C381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112" y="2037613"/>
            <a:ext cx="64870" cy="56728"/>
          </a:xfrm>
          <a:custGeom xmlns:a="http://schemas.openxmlformats.org/drawingml/2006/main">
            <a:pathLst>
              <a:path w="64870" h="56728">
                <a:moveTo>
                  <a:pt x="8826" y="7850"/>
                </a:moveTo>
                <a:lnTo>
                  <a:pt x="27206" y="32100"/>
                </a:lnTo>
                <a:lnTo>
                  <a:pt x="38523" y="14346"/>
                </a:lnTo>
                <a:lnTo>
                  <a:pt x="8826" y="7850"/>
                </a:lnTo>
                <a:close/>
                <a:moveTo>
                  <a:pt x="0" y="7399"/>
                </a:moveTo>
                <a:lnTo>
                  <a:pt x="4792" y="0"/>
                </a:lnTo>
                <a:lnTo>
                  <a:pt x="64870" y="12467"/>
                </a:lnTo>
                <a:lnTo>
                  <a:pt x="60486" y="19298"/>
                </a:lnTo>
                <a:lnTo>
                  <a:pt x="45295" y="15759"/>
                </a:lnTo>
                <a:lnTo>
                  <a:pt x="31357" y="37562"/>
                </a:lnTo>
                <a:lnTo>
                  <a:pt x="40970" y="49839"/>
                </a:lnTo>
                <a:lnTo>
                  <a:pt x="36527" y="56728"/>
                </a:lnTo>
                <a:lnTo>
                  <a:pt x="0" y="7399"/>
                </a:lnTo>
                <a:close/>
                <a:moveTo>
                  <a:pt x="0" y="739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94B23-2AA7-42BD-929A-366CE35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82" y="1994328"/>
            <a:ext cx="53888" cy="58025"/>
          </a:xfrm>
          <a:custGeom xmlns:a="http://schemas.openxmlformats.org/drawingml/2006/main">
            <a:pathLst>
              <a:path w="53888" h="58025">
                <a:moveTo>
                  <a:pt x="34649" y="39761"/>
                </a:moveTo>
                <a:lnTo>
                  <a:pt x="53888" y="52053"/>
                </a:lnTo>
                <a:lnTo>
                  <a:pt x="50072" y="58025"/>
                </a:lnTo>
                <a:lnTo>
                  <a:pt x="0" y="26056"/>
                </a:lnTo>
                <a:lnTo>
                  <a:pt x="3874" y="20084"/>
                </a:lnTo>
                <a:lnTo>
                  <a:pt x="9336" y="23551"/>
                </a:lnTo>
                <a:cubicBezTo>
                  <a:pt x="8025" y="20929"/>
                  <a:pt x="7399" y="18322"/>
                  <a:pt x="7573" y="15759"/>
                </a:cubicBezTo>
                <a:cubicBezTo>
                  <a:pt x="7748" y="13195"/>
                  <a:pt x="8710" y="10574"/>
                  <a:pt x="10414" y="7908"/>
                </a:cubicBezTo>
                <a:cubicBezTo>
                  <a:pt x="13210" y="3525"/>
                  <a:pt x="17244" y="1078"/>
                  <a:pt x="22473" y="510"/>
                </a:cubicBezTo>
                <a:cubicBezTo>
                  <a:pt x="27774" y="0"/>
                  <a:pt x="33236" y="1588"/>
                  <a:pt x="38916" y="5229"/>
                </a:cubicBezTo>
                <a:cubicBezTo>
                  <a:pt x="44611" y="8870"/>
                  <a:pt x="48310" y="13195"/>
                  <a:pt x="50072" y="18147"/>
                </a:cubicBezTo>
                <a:cubicBezTo>
                  <a:pt x="51776" y="23157"/>
                  <a:pt x="51267" y="27818"/>
                  <a:pt x="48427" y="32260"/>
                </a:cubicBezTo>
                <a:cubicBezTo>
                  <a:pt x="46766" y="34867"/>
                  <a:pt x="44786" y="36862"/>
                  <a:pt x="42499" y="38057"/>
                </a:cubicBezTo>
                <a:cubicBezTo>
                  <a:pt x="40227" y="39309"/>
                  <a:pt x="37605" y="39877"/>
                  <a:pt x="34649" y="39761"/>
                </a:cubicBezTo>
                <a:close/>
                <a:moveTo>
                  <a:pt x="34940" y="11375"/>
                </a:moveTo>
                <a:cubicBezTo>
                  <a:pt x="30556" y="8593"/>
                  <a:pt x="26580" y="7282"/>
                  <a:pt x="22939" y="7501"/>
                </a:cubicBezTo>
                <a:cubicBezTo>
                  <a:pt x="19298" y="7734"/>
                  <a:pt x="16443" y="9379"/>
                  <a:pt x="14462" y="12569"/>
                </a:cubicBezTo>
                <a:cubicBezTo>
                  <a:pt x="12409" y="15700"/>
                  <a:pt x="12074" y="18992"/>
                  <a:pt x="13428" y="22356"/>
                </a:cubicBezTo>
                <a:cubicBezTo>
                  <a:pt x="14797" y="25764"/>
                  <a:pt x="17637" y="28837"/>
                  <a:pt x="22021" y="31692"/>
                </a:cubicBezTo>
                <a:cubicBezTo>
                  <a:pt x="26405" y="34474"/>
                  <a:pt x="30381" y="35726"/>
                  <a:pt x="34022" y="35552"/>
                </a:cubicBezTo>
                <a:cubicBezTo>
                  <a:pt x="37664" y="35333"/>
                  <a:pt x="40518" y="33673"/>
                  <a:pt x="42499" y="30483"/>
                </a:cubicBezTo>
                <a:cubicBezTo>
                  <a:pt x="44552" y="27366"/>
                  <a:pt x="44887" y="24060"/>
                  <a:pt x="43533" y="20711"/>
                </a:cubicBezTo>
                <a:cubicBezTo>
                  <a:pt x="42222" y="17288"/>
                  <a:pt x="39324" y="14215"/>
                  <a:pt x="34940" y="11375"/>
                </a:cubicBezTo>
                <a:close/>
                <a:moveTo>
                  <a:pt x="34940" y="113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F0598-77E0-497F-9803-CE17C788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797" y="1952281"/>
            <a:ext cx="53874" cy="58025"/>
          </a:xfrm>
          <a:custGeom xmlns:a="http://schemas.openxmlformats.org/drawingml/2006/main">
            <a:pathLst>
              <a:path w="53874" h="58025">
                <a:moveTo>
                  <a:pt x="34649" y="39717"/>
                </a:moveTo>
                <a:lnTo>
                  <a:pt x="53874" y="51995"/>
                </a:lnTo>
                <a:lnTo>
                  <a:pt x="50014" y="58025"/>
                </a:lnTo>
                <a:lnTo>
                  <a:pt x="0" y="25997"/>
                </a:lnTo>
                <a:lnTo>
                  <a:pt x="3816" y="20026"/>
                </a:lnTo>
                <a:lnTo>
                  <a:pt x="9336" y="23551"/>
                </a:lnTo>
                <a:cubicBezTo>
                  <a:pt x="7967" y="20944"/>
                  <a:pt x="7399" y="18322"/>
                  <a:pt x="7573" y="15759"/>
                </a:cubicBezTo>
                <a:cubicBezTo>
                  <a:pt x="7734" y="13137"/>
                  <a:pt x="8651" y="10530"/>
                  <a:pt x="10355" y="7908"/>
                </a:cubicBezTo>
                <a:cubicBezTo>
                  <a:pt x="13195" y="3466"/>
                  <a:pt x="17244" y="1020"/>
                  <a:pt x="22473" y="510"/>
                </a:cubicBezTo>
                <a:cubicBezTo>
                  <a:pt x="27701" y="0"/>
                  <a:pt x="33163" y="1544"/>
                  <a:pt x="38916" y="5185"/>
                </a:cubicBezTo>
                <a:cubicBezTo>
                  <a:pt x="44611" y="8826"/>
                  <a:pt x="48296" y="13137"/>
                  <a:pt x="50072" y="18147"/>
                </a:cubicBezTo>
                <a:cubicBezTo>
                  <a:pt x="51776" y="23157"/>
                  <a:pt x="51267" y="27818"/>
                  <a:pt x="48412" y="32202"/>
                </a:cubicBezTo>
                <a:cubicBezTo>
                  <a:pt x="46708" y="34882"/>
                  <a:pt x="44713" y="36804"/>
                  <a:pt x="42441" y="38057"/>
                </a:cubicBezTo>
                <a:cubicBezTo>
                  <a:pt x="40227" y="39309"/>
                  <a:pt x="37605" y="39877"/>
                  <a:pt x="34649" y="39717"/>
                </a:cubicBezTo>
                <a:close/>
                <a:moveTo>
                  <a:pt x="34940" y="11375"/>
                </a:moveTo>
                <a:cubicBezTo>
                  <a:pt x="30556" y="8593"/>
                  <a:pt x="26565" y="7282"/>
                  <a:pt x="22924" y="7515"/>
                </a:cubicBezTo>
                <a:cubicBezTo>
                  <a:pt x="19283" y="7675"/>
                  <a:pt x="16443" y="9394"/>
                  <a:pt x="14448" y="12511"/>
                </a:cubicBezTo>
                <a:cubicBezTo>
                  <a:pt x="12409" y="15700"/>
                  <a:pt x="12059" y="18948"/>
                  <a:pt x="13428" y="22356"/>
                </a:cubicBezTo>
                <a:cubicBezTo>
                  <a:pt x="14739" y="25779"/>
                  <a:pt x="17579" y="28837"/>
                  <a:pt x="21963" y="31634"/>
                </a:cubicBezTo>
                <a:cubicBezTo>
                  <a:pt x="26347" y="34416"/>
                  <a:pt x="30381" y="35726"/>
                  <a:pt x="34022" y="35552"/>
                </a:cubicBezTo>
                <a:cubicBezTo>
                  <a:pt x="37664" y="35333"/>
                  <a:pt x="40504" y="33629"/>
                  <a:pt x="42499" y="30498"/>
                </a:cubicBezTo>
                <a:cubicBezTo>
                  <a:pt x="44494" y="27366"/>
                  <a:pt x="44829" y="24060"/>
                  <a:pt x="43518" y="20652"/>
                </a:cubicBezTo>
                <a:cubicBezTo>
                  <a:pt x="42164" y="17302"/>
                  <a:pt x="39309" y="14171"/>
                  <a:pt x="34940" y="11375"/>
                </a:cubicBezTo>
                <a:close/>
                <a:moveTo>
                  <a:pt x="34940" y="113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ABE41-0D36-4A4F-A091-42945934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716" y="1921055"/>
            <a:ext cx="54165" cy="38115"/>
          </a:xfrm>
          <a:custGeom xmlns:a="http://schemas.openxmlformats.org/drawingml/2006/main">
            <a:pathLst>
              <a:path w="54165" h="38115">
                <a:moveTo>
                  <a:pt x="0" y="5971"/>
                </a:moveTo>
                <a:lnTo>
                  <a:pt x="3816" y="0"/>
                </a:lnTo>
                <a:lnTo>
                  <a:pt x="54165" y="32187"/>
                </a:lnTo>
                <a:lnTo>
                  <a:pt x="50349" y="38115"/>
                </a:lnTo>
                <a:lnTo>
                  <a:pt x="0" y="5971"/>
                </a:lnTo>
                <a:close/>
                <a:moveTo>
                  <a:pt x="0" y="59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682D3-3BF6-4082-B79B-C6F37992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980" y="1892494"/>
            <a:ext cx="48980" cy="44421"/>
          </a:xfrm>
          <a:custGeom xmlns:a="http://schemas.openxmlformats.org/drawingml/2006/main">
            <a:pathLst>
              <a:path w="48980" h="44421">
                <a:moveTo>
                  <a:pt x="32085" y="4777"/>
                </a:moveTo>
                <a:lnTo>
                  <a:pt x="34984" y="6598"/>
                </a:lnTo>
                <a:lnTo>
                  <a:pt x="17463" y="33964"/>
                </a:lnTo>
                <a:cubicBezTo>
                  <a:pt x="21730" y="36353"/>
                  <a:pt x="25662" y="37081"/>
                  <a:pt x="29245" y="36294"/>
                </a:cubicBezTo>
                <a:cubicBezTo>
                  <a:pt x="32770" y="35435"/>
                  <a:pt x="35843" y="33047"/>
                  <a:pt x="38348" y="29071"/>
                </a:cubicBezTo>
                <a:cubicBezTo>
                  <a:pt x="39819" y="26784"/>
                  <a:pt x="40955" y="24395"/>
                  <a:pt x="41756" y="21890"/>
                </a:cubicBezTo>
                <a:cubicBezTo>
                  <a:pt x="42557" y="19400"/>
                  <a:pt x="43125" y="16720"/>
                  <a:pt x="43344" y="13880"/>
                </a:cubicBezTo>
                <a:lnTo>
                  <a:pt x="48980" y="17521"/>
                </a:lnTo>
                <a:cubicBezTo>
                  <a:pt x="48470" y="20186"/>
                  <a:pt x="47786" y="22866"/>
                  <a:pt x="46825" y="25371"/>
                </a:cubicBezTo>
                <a:cubicBezTo>
                  <a:pt x="45849" y="27935"/>
                  <a:pt x="44654" y="30367"/>
                  <a:pt x="43183" y="32653"/>
                </a:cubicBezTo>
                <a:cubicBezTo>
                  <a:pt x="39484" y="38450"/>
                  <a:pt x="34867" y="41975"/>
                  <a:pt x="29362" y="43169"/>
                </a:cubicBezTo>
                <a:cubicBezTo>
                  <a:pt x="23842" y="44421"/>
                  <a:pt x="18205" y="43169"/>
                  <a:pt x="12453" y="39528"/>
                </a:cubicBezTo>
                <a:cubicBezTo>
                  <a:pt x="6539" y="35726"/>
                  <a:pt x="2840" y="31110"/>
                  <a:pt x="1427" y="25706"/>
                </a:cubicBezTo>
                <a:cubicBezTo>
                  <a:pt x="0" y="20245"/>
                  <a:pt x="961" y="14841"/>
                  <a:pt x="4486" y="9379"/>
                </a:cubicBezTo>
                <a:cubicBezTo>
                  <a:pt x="7559" y="4486"/>
                  <a:pt x="11608" y="1646"/>
                  <a:pt x="16560" y="845"/>
                </a:cubicBezTo>
                <a:cubicBezTo>
                  <a:pt x="21497" y="0"/>
                  <a:pt x="26682" y="1296"/>
                  <a:pt x="32085" y="4777"/>
                </a:cubicBezTo>
                <a:close/>
                <a:moveTo>
                  <a:pt x="26507" y="9612"/>
                </a:moveTo>
                <a:cubicBezTo>
                  <a:pt x="23274" y="7559"/>
                  <a:pt x="20084" y="6816"/>
                  <a:pt x="17011" y="7326"/>
                </a:cubicBezTo>
                <a:cubicBezTo>
                  <a:pt x="13880" y="7908"/>
                  <a:pt x="11433" y="9612"/>
                  <a:pt x="9554" y="12569"/>
                </a:cubicBezTo>
                <a:cubicBezTo>
                  <a:pt x="7457" y="15861"/>
                  <a:pt x="6656" y="19108"/>
                  <a:pt x="7282" y="22298"/>
                </a:cubicBezTo>
                <a:cubicBezTo>
                  <a:pt x="7850" y="25531"/>
                  <a:pt x="9787" y="28328"/>
                  <a:pt x="12977" y="30833"/>
                </a:cubicBezTo>
                <a:lnTo>
                  <a:pt x="26507" y="9612"/>
                </a:lnTo>
                <a:close/>
                <a:moveTo>
                  <a:pt x="26507" y="96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0A01D-1091-4BCD-9169-54D74468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768" y="1824667"/>
            <a:ext cx="76580" cy="75109"/>
          </a:xfrm>
          <a:custGeom xmlns:a="http://schemas.openxmlformats.org/drawingml/2006/main">
            <a:pathLst>
              <a:path w="76580" h="75109">
                <a:moveTo>
                  <a:pt x="0" y="44203"/>
                </a:moveTo>
                <a:lnTo>
                  <a:pt x="6248" y="34488"/>
                </a:lnTo>
                <a:lnTo>
                  <a:pt x="46985" y="43125"/>
                </a:lnTo>
                <a:lnTo>
                  <a:pt x="22021" y="9729"/>
                </a:lnTo>
                <a:lnTo>
                  <a:pt x="28269" y="0"/>
                </a:lnTo>
                <a:lnTo>
                  <a:pt x="76580" y="30891"/>
                </a:lnTo>
                <a:lnTo>
                  <a:pt x="72472" y="37270"/>
                </a:lnTo>
                <a:lnTo>
                  <a:pt x="30090" y="10137"/>
                </a:lnTo>
                <a:lnTo>
                  <a:pt x="55243" y="43751"/>
                </a:lnTo>
                <a:lnTo>
                  <a:pt x="51034" y="50349"/>
                </a:lnTo>
                <a:lnTo>
                  <a:pt x="9947" y="41596"/>
                </a:lnTo>
                <a:lnTo>
                  <a:pt x="52388" y="68729"/>
                </a:lnTo>
                <a:lnTo>
                  <a:pt x="48296" y="75109"/>
                </a:lnTo>
                <a:lnTo>
                  <a:pt x="0" y="44203"/>
                </a:lnTo>
                <a:close/>
                <a:moveTo>
                  <a:pt x="0" y="442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B07CF-D2E2-43D5-AF5D-515B905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564" y="1794577"/>
            <a:ext cx="48980" cy="44378"/>
          </a:xfrm>
          <a:custGeom xmlns:a="http://schemas.openxmlformats.org/drawingml/2006/main">
            <a:pathLst>
              <a:path w="48980" h="44378">
                <a:moveTo>
                  <a:pt x="32144" y="4719"/>
                </a:moveTo>
                <a:lnTo>
                  <a:pt x="35042" y="6598"/>
                </a:lnTo>
                <a:lnTo>
                  <a:pt x="17521" y="33964"/>
                </a:lnTo>
                <a:cubicBezTo>
                  <a:pt x="21788" y="36294"/>
                  <a:pt x="25706" y="37096"/>
                  <a:pt x="29245" y="36236"/>
                </a:cubicBezTo>
                <a:cubicBezTo>
                  <a:pt x="32828" y="35391"/>
                  <a:pt x="35843" y="33003"/>
                  <a:pt x="38406" y="29071"/>
                </a:cubicBezTo>
                <a:cubicBezTo>
                  <a:pt x="39819" y="26798"/>
                  <a:pt x="40955" y="24410"/>
                  <a:pt x="41814" y="21905"/>
                </a:cubicBezTo>
                <a:cubicBezTo>
                  <a:pt x="42615" y="19400"/>
                  <a:pt x="43125" y="16720"/>
                  <a:pt x="43344" y="13880"/>
                </a:cubicBezTo>
                <a:lnTo>
                  <a:pt x="48980" y="17463"/>
                </a:lnTo>
                <a:cubicBezTo>
                  <a:pt x="48529" y="20201"/>
                  <a:pt x="47844" y="22808"/>
                  <a:pt x="46883" y="25371"/>
                </a:cubicBezTo>
                <a:cubicBezTo>
                  <a:pt x="45907" y="27935"/>
                  <a:pt x="44713" y="30323"/>
                  <a:pt x="43242" y="32653"/>
                </a:cubicBezTo>
                <a:cubicBezTo>
                  <a:pt x="39542" y="38465"/>
                  <a:pt x="34925" y="41931"/>
                  <a:pt x="29406" y="43183"/>
                </a:cubicBezTo>
                <a:cubicBezTo>
                  <a:pt x="23842" y="44378"/>
                  <a:pt x="18205" y="43183"/>
                  <a:pt x="12511" y="39484"/>
                </a:cubicBezTo>
                <a:cubicBezTo>
                  <a:pt x="6539" y="35726"/>
                  <a:pt x="2898" y="31124"/>
                  <a:pt x="1413" y="25662"/>
                </a:cubicBezTo>
                <a:cubicBezTo>
                  <a:pt x="0" y="20259"/>
                  <a:pt x="1020" y="14797"/>
                  <a:pt x="4486" y="9379"/>
                </a:cubicBezTo>
                <a:cubicBezTo>
                  <a:pt x="7617" y="4486"/>
                  <a:pt x="11666" y="1646"/>
                  <a:pt x="16603" y="801"/>
                </a:cubicBezTo>
                <a:cubicBezTo>
                  <a:pt x="21555" y="0"/>
                  <a:pt x="26740" y="1311"/>
                  <a:pt x="32144" y="4719"/>
                </a:cubicBezTo>
                <a:close/>
                <a:moveTo>
                  <a:pt x="26565" y="9554"/>
                </a:moveTo>
                <a:cubicBezTo>
                  <a:pt x="23259" y="7515"/>
                  <a:pt x="20084" y="6772"/>
                  <a:pt x="17011" y="7340"/>
                </a:cubicBezTo>
                <a:cubicBezTo>
                  <a:pt x="13938" y="7850"/>
                  <a:pt x="11491" y="9612"/>
                  <a:pt x="9612" y="12511"/>
                </a:cubicBezTo>
                <a:cubicBezTo>
                  <a:pt x="7442" y="15817"/>
                  <a:pt x="6714" y="19108"/>
                  <a:pt x="7282" y="22298"/>
                </a:cubicBezTo>
                <a:cubicBezTo>
                  <a:pt x="7908" y="25488"/>
                  <a:pt x="9846" y="28328"/>
                  <a:pt x="13021" y="30833"/>
                </a:cubicBezTo>
                <a:lnTo>
                  <a:pt x="26565" y="9554"/>
                </a:lnTo>
                <a:close/>
                <a:moveTo>
                  <a:pt x="26565" y="95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80179-14C0-485B-9C65-5CBAF40B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430" y="1740077"/>
            <a:ext cx="54165" cy="58258"/>
          </a:xfrm>
          <a:custGeom xmlns:a="http://schemas.openxmlformats.org/drawingml/2006/main">
            <a:pathLst>
              <a:path w="54165" h="58258">
                <a:moveTo>
                  <a:pt x="19633" y="18482"/>
                </a:moveTo>
                <a:lnTo>
                  <a:pt x="0" y="5971"/>
                </a:lnTo>
                <a:lnTo>
                  <a:pt x="3816" y="0"/>
                </a:lnTo>
                <a:lnTo>
                  <a:pt x="54165" y="32202"/>
                </a:lnTo>
                <a:lnTo>
                  <a:pt x="50349" y="38173"/>
                </a:lnTo>
                <a:lnTo>
                  <a:pt x="44887" y="34707"/>
                </a:lnTo>
                <a:cubicBezTo>
                  <a:pt x="46257" y="37314"/>
                  <a:pt x="46883" y="39936"/>
                  <a:pt x="46708" y="42499"/>
                </a:cubicBezTo>
                <a:cubicBezTo>
                  <a:pt x="46533" y="45048"/>
                  <a:pt x="45572" y="47669"/>
                  <a:pt x="43868" y="50349"/>
                </a:cubicBezTo>
                <a:cubicBezTo>
                  <a:pt x="41072" y="54733"/>
                  <a:pt x="37037" y="57180"/>
                  <a:pt x="31809" y="57748"/>
                </a:cubicBezTo>
                <a:cubicBezTo>
                  <a:pt x="26507" y="58258"/>
                  <a:pt x="21046" y="56655"/>
                  <a:pt x="15365" y="53014"/>
                </a:cubicBezTo>
                <a:cubicBezTo>
                  <a:pt x="9671" y="49373"/>
                  <a:pt x="5971" y="45048"/>
                  <a:pt x="4209" y="40110"/>
                </a:cubicBezTo>
                <a:cubicBezTo>
                  <a:pt x="2505" y="35100"/>
                  <a:pt x="3015" y="30440"/>
                  <a:pt x="5811" y="26056"/>
                </a:cubicBezTo>
                <a:cubicBezTo>
                  <a:pt x="7515" y="23376"/>
                  <a:pt x="9496" y="21381"/>
                  <a:pt x="11783" y="20186"/>
                </a:cubicBezTo>
                <a:cubicBezTo>
                  <a:pt x="14055" y="18934"/>
                  <a:pt x="16676" y="18366"/>
                  <a:pt x="19633" y="18482"/>
                </a:cubicBezTo>
                <a:close/>
                <a:moveTo>
                  <a:pt x="19283" y="46868"/>
                </a:moveTo>
                <a:cubicBezTo>
                  <a:pt x="23667" y="49665"/>
                  <a:pt x="27701" y="50975"/>
                  <a:pt x="31343" y="50742"/>
                </a:cubicBezTo>
                <a:cubicBezTo>
                  <a:pt x="34984" y="50568"/>
                  <a:pt x="37780" y="48864"/>
                  <a:pt x="39819" y="45732"/>
                </a:cubicBezTo>
                <a:cubicBezTo>
                  <a:pt x="41814" y="42557"/>
                  <a:pt x="42164" y="39309"/>
                  <a:pt x="40853" y="35901"/>
                </a:cubicBezTo>
                <a:cubicBezTo>
                  <a:pt x="39484" y="32479"/>
                  <a:pt x="36644" y="29406"/>
                  <a:pt x="32260" y="26565"/>
                </a:cubicBezTo>
                <a:cubicBezTo>
                  <a:pt x="27876" y="23784"/>
                  <a:pt x="23900" y="22531"/>
                  <a:pt x="20201" y="22750"/>
                </a:cubicBezTo>
                <a:cubicBezTo>
                  <a:pt x="16560" y="22924"/>
                  <a:pt x="13763" y="24628"/>
                  <a:pt x="11724" y="27760"/>
                </a:cubicBezTo>
                <a:cubicBezTo>
                  <a:pt x="9729" y="30949"/>
                  <a:pt x="9394" y="34183"/>
                  <a:pt x="10690" y="37605"/>
                </a:cubicBezTo>
                <a:cubicBezTo>
                  <a:pt x="12059" y="40955"/>
                  <a:pt x="14914" y="44086"/>
                  <a:pt x="19283" y="46868"/>
                </a:cubicBezTo>
                <a:close/>
                <a:moveTo>
                  <a:pt x="19283" y="468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FCE6E-4FBA-4348-9EE1-F6D470C9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096" y="1721872"/>
            <a:ext cx="54165" cy="38173"/>
          </a:xfrm>
          <a:custGeom xmlns:a="http://schemas.openxmlformats.org/drawingml/2006/main">
            <a:pathLst>
              <a:path w="54165" h="38173">
                <a:moveTo>
                  <a:pt x="14113" y="14958"/>
                </a:moveTo>
                <a:lnTo>
                  <a:pt x="17914" y="9044"/>
                </a:lnTo>
                <a:lnTo>
                  <a:pt x="54165" y="32202"/>
                </a:lnTo>
                <a:lnTo>
                  <a:pt x="50349" y="38173"/>
                </a:lnTo>
                <a:lnTo>
                  <a:pt x="14113" y="14958"/>
                </a:lnTo>
                <a:close/>
                <a:moveTo>
                  <a:pt x="0" y="5971"/>
                </a:moveTo>
                <a:lnTo>
                  <a:pt x="3816" y="0"/>
                </a:lnTo>
                <a:lnTo>
                  <a:pt x="11317" y="4835"/>
                </a:lnTo>
                <a:lnTo>
                  <a:pt x="7515" y="10807"/>
                </a:lnTo>
                <a:lnTo>
                  <a:pt x="0" y="5971"/>
                </a:lnTo>
                <a:close/>
                <a:moveTo>
                  <a:pt x="0" y="59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01F37-F04F-4A2E-BB63-8C37A3BD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855" y="1695190"/>
            <a:ext cx="52461" cy="44887"/>
          </a:xfrm>
          <a:custGeom xmlns:a="http://schemas.openxmlformats.org/drawingml/2006/main">
            <a:pathLst>
              <a:path w="52461" h="44887">
                <a:moveTo>
                  <a:pt x="26682" y="18322"/>
                </a:moveTo>
                <a:cubicBezTo>
                  <a:pt x="23609" y="23099"/>
                  <a:pt x="22021" y="26798"/>
                  <a:pt x="21905" y="29347"/>
                </a:cubicBezTo>
                <a:cubicBezTo>
                  <a:pt x="21847" y="31911"/>
                  <a:pt x="23099" y="34022"/>
                  <a:pt x="25779" y="35726"/>
                </a:cubicBezTo>
                <a:cubicBezTo>
                  <a:pt x="27876" y="37096"/>
                  <a:pt x="29988" y="37489"/>
                  <a:pt x="32144" y="36862"/>
                </a:cubicBezTo>
                <a:cubicBezTo>
                  <a:pt x="34255" y="36236"/>
                  <a:pt x="36076" y="34751"/>
                  <a:pt x="37605" y="32362"/>
                </a:cubicBezTo>
                <a:cubicBezTo>
                  <a:pt x="39717" y="29071"/>
                  <a:pt x="40285" y="25648"/>
                  <a:pt x="39207" y="22182"/>
                </a:cubicBezTo>
                <a:cubicBezTo>
                  <a:pt x="38115" y="18715"/>
                  <a:pt x="35668" y="15700"/>
                  <a:pt x="31750" y="13254"/>
                </a:cubicBezTo>
                <a:lnTo>
                  <a:pt x="30440" y="12394"/>
                </a:lnTo>
                <a:lnTo>
                  <a:pt x="26682" y="18322"/>
                </a:lnTo>
                <a:close/>
                <a:moveTo>
                  <a:pt x="31809" y="4835"/>
                </a:moveTo>
                <a:lnTo>
                  <a:pt x="52461" y="18089"/>
                </a:lnTo>
                <a:lnTo>
                  <a:pt x="48645" y="24002"/>
                </a:lnTo>
                <a:lnTo>
                  <a:pt x="43183" y="20536"/>
                </a:lnTo>
                <a:cubicBezTo>
                  <a:pt x="44494" y="23259"/>
                  <a:pt x="45004" y="25997"/>
                  <a:pt x="44771" y="28721"/>
                </a:cubicBezTo>
                <a:cubicBezTo>
                  <a:pt x="44552" y="31401"/>
                  <a:pt x="43460" y="34241"/>
                  <a:pt x="41596" y="37139"/>
                </a:cubicBezTo>
                <a:cubicBezTo>
                  <a:pt x="39207" y="40839"/>
                  <a:pt x="36294" y="43125"/>
                  <a:pt x="32828" y="44028"/>
                </a:cubicBezTo>
                <a:cubicBezTo>
                  <a:pt x="29304" y="44887"/>
                  <a:pt x="25837" y="44145"/>
                  <a:pt x="22356" y="41931"/>
                </a:cubicBezTo>
                <a:cubicBezTo>
                  <a:pt x="18264" y="39309"/>
                  <a:pt x="16050" y="36003"/>
                  <a:pt x="15759" y="31969"/>
                </a:cubicBezTo>
                <a:cubicBezTo>
                  <a:pt x="15424" y="27876"/>
                  <a:pt x="17011" y="23157"/>
                  <a:pt x="20419" y="17739"/>
                </a:cubicBezTo>
                <a:lnTo>
                  <a:pt x="25779" y="9379"/>
                </a:lnTo>
                <a:lnTo>
                  <a:pt x="25211" y="9044"/>
                </a:lnTo>
                <a:cubicBezTo>
                  <a:pt x="22473" y="7282"/>
                  <a:pt x="19749" y="6816"/>
                  <a:pt x="17128" y="7675"/>
                </a:cubicBezTo>
                <a:cubicBezTo>
                  <a:pt x="14448" y="8535"/>
                  <a:pt x="12118" y="10574"/>
                  <a:pt x="10020" y="13822"/>
                </a:cubicBezTo>
                <a:cubicBezTo>
                  <a:pt x="8710" y="15875"/>
                  <a:pt x="7632" y="18089"/>
                  <a:pt x="6889" y="20361"/>
                </a:cubicBezTo>
                <a:cubicBezTo>
                  <a:pt x="6146" y="22633"/>
                  <a:pt x="5695" y="24978"/>
                  <a:pt x="5520" y="27410"/>
                </a:cubicBezTo>
                <a:lnTo>
                  <a:pt x="0" y="23886"/>
                </a:lnTo>
                <a:cubicBezTo>
                  <a:pt x="568" y="21220"/>
                  <a:pt x="1253" y="18657"/>
                  <a:pt x="2170" y="16385"/>
                </a:cubicBezTo>
                <a:cubicBezTo>
                  <a:pt x="3073" y="14055"/>
                  <a:pt x="4093" y="11943"/>
                  <a:pt x="5345" y="9947"/>
                </a:cubicBezTo>
                <a:cubicBezTo>
                  <a:pt x="8710" y="4719"/>
                  <a:pt x="12569" y="1704"/>
                  <a:pt x="16953" y="845"/>
                </a:cubicBezTo>
                <a:cubicBezTo>
                  <a:pt x="21337" y="0"/>
                  <a:pt x="26289" y="1311"/>
                  <a:pt x="31809" y="4835"/>
                </a:cubicBezTo>
                <a:close/>
                <a:moveTo>
                  <a:pt x="31809" y="48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31565-D40F-464E-A851-600C59F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031" y="1637661"/>
            <a:ext cx="65263" cy="63093"/>
          </a:xfrm>
          <a:custGeom xmlns:a="http://schemas.openxmlformats.org/drawingml/2006/main">
            <a:pathLst>
              <a:path w="65263" h="63093">
                <a:moveTo>
                  <a:pt x="9554" y="29085"/>
                </a:moveTo>
                <a:lnTo>
                  <a:pt x="47101" y="53087"/>
                </a:lnTo>
                <a:lnTo>
                  <a:pt x="52170" y="45237"/>
                </a:lnTo>
                <a:cubicBezTo>
                  <a:pt x="56437" y="38523"/>
                  <a:pt x="58025" y="32726"/>
                  <a:pt x="57005" y="27658"/>
                </a:cubicBezTo>
                <a:cubicBezTo>
                  <a:pt x="55927" y="22648"/>
                  <a:pt x="52170" y="18045"/>
                  <a:pt x="45630" y="13894"/>
                </a:cubicBezTo>
                <a:cubicBezTo>
                  <a:pt x="39193" y="9729"/>
                  <a:pt x="33454" y="8258"/>
                  <a:pt x="28444" y="9452"/>
                </a:cubicBezTo>
                <a:cubicBezTo>
                  <a:pt x="23492" y="10588"/>
                  <a:pt x="18832" y="14521"/>
                  <a:pt x="14564" y="21177"/>
                </a:cubicBezTo>
                <a:lnTo>
                  <a:pt x="9554" y="29085"/>
                </a:lnTo>
                <a:close/>
                <a:moveTo>
                  <a:pt x="0" y="32202"/>
                </a:moveTo>
                <a:lnTo>
                  <a:pt x="8593" y="18788"/>
                </a:lnTo>
                <a:cubicBezTo>
                  <a:pt x="14564" y="9394"/>
                  <a:pt x="20885" y="3758"/>
                  <a:pt x="27600" y="1879"/>
                </a:cubicBezTo>
                <a:cubicBezTo>
                  <a:pt x="34314" y="0"/>
                  <a:pt x="41756" y="1719"/>
                  <a:pt x="50072" y="7005"/>
                </a:cubicBezTo>
                <a:cubicBezTo>
                  <a:pt x="58374" y="12351"/>
                  <a:pt x="63093" y="18439"/>
                  <a:pt x="64171" y="25327"/>
                </a:cubicBezTo>
                <a:cubicBezTo>
                  <a:pt x="65263" y="32202"/>
                  <a:pt x="62860" y="40343"/>
                  <a:pt x="56889" y="49679"/>
                </a:cubicBezTo>
                <a:lnTo>
                  <a:pt x="48296" y="63093"/>
                </a:lnTo>
                <a:lnTo>
                  <a:pt x="0" y="32202"/>
                </a:lnTo>
                <a:close/>
                <a:moveTo>
                  <a:pt x="0" y="322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609CB-01F6-44F2-8CF0-3F446CC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413" y="1611838"/>
            <a:ext cx="54165" cy="38115"/>
          </a:xfrm>
          <a:custGeom xmlns:a="http://schemas.openxmlformats.org/drawingml/2006/main">
            <a:pathLst>
              <a:path w="54165" h="38115">
                <a:moveTo>
                  <a:pt x="14113" y="14958"/>
                </a:moveTo>
                <a:lnTo>
                  <a:pt x="17914" y="9044"/>
                </a:lnTo>
                <a:lnTo>
                  <a:pt x="54165" y="32202"/>
                </a:lnTo>
                <a:lnTo>
                  <a:pt x="50349" y="38115"/>
                </a:lnTo>
                <a:lnTo>
                  <a:pt x="14113" y="14958"/>
                </a:lnTo>
                <a:close/>
                <a:moveTo>
                  <a:pt x="0" y="5971"/>
                </a:moveTo>
                <a:lnTo>
                  <a:pt x="3816" y="0"/>
                </a:lnTo>
                <a:lnTo>
                  <a:pt x="11375" y="4835"/>
                </a:lnTo>
                <a:lnTo>
                  <a:pt x="7573" y="10749"/>
                </a:lnTo>
                <a:lnTo>
                  <a:pt x="0" y="5971"/>
                </a:lnTo>
                <a:close/>
                <a:moveTo>
                  <a:pt x="0" y="59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0E9E5-E472-4F09-9067-57D7A692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682" y="1586015"/>
            <a:ext cx="45572" cy="47393"/>
          </a:xfrm>
          <a:custGeom xmlns:a="http://schemas.openxmlformats.org/drawingml/2006/main">
            <a:pathLst>
              <a:path w="45572" h="47393">
                <a:moveTo>
                  <a:pt x="13487" y="0"/>
                </a:moveTo>
                <a:lnTo>
                  <a:pt x="19123" y="3583"/>
                </a:lnTo>
                <a:cubicBezTo>
                  <a:pt x="17186" y="4719"/>
                  <a:pt x="15424" y="6030"/>
                  <a:pt x="13836" y="7559"/>
                </a:cubicBezTo>
                <a:cubicBezTo>
                  <a:pt x="12234" y="9103"/>
                  <a:pt x="10821" y="10865"/>
                  <a:pt x="9569" y="12788"/>
                </a:cubicBezTo>
                <a:cubicBezTo>
                  <a:pt x="7690" y="15759"/>
                  <a:pt x="6714" y="18264"/>
                  <a:pt x="6656" y="20303"/>
                </a:cubicBezTo>
                <a:cubicBezTo>
                  <a:pt x="6612" y="22356"/>
                  <a:pt x="7515" y="23944"/>
                  <a:pt x="9336" y="25138"/>
                </a:cubicBezTo>
                <a:cubicBezTo>
                  <a:pt x="10705" y="25997"/>
                  <a:pt x="12118" y="26158"/>
                  <a:pt x="13603" y="25590"/>
                </a:cubicBezTo>
                <a:cubicBezTo>
                  <a:pt x="15089" y="25080"/>
                  <a:pt x="17186" y="23434"/>
                  <a:pt x="19924" y="20696"/>
                </a:cubicBezTo>
                <a:lnTo>
                  <a:pt x="21686" y="18934"/>
                </a:lnTo>
                <a:cubicBezTo>
                  <a:pt x="25269" y="15293"/>
                  <a:pt x="28503" y="13079"/>
                  <a:pt x="31299" y="12394"/>
                </a:cubicBezTo>
                <a:cubicBezTo>
                  <a:pt x="34081" y="11652"/>
                  <a:pt x="36935" y="12220"/>
                  <a:pt x="39892" y="14098"/>
                </a:cubicBezTo>
                <a:cubicBezTo>
                  <a:pt x="43242" y="16268"/>
                  <a:pt x="45062" y="19283"/>
                  <a:pt x="45354" y="23201"/>
                </a:cubicBezTo>
                <a:cubicBezTo>
                  <a:pt x="45572" y="27133"/>
                  <a:pt x="44217" y="31459"/>
                  <a:pt x="41246" y="36120"/>
                </a:cubicBezTo>
                <a:cubicBezTo>
                  <a:pt x="40008" y="38057"/>
                  <a:pt x="38523" y="39936"/>
                  <a:pt x="36819" y="41814"/>
                </a:cubicBezTo>
                <a:cubicBezTo>
                  <a:pt x="35056" y="43693"/>
                  <a:pt x="33119" y="45514"/>
                  <a:pt x="30847" y="47393"/>
                </a:cubicBezTo>
                <a:lnTo>
                  <a:pt x="24701" y="43402"/>
                </a:lnTo>
                <a:cubicBezTo>
                  <a:pt x="27250" y="41975"/>
                  <a:pt x="29478" y="40329"/>
                  <a:pt x="31415" y="38567"/>
                </a:cubicBezTo>
                <a:cubicBezTo>
                  <a:pt x="33338" y="36804"/>
                  <a:pt x="34998" y="34867"/>
                  <a:pt x="36367" y="32770"/>
                </a:cubicBezTo>
                <a:cubicBezTo>
                  <a:pt x="38130" y="29974"/>
                  <a:pt x="39033" y="27527"/>
                  <a:pt x="39033" y="25371"/>
                </a:cubicBezTo>
                <a:cubicBezTo>
                  <a:pt x="39033" y="23259"/>
                  <a:pt x="38173" y="21672"/>
                  <a:pt x="36411" y="20536"/>
                </a:cubicBezTo>
                <a:cubicBezTo>
                  <a:pt x="34823" y="19502"/>
                  <a:pt x="33236" y="19225"/>
                  <a:pt x="31634" y="19793"/>
                </a:cubicBezTo>
                <a:cubicBezTo>
                  <a:pt x="30105" y="20303"/>
                  <a:pt x="27774" y="22182"/>
                  <a:pt x="24585" y="25371"/>
                </a:cubicBezTo>
                <a:lnTo>
                  <a:pt x="22764" y="27133"/>
                </a:lnTo>
                <a:cubicBezTo>
                  <a:pt x="19633" y="30323"/>
                  <a:pt x="16734" y="32202"/>
                  <a:pt x="14113" y="32828"/>
                </a:cubicBezTo>
                <a:cubicBezTo>
                  <a:pt x="11448" y="33440"/>
                  <a:pt x="8710" y="32828"/>
                  <a:pt x="5928" y="31051"/>
                </a:cubicBezTo>
                <a:cubicBezTo>
                  <a:pt x="2505" y="28837"/>
                  <a:pt x="626" y="25997"/>
                  <a:pt x="350" y="22356"/>
                </a:cubicBezTo>
                <a:cubicBezTo>
                  <a:pt x="0" y="18774"/>
                  <a:pt x="1311" y="14725"/>
                  <a:pt x="4165" y="10297"/>
                </a:cubicBezTo>
                <a:cubicBezTo>
                  <a:pt x="5520" y="8127"/>
                  <a:pt x="7005" y="6132"/>
                  <a:pt x="8593" y="4428"/>
                </a:cubicBezTo>
                <a:cubicBezTo>
                  <a:pt x="10137" y="2665"/>
                  <a:pt x="11783" y="1194"/>
                  <a:pt x="13487" y="0"/>
                </a:cubicBezTo>
                <a:close/>
                <a:moveTo>
                  <a:pt x="1348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78723-F127-4C45-A29A-CEF63830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5757" y="1548687"/>
            <a:ext cx="47160" cy="44494"/>
          </a:xfrm>
          <a:custGeom xmlns:a="http://schemas.openxmlformats.org/drawingml/2006/main">
            <a:pathLst>
              <a:path w="47160" h="44494">
                <a:moveTo>
                  <a:pt x="13705" y="0"/>
                </a:moveTo>
                <a:lnTo>
                  <a:pt x="19283" y="3583"/>
                </a:lnTo>
                <a:cubicBezTo>
                  <a:pt x="17230" y="4661"/>
                  <a:pt x="15467" y="5913"/>
                  <a:pt x="13938" y="7282"/>
                </a:cubicBezTo>
                <a:cubicBezTo>
                  <a:pt x="12394" y="8710"/>
                  <a:pt x="11084" y="10239"/>
                  <a:pt x="9947" y="11943"/>
                </a:cubicBezTo>
                <a:cubicBezTo>
                  <a:pt x="7501" y="15817"/>
                  <a:pt x="6816" y="19633"/>
                  <a:pt x="7908" y="23332"/>
                </a:cubicBezTo>
                <a:cubicBezTo>
                  <a:pt x="8986" y="27032"/>
                  <a:pt x="11710" y="30265"/>
                  <a:pt x="16152" y="33119"/>
                </a:cubicBezTo>
                <a:cubicBezTo>
                  <a:pt x="20594" y="35959"/>
                  <a:pt x="24687" y="37096"/>
                  <a:pt x="28503" y="36527"/>
                </a:cubicBezTo>
                <a:cubicBezTo>
                  <a:pt x="32304" y="35901"/>
                  <a:pt x="35435" y="33687"/>
                  <a:pt x="37940" y="29872"/>
                </a:cubicBezTo>
                <a:cubicBezTo>
                  <a:pt x="39018" y="28109"/>
                  <a:pt x="39877" y="26289"/>
                  <a:pt x="40504" y="24293"/>
                </a:cubicBezTo>
                <a:cubicBezTo>
                  <a:pt x="41130" y="22298"/>
                  <a:pt x="41523" y="20143"/>
                  <a:pt x="41640" y="17871"/>
                </a:cubicBezTo>
                <a:lnTo>
                  <a:pt x="47160" y="21395"/>
                </a:lnTo>
                <a:cubicBezTo>
                  <a:pt x="46868" y="23551"/>
                  <a:pt x="46358" y="25662"/>
                  <a:pt x="45572" y="27658"/>
                </a:cubicBezTo>
                <a:cubicBezTo>
                  <a:pt x="44829" y="29697"/>
                  <a:pt x="43853" y="31692"/>
                  <a:pt x="42557" y="33746"/>
                </a:cubicBezTo>
                <a:cubicBezTo>
                  <a:pt x="39076" y="39193"/>
                  <a:pt x="34590" y="42441"/>
                  <a:pt x="29071" y="43460"/>
                </a:cubicBezTo>
                <a:cubicBezTo>
                  <a:pt x="23609" y="44494"/>
                  <a:pt x="17972" y="43125"/>
                  <a:pt x="12118" y="39368"/>
                </a:cubicBezTo>
                <a:cubicBezTo>
                  <a:pt x="6204" y="35610"/>
                  <a:pt x="2607" y="31008"/>
                  <a:pt x="1311" y="25604"/>
                </a:cubicBezTo>
                <a:cubicBezTo>
                  <a:pt x="0" y="20201"/>
                  <a:pt x="1136" y="14681"/>
                  <a:pt x="4777" y="8986"/>
                </a:cubicBezTo>
                <a:cubicBezTo>
                  <a:pt x="5913" y="7166"/>
                  <a:pt x="7282" y="5520"/>
                  <a:pt x="8753" y="3991"/>
                </a:cubicBezTo>
                <a:cubicBezTo>
                  <a:pt x="10239" y="2505"/>
                  <a:pt x="11885" y="1136"/>
                  <a:pt x="13705" y="0"/>
                </a:cubicBezTo>
                <a:close/>
                <a:moveTo>
                  <a:pt x="1370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B7DD1-679E-4000-85CC-91907A32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65" y="1513077"/>
            <a:ext cx="46490" cy="43868"/>
          </a:xfrm>
          <a:custGeom xmlns:a="http://schemas.openxmlformats.org/drawingml/2006/main">
            <a:pathLst>
              <a:path w="46490" h="43868">
                <a:moveTo>
                  <a:pt x="9278" y="13021"/>
                </a:moveTo>
                <a:cubicBezTo>
                  <a:pt x="7224" y="16210"/>
                  <a:pt x="6889" y="19516"/>
                  <a:pt x="8200" y="22983"/>
                </a:cubicBezTo>
                <a:cubicBezTo>
                  <a:pt x="9452" y="26391"/>
                  <a:pt x="12292" y="29522"/>
                  <a:pt x="16618" y="32318"/>
                </a:cubicBezTo>
                <a:cubicBezTo>
                  <a:pt x="20944" y="35042"/>
                  <a:pt x="24978" y="36353"/>
                  <a:pt x="28619" y="36061"/>
                </a:cubicBezTo>
                <a:cubicBezTo>
                  <a:pt x="32318" y="35843"/>
                  <a:pt x="35158" y="34081"/>
                  <a:pt x="37212" y="30891"/>
                </a:cubicBezTo>
                <a:cubicBezTo>
                  <a:pt x="39251" y="27701"/>
                  <a:pt x="39601" y="24410"/>
                  <a:pt x="38290" y="20929"/>
                </a:cubicBezTo>
                <a:cubicBezTo>
                  <a:pt x="36979" y="17463"/>
                  <a:pt x="34139" y="14390"/>
                  <a:pt x="29872" y="11608"/>
                </a:cubicBezTo>
                <a:cubicBezTo>
                  <a:pt x="25546" y="8870"/>
                  <a:pt x="21570" y="7617"/>
                  <a:pt x="17871" y="7850"/>
                </a:cubicBezTo>
                <a:cubicBezTo>
                  <a:pt x="14171" y="8127"/>
                  <a:pt x="11331" y="9846"/>
                  <a:pt x="9278" y="13021"/>
                </a:cubicBezTo>
                <a:close/>
                <a:moveTo>
                  <a:pt x="4209" y="9787"/>
                </a:moveTo>
                <a:cubicBezTo>
                  <a:pt x="7515" y="4602"/>
                  <a:pt x="11841" y="1588"/>
                  <a:pt x="17069" y="786"/>
                </a:cubicBezTo>
                <a:cubicBezTo>
                  <a:pt x="22298" y="0"/>
                  <a:pt x="27935" y="1471"/>
                  <a:pt x="33906" y="5287"/>
                </a:cubicBezTo>
                <a:cubicBezTo>
                  <a:pt x="39834" y="9103"/>
                  <a:pt x="43518" y="13530"/>
                  <a:pt x="45004" y="18657"/>
                </a:cubicBezTo>
                <a:cubicBezTo>
                  <a:pt x="46490" y="23784"/>
                  <a:pt x="45572" y="28954"/>
                  <a:pt x="42266" y="34139"/>
                </a:cubicBezTo>
                <a:cubicBezTo>
                  <a:pt x="38974" y="39309"/>
                  <a:pt x="34649" y="42266"/>
                  <a:pt x="29420" y="43067"/>
                </a:cubicBezTo>
                <a:cubicBezTo>
                  <a:pt x="24119" y="43868"/>
                  <a:pt x="18555" y="42382"/>
                  <a:pt x="12627" y="38567"/>
                </a:cubicBezTo>
                <a:cubicBezTo>
                  <a:pt x="6656" y="34751"/>
                  <a:pt x="2957" y="30323"/>
                  <a:pt x="1486" y="25196"/>
                </a:cubicBezTo>
                <a:cubicBezTo>
                  <a:pt x="0" y="20143"/>
                  <a:pt x="918" y="14958"/>
                  <a:pt x="4209" y="9787"/>
                </a:cubicBezTo>
                <a:close/>
                <a:moveTo>
                  <a:pt x="4209" y="97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706D0-DCBF-4014-B7CB-15AABC7A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48" y="1465917"/>
            <a:ext cx="50131" cy="44829"/>
          </a:xfrm>
          <a:custGeom xmlns:a="http://schemas.openxmlformats.org/drawingml/2006/main">
            <a:pathLst>
              <a:path w="50131" h="44829">
                <a:moveTo>
                  <a:pt x="0" y="35260"/>
                </a:moveTo>
                <a:lnTo>
                  <a:pt x="4049" y="28954"/>
                </a:lnTo>
                <a:lnTo>
                  <a:pt x="41712" y="37081"/>
                </a:lnTo>
                <a:lnTo>
                  <a:pt x="18555" y="6306"/>
                </a:lnTo>
                <a:lnTo>
                  <a:pt x="22589" y="0"/>
                </a:lnTo>
                <a:lnTo>
                  <a:pt x="50131" y="36746"/>
                </a:lnTo>
                <a:lnTo>
                  <a:pt x="44946" y="44829"/>
                </a:lnTo>
                <a:lnTo>
                  <a:pt x="0" y="35260"/>
                </a:lnTo>
                <a:close/>
                <a:moveTo>
                  <a:pt x="0" y="3526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9D89E-A1F0-4DE4-9AB9-CFDB700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992" y="1432565"/>
            <a:ext cx="48995" cy="44436"/>
          </a:xfrm>
          <a:custGeom xmlns:a="http://schemas.openxmlformats.org/drawingml/2006/main">
            <a:pathLst>
              <a:path w="48995" h="44436">
                <a:moveTo>
                  <a:pt x="32144" y="4792"/>
                </a:moveTo>
                <a:lnTo>
                  <a:pt x="35056" y="6612"/>
                </a:lnTo>
                <a:lnTo>
                  <a:pt x="17536" y="33964"/>
                </a:lnTo>
                <a:cubicBezTo>
                  <a:pt x="21803" y="36367"/>
                  <a:pt x="25721" y="37096"/>
                  <a:pt x="29304" y="36309"/>
                </a:cubicBezTo>
                <a:cubicBezTo>
                  <a:pt x="32828" y="35450"/>
                  <a:pt x="35901" y="33061"/>
                  <a:pt x="38406" y="29129"/>
                </a:cubicBezTo>
                <a:cubicBezTo>
                  <a:pt x="39892" y="26798"/>
                  <a:pt x="41028" y="24410"/>
                  <a:pt x="41814" y="21905"/>
                </a:cubicBezTo>
                <a:cubicBezTo>
                  <a:pt x="42615" y="19400"/>
                  <a:pt x="43125" y="16734"/>
                  <a:pt x="43358" y="13894"/>
                </a:cubicBezTo>
                <a:lnTo>
                  <a:pt x="48995" y="17536"/>
                </a:lnTo>
                <a:cubicBezTo>
                  <a:pt x="48529" y="20201"/>
                  <a:pt x="47859" y="22881"/>
                  <a:pt x="46883" y="25444"/>
                </a:cubicBezTo>
                <a:cubicBezTo>
                  <a:pt x="45922" y="27935"/>
                  <a:pt x="44727" y="30381"/>
                  <a:pt x="43242" y="32668"/>
                </a:cubicBezTo>
                <a:cubicBezTo>
                  <a:pt x="39542" y="38465"/>
                  <a:pt x="34940" y="41989"/>
                  <a:pt x="29420" y="43183"/>
                </a:cubicBezTo>
                <a:cubicBezTo>
                  <a:pt x="23900" y="44436"/>
                  <a:pt x="18264" y="43183"/>
                  <a:pt x="12525" y="39542"/>
                </a:cubicBezTo>
                <a:cubicBezTo>
                  <a:pt x="6554" y="35741"/>
                  <a:pt x="2913" y="31124"/>
                  <a:pt x="1486" y="25721"/>
                </a:cubicBezTo>
                <a:cubicBezTo>
                  <a:pt x="0" y="20259"/>
                  <a:pt x="1034" y="14856"/>
                  <a:pt x="4500" y="9394"/>
                </a:cubicBezTo>
                <a:cubicBezTo>
                  <a:pt x="7632" y="4500"/>
                  <a:pt x="11666" y="1660"/>
                  <a:pt x="16618" y="859"/>
                </a:cubicBezTo>
                <a:cubicBezTo>
                  <a:pt x="21570" y="0"/>
                  <a:pt x="26740" y="1311"/>
                  <a:pt x="32144" y="4792"/>
                </a:cubicBezTo>
                <a:close/>
                <a:moveTo>
                  <a:pt x="26580" y="9627"/>
                </a:moveTo>
                <a:cubicBezTo>
                  <a:pt x="23274" y="7573"/>
                  <a:pt x="20143" y="6831"/>
                  <a:pt x="17011" y="7340"/>
                </a:cubicBezTo>
                <a:cubicBezTo>
                  <a:pt x="13938" y="7908"/>
                  <a:pt x="11491" y="9627"/>
                  <a:pt x="9627" y="12584"/>
                </a:cubicBezTo>
                <a:cubicBezTo>
                  <a:pt x="7457" y="15875"/>
                  <a:pt x="6714" y="19123"/>
                  <a:pt x="7340" y="22313"/>
                </a:cubicBezTo>
                <a:cubicBezTo>
                  <a:pt x="7908" y="25546"/>
                  <a:pt x="9846" y="28342"/>
                  <a:pt x="13035" y="30847"/>
                </a:cubicBezTo>
                <a:lnTo>
                  <a:pt x="26580" y="9627"/>
                </a:lnTo>
                <a:close/>
                <a:moveTo>
                  <a:pt x="26580" y="962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79C76-6BD6-4E94-AA41-73651433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620" y="1395586"/>
            <a:ext cx="40052" cy="44727"/>
          </a:xfrm>
          <a:custGeom xmlns:a="http://schemas.openxmlformats.org/drawingml/2006/main">
            <a:pathLst>
              <a:path w="40052" h="44727">
                <a:moveTo>
                  <a:pt x="19108" y="3932"/>
                </a:moveTo>
                <a:cubicBezTo>
                  <a:pt x="18322" y="4326"/>
                  <a:pt x="17521" y="4894"/>
                  <a:pt x="16836" y="5520"/>
                </a:cubicBezTo>
                <a:cubicBezTo>
                  <a:pt x="16152" y="6204"/>
                  <a:pt x="15526" y="7005"/>
                  <a:pt x="14899" y="7967"/>
                </a:cubicBezTo>
                <a:cubicBezTo>
                  <a:pt x="12744" y="11331"/>
                  <a:pt x="12234" y="14623"/>
                  <a:pt x="13254" y="17812"/>
                </a:cubicBezTo>
                <a:cubicBezTo>
                  <a:pt x="14273" y="21002"/>
                  <a:pt x="16836" y="23958"/>
                  <a:pt x="20929" y="26580"/>
                </a:cubicBezTo>
                <a:lnTo>
                  <a:pt x="40052" y="38756"/>
                </a:lnTo>
                <a:lnTo>
                  <a:pt x="36236" y="44727"/>
                </a:lnTo>
                <a:lnTo>
                  <a:pt x="0" y="21570"/>
                </a:lnTo>
                <a:lnTo>
                  <a:pt x="3816" y="15598"/>
                </a:lnTo>
                <a:lnTo>
                  <a:pt x="9438" y="19181"/>
                </a:lnTo>
                <a:cubicBezTo>
                  <a:pt x="8025" y="16501"/>
                  <a:pt x="7457" y="13836"/>
                  <a:pt x="7675" y="11156"/>
                </a:cubicBezTo>
                <a:cubicBezTo>
                  <a:pt x="7908" y="8476"/>
                  <a:pt x="8928" y="5695"/>
                  <a:pt x="10749" y="2855"/>
                </a:cubicBezTo>
                <a:cubicBezTo>
                  <a:pt x="10982" y="2389"/>
                  <a:pt x="11317" y="1995"/>
                  <a:pt x="11710" y="1544"/>
                </a:cubicBezTo>
                <a:cubicBezTo>
                  <a:pt x="12059" y="1034"/>
                  <a:pt x="12511" y="568"/>
                  <a:pt x="12962" y="0"/>
                </a:cubicBezTo>
                <a:lnTo>
                  <a:pt x="19108" y="3932"/>
                </a:lnTo>
                <a:close/>
                <a:moveTo>
                  <a:pt x="19108" y="393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EBB51-F507-4D16-9D00-FCDE289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403" y="1358665"/>
            <a:ext cx="57588" cy="64011"/>
          </a:xfrm>
          <a:custGeom xmlns:a="http://schemas.openxmlformats.org/drawingml/2006/main">
            <a:pathLst>
              <a:path w="57588" h="64011">
                <a:moveTo>
                  <a:pt x="52009" y="41246"/>
                </a:moveTo>
                <a:cubicBezTo>
                  <a:pt x="55243" y="45688"/>
                  <a:pt x="57005" y="49155"/>
                  <a:pt x="57296" y="51602"/>
                </a:cubicBezTo>
                <a:cubicBezTo>
                  <a:pt x="57588" y="53990"/>
                  <a:pt x="56903" y="56554"/>
                  <a:pt x="55184" y="59233"/>
                </a:cubicBezTo>
                <a:lnTo>
                  <a:pt x="52126" y="64011"/>
                </a:lnTo>
                <a:lnTo>
                  <a:pt x="47174" y="60821"/>
                </a:lnTo>
                <a:lnTo>
                  <a:pt x="49388" y="57355"/>
                </a:lnTo>
                <a:cubicBezTo>
                  <a:pt x="50407" y="55694"/>
                  <a:pt x="50873" y="54165"/>
                  <a:pt x="50640" y="52738"/>
                </a:cubicBezTo>
                <a:cubicBezTo>
                  <a:pt x="50466" y="51383"/>
                  <a:pt x="49271" y="49155"/>
                  <a:pt x="47116" y="46257"/>
                </a:cubicBezTo>
                <a:lnTo>
                  <a:pt x="45062" y="43416"/>
                </a:lnTo>
                <a:lnTo>
                  <a:pt x="0" y="35275"/>
                </a:lnTo>
                <a:lnTo>
                  <a:pt x="4049" y="28954"/>
                </a:lnTo>
                <a:lnTo>
                  <a:pt x="39659" y="35785"/>
                </a:lnTo>
                <a:lnTo>
                  <a:pt x="18555" y="6321"/>
                </a:lnTo>
                <a:lnTo>
                  <a:pt x="22589" y="0"/>
                </a:lnTo>
                <a:lnTo>
                  <a:pt x="52009" y="41246"/>
                </a:lnTo>
                <a:close/>
                <a:moveTo>
                  <a:pt x="52009" y="4124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18511-FF23-4F9A-9A73-5D14C5C7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752" y="1370156"/>
            <a:ext cx="12584" cy="12059"/>
          </a:xfrm>
          <a:custGeom xmlns:a="http://schemas.openxmlformats.org/drawingml/2006/main">
            <a:pathLst>
              <a:path w="12584" h="12059">
                <a:moveTo>
                  <a:pt x="0" y="6831"/>
                </a:moveTo>
                <a:lnTo>
                  <a:pt x="4384" y="0"/>
                </a:lnTo>
                <a:lnTo>
                  <a:pt x="12584" y="5243"/>
                </a:lnTo>
                <a:lnTo>
                  <a:pt x="8200" y="12059"/>
                </a:lnTo>
                <a:lnTo>
                  <a:pt x="0" y="6831"/>
                </a:lnTo>
                <a:close/>
                <a:moveTo>
                  <a:pt x="0" y="68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D118F-C602-4CA8-8BA7-83C7AB11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702" y="1310996"/>
            <a:ext cx="64855" cy="56772"/>
          </a:xfrm>
          <a:custGeom xmlns:a="http://schemas.openxmlformats.org/drawingml/2006/main">
            <a:pathLst>
              <a:path w="64855" h="56772">
                <a:moveTo>
                  <a:pt x="8811" y="7850"/>
                </a:moveTo>
                <a:lnTo>
                  <a:pt x="27192" y="32085"/>
                </a:lnTo>
                <a:lnTo>
                  <a:pt x="38567" y="14331"/>
                </a:lnTo>
                <a:lnTo>
                  <a:pt x="8811" y="7850"/>
                </a:lnTo>
                <a:close/>
                <a:moveTo>
                  <a:pt x="0" y="7442"/>
                </a:moveTo>
                <a:lnTo>
                  <a:pt x="4777" y="0"/>
                </a:lnTo>
                <a:lnTo>
                  <a:pt x="64855" y="12511"/>
                </a:lnTo>
                <a:lnTo>
                  <a:pt x="60471" y="19283"/>
                </a:lnTo>
                <a:lnTo>
                  <a:pt x="45281" y="15759"/>
                </a:lnTo>
                <a:lnTo>
                  <a:pt x="31343" y="37547"/>
                </a:lnTo>
                <a:lnTo>
                  <a:pt x="40955" y="49839"/>
                </a:lnTo>
                <a:lnTo>
                  <a:pt x="36527" y="56772"/>
                </a:lnTo>
                <a:lnTo>
                  <a:pt x="0" y="7442"/>
                </a:lnTo>
                <a:close/>
                <a:moveTo>
                  <a:pt x="0" y="744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B4561-5E2A-403D-B8F2-72E86C1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563" y="1257632"/>
            <a:ext cx="59568" cy="59394"/>
          </a:xfrm>
          <a:custGeom xmlns:a="http://schemas.openxmlformats.org/drawingml/2006/main">
            <a:pathLst>
              <a:path w="59568" h="59394">
                <a:moveTo>
                  <a:pt x="16268" y="0"/>
                </a:moveTo>
                <a:lnTo>
                  <a:pt x="22648" y="4034"/>
                </a:lnTo>
                <a:cubicBezTo>
                  <a:pt x="19910" y="5738"/>
                  <a:pt x="17521" y="7559"/>
                  <a:pt x="15526" y="9379"/>
                </a:cubicBezTo>
                <a:cubicBezTo>
                  <a:pt x="13545" y="11200"/>
                  <a:pt x="11885" y="13137"/>
                  <a:pt x="10574" y="15191"/>
                </a:cubicBezTo>
                <a:cubicBezTo>
                  <a:pt x="8302" y="18774"/>
                  <a:pt x="7224" y="21963"/>
                  <a:pt x="7399" y="24745"/>
                </a:cubicBezTo>
                <a:cubicBezTo>
                  <a:pt x="7501" y="27527"/>
                  <a:pt x="8870" y="29813"/>
                  <a:pt x="11375" y="31401"/>
                </a:cubicBezTo>
                <a:cubicBezTo>
                  <a:pt x="13545" y="32770"/>
                  <a:pt x="15584" y="33163"/>
                  <a:pt x="17463" y="32595"/>
                </a:cubicBezTo>
                <a:cubicBezTo>
                  <a:pt x="19400" y="31969"/>
                  <a:pt x="21847" y="30090"/>
                  <a:pt x="24803" y="26959"/>
                </a:cubicBezTo>
                <a:lnTo>
                  <a:pt x="28109" y="23551"/>
                </a:lnTo>
                <a:cubicBezTo>
                  <a:pt x="32144" y="19283"/>
                  <a:pt x="36061" y="16720"/>
                  <a:pt x="39936" y="15875"/>
                </a:cubicBezTo>
                <a:cubicBezTo>
                  <a:pt x="43751" y="15074"/>
                  <a:pt x="47611" y="15919"/>
                  <a:pt x="51543" y="18424"/>
                </a:cubicBezTo>
                <a:cubicBezTo>
                  <a:pt x="56204" y="21381"/>
                  <a:pt x="58767" y="25255"/>
                  <a:pt x="59161" y="29915"/>
                </a:cubicBezTo>
                <a:cubicBezTo>
                  <a:pt x="59568" y="34590"/>
                  <a:pt x="57864" y="39994"/>
                  <a:pt x="53990" y="46023"/>
                </a:cubicBezTo>
                <a:cubicBezTo>
                  <a:pt x="52505" y="48354"/>
                  <a:pt x="50684" y="50568"/>
                  <a:pt x="48529" y="52854"/>
                </a:cubicBezTo>
                <a:cubicBezTo>
                  <a:pt x="46358" y="55068"/>
                  <a:pt x="43912" y="57282"/>
                  <a:pt x="41130" y="59394"/>
                </a:cubicBezTo>
                <a:lnTo>
                  <a:pt x="34357" y="55068"/>
                </a:lnTo>
                <a:cubicBezTo>
                  <a:pt x="37547" y="53364"/>
                  <a:pt x="40329" y="51485"/>
                  <a:pt x="42717" y="49432"/>
                </a:cubicBezTo>
                <a:cubicBezTo>
                  <a:pt x="45120" y="47393"/>
                  <a:pt x="47101" y="45106"/>
                  <a:pt x="48645" y="42659"/>
                </a:cubicBezTo>
                <a:cubicBezTo>
                  <a:pt x="51034" y="38916"/>
                  <a:pt x="52170" y="35552"/>
                  <a:pt x="51995" y="32595"/>
                </a:cubicBezTo>
                <a:cubicBezTo>
                  <a:pt x="51820" y="29639"/>
                  <a:pt x="50349" y="27308"/>
                  <a:pt x="47669" y="25546"/>
                </a:cubicBezTo>
                <a:cubicBezTo>
                  <a:pt x="45281" y="24002"/>
                  <a:pt x="42950" y="23551"/>
                  <a:pt x="40678" y="24177"/>
                </a:cubicBezTo>
                <a:cubicBezTo>
                  <a:pt x="38406" y="24803"/>
                  <a:pt x="35901" y="26507"/>
                  <a:pt x="33105" y="29406"/>
                </a:cubicBezTo>
                <a:lnTo>
                  <a:pt x="29755" y="32886"/>
                </a:lnTo>
                <a:cubicBezTo>
                  <a:pt x="25706" y="37154"/>
                  <a:pt x="21905" y="39703"/>
                  <a:pt x="18424" y="40562"/>
                </a:cubicBezTo>
                <a:cubicBezTo>
                  <a:pt x="15016" y="41407"/>
                  <a:pt x="11433" y="40678"/>
                  <a:pt x="7734" y="38290"/>
                </a:cubicBezTo>
                <a:cubicBezTo>
                  <a:pt x="3466" y="35552"/>
                  <a:pt x="1020" y="31911"/>
                  <a:pt x="510" y="27366"/>
                </a:cubicBezTo>
                <a:cubicBezTo>
                  <a:pt x="0" y="22750"/>
                  <a:pt x="1427" y="17798"/>
                  <a:pt x="4777" y="12569"/>
                </a:cubicBezTo>
                <a:cubicBezTo>
                  <a:pt x="6263" y="10297"/>
                  <a:pt x="7908" y="8069"/>
                  <a:pt x="9846" y="6030"/>
                </a:cubicBezTo>
                <a:cubicBezTo>
                  <a:pt x="11724" y="3918"/>
                  <a:pt x="13880" y="1937"/>
                  <a:pt x="16268" y="0"/>
                </a:cubicBezTo>
                <a:close/>
                <a:moveTo>
                  <a:pt x="1626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0862B-E96E-45C6-99BE-0A5886F8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662" y="1236980"/>
            <a:ext cx="67477" cy="37372"/>
          </a:xfrm>
          <a:custGeom xmlns:a="http://schemas.openxmlformats.org/drawingml/2006/main">
            <a:pathLst>
              <a:path w="67477" h="37372">
                <a:moveTo>
                  <a:pt x="0" y="6481"/>
                </a:moveTo>
                <a:lnTo>
                  <a:pt x="4151" y="0"/>
                </a:lnTo>
                <a:lnTo>
                  <a:pt x="46926" y="27366"/>
                </a:lnTo>
                <a:lnTo>
                  <a:pt x="62015" y="3801"/>
                </a:lnTo>
                <a:lnTo>
                  <a:pt x="67477" y="7340"/>
                </a:lnTo>
                <a:lnTo>
                  <a:pt x="48296" y="37372"/>
                </a:lnTo>
                <a:lnTo>
                  <a:pt x="0" y="6481"/>
                </a:lnTo>
                <a:close/>
                <a:moveTo>
                  <a:pt x="0" y="64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8DDA1-3513-42AC-8F9C-7E276CC7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213" y="1176042"/>
            <a:ext cx="68220" cy="61447"/>
          </a:xfrm>
          <a:custGeom xmlns:a="http://schemas.openxmlformats.org/drawingml/2006/main">
            <a:pathLst>
              <a:path w="68220" h="61447">
                <a:moveTo>
                  <a:pt x="0" y="30556"/>
                </a:moveTo>
                <a:lnTo>
                  <a:pt x="19575" y="0"/>
                </a:lnTo>
                <a:lnTo>
                  <a:pt x="25094" y="3525"/>
                </a:lnTo>
                <a:lnTo>
                  <a:pt x="9729" y="27541"/>
                </a:lnTo>
                <a:lnTo>
                  <a:pt x="24002" y="36644"/>
                </a:lnTo>
                <a:lnTo>
                  <a:pt x="38741" y="13661"/>
                </a:lnTo>
                <a:lnTo>
                  <a:pt x="44203" y="17186"/>
                </a:lnTo>
                <a:lnTo>
                  <a:pt x="29522" y="40169"/>
                </a:lnTo>
                <a:lnTo>
                  <a:pt x="46999" y="51369"/>
                </a:lnTo>
                <a:lnTo>
                  <a:pt x="62758" y="26798"/>
                </a:lnTo>
                <a:lnTo>
                  <a:pt x="68220" y="30265"/>
                </a:lnTo>
                <a:lnTo>
                  <a:pt x="48354" y="61447"/>
                </a:lnTo>
                <a:lnTo>
                  <a:pt x="0" y="30556"/>
                </a:lnTo>
                <a:close/>
                <a:moveTo>
                  <a:pt x="0" y="3055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1A1AC-7C4F-4F21-BE2F-EDE0089F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915" y="1142530"/>
            <a:ext cx="57908" cy="57631"/>
          </a:xfrm>
          <a:custGeom xmlns:a="http://schemas.openxmlformats.org/drawingml/2006/main">
            <a:pathLst>
              <a:path w="57908" h="57631">
                <a:moveTo>
                  <a:pt x="21264" y="0"/>
                </a:moveTo>
                <a:lnTo>
                  <a:pt x="30483" y="24410"/>
                </a:lnTo>
                <a:lnTo>
                  <a:pt x="57908" y="22531"/>
                </a:lnTo>
                <a:lnTo>
                  <a:pt x="53422" y="29537"/>
                </a:lnTo>
                <a:lnTo>
                  <a:pt x="32479" y="31008"/>
                </a:lnTo>
                <a:lnTo>
                  <a:pt x="39936" y="50640"/>
                </a:lnTo>
                <a:lnTo>
                  <a:pt x="35435" y="57631"/>
                </a:lnTo>
                <a:lnTo>
                  <a:pt x="25488" y="31474"/>
                </a:lnTo>
                <a:lnTo>
                  <a:pt x="0" y="33294"/>
                </a:lnTo>
                <a:lnTo>
                  <a:pt x="4486" y="26289"/>
                </a:lnTo>
                <a:lnTo>
                  <a:pt x="23551" y="24920"/>
                </a:lnTo>
                <a:lnTo>
                  <a:pt x="16778" y="7064"/>
                </a:lnTo>
                <a:lnTo>
                  <a:pt x="21264" y="0"/>
                </a:lnTo>
                <a:close/>
                <a:moveTo>
                  <a:pt x="2126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2A861-A348-4A95-8C74-68EBF05D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815" y="1107662"/>
            <a:ext cx="53874" cy="58025"/>
          </a:xfrm>
          <a:custGeom xmlns:a="http://schemas.openxmlformats.org/drawingml/2006/main">
            <a:pathLst>
              <a:path w="53874" h="58025">
                <a:moveTo>
                  <a:pt x="34649" y="39761"/>
                </a:moveTo>
                <a:lnTo>
                  <a:pt x="53874" y="52053"/>
                </a:lnTo>
                <a:lnTo>
                  <a:pt x="50072" y="58025"/>
                </a:lnTo>
                <a:lnTo>
                  <a:pt x="0" y="26056"/>
                </a:lnTo>
                <a:lnTo>
                  <a:pt x="3874" y="20084"/>
                </a:lnTo>
                <a:lnTo>
                  <a:pt x="9336" y="23551"/>
                </a:lnTo>
                <a:cubicBezTo>
                  <a:pt x="8025" y="20929"/>
                  <a:pt x="7399" y="18322"/>
                  <a:pt x="7573" y="15759"/>
                </a:cubicBezTo>
                <a:cubicBezTo>
                  <a:pt x="7734" y="13195"/>
                  <a:pt x="8710" y="10574"/>
                  <a:pt x="10414" y="7908"/>
                </a:cubicBezTo>
                <a:cubicBezTo>
                  <a:pt x="13195" y="3525"/>
                  <a:pt x="17244" y="1020"/>
                  <a:pt x="22473" y="510"/>
                </a:cubicBezTo>
                <a:cubicBezTo>
                  <a:pt x="27760" y="0"/>
                  <a:pt x="33221" y="1588"/>
                  <a:pt x="38916" y="5229"/>
                </a:cubicBezTo>
                <a:cubicBezTo>
                  <a:pt x="44611" y="8870"/>
                  <a:pt x="48310" y="13195"/>
                  <a:pt x="50072" y="18147"/>
                </a:cubicBezTo>
                <a:cubicBezTo>
                  <a:pt x="51776" y="23157"/>
                  <a:pt x="51267" y="27818"/>
                  <a:pt x="48412" y="32260"/>
                </a:cubicBezTo>
                <a:cubicBezTo>
                  <a:pt x="46766" y="34867"/>
                  <a:pt x="44771" y="36862"/>
                  <a:pt x="42499" y="38057"/>
                </a:cubicBezTo>
                <a:cubicBezTo>
                  <a:pt x="40227" y="39309"/>
                  <a:pt x="37605" y="39877"/>
                  <a:pt x="34649" y="39761"/>
                </a:cubicBezTo>
                <a:close/>
                <a:moveTo>
                  <a:pt x="34940" y="11375"/>
                </a:moveTo>
                <a:cubicBezTo>
                  <a:pt x="30556" y="8593"/>
                  <a:pt x="26565" y="7282"/>
                  <a:pt x="22924" y="7501"/>
                </a:cubicBezTo>
                <a:cubicBezTo>
                  <a:pt x="19283" y="7734"/>
                  <a:pt x="16443" y="9379"/>
                  <a:pt x="14448" y="12569"/>
                </a:cubicBezTo>
                <a:cubicBezTo>
                  <a:pt x="12409" y="15700"/>
                  <a:pt x="12059" y="19007"/>
                  <a:pt x="13428" y="22356"/>
                </a:cubicBezTo>
                <a:cubicBezTo>
                  <a:pt x="14739" y="25764"/>
                  <a:pt x="17637" y="28837"/>
                  <a:pt x="22021" y="31634"/>
                </a:cubicBezTo>
                <a:cubicBezTo>
                  <a:pt x="26405" y="34474"/>
                  <a:pt x="30381" y="35726"/>
                  <a:pt x="34022" y="35552"/>
                </a:cubicBezTo>
                <a:cubicBezTo>
                  <a:pt x="37664" y="35333"/>
                  <a:pt x="40504" y="33673"/>
                  <a:pt x="42499" y="30498"/>
                </a:cubicBezTo>
                <a:cubicBezTo>
                  <a:pt x="44552" y="27366"/>
                  <a:pt x="44887" y="24060"/>
                  <a:pt x="43518" y="20711"/>
                </a:cubicBezTo>
                <a:cubicBezTo>
                  <a:pt x="42222" y="17288"/>
                  <a:pt x="39309" y="14215"/>
                  <a:pt x="34940" y="11375"/>
                </a:cubicBezTo>
                <a:close/>
                <a:moveTo>
                  <a:pt x="34940" y="113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F8BD6-F560-4733-B859-AC593C73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30" y="1065615"/>
            <a:ext cx="53815" cy="58039"/>
          </a:xfrm>
          <a:custGeom xmlns:a="http://schemas.openxmlformats.org/drawingml/2006/main">
            <a:pathLst>
              <a:path w="53815" h="58039">
                <a:moveTo>
                  <a:pt x="34649" y="39717"/>
                </a:moveTo>
                <a:lnTo>
                  <a:pt x="53815" y="51995"/>
                </a:lnTo>
                <a:lnTo>
                  <a:pt x="50000" y="58039"/>
                </a:lnTo>
                <a:lnTo>
                  <a:pt x="0" y="25997"/>
                </a:lnTo>
                <a:lnTo>
                  <a:pt x="3816" y="20026"/>
                </a:lnTo>
                <a:lnTo>
                  <a:pt x="9321" y="23551"/>
                </a:lnTo>
                <a:cubicBezTo>
                  <a:pt x="7967" y="20944"/>
                  <a:pt x="7399" y="18322"/>
                  <a:pt x="7559" y="15759"/>
                </a:cubicBezTo>
                <a:cubicBezTo>
                  <a:pt x="7734" y="13137"/>
                  <a:pt x="8651" y="10530"/>
                  <a:pt x="10355" y="7908"/>
                </a:cubicBezTo>
                <a:cubicBezTo>
                  <a:pt x="13195" y="3466"/>
                  <a:pt x="17230" y="1020"/>
                  <a:pt x="22473" y="510"/>
                </a:cubicBezTo>
                <a:cubicBezTo>
                  <a:pt x="27701" y="0"/>
                  <a:pt x="33163" y="1544"/>
                  <a:pt x="38916" y="5185"/>
                </a:cubicBezTo>
                <a:cubicBezTo>
                  <a:pt x="44596" y="8826"/>
                  <a:pt x="48296" y="13137"/>
                  <a:pt x="50058" y="18147"/>
                </a:cubicBezTo>
                <a:cubicBezTo>
                  <a:pt x="51776" y="23157"/>
                  <a:pt x="51252" y="27818"/>
                  <a:pt x="48412" y="32202"/>
                </a:cubicBezTo>
                <a:cubicBezTo>
                  <a:pt x="46708" y="34882"/>
                  <a:pt x="44713" y="36804"/>
                  <a:pt x="42441" y="38057"/>
                </a:cubicBezTo>
                <a:cubicBezTo>
                  <a:pt x="40227" y="39309"/>
                  <a:pt x="37605" y="39877"/>
                  <a:pt x="34649" y="39717"/>
                </a:cubicBezTo>
                <a:close/>
                <a:moveTo>
                  <a:pt x="34925" y="11375"/>
                </a:moveTo>
                <a:cubicBezTo>
                  <a:pt x="30542" y="8593"/>
                  <a:pt x="26565" y="7282"/>
                  <a:pt x="22924" y="7515"/>
                </a:cubicBezTo>
                <a:cubicBezTo>
                  <a:pt x="19283" y="7675"/>
                  <a:pt x="16443" y="9394"/>
                  <a:pt x="14390" y="12511"/>
                </a:cubicBezTo>
                <a:cubicBezTo>
                  <a:pt x="12394" y="15700"/>
                  <a:pt x="12059" y="18948"/>
                  <a:pt x="13428" y="22356"/>
                </a:cubicBezTo>
                <a:cubicBezTo>
                  <a:pt x="14739" y="25779"/>
                  <a:pt x="17579" y="28852"/>
                  <a:pt x="21963" y="31634"/>
                </a:cubicBezTo>
                <a:cubicBezTo>
                  <a:pt x="26332" y="34416"/>
                  <a:pt x="30381" y="35726"/>
                  <a:pt x="34022" y="35508"/>
                </a:cubicBezTo>
                <a:cubicBezTo>
                  <a:pt x="37664" y="35333"/>
                  <a:pt x="40504" y="33629"/>
                  <a:pt x="42499" y="30498"/>
                </a:cubicBezTo>
                <a:cubicBezTo>
                  <a:pt x="44494" y="27308"/>
                  <a:pt x="44829" y="24060"/>
                  <a:pt x="43518" y="20652"/>
                </a:cubicBezTo>
                <a:cubicBezTo>
                  <a:pt x="42149" y="17302"/>
                  <a:pt x="39309" y="14171"/>
                  <a:pt x="34925" y="11375"/>
                </a:cubicBezTo>
                <a:close/>
                <a:moveTo>
                  <a:pt x="34925" y="1137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EB72A-E5DD-4420-B3DB-AD2F6B41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131" y="1024252"/>
            <a:ext cx="48980" cy="44378"/>
          </a:xfrm>
          <a:custGeom xmlns:a="http://schemas.openxmlformats.org/drawingml/2006/main">
            <a:pathLst>
              <a:path w="48980" h="44378">
                <a:moveTo>
                  <a:pt x="32085" y="4733"/>
                </a:moveTo>
                <a:lnTo>
                  <a:pt x="34984" y="6598"/>
                </a:lnTo>
                <a:lnTo>
                  <a:pt x="17463" y="33964"/>
                </a:lnTo>
                <a:cubicBezTo>
                  <a:pt x="21730" y="36294"/>
                  <a:pt x="25662" y="37096"/>
                  <a:pt x="29245" y="36251"/>
                </a:cubicBezTo>
                <a:cubicBezTo>
                  <a:pt x="32770" y="35391"/>
                  <a:pt x="35843" y="33003"/>
                  <a:pt x="38348" y="29071"/>
                </a:cubicBezTo>
                <a:cubicBezTo>
                  <a:pt x="39819" y="26798"/>
                  <a:pt x="40970" y="24410"/>
                  <a:pt x="41756" y="21905"/>
                </a:cubicBezTo>
                <a:cubicBezTo>
                  <a:pt x="42557" y="19400"/>
                  <a:pt x="43125" y="16734"/>
                  <a:pt x="43358" y="13880"/>
                </a:cubicBezTo>
                <a:lnTo>
                  <a:pt x="48980" y="17463"/>
                </a:lnTo>
                <a:cubicBezTo>
                  <a:pt x="48529" y="20201"/>
                  <a:pt x="47786" y="22822"/>
                  <a:pt x="46825" y="25371"/>
                </a:cubicBezTo>
                <a:cubicBezTo>
                  <a:pt x="45863" y="27935"/>
                  <a:pt x="44669" y="30323"/>
                  <a:pt x="43183" y="32653"/>
                </a:cubicBezTo>
                <a:cubicBezTo>
                  <a:pt x="39484" y="38465"/>
                  <a:pt x="34882" y="41931"/>
                  <a:pt x="29362" y="43183"/>
                </a:cubicBezTo>
                <a:cubicBezTo>
                  <a:pt x="23842" y="44378"/>
                  <a:pt x="18205" y="43183"/>
                  <a:pt x="12467" y="39484"/>
                </a:cubicBezTo>
                <a:cubicBezTo>
                  <a:pt x="6539" y="35726"/>
                  <a:pt x="2840" y="31124"/>
                  <a:pt x="1427" y="25662"/>
                </a:cubicBezTo>
                <a:cubicBezTo>
                  <a:pt x="0" y="20259"/>
                  <a:pt x="1020" y="14797"/>
                  <a:pt x="4500" y="9394"/>
                </a:cubicBezTo>
                <a:cubicBezTo>
                  <a:pt x="7573" y="4500"/>
                  <a:pt x="11608" y="1660"/>
                  <a:pt x="16560" y="801"/>
                </a:cubicBezTo>
                <a:cubicBezTo>
                  <a:pt x="21512" y="0"/>
                  <a:pt x="26682" y="1311"/>
                  <a:pt x="32085" y="4733"/>
                </a:cubicBezTo>
                <a:close/>
                <a:moveTo>
                  <a:pt x="26507" y="9569"/>
                </a:moveTo>
                <a:cubicBezTo>
                  <a:pt x="23274" y="7515"/>
                  <a:pt x="20084" y="6772"/>
                  <a:pt x="17011" y="7340"/>
                </a:cubicBezTo>
                <a:cubicBezTo>
                  <a:pt x="13938" y="7850"/>
                  <a:pt x="11433" y="9612"/>
                  <a:pt x="9554" y="12525"/>
                </a:cubicBezTo>
                <a:cubicBezTo>
                  <a:pt x="7457" y="15817"/>
                  <a:pt x="6656" y="19123"/>
                  <a:pt x="7282" y="22313"/>
                </a:cubicBezTo>
                <a:cubicBezTo>
                  <a:pt x="7850" y="25488"/>
                  <a:pt x="9787" y="28342"/>
                  <a:pt x="13035" y="30833"/>
                </a:cubicBezTo>
                <a:lnTo>
                  <a:pt x="26507" y="9569"/>
                </a:lnTo>
                <a:close/>
                <a:moveTo>
                  <a:pt x="26507" y="95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447FD-6882-4A1A-AF32-72C10ABD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701" y="987273"/>
            <a:ext cx="40052" cy="44727"/>
          </a:xfrm>
          <a:custGeom xmlns:a="http://schemas.openxmlformats.org/drawingml/2006/main">
            <a:pathLst>
              <a:path w="40052" h="44727">
                <a:moveTo>
                  <a:pt x="19108" y="3874"/>
                </a:moveTo>
                <a:cubicBezTo>
                  <a:pt x="18307" y="4267"/>
                  <a:pt x="17579" y="4835"/>
                  <a:pt x="16895" y="5520"/>
                </a:cubicBezTo>
                <a:cubicBezTo>
                  <a:pt x="16210" y="6204"/>
                  <a:pt x="15526" y="7005"/>
                  <a:pt x="14958" y="7908"/>
                </a:cubicBezTo>
                <a:cubicBezTo>
                  <a:pt x="12788" y="11331"/>
                  <a:pt x="12220" y="14564"/>
                  <a:pt x="13254" y="17812"/>
                </a:cubicBezTo>
                <a:cubicBezTo>
                  <a:pt x="14273" y="21002"/>
                  <a:pt x="16836" y="23900"/>
                  <a:pt x="20987" y="26522"/>
                </a:cubicBezTo>
                <a:lnTo>
                  <a:pt x="40052" y="38741"/>
                </a:lnTo>
                <a:lnTo>
                  <a:pt x="36236" y="44727"/>
                </a:lnTo>
                <a:lnTo>
                  <a:pt x="0" y="21570"/>
                </a:lnTo>
                <a:lnTo>
                  <a:pt x="3801" y="15540"/>
                </a:lnTo>
                <a:lnTo>
                  <a:pt x="9438" y="19181"/>
                </a:lnTo>
                <a:cubicBezTo>
                  <a:pt x="8069" y="16501"/>
                  <a:pt x="7442" y="13822"/>
                  <a:pt x="7675" y="11156"/>
                </a:cubicBezTo>
                <a:cubicBezTo>
                  <a:pt x="7908" y="8418"/>
                  <a:pt x="8928" y="5695"/>
                  <a:pt x="10749" y="2796"/>
                </a:cubicBezTo>
                <a:cubicBezTo>
                  <a:pt x="11025" y="2389"/>
                  <a:pt x="11317" y="1937"/>
                  <a:pt x="11710" y="1486"/>
                </a:cubicBezTo>
                <a:cubicBezTo>
                  <a:pt x="12059" y="1034"/>
                  <a:pt x="12511" y="510"/>
                  <a:pt x="12962" y="0"/>
                </a:cubicBezTo>
                <a:lnTo>
                  <a:pt x="19108" y="3874"/>
                </a:lnTo>
                <a:close/>
                <a:moveTo>
                  <a:pt x="19108" y="38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6C41B-658A-4B3A-8331-C5C01D81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167" y="966344"/>
            <a:ext cx="54165" cy="38173"/>
          </a:xfrm>
          <a:custGeom xmlns:a="http://schemas.openxmlformats.org/drawingml/2006/main">
            <a:pathLst>
              <a:path w="54165" h="38173">
                <a:moveTo>
                  <a:pt x="14113" y="15016"/>
                </a:moveTo>
                <a:lnTo>
                  <a:pt x="17914" y="9044"/>
                </a:lnTo>
                <a:lnTo>
                  <a:pt x="54165" y="32202"/>
                </a:lnTo>
                <a:lnTo>
                  <a:pt x="50349" y="38173"/>
                </a:lnTo>
                <a:lnTo>
                  <a:pt x="14113" y="15016"/>
                </a:lnTo>
                <a:close/>
                <a:moveTo>
                  <a:pt x="0" y="5971"/>
                </a:moveTo>
                <a:lnTo>
                  <a:pt x="3816" y="0"/>
                </a:lnTo>
                <a:lnTo>
                  <a:pt x="11317" y="4835"/>
                </a:lnTo>
                <a:lnTo>
                  <a:pt x="7501" y="10807"/>
                </a:lnTo>
                <a:lnTo>
                  <a:pt x="0" y="5971"/>
                </a:lnTo>
                <a:close/>
                <a:moveTo>
                  <a:pt x="0" y="59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F1683-121C-40C0-A7AD-FBA959E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874" y="914961"/>
            <a:ext cx="70098" cy="71351"/>
          </a:xfrm>
          <a:custGeom xmlns:a="http://schemas.openxmlformats.org/drawingml/2006/main">
            <a:pathLst>
              <a:path w="70098" h="71351">
                <a:moveTo>
                  <a:pt x="25153" y="24191"/>
                </a:moveTo>
                <a:cubicBezTo>
                  <a:pt x="23449" y="21002"/>
                  <a:pt x="22589" y="17987"/>
                  <a:pt x="22648" y="15089"/>
                </a:cubicBezTo>
                <a:cubicBezTo>
                  <a:pt x="22706" y="12176"/>
                  <a:pt x="23623" y="9336"/>
                  <a:pt x="25444" y="6554"/>
                </a:cubicBezTo>
                <a:cubicBezTo>
                  <a:pt x="27833" y="2796"/>
                  <a:pt x="31008" y="685"/>
                  <a:pt x="34940" y="350"/>
                </a:cubicBezTo>
                <a:cubicBezTo>
                  <a:pt x="38916" y="0"/>
                  <a:pt x="43300" y="1369"/>
                  <a:pt x="48194" y="4500"/>
                </a:cubicBezTo>
                <a:lnTo>
                  <a:pt x="70098" y="18439"/>
                </a:lnTo>
                <a:lnTo>
                  <a:pt x="66224" y="24468"/>
                </a:lnTo>
                <a:lnTo>
                  <a:pt x="44552" y="10588"/>
                </a:lnTo>
                <a:cubicBezTo>
                  <a:pt x="41086" y="8375"/>
                  <a:pt x="38130" y="7340"/>
                  <a:pt x="35683" y="7515"/>
                </a:cubicBezTo>
                <a:cubicBezTo>
                  <a:pt x="33178" y="7632"/>
                  <a:pt x="31124" y="9001"/>
                  <a:pt x="29537" y="11491"/>
                </a:cubicBezTo>
                <a:cubicBezTo>
                  <a:pt x="27541" y="14564"/>
                  <a:pt x="27032" y="17696"/>
                  <a:pt x="27935" y="20769"/>
                </a:cubicBezTo>
                <a:cubicBezTo>
                  <a:pt x="28852" y="23900"/>
                  <a:pt x="31066" y="26580"/>
                  <a:pt x="34590" y="28852"/>
                </a:cubicBezTo>
                <a:lnTo>
                  <a:pt x="55083" y="41931"/>
                </a:lnTo>
                <a:lnTo>
                  <a:pt x="51267" y="47902"/>
                </a:lnTo>
                <a:lnTo>
                  <a:pt x="29595" y="34022"/>
                </a:lnTo>
                <a:cubicBezTo>
                  <a:pt x="26070" y="31809"/>
                  <a:pt x="23099" y="30789"/>
                  <a:pt x="20652" y="30949"/>
                </a:cubicBezTo>
                <a:cubicBezTo>
                  <a:pt x="18205" y="31124"/>
                  <a:pt x="16166" y="32493"/>
                  <a:pt x="14521" y="35056"/>
                </a:cubicBezTo>
                <a:cubicBezTo>
                  <a:pt x="12525" y="38071"/>
                  <a:pt x="12016" y="41144"/>
                  <a:pt x="12919" y="44261"/>
                </a:cubicBezTo>
                <a:cubicBezTo>
                  <a:pt x="13836" y="47334"/>
                  <a:pt x="16050" y="50014"/>
                  <a:pt x="19575" y="52286"/>
                </a:cubicBezTo>
                <a:lnTo>
                  <a:pt x="40052" y="65380"/>
                </a:lnTo>
                <a:lnTo>
                  <a:pt x="36251" y="71351"/>
                </a:lnTo>
                <a:lnTo>
                  <a:pt x="0" y="48194"/>
                </a:lnTo>
                <a:lnTo>
                  <a:pt x="3816" y="42222"/>
                </a:lnTo>
                <a:lnTo>
                  <a:pt x="9452" y="45805"/>
                </a:lnTo>
                <a:cubicBezTo>
                  <a:pt x="8083" y="43009"/>
                  <a:pt x="7515" y="40343"/>
                  <a:pt x="7690" y="37780"/>
                </a:cubicBezTo>
                <a:cubicBezTo>
                  <a:pt x="7865" y="35217"/>
                  <a:pt x="8768" y="32610"/>
                  <a:pt x="10414" y="29988"/>
                </a:cubicBezTo>
                <a:cubicBezTo>
                  <a:pt x="12132" y="27366"/>
                  <a:pt x="14171" y="25546"/>
                  <a:pt x="16734" y="24585"/>
                </a:cubicBezTo>
                <a:cubicBezTo>
                  <a:pt x="19240" y="23565"/>
                  <a:pt x="22021" y="23449"/>
                  <a:pt x="25153" y="24191"/>
                </a:cubicBezTo>
                <a:close/>
                <a:moveTo>
                  <a:pt x="25153" y="2419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0C72B-F75B-4913-A5CE-FD405F03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620" y="873263"/>
            <a:ext cx="48980" cy="44436"/>
          </a:xfrm>
          <a:custGeom xmlns:a="http://schemas.openxmlformats.org/drawingml/2006/main">
            <a:pathLst>
              <a:path w="48980" h="44436">
                <a:moveTo>
                  <a:pt x="32144" y="4777"/>
                </a:moveTo>
                <a:lnTo>
                  <a:pt x="35042" y="6598"/>
                </a:lnTo>
                <a:lnTo>
                  <a:pt x="17521" y="33964"/>
                </a:lnTo>
                <a:cubicBezTo>
                  <a:pt x="21788" y="36353"/>
                  <a:pt x="25721" y="37096"/>
                  <a:pt x="29245" y="36294"/>
                </a:cubicBezTo>
                <a:cubicBezTo>
                  <a:pt x="32828" y="35450"/>
                  <a:pt x="35843" y="33061"/>
                  <a:pt x="38406" y="29071"/>
                </a:cubicBezTo>
                <a:cubicBezTo>
                  <a:pt x="39877" y="26798"/>
                  <a:pt x="41013" y="24410"/>
                  <a:pt x="41814" y="21905"/>
                </a:cubicBezTo>
                <a:cubicBezTo>
                  <a:pt x="42615" y="19400"/>
                  <a:pt x="43125" y="16734"/>
                  <a:pt x="43358" y="13880"/>
                </a:cubicBezTo>
                <a:lnTo>
                  <a:pt x="48980" y="17521"/>
                </a:lnTo>
                <a:cubicBezTo>
                  <a:pt x="48529" y="20201"/>
                  <a:pt x="47844" y="22866"/>
                  <a:pt x="46883" y="25429"/>
                </a:cubicBezTo>
                <a:cubicBezTo>
                  <a:pt x="45907" y="27935"/>
                  <a:pt x="44713" y="30381"/>
                  <a:pt x="43242" y="32653"/>
                </a:cubicBezTo>
                <a:cubicBezTo>
                  <a:pt x="39542" y="38465"/>
                  <a:pt x="34940" y="41989"/>
                  <a:pt x="29420" y="43183"/>
                </a:cubicBezTo>
                <a:cubicBezTo>
                  <a:pt x="23900" y="44436"/>
                  <a:pt x="18205" y="43183"/>
                  <a:pt x="12511" y="39542"/>
                </a:cubicBezTo>
                <a:cubicBezTo>
                  <a:pt x="6539" y="35726"/>
                  <a:pt x="2898" y="31124"/>
                  <a:pt x="1427" y="25721"/>
                </a:cubicBezTo>
                <a:cubicBezTo>
                  <a:pt x="0" y="20259"/>
                  <a:pt x="1020" y="14856"/>
                  <a:pt x="4500" y="9394"/>
                </a:cubicBezTo>
                <a:cubicBezTo>
                  <a:pt x="7632" y="4500"/>
                  <a:pt x="11666" y="1646"/>
                  <a:pt x="16618" y="859"/>
                </a:cubicBezTo>
                <a:cubicBezTo>
                  <a:pt x="21570" y="0"/>
                  <a:pt x="26740" y="1311"/>
                  <a:pt x="32144" y="4777"/>
                </a:cubicBezTo>
                <a:close/>
                <a:moveTo>
                  <a:pt x="26565" y="9612"/>
                </a:moveTo>
                <a:cubicBezTo>
                  <a:pt x="23274" y="7573"/>
                  <a:pt x="20084" y="6831"/>
                  <a:pt x="17011" y="7340"/>
                </a:cubicBezTo>
                <a:cubicBezTo>
                  <a:pt x="13938" y="7908"/>
                  <a:pt x="11491" y="9612"/>
                  <a:pt x="9612" y="12569"/>
                </a:cubicBezTo>
                <a:cubicBezTo>
                  <a:pt x="7457" y="15875"/>
                  <a:pt x="6714" y="19123"/>
                  <a:pt x="7340" y="22298"/>
                </a:cubicBezTo>
                <a:cubicBezTo>
                  <a:pt x="7908" y="25546"/>
                  <a:pt x="9846" y="28328"/>
                  <a:pt x="13035" y="30833"/>
                </a:cubicBezTo>
                <a:lnTo>
                  <a:pt x="26565" y="9612"/>
                </a:lnTo>
                <a:close/>
                <a:moveTo>
                  <a:pt x="26565" y="961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C0A20-1524-4672-81DA-C1693F6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234" y="832133"/>
            <a:ext cx="55651" cy="48864"/>
          </a:xfrm>
          <a:custGeom xmlns:a="http://schemas.openxmlformats.org/drawingml/2006/main">
            <a:pathLst>
              <a:path w="55651" h="48864">
                <a:moveTo>
                  <a:pt x="33746" y="4544"/>
                </a:moveTo>
                <a:lnTo>
                  <a:pt x="55651" y="18540"/>
                </a:lnTo>
                <a:lnTo>
                  <a:pt x="51835" y="24468"/>
                </a:lnTo>
                <a:lnTo>
                  <a:pt x="30163" y="10632"/>
                </a:lnTo>
                <a:cubicBezTo>
                  <a:pt x="26682" y="8418"/>
                  <a:pt x="23725" y="7457"/>
                  <a:pt x="21177" y="7734"/>
                </a:cubicBezTo>
                <a:cubicBezTo>
                  <a:pt x="18613" y="7967"/>
                  <a:pt x="16443" y="9438"/>
                  <a:pt x="14739" y="12118"/>
                </a:cubicBezTo>
                <a:cubicBezTo>
                  <a:pt x="12700" y="15307"/>
                  <a:pt x="12118" y="18482"/>
                  <a:pt x="12977" y="21672"/>
                </a:cubicBezTo>
                <a:cubicBezTo>
                  <a:pt x="13836" y="24803"/>
                  <a:pt x="16050" y="27527"/>
                  <a:pt x="19575" y="29813"/>
                </a:cubicBezTo>
                <a:lnTo>
                  <a:pt x="40052" y="42892"/>
                </a:lnTo>
                <a:lnTo>
                  <a:pt x="36251" y="48864"/>
                </a:lnTo>
                <a:lnTo>
                  <a:pt x="0" y="25721"/>
                </a:lnTo>
                <a:lnTo>
                  <a:pt x="3816" y="19735"/>
                </a:lnTo>
                <a:lnTo>
                  <a:pt x="9452" y="23318"/>
                </a:lnTo>
                <a:cubicBezTo>
                  <a:pt x="8200" y="20536"/>
                  <a:pt x="7632" y="17812"/>
                  <a:pt x="7748" y="15191"/>
                </a:cubicBezTo>
                <a:cubicBezTo>
                  <a:pt x="7908" y="12569"/>
                  <a:pt x="8826" y="9947"/>
                  <a:pt x="10414" y="7457"/>
                </a:cubicBezTo>
                <a:cubicBezTo>
                  <a:pt x="13093" y="3292"/>
                  <a:pt x="16385" y="961"/>
                  <a:pt x="20317" y="510"/>
                </a:cubicBezTo>
                <a:cubicBezTo>
                  <a:pt x="24293" y="0"/>
                  <a:pt x="28736" y="1369"/>
                  <a:pt x="33746" y="4544"/>
                </a:cubicBezTo>
                <a:close/>
                <a:moveTo>
                  <a:pt x="33746" y="454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FB5B5-8504-4818-9EBF-CE7D4B4C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852" y="797485"/>
            <a:ext cx="58199" cy="37780"/>
          </a:xfrm>
          <a:custGeom xmlns:a="http://schemas.openxmlformats.org/drawingml/2006/main">
            <a:pathLst>
              <a:path w="58199" h="37780">
                <a:moveTo>
                  <a:pt x="3816" y="5695"/>
                </a:moveTo>
                <a:lnTo>
                  <a:pt x="14113" y="12234"/>
                </a:lnTo>
                <a:lnTo>
                  <a:pt x="21963" y="0"/>
                </a:lnTo>
                <a:lnTo>
                  <a:pt x="26565" y="2957"/>
                </a:lnTo>
                <a:lnTo>
                  <a:pt x="18774" y="15191"/>
                </a:lnTo>
                <a:lnTo>
                  <a:pt x="38406" y="27760"/>
                </a:lnTo>
                <a:cubicBezTo>
                  <a:pt x="41363" y="29697"/>
                  <a:pt x="43518" y="30498"/>
                  <a:pt x="44887" y="30207"/>
                </a:cubicBezTo>
                <a:cubicBezTo>
                  <a:pt x="46257" y="29930"/>
                  <a:pt x="47728" y="28561"/>
                  <a:pt x="49330" y="26114"/>
                </a:cubicBezTo>
                <a:lnTo>
                  <a:pt x="53189" y="19968"/>
                </a:lnTo>
                <a:lnTo>
                  <a:pt x="58199" y="23157"/>
                </a:lnTo>
                <a:lnTo>
                  <a:pt x="54281" y="29245"/>
                </a:lnTo>
                <a:cubicBezTo>
                  <a:pt x="51369" y="33848"/>
                  <a:pt x="48470" y="36469"/>
                  <a:pt x="45630" y="37154"/>
                </a:cubicBezTo>
                <a:cubicBezTo>
                  <a:pt x="42790" y="37780"/>
                  <a:pt x="39149" y="36688"/>
                  <a:pt x="34590" y="33789"/>
                </a:cubicBezTo>
                <a:lnTo>
                  <a:pt x="14914" y="21220"/>
                </a:lnTo>
                <a:lnTo>
                  <a:pt x="12118" y="25546"/>
                </a:lnTo>
                <a:lnTo>
                  <a:pt x="7515" y="22589"/>
                </a:lnTo>
                <a:lnTo>
                  <a:pt x="10297" y="18264"/>
                </a:lnTo>
                <a:lnTo>
                  <a:pt x="0" y="11666"/>
                </a:lnTo>
                <a:lnTo>
                  <a:pt x="3816" y="5695"/>
                </a:lnTo>
                <a:close/>
                <a:moveTo>
                  <a:pt x="3816" y="56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E76DD-F1D9-4E67-A441-D715198B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704" y="766360"/>
            <a:ext cx="52505" cy="44887"/>
          </a:xfrm>
          <a:custGeom xmlns:a="http://schemas.openxmlformats.org/drawingml/2006/main">
            <a:pathLst>
              <a:path w="52505" h="44887">
                <a:moveTo>
                  <a:pt x="26682" y="18322"/>
                </a:moveTo>
                <a:cubicBezTo>
                  <a:pt x="23609" y="23157"/>
                  <a:pt x="22007" y="26857"/>
                  <a:pt x="21949" y="29420"/>
                </a:cubicBezTo>
                <a:cubicBezTo>
                  <a:pt x="21847" y="31983"/>
                  <a:pt x="23143" y="34081"/>
                  <a:pt x="25764" y="35785"/>
                </a:cubicBezTo>
                <a:cubicBezTo>
                  <a:pt x="27876" y="37154"/>
                  <a:pt x="30032" y="37489"/>
                  <a:pt x="32144" y="36921"/>
                </a:cubicBezTo>
                <a:cubicBezTo>
                  <a:pt x="34299" y="36294"/>
                  <a:pt x="36120" y="34823"/>
                  <a:pt x="37664" y="32435"/>
                </a:cubicBezTo>
                <a:cubicBezTo>
                  <a:pt x="39761" y="29129"/>
                  <a:pt x="40271" y="25721"/>
                  <a:pt x="39193" y="22254"/>
                </a:cubicBezTo>
                <a:cubicBezTo>
                  <a:pt x="38173" y="18715"/>
                  <a:pt x="35668" y="15759"/>
                  <a:pt x="31794" y="13254"/>
                </a:cubicBezTo>
                <a:lnTo>
                  <a:pt x="30483" y="12409"/>
                </a:lnTo>
                <a:lnTo>
                  <a:pt x="26682" y="18322"/>
                </a:lnTo>
                <a:close/>
                <a:moveTo>
                  <a:pt x="31794" y="4894"/>
                </a:moveTo>
                <a:lnTo>
                  <a:pt x="52505" y="18089"/>
                </a:lnTo>
                <a:lnTo>
                  <a:pt x="48689" y="24075"/>
                </a:lnTo>
                <a:lnTo>
                  <a:pt x="43169" y="20536"/>
                </a:lnTo>
                <a:cubicBezTo>
                  <a:pt x="44480" y="23332"/>
                  <a:pt x="45048" y="26056"/>
                  <a:pt x="44771" y="28736"/>
                </a:cubicBezTo>
                <a:cubicBezTo>
                  <a:pt x="44538" y="31459"/>
                  <a:pt x="43460" y="34255"/>
                  <a:pt x="41581" y="37212"/>
                </a:cubicBezTo>
                <a:cubicBezTo>
                  <a:pt x="39251" y="40911"/>
                  <a:pt x="36294" y="43183"/>
                  <a:pt x="32814" y="44043"/>
                </a:cubicBezTo>
                <a:cubicBezTo>
                  <a:pt x="29347" y="44887"/>
                  <a:pt x="25823" y="44203"/>
                  <a:pt x="22356" y="41989"/>
                </a:cubicBezTo>
                <a:cubicBezTo>
                  <a:pt x="18307" y="39368"/>
                  <a:pt x="16094" y="36076"/>
                  <a:pt x="15759" y="31983"/>
                </a:cubicBezTo>
                <a:cubicBezTo>
                  <a:pt x="15409" y="27935"/>
                  <a:pt x="17011" y="23216"/>
                  <a:pt x="20478" y="17812"/>
                </a:cubicBezTo>
                <a:lnTo>
                  <a:pt x="25823" y="9452"/>
                </a:lnTo>
                <a:lnTo>
                  <a:pt x="25196" y="9044"/>
                </a:lnTo>
                <a:cubicBezTo>
                  <a:pt x="22473" y="7282"/>
                  <a:pt x="19793" y="6831"/>
                  <a:pt x="17113" y="7690"/>
                </a:cubicBezTo>
                <a:cubicBezTo>
                  <a:pt x="14506" y="8535"/>
                  <a:pt x="12118" y="10588"/>
                  <a:pt x="10006" y="13822"/>
                </a:cubicBezTo>
                <a:cubicBezTo>
                  <a:pt x="8695" y="15933"/>
                  <a:pt x="7675" y="18089"/>
                  <a:pt x="6874" y="20376"/>
                </a:cubicBezTo>
                <a:cubicBezTo>
                  <a:pt x="6132" y="22648"/>
                  <a:pt x="5680" y="25036"/>
                  <a:pt x="5505" y="27483"/>
                </a:cubicBezTo>
                <a:lnTo>
                  <a:pt x="0" y="23958"/>
                </a:lnTo>
                <a:cubicBezTo>
                  <a:pt x="568" y="21220"/>
                  <a:pt x="1296" y="18715"/>
                  <a:pt x="2214" y="16385"/>
                </a:cubicBezTo>
                <a:cubicBezTo>
                  <a:pt x="3059" y="14113"/>
                  <a:pt x="4151" y="11957"/>
                  <a:pt x="5403" y="10020"/>
                </a:cubicBezTo>
                <a:cubicBezTo>
                  <a:pt x="8753" y="4777"/>
                  <a:pt x="12627" y="1704"/>
                  <a:pt x="16953" y="859"/>
                </a:cubicBezTo>
                <a:cubicBezTo>
                  <a:pt x="21322" y="0"/>
                  <a:pt x="26274" y="1369"/>
                  <a:pt x="31794" y="4894"/>
                </a:cubicBezTo>
                <a:close/>
                <a:moveTo>
                  <a:pt x="31794" y="48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E27D5-6751-4B83-9721-6A775A15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651" y="734057"/>
            <a:ext cx="54165" cy="38173"/>
          </a:xfrm>
          <a:custGeom xmlns:a="http://schemas.openxmlformats.org/drawingml/2006/main">
            <a:pathLst>
              <a:path w="54165" h="38173">
                <a:moveTo>
                  <a:pt x="0" y="5971"/>
                </a:moveTo>
                <a:lnTo>
                  <a:pt x="3816" y="0"/>
                </a:lnTo>
                <a:lnTo>
                  <a:pt x="54165" y="32187"/>
                </a:lnTo>
                <a:lnTo>
                  <a:pt x="50349" y="38173"/>
                </a:lnTo>
                <a:lnTo>
                  <a:pt x="0" y="5971"/>
                </a:lnTo>
                <a:close/>
                <a:moveTo>
                  <a:pt x="0" y="597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74566-37A8-4785-856B-FF2A080B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15" y="1892771"/>
            <a:ext cx="53247" cy="39717"/>
          </a:xfrm>
          <a:custGeom xmlns:a="http://schemas.openxmlformats.org/drawingml/2006/main">
            <a:pathLst>
              <a:path w="53247" h="39717">
                <a:moveTo>
                  <a:pt x="13822" y="15365"/>
                </a:moveTo>
                <a:lnTo>
                  <a:pt x="17798" y="9496"/>
                </a:lnTo>
                <a:lnTo>
                  <a:pt x="53247" y="33906"/>
                </a:lnTo>
                <a:lnTo>
                  <a:pt x="49257" y="39717"/>
                </a:lnTo>
                <a:lnTo>
                  <a:pt x="13822" y="15365"/>
                </a:lnTo>
                <a:close/>
                <a:moveTo>
                  <a:pt x="0" y="5855"/>
                </a:moveTo>
                <a:lnTo>
                  <a:pt x="4034" y="0"/>
                </a:lnTo>
                <a:lnTo>
                  <a:pt x="11433" y="5127"/>
                </a:lnTo>
                <a:lnTo>
                  <a:pt x="7384" y="10923"/>
                </a:lnTo>
                <a:lnTo>
                  <a:pt x="0" y="5855"/>
                </a:lnTo>
                <a:close/>
                <a:moveTo>
                  <a:pt x="0" y="58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F7C90-6AB7-48DA-AC19-6CA5222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319" y="1848844"/>
            <a:ext cx="61433" cy="59175"/>
          </a:xfrm>
          <a:custGeom xmlns:a="http://schemas.openxmlformats.org/drawingml/2006/main">
            <a:pathLst>
              <a:path w="61433" h="59175">
                <a:moveTo>
                  <a:pt x="21439" y="0"/>
                </a:moveTo>
                <a:lnTo>
                  <a:pt x="28211" y="4675"/>
                </a:lnTo>
                <a:cubicBezTo>
                  <a:pt x="24687" y="5418"/>
                  <a:pt x="21614" y="6714"/>
                  <a:pt x="18948" y="8476"/>
                </a:cubicBezTo>
                <a:cubicBezTo>
                  <a:pt x="16327" y="10195"/>
                  <a:pt x="14055" y="12467"/>
                  <a:pt x="12118" y="15191"/>
                </a:cubicBezTo>
                <a:cubicBezTo>
                  <a:pt x="8418" y="20609"/>
                  <a:pt x="7224" y="25895"/>
                  <a:pt x="8535" y="31008"/>
                </a:cubicBezTo>
                <a:cubicBezTo>
                  <a:pt x="9889" y="36134"/>
                  <a:pt x="13647" y="40853"/>
                  <a:pt x="19910" y="45179"/>
                </a:cubicBezTo>
                <a:cubicBezTo>
                  <a:pt x="26114" y="49446"/>
                  <a:pt x="31852" y="51267"/>
                  <a:pt x="37154" y="50699"/>
                </a:cubicBezTo>
                <a:cubicBezTo>
                  <a:pt x="42441" y="50072"/>
                  <a:pt x="46926" y="47116"/>
                  <a:pt x="50626" y="41712"/>
                </a:cubicBezTo>
                <a:cubicBezTo>
                  <a:pt x="52505" y="38974"/>
                  <a:pt x="53815" y="36018"/>
                  <a:pt x="54500" y="32886"/>
                </a:cubicBezTo>
                <a:cubicBezTo>
                  <a:pt x="55184" y="29813"/>
                  <a:pt x="55243" y="26463"/>
                  <a:pt x="54733" y="22939"/>
                </a:cubicBezTo>
                <a:lnTo>
                  <a:pt x="61433" y="27541"/>
                </a:lnTo>
                <a:cubicBezTo>
                  <a:pt x="61389" y="30789"/>
                  <a:pt x="60923" y="33964"/>
                  <a:pt x="59962" y="36994"/>
                </a:cubicBezTo>
                <a:cubicBezTo>
                  <a:pt x="59000" y="40008"/>
                  <a:pt x="57515" y="42907"/>
                  <a:pt x="55636" y="45688"/>
                </a:cubicBezTo>
                <a:cubicBezTo>
                  <a:pt x="50684" y="52854"/>
                  <a:pt x="44654" y="56961"/>
                  <a:pt x="37430" y="58097"/>
                </a:cubicBezTo>
                <a:cubicBezTo>
                  <a:pt x="30207" y="59175"/>
                  <a:pt x="22808" y="57122"/>
                  <a:pt x="15249" y="51893"/>
                </a:cubicBezTo>
                <a:cubicBezTo>
                  <a:pt x="7675" y="46664"/>
                  <a:pt x="3131" y="40518"/>
                  <a:pt x="1529" y="33396"/>
                </a:cubicBezTo>
                <a:cubicBezTo>
                  <a:pt x="0" y="26230"/>
                  <a:pt x="1704" y="19123"/>
                  <a:pt x="6656" y="11957"/>
                </a:cubicBezTo>
                <a:cubicBezTo>
                  <a:pt x="8593" y="9161"/>
                  <a:pt x="10749" y="6714"/>
                  <a:pt x="13254" y="4792"/>
                </a:cubicBezTo>
                <a:cubicBezTo>
                  <a:pt x="15700" y="2796"/>
                  <a:pt x="18424" y="1194"/>
                  <a:pt x="21439" y="0"/>
                </a:cubicBezTo>
                <a:close/>
                <a:moveTo>
                  <a:pt x="2143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9C916-00B1-460B-94B5-0927C5CD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733" y="1829561"/>
            <a:ext cx="53247" cy="39717"/>
          </a:xfrm>
          <a:custGeom xmlns:a="http://schemas.openxmlformats.org/drawingml/2006/main">
            <a:pathLst>
              <a:path w="53247" h="39717">
                <a:moveTo>
                  <a:pt x="0" y="5811"/>
                </a:moveTo>
                <a:lnTo>
                  <a:pt x="4034" y="0"/>
                </a:lnTo>
                <a:lnTo>
                  <a:pt x="53247" y="33906"/>
                </a:lnTo>
                <a:lnTo>
                  <a:pt x="49271" y="39717"/>
                </a:lnTo>
                <a:lnTo>
                  <a:pt x="0" y="5811"/>
                </a:lnTo>
                <a:close/>
                <a:moveTo>
                  <a:pt x="0" y="58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246E4-0477-4B16-A535-ACECAE9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940" y="1803389"/>
            <a:ext cx="46373" cy="43926"/>
          </a:xfrm>
          <a:custGeom xmlns:a="http://schemas.openxmlformats.org/drawingml/2006/main">
            <a:pathLst>
              <a:path w="46373" h="43926">
                <a:moveTo>
                  <a:pt x="9554" y="12584"/>
                </a:moveTo>
                <a:cubicBezTo>
                  <a:pt x="7399" y="15715"/>
                  <a:pt x="6889" y="19007"/>
                  <a:pt x="8083" y="22473"/>
                </a:cubicBezTo>
                <a:cubicBezTo>
                  <a:pt x="9278" y="26012"/>
                  <a:pt x="12001" y="29187"/>
                  <a:pt x="16210" y="32085"/>
                </a:cubicBezTo>
                <a:cubicBezTo>
                  <a:pt x="20478" y="34998"/>
                  <a:pt x="24410" y="36411"/>
                  <a:pt x="28109" y="36309"/>
                </a:cubicBezTo>
                <a:cubicBezTo>
                  <a:pt x="31809" y="36134"/>
                  <a:pt x="34707" y="34532"/>
                  <a:pt x="36862" y="31415"/>
                </a:cubicBezTo>
                <a:cubicBezTo>
                  <a:pt x="38974" y="28284"/>
                  <a:pt x="39484" y="24978"/>
                  <a:pt x="38290" y="21512"/>
                </a:cubicBezTo>
                <a:cubicBezTo>
                  <a:pt x="37096" y="17987"/>
                  <a:pt x="34357" y="14797"/>
                  <a:pt x="30148" y="11899"/>
                </a:cubicBezTo>
                <a:cubicBezTo>
                  <a:pt x="25939" y="9001"/>
                  <a:pt x="22021" y="7632"/>
                  <a:pt x="18264" y="7748"/>
                </a:cubicBezTo>
                <a:cubicBezTo>
                  <a:pt x="14564" y="7850"/>
                  <a:pt x="11666" y="9452"/>
                  <a:pt x="9554" y="12584"/>
                </a:cubicBezTo>
                <a:close/>
                <a:moveTo>
                  <a:pt x="4602" y="9161"/>
                </a:moveTo>
                <a:cubicBezTo>
                  <a:pt x="8083" y="4107"/>
                  <a:pt x="12453" y="1253"/>
                  <a:pt x="17754" y="626"/>
                </a:cubicBezTo>
                <a:cubicBezTo>
                  <a:pt x="23041" y="0"/>
                  <a:pt x="28561" y="1719"/>
                  <a:pt x="34416" y="5695"/>
                </a:cubicBezTo>
                <a:cubicBezTo>
                  <a:pt x="40169" y="9671"/>
                  <a:pt x="43751" y="14288"/>
                  <a:pt x="45062" y="19458"/>
                </a:cubicBezTo>
                <a:cubicBezTo>
                  <a:pt x="46373" y="24643"/>
                  <a:pt x="45281" y="29697"/>
                  <a:pt x="41814" y="34765"/>
                </a:cubicBezTo>
                <a:cubicBezTo>
                  <a:pt x="38290" y="39892"/>
                  <a:pt x="33906" y="42732"/>
                  <a:pt x="28619" y="43300"/>
                </a:cubicBezTo>
                <a:cubicBezTo>
                  <a:pt x="23332" y="43926"/>
                  <a:pt x="17812" y="42222"/>
                  <a:pt x="12001" y="38232"/>
                </a:cubicBezTo>
                <a:cubicBezTo>
                  <a:pt x="6204" y="34255"/>
                  <a:pt x="2622" y="29653"/>
                  <a:pt x="1311" y="24526"/>
                </a:cubicBezTo>
                <a:cubicBezTo>
                  <a:pt x="0" y="19356"/>
                  <a:pt x="1078" y="14288"/>
                  <a:pt x="4602" y="9161"/>
                </a:cubicBezTo>
                <a:close/>
                <a:moveTo>
                  <a:pt x="4602" y="91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B36CE-9774-4119-BE02-F78DE15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806" y="1758166"/>
            <a:ext cx="55869" cy="49271"/>
          </a:xfrm>
          <a:custGeom xmlns:a="http://schemas.openxmlformats.org/drawingml/2006/main">
            <a:pathLst>
              <a:path w="55869" h="49271">
                <a:moveTo>
                  <a:pt x="21453" y="44436"/>
                </a:moveTo>
                <a:lnTo>
                  <a:pt x="0" y="29697"/>
                </a:lnTo>
                <a:lnTo>
                  <a:pt x="3991" y="23842"/>
                </a:lnTo>
                <a:lnTo>
                  <a:pt x="25269" y="38465"/>
                </a:lnTo>
                <a:cubicBezTo>
                  <a:pt x="28619" y="40795"/>
                  <a:pt x="31576" y="41873"/>
                  <a:pt x="34139" y="41698"/>
                </a:cubicBezTo>
                <a:cubicBezTo>
                  <a:pt x="36702" y="41523"/>
                  <a:pt x="38916" y="40169"/>
                  <a:pt x="40678" y="37547"/>
                </a:cubicBezTo>
                <a:cubicBezTo>
                  <a:pt x="42848" y="34416"/>
                  <a:pt x="43591" y="31226"/>
                  <a:pt x="42848" y="28051"/>
                </a:cubicBezTo>
                <a:cubicBezTo>
                  <a:pt x="42047" y="24803"/>
                  <a:pt x="39950" y="22021"/>
                  <a:pt x="36527" y="19633"/>
                </a:cubicBezTo>
                <a:lnTo>
                  <a:pt x="16443" y="5797"/>
                </a:lnTo>
                <a:lnTo>
                  <a:pt x="20434" y="0"/>
                </a:lnTo>
                <a:lnTo>
                  <a:pt x="55869" y="24410"/>
                </a:lnTo>
                <a:lnTo>
                  <a:pt x="51835" y="30207"/>
                </a:lnTo>
                <a:lnTo>
                  <a:pt x="46431" y="26449"/>
                </a:lnTo>
                <a:cubicBezTo>
                  <a:pt x="47567" y="29362"/>
                  <a:pt x="48077" y="32085"/>
                  <a:pt x="47800" y="34707"/>
                </a:cubicBezTo>
                <a:cubicBezTo>
                  <a:pt x="47567" y="37256"/>
                  <a:pt x="46606" y="39819"/>
                  <a:pt x="44887" y="42266"/>
                </a:cubicBezTo>
                <a:cubicBezTo>
                  <a:pt x="42106" y="46315"/>
                  <a:pt x="38756" y="48529"/>
                  <a:pt x="34707" y="48922"/>
                </a:cubicBezTo>
                <a:cubicBezTo>
                  <a:pt x="30789" y="49271"/>
                  <a:pt x="26347" y="47786"/>
                  <a:pt x="21453" y="44436"/>
                </a:cubicBezTo>
                <a:close/>
                <a:moveTo>
                  <a:pt x="21453" y="444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C3E51-28EA-40B4-916F-2EE10D1C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755" y="1707526"/>
            <a:ext cx="53204" cy="59000"/>
          </a:xfrm>
          <a:custGeom xmlns:a="http://schemas.openxmlformats.org/drawingml/2006/main">
            <a:pathLst>
              <a:path w="53204" h="59000">
                <a:moveTo>
                  <a:pt x="19181" y="19065"/>
                </a:moveTo>
                <a:lnTo>
                  <a:pt x="0" y="5869"/>
                </a:lnTo>
                <a:lnTo>
                  <a:pt x="3991" y="0"/>
                </a:lnTo>
                <a:lnTo>
                  <a:pt x="53204" y="33906"/>
                </a:lnTo>
                <a:lnTo>
                  <a:pt x="49213" y="39717"/>
                </a:lnTo>
                <a:lnTo>
                  <a:pt x="43868" y="36076"/>
                </a:lnTo>
                <a:cubicBezTo>
                  <a:pt x="45179" y="38756"/>
                  <a:pt x="45630" y="41363"/>
                  <a:pt x="45412" y="43926"/>
                </a:cubicBezTo>
                <a:cubicBezTo>
                  <a:pt x="45120" y="46490"/>
                  <a:pt x="44101" y="49097"/>
                  <a:pt x="42339" y="51718"/>
                </a:cubicBezTo>
                <a:cubicBezTo>
                  <a:pt x="39368" y="55986"/>
                  <a:pt x="35275" y="58316"/>
                  <a:pt x="29988" y="58665"/>
                </a:cubicBezTo>
                <a:cubicBezTo>
                  <a:pt x="24701" y="59000"/>
                  <a:pt x="19298" y="57238"/>
                  <a:pt x="13720" y="53422"/>
                </a:cubicBezTo>
                <a:cubicBezTo>
                  <a:pt x="8141" y="49563"/>
                  <a:pt x="4617" y="45120"/>
                  <a:pt x="3015" y="40110"/>
                </a:cubicBezTo>
                <a:cubicBezTo>
                  <a:pt x="1486" y="35056"/>
                  <a:pt x="2170" y="30381"/>
                  <a:pt x="5127" y="26114"/>
                </a:cubicBezTo>
                <a:cubicBezTo>
                  <a:pt x="6889" y="23507"/>
                  <a:pt x="9001" y="21628"/>
                  <a:pt x="11273" y="20434"/>
                </a:cubicBezTo>
                <a:cubicBezTo>
                  <a:pt x="13603" y="19298"/>
                  <a:pt x="16225" y="18832"/>
                  <a:pt x="19181" y="19065"/>
                </a:cubicBezTo>
                <a:close/>
                <a:moveTo>
                  <a:pt x="17871" y="47393"/>
                </a:moveTo>
                <a:cubicBezTo>
                  <a:pt x="22138" y="50349"/>
                  <a:pt x="26114" y="51776"/>
                  <a:pt x="29755" y="51660"/>
                </a:cubicBezTo>
                <a:cubicBezTo>
                  <a:pt x="33396" y="51602"/>
                  <a:pt x="36309" y="50014"/>
                  <a:pt x="38406" y="46941"/>
                </a:cubicBezTo>
                <a:cubicBezTo>
                  <a:pt x="40518" y="43868"/>
                  <a:pt x="40970" y="40620"/>
                  <a:pt x="39775" y="37154"/>
                </a:cubicBezTo>
                <a:cubicBezTo>
                  <a:pt x="38523" y="33687"/>
                  <a:pt x="35785" y="30498"/>
                  <a:pt x="31517" y="27541"/>
                </a:cubicBezTo>
                <a:cubicBezTo>
                  <a:pt x="27250" y="24643"/>
                  <a:pt x="23274" y="23216"/>
                  <a:pt x="19633" y="23274"/>
                </a:cubicBezTo>
                <a:cubicBezTo>
                  <a:pt x="15992" y="23390"/>
                  <a:pt x="13093" y="24978"/>
                  <a:pt x="10982" y="28051"/>
                </a:cubicBezTo>
                <a:cubicBezTo>
                  <a:pt x="8826" y="31124"/>
                  <a:pt x="8418" y="34372"/>
                  <a:pt x="9612" y="37838"/>
                </a:cubicBezTo>
                <a:cubicBezTo>
                  <a:pt x="10865" y="41246"/>
                  <a:pt x="13603" y="44436"/>
                  <a:pt x="17871" y="47393"/>
                </a:cubicBezTo>
                <a:close/>
                <a:moveTo>
                  <a:pt x="17871" y="473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D53F2-B54F-4959-AE8D-262AEB9E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135" y="1669411"/>
            <a:ext cx="59175" cy="60253"/>
          </a:xfrm>
          <a:custGeom xmlns:a="http://schemas.openxmlformats.org/drawingml/2006/main">
            <a:pathLst>
              <a:path w="59175" h="60253">
                <a:moveTo>
                  <a:pt x="17069" y="0"/>
                </a:moveTo>
                <a:lnTo>
                  <a:pt x="23332" y="4326"/>
                </a:lnTo>
                <a:cubicBezTo>
                  <a:pt x="20478" y="5913"/>
                  <a:pt x="18031" y="7632"/>
                  <a:pt x="15992" y="9394"/>
                </a:cubicBezTo>
                <a:cubicBezTo>
                  <a:pt x="13938" y="11156"/>
                  <a:pt x="12234" y="13035"/>
                  <a:pt x="10807" y="15016"/>
                </a:cubicBezTo>
                <a:cubicBezTo>
                  <a:pt x="8418" y="18497"/>
                  <a:pt x="7282" y="21672"/>
                  <a:pt x="7340" y="24468"/>
                </a:cubicBezTo>
                <a:cubicBezTo>
                  <a:pt x="7399" y="27308"/>
                  <a:pt x="8651" y="29580"/>
                  <a:pt x="11156" y="31299"/>
                </a:cubicBezTo>
                <a:cubicBezTo>
                  <a:pt x="13195" y="32712"/>
                  <a:pt x="15249" y="33178"/>
                  <a:pt x="17186" y="32653"/>
                </a:cubicBezTo>
                <a:cubicBezTo>
                  <a:pt x="19065" y="32144"/>
                  <a:pt x="21570" y="30323"/>
                  <a:pt x="24628" y="27308"/>
                </a:cubicBezTo>
                <a:lnTo>
                  <a:pt x="28109" y="23958"/>
                </a:lnTo>
                <a:cubicBezTo>
                  <a:pt x="32260" y="19851"/>
                  <a:pt x="36294" y="17404"/>
                  <a:pt x="40169" y="16734"/>
                </a:cubicBezTo>
                <a:cubicBezTo>
                  <a:pt x="43984" y="16050"/>
                  <a:pt x="47844" y="17011"/>
                  <a:pt x="51660" y="19633"/>
                </a:cubicBezTo>
                <a:cubicBezTo>
                  <a:pt x="56262" y="22822"/>
                  <a:pt x="58651" y="26740"/>
                  <a:pt x="58942" y="31401"/>
                </a:cubicBezTo>
                <a:cubicBezTo>
                  <a:pt x="59175" y="36134"/>
                  <a:pt x="57238" y="41421"/>
                  <a:pt x="53189" y="47334"/>
                </a:cubicBezTo>
                <a:cubicBezTo>
                  <a:pt x="51660" y="49548"/>
                  <a:pt x="49723" y="51776"/>
                  <a:pt x="47509" y="53932"/>
                </a:cubicBezTo>
                <a:cubicBezTo>
                  <a:pt x="45281" y="56160"/>
                  <a:pt x="42732" y="58199"/>
                  <a:pt x="39877" y="60253"/>
                </a:cubicBezTo>
                <a:lnTo>
                  <a:pt x="33280" y="55694"/>
                </a:lnTo>
                <a:cubicBezTo>
                  <a:pt x="36527" y="54107"/>
                  <a:pt x="39368" y="52344"/>
                  <a:pt x="41814" y="50349"/>
                </a:cubicBezTo>
                <a:cubicBezTo>
                  <a:pt x="44261" y="48354"/>
                  <a:pt x="46315" y="46198"/>
                  <a:pt x="47961" y="43751"/>
                </a:cubicBezTo>
                <a:cubicBezTo>
                  <a:pt x="50524" y="40110"/>
                  <a:pt x="51718" y="36819"/>
                  <a:pt x="51660" y="33848"/>
                </a:cubicBezTo>
                <a:cubicBezTo>
                  <a:pt x="51602" y="30891"/>
                  <a:pt x="50233" y="28503"/>
                  <a:pt x="47567" y="26624"/>
                </a:cubicBezTo>
                <a:cubicBezTo>
                  <a:pt x="45237" y="25036"/>
                  <a:pt x="42950" y="24526"/>
                  <a:pt x="40620" y="25036"/>
                </a:cubicBezTo>
                <a:cubicBezTo>
                  <a:pt x="38348" y="25546"/>
                  <a:pt x="35785" y="27250"/>
                  <a:pt x="32886" y="30046"/>
                </a:cubicBezTo>
                <a:lnTo>
                  <a:pt x="29420" y="33396"/>
                </a:lnTo>
                <a:cubicBezTo>
                  <a:pt x="25211" y="37489"/>
                  <a:pt x="21337" y="39936"/>
                  <a:pt x="17871" y="40678"/>
                </a:cubicBezTo>
                <a:cubicBezTo>
                  <a:pt x="14390" y="41421"/>
                  <a:pt x="10807" y="40504"/>
                  <a:pt x="7224" y="38057"/>
                </a:cubicBezTo>
                <a:cubicBezTo>
                  <a:pt x="3015" y="35158"/>
                  <a:pt x="743" y="31459"/>
                  <a:pt x="393" y="26857"/>
                </a:cubicBezTo>
                <a:cubicBezTo>
                  <a:pt x="0" y="22254"/>
                  <a:pt x="1588" y="17361"/>
                  <a:pt x="5185" y="12176"/>
                </a:cubicBezTo>
                <a:cubicBezTo>
                  <a:pt x="6656" y="9962"/>
                  <a:pt x="8418" y="7850"/>
                  <a:pt x="10414" y="5855"/>
                </a:cubicBezTo>
                <a:cubicBezTo>
                  <a:pt x="12409" y="3816"/>
                  <a:pt x="14623" y="1879"/>
                  <a:pt x="17069" y="0"/>
                </a:cubicBezTo>
                <a:close/>
                <a:moveTo>
                  <a:pt x="1706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9B17C-111C-44B5-A156-9BD9880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687" y="1634879"/>
            <a:ext cx="55869" cy="49271"/>
          </a:xfrm>
          <a:custGeom xmlns:a="http://schemas.openxmlformats.org/drawingml/2006/main">
            <a:pathLst>
              <a:path w="55869" h="49271">
                <a:moveTo>
                  <a:pt x="21453" y="44436"/>
                </a:moveTo>
                <a:lnTo>
                  <a:pt x="0" y="29639"/>
                </a:lnTo>
                <a:lnTo>
                  <a:pt x="3991" y="23842"/>
                </a:lnTo>
                <a:lnTo>
                  <a:pt x="25211" y="38465"/>
                </a:lnTo>
                <a:cubicBezTo>
                  <a:pt x="28561" y="40737"/>
                  <a:pt x="31576" y="41814"/>
                  <a:pt x="34139" y="41698"/>
                </a:cubicBezTo>
                <a:cubicBezTo>
                  <a:pt x="36702" y="41538"/>
                  <a:pt x="38916" y="40169"/>
                  <a:pt x="40678" y="37547"/>
                </a:cubicBezTo>
                <a:cubicBezTo>
                  <a:pt x="42848" y="34357"/>
                  <a:pt x="43591" y="31241"/>
                  <a:pt x="42790" y="27993"/>
                </a:cubicBezTo>
                <a:cubicBezTo>
                  <a:pt x="42047" y="24803"/>
                  <a:pt x="39950" y="22021"/>
                  <a:pt x="36469" y="19633"/>
                </a:cubicBezTo>
                <a:lnTo>
                  <a:pt x="16385" y="5811"/>
                </a:lnTo>
                <a:lnTo>
                  <a:pt x="20434" y="0"/>
                </a:lnTo>
                <a:lnTo>
                  <a:pt x="55869" y="24352"/>
                </a:lnTo>
                <a:lnTo>
                  <a:pt x="51835" y="30207"/>
                </a:lnTo>
                <a:lnTo>
                  <a:pt x="46373" y="26449"/>
                </a:lnTo>
                <a:cubicBezTo>
                  <a:pt x="47567" y="29362"/>
                  <a:pt x="48077" y="32085"/>
                  <a:pt x="47800" y="34649"/>
                </a:cubicBezTo>
                <a:cubicBezTo>
                  <a:pt x="47567" y="37270"/>
                  <a:pt x="46606" y="39775"/>
                  <a:pt x="44902" y="42266"/>
                </a:cubicBezTo>
                <a:cubicBezTo>
                  <a:pt x="42106" y="46315"/>
                  <a:pt x="38698" y="48529"/>
                  <a:pt x="34707" y="48922"/>
                </a:cubicBezTo>
                <a:cubicBezTo>
                  <a:pt x="30731" y="49271"/>
                  <a:pt x="26347" y="47786"/>
                  <a:pt x="21453" y="44436"/>
                </a:cubicBezTo>
                <a:close/>
                <a:moveTo>
                  <a:pt x="21453" y="444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78AA0-C704-4F0C-BB6D-65DE0661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426" y="1598016"/>
            <a:ext cx="65598" cy="49490"/>
          </a:xfrm>
          <a:custGeom xmlns:a="http://schemas.openxmlformats.org/drawingml/2006/main">
            <a:pathLst>
              <a:path w="65598" h="49490">
                <a:moveTo>
                  <a:pt x="49213" y="11666"/>
                </a:moveTo>
                <a:cubicBezTo>
                  <a:pt x="44887" y="8695"/>
                  <a:pt x="40970" y="7282"/>
                  <a:pt x="37329" y="7340"/>
                </a:cubicBezTo>
                <a:cubicBezTo>
                  <a:pt x="33629" y="7457"/>
                  <a:pt x="30775" y="8986"/>
                  <a:pt x="28677" y="12118"/>
                </a:cubicBezTo>
                <a:cubicBezTo>
                  <a:pt x="26522" y="15191"/>
                  <a:pt x="26056" y="18424"/>
                  <a:pt x="27308" y="21905"/>
                </a:cubicBezTo>
                <a:cubicBezTo>
                  <a:pt x="28503" y="25313"/>
                  <a:pt x="31299" y="28503"/>
                  <a:pt x="35566" y="31459"/>
                </a:cubicBezTo>
                <a:cubicBezTo>
                  <a:pt x="39834" y="34416"/>
                  <a:pt x="43810" y="35843"/>
                  <a:pt x="47451" y="35726"/>
                </a:cubicBezTo>
                <a:cubicBezTo>
                  <a:pt x="51092" y="35668"/>
                  <a:pt x="53990" y="34081"/>
                  <a:pt x="56102" y="31008"/>
                </a:cubicBezTo>
                <a:cubicBezTo>
                  <a:pt x="58199" y="27935"/>
                  <a:pt x="58665" y="24628"/>
                  <a:pt x="57457" y="21220"/>
                </a:cubicBezTo>
                <a:cubicBezTo>
                  <a:pt x="56219" y="17754"/>
                  <a:pt x="53480" y="14564"/>
                  <a:pt x="49213" y="11666"/>
                </a:cubicBezTo>
                <a:close/>
                <a:moveTo>
                  <a:pt x="23157" y="22924"/>
                </a:moveTo>
                <a:cubicBezTo>
                  <a:pt x="21905" y="20245"/>
                  <a:pt x="21453" y="17637"/>
                  <a:pt x="21672" y="15074"/>
                </a:cubicBezTo>
                <a:cubicBezTo>
                  <a:pt x="21963" y="12511"/>
                  <a:pt x="22983" y="9904"/>
                  <a:pt x="24745" y="7340"/>
                </a:cubicBezTo>
                <a:cubicBezTo>
                  <a:pt x="27716" y="3015"/>
                  <a:pt x="31809" y="685"/>
                  <a:pt x="37096" y="335"/>
                </a:cubicBezTo>
                <a:cubicBezTo>
                  <a:pt x="42382" y="0"/>
                  <a:pt x="47786" y="1762"/>
                  <a:pt x="53364" y="5578"/>
                </a:cubicBezTo>
                <a:cubicBezTo>
                  <a:pt x="58942" y="9438"/>
                  <a:pt x="62467" y="13880"/>
                  <a:pt x="64069" y="18948"/>
                </a:cubicBezTo>
                <a:cubicBezTo>
                  <a:pt x="65598" y="23944"/>
                  <a:pt x="64913" y="28619"/>
                  <a:pt x="61957" y="32945"/>
                </a:cubicBezTo>
                <a:cubicBezTo>
                  <a:pt x="60195" y="35493"/>
                  <a:pt x="58141" y="37372"/>
                  <a:pt x="55811" y="38567"/>
                </a:cubicBezTo>
                <a:cubicBezTo>
                  <a:pt x="53480" y="39703"/>
                  <a:pt x="50859" y="40169"/>
                  <a:pt x="47902" y="39936"/>
                </a:cubicBezTo>
                <a:lnTo>
                  <a:pt x="53247" y="43635"/>
                </a:lnTo>
                <a:lnTo>
                  <a:pt x="49213" y="49490"/>
                </a:lnTo>
                <a:lnTo>
                  <a:pt x="0" y="15584"/>
                </a:lnTo>
                <a:lnTo>
                  <a:pt x="3991" y="9729"/>
                </a:lnTo>
                <a:lnTo>
                  <a:pt x="23157" y="22924"/>
                </a:lnTo>
                <a:close/>
                <a:moveTo>
                  <a:pt x="23157" y="2292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2CB8C-EA0D-479B-9755-6C0E8857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197" y="1559901"/>
            <a:ext cx="45237" cy="47961"/>
          </a:xfrm>
          <a:custGeom xmlns:a="http://schemas.openxmlformats.org/drawingml/2006/main">
            <a:pathLst>
              <a:path w="45237" h="47961">
                <a:moveTo>
                  <a:pt x="14055" y="0"/>
                </a:moveTo>
                <a:lnTo>
                  <a:pt x="19575" y="3801"/>
                </a:lnTo>
                <a:cubicBezTo>
                  <a:pt x="17579" y="4835"/>
                  <a:pt x="15759" y="6132"/>
                  <a:pt x="14171" y="7617"/>
                </a:cubicBezTo>
                <a:cubicBezTo>
                  <a:pt x="12525" y="9103"/>
                  <a:pt x="11040" y="10749"/>
                  <a:pt x="9729" y="12686"/>
                </a:cubicBezTo>
                <a:cubicBezTo>
                  <a:pt x="7748" y="15584"/>
                  <a:pt x="6656" y="18031"/>
                  <a:pt x="6554" y="20084"/>
                </a:cubicBezTo>
                <a:cubicBezTo>
                  <a:pt x="6437" y="22123"/>
                  <a:pt x="7282" y="23769"/>
                  <a:pt x="9044" y="24963"/>
                </a:cubicBezTo>
                <a:cubicBezTo>
                  <a:pt x="10414" y="25939"/>
                  <a:pt x="11841" y="26114"/>
                  <a:pt x="13312" y="25648"/>
                </a:cubicBezTo>
                <a:cubicBezTo>
                  <a:pt x="14797" y="25138"/>
                  <a:pt x="16953" y="23551"/>
                  <a:pt x="19808" y="20929"/>
                </a:cubicBezTo>
                <a:lnTo>
                  <a:pt x="21628" y="19225"/>
                </a:lnTo>
                <a:cubicBezTo>
                  <a:pt x="25327" y="15700"/>
                  <a:pt x="28619" y="13589"/>
                  <a:pt x="31415" y="12962"/>
                </a:cubicBezTo>
                <a:cubicBezTo>
                  <a:pt x="34255" y="12336"/>
                  <a:pt x="37096" y="13021"/>
                  <a:pt x="40008" y="15016"/>
                </a:cubicBezTo>
                <a:cubicBezTo>
                  <a:pt x="43242" y="17288"/>
                  <a:pt x="45004" y="20361"/>
                  <a:pt x="45120" y="24337"/>
                </a:cubicBezTo>
                <a:cubicBezTo>
                  <a:pt x="45237" y="28269"/>
                  <a:pt x="43751" y="32479"/>
                  <a:pt x="40576" y="37037"/>
                </a:cubicBezTo>
                <a:cubicBezTo>
                  <a:pt x="39266" y="38901"/>
                  <a:pt x="37722" y="40780"/>
                  <a:pt x="35959" y="42601"/>
                </a:cubicBezTo>
                <a:cubicBezTo>
                  <a:pt x="34139" y="44378"/>
                  <a:pt x="32100" y="46184"/>
                  <a:pt x="29813" y="47961"/>
                </a:cubicBezTo>
                <a:lnTo>
                  <a:pt x="23784" y="43795"/>
                </a:lnTo>
                <a:cubicBezTo>
                  <a:pt x="26405" y="42441"/>
                  <a:pt x="28677" y="40897"/>
                  <a:pt x="30731" y="39193"/>
                </a:cubicBezTo>
                <a:cubicBezTo>
                  <a:pt x="32726" y="37489"/>
                  <a:pt x="34372" y="35610"/>
                  <a:pt x="35785" y="33556"/>
                </a:cubicBezTo>
                <a:cubicBezTo>
                  <a:pt x="37664" y="30833"/>
                  <a:pt x="38698" y="28386"/>
                  <a:pt x="38756" y="26274"/>
                </a:cubicBezTo>
                <a:cubicBezTo>
                  <a:pt x="38800" y="24119"/>
                  <a:pt x="38013" y="22473"/>
                  <a:pt x="36309" y="21322"/>
                </a:cubicBezTo>
                <a:cubicBezTo>
                  <a:pt x="34707" y="20245"/>
                  <a:pt x="33119" y="19910"/>
                  <a:pt x="31576" y="20419"/>
                </a:cubicBezTo>
                <a:cubicBezTo>
                  <a:pt x="29988" y="20871"/>
                  <a:pt x="27600" y="22633"/>
                  <a:pt x="24293" y="25706"/>
                </a:cubicBezTo>
                <a:lnTo>
                  <a:pt x="22415" y="27410"/>
                </a:lnTo>
                <a:cubicBezTo>
                  <a:pt x="19181" y="30542"/>
                  <a:pt x="16225" y="32304"/>
                  <a:pt x="13545" y="32828"/>
                </a:cubicBezTo>
                <a:cubicBezTo>
                  <a:pt x="10880" y="33396"/>
                  <a:pt x="8200" y="32653"/>
                  <a:pt x="5462" y="30775"/>
                </a:cubicBezTo>
                <a:cubicBezTo>
                  <a:pt x="2112" y="28503"/>
                  <a:pt x="350" y="25546"/>
                  <a:pt x="175" y="21949"/>
                </a:cubicBezTo>
                <a:cubicBezTo>
                  <a:pt x="0" y="18307"/>
                  <a:pt x="1369" y="14331"/>
                  <a:pt x="4384" y="10006"/>
                </a:cubicBezTo>
                <a:cubicBezTo>
                  <a:pt x="5869" y="7850"/>
                  <a:pt x="7399" y="5971"/>
                  <a:pt x="9044" y="4267"/>
                </a:cubicBezTo>
                <a:cubicBezTo>
                  <a:pt x="10647" y="2549"/>
                  <a:pt x="12292" y="1136"/>
                  <a:pt x="14055" y="0"/>
                </a:cubicBezTo>
                <a:close/>
                <a:moveTo>
                  <a:pt x="1405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47F41-FEEE-45EC-8DDF-7E8E2EBB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08" y="1523432"/>
            <a:ext cx="47101" cy="44771"/>
          </a:xfrm>
          <a:custGeom xmlns:a="http://schemas.openxmlformats.org/drawingml/2006/main">
            <a:pathLst>
              <a:path w="47101" h="44771">
                <a:moveTo>
                  <a:pt x="14390" y="0"/>
                </a:moveTo>
                <a:lnTo>
                  <a:pt x="19851" y="3758"/>
                </a:lnTo>
                <a:cubicBezTo>
                  <a:pt x="17812" y="4777"/>
                  <a:pt x="15992" y="5971"/>
                  <a:pt x="14390" y="7282"/>
                </a:cubicBezTo>
                <a:cubicBezTo>
                  <a:pt x="12802" y="8637"/>
                  <a:pt x="11433" y="10181"/>
                  <a:pt x="10239" y="11826"/>
                </a:cubicBezTo>
                <a:cubicBezTo>
                  <a:pt x="7675" y="15642"/>
                  <a:pt x="6831" y="19400"/>
                  <a:pt x="7792" y="23099"/>
                </a:cubicBezTo>
                <a:cubicBezTo>
                  <a:pt x="8753" y="26842"/>
                  <a:pt x="11375" y="30207"/>
                  <a:pt x="15700" y="33163"/>
                </a:cubicBezTo>
                <a:cubicBezTo>
                  <a:pt x="20026" y="36178"/>
                  <a:pt x="24119" y="37430"/>
                  <a:pt x="27935" y="36979"/>
                </a:cubicBezTo>
                <a:cubicBezTo>
                  <a:pt x="31794" y="36527"/>
                  <a:pt x="34984" y="34416"/>
                  <a:pt x="37605" y="30658"/>
                </a:cubicBezTo>
                <a:cubicBezTo>
                  <a:pt x="38741" y="28954"/>
                  <a:pt x="39703" y="27133"/>
                  <a:pt x="40387" y="25196"/>
                </a:cubicBezTo>
                <a:cubicBezTo>
                  <a:pt x="41072" y="23201"/>
                  <a:pt x="41523" y="21104"/>
                  <a:pt x="41756" y="18832"/>
                </a:cubicBezTo>
                <a:lnTo>
                  <a:pt x="47101" y="22531"/>
                </a:lnTo>
                <a:cubicBezTo>
                  <a:pt x="46766" y="24687"/>
                  <a:pt x="46140" y="26740"/>
                  <a:pt x="45339" y="28721"/>
                </a:cubicBezTo>
                <a:cubicBezTo>
                  <a:pt x="44538" y="30775"/>
                  <a:pt x="43460" y="32712"/>
                  <a:pt x="42091" y="34707"/>
                </a:cubicBezTo>
                <a:cubicBezTo>
                  <a:pt x="38406" y="40052"/>
                  <a:pt x="33848" y="43125"/>
                  <a:pt x="28328" y="43970"/>
                </a:cubicBezTo>
                <a:cubicBezTo>
                  <a:pt x="22808" y="44771"/>
                  <a:pt x="17186" y="43227"/>
                  <a:pt x="11491" y="39309"/>
                </a:cubicBezTo>
                <a:cubicBezTo>
                  <a:pt x="5738" y="35319"/>
                  <a:pt x="2272" y="30600"/>
                  <a:pt x="1136" y="25196"/>
                </a:cubicBezTo>
                <a:cubicBezTo>
                  <a:pt x="0" y="19735"/>
                  <a:pt x="1369" y="14215"/>
                  <a:pt x="5170" y="8695"/>
                </a:cubicBezTo>
                <a:cubicBezTo>
                  <a:pt x="6365" y="6933"/>
                  <a:pt x="7792" y="5287"/>
                  <a:pt x="9321" y="3860"/>
                </a:cubicBezTo>
                <a:cubicBezTo>
                  <a:pt x="10865" y="2389"/>
                  <a:pt x="12569" y="1136"/>
                  <a:pt x="14390" y="0"/>
                </a:cubicBezTo>
                <a:close/>
                <a:moveTo>
                  <a:pt x="1439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3C0A4-3677-4D98-99A1-0A363A1D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259" y="1491507"/>
            <a:ext cx="39484" cy="45455"/>
          </a:xfrm>
          <a:custGeom xmlns:a="http://schemas.openxmlformats.org/drawingml/2006/main">
            <a:pathLst>
              <a:path w="39484" h="45455">
                <a:moveTo>
                  <a:pt x="19749" y="4107"/>
                </a:moveTo>
                <a:cubicBezTo>
                  <a:pt x="18890" y="4500"/>
                  <a:pt x="18147" y="5010"/>
                  <a:pt x="17404" y="5636"/>
                </a:cubicBezTo>
                <a:cubicBezTo>
                  <a:pt x="16734" y="6321"/>
                  <a:pt x="16050" y="7064"/>
                  <a:pt x="15424" y="8025"/>
                </a:cubicBezTo>
                <a:cubicBezTo>
                  <a:pt x="13152" y="11331"/>
                  <a:pt x="12467" y="14564"/>
                  <a:pt x="13370" y="17812"/>
                </a:cubicBezTo>
                <a:cubicBezTo>
                  <a:pt x="14346" y="21060"/>
                  <a:pt x="16793" y="24017"/>
                  <a:pt x="20769" y="26798"/>
                </a:cubicBezTo>
                <a:lnTo>
                  <a:pt x="39484" y="39659"/>
                </a:lnTo>
                <a:lnTo>
                  <a:pt x="35450" y="45455"/>
                </a:lnTo>
                <a:lnTo>
                  <a:pt x="0" y="21118"/>
                </a:lnTo>
                <a:lnTo>
                  <a:pt x="4034" y="15249"/>
                </a:lnTo>
                <a:lnTo>
                  <a:pt x="9554" y="19065"/>
                </a:lnTo>
                <a:cubicBezTo>
                  <a:pt x="8258" y="16327"/>
                  <a:pt x="7734" y="13661"/>
                  <a:pt x="8025" y="10982"/>
                </a:cubicBezTo>
                <a:cubicBezTo>
                  <a:pt x="8360" y="8316"/>
                  <a:pt x="9452" y="5520"/>
                  <a:pt x="11375" y="2738"/>
                </a:cubicBezTo>
                <a:cubicBezTo>
                  <a:pt x="11666" y="2330"/>
                  <a:pt x="12001" y="1879"/>
                  <a:pt x="12409" y="1486"/>
                </a:cubicBezTo>
                <a:cubicBezTo>
                  <a:pt x="12744" y="1034"/>
                  <a:pt x="13195" y="510"/>
                  <a:pt x="13720" y="0"/>
                </a:cubicBezTo>
                <a:lnTo>
                  <a:pt x="19749" y="4107"/>
                </a:lnTo>
                <a:close/>
                <a:moveTo>
                  <a:pt x="19749" y="410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A9107-70A1-494B-9061-0BA9EAE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920" y="1470461"/>
            <a:ext cx="53262" cy="39659"/>
          </a:xfrm>
          <a:custGeom xmlns:a="http://schemas.openxmlformats.org/drawingml/2006/main">
            <a:pathLst>
              <a:path w="53262" h="39659">
                <a:moveTo>
                  <a:pt x="13836" y="15307"/>
                </a:moveTo>
                <a:lnTo>
                  <a:pt x="17812" y="9438"/>
                </a:lnTo>
                <a:lnTo>
                  <a:pt x="53262" y="33848"/>
                </a:lnTo>
                <a:lnTo>
                  <a:pt x="49271" y="39659"/>
                </a:lnTo>
                <a:lnTo>
                  <a:pt x="13836" y="15307"/>
                </a:lnTo>
                <a:close/>
                <a:moveTo>
                  <a:pt x="0" y="5797"/>
                </a:moveTo>
                <a:lnTo>
                  <a:pt x="4049" y="0"/>
                </a:lnTo>
                <a:lnTo>
                  <a:pt x="11448" y="5068"/>
                </a:lnTo>
                <a:lnTo>
                  <a:pt x="7399" y="10865"/>
                </a:lnTo>
                <a:lnTo>
                  <a:pt x="0" y="5797"/>
                </a:lnTo>
                <a:close/>
                <a:moveTo>
                  <a:pt x="0" y="579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F987E-A771-4EB6-A118-8404E289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990" y="1442920"/>
            <a:ext cx="52898" cy="58724"/>
          </a:xfrm>
          <a:custGeom xmlns:a="http://schemas.openxmlformats.org/drawingml/2006/main">
            <a:pathLst>
              <a:path w="52898" h="58724">
                <a:moveTo>
                  <a:pt x="34124" y="39950"/>
                </a:moveTo>
                <a:lnTo>
                  <a:pt x="52898" y="52854"/>
                </a:lnTo>
                <a:lnTo>
                  <a:pt x="48922" y="58724"/>
                </a:lnTo>
                <a:lnTo>
                  <a:pt x="0" y="25036"/>
                </a:lnTo>
                <a:lnTo>
                  <a:pt x="4034" y="19181"/>
                </a:lnTo>
                <a:lnTo>
                  <a:pt x="9379" y="22881"/>
                </a:lnTo>
                <a:cubicBezTo>
                  <a:pt x="8127" y="20201"/>
                  <a:pt x="7617" y="17579"/>
                  <a:pt x="7908" y="15030"/>
                </a:cubicBezTo>
                <a:cubicBezTo>
                  <a:pt x="8185" y="12467"/>
                  <a:pt x="9205" y="9904"/>
                  <a:pt x="10967" y="7282"/>
                </a:cubicBezTo>
                <a:cubicBezTo>
                  <a:pt x="13938" y="2957"/>
                  <a:pt x="18031" y="685"/>
                  <a:pt x="23318" y="350"/>
                </a:cubicBezTo>
                <a:cubicBezTo>
                  <a:pt x="28546" y="0"/>
                  <a:pt x="34008" y="1719"/>
                  <a:pt x="39586" y="5578"/>
                </a:cubicBezTo>
                <a:cubicBezTo>
                  <a:pt x="45106" y="9394"/>
                  <a:pt x="48689" y="13836"/>
                  <a:pt x="50291" y="18890"/>
                </a:cubicBezTo>
                <a:cubicBezTo>
                  <a:pt x="51820" y="23900"/>
                  <a:pt x="51136" y="28561"/>
                  <a:pt x="48179" y="32886"/>
                </a:cubicBezTo>
                <a:cubicBezTo>
                  <a:pt x="46358" y="35508"/>
                  <a:pt x="44319" y="37387"/>
                  <a:pt x="42033" y="38523"/>
                </a:cubicBezTo>
                <a:cubicBezTo>
                  <a:pt x="39703" y="39659"/>
                  <a:pt x="37081" y="40169"/>
                  <a:pt x="34124" y="39950"/>
                </a:cubicBezTo>
                <a:close/>
                <a:moveTo>
                  <a:pt x="35377" y="11608"/>
                </a:moveTo>
                <a:cubicBezTo>
                  <a:pt x="31110" y="8651"/>
                  <a:pt x="27192" y="7224"/>
                  <a:pt x="23492" y="7340"/>
                </a:cubicBezTo>
                <a:cubicBezTo>
                  <a:pt x="19851" y="7399"/>
                  <a:pt x="16997" y="9001"/>
                  <a:pt x="14841" y="12074"/>
                </a:cubicBezTo>
                <a:cubicBezTo>
                  <a:pt x="12744" y="15132"/>
                  <a:pt x="12278" y="18380"/>
                  <a:pt x="13530" y="21847"/>
                </a:cubicBezTo>
                <a:cubicBezTo>
                  <a:pt x="14725" y="25269"/>
                  <a:pt x="17521" y="28444"/>
                  <a:pt x="21788" y="31415"/>
                </a:cubicBezTo>
                <a:cubicBezTo>
                  <a:pt x="26056" y="34372"/>
                  <a:pt x="30032" y="35785"/>
                  <a:pt x="33673" y="35726"/>
                </a:cubicBezTo>
                <a:cubicBezTo>
                  <a:pt x="37314" y="35625"/>
                  <a:pt x="40212" y="34022"/>
                  <a:pt x="42324" y="30949"/>
                </a:cubicBezTo>
                <a:cubicBezTo>
                  <a:pt x="44421" y="27876"/>
                  <a:pt x="44887" y="24643"/>
                  <a:pt x="43635" y="21162"/>
                </a:cubicBezTo>
                <a:cubicBezTo>
                  <a:pt x="42441" y="17754"/>
                  <a:pt x="39703" y="14564"/>
                  <a:pt x="35377" y="11608"/>
                </a:cubicBezTo>
                <a:close/>
                <a:moveTo>
                  <a:pt x="35377" y="116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5C5D8-CBA1-4F9A-B7DC-10BAD662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298" y="1408898"/>
            <a:ext cx="57806" cy="38465"/>
          </a:xfrm>
          <a:custGeom xmlns:a="http://schemas.openxmlformats.org/drawingml/2006/main">
            <a:pathLst>
              <a:path w="57806" h="38465">
                <a:moveTo>
                  <a:pt x="4049" y="5068"/>
                </a:moveTo>
                <a:lnTo>
                  <a:pt x="14113" y="11957"/>
                </a:lnTo>
                <a:lnTo>
                  <a:pt x="22371" y="0"/>
                </a:lnTo>
                <a:lnTo>
                  <a:pt x="26857" y="3073"/>
                </a:lnTo>
                <a:lnTo>
                  <a:pt x="18613" y="15089"/>
                </a:lnTo>
                <a:lnTo>
                  <a:pt x="37897" y="28342"/>
                </a:lnTo>
                <a:cubicBezTo>
                  <a:pt x="40737" y="30323"/>
                  <a:pt x="42907" y="31182"/>
                  <a:pt x="44261" y="30949"/>
                </a:cubicBezTo>
                <a:cubicBezTo>
                  <a:pt x="45630" y="30731"/>
                  <a:pt x="47116" y="29420"/>
                  <a:pt x="48820" y="26973"/>
                </a:cubicBezTo>
                <a:lnTo>
                  <a:pt x="52912" y="21002"/>
                </a:lnTo>
                <a:lnTo>
                  <a:pt x="57806" y="24352"/>
                </a:lnTo>
                <a:lnTo>
                  <a:pt x="53655" y="30323"/>
                </a:lnTo>
                <a:cubicBezTo>
                  <a:pt x="50582" y="34823"/>
                  <a:pt x="47626" y="37387"/>
                  <a:pt x="44786" y="37897"/>
                </a:cubicBezTo>
                <a:cubicBezTo>
                  <a:pt x="41931" y="38465"/>
                  <a:pt x="38290" y="37212"/>
                  <a:pt x="33862" y="34197"/>
                </a:cubicBezTo>
                <a:lnTo>
                  <a:pt x="14623" y="20944"/>
                </a:lnTo>
                <a:lnTo>
                  <a:pt x="11666" y="25211"/>
                </a:lnTo>
                <a:lnTo>
                  <a:pt x="7122" y="22080"/>
                </a:lnTo>
                <a:lnTo>
                  <a:pt x="10079" y="17812"/>
                </a:lnTo>
                <a:lnTo>
                  <a:pt x="0" y="10880"/>
                </a:lnTo>
                <a:lnTo>
                  <a:pt x="4049" y="5068"/>
                </a:lnTo>
                <a:close/>
                <a:moveTo>
                  <a:pt x="4049" y="50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532BA-26D2-4EFE-930E-7BF536B7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134" y="1385915"/>
            <a:ext cx="53247" cy="39717"/>
          </a:xfrm>
          <a:custGeom xmlns:a="http://schemas.openxmlformats.org/drawingml/2006/main">
            <a:pathLst>
              <a:path w="53247" h="39717">
                <a:moveTo>
                  <a:pt x="13822" y="15307"/>
                </a:moveTo>
                <a:lnTo>
                  <a:pt x="17798" y="9511"/>
                </a:lnTo>
                <a:lnTo>
                  <a:pt x="53247" y="33862"/>
                </a:lnTo>
                <a:lnTo>
                  <a:pt x="49199" y="39717"/>
                </a:lnTo>
                <a:lnTo>
                  <a:pt x="13822" y="15307"/>
                </a:lnTo>
                <a:close/>
                <a:moveTo>
                  <a:pt x="0" y="5811"/>
                </a:moveTo>
                <a:lnTo>
                  <a:pt x="4034" y="0"/>
                </a:lnTo>
                <a:lnTo>
                  <a:pt x="11375" y="5068"/>
                </a:lnTo>
                <a:lnTo>
                  <a:pt x="7384" y="10865"/>
                </a:lnTo>
                <a:lnTo>
                  <a:pt x="0" y="5811"/>
                </a:lnTo>
                <a:close/>
                <a:moveTo>
                  <a:pt x="0" y="58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081C5-F690-4AFE-9DFB-C048AE18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340" y="1359743"/>
            <a:ext cx="46358" cy="43926"/>
          </a:xfrm>
          <a:custGeom xmlns:a="http://schemas.openxmlformats.org/drawingml/2006/main">
            <a:pathLst>
              <a:path w="46358" h="43926">
                <a:moveTo>
                  <a:pt x="9496" y="12584"/>
                </a:moveTo>
                <a:cubicBezTo>
                  <a:pt x="7340" y="15715"/>
                  <a:pt x="6874" y="19007"/>
                  <a:pt x="8069" y="22473"/>
                </a:cubicBezTo>
                <a:cubicBezTo>
                  <a:pt x="9263" y="25954"/>
                  <a:pt x="11943" y="29187"/>
                  <a:pt x="16210" y="32100"/>
                </a:cubicBezTo>
                <a:cubicBezTo>
                  <a:pt x="20419" y="34998"/>
                  <a:pt x="24410" y="36411"/>
                  <a:pt x="28095" y="36309"/>
                </a:cubicBezTo>
                <a:cubicBezTo>
                  <a:pt x="31736" y="36134"/>
                  <a:pt x="34707" y="34547"/>
                  <a:pt x="36862" y="31357"/>
                </a:cubicBezTo>
                <a:cubicBezTo>
                  <a:pt x="38974" y="28284"/>
                  <a:pt x="39426" y="24978"/>
                  <a:pt x="38232" y="21512"/>
                </a:cubicBezTo>
                <a:cubicBezTo>
                  <a:pt x="37037" y="17987"/>
                  <a:pt x="34357" y="14797"/>
                  <a:pt x="30090" y="11899"/>
                </a:cubicBezTo>
                <a:cubicBezTo>
                  <a:pt x="25939" y="9001"/>
                  <a:pt x="21963" y="7632"/>
                  <a:pt x="18264" y="7748"/>
                </a:cubicBezTo>
                <a:cubicBezTo>
                  <a:pt x="14564" y="7865"/>
                  <a:pt x="11666" y="9452"/>
                  <a:pt x="9496" y="12584"/>
                </a:cubicBezTo>
                <a:close/>
                <a:moveTo>
                  <a:pt x="4544" y="9161"/>
                </a:moveTo>
                <a:cubicBezTo>
                  <a:pt x="8069" y="4107"/>
                  <a:pt x="12453" y="1253"/>
                  <a:pt x="17754" y="626"/>
                </a:cubicBezTo>
                <a:cubicBezTo>
                  <a:pt x="22983" y="0"/>
                  <a:pt x="28561" y="1719"/>
                  <a:pt x="34357" y="5695"/>
                </a:cubicBezTo>
                <a:cubicBezTo>
                  <a:pt x="40169" y="9671"/>
                  <a:pt x="43751" y="14288"/>
                  <a:pt x="45062" y="19458"/>
                </a:cubicBezTo>
                <a:cubicBezTo>
                  <a:pt x="46358" y="24585"/>
                  <a:pt x="45281" y="29711"/>
                  <a:pt x="41756" y="34765"/>
                </a:cubicBezTo>
                <a:cubicBezTo>
                  <a:pt x="38290" y="39892"/>
                  <a:pt x="33906" y="42732"/>
                  <a:pt x="28619" y="43300"/>
                </a:cubicBezTo>
                <a:cubicBezTo>
                  <a:pt x="23318" y="43926"/>
                  <a:pt x="17798" y="42222"/>
                  <a:pt x="12001" y="38232"/>
                </a:cubicBezTo>
                <a:cubicBezTo>
                  <a:pt x="6146" y="34197"/>
                  <a:pt x="2607" y="29653"/>
                  <a:pt x="1311" y="24526"/>
                </a:cubicBezTo>
                <a:cubicBezTo>
                  <a:pt x="0" y="19356"/>
                  <a:pt x="1078" y="14229"/>
                  <a:pt x="4544" y="9161"/>
                </a:cubicBezTo>
                <a:close/>
                <a:moveTo>
                  <a:pt x="4544" y="91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EB451-E46C-4630-8D27-B47A7B9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440" y="1318904"/>
            <a:ext cx="55869" cy="49315"/>
          </a:xfrm>
          <a:custGeom xmlns:a="http://schemas.openxmlformats.org/drawingml/2006/main">
            <a:pathLst>
              <a:path w="55869" h="49315">
                <a:moveTo>
                  <a:pt x="34474" y="4894"/>
                </a:moveTo>
                <a:lnTo>
                  <a:pt x="55869" y="19618"/>
                </a:lnTo>
                <a:lnTo>
                  <a:pt x="51878" y="25429"/>
                </a:lnTo>
                <a:lnTo>
                  <a:pt x="30658" y="10865"/>
                </a:lnTo>
                <a:cubicBezTo>
                  <a:pt x="27308" y="8535"/>
                  <a:pt x="24352" y="7442"/>
                  <a:pt x="21788" y="7617"/>
                </a:cubicBezTo>
                <a:cubicBezTo>
                  <a:pt x="19225" y="7792"/>
                  <a:pt x="17069" y="9161"/>
                  <a:pt x="15249" y="11768"/>
                </a:cubicBezTo>
                <a:cubicBezTo>
                  <a:pt x="13079" y="14958"/>
                  <a:pt x="12394" y="18089"/>
                  <a:pt x="13137" y="21337"/>
                </a:cubicBezTo>
                <a:cubicBezTo>
                  <a:pt x="13880" y="24512"/>
                  <a:pt x="15977" y="27308"/>
                  <a:pt x="19458" y="29639"/>
                </a:cubicBezTo>
                <a:lnTo>
                  <a:pt x="39484" y="43460"/>
                </a:lnTo>
                <a:lnTo>
                  <a:pt x="35435" y="49315"/>
                </a:lnTo>
                <a:lnTo>
                  <a:pt x="0" y="24920"/>
                </a:lnTo>
                <a:lnTo>
                  <a:pt x="4034" y="19050"/>
                </a:lnTo>
                <a:lnTo>
                  <a:pt x="9554" y="22866"/>
                </a:lnTo>
                <a:cubicBezTo>
                  <a:pt x="8360" y="19968"/>
                  <a:pt x="7908" y="17230"/>
                  <a:pt x="8127" y="14623"/>
                </a:cubicBezTo>
                <a:cubicBezTo>
                  <a:pt x="8418" y="12001"/>
                  <a:pt x="9379" y="9496"/>
                  <a:pt x="11084" y="6991"/>
                </a:cubicBezTo>
                <a:cubicBezTo>
                  <a:pt x="13880" y="2957"/>
                  <a:pt x="17230" y="743"/>
                  <a:pt x="21220" y="393"/>
                </a:cubicBezTo>
                <a:cubicBezTo>
                  <a:pt x="25138" y="0"/>
                  <a:pt x="29580" y="1529"/>
                  <a:pt x="34474" y="4894"/>
                </a:cubicBezTo>
                <a:close/>
                <a:moveTo>
                  <a:pt x="34474" y="48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F21AA-F1A9-4E53-B71A-8730C9B1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597" y="1262176"/>
            <a:ext cx="60981" cy="58258"/>
          </a:xfrm>
          <a:custGeom xmlns:a="http://schemas.openxmlformats.org/drawingml/2006/main">
            <a:pathLst>
              <a:path w="60981" h="58258">
                <a:moveTo>
                  <a:pt x="11142" y="15759"/>
                </a:moveTo>
                <a:cubicBezTo>
                  <a:pt x="7952" y="20434"/>
                  <a:pt x="7166" y="25327"/>
                  <a:pt x="8753" y="30440"/>
                </a:cubicBezTo>
                <a:cubicBezTo>
                  <a:pt x="10341" y="35566"/>
                  <a:pt x="14098" y="40169"/>
                  <a:pt x="20070" y="44261"/>
                </a:cubicBezTo>
                <a:cubicBezTo>
                  <a:pt x="25997" y="48368"/>
                  <a:pt x="31678" y="50233"/>
                  <a:pt x="36979" y="49898"/>
                </a:cubicBezTo>
                <a:cubicBezTo>
                  <a:pt x="42324" y="49504"/>
                  <a:pt x="46591" y="46999"/>
                  <a:pt x="49781" y="42382"/>
                </a:cubicBezTo>
                <a:cubicBezTo>
                  <a:pt x="52956" y="37722"/>
                  <a:pt x="53815" y="32886"/>
                  <a:pt x="52228" y="27760"/>
                </a:cubicBezTo>
                <a:cubicBezTo>
                  <a:pt x="50626" y="22706"/>
                  <a:pt x="46810" y="18089"/>
                  <a:pt x="40897" y="13996"/>
                </a:cubicBezTo>
                <a:cubicBezTo>
                  <a:pt x="34925" y="9904"/>
                  <a:pt x="29289" y="8025"/>
                  <a:pt x="23944" y="8360"/>
                </a:cubicBezTo>
                <a:cubicBezTo>
                  <a:pt x="18599" y="8651"/>
                  <a:pt x="14331" y="11156"/>
                  <a:pt x="11142" y="15759"/>
                </a:cubicBezTo>
                <a:close/>
                <a:moveTo>
                  <a:pt x="5971" y="12234"/>
                </a:moveTo>
                <a:cubicBezTo>
                  <a:pt x="10515" y="5578"/>
                  <a:pt x="16385" y="1821"/>
                  <a:pt x="23551" y="918"/>
                </a:cubicBezTo>
                <a:cubicBezTo>
                  <a:pt x="30716" y="0"/>
                  <a:pt x="38057" y="2170"/>
                  <a:pt x="45514" y="7282"/>
                </a:cubicBezTo>
                <a:cubicBezTo>
                  <a:pt x="52956" y="12409"/>
                  <a:pt x="57573" y="18497"/>
                  <a:pt x="59277" y="25488"/>
                </a:cubicBezTo>
                <a:cubicBezTo>
                  <a:pt x="60981" y="32493"/>
                  <a:pt x="59554" y="39309"/>
                  <a:pt x="55010" y="45965"/>
                </a:cubicBezTo>
                <a:cubicBezTo>
                  <a:pt x="50393" y="52577"/>
                  <a:pt x="44538" y="56379"/>
                  <a:pt x="37372" y="57296"/>
                </a:cubicBezTo>
                <a:cubicBezTo>
                  <a:pt x="30207" y="58258"/>
                  <a:pt x="22924" y="56160"/>
                  <a:pt x="15409" y="50975"/>
                </a:cubicBezTo>
                <a:cubicBezTo>
                  <a:pt x="7952" y="45863"/>
                  <a:pt x="3408" y="39775"/>
                  <a:pt x="1704" y="32712"/>
                </a:cubicBezTo>
                <a:cubicBezTo>
                  <a:pt x="0" y="25721"/>
                  <a:pt x="1413" y="18890"/>
                  <a:pt x="5971" y="12234"/>
                </a:cubicBezTo>
                <a:close/>
                <a:moveTo>
                  <a:pt x="5971" y="122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DE435-2389-4158-92EC-B8AD6E3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809" y="1226683"/>
            <a:ext cx="52912" cy="58767"/>
          </a:xfrm>
          <a:custGeom xmlns:a="http://schemas.openxmlformats.org/drawingml/2006/main">
            <a:pathLst>
              <a:path w="52912" h="58767">
                <a:moveTo>
                  <a:pt x="34139" y="39936"/>
                </a:moveTo>
                <a:lnTo>
                  <a:pt x="52912" y="52912"/>
                </a:lnTo>
                <a:lnTo>
                  <a:pt x="48878" y="58767"/>
                </a:lnTo>
                <a:lnTo>
                  <a:pt x="0" y="25080"/>
                </a:lnTo>
                <a:lnTo>
                  <a:pt x="4049" y="19225"/>
                </a:lnTo>
                <a:lnTo>
                  <a:pt x="9394" y="22924"/>
                </a:lnTo>
                <a:cubicBezTo>
                  <a:pt x="8141" y="20245"/>
                  <a:pt x="7632" y="17637"/>
                  <a:pt x="7908" y="15074"/>
                </a:cubicBezTo>
                <a:cubicBezTo>
                  <a:pt x="8141" y="12511"/>
                  <a:pt x="9161" y="9889"/>
                  <a:pt x="10982" y="7340"/>
                </a:cubicBezTo>
                <a:cubicBezTo>
                  <a:pt x="13938" y="3015"/>
                  <a:pt x="18045" y="685"/>
                  <a:pt x="23332" y="335"/>
                </a:cubicBezTo>
                <a:cubicBezTo>
                  <a:pt x="28561" y="0"/>
                  <a:pt x="34022" y="1762"/>
                  <a:pt x="39542" y="5578"/>
                </a:cubicBezTo>
                <a:cubicBezTo>
                  <a:pt x="45120" y="9438"/>
                  <a:pt x="48703" y="13880"/>
                  <a:pt x="50291" y="18890"/>
                </a:cubicBezTo>
                <a:cubicBezTo>
                  <a:pt x="51835" y="23944"/>
                  <a:pt x="51150" y="28619"/>
                  <a:pt x="48194" y="32930"/>
                </a:cubicBezTo>
                <a:cubicBezTo>
                  <a:pt x="46373" y="35493"/>
                  <a:pt x="44319" y="37372"/>
                  <a:pt x="42047" y="38567"/>
                </a:cubicBezTo>
                <a:cubicBezTo>
                  <a:pt x="39717" y="39703"/>
                  <a:pt x="37096" y="40169"/>
                  <a:pt x="34139" y="39936"/>
                </a:cubicBezTo>
                <a:close/>
                <a:moveTo>
                  <a:pt x="35391" y="11652"/>
                </a:moveTo>
                <a:cubicBezTo>
                  <a:pt x="31124" y="8695"/>
                  <a:pt x="27148" y="7282"/>
                  <a:pt x="23507" y="7340"/>
                </a:cubicBezTo>
                <a:cubicBezTo>
                  <a:pt x="19866" y="7442"/>
                  <a:pt x="16953" y="8986"/>
                  <a:pt x="14856" y="12118"/>
                </a:cubicBezTo>
                <a:cubicBezTo>
                  <a:pt x="12744" y="15191"/>
                  <a:pt x="12292" y="18424"/>
                  <a:pt x="13545" y="21847"/>
                </a:cubicBezTo>
                <a:cubicBezTo>
                  <a:pt x="14739" y="25313"/>
                  <a:pt x="17463" y="28503"/>
                  <a:pt x="21788" y="31459"/>
                </a:cubicBezTo>
                <a:cubicBezTo>
                  <a:pt x="26056" y="34416"/>
                  <a:pt x="29988" y="35843"/>
                  <a:pt x="33687" y="35726"/>
                </a:cubicBezTo>
                <a:cubicBezTo>
                  <a:pt x="37329" y="35668"/>
                  <a:pt x="40169" y="34081"/>
                  <a:pt x="42339" y="31008"/>
                </a:cubicBezTo>
                <a:cubicBezTo>
                  <a:pt x="44436" y="27935"/>
                  <a:pt x="44887" y="24628"/>
                  <a:pt x="43635" y="21220"/>
                </a:cubicBezTo>
                <a:cubicBezTo>
                  <a:pt x="42441" y="17739"/>
                  <a:pt x="39659" y="14564"/>
                  <a:pt x="35391" y="11652"/>
                </a:cubicBezTo>
                <a:close/>
                <a:moveTo>
                  <a:pt x="35391" y="1165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45E5D-4C4C-45EA-83ED-04C9D3A5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131" y="1192660"/>
            <a:ext cx="57806" cy="38508"/>
          </a:xfrm>
          <a:custGeom xmlns:a="http://schemas.openxmlformats.org/drawingml/2006/main">
            <a:pathLst>
              <a:path w="57806" h="38508">
                <a:moveTo>
                  <a:pt x="4034" y="5054"/>
                </a:moveTo>
                <a:lnTo>
                  <a:pt x="14113" y="12001"/>
                </a:lnTo>
                <a:lnTo>
                  <a:pt x="22356" y="0"/>
                </a:lnTo>
                <a:lnTo>
                  <a:pt x="26857" y="3131"/>
                </a:lnTo>
                <a:lnTo>
                  <a:pt x="18599" y="15132"/>
                </a:lnTo>
                <a:lnTo>
                  <a:pt x="37838" y="28328"/>
                </a:lnTo>
                <a:cubicBezTo>
                  <a:pt x="40737" y="30323"/>
                  <a:pt x="42892" y="31226"/>
                  <a:pt x="44261" y="31008"/>
                </a:cubicBezTo>
                <a:cubicBezTo>
                  <a:pt x="45630" y="30775"/>
                  <a:pt x="47101" y="29464"/>
                  <a:pt x="48820" y="27017"/>
                </a:cubicBezTo>
                <a:lnTo>
                  <a:pt x="52912" y="21046"/>
                </a:lnTo>
                <a:lnTo>
                  <a:pt x="57806" y="24410"/>
                </a:lnTo>
                <a:lnTo>
                  <a:pt x="53655" y="30381"/>
                </a:lnTo>
                <a:cubicBezTo>
                  <a:pt x="50582" y="34867"/>
                  <a:pt x="47626" y="37372"/>
                  <a:pt x="44771" y="37940"/>
                </a:cubicBezTo>
                <a:cubicBezTo>
                  <a:pt x="41873" y="38508"/>
                  <a:pt x="38232" y="37256"/>
                  <a:pt x="33848" y="34183"/>
                </a:cubicBezTo>
                <a:lnTo>
                  <a:pt x="14623" y="20987"/>
                </a:lnTo>
                <a:lnTo>
                  <a:pt x="11666" y="25255"/>
                </a:lnTo>
                <a:lnTo>
                  <a:pt x="7107" y="22123"/>
                </a:lnTo>
                <a:lnTo>
                  <a:pt x="10064" y="17856"/>
                </a:lnTo>
                <a:lnTo>
                  <a:pt x="0" y="10923"/>
                </a:lnTo>
                <a:lnTo>
                  <a:pt x="4034" y="5054"/>
                </a:lnTo>
                <a:close/>
                <a:moveTo>
                  <a:pt x="4034" y="50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2F6CE-F39E-4AC9-841C-118CDAF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4953" y="1169678"/>
            <a:ext cx="53262" cy="39703"/>
          </a:xfrm>
          <a:custGeom xmlns:a="http://schemas.openxmlformats.org/drawingml/2006/main">
            <a:pathLst>
              <a:path w="53262" h="39703">
                <a:moveTo>
                  <a:pt x="13778" y="15351"/>
                </a:moveTo>
                <a:lnTo>
                  <a:pt x="17812" y="9496"/>
                </a:lnTo>
                <a:lnTo>
                  <a:pt x="53262" y="33906"/>
                </a:lnTo>
                <a:lnTo>
                  <a:pt x="49213" y="39703"/>
                </a:lnTo>
                <a:lnTo>
                  <a:pt x="13778" y="15351"/>
                </a:lnTo>
                <a:close/>
                <a:moveTo>
                  <a:pt x="0" y="5855"/>
                </a:moveTo>
                <a:lnTo>
                  <a:pt x="3991" y="0"/>
                </a:lnTo>
                <a:lnTo>
                  <a:pt x="11389" y="5112"/>
                </a:lnTo>
                <a:lnTo>
                  <a:pt x="7399" y="10923"/>
                </a:lnTo>
                <a:lnTo>
                  <a:pt x="0" y="5855"/>
                </a:lnTo>
                <a:close/>
                <a:moveTo>
                  <a:pt x="0" y="58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8A82D-5B63-47E2-80DE-634BD352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009" y="1120348"/>
            <a:ext cx="71001" cy="71278"/>
          </a:xfrm>
          <a:custGeom xmlns:a="http://schemas.openxmlformats.org/drawingml/2006/main">
            <a:pathLst>
              <a:path w="71001" h="71278">
                <a:moveTo>
                  <a:pt x="25954" y="23784"/>
                </a:moveTo>
                <a:cubicBezTo>
                  <a:pt x="24293" y="20478"/>
                  <a:pt x="23565" y="17463"/>
                  <a:pt x="23725" y="14564"/>
                </a:cubicBezTo>
                <a:cubicBezTo>
                  <a:pt x="23900" y="11666"/>
                  <a:pt x="24920" y="8870"/>
                  <a:pt x="26798" y="6146"/>
                </a:cubicBezTo>
                <a:cubicBezTo>
                  <a:pt x="29304" y="2447"/>
                  <a:pt x="32610" y="451"/>
                  <a:pt x="36527" y="277"/>
                </a:cubicBezTo>
                <a:cubicBezTo>
                  <a:pt x="40518" y="0"/>
                  <a:pt x="44844" y="1529"/>
                  <a:pt x="49621" y="4835"/>
                </a:cubicBezTo>
                <a:lnTo>
                  <a:pt x="71001" y="19575"/>
                </a:lnTo>
                <a:lnTo>
                  <a:pt x="66967" y="25429"/>
                </a:lnTo>
                <a:lnTo>
                  <a:pt x="45805" y="10807"/>
                </a:lnTo>
                <a:cubicBezTo>
                  <a:pt x="42397" y="8476"/>
                  <a:pt x="39484" y="7340"/>
                  <a:pt x="36979" y="7457"/>
                </a:cubicBezTo>
                <a:cubicBezTo>
                  <a:pt x="34532" y="7515"/>
                  <a:pt x="32435" y="8753"/>
                  <a:pt x="30731" y="11200"/>
                </a:cubicBezTo>
                <a:cubicBezTo>
                  <a:pt x="28677" y="14229"/>
                  <a:pt x="27993" y="17288"/>
                  <a:pt x="28794" y="20419"/>
                </a:cubicBezTo>
                <a:cubicBezTo>
                  <a:pt x="29595" y="23551"/>
                  <a:pt x="31750" y="26347"/>
                  <a:pt x="35217" y="28736"/>
                </a:cubicBezTo>
                <a:lnTo>
                  <a:pt x="55243" y="42499"/>
                </a:lnTo>
                <a:lnTo>
                  <a:pt x="51208" y="48354"/>
                </a:lnTo>
                <a:lnTo>
                  <a:pt x="29988" y="33731"/>
                </a:lnTo>
                <a:cubicBezTo>
                  <a:pt x="26580" y="31401"/>
                  <a:pt x="23667" y="30265"/>
                  <a:pt x="21162" y="30323"/>
                </a:cubicBezTo>
                <a:cubicBezTo>
                  <a:pt x="18730" y="30440"/>
                  <a:pt x="16618" y="31692"/>
                  <a:pt x="14914" y="34241"/>
                </a:cubicBezTo>
                <a:cubicBezTo>
                  <a:pt x="12860" y="37212"/>
                  <a:pt x="12234" y="40285"/>
                  <a:pt x="13035" y="43402"/>
                </a:cubicBezTo>
                <a:cubicBezTo>
                  <a:pt x="13836" y="46533"/>
                  <a:pt x="15992" y="49271"/>
                  <a:pt x="19400" y="51660"/>
                </a:cubicBezTo>
                <a:lnTo>
                  <a:pt x="39426" y="65423"/>
                </a:lnTo>
                <a:lnTo>
                  <a:pt x="35391" y="71278"/>
                </a:lnTo>
                <a:lnTo>
                  <a:pt x="0" y="46883"/>
                </a:lnTo>
                <a:lnTo>
                  <a:pt x="3991" y="41013"/>
                </a:lnTo>
                <a:lnTo>
                  <a:pt x="9511" y="44829"/>
                </a:lnTo>
                <a:cubicBezTo>
                  <a:pt x="8258" y="41989"/>
                  <a:pt x="7748" y="39309"/>
                  <a:pt x="7967" y="36746"/>
                </a:cubicBezTo>
                <a:cubicBezTo>
                  <a:pt x="8258" y="34197"/>
                  <a:pt x="9219" y="31634"/>
                  <a:pt x="10982" y="29071"/>
                </a:cubicBezTo>
                <a:cubicBezTo>
                  <a:pt x="12744" y="26507"/>
                  <a:pt x="14914" y="24745"/>
                  <a:pt x="17477" y="23842"/>
                </a:cubicBezTo>
                <a:cubicBezTo>
                  <a:pt x="20026" y="22924"/>
                  <a:pt x="22822" y="22924"/>
                  <a:pt x="25954" y="23784"/>
                </a:cubicBezTo>
                <a:close/>
                <a:moveTo>
                  <a:pt x="25954" y="2378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E974C-ED78-4905-B9F6-8EF9FC8C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764" y="1088598"/>
            <a:ext cx="53262" cy="39717"/>
          </a:xfrm>
          <a:custGeom xmlns:a="http://schemas.openxmlformats.org/drawingml/2006/main">
            <a:pathLst>
              <a:path w="53262" h="39717">
                <a:moveTo>
                  <a:pt x="13836" y="15307"/>
                </a:moveTo>
                <a:lnTo>
                  <a:pt x="17812" y="9511"/>
                </a:lnTo>
                <a:lnTo>
                  <a:pt x="53262" y="33848"/>
                </a:lnTo>
                <a:lnTo>
                  <a:pt x="49271" y="39717"/>
                </a:lnTo>
                <a:lnTo>
                  <a:pt x="13836" y="15307"/>
                </a:lnTo>
                <a:close/>
                <a:moveTo>
                  <a:pt x="0" y="5811"/>
                </a:moveTo>
                <a:lnTo>
                  <a:pt x="4049" y="0"/>
                </a:lnTo>
                <a:lnTo>
                  <a:pt x="11389" y="5068"/>
                </a:lnTo>
                <a:lnTo>
                  <a:pt x="7399" y="10865"/>
                </a:lnTo>
                <a:lnTo>
                  <a:pt x="0" y="5811"/>
                </a:lnTo>
                <a:close/>
                <a:moveTo>
                  <a:pt x="0" y="581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9CBEA-BE69-4021-B6E1-498ABE07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232" y="1060780"/>
            <a:ext cx="54442" cy="52854"/>
          </a:xfrm>
          <a:custGeom xmlns:a="http://schemas.openxmlformats.org/drawingml/2006/main">
            <a:pathLst>
              <a:path w="54442" h="52854">
                <a:moveTo>
                  <a:pt x="0" y="27658"/>
                </a:moveTo>
                <a:lnTo>
                  <a:pt x="19007" y="0"/>
                </a:lnTo>
                <a:lnTo>
                  <a:pt x="24352" y="3699"/>
                </a:lnTo>
                <a:lnTo>
                  <a:pt x="34765" y="43067"/>
                </a:lnTo>
                <a:lnTo>
                  <a:pt x="49781" y="21220"/>
                </a:lnTo>
                <a:lnTo>
                  <a:pt x="54442" y="24410"/>
                </a:lnTo>
                <a:lnTo>
                  <a:pt x="34882" y="52854"/>
                </a:lnTo>
                <a:lnTo>
                  <a:pt x="29580" y="49155"/>
                </a:lnTo>
                <a:lnTo>
                  <a:pt x="19167" y="9729"/>
                </a:lnTo>
                <a:lnTo>
                  <a:pt x="4661" y="30833"/>
                </a:lnTo>
                <a:lnTo>
                  <a:pt x="0" y="27658"/>
                </a:lnTo>
                <a:close/>
                <a:moveTo>
                  <a:pt x="0" y="2765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CF08A-3A06-4537-B5BE-5FB40F1B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870" y="1027675"/>
            <a:ext cx="49038" cy="44480"/>
          </a:xfrm>
          <a:custGeom xmlns:a="http://schemas.openxmlformats.org/drawingml/2006/main">
            <a:pathLst>
              <a:path w="49038" h="44480">
                <a:moveTo>
                  <a:pt x="32595" y="5112"/>
                </a:moveTo>
                <a:lnTo>
                  <a:pt x="35450" y="7049"/>
                </a:lnTo>
                <a:lnTo>
                  <a:pt x="17069" y="33848"/>
                </a:lnTo>
                <a:cubicBezTo>
                  <a:pt x="21220" y="36353"/>
                  <a:pt x="25094" y="37256"/>
                  <a:pt x="28677" y="36513"/>
                </a:cubicBezTo>
                <a:cubicBezTo>
                  <a:pt x="32260" y="35785"/>
                  <a:pt x="35391" y="33498"/>
                  <a:pt x="38057" y="29639"/>
                </a:cubicBezTo>
                <a:cubicBezTo>
                  <a:pt x="39601" y="27410"/>
                  <a:pt x="40795" y="25080"/>
                  <a:pt x="41698" y="22575"/>
                </a:cubicBezTo>
                <a:cubicBezTo>
                  <a:pt x="42615" y="20128"/>
                  <a:pt x="43242" y="17463"/>
                  <a:pt x="43518" y="14623"/>
                </a:cubicBezTo>
                <a:lnTo>
                  <a:pt x="49038" y="18424"/>
                </a:lnTo>
                <a:cubicBezTo>
                  <a:pt x="48529" y="21104"/>
                  <a:pt x="47684" y="23725"/>
                  <a:pt x="46650" y="26216"/>
                </a:cubicBezTo>
                <a:cubicBezTo>
                  <a:pt x="45630" y="28779"/>
                  <a:pt x="44319" y="31168"/>
                  <a:pt x="42790" y="33396"/>
                </a:cubicBezTo>
                <a:cubicBezTo>
                  <a:pt x="38858" y="39076"/>
                  <a:pt x="34139" y="42382"/>
                  <a:pt x="28619" y="43460"/>
                </a:cubicBezTo>
                <a:cubicBezTo>
                  <a:pt x="23041" y="44480"/>
                  <a:pt x="17404" y="43067"/>
                  <a:pt x="11841" y="39193"/>
                </a:cubicBezTo>
                <a:cubicBezTo>
                  <a:pt x="6030" y="35217"/>
                  <a:pt x="2505" y="30483"/>
                  <a:pt x="1253" y="24963"/>
                </a:cubicBezTo>
                <a:cubicBezTo>
                  <a:pt x="0" y="19516"/>
                  <a:pt x="1194" y="14098"/>
                  <a:pt x="4894" y="8811"/>
                </a:cubicBezTo>
                <a:cubicBezTo>
                  <a:pt x="8141" y="4034"/>
                  <a:pt x="12292" y="1311"/>
                  <a:pt x="17244" y="685"/>
                </a:cubicBezTo>
                <a:cubicBezTo>
                  <a:pt x="22254" y="0"/>
                  <a:pt x="27366" y="1471"/>
                  <a:pt x="32595" y="5112"/>
                </a:cubicBezTo>
                <a:close/>
                <a:moveTo>
                  <a:pt x="26915" y="9787"/>
                </a:moveTo>
                <a:cubicBezTo>
                  <a:pt x="23725" y="7617"/>
                  <a:pt x="20536" y="6758"/>
                  <a:pt x="17463" y="7166"/>
                </a:cubicBezTo>
                <a:cubicBezTo>
                  <a:pt x="14346" y="7617"/>
                  <a:pt x="11841" y="9263"/>
                  <a:pt x="9846" y="12118"/>
                </a:cubicBezTo>
                <a:cubicBezTo>
                  <a:pt x="7632" y="15409"/>
                  <a:pt x="6714" y="18599"/>
                  <a:pt x="7224" y="21847"/>
                </a:cubicBezTo>
                <a:cubicBezTo>
                  <a:pt x="7734" y="25022"/>
                  <a:pt x="9554" y="27935"/>
                  <a:pt x="12686" y="30542"/>
                </a:cubicBezTo>
                <a:lnTo>
                  <a:pt x="26915" y="9787"/>
                </a:lnTo>
                <a:close/>
                <a:moveTo>
                  <a:pt x="26915" y="978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8A3D5-3C3B-486C-B8D3-065227FC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634" y="991206"/>
            <a:ext cx="39484" cy="45455"/>
          </a:xfrm>
          <a:custGeom xmlns:a="http://schemas.openxmlformats.org/drawingml/2006/main">
            <a:pathLst>
              <a:path w="39484" h="45455">
                <a:moveTo>
                  <a:pt x="19735" y="4034"/>
                </a:moveTo>
                <a:cubicBezTo>
                  <a:pt x="18934" y="4428"/>
                  <a:pt x="18147" y="4952"/>
                  <a:pt x="17463" y="5622"/>
                </a:cubicBezTo>
                <a:cubicBezTo>
                  <a:pt x="16720" y="6248"/>
                  <a:pt x="16035" y="7049"/>
                  <a:pt x="15409" y="7967"/>
                </a:cubicBezTo>
                <a:cubicBezTo>
                  <a:pt x="13137" y="11258"/>
                  <a:pt x="12453" y="14506"/>
                  <a:pt x="13428" y="17739"/>
                </a:cubicBezTo>
                <a:cubicBezTo>
                  <a:pt x="14331" y="20987"/>
                  <a:pt x="16778" y="24002"/>
                  <a:pt x="20813" y="26740"/>
                </a:cubicBezTo>
                <a:lnTo>
                  <a:pt x="39484" y="39586"/>
                </a:lnTo>
                <a:lnTo>
                  <a:pt x="35435" y="45455"/>
                </a:lnTo>
                <a:lnTo>
                  <a:pt x="0" y="21046"/>
                </a:lnTo>
                <a:lnTo>
                  <a:pt x="4034" y="15249"/>
                </a:lnTo>
                <a:lnTo>
                  <a:pt x="9554" y="18992"/>
                </a:lnTo>
                <a:cubicBezTo>
                  <a:pt x="8243" y="16268"/>
                  <a:pt x="7734" y="13589"/>
                  <a:pt x="8069" y="10923"/>
                </a:cubicBezTo>
                <a:cubicBezTo>
                  <a:pt x="8360" y="8243"/>
                  <a:pt x="9496" y="5520"/>
                  <a:pt x="11433" y="2665"/>
                </a:cubicBezTo>
                <a:cubicBezTo>
                  <a:pt x="11710" y="2272"/>
                  <a:pt x="12001" y="1879"/>
                  <a:pt x="12394" y="1413"/>
                </a:cubicBezTo>
                <a:cubicBezTo>
                  <a:pt x="12802" y="961"/>
                  <a:pt x="13254" y="510"/>
                  <a:pt x="13763" y="0"/>
                </a:cubicBezTo>
                <a:lnTo>
                  <a:pt x="19735" y="4034"/>
                </a:lnTo>
                <a:close/>
                <a:moveTo>
                  <a:pt x="19735" y="403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93221-668E-4863-9395-C12C1B08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7" y="1931002"/>
            <a:ext cx="74074" cy="58141"/>
          </a:xfrm>
          <a:custGeom xmlns:a="http://schemas.openxmlformats.org/drawingml/2006/main">
            <a:pathLst>
              <a:path w="74074" h="58141">
                <a:moveTo>
                  <a:pt x="11491" y="15074"/>
                </a:moveTo>
                <a:cubicBezTo>
                  <a:pt x="8127" y="19633"/>
                  <a:pt x="7166" y="24468"/>
                  <a:pt x="8593" y="29639"/>
                </a:cubicBezTo>
                <a:cubicBezTo>
                  <a:pt x="10006" y="34823"/>
                  <a:pt x="13589" y="39542"/>
                  <a:pt x="19458" y="43868"/>
                </a:cubicBezTo>
                <a:cubicBezTo>
                  <a:pt x="25255" y="48135"/>
                  <a:pt x="30833" y="50174"/>
                  <a:pt x="36178" y="50072"/>
                </a:cubicBezTo>
                <a:cubicBezTo>
                  <a:pt x="41523" y="49839"/>
                  <a:pt x="45849" y="47509"/>
                  <a:pt x="49213" y="42950"/>
                </a:cubicBezTo>
                <a:cubicBezTo>
                  <a:pt x="52563" y="38465"/>
                  <a:pt x="53539" y="33629"/>
                  <a:pt x="52111" y="28503"/>
                </a:cubicBezTo>
                <a:cubicBezTo>
                  <a:pt x="50684" y="23332"/>
                  <a:pt x="47101" y="18599"/>
                  <a:pt x="41305" y="14331"/>
                </a:cubicBezTo>
                <a:cubicBezTo>
                  <a:pt x="35435" y="10020"/>
                  <a:pt x="29872" y="7908"/>
                  <a:pt x="24512" y="8083"/>
                </a:cubicBezTo>
                <a:cubicBezTo>
                  <a:pt x="19225" y="8258"/>
                  <a:pt x="14841" y="10588"/>
                  <a:pt x="11491" y="15074"/>
                </a:cubicBezTo>
                <a:close/>
                <a:moveTo>
                  <a:pt x="59000" y="36702"/>
                </a:moveTo>
                <a:lnTo>
                  <a:pt x="74074" y="35158"/>
                </a:lnTo>
                <a:lnTo>
                  <a:pt x="68496" y="42674"/>
                </a:lnTo>
                <a:lnTo>
                  <a:pt x="56087" y="44043"/>
                </a:lnTo>
                <a:cubicBezTo>
                  <a:pt x="55578" y="44771"/>
                  <a:pt x="55243" y="45281"/>
                  <a:pt x="55010" y="45688"/>
                </a:cubicBezTo>
                <a:cubicBezTo>
                  <a:pt x="54777" y="46023"/>
                  <a:pt x="54500" y="46431"/>
                  <a:pt x="54267" y="46708"/>
                </a:cubicBezTo>
                <a:cubicBezTo>
                  <a:pt x="49490" y="53189"/>
                  <a:pt x="43460" y="56787"/>
                  <a:pt x="36294" y="57457"/>
                </a:cubicBezTo>
                <a:cubicBezTo>
                  <a:pt x="29071" y="58141"/>
                  <a:pt x="21847" y="55811"/>
                  <a:pt x="14564" y="50407"/>
                </a:cubicBezTo>
                <a:cubicBezTo>
                  <a:pt x="7282" y="45062"/>
                  <a:pt x="2898" y="38800"/>
                  <a:pt x="1471" y="31692"/>
                </a:cubicBezTo>
                <a:cubicBezTo>
                  <a:pt x="0" y="24628"/>
                  <a:pt x="1646" y="17871"/>
                  <a:pt x="6423" y="11375"/>
                </a:cubicBezTo>
                <a:cubicBezTo>
                  <a:pt x="11200" y="4894"/>
                  <a:pt x="17230" y="1311"/>
                  <a:pt x="24410" y="685"/>
                </a:cubicBezTo>
                <a:cubicBezTo>
                  <a:pt x="31634" y="0"/>
                  <a:pt x="38858" y="2389"/>
                  <a:pt x="46140" y="7734"/>
                </a:cubicBezTo>
                <a:cubicBezTo>
                  <a:pt x="51485" y="11724"/>
                  <a:pt x="55301" y="16152"/>
                  <a:pt x="57515" y="21162"/>
                </a:cubicBezTo>
                <a:cubicBezTo>
                  <a:pt x="59729" y="26114"/>
                  <a:pt x="60238" y="31299"/>
                  <a:pt x="59000" y="36702"/>
                </a:cubicBezTo>
                <a:close/>
                <a:moveTo>
                  <a:pt x="59000" y="367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E5CEA-05A4-4BFB-86E1-0DB252BD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635" y="1892319"/>
            <a:ext cx="55986" cy="49606"/>
          </a:xfrm>
          <a:custGeom xmlns:a="http://schemas.openxmlformats.org/drawingml/2006/main">
            <a:pathLst>
              <a:path w="55986" h="49606">
                <a:moveTo>
                  <a:pt x="20929" y="44436"/>
                </a:moveTo>
                <a:lnTo>
                  <a:pt x="0" y="28954"/>
                </a:lnTo>
                <a:lnTo>
                  <a:pt x="4151" y="23259"/>
                </a:lnTo>
                <a:lnTo>
                  <a:pt x="24920" y="38567"/>
                </a:lnTo>
                <a:cubicBezTo>
                  <a:pt x="28153" y="41013"/>
                  <a:pt x="31124" y="42208"/>
                  <a:pt x="33673" y="42149"/>
                </a:cubicBezTo>
                <a:cubicBezTo>
                  <a:pt x="36236" y="42047"/>
                  <a:pt x="38450" y="40737"/>
                  <a:pt x="40387" y="38173"/>
                </a:cubicBezTo>
                <a:cubicBezTo>
                  <a:pt x="42674" y="35158"/>
                  <a:pt x="43460" y="31969"/>
                  <a:pt x="42834" y="28779"/>
                </a:cubicBezTo>
                <a:cubicBezTo>
                  <a:pt x="42149" y="25546"/>
                  <a:pt x="40169" y="22648"/>
                  <a:pt x="36804" y="20201"/>
                </a:cubicBezTo>
                <a:lnTo>
                  <a:pt x="17186" y="5680"/>
                </a:lnTo>
                <a:lnTo>
                  <a:pt x="21395" y="0"/>
                </a:lnTo>
                <a:lnTo>
                  <a:pt x="55986" y="25546"/>
                </a:lnTo>
                <a:lnTo>
                  <a:pt x="51776" y="31226"/>
                </a:lnTo>
                <a:lnTo>
                  <a:pt x="46475" y="27308"/>
                </a:lnTo>
                <a:cubicBezTo>
                  <a:pt x="47567" y="30265"/>
                  <a:pt x="47902" y="32988"/>
                  <a:pt x="47567" y="35552"/>
                </a:cubicBezTo>
                <a:cubicBezTo>
                  <a:pt x="47276" y="38173"/>
                  <a:pt x="46198" y="40620"/>
                  <a:pt x="44436" y="43067"/>
                </a:cubicBezTo>
                <a:cubicBezTo>
                  <a:pt x="41479" y="47043"/>
                  <a:pt x="37998" y="49155"/>
                  <a:pt x="34022" y="49373"/>
                </a:cubicBezTo>
                <a:cubicBezTo>
                  <a:pt x="30032" y="49606"/>
                  <a:pt x="25662" y="47961"/>
                  <a:pt x="20929" y="44436"/>
                </a:cubicBezTo>
                <a:close/>
                <a:moveTo>
                  <a:pt x="20929" y="444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47033-392C-4C43-997B-CF1CE9A8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5" y="1864953"/>
            <a:ext cx="52272" cy="41246"/>
          </a:xfrm>
          <a:custGeom xmlns:a="http://schemas.openxmlformats.org/drawingml/2006/main">
            <a:pathLst>
              <a:path w="52272" h="41246">
                <a:moveTo>
                  <a:pt x="13472" y="15642"/>
                </a:moveTo>
                <a:lnTo>
                  <a:pt x="17681" y="9962"/>
                </a:lnTo>
                <a:lnTo>
                  <a:pt x="52272" y="35552"/>
                </a:lnTo>
                <a:lnTo>
                  <a:pt x="48062" y="41246"/>
                </a:lnTo>
                <a:lnTo>
                  <a:pt x="13472" y="15642"/>
                </a:lnTo>
                <a:close/>
                <a:moveTo>
                  <a:pt x="0" y="5695"/>
                </a:moveTo>
                <a:lnTo>
                  <a:pt x="4209" y="0"/>
                </a:lnTo>
                <a:lnTo>
                  <a:pt x="11433" y="5345"/>
                </a:lnTo>
                <a:lnTo>
                  <a:pt x="7224" y="11040"/>
                </a:lnTo>
                <a:lnTo>
                  <a:pt x="0" y="5695"/>
                </a:lnTo>
                <a:close/>
                <a:moveTo>
                  <a:pt x="0" y="56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A4B3A-720D-4FAE-94C3-0DD58E83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363" y="1839115"/>
            <a:ext cx="46999" cy="45062"/>
          </a:xfrm>
          <a:custGeom xmlns:a="http://schemas.openxmlformats.org/drawingml/2006/main">
            <a:pathLst>
              <a:path w="46999" h="45062">
                <a:moveTo>
                  <a:pt x="15016" y="0"/>
                </a:moveTo>
                <a:lnTo>
                  <a:pt x="20376" y="3932"/>
                </a:lnTo>
                <a:cubicBezTo>
                  <a:pt x="18264" y="4894"/>
                  <a:pt x="16443" y="6044"/>
                  <a:pt x="14797" y="7282"/>
                </a:cubicBezTo>
                <a:cubicBezTo>
                  <a:pt x="13152" y="8593"/>
                  <a:pt x="11724" y="10079"/>
                  <a:pt x="10530" y="11724"/>
                </a:cubicBezTo>
                <a:cubicBezTo>
                  <a:pt x="7792" y="15365"/>
                  <a:pt x="6831" y="19123"/>
                  <a:pt x="7690" y="22881"/>
                </a:cubicBezTo>
                <a:cubicBezTo>
                  <a:pt x="8476" y="26638"/>
                  <a:pt x="10982" y="30105"/>
                  <a:pt x="15249" y="33236"/>
                </a:cubicBezTo>
                <a:cubicBezTo>
                  <a:pt x="19458" y="36367"/>
                  <a:pt x="23492" y="37722"/>
                  <a:pt x="27308" y="37445"/>
                </a:cubicBezTo>
                <a:cubicBezTo>
                  <a:pt x="31182" y="37096"/>
                  <a:pt x="34474" y="35115"/>
                  <a:pt x="37212" y="31415"/>
                </a:cubicBezTo>
                <a:cubicBezTo>
                  <a:pt x="38406" y="29755"/>
                  <a:pt x="39368" y="27993"/>
                  <a:pt x="40110" y="26070"/>
                </a:cubicBezTo>
                <a:cubicBezTo>
                  <a:pt x="40911" y="24133"/>
                  <a:pt x="41421" y="22021"/>
                  <a:pt x="41698" y="19749"/>
                </a:cubicBezTo>
                <a:lnTo>
                  <a:pt x="46999" y="23623"/>
                </a:lnTo>
                <a:cubicBezTo>
                  <a:pt x="46548" y="25779"/>
                  <a:pt x="45863" y="27833"/>
                  <a:pt x="45004" y="29755"/>
                </a:cubicBezTo>
                <a:cubicBezTo>
                  <a:pt x="44101" y="31750"/>
                  <a:pt x="42950" y="33687"/>
                  <a:pt x="41538" y="35625"/>
                </a:cubicBezTo>
                <a:cubicBezTo>
                  <a:pt x="37664" y="40853"/>
                  <a:pt x="33003" y="43751"/>
                  <a:pt x="27425" y="44378"/>
                </a:cubicBezTo>
                <a:cubicBezTo>
                  <a:pt x="21905" y="45062"/>
                  <a:pt x="16385" y="43300"/>
                  <a:pt x="10807" y="39207"/>
                </a:cubicBezTo>
                <a:cubicBezTo>
                  <a:pt x="5185" y="35056"/>
                  <a:pt x="1879" y="30221"/>
                  <a:pt x="918" y="24701"/>
                </a:cubicBezTo>
                <a:cubicBezTo>
                  <a:pt x="0" y="19240"/>
                  <a:pt x="1544" y="13778"/>
                  <a:pt x="5520" y="8375"/>
                </a:cubicBezTo>
                <a:cubicBezTo>
                  <a:pt x="6831" y="6670"/>
                  <a:pt x="8258" y="5068"/>
                  <a:pt x="9846" y="3641"/>
                </a:cubicBezTo>
                <a:cubicBezTo>
                  <a:pt x="11433" y="2287"/>
                  <a:pt x="13152" y="1034"/>
                  <a:pt x="15016" y="0"/>
                </a:cubicBezTo>
                <a:close/>
                <a:moveTo>
                  <a:pt x="1501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85FF2-73C6-48D7-B9A3-D5CEDFA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762" y="1798553"/>
            <a:ext cx="70710" cy="55534"/>
          </a:xfrm>
          <a:custGeom xmlns:a="http://schemas.openxmlformats.org/drawingml/2006/main">
            <a:pathLst>
              <a:path w="70710" h="55534">
                <a:moveTo>
                  <a:pt x="0" y="19968"/>
                </a:moveTo>
                <a:lnTo>
                  <a:pt x="4209" y="14288"/>
                </a:lnTo>
                <a:lnTo>
                  <a:pt x="32595" y="35275"/>
                </a:lnTo>
                <a:lnTo>
                  <a:pt x="30207" y="7282"/>
                </a:lnTo>
                <a:lnTo>
                  <a:pt x="35610" y="0"/>
                </a:lnTo>
                <a:lnTo>
                  <a:pt x="38173" y="30323"/>
                </a:lnTo>
                <a:lnTo>
                  <a:pt x="70710" y="24803"/>
                </a:lnTo>
                <a:lnTo>
                  <a:pt x="65263" y="32202"/>
                </a:lnTo>
                <a:lnTo>
                  <a:pt x="35391" y="37329"/>
                </a:lnTo>
                <a:lnTo>
                  <a:pt x="52286" y="49781"/>
                </a:lnTo>
                <a:lnTo>
                  <a:pt x="48019" y="55534"/>
                </a:lnTo>
                <a:lnTo>
                  <a:pt x="0" y="19968"/>
                </a:lnTo>
                <a:close/>
                <a:moveTo>
                  <a:pt x="0" y="199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820B33-204A-40FE-9B7A-9F0BEA4C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390" y="1750258"/>
            <a:ext cx="62874" cy="56714"/>
          </a:xfrm>
          <a:custGeom xmlns:a="http://schemas.openxmlformats.org/drawingml/2006/main">
            <a:pathLst>
              <a:path w="62874" h="56714">
                <a:moveTo>
                  <a:pt x="0" y="39033"/>
                </a:moveTo>
                <a:lnTo>
                  <a:pt x="28852" y="0"/>
                </a:lnTo>
                <a:lnTo>
                  <a:pt x="34081" y="3918"/>
                </a:lnTo>
                <a:lnTo>
                  <a:pt x="22021" y="20259"/>
                </a:lnTo>
                <a:lnTo>
                  <a:pt x="62874" y="50466"/>
                </a:lnTo>
                <a:lnTo>
                  <a:pt x="58214" y="56714"/>
                </a:lnTo>
                <a:lnTo>
                  <a:pt x="17361" y="26507"/>
                </a:lnTo>
                <a:lnTo>
                  <a:pt x="5243" y="42892"/>
                </a:lnTo>
                <a:lnTo>
                  <a:pt x="0" y="39033"/>
                </a:lnTo>
                <a:close/>
                <a:moveTo>
                  <a:pt x="0" y="390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0EB51-4F5C-49F0-9341-374A134C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704" y="1733305"/>
            <a:ext cx="56146" cy="65875"/>
          </a:xfrm>
          <a:custGeom xmlns:a="http://schemas.openxmlformats.org/drawingml/2006/main">
            <a:pathLst>
              <a:path w="56146" h="65875">
                <a:moveTo>
                  <a:pt x="51427" y="43183"/>
                </a:moveTo>
                <a:cubicBezTo>
                  <a:pt x="54383" y="47786"/>
                  <a:pt x="55927" y="51369"/>
                  <a:pt x="56044" y="53815"/>
                </a:cubicBezTo>
                <a:cubicBezTo>
                  <a:pt x="56146" y="56262"/>
                  <a:pt x="55301" y="58767"/>
                  <a:pt x="53422" y="61331"/>
                </a:cubicBezTo>
                <a:lnTo>
                  <a:pt x="50058" y="65875"/>
                </a:lnTo>
                <a:lnTo>
                  <a:pt x="45281" y="62350"/>
                </a:lnTo>
                <a:lnTo>
                  <a:pt x="47786" y="59000"/>
                </a:lnTo>
                <a:cubicBezTo>
                  <a:pt x="48922" y="57457"/>
                  <a:pt x="49432" y="55986"/>
                  <a:pt x="49330" y="54558"/>
                </a:cubicBezTo>
                <a:cubicBezTo>
                  <a:pt x="49271" y="53131"/>
                  <a:pt x="48179" y="50859"/>
                  <a:pt x="46198" y="47786"/>
                </a:cubicBezTo>
                <a:lnTo>
                  <a:pt x="44378" y="44887"/>
                </a:lnTo>
                <a:lnTo>
                  <a:pt x="0" y="33673"/>
                </a:lnTo>
                <a:lnTo>
                  <a:pt x="4442" y="27643"/>
                </a:lnTo>
                <a:lnTo>
                  <a:pt x="39484" y="36862"/>
                </a:lnTo>
                <a:lnTo>
                  <a:pt x="20419" y="6030"/>
                </a:lnTo>
                <a:lnTo>
                  <a:pt x="24920" y="0"/>
                </a:lnTo>
                <a:lnTo>
                  <a:pt x="51427" y="43183"/>
                </a:lnTo>
                <a:close/>
                <a:moveTo>
                  <a:pt x="51427" y="4318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B4EAD-DBDB-45C1-922E-8BC63DFA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260" y="1701613"/>
            <a:ext cx="51937" cy="59394"/>
          </a:xfrm>
          <a:custGeom xmlns:a="http://schemas.openxmlformats.org/drawingml/2006/main">
            <a:pathLst>
              <a:path w="51937" h="59394">
                <a:moveTo>
                  <a:pt x="33615" y="40110"/>
                </a:moveTo>
                <a:lnTo>
                  <a:pt x="51937" y="53713"/>
                </a:lnTo>
                <a:lnTo>
                  <a:pt x="47728" y="59394"/>
                </a:lnTo>
                <a:lnTo>
                  <a:pt x="0" y="24060"/>
                </a:lnTo>
                <a:lnTo>
                  <a:pt x="4209" y="18380"/>
                </a:lnTo>
                <a:lnTo>
                  <a:pt x="9438" y="22240"/>
                </a:lnTo>
                <a:cubicBezTo>
                  <a:pt x="8302" y="19575"/>
                  <a:pt x="7908" y="16895"/>
                  <a:pt x="8243" y="14331"/>
                </a:cubicBezTo>
                <a:cubicBezTo>
                  <a:pt x="8578" y="11783"/>
                  <a:pt x="9671" y="9219"/>
                  <a:pt x="11550" y="6714"/>
                </a:cubicBezTo>
                <a:cubicBezTo>
                  <a:pt x="14666" y="2505"/>
                  <a:pt x="18832" y="350"/>
                  <a:pt x="24119" y="175"/>
                </a:cubicBezTo>
                <a:cubicBezTo>
                  <a:pt x="29406" y="0"/>
                  <a:pt x="34751" y="1937"/>
                  <a:pt x="40154" y="5971"/>
                </a:cubicBezTo>
                <a:cubicBezTo>
                  <a:pt x="45616" y="9962"/>
                  <a:pt x="49038" y="14506"/>
                  <a:pt x="50451" y="19633"/>
                </a:cubicBezTo>
                <a:cubicBezTo>
                  <a:pt x="51820" y="24687"/>
                  <a:pt x="50975" y="29362"/>
                  <a:pt x="47844" y="33571"/>
                </a:cubicBezTo>
                <a:cubicBezTo>
                  <a:pt x="45965" y="36076"/>
                  <a:pt x="43853" y="37897"/>
                  <a:pt x="41523" y="38974"/>
                </a:cubicBezTo>
                <a:cubicBezTo>
                  <a:pt x="39193" y="40052"/>
                  <a:pt x="36513" y="40445"/>
                  <a:pt x="33615" y="40110"/>
                </a:cubicBezTo>
                <a:close/>
                <a:moveTo>
                  <a:pt x="35828" y="11841"/>
                </a:moveTo>
                <a:cubicBezTo>
                  <a:pt x="31619" y="8768"/>
                  <a:pt x="27760" y="7224"/>
                  <a:pt x="24060" y="7166"/>
                </a:cubicBezTo>
                <a:cubicBezTo>
                  <a:pt x="20419" y="7107"/>
                  <a:pt x="17521" y="8593"/>
                  <a:pt x="15293" y="11608"/>
                </a:cubicBezTo>
                <a:cubicBezTo>
                  <a:pt x="13079" y="14623"/>
                  <a:pt x="12511" y="17871"/>
                  <a:pt x="13589" y="21337"/>
                </a:cubicBezTo>
                <a:cubicBezTo>
                  <a:pt x="14725" y="24803"/>
                  <a:pt x="17346" y="28109"/>
                  <a:pt x="21497" y="31182"/>
                </a:cubicBezTo>
                <a:cubicBezTo>
                  <a:pt x="25706" y="34314"/>
                  <a:pt x="29639" y="35843"/>
                  <a:pt x="33280" y="35901"/>
                </a:cubicBezTo>
                <a:cubicBezTo>
                  <a:pt x="36921" y="35901"/>
                  <a:pt x="39877" y="34416"/>
                  <a:pt x="42091" y="31401"/>
                </a:cubicBezTo>
                <a:cubicBezTo>
                  <a:pt x="44319" y="28444"/>
                  <a:pt x="44887" y="25211"/>
                  <a:pt x="43737" y="21730"/>
                </a:cubicBezTo>
                <a:cubicBezTo>
                  <a:pt x="42659" y="18205"/>
                  <a:pt x="39994" y="14958"/>
                  <a:pt x="35828" y="11841"/>
                </a:cubicBezTo>
                <a:close/>
                <a:moveTo>
                  <a:pt x="35828" y="1184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0173F-CF50-405E-8CC2-7828B00B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734" y="1662071"/>
            <a:ext cx="49097" cy="44436"/>
          </a:xfrm>
          <a:custGeom xmlns:a="http://schemas.openxmlformats.org/drawingml/2006/main">
            <a:pathLst>
              <a:path w="49097" h="44436">
                <a:moveTo>
                  <a:pt x="33105" y="5403"/>
                </a:moveTo>
                <a:lnTo>
                  <a:pt x="35901" y="7515"/>
                </a:lnTo>
                <a:lnTo>
                  <a:pt x="16545" y="33629"/>
                </a:lnTo>
                <a:cubicBezTo>
                  <a:pt x="20652" y="36251"/>
                  <a:pt x="24512" y="37270"/>
                  <a:pt x="28095" y="36702"/>
                </a:cubicBezTo>
                <a:cubicBezTo>
                  <a:pt x="31736" y="36076"/>
                  <a:pt x="34925" y="33906"/>
                  <a:pt x="37722" y="30163"/>
                </a:cubicBezTo>
                <a:cubicBezTo>
                  <a:pt x="39309" y="27993"/>
                  <a:pt x="40620" y="25662"/>
                  <a:pt x="41581" y="23216"/>
                </a:cubicBezTo>
                <a:cubicBezTo>
                  <a:pt x="42557" y="20769"/>
                  <a:pt x="43285" y="18147"/>
                  <a:pt x="43693" y="15307"/>
                </a:cubicBezTo>
                <a:lnTo>
                  <a:pt x="49097" y="19283"/>
                </a:lnTo>
                <a:cubicBezTo>
                  <a:pt x="48412" y="21963"/>
                  <a:pt x="47553" y="24585"/>
                  <a:pt x="46417" y="27032"/>
                </a:cubicBezTo>
                <a:cubicBezTo>
                  <a:pt x="45281" y="29537"/>
                  <a:pt x="43912" y="31867"/>
                  <a:pt x="42266" y="34022"/>
                </a:cubicBezTo>
                <a:cubicBezTo>
                  <a:pt x="38173" y="39542"/>
                  <a:pt x="33338" y="42732"/>
                  <a:pt x="27760" y="43577"/>
                </a:cubicBezTo>
                <a:cubicBezTo>
                  <a:pt x="22182" y="44436"/>
                  <a:pt x="16603" y="42848"/>
                  <a:pt x="11142" y="38800"/>
                </a:cubicBezTo>
                <a:cubicBezTo>
                  <a:pt x="5520" y="34590"/>
                  <a:pt x="2156" y="29755"/>
                  <a:pt x="1078" y="24235"/>
                </a:cubicBezTo>
                <a:cubicBezTo>
                  <a:pt x="0" y="18715"/>
                  <a:pt x="1413" y="13370"/>
                  <a:pt x="5229" y="8200"/>
                </a:cubicBezTo>
                <a:cubicBezTo>
                  <a:pt x="8695" y="3525"/>
                  <a:pt x="12904" y="976"/>
                  <a:pt x="17914" y="466"/>
                </a:cubicBezTo>
                <a:cubicBezTo>
                  <a:pt x="22866" y="0"/>
                  <a:pt x="27935" y="1660"/>
                  <a:pt x="33105" y="5403"/>
                </a:cubicBezTo>
                <a:close/>
                <a:moveTo>
                  <a:pt x="27250" y="9904"/>
                </a:moveTo>
                <a:cubicBezTo>
                  <a:pt x="24119" y="7632"/>
                  <a:pt x="20987" y="6656"/>
                  <a:pt x="17856" y="7005"/>
                </a:cubicBezTo>
                <a:cubicBezTo>
                  <a:pt x="14725" y="7340"/>
                  <a:pt x="12176" y="8884"/>
                  <a:pt x="10064" y="11666"/>
                </a:cubicBezTo>
                <a:cubicBezTo>
                  <a:pt x="7734" y="14856"/>
                  <a:pt x="6772" y="18045"/>
                  <a:pt x="7166" y="21279"/>
                </a:cubicBezTo>
                <a:cubicBezTo>
                  <a:pt x="7559" y="24526"/>
                  <a:pt x="9263" y="27483"/>
                  <a:pt x="12278" y="30163"/>
                </a:cubicBezTo>
                <a:lnTo>
                  <a:pt x="27250" y="9904"/>
                </a:lnTo>
                <a:close/>
                <a:moveTo>
                  <a:pt x="27250" y="99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1F8E2-BD72-456E-9E72-B704C2F8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536" y="1607920"/>
            <a:ext cx="65132" cy="63879"/>
          </a:xfrm>
          <a:custGeom xmlns:a="http://schemas.openxmlformats.org/drawingml/2006/main">
            <a:pathLst>
              <a:path w="65132" h="63879">
                <a:moveTo>
                  <a:pt x="9729" y="27294"/>
                </a:moveTo>
                <a:lnTo>
                  <a:pt x="45572" y="53815"/>
                </a:lnTo>
                <a:lnTo>
                  <a:pt x="51136" y="46300"/>
                </a:lnTo>
                <a:cubicBezTo>
                  <a:pt x="55869" y="39936"/>
                  <a:pt x="57850" y="34183"/>
                  <a:pt x="57165" y="29129"/>
                </a:cubicBezTo>
                <a:cubicBezTo>
                  <a:pt x="56437" y="24060"/>
                  <a:pt x="53014" y="19225"/>
                  <a:pt x="46766" y="14608"/>
                </a:cubicBezTo>
                <a:cubicBezTo>
                  <a:pt x="40620" y="10064"/>
                  <a:pt x="34984" y="8185"/>
                  <a:pt x="29915" y="8986"/>
                </a:cubicBezTo>
                <a:cubicBezTo>
                  <a:pt x="24920" y="9831"/>
                  <a:pt x="20026" y="13414"/>
                  <a:pt x="15293" y="19793"/>
                </a:cubicBezTo>
                <a:lnTo>
                  <a:pt x="9729" y="27294"/>
                </a:lnTo>
                <a:close/>
                <a:moveTo>
                  <a:pt x="0" y="29740"/>
                </a:moveTo>
                <a:lnTo>
                  <a:pt x="9438" y="16953"/>
                </a:lnTo>
                <a:cubicBezTo>
                  <a:pt x="16094" y="8010"/>
                  <a:pt x="22750" y="2840"/>
                  <a:pt x="29580" y="1413"/>
                </a:cubicBezTo>
                <a:cubicBezTo>
                  <a:pt x="36411" y="0"/>
                  <a:pt x="43751" y="2156"/>
                  <a:pt x="51660" y="8010"/>
                </a:cubicBezTo>
                <a:cubicBezTo>
                  <a:pt x="59612" y="13880"/>
                  <a:pt x="63879" y="20303"/>
                  <a:pt x="64506" y="27294"/>
                </a:cubicBezTo>
                <a:cubicBezTo>
                  <a:pt x="65132" y="34241"/>
                  <a:pt x="62117" y="42149"/>
                  <a:pt x="55578" y="51019"/>
                </a:cubicBezTo>
                <a:lnTo>
                  <a:pt x="46082" y="63879"/>
                </a:lnTo>
                <a:lnTo>
                  <a:pt x="0" y="29740"/>
                </a:lnTo>
                <a:close/>
                <a:moveTo>
                  <a:pt x="0" y="2974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D8638-64F6-45DB-90E8-DE30862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539" y="1559843"/>
            <a:ext cx="68045" cy="63253"/>
          </a:xfrm>
          <a:custGeom xmlns:a="http://schemas.openxmlformats.org/drawingml/2006/main">
            <a:pathLst>
              <a:path w="68045" h="63253">
                <a:moveTo>
                  <a:pt x="0" y="29129"/>
                </a:moveTo>
                <a:lnTo>
                  <a:pt x="21570" y="0"/>
                </a:lnTo>
                <a:lnTo>
                  <a:pt x="26798" y="3860"/>
                </a:lnTo>
                <a:lnTo>
                  <a:pt x="9846" y="26798"/>
                </a:lnTo>
                <a:lnTo>
                  <a:pt x="23507" y="36921"/>
                </a:lnTo>
                <a:lnTo>
                  <a:pt x="39717" y="14958"/>
                </a:lnTo>
                <a:lnTo>
                  <a:pt x="45004" y="18832"/>
                </a:lnTo>
                <a:lnTo>
                  <a:pt x="28736" y="40795"/>
                </a:lnTo>
                <a:lnTo>
                  <a:pt x="45455" y="53131"/>
                </a:lnTo>
                <a:lnTo>
                  <a:pt x="62816" y="29639"/>
                </a:lnTo>
                <a:lnTo>
                  <a:pt x="68045" y="33556"/>
                </a:lnTo>
                <a:lnTo>
                  <a:pt x="46082" y="63253"/>
                </a:lnTo>
                <a:lnTo>
                  <a:pt x="0" y="29129"/>
                </a:lnTo>
                <a:close/>
                <a:moveTo>
                  <a:pt x="0" y="291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EE56C-D52C-43A3-A377-21BC0AEC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227" y="1522515"/>
            <a:ext cx="58651" cy="60937"/>
          </a:xfrm>
          <a:custGeom xmlns:a="http://schemas.openxmlformats.org/drawingml/2006/main">
            <a:pathLst>
              <a:path w="58651" h="60937">
                <a:moveTo>
                  <a:pt x="17798" y="0"/>
                </a:moveTo>
                <a:lnTo>
                  <a:pt x="23886" y="4500"/>
                </a:lnTo>
                <a:cubicBezTo>
                  <a:pt x="20987" y="6030"/>
                  <a:pt x="18540" y="7632"/>
                  <a:pt x="16385" y="9336"/>
                </a:cubicBezTo>
                <a:cubicBezTo>
                  <a:pt x="14273" y="11040"/>
                  <a:pt x="12511" y="12860"/>
                  <a:pt x="11098" y="14797"/>
                </a:cubicBezTo>
                <a:cubicBezTo>
                  <a:pt x="8535" y="18205"/>
                  <a:pt x="7282" y="21279"/>
                  <a:pt x="7224" y="24119"/>
                </a:cubicBezTo>
                <a:cubicBezTo>
                  <a:pt x="7166" y="26915"/>
                  <a:pt x="8360" y="29245"/>
                  <a:pt x="10807" y="31066"/>
                </a:cubicBezTo>
                <a:cubicBezTo>
                  <a:pt x="12860" y="32551"/>
                  <a:pt x="14841" y="33061"/>
                  <a:pt x="16778" y="32595"/>
                </a:cubicBezTo>
                <a:cubicBezTo>
                  <a:pt x="18715" y="32144"/>
                  <a:pt x="21279" y="30440"/>
                  <a:pt x="24454" y="27541"/>
                </a:cubicBezTo>
                <a:lnTo>
                  <a:pt x="27993" y="24293"/>
                </a:lnTo>
                <a:cubicBezTo>
                  <a:pt x="32318" y="20317"/>
                  <a:pt x="36411" y="18031"/>
                  <a:pt x="40329" y="17463"/>
                </a:cubicBezTo>
                <a:cubicBezTo>
                  <a:pt x="44203" y="16895"/>
                  <a:pt x="47961" y="18031"/>
                  <a:pt x="51718" y="20769"/>
                </a:cubicBezTo>
                <a:cubicBezTo>
                  <a:pt x="56204" y="24119"/>
                  <a:pt x="58476" y="28109"/>
                  <a:pt x="58534" y="32828"/>
                </a:cubicBezTo>
                <a:cubicBezTo>
                  <a:pt x="58651" y="37489"/>
                  <a:pt x="56554" y="42732"/>
                  <a:pt x="52286" y="48529"/>
                </a:cubicBezTo>
                <a:cubicBezTo>
                  <a:pt x="50684" y="50699"/>
                  <a:pt x="48703" y="52854"/>
                  <a:pt x="46417" y="54966"/>
                </a:cubicBezTo>
                <a:cubicBezTo>
                  <a:pt x="44086" y="57063"/>
                  <a:pt x="41465" y="59059"/>
                  <a:pt x="38567" y="60937"/>
                </a:cubicBezTo>
                <a:lnTo>
                  <a:pt x="32144" y="56219"/>
                </a:lnTo>
                <a:cubicBezTo>
                  <a:pt x="35435" y="54733"/>
                  <a:pt x="38348" y="53029"/>
                  <a:pt x="40853" y="51150"/>
                </a:cubicBezTo>
                <a:cubicBezTo>
                  <a:pt x="43344" y="49271"/>
                  <a:pt x="45514" y="47116"/>
                  <a:pt x="47218" y="44771"/>
                </a:cubicBezTo>
                <a:cubicBezTo>
                  <a:pt x="49839" y="41246"/>
                  <a:pt x="51194" y="37955"/>
                  <a:pt x="51194" y="34998"/>
                </a:cubicBezTo>
                <a:cubicBezTo>
                  <a:pt x="51252" y="32027"/>
                  <a:pt x="49941" y="29580"/>
                  <a:pt x="47393" y="27658"/>
                </a:cubicBezTo>
                <a:cubicBezTo>
                  <a:pt x="45106" y="25997"/>
                  <a:pt x="42834" y="25371"/>
                  <a:pt x="40504" y="25837"/>
                </a:cubicBezTo>
                <a:cubicBezTo>
                  <a:pt x="38232" y="26230"/>
                  <a:pt x="35552" y="27818"/>
                  <a:pt x="32595" y="30498"/>
                </a:cubicBezTo>
                <a:lnTo>
                  <a:pt x="29012" y="33804"/>
                </a:lnTo>
                <a:cubicBezTo>
                  <a:pt x="24687" y="37722"/>
                  <a:pt x="20769" y="40052"/>
                  <a:pt x="17230" y="40678"/>
                </a:cubicBezTo>
                <a:cubicBezTo>
                  <a:pt x="13705" y="41246"/>
                  <a:pt x="10181" y="40285"/>
                  <a:pt x="6656" y="37664"/>
                </a:cubicBezTo>
                <a:cubicBezTo>
                  <a:pt x="2607" y="34649"/>
                  <a:pt x="451" y="30833"/>
                  <a:pt x="218" y="26230"/>
                </a:cubicBezTo>
                <a:cubicBezTo>
                  <a:pt x="0" y="21628"/>
                  <a:pt x="1762" y="16793"/>
                  <a:pt x="5462" y="11783"/>
                </a:cubicBezTo>
                <a:cubicBezTo>
                  <a:pt x="7107" y="9612"/>
                  <a:pt x="8928" y="7573"/>
                  <a:pt x="10982" y="5578"/>
                </a:cubicBezTo>
                <a:cubicBezTo>
                  <a:pt x="13021" y="3641"/>
                  <a:pt x="15307" y="1762"/>
                  <a:pt x="17798" y="0"/>
                </a:cubicBezTo>
                <a:close/>
                <a:moveTo>
                  <a:pt x="1779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1BBFA-FE8E-4123-AF4A-322F44B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772" y="1484793"/>
            <a:ext cx="50684" cy="58199"/>
          </a:xfrm>
          <a:custGeom xmlns:a="http://schemas.openxmlformats.org/drawingml/2006/main">
            <a:pathLst>
              <a:path w="50684" h="58199">
                <a:moveTo>
                  <a:pt x="9729" y="21686"/>
                </a:moveTo>
                <a:lnTo>
                  <a:pt x="27075" y="34488"/>
                </a:lnTo>
                <a:lnTo>
                  <a:pt x="32886" y="26624"/>
                </a:lnTo>
                <a:cubicBezTo>
                  <a:pt x="34984" y="23725"/>
                  <a:pt x="35901" y="20944"/>
                  <a:pt x="35552" y="18205"/>
                </a:cubicBezTo>
                <a:cubicBezTo>
                  <a:pt x="35275" y="15540"/>
                  <a:pt x="33673" y="13152"/>
                  <a:pt x="30949" y="11098"/>
                </a:cubicBezTo>
                <a:cubicBezTo>
                  <a:pt x="28153" y="9044"/>
                  <a:pt x="25429" y="8258"/>
                  <a:pt x="22750" y="8768"/>
                </a:cubicBezTo>
                <a:cubicBezTo>
                  <a:pt x="20084" y="9219"/>
                  <a:pt x="17696" y="10923"/>
                  <a:pt x="15526" y="13836"/>
                </a:cubicBezTo>
                <a:lnTo>
                  <a:pt x="9729" y="21686"/>
                </a:lnTo>
                <a:close/>
                <a:moveTo>
                  <a:pt x="0" y="24133"/>
                </a:moveTo>
                <a:lnTo>
                  <a:pt x="10414" y="10020"/>
                </a:lnTo>
                <a:cubicBezTo>
                  <a:pt x="14215" y="4835"/>
                  <a:pt x="18322" y="1821"/>
                  <a:pt x="22589" y="918"/>
                </a:cubicBezTo>
                <a:cubicBezTo>
                  <a:pt x="26900" y="0"/>
                  <a:pt x="31284" y="1194"/>
                  <a:pt x="35785" y="4500"/>
                </a:cubicBezTo>
                <a:cubicBezTo>
                  <a:pt x="40329" y="7908"/>
                  <a:pt x="42776" y="11783"/>
                  <a:pt x="43183" y="16108"/>
                </a:cubicBezTo>
                <a:cubicBezTo>
                  <a:pt x="43518" y="20492"/>
                  <a:pt x="41814" y="25269"/>
                  <a:pt x="37998" y="30440"/>
                </a:cubicBezTo>
                <a:lnTo>
                  <a:pt x="32202" y="38290"/>
                </a:lnTo>
                <a:lnTo>
                  <a:pt x="50684" y="51951"/>
                </a:lnTo>
                <a:lnTo>
                  <a:pt x="46082" y="58199"/>
                </a:lnTo>
                <a:lnTo>
                  <a:pt x="0" y="24133"/>
                </a:lnTo>
                <a:close/>
                <a:moveTo>
                  <a:pt x="0" y="2413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4F52C-3E3B-43C5-AB6D-595FEF7E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828" y="1463922"/>
            <a:ext cx="52286" cy="41188"/>
          </a:xfrm>
          <a:custGeom xmlns:a="http://schemas.openxmlformats.org/drawingml/2006/main">
            <a:pathLst>
              <a:path w="52286" h="41188">
                <a:moveTo>
                  <a:pt x="0" y="5636"/>
                </a:moveTo>
                <a:lnTo>
                  <a:pt x="4209" y="0"/>
                </a:lnTo>
                <a:lnTo>
                  <a:pt x="52286" y="35493"/>
                </a:lnTo>
                <a:lnTo>
                  <a:pt x="48077" y="41188"/>
                </a:lnTo>
                <a:lnTo>
                  <a:pt x="0" y="5636"/>
                </a:lnTo>
                <a:close/>
                <a:moveTo>
                  <a:pt x="0" y="56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309DA-AB67-46E1-9A5F-88808A6E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884" y="1433599"/>
            <a:ext cx="55986" cy="49606"/>
          </a:xfrm>
          <a:custGeom xmlns:a="http://schemas.openxmlformats.org/drawingml/2006/main">
            <a:pathLst>
              <a:path w="55986" h="49606">
                <a:moveTo>
                  <a:pt x="20929" y="44436"/>
                </a:moveTo>
                <a:lnTo>
                  <a:pt x="0" y="28954"/>
                </a:lnTo>
                <a:lnTo>
                  <a:pt x="4209" y="23259"/>
                </a:lnTo>
                <a:lnTo>
                  <a:pt x="24920" y="38567"/>
                </a:lnTo>
                <a:cubicBezTo>
                  <a:pt x="28153" y="41013"/>
                  <a:pt x="31124" y="42208"/>
                  <a:pt x="33673" y="42149"/>
                </a:cubicBezTo>
                <a:cubicBezTo>
                  <a:pt x="36236" y="42091"/>
                  <a:pt x="38508" y="40737"/>
                  <a:pt x="40387" y="38232"/>
                </a:cubicBezTo>
                <a:cubicBezTo>
                  <a:pt x="42674" y="35158"/>
                  <a:pt x="43460" y="31969"/>
                  <a:pt x="42834" y="28779"/>
                </a:cubicBezTo>
                <a:cubicBezTo>
                  <a:pt x="42208" y="25546"/>
                  <a:pt x="40169" y="22691"/>
                  <a:pt x="36804" y="20186"/>
                </a:cubicBezTo>
                <a:lnTo>
                  <a:pt x="17186" y="5680"/>
                </a:lnTo>
                <a:lnTo>
                  <a:pt x="21395" y="0"/>
                </a:lnTo>
                <a:lnTo>
                  <a:pt x="55986" y="25546"/>
                </a:lnTo>
                <a:lnTo>
                  <a:pt x="51776" y="31226"/>
                </a:lnTo>
                <a:lnTo>
                  <a:pt x="46475" y="27308"/>
                </a:lnTo>
                <a:cubicBezTo>
                  <a:pt x="47553" y="30265"/>
                  <a:pt x="47902" y="32988"/>
                  <a:pt x="47611" y="35610"/>
                </a:cubicBezTo>
                <a:cubicBezTo>
                  <a:pt x="47276" y="38173"/>
                  <a:pt x="46198" y="40678"/>
                  <a:pt x="44436" y="43067"/>
                </a:cubicBezTo>
                <a:cubicBezTo>
                  <a:pt x="41523" y="47043"/>
                  <a:pt x="38057" y="49155"/>
                  <a:pt x="34022" y="49373"/>
                </a:cubicBezTo>
                <a:cubicBezTo>
                  <a:pt x="30032" y="49606"/>
                  <a:pt x="25662" y="47961"/>
                  <a:pt x="20929" y="44436"/>
                </a:cubicBezTo>
                <a:close/>
                <a:moveTo>
                  <a:pt x="20929" y="444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43A42-4E01-434A-96ED-8357FFF2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673" y="1393430"/>
            <a:ext cx="58767" cy="60704"/>
          </a:xfrm>
          <a:custGeom xmlns:a="http://schemas.openxmlformats.org/drawingml/2006/main">
            <a:pathLst>
              <a:path w="58767" h="60704">
                <a:moveTo>
                  <a:pt x="29988" y="18205"/>
                </a:moveTo>
                <a:cubicBezTo>
                  <a:pt x="25881" y="15132"/>
                  <a:pt x="22080" y="13647"/>
                  <a:pt x="18555" y="13647"/>
                </a:cubicBezTo>
                <a:cubicBezTo>
                  <a:pt x="15016" y="13705"/>
                  <a:pt x="12118" y="15249"/>
                  <a:pt x="9846" y="18322"/>
                </a:cubicBezTo>
                <a:cubicBezTo>
                  <a:pt x="7632" y="21337"/>
                  <a:pt x="7005" y="24570"/>
                  <a:pt x="7967" y="27935"/>
                </a:cubicBezTo>
                <a:cubicBezTo>
                  <a:pt x="8986" y="31284"/>
                  <a:pt x="11550" y="34532"/>
                  <a:pt x="15642" y="37547"/>
                </a:cubicBezTo>
                <a:cubicBezTo>
                  <a:pt x="19749" y="40562"/>
                  <a:pt x="23551" y="42106"/>
                  <a:pt x="27090" y="42047"/>
                </a:cubicBezTo>
                <a:cubicBezTo>
                  <a:pt x="30614" y="42047"/>
                  <a:pt x="33513" y="40504"/>
                  <a:pt x="35726" y="37430"/>
                </a:cubicBezTo>
                <a:cubicBezTo>
                  <a:pt x="38013" y="34416"/>
                  <a:pt x="38639" y="31182"/>
                  <a:pt x="37664" y="27818"/>
                </a:cubicBezTo>
                <a:cubicBezTo>
                  <a:pt x="36644" y="24410"/>
                  <a:pt x="34081" y="21220"/>
                  <a:pt x="29988" y="18205"/>
                </a:cubicBezTo>
                <a:close/>
                <a:moveTo>
                  <a:pt x="47567" y="22415"/>
                </a:moveTo>
                <a:cubicBezTo>
                  <a:pt x="53480" y="26798"/>
                  <a:pt x="56889" y="31343"/>
                  <a:pt x="57806" y="36076"/>
                </a:cubicBezTo>
                <a:cubicBezTo>
                  <a:pt x="58767" y="40795"/>
                  <a:pt x="57238" y="45849"/>
                  <a:pt x="53247" y="51252"/>
                </a:cubicBezTo>
                <a:cubicBezTo>
                  <a:pt x="51776" y="53247"/>
                  <a:pt x="50233" y="55010"/>
                  <a:pt x="48645" y="56554"/>
                </a:cubicBezTo>
                <a:cubicBezTo>
                  <a:pt x="46999" y="58141"/>
                  <a:pt x="45295" y="59510"/>
                  <a:pt x="43416" y="60704"/>
                </a:cubicBezTo>
                <a:lnTo>
                  <a:pt x="37897" y="56612"/>
                </a:lnTo>
                <a:cubicBezTo>
                  <a:pt x="40052" y="55636"/>
                  <a:pt x="41931" y="54500"/>
                  <a:pt x="43577" y="53189"/>
                </a:cubicBezTo>
                <a:cubicBezTo>
                  <a:pt x="45179" y="51878"/>
                  <a:pt x="46650" y="50349"/>
                  <a:pt x="47902" y="48703"/>
                </a:cubicBezTo>
                <a:cubicBezTo>
                  <a:pt x="50640" y="44946"/>
                  <a:pt x="51718" y="41479"/>
                  <a:pt x="51150" y="38173"/>
                </a:cubicBezTo>
                <a:cubicBezTo>
                  <a:pt x="50582" y="34867"/>
                  <a:pt x="48354" y="31750"/>
                  <a:pt x="44378" y="28837"/>
                </a:cubicBezTo>
                <a:lnTo>
                  <a:pt x="41596" y="26798"/>
                </a:lnTo>
                <a:cubicBezTo>
                  <a:pt x="42790" y="29464"/>
                  <a:pt x="43183" y="32085"/>
                  <a:pt x="42848" y="34649"/>
                </a:cubicBezTo>
                <a:cubicBezTo>
                  <a:pt x="42499" y="37270"/>
                  <a:pt x="41363" y="39819"/>
                  <a:pt x="39484" y="42382"/>
                </a:cubicBezTo>
                <a:cubicBezTo>
                  <a:pt x="36353" y="46591"/>
                  <a:pt x="32202" y="48805"/>
                  <a:pt x="27090" y="49038"/>
                </a:cubicBezTo>
                <a:cubicBezTo>
                  <a:pt x="21905" y="49213"/>
                  <a:pt x="16676" y="47393"/>
                  <a:pt x="11317" y="43402"/>
                </a:cubicBezTo>
                <a:cubicBezTo>
                  <a:pt x="5971" y="39484"/>
                  <a:pt x="2680" y="34984"/>
                  <a:pt x="1369" y="30032"/>
                </a:cubicBezTo>
                <a:cubicBezTo>
                  <a:pt x="0" y="25036"/>
                  <a:pt x="918" y="20419"/>
                  <a:pt x="4034" y="16152"/>
                </a:cubicBezTo>
                <a:cubicBezTo>
                  <a:pt x="5971" y="13603"/>
                  <a:pt x="8083" y="11783"/>
                  <a:pt x="10472" y="10690"/>
                </a:cubicBezTo>
                <a:cubicBezTo>
                  <a:pt x="12802" y="9612"/>
                  <a:pt x="15424" y="9278"/>
                  <a:pt x="18322" y="9612"/>
                </a:cubicBezTo>
                <a:lnTo>
                  <a:pt x="13093" y="5695"/>
                </a:lnTo>
                <a:lnTo>
                  <a:pt x="17302" y="0"/>
                </a:lnTo>
                <a:lnTo>
                  <a:pt x="47567" y="22415"/>
                </a:lnTo>
                <a:close/>
                <a:moveTo>
                  <a:pt x="47567" y="2241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59BDC-DACC-41BE-8944-2213204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140" y="1366122"/>
            <a:ext cx="52272" cy="41188"/>
          </a:xfrm>
          <a:custGeom xmlns:a="http://schemas.openxmlformats.org/drawingml/2006/main">
            <a:pathLst>
              <a:path w="52272" h="41188">
                <a:moveTo>
                  <a:pt x="13472" y="15642"/>
                </a:moveTo>
                <a:lnTo>
                  <a:pt x="17681" y="9962"/>
                </a:lnTo>
                <a:lnTo>
                  <a:pt x="52272" y="35493"/>
                </a:lnTo>
                <a:lnTo>
                  <a:pt x="48062" y="41188"/>
                </a:lnTo>
                <a:lnTo>
                  <a:pt x="13472" y="15642"/>
                </a:lnTo>
                <a:close/>
                <a:moveTo>
                  <a:pt x="0" y="5695"/>
                </a:moveTo>
                <a:lnTo>
                  <a:pt x="4209" y="0"/>
                </a:lnTo>
                <a:lnTo>
                  <a:pt x="11433" y="5287"/>
                </a:lnTo>
                <a:lnTo>
                  <a:pt x="7224" y="10982"/>
                </a:lnTo>
                <a:lnTo>
                  <a:pt x="0" y="5695"/>
                </a:lnTo>
                <a:close/>
                <a:moveTo>
                  <a:pt x="0" y="56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E9743-A5E1-42B2-9ABD-8C4E649D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473" y="1340401"/>
            <a:ext cx="55986" cy="49563"/>
          </a:xfrm>
          <a:custGeom xmlns:a="http://schemas.openxmlformats.org/drawingml/2006/main">
            <a:pathLst>
              <a:path w="55986" h="49563">
                <a:moveTo>
                  <a:pt x="35100" y="5185"/>
                </a:moveTo>
                <a:lnTo>
                  <a:pt x="55986" y="20594"/>
                </a:lnTo>
                <a:lnTo>
                  <a:pt x="51776" y="26289"/>
                </a:lnTo>
                <a:lnTo>
                  <a:pt x="31124" y="10982"/>
                </a:lnTo>
                <a:cubicBezTo>
                  <a:pt x="27818" y="8593"/>
                  <a:pt x="24920" y="7399"/>
                  <a:pt x="22356" y="7457"/>
                </a:cubicBezTo>
                <a:cubicBezTo>
                  <a:pt x="19749" y="7573"/>
                  <a:pt x="17521" y="8884"/>
                  <a:pt x="15642" y="11433"/>
                </a:cubicBezTo>
                <a:cubicBezTo>
                  <a:pt x="13370" y="14448"/>
                  <a:pt x="12569" y="17637"/>
                  <a:pt x="13195" y="20827"/>
                </a:cubicBezTo>
                <a:cubicBezTo>
                  <a:pt x="13880" y="24075"/>
                  <a:pt x="15875" y="26915"/>
                  <a:pt x="19240" y="29420"/>
                </a:cubicBezTo>
                <a:lnTo>
                  <a:pt x="38800" y="43868"/>
                </a:lnTo>
                <a:lnTo>
                  <a:pt x="34590" y="49563"/>
                </a:lnTo>
                <a:lnTo>
                  <a:pt x="0" y="24017"/>
                </a:lnTo>
                <a:lnTo>
                  <a:pt x="4209" y="18264"/>
                </a:lnTo>
                <a:lnTo>
                  <a:pt x="9554" y="22254"/>
                </a:lnTo>
                <a:cubicBezTo>
                  <a:pt x="8535" y="19342"/>
                  <a:pt x="8141" y="16618"/>
                  <a:pt x="8476" y="13996"/>
                </a:cubicBezTo>
                <a:cubicBezTo>
                  <a:pt x="8826" y="11433"/>
                  <a:pt x="9846" y="8884"/>
                  <a:pt x="11666" y="6496"/>
                </a:cubicBezTo>
                <a:cubicBezTo>
                  <a:pt x="14564" y="2505"/>
                  <a:pt x="18045" y="408"/>
                  <a:pt x="22021" y="233"/>
                </a:cubicBezTo>
                <a:cubicBezTo>
                  <a:pt x="25939" y="0"/>
                  <a:pt x="30323" y="1660"/>
                  <a:pt x="35100" y="5185"/>
                </a:cubicBezTo>
                <a:close/>
                <a:moveTo>
                  <a:pt x="35100" y="51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5937F-E892-4665-BE42-8A8F025A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594" y="1336542"/>
            <a:ext cx="12686" cy="12336"/>
          </a:xfrm>
          <a:custGeom xmlns:a="http://schemas.openxmlformats.org/drawingml/2006/main">
            <a:pathLst>
              <a:path w="12686" h="12336">
                <a:moveTo>
                  <a:pt x="0" y="6539"/>
                </a:moveTo>
                <a:lnTo>
                  <a:pt x="4835" y="0"/>
                </a:lnTo>
                <a:lnTo>
                  <a:pt x="12686" y="5797"/>
                </a:lnTo>
                <a:lnTo>
                  <a:pt x="7850" y="12336"/>
                </a:lnTo>
                <a:lnTo>
                  <a:pt x="0" y="6539"/>
                </a:lnTo>
                <a:close/>
                <a:moveTo>
                  <a:pt x="0" y="653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9E8F8-AAF5-4DD6-B892-948E106C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11" y="1289033"/>
            <a:ext cx="67302" cy="40285"/>
          </a:xfrm>
          <a:custGeom xmlns:a="http://schemas.openxmlformats.org/drawingml/2006/main">
            <a:pathLst>
              <a:path w="67302" h="40285">
                <a:moveTo>
                  <a:pt x="0" y="6204"/>
                </a:moveTo>
                <a:lnTo>
                  <a:pt x="4617" y="0"/>
                </a:lnTo>
                <a:lnTo>
                  <a:pt x="45455" y="30207"/>
                </a:lnTo>
                <a:lnTo>
                  <a:pt x="62015" y="7734"/>
                </a:lnTo>
                <a:lnTo>
                  <a:pt x="67302" y="11608"/>
                </a:lnTo>
                <a:lnTo>
                  <a:pt x="46082" y="40285"/>
                </a:lnTo>
                <a:lnTo>
                  <a:pt x="0" y="6204"/>
                </a:lnTo>
                <a:close/>
                <a:moveTo>
                  <a:pt x="0" y="62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603A3-9FB1-453B-AC25-581AAE1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974" y="1233499"/>
            <a:ext cx="58651" cy="60937"/>
          </a:xfrm>
          <a:custGeom xmlns:a="http://schemas.openxmlformats.org/drawingml/2006/main">
            <a:pathLst>
              <a:path w="58651" h="60937">
                <a:moveTo>
                  <a:pt x="17798" y="0"/>
                </a:moveTo>
                <a:lnTo>
                  <a:pt x="23886" y="4500"/>
                </a:lnTo>
                <a:cubicBezTo>
                  <a:pt x="21046" y="6044"/>
                  <a:pt x="18540" y="7632"/>
                  <a:pt x="16443" y="9336"/>
                </a:cubicBezTo>
                <a:cubicBezTo>
                  <a:pt x="14331" y="11040"/>
                  <a:pt x="12511" y="12860"/>
                  <a:pt x="11084" y="14797"/>
                </a:cubicBezTo>
                <a:cubicBezTo>
                  <a:pt x="8578" y="18205"/>
                  <a:pt x="7282" y="21279"/>
                  <a:pt x="7282" y="24133"/>
                </a:cubicBezTo>
                <a:cubicBezTo>
                  <a:pt x="7224" y="26915"/>
                  <a:pt x="8418" y="29245"/>
                  <a:pt x="10807" y="31008"/>
                </a:cubicBezTo>
                <a:cubicBezTo>
                  <a:pt x="12846" y="32551"/>
                  <a:pt x="14841" y="33061"/>
                  <a:pt x="16836" y="32610"/>
                </a:cubicBezTo>
                <a:cubicBezTo>
                  <a:pt x="18774" y="32158"/>
                  <a:pt x="21322" y="30440"/>
                  <a:pt x="24454" y="27483"/>
                </a:cubicBezTo>
                <a:lnTo>
                  <a:pt x="28036" y="24293"/>
                </a:lnTo>
                <a:cubicBezTo>
                  <a:pt x="32362" y="20317"/>
                  <a:pt x="36455" y="18045"/>
                  <a:pt x="40329" y="17477"/>
                </a:cubicBezTo>
                <a:cubicBezTo>
                  <a:pt x="44203" y="16909"/>
                  <a:pt x="48004" y="18045"/>
                  <a:pt x="51704" y="20769"/>
                </a:cubicBezTo>
                <a:cubicBezTo>
                  <a:pt x="56204" y="24075"/>
                  <a:pt x="58476" y="28109"/>
                  <a:pt x="58593" y="32770"/>
                </a:cubicBezTo>
                <a:cubicBezTo>
                  <a:pt x="58651" y="37503"/>
                  <a:pt x="56597" y="42732"/>
                  <a:pt x="52272" y="48529"/>
                </a:cubicBezTo>
                <a:cubicBezTo>
                  <a:pt x="50684" y="50699"/>
                  <a:pt x="48747" y="52854"/>
                  <a:pt x="46417" y="54966"/>
                </a:cubicBezTo>
                <a:cubicBezTo>
                  <a:pt x="44086" y="57020"/>
                  <a:pt x="41465" y="59059"/>
                  <a:pt x="38567" y="60937"/>
                </a:cubicBezTo>
                <a:lnTo>
                  <a:pt x="32144" y="56219"/>
                </a:lnTo>
                <a:cubicBezTo>
                  <a:pt x="35435" y="54733"/>
                  <a:pt x="38333" y="53029"/>
                  <a:pt x="40839" y="51150"/>
                </a:cubicBezTo>
                <a:cubicBezTo>
                  <a:pt x="43402" y="49213"/>
                  <a:pt x="45514" y="47116"/>
                  <a:pt x="47218" y="44786"/>
                </a:cubicBezTo>
                <a:cubicBezTo>
                  <a:pt x="49883" y="41203"/>
                  <a:pt x="51194" y="37955"/>
                  <a:pt x="51252" y="34998"/>
                </a:cubicBezTo>
                <a:cubicBezTo>
                  <a:pt x="51252" y="32042"/>
                  <a:pt x="50000" y="29595"/>
                  <a:pt x="47378" y="27658"/>
                </a:cubicBezTo>
                <a:cubicBezTo>
                  <a:pt x="45106" y="25954"/>
                  <a:pt x="42834" y="25386"/>
                  <a:pt x="40562" y="25779"/>
                </a:cubicBezTo>
                <a:cubicBezTo>
                  <a:pt x="38232" y="26230"/>
                  <a:pt x="35610" y="27833"/>
                  <a:pt x="32595" y="30498"/>
                </a:cubicBezTo>
                <a:lnTo>
                  <a:pt x="29071" y="33746"/>
                </a:lnTo>
                <a:cubicBezTo>
                  <a:pt x="24687" y="37722"/>
                  <a:pt x="20754" y="40052"/>
                  <a:pt x="17230" y="40635"/>
                </a:cubicBezTo>
                <a:cubicBezTo>
                  <a:pt x="13705" y="41246"/>
                  <a:pt x="10239" y="40285"/>
                  <a:pt x="6714" y="37664"/>
                </a:cubicBezTo>
                <a:cubicBezTo>
                  <a:pt x="2607" y="34649"/>
                  <a:pt x="451" y="30847"/>
                  <a:pt x="218" y="26230"/>
                </a:cubicBezTo>
                <a:cubicBezTo>
                  <a:pt x="0" y="21628"/>
                  <a:pt x="1762" y="16793"/>
                  <a:pt x="5520" y="11783"/>
                </a:cubicBezTo>
                <a:cubicBezTo>
                  <a:pt x="7107" y="9627"/>
                  <a:pt x="8928" y="7515"/>
                  <a:pt x="10967" y="5578"/>
                </a:cubicBezTo>
                <a:cubicBezTo>
                  <a:pt x="13021" y="3641"/>
                  <a:pt x="15293" y="1777"/>
                  <a:pt x="17798" y="0"/>
                </a:cubicBezTo>
                <a:close/>
                <a:moveTo>
                  <a:pt x="1779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54FFA-4FB4-428C-A2A6-4DF20503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786" y="1187257"/>
            <a:ext cx="62874" cy="56714"/>
          </a:xfrm>
          <a:custGeom xmlns:a="http://schemas.openxmlformats.org/drawingml/2006/main">
            <a:pathLst>
              <a:path w="62874" h="56714">
                <a:moveTo>
                  <a:pt x="0" y="39018"/>
                </a:moveTo>
                <a:lnTo>
                  <a:pt x="28852" y="0"/>
                </a:lnTo>
                <a:lnTo>
                  <a:pt x="34139" y="3918"/>
                </a:lnTo>
                <a:lnTo>
                  <a:pt x="22021" y="20245"/>
                </a:lnTo>
                <a:lnTo>
                  <a:pt x="62874" y="50466"/>
                </a:lnTo>
                <a:lnTo>
                  <a:pt x="58199" y="56714"/>
                </a:lnTo>
                <a:lnTo>
                  <a:pt x="17361" y="26507"/>
                </a:lnTo>
                <a:lnTo>
                  <a:pt x="5301" y="42892"/>
                </a:lnTo>
                <a:lnTo>
                  <a:pt x="0" y="39018"/>
                </a:lnTo>
                <a:close/>
                <a:moveTo>
                  <a:pt x="0" y="3901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1EFBC-6AA1-482F-AD18-B370729C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066" y="1139063"/>
            <a:ext cx="77322" cy="76288"/>
          </a:xfrm>
          <a:custGeom xmlns:a="http://schemas.openxmlformats.org/drawingml/2006/main">
            <a:pathLst>
              <a:path w="77322" h="76288">
                <a:moveTo>
                  <a:pt x="0" y="42222"/>
                </a:moveTo>
                <a:lnTo>
                  <a:pt x="6889" y="32886"/>
                </a:lnTo>
                <a:lnTo>
                  <a:pt x="46999" y="44319"/>
                </a:lnTo>
                <a:lnTo>
                  <a:pt x="24352" y="9336"/>
                </a:lnTo>
                <a:lnTo>
                  <a:pt x="31241" y="0"/>
                </a:lnTo>
                <a:lnTo>
                  <a:pt x="77322" y="34081"/>
                </a:lnTo>
                <a:lnTo>
                  <a:pt x="72822" y="40169"/>
                </a:lnTo>
                <a:lnTo>
                  <a:pt x="32318" y="10239"/>
                </a:lnTo>
                <a:lnTo>
                  <a:pt x="55184" y="45514"/>
                </a:lnTo>
                <a:lnTo>
                  <a:pt x="50524" y="51776"/>
                </a:lnTo>
                <a:lnTo>
                  <a:pt x="10137" y="40285"/>
                </a:lnTo>
                <a:lnTo>
                  <a:pt x="50582" y="70200"/>
                </a:lnTo>
                <a:lnTo>
                  <a:pt x="46140" y="76288"/>
                </a:lnTo>
                <a:lnTo>
                  <a:pt x="0" y="42222"/>
                </a:lnTo>
                <a:close/>
                <a:moveTo>
                  <a:pt x="0" y="4222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1C3D5-3E33-4940-84C8-69C07A8C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092" y="1147933"/>
            <a:ext cx="12686" cy="12292"/>
          </a:xfrm>
          <a:custGeom xmlns:a="http://schemas.openxmlformats.org/drawingml/2006/main">
            <a:pathLst>
              <a:path w="12686" h="12292">
                <a:moveTo>
                  <a:pt x="0" y="6496"/>
                </a:moveTo>
                <a:lnTo>
                  <a:pt x="4835" y="0"/>
                </a:lnTo>
                <a:lnTo>
                  <a:pt x="12686" y="5811"/>
                </a:lnTo>
                <a:lnTo>
                  <a:pt x="7850" y="12292"/>
                </a:lnTo>
                <a:lnTo>
                  <a:pt x="0" y="6496"/>
                </a:lnTo>
                <a:close/>
                <a:moveTo>
                  <a:pt x="0" y="649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D9D9A-EF36-489D-88CB-97A62D8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308" y="1100380"/>
            <a:ext cx="67317" cy="40329"/>
          </a:xfrm>
          <a:custGeom xmlns:a="http://schemas.openxmlformats.org/drawingml/2006/main">
            <a:pathLst>
              <a:path w="67317" h="40329">
                <a:moveTo>
                  <a:pt x="0" y="6204"/>
                </a:moveTo>
                <a:lnTo>
                  <a:pt x="4617" y="0"/>
                </a:lnTo>
                <a:lnTo>
                  <a:pt x="45470" y="30207"/>
                </a:lnTo>
                <a:lnTo>
                  <a:pt x="62073" y="7734"/>
                </a:lnTo>
                <a:lnTo>
                  <a:pt x="67317" y="11608"/>
                </a:lnTo>
                <a:lnTo>
                  <a:pt x="46082" y="40329"/>
                </a:lnTo>
                <a:lnTo>
                  <a:pt x="0" y="6204"/>
                </a:lnTo>
                <a:close/>
                <a:moveTo>
                  <a:pt x="0" y="62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4C664-BF8A-45C6-A355-784A29C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364" y="1029204"/>
            <a:ext cx="77322" cy="76245"/>
          </a:xfrm>
          <a:custGeom xmlns:a="http://schemas.openxmlformats.org/drawingml/2006/main">
            <a:pathLst>
              <a:path w="77322" h="76245">
                <a:moveTo>
                  <a:pt x="0" y="42164"/>
                </a:moveTo>
                <a:lnTo>
                  <a:pt x="6889" y="32886"/>
                </a:lnTo>
                <a:lnTo>
                  <a:pt x="46941" y="44319"/>
                </a:lnTo>
                <a:lnTo>
                  <a:pt x="24293" y="9278"/>
                </a:lnTo>
                <a:lnTo>
                  <a:pt x="31182" y="0"/>
                </a:lnTo>
                <a:lnTo>
                  <a:pt x="77322" y="34081"/>
                </a:lnTo>
                <a:lnTo>
                  <a:pt x="72778" y="40169"/>
                </a:lnTo>
                <a:lnTo>
                  <a:pt x="32318" y="10239"/>
                </a:lnTo>
                <a:lnTo>
                  <a:pt x="55141" y="45514"/>
                </a:lnTo>
                <a:lnTo>
                  <a:pt x="50524" y="51776"/>
                </a:lnTo>
                <a:lnTo>
                  <a:pt x="10079" y="40285"/>
                </a:lnTo>
                <a:lnTo>
                  <a:pt x="50582" y="70200"/>
                </a:lnTo>
                <a:lnTo>
                  <a:pt x="46096" y="76245"/>
                </a:lnTo>
                <a:lnTo>
                  <a:pt x="0" y="42164"/>
                </a:lnTo>
                <a:close/>
                <a:moveTo>
                  <a:pt x="0" y="421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CCB3A-C18C-4E99-9723-0A6E7D98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38" y="2014354"/>
            <a:ext cx="63938" cy="59670"/>
          </a:xfrm>
          <a:custGeom xmlns:a="http://schemas.openxmlformats.org/drawingml/2006/main">
            <a:pathLst>
              <a:path w="63938" h="59670">
                <a:moveTo>
                  <a:pt x="8695" y="8185"/>
                </a:moveTo>
                <a:lnTo>
                  <a:pt x="24512" y="34183"/>
                </a:lnTo>
                <a:lnTo>
                  <a:pt x="37605" y="17696"/>
                </a:lnTo>
                <a:lnTo>
                  <a:pt x="8695" y="8185"/>
                </a:lnTo>
                <a:close/>
                <a:moveTo>
                  <a:pt x="0" y="6874"/>
                </a:moveTo>
                <a:lnTo>
                  <a:pt x="5462" y="0"/>
                </a:lnTo>
                <a:lnTo>
                  <a:pt x="63938" y="18540"/>
                </a:lnTo>
                <a:lnTo>
                  <a:pt x="58942" y="24861"/>
                </a:lnTo>
                <a:lnTo>
                  <a:pt x="44203" y="19793"/>
                </a:lnTo>
                <a:lnTo>
                  <a:pt x="28095" y="40052"/>
                </a:lnTo>
                <a:lnTo>
                  <a:pt x="36411" y="53247"/>
                </a:lnTo>
                <a:lnTo>
                  <a:pt x="31284" y="59670"/>
                </a:lnTo>
                <a:lnTo>
                  <a:pt x="0" y="6874"/>
                </a:lnTo>
                <a:close/>
                <a:moveTo>
                  <a:pt x="0" y="687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E72CA-A887-476D-AC70-5499A717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273" y="1967471"/>
            <a:ext cx="49781" cy="58884"/>
          </a:xfrm>
          <a:custGeom xmlns:a="http://schemas.openxmlformats.org/drawingml/2006/main">
            <a:pathLst>
              <a:path w="49781" h="58884">
                <a:moveTo>
                  <a:pt x="9846" y="21104"/>
                </a:moveTo>
                <a:lnTo>
                  <a:pt x="26740" y="34474"/>
                </a:lnTo>
                <a:lnTo>
                  <a:pt x="32770" y="26857"/>
                </a:lnTo>
                <a:cubicBezTo>
                  <a:pt x="35042" y="24002"/>
                  <a:pt x="36003" y="21279"/>
                  <a:pt x="35785" y="18540"/>
                </a:cubicBezTo>
                <a:cubicBezTo>
                  <a:pt x="35552" y="15875"/>
                  <a:pt x="34081" y="13428"/>
                  <a:pt x="31343" y="11258"/>
                </a:cubicBezTo>
                <a:cubicBezTo>
                  <a:pt x="28677" y="9161"/>
                  <a:pt x="25997" y="8243"/>
                  <a:pt x="23318" y="8651"/>
                </a:cubicBezTo>
                <a:cubicBezTo>
                  <a:pt x="20594" y="9044"/>
                  <a:pt x="18147" y="10632"/>
                  <a:pt x="15933" y="13487"/>
                </a:cubicBezTo>
                <a:lnTo>
                  <a:pt x="9846" y="21104"/>
                </a:lnTo>
                <a:close/>
                <a:moveTo>
                  <a:pt x="0" y="23216"/>
                </a:moveTo>
                <a:lnTo>
                  <a:pt x="10923" y="9496"/>
                </a:lnTo>
                <a:cubicBezTo>
                  <a:pt x="14899" y="4442"/>
                  <a:pt x="19050" y="1529"/>
                  <a:pt x="23376" y="801"/>
                </a:cubicBezTo>
                <a:cubicBezTo>
                  <a:pt x="27701" y="0"/>
                  <a:pt x="32085" y="1369"/>
                  <a:pt x="36469" y="4835"/>
                </a:cubicBezTo>
                <a:cubicBezTo>
                  <a:pt x="40897" y="8360"/>
                  <a:pt x="43242" y="12351"/>
                  <a:pt x="43402" y="16720"/>
                </a:cubicBezTo>
                <a:cubicBezTo>
                  <a:pt x="43635" y="21046"/>
                  <a:pt x="41756" y="25779"/>
                  <a:pt x="37780" y="30833"/>
                </a:cubicBezTo>
                <a:lnTo>
                  <a:pt x="31692" y="38465"/>
                </a:lnTo>
                <a:lnTo>
                  <a:pt x="49781" y="52796"/>
                </a:lnTo>
                <a:lnTo>
                  <a:pt x="44946" y="58884"/>
                </a:lnTo>
                <a:lnTo>
                  <a:pt x="0" y="23216"/>
                </a:lnTo>
                <a:close/>
                <a:moveTo>
                  <a:pt x="0" y="2321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79A3D7-0344-44FD-B563-687CEB76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509" y="1924171"/>
            <a:ext cx="60428" cy="58039"/>
          </a:xfrm>
          <a:custGeom xmlns:a="http://schemas.openxmlformats.org/drawingml/2006/main">
            <a:pathLst>
              <a:path w="60428" h="58039">
                <a:moveTo>
                  <a:pt x="11841" y="14404"/>
                </a:moveTo>
                <a:cubicBezTo>
                  <a:pt x="8360" y="18832"/>
                  <a:pt x="7224" y="23609"/>
                  <a:pt x="8418" y="28852"/>
                </a:cubicBezTo>
                <a:cubicBezTo>
                  <a:pt x="9671" y="34022"/>
                  <a:pt x="13137" y="38916"/>
                  <a:pt x="18774" y="43416"/>
                </a:cubicBezTo>
                <a:cubicBezTo>
                  <a:pt x="24468" y="47902"/>
                  <a:pt x="29988" y="50131"/>
                  <a:pt x="35333" y="50189"/>
                </a:cubicBezTo>
                <a:cubicBezTo>
                  <a:pt x="40678" y="50189"/>
                  <a:pt x="45062" y="47961"/>
                  <a:pt x="48587" y="43533"/>
                </a:cubicBezTo>
                <a:cubicBezTo>
                  <a:pt x="52053" y="39149"/>
                  <a:pt x="53189" y="34372"/>
                  <a:pt x="51995" y="29129"/>
                </a:cubicBezTo>
                <a:cubicBezTo>
                  <a:pt x="50742" y="23958"/>
                  <a:pt x="47276" y="19123"/>
                  <a:pt x="41640" y="14623"/>
                </a:cubicBezTo>
                <a:cubicBezTo>
                  <a:pt x="35959" y="10137"/>
                  <a:pt x="30440" y="7850"/>
                  <a:pt x="25094" y="7850"/>
                </a:cubicBezTo>
                <a:cubicBezTo>
                  <a:pt x="19749" y="7807"/>
                  <a:pt x="15365" y="10020"/>
                  <a:pt x="11841" y="14404"/>
                </a:cubicBezTo>
                <a:close/>
                <a:moveTo>
                  <a:pt x="6947" y="10472"/>
                </a:moveTo>
                <a:cubicBezTo>
                  <a:pt x="11899" y="4209"/>
                  <a:pt x="18031" y="859"/>
                  <a:pt x="25211" y="408"/>
                </a:cubicBezTo>
                <a:cubicBezTo>
                  <a:pt x="32435" y="0"/>
                  <a:pt x="39601" y="2622"/>
                  <a:pt x="46708" y="8258"/>
                </a:cubicBezTo>
                <a:cubicBezTo>
                  <a:pt x="53757" y="13836"/>
                  <a:pt x="57923" y="20201"/>
                  <a:pt x="59175" y="27366"/>
                </a:cubicBezTo>
                <a:cubicBezTo>
                  <a:pt x="60428" y="34488"/>
                  <a:pt x="58549" y="41188"/>
                  <a:pt x="53539" y="47451"/>
                </a:cubicBezTo>
                <a:cubicBezTo>
                  <a:pt x="48529" y="53772"/>
                  <a:pt x="42382" y="57180"/>
                  <a:pt x="35158" y="57631"/>
                </a:cubicBezTo>
                <a:cubicBezTo>
                  <a:pt x="27993" y="58039"/>
                  <a:pt x="20827" y="55476"/>
                  <a:pt x="13705" y="49839"/>
                </a:cubicBezTo>
                <a:cubicBezTo>
                  <a:pt x="6598" y="44217"/>
                  <a:pt x="2447" y="37780"/>
                  <a:pt x="1253" y="30673"/>
                </a:cubicBezTo>
                <a:cubicBezTo>
                  <a:pt x="0" y="23565"/>
                  <a:pt x="1937" y="16793"/>
                  <a:pt x="6947" y="10472"/>
                </a:cubicBezTo>
                <a:close/>
                <a:moveTo>
                  <a:pt x="6947" y="1047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DE2BB-ECA8-47CC-8032-9FEEC16A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275" y="1876109"/>
            <a:ext cx="51660" cy="60238"/>
          </a:xfrm>
          <a:custGeom xmlns:a="http://schemas.openxmlformats.org/drawingml/2006/main">
            <a:pathLst>
              <a:path w="51660" h="60238">
                <a:moveTo>
                  <a:pt x="18715" y="19968"/>
                </a:moveTo>
                <a:lnTo>
                  <a:pt x="451" y="5505"/>
                </a:lnTo>
                <a:lnTo>
                  <a:pt x="4894" y="0"/>
                </a:lnTo>
                <a:lnTo>
                  <a:pt x="51660" y="37081"/>
                </a:lnTo>
                <a:lnTo>
                  <a:pt x="47276" y="42659"/>
                </a:lnTo>
                <a:lnTo>
                  <a:pt x="42208" y="38625"/>
                </a:lnTo>
                <a:cubicBezTo>
                  <a:pt x="43300" y="41407"/>
                  <a:pt x="43635" y="44028"/>
                  <a:pt x="43183" y="46591"/>
                </a:cubicBezTo>
                <a:cubicBezTo>
                  <a:pt x="42790" y="49155"/>
                  <a:pt x="41596" y="51645"/>
                  <a:pt x="39601" y="54150"/>
                </a:cubicBezTo>
                <a:cubicBezTo>
                  <a:pt x="36353" y="58199"/>
                  <a:pt x="32085" y="60238"/>
                  <a:pt x="26857" y="60238"/>
                </a:cubicBezTo>
                <a:cubicBezTo>
                  <a:pt x="21555" y="60180"/>
                  <a:pt x="16268" y="58083"/>
                  <a:pt x="10982" y="53874"/>
                </a:cubicBezTo>
                <a:cubicBezTo>
                  <a:pt x="5695" y="49665"/>
                  <a:pt x="2447" y="44989"/>
                  <a:pt x="1194" y="39877"/>
                </a:cubicBezTo>
                <a:cubicBezTo>
                  <a:pt x="0" y="34751"/>
                  <a:pt x="961" y="30148"/>
                  <a:pt x="4209" y="26056"/>
                </a:cubicBezTo>
                <a:cubicBezTo>
                  <a:pt x="6204" y="23609"/>
                  <a:pt x="8360" y="21847"/>
                  <a:pt x="10749" y="20813"/>
                </a:cubicBezTo>
                <a:cubicBezTo>
                  <a:pt x="13137" y="19851"/>
                  <a:pt x="15759" y="19560"/>
                  <a:pt x="18715" y="19968"/>
                </a:cubicBezTo>
                <a:close/>
                <a:moveTo>
                  <a:pt x="15526" y="48179"/>
                </a:moveTo>
                <a:cubicBezTo>
                  <a:pt x="19575" y="51369"/>
                  <a:pt x="23434" y="53073"/>
                  <a:pt x="27075" y="53247"/>
                </a:cubicBezTo>
                <a:cubicBezTo>
                  <a:pt x="30716" y="53422"/>
                  <a:pt x="33731" y="52053"/>
                  <a:pt x="36018" y="49097"/>
                </a:cubicBezTo>
                <a:cubicBezTo>
                  <a:pt x="38348" y="46184"/>
                  <a:pt x="39033" y="42950"/>
                  <a:pt x="38057" y="39426"/>
                </a:cubicBezTo>
                <a:cubicBezTo>
                  <a:pt x="37096" y="35887"/>
                  <a:pt x="34532" y="32537"/>
                  <a:pt x="30498" y="29289"/>
                </a:cubicBezTo>
                <a:cubicBezTo>
                  <a:pt x="26405" y="26056"/>
                  <a:pt x="22531" y="24395"/>
                  <a:pt x="18890" y="24235"/>
                </a:cubicBezTo>
                <a:cubicBezTo>
                  <a:pt x="15249" y="24060"/>
                  <a:pt x="12234" y="25488"/>
                  <a:pt x="9962" y="28386"/>
                </a:cubicBezTo>
                <a:cubicBezTo>
                  <a:pt x="7617" y="31343"/>
                  <a:pt x="6947" y="34532"/>
                  <a:pt x="7908" y="38057"/>
                </a:cubicBezTo>
                <a:cubicBezTo>
                  <a:pt x="8928" y="41581"/>
                  <a:pt x="11433" y="44946"/>
                  <a:pt x="15526" y="48179"/>
                </a:cubicBezTo>
                <a:close/>
                <a:moveTo>
                  <a:pt x="15526" y="481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E4D2B-5A1D-45CA-8CD3-D2BEB861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132" y="1831221"/>
            <a:ext cx="72764" cy="70827"/>
          </a:xfrm>
          <a:custGeom xmlns:a="http://schemas.openxmlformats.org/drawingml/2006/main">
            <a:pathLst>
              <a:path w="72764" h="70827">
                <a:moveTo>
                  <a:pt x="27468" y="22750"/>
                </a:moveTo>
                <a:cubicBezTo>
                  <a:pt x="26056" y="19400"/>
                  <a:pt x="25546" y="16268"/>
                  <a:pt x="25881" y="13414"/>
                </a:cubicBezTo>
                <a:cubicBezTo>
                  <a:pt x="26230" y="10574"/>
                  <a:pt x="27468" y="7850"/>
                  <a:pt x="29522" y="5229"/>
                </a:cubicBezTo>
                <a:cubicBezTo>
                  <a:pt x="32318" y="1704"/>
                  <a:pt x="35668" y="0"/>
                  <a:pt x="39644" y="44"/>
                </a:cubicBezTo>
                <a:cubicBezTo>
                  <a:pt x="43635" y="44"/>
                  <a:pt x="47844" y="1864"/>
                  <a:pt x="52388" y="5462"/>
                </a:cubicBezTo>
                <a:lnTo>
                  <a:pt x="72764" y="21614"/>
                </a:lnTo>
                <a:lnTo>
                  <a:pt x="68322" y="27192"/>
                </a:lnTo>
                <a:lnTo>
                  <a:pt x="48179" y="11200"/>
                </a:lnTo>
                <a:cubicBezTo>
                  <a:pt x="44946" y="8637"/>
                  <a:pt x="42091" y="7282"/>
                  <a:pt x="39601" y="7224"/>
                </a:cubicBezTo>
                <a:cubicBezTo>
                  <a:pt x="37154" y="7107"/>
                  <a:pt x="34984" y="8243"/>
                  <a:pt x="33105" y="10574"/>
                </a:cubicBezTo>
                <a:cubicBezTo>
                  <a:pt x="30833" y="13414"/>
                  <a:pt x="29974" y="16487"/>
                  <a:pt x="30600" y="19676"/>
                </a:cubicBezTo>
                <a:cubicBezTo>
                  <a:pt x="31168" y="22808"/>
                  <a:pt x="33105" y="25706"/>
                  <a:pt x="36411" y="28328"/>
                </a:cubicBezTo>
                <a:lnTo>
                  <a:pt x="55403" y="43460"/>
                </a:lnTo>
                <a:lnTo>
                  <a:pt x="51034" y="48980"/>
                </a:lnTo>
                <a:lnTo>
                  <a:pt x="30833" y="32988"/>
                </a:lnTo>
                <a:cubicBezTo>
                  <a:pt x="27585" y="30425"/>
                  <a:pt x="24745" y="29071"/>
                  <a:pt x="22298" y="29012"/>
                </a:cubicBezTo>
                <a:cubicBezTo>
                  <a:pt x="19851" y="28896"/>
                  <a:pt x="17696" y="30090"/>
                  <a:pt x="15759" y="32420"/>
                </a:cubicBezTo>
                <a:cubicBezTo>
                  <a:pt x="13530" y="35260"/>
                  <a:pt x="12686" y="38275"/>
                  <a:pt x="13312" y="41465"/>
                </a:cubicBezTo>
                <a:cubicBezTo>
                  <a:pt x="13880" y="44654"/>
                  <a:pt x="15817" y="47553"/>
                  <a:pt x="19050" y="50116"/>
                </a:cubicBezTo>
                <a:lnTo>
                  <a:pt x="38115" y="65248"/>
                </a:lnTo>
                <a:lnTo>
                  <a:pt x="33731" y="70827"/>
                </a:lnTo>
                <a:lnTo>
                  <a:pt x="0" y="44086"/>
                </a:lnTo>
                <a:lnTo>
                  <a:pt x="4428" y="38508"/>
                </a:lnTo>
                <a:lnTo>
                  <a:pt x="9671" y="42659"/>
                </a:lnTo>
                <a:cubicBezTo>
                  <a:pt x="8593" y="39761"/>
                  <a:pt x="8302" y="37023"/>
                  <a:pt x="8695" y="34474"/>
                </a:cubicBezTo>
                <a:cubicBezTo>
                  <a:pt x="9103" y="31969"/>
                  <a:pt x="10297" y="29464"/>
                  <a:pt x="12234" y="27017"/>
                </a:cubicBezTo>
                <a:cubicBezTo>
                  <a:pt x="14157" y="24570"/>
                  <a:pt x="16443" y="22983"/>
                  <a:pt x="19050" y="22298"/>
                </a:cubicBezTo>
                <a:cubicBezTo>
                  <a:pt x="21614" y="21555"/>
                  <a:pt x="24454" y="21730"/>
                  <a:pt x="27468" y="22750"/>
                </a:cubicBezTo>
                <a:close/>
                <a:moveTo>
                  <a:pt x="27468" y="2275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1DB35-6A29-49A2-B98D-94ECC864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839" y="1799121"/>
            <a:ext cx="51194" cy="42674"/>
          </a:xfrm>
          <a:custGeom xmlns:a="http://schemas.openxmlformats.org/drawingml/2006/main">
            <a:pathLst>
              <a:path w="51194" h="42674">
                <a:moveTo>
                  <a:pt x="0" y="5520"/>
                </a:moveTo>
                <a:lnTo>
                  <a:pt x="4369" y="0"/>
                </a:lnTo>
                <a:lnTo>
                  <a:pt x="51194" y="37154"/>
                </a:lnTo>
                <a:lnTo>
                  <a:pt x="46810" y="42674"/>
                </a:lnTo>
                <a:lnTo>
                  <a:pt x="0" y="5520"/>
                </a:lnTo>
                <a:close/>
                <a:moveTo>
                  <a:pt x="0" y="55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C88C8-A977-4E37-A564-3DABE70B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807" y="1763060"/>
            <a:ext cx="58199" cy="61607"/>
          </a:xfrm>
          <a:custGeom xmlns:a="http://schemas.openxmlformats.org/drawingml/2006/main">
            <a:pathLst>
              <a:path w="58199" h="61607">
                <a:moveTo>
                  <a:pt x="18540" y="0"/>
                </a:moveTo>
                <a:lnTo>
                  <a:pt x="24454" y="4719"/>
                </a:lnTo>
                <a:cubicBezTo>
                  <a:pt x="21497" y="6146"/>
                  <a:pt x="18934" y="7617"/>
                  <a:pt x="16778" y="9278"/>
                </a:cubicBezTo>
                <a:cubicBezTo>
                  <a:pt x="14623" y="10865"/>
                  <a:pt x="12802" y="12627"/>
                  <a:pt x="11258" y="14564"/>
                </a:cubicBezTo>
                <a:cubicBezTo>
                  <a:pt x="8637" y="17856"/>
                  <a:pt x="7282" y="20929"/>
                  <a:pt x="7107" y="23725"/>
                </a:cubicBezTo>
                <a:cubicBezTo>
                  <a:pt x="6991" y="26565"/>
                  <a:pt x="8127" y="28896"/>
                  <a:pt x="10457" y="30775"/>
                </a:cubicBezTo>
                <a:cubicBezTo>
                  <a:pt x="12453" y="32362"/>
                  <a:pt x="14448" y="32945"/>
                  <a:pt x="16385" y="32537"/>
                </a:cubicBezTo>
                <a:cubicBezTo>
                  <a:pt x="18366" y="32144"/>
                  <a:pt x="20987" y="30556"/>
                  <a:pt x="24235" y="27701"/>
                </a:cubicBezTo>
                <a:lnTo>
                  <a:pt x="27876" y="24628"/>
                </a:lnTo>
                <a:cubicBezTo>
                  <a:pt x="32362" y="20827"/>
                  <a:pt x="36527" y="18657"/>
                  <a:pt x="40387" y="18205"/>
                </a:cubicBezTo>
                <a:cubicBezTo>
                  <a:pt x="44319" y="17798"/>
                  <a:pt x="48062" y="19050"/>
                  <a:pt x="51704" y="21905"/>
                </a:cubicBezTo>
                <a:cubicBezTo>
                  <a:pt x="56087" y="25371"/>
                  <a:pt x="58199" y="29464"/>
                  <a:pt x="58141" y="34197"/>
                </a:cubicBezTo>
                <a:cubicBezTo>
                  <a:pt x="58083" y="38858"/>
                  <a:pt x="55811" y="44028"/>
                  <a:pt x="51310" y="49665"/>
                </a:cubicBezTo>
                <a:cubicBezTo>
                  <a:pt x="49665" y="51776"/>
                  <a:pt x="47611" y="53874"/>
                  <a:pt x="45222" y="55869"/>
                </a:cubicBezTo>
                <a:cubicBezTo>
                  <a:pt x="42834" y="57850"/>
                  <a:pt x="40169" y="59787"/>
                  <a:pt x="37197" y="61607"/>
                </a:cubicBezTo>
                <a:lnTo>
                  <a:pt x="30949" y="56655"/>
                </a:lnTo>
                <a:cubicBezTo>
                  <a:pt x="34241" y="55301"/>
                  <a:pt x="37197" y="53699"/>
                  <a:pt x="39819" y="51878"/>
                </a:cubicBezTo>
                <a:cubicBezTo>
                  <a:pt x="42382" y="50058"/>
                  <a:pt x="44596" y="48019"/>
                  <a:pt x="46417" y="45732"/>
                </a:cubicBezTo>
                <a:cubicBezTo>
                  <a:pt x="49155" y="42266"/>
                  <a:pt x="50568" y="39076"/>
                  <a:pt x="50742" y="36061"/>
                </a:cubicBezTo>
                <a:cubicBezTo>
                  <a:pt x="50859" y="33105"/>
                  <a:pt x="49665" y="30600"/>
                  <a:pt x="47101" y="28619"/>
                </a:cubicBezTo>
                <a:cubicBezTo>
                  <a:pt x="44946" y="26857"/>
                  <a:pt x="42659" y="26172"/>
                  <a:pt x="40329" y="26565"/>
                </a:cubicBezTo>
                <a:cubicBezTo>
                  <a:pt x="37998" y="26915"/>
                  <a:pt x="35319" y="28386"/>
                  <a:pt x="32260" y="31008"/>
                </a:cubicBezTo>
                <a:lnTo>
                  <a:pt x="28619" y="34139"/>
                </a:lnTo>
                <a:cubicBezTo>
                  <a:pt x="24119" y="37940"/>
                  <a:pt x="20084" y="40110"/>
                  <a:pt x="16545" y="40620"/>
                </a:cubicBezTo>
                <a:cubicBezTo>
                  <a:pt x="13021" y="41072"/>
                  <a:pt x="9554" y="39994"/>
                  <a:pt x="6088" y="37256"/>
                </a:cubicBezTo>
                <a:cubicBezTo>
                  <a:pt x="2156" y="34081"/>
                  <a:pt x="117" y="30207"/>
                  <a:pt x="58" y="25604"/>
                </a:cubicBezTo>
                <a:cubicBezTo>
                  <a:pt x="0" y="20987"/>
                  <a:pt x="1922" y="16268"/>
                  <a:pt x="5797" y="11317"/>
                </a:cubicBezTo>
                <a:cubicBezTo>
                  <a:pt x="7501" y="9219"/>
                  <a:pt x="9379" y="7224"/>
                  <a:pt x="11491" y="5345"/>
                </a:cubicBezTo>
                <a:cubicBezTo>
                  <a:pt x="13589" y="3466"/>
                  <a:pt x="15919" y="1704"/>
                  <a:pt x="18540" y="0"/>
                </a:cubicBezTo>
                <a:close/>
                <a:moveTo>
                  <a:pt x="1854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42690-8902-4967-A455-DF3DB9FA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64" y="1736495"/>
            <a:ext cx="49038" cy="44421"/>
          </a:xfrm>
          <a:custGeom xmlns:a="http://schemas.openxmlformats.org/drawingml/2006/main">
            <a:pathLst>
              <a:path w="49038" h="44421">
                <a:moveTo>
                  <a:pt x="33498" y="5797"/>
                </a:moveTo>
                <a:lnTo>
                  <a:pt x="36236" y="7952"/>
                </a:lnTo>
                <a:lnTo>
                  <a:pt x="16035" y="33396"/>
                </a:lnTo>
                <a:cubicBezTo>
                  <a:pt x="20026" y="36178"/>
                  <a:pt x="23827" y="37314"/>
                  <a:pt x="27468" y="36862"/>
                </a:cubicBezTo>
                <a:cubicBezTo>
                  <a:pt x="31110" y="36411"/>
                  <a:pt x="34357" y="34299"/>
                  <a:pt x="37256" y="30658"/>
                </a:cubicBezTo>
                <a:cubicBezTo>
                  <a:pt x="38960" y="28561"/>
                  <a:pt x="40329" y="26274"/>
                  <a:pt x="41407" y="23827"/>
                </a:cubicBezTo>
                <a:cubicBezTo>
                  <a:pt x="42499" y="21439"/>
                  <a:pt x="43227" y="18832"/>
                  <a:pt x="43795" y="16035"/>
                </a:cubicBezTo>
                <a:lnTo>
                  <a:pt x="49038" y="20186"/>
                </a:lnTo>
                <a:cubicBezTo>
                  <a:pt x="48296" y="22866"/>
                  <a:pt x="47276" y="25429"/>
                  <a:pt x="46082" y="27818"/>
                </a:cubicBezTo>
                <a:cubicBezTo>
                  <a:pt x="44887" y="30265"/>
                  <a:pt x="43402" y="32595"/>
                  <a:pt x="41698" y="34692"/>
                </a:cubicBezTo>
                <a:cubicBezTo>
                  <a:pt x="37430" y="40110"/>
                  <a:pt x="32537" y="43125"/>
                  <a:pt x="26900" y="43751"/>
                </a:cubicBezTo>
                <a:cubicBezTo>
                  <a:pt x="21264" y="44421"/>
                  <a:pt x="15817" y="42601"/>
                  <a:pt x="10457" y="38392"/>
                </a:cubicBezTo>
                <a:cubicBezTo>
                  <a:pt x="4937" y="34022"/>
                  <a:pt x="1762" y="29071"/>
                  <a:pt x="845" y="23492"/>
                </a:cubicBezTo>
                <a:cubicBezTo>
                  <a:pt x="0" y="17972"/>
                  <a:pt x="1588" y="12686"/>
                  <a:pt x="5564" y="7617"/>
                </a:cubicBezTo>
                <a:cubicBezTo>
                  <a:pt x="9146" y="3073"/>
                  <a:pt x="13472" y="626"/>
                  <a:pt x="18482" y="335"/>
                </a:cubicBezTo>
                <a:cubicBezTo>
                  <a:pt x="23492" y="0"/>
                  <a:pt x="28503" y="1821"/>
                  <a:pt x="33498" y="5797"/>
                </a:cubicBezTo>
                <a:close/>
                <a:moveTo>
                  <a:pt x="27468" y="10064"/>
                </a:moveTo>
                <a:cubicBezTo>
                  <a:pt x="24454" y="7675"/>
                  <a:pt x="21381" y="6598"/>
                  <a:pt x="18249" y="6816"/>
                </a:cubicBezTo>
                <a:cubicBezTo>
                  <a:pt x="15132" y="7049"/>
                  <a:pt x="12453" y="8535"/>
                  <a:pt x="10297" y="11258"/>
                </a:cubicBezTo>
                <a:cubicBezTo>
                  <a:pt x="7850" y="14331"/>
                  <a:pt x="6758" y="17521"/>
                  <a:pt x="7049" y="20754"/>
                </a:cubicBezTo>
                <a:cubicBezTo>
                  <a:pt x="7326" y="24002"/>
                  <a:pt x="8928" y="27017"/>
                  <a:pt x="11885" y="29799"/>
                </a:cubicBezTo>
                <a:lnTo>
                  <a:pt x="27468" y="10064"/>
                </a:lnTo>
                <a:close/>
                <a:moveTo>
                  <a:pt x="27468" y="10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788CF-18E3-471D-8FE3-EF35B4FD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439" y="1700142"/>
            <a:ext cx="52796" cy="45514"/>
          </a:xfrm>
          <a:custGeom xmlns:a="http://schemas.openxmlformats.org/drawingml/2006/main">
            <a:pathLst>
              <a:path w="52796" h="45514">
                <a:moveTo>
                  <a:pt x="27075" y="18774"/>
                </a:moveTo>
                <a:cubicBezTo>
                  <a:pt x="23551" y="23259"/>
                  <a:pt x="21614" y="26784"/>
                  <a:pt x="21279" y="29289"/>
                </a:cubicBezTo>
                <a:cubicBezTo>
                  <a:pt x="20885" y="31852"/>
                  <a:pt x="21963" y="34066"/>
                  <a:pt x="24468" y="36061"/>
                </a:cubicBezTo>
                <a:cubicBezTo>
                  <a:pt x="26391" y="37605"/>
                  <a:pt x="28444" y="38173"/>
                  <a:pt x="30658" y="37824"/>
                </a:cubicBezTo>
                <a:cubicBezTo>
                  <a:pt x="32828" y="37430"/>
                  <a:pt x="34823" y="36120"/>
                  <a:pt x="36586" y="33906"/>
                </a:cubicBezTo>
                <a:cubicBezTo>
                  <a:pt x="39033" y="30833"/>
                  <a:pt x="39877" y="27527"/>
                  <a:pt x="39135" y="23944"/>
                </a:cubicBezTo>
                <a:cubicBezTo>
                  <a:pt x="38465" y="20361"/>
                  <a:pt x="36294" y="17113"/>
                  <a:pt x="32712" y="14273"/>
                </a:cubicBezTo>
                <a:lnTo>
                  <a:pt x="31459" y="13312"/>
                </a:lnTo>
                <a:lnTo>
                  <a:pt x="27075" y="18774"/>
                </a:lnTo>
                <a:close/>
                <a:moveTo>
                  <a:pt x="33571" y="5913"/>
                </a:moveTo>
                <a:lnTo>
                  <a:pt x="52796" y="21162"/>
                </a:lnTo>
                <a:lnTo>
                  <a:pt x="48412" y="26726"/>
                </a:lnTo>
                <a:lnTo>
                  <a:pt x="43300" y="22633"/>
                </a:lnTo>
                <a:cubicBezTo>
                  <a:pt x="44319" y="25531"/>
                  <a:pt x="44596" y="28328"/>
                  <a:pt x="44086" y="30993"/>
                </a:cubicBezTo>
                <a:cubicBezTo>
                  <a:pt x="43518" y="33615"/>
                  <a:pt x="42208" y="36353"/>
                  <a:pt x="40052" y="39076"/>
                </a:cubicBezTo>
                <a:cubicBezTo>
                  <a:pt x="37314" y="42499"/>
                  <a:pt x="34139" y="44480"/>
                  <a:pt x="30600" y="44989"/>
                </a:cubicBezTo>
                <a:cubicBezTo>
                  <a:pt x="27017" y="45514"/>
                  <a:pt x="23667" y="44421"/>
                  <a:pt x="20419" y="41873"/>
                </a:cubicBezTo>
                <a:cubicBezTo>
                  <a:pt x="16618" y="38858"/>
                  <a:pt x="14739" y="35319"/>
                  <a:pt x="14841" y="31284"/>
                </a:cubicBezTo>
                <a:cubicBezTo>
                  <a:pt x="14958" y="27192"/>
                  <a:pt x="17011" y="22633"/>
                  <a:pt x="20987" y="17623"/>
                </a:cubicBezTo>
                <a:lnTo>
                  <a:pt x="27133" y="9831"/>
                </a:lnTo>
                <a:lnTo>
                  <a:pt x="26565" y="9379"/>
                </a:lnTo>
                <a:cubicBezTo>
                  <a:pt x="24060" y="7384"/>
                  <a:pt x="21395" y="6656"/>
                  <a:pt x="18657" y="7224"/>
                </a:cubicBezTo>
                <a:cubicBezTo>
                  <a:pt x="15992" y="7792"/>
                  <a:pt x="13428" y="9612"/>
                  <a:pt x="10982" y="12627"/>
                </a:cubicBezTo>
                <a:cubicBezTo>
                  <a:pt x="9438" y="14564"/>
                  <a:pt x="8185" y="16603"/>
                  <a:pt x="7224" y="18817"/>
                </a:cubicBezTo>
                <a:cubicBezTo>
                  <a:pt x="6263" y="20987"/>
                  <a:pt x="5520" y="23318"/>
                  <a:pt x="5112" y="25706"/>
                </a:cubicBezTo>
                <a:lnTo>
                  <a:pt x="0" y="21672"/>
                </a:lnTo>
                <a:cubicBezTo>
                  <a:pt x="859" y="18992"/>
                  <a:pt x="1821" y="16603"/>
                  <a:pt x="2957" y="14390"/>
                </a:cubicBezTo>
                <a:cubicBezTo>
                  <a:pt x="4034" y="12161"/>
                  <a:pt x="5345" y="10122"/>
                  <a:pt x="6772" y="8360"/>
                </a:cubicBezTo>
                <a:cubicBezTo>
                  <a:pt x="10632" y="3466"/>
                  <a:pt x="14797" y="845"/>
                  <a:pt x="19225" y="451"/>
                </a:cubicBezTo>
                <a:cubicBezTo>
                  <a:pt x="23667" y="0"/>
                  <a:pt x="28444" y="1864"/>
                  <a:pt x="33571" y="5913"/>
                </a:cubicBezTo>
                <a:close/>
                <a:moveTo>
                  <a:pt x="33571" y="59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19D89-DC1A-4DD0-B109-D7AC2EBB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432" y="1663265"/>
            <a:ext cx="38115" cy="46883"/>
          </a:xfrm>
          <a:custGeom xmlns:a="http://schemas.openxmlformats.org/drawingml/2006/main">
            <a:pathLst>
              <a:path w="38115" h="46883">
                <a:moveTo>
                  <a:pt x="20813" y="4500"/>
                </a:moveTo>
                <a:cubicBezTo>
                  <a:pt x="19968" y="4835"/>
                  <a:pt x="19167" y="5301"/>
                  <a:pt x="18424" y="5928"/>
                </a:cubicBezTo>
                <a:cubicBezTo>
                  <a:pt x="17637" y="6496"/>
                  <a:pt x="16953" y="7224"/>
                  <a:pt x="16210" y="8141"/>
                </a:cubicBezTo>
                <a:cubicBezTo>
                  <a:pt x="13763" y="11273"/>
                  <a:pt x="12860" y="14448"/>
                  <a:pt x="13530" y="17754"/>
                </a:cubicBezTo>
                <a:cubicBezTo>
                  <a:pt x="14273" y="21060"/>
                  <a:pt x="16560" y="24177"/>
                  <a:pt x="20361" y="27192"/>
                </a:cubicBezTo>
                <a:lnTo>
                  <a:pt x="38115" y="41305"/>
                </a:lnTo>
                <a:lnTo>
                  <a:pt x="33673" y="46883"/>
                </a:lnTo>
                <a:lnTo>
                  <a:pt x="0" y="20143"/>
                </a:lnTo>
                <a:lnTo>
                  <a:pt x="4384" y="14564"/>
                </a:lnTo>
                <a:lnTo>
                  <a:pt x="9612" y="18715"/>
                </a:lnTo>
                <a:cubicBezTo>
                  <a:pt x="8535" y="15933"/>
                  <a:pt x="8185" y="13210"/>
                  <a:pt x="8695" y="10588"/>
                </a:cubicBezTo>
                <a:cubicBezTo>
                  <a:pt x="9161" y="7908"/>
                  <a:pt x="10472" y="5243"/>
                  <a:pt x="12569" y="2563"/>
                </a:cubicBezTo>
                <a:cubicBezTo>
                  <a:pt x="12919" y="2228"/>
                  <a:pt x="13254" y="1821"/>
                  <a:pt x="13647" y="1369"/>
                </a:cubicBezTo>
                <a:cubicBezTo>
                  <a:pt x="14113" y="976"/>
                  <a:pt x="14564" y="510"/>
                  <a:pt x="15132" y="0"/>
                </a:cubicBezTo>
                <a:lnTo>
                  <a:pt x="20813" y="4500"/>
                </a:lnTo>
                <a:close/>
                <a:moveTo>
                  <a:pt x="20813" y="450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344C4-8D4E-4F36-B5A2-389321FB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434" y="1636015"/>
            <a:ext cx="46766" cy="45237"/>
          </a:xfrm>
          <a:custGeom xmlns:a="http://schemas.openxmlformats.org/drawingml/2006/main">
            <a:pathLst>
              <a:path w="46766" h="45237">
                <a:moveTo>
                  <a:pt x="15700" y="0"/>
                </a:moveTo>
                <a:lnTo>
                  <a:pt x="20885" y="4093"/>
                </a:lnTo>
                <a:cubicBezTo>
                  <a:pt x="18774" y="5010"/>
                  <a:pt x="16851" y="6030"/>
                  <a:pt x="15191" y="7282"/>
                </a:cubicBezTo>
                <a:cubicBezTo>
                  <a:pt x="13487" y="8535"/>
                  <a:pt x="12001" y="9962"/>
                  <a:pt x="10763" y="11550"/>
                </a:cubicBezTo>
                <a:cubicBezTo>
                  <a:pt x="7908" y="15132"/>
                  <a:pt x="6831" y="18832"/>
                  <a:pt x="7515" y="22648"/>
                </a:cubicBezTo>
                <a:cubicBezTo>
                  <a:pt x="8258" y="26405"/>
                  <a:pt x="10647" y="29930"/>
                  <a:pt x="14739" y="33178"/>
                </a:cubicBezTo>
                <a:cubicBezTo>
                  <a:pt x="18832" y="36469"/>
                  <a:pt x="22822" y="38013"/>
                  <a:pt x="26682" y="37838"/>
                </a:cubicBezTo>
                <a:cubicBezTo>
                  <a:pt x="30556" y="37664"/>
                  <a:pt x="33906" y="35726"/>
                  <a:pt x="36761" y="32144"/>
                </a:cubicBezTo>
                <a:cubicBezTo>
                  <a:pt x="38013" y="30556"/>
                  <a:pt x="39091" y="28794"/>
                  <a:pt x="39892" y="26857"/>
                </a:cubicBezTo>
                <a:cubicBezTo>
                  <a:pt x="40678" y="24978"/>
                  <a:pt x="41305" y="22881"/>
                  <a:pt x="41654" y="20652"/>
                </a:cubicBezTo>
                <a:lnTo>
                  <a:pt x="46766" y="24687"/>
                </a:lnTo>
                <a:cubicBezTo>
                  <a:pt x="46257" y="26798"/>
                  <a:pt x="45572" y="28852"/>
                  <a:pt x="44611" y="30775"/>
                </a:cubicBezTo>
                <a:cubicBezTo>
                  <a:pt x="43635" y="32712"/>
                  <a:pt x="42441" y="34649"/>
                  <a:pt x="40970" y="36469"/>
                </a:cubicBezTo>
                <a:cubicBezTo>
                  <a:pt x="36921" y="41596"/>
                  <a:pt x="32144" y="44319"/>
                  <a:pt x="26565" y="44771"/>
                </a:cubicBezTo>
                <a:cubicBezTo>
                  <a:pt x="21002" y="45237"/>
                  <a:pt x="15540" y="43358"/>
                  <a:pt x="10137" y="39033"/>
                </a:cubicBezTo>
                <a:cubicBezTo>
                  <a:pt x="4617" y="34649"/>
                  <a:pt x="1486" y="29755"/>
                  <a:pt x="743" y="24235"/>
                </a:cubicBezTo>
                <a:cubicBezTo>
                  <a:pt x="0" y="18715"/>
                  <a:pt x="1704" y="13312"/>
                  <a:pt x="5869" y="8083"/>
                </a:cubicBezTo>
                <a:cubicBezTo>
                  <a:pt x="7224" y="6379"/>
                  <a:pt x="8710" y="4835"/>
                  <a:pt x="10355" y="3466"/>
                </a:cubicBezTo>
                <a:cubicBezTo>
                  <a:pt x="12001" y="2170"/>
                  <a:pt x="13778" y="976"/>
                  <a:pt x="15700" y="0"/>
                </a:cubicBezTo>
                <a:close/>
                <a:moveTo>
                  <a:pt x="1570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370A7-E62E-41E4-A1C5-C48CD6F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202" y="1602444"/>
            <a:ext cx="69181" cy="49898"/>
          </a:xfrm>
          <a:custGeom xmlns:a="http://schemas.openxmlformats.org/drawingml/2006/main">
            <a:pathLst>
              <a:path w="69181" h="49898">
                <a:moveTo>
                  <a:pt x="48864" y="5520"/>
                </a:moveTo>
                <a:lnTo>
                  <a:pt x="69181" y="21686"/>
                </a:lnTo>
                <a:lnTo>
                  <a:pt x="64797" y="27206"/>
                </a:lnTo>
                <a:lnTo>
                  <a:pt x="44654" y="11215"/>
                </a:lnTo>
                <a:cubicBezTo>
                  <a:pt x="41421" y="8651"/>
                  <a:pt x="38567" y="7399"/>
                  <a:pt x="36003" y="7399"/>
                </a:cubicBezTo>
                <a:cubicBezTo>
                  <a:pt x="33454" y="7399"/>
                  <a:pt x="31168" y="8593"/>
                  <a:pt x="29187" y="11098"/>
                </a:cubicBezTo>
                <a:cubicBezTo>
                  <a:pt x="26798" y="14055"/>
                  <a:pt x="25881" y="17186"/>
                  <a:pt x="26449" y="20434"/>
                </a:cubicBezTo>
                <a:cubicBezTo>
                  <a:pt x="26959" y="23682"/>
                  <a:pt x="28837" y="26580"/>
                  <a:pt x="32144" y="29187"/>
                </a:cubicBezTo>
                <a:lnTo>
                  <a:pt x="51194" y="44319"/>
                </a:lnTo>
                <a:lnTo>
                  <a:pt x="46766" y="49898"/>
                </a:lnTo>
                <a:lnTo>
                  <a:pt x="0" y="12758"/>
                </a:lnTo>
                <a:lnTo>
                  <a:pt x="4384" y="7180"/>
                </a:lnTo>
                <a:lnTo>
                  <a:pt x="22750" y="21745"/>
                </a:lnTo>
                <a:cubicBezTo>
                  <a:pt x="21788" y="18788"/>
                  <a:pt x="21497" y="16050"/>
                  <a:pt x="21905" y="13428"/>
                </a:cubicBezTo>
                <a:cubicBezTo>
                  <a:pt x="22356" y="10880"/>
                  <a:pt x="23492" y="8375"/>
                  <a:pt x="25371" y="6044"/>
                </a:cubicBezTo>
                <a:cubicBezTo>
                  <a:pt x="28444" y="2170"/>
                  <a:pt x="31911" y="175"/>
                  <a:pt x="35901" y="117"/>
                </a:cubicBezTo>
                <a:cubicBezTo>
                  <a:pt x="39877" y="0"/>
                  <a:pt x="44203" y="1835"/>
                  <a:pt x="48864" y="5520"/>
                </a:cubicBezTo>
                <a:close/>
                <a:moveTo>
                  <a:pt x="48864" y="55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E472A-BC9F-4805-AA9C-45833825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423" y="1553697"/>
            <a:ext cx="72647" cy="59102"/>
          </a:xfrm>
          <a:custGeom xmlns:a="http://schemas.openxmlformats.org/drawingml/2006/main">
            <a:pathLst>
              <a:path w="72647" h="59102">
                <a:moveTo>
                  <a:pt x="40737" y="21104"/>
                </a:moveTo>
                <a:cubicBezTo>
                  <a:pt x="42208" y="20143"/>
                  <a:pt x="44145" y="19618"/>
                  <a:pt x="46591" y="19575"/>
                </a:cubicBezTo>
                <a:cubicBezTo>
                  <a:pt x="49038" y="19458"/>
                  <a:pt x="51995" y="19793"/>
                  <a:pt x="55534" y="20594"/>
                </a:cubicBezTo>
                <a:lnTo>
                  <a:pt x="72647" y="24119"/>
                </a:lnTo>
                <a:lnTo>
                  <a:pt x="67477" y="30658"/>
                </a:lnTo>
                <a:lnTo>
                  <a:pt x="51427" y="27250"/>
                </a:lnTo>
                <a:cubicBezTo>
                  <a:pt x="47218" y="26391"/>
                  <a:pt x="44086" y="26230"/>
                  <a:pt x="41989" y="26857"/>
                </a:cubicBezTo>
                <a:cubicBezTo>
                  <a:pt x="39877" y="27483"/>
                  <a:pt x="37897" y="28954"/>
                  <a:pt x="36018" y="31343"/>
                </a:cubicBezTo>
                <a:lnTo>
                  <a:pt x="30716" y="37998"/>
                </a:lnTo>
                <a:lnTo>
                  <a:pt x="49723" y="53073"/>
                </a:lnTo>
                <a:lnTo>
                  <a:pt x="44887" y="59102"/>
                </a:lnTo>
                <a:lnTo>
                  <a:pt x="0" y="23492"/>
                </a:lnTo>
                <a:lnTo>
                  <a:pt x="10865" y="9787"/>
                </a:lnTo>
                <a:cubicBezTo>
                  <a:pt x="14958" y="4661"/>
                  <a:pt x="19065" y="1646"/>
                  <a:pt x="23216" y="845"/>
                </a:cubicBezTo>
                <a:cubicBezTo>
                  <a:pt x="27366" y="0"/>
                  <a:pt x="31634" y="1311"/>
                  <a:pt x="35959" y="4777"/>
                </a:cubicBezTo>
                <a:cubicBezTo>
                  <a:pt x="38741" y="6991"/>
                  <a:pt x="40620" y="9496"/>
                  <a:pt x="41421" y="12292"/>
                </a:cubicBezTo>
                <a:cubicBezTo>
                  <a:pt x="42208" y="15132"/>
                  <a:pt x="41989" y="18031"/>
                  <a:pt x="40737" y="21104"/>
                </a:cubicBezTo>
                <a:close/>
                <a:moveTo>
                  <a:pt x="9787" y="21395"/>
                </a:moveTo>
                <a:lnTo>
                  <a:pt x="25779" y="34022"/>
                </a:lnTo>
                <a:lnTo>
                  <a:pt x="31809" y="26391"/>
                </a:lnTo>
                <a:cubicBezTo>
                  <a:pt x="34139" y="23434"/>
                  <a:pt x="35217" y="20711"/>
                  <a:pt x="35042" y="18147"/>
                </a:cubicBezTo>
                <a:cubicBezTo>
                  <a:pt x="34882" y="15584"/>
                  <a:pt x="33454" y="13254"/>
                  <a:pt x="30833" y="11142"/>
                </a:cubicBezTo>
                <a:cubicBezTo>
                  <a:pt x="28226" y="9103"/>
                  <a:pt x="25662" y="8243"/>
                  <a:pt x="23157" y="8695"/>
                </a:cubicBezTo>
                <a:cubicBezTo>
                  <a:pt x="20594" y="9103"/>
                  <a:pt x="18205" y="10807"/>
                  <a:pt x="15875" y="13705"/>
                </a:cubicBezTo>
                <a:lnTo>
                  <a:pt x="9787" y="21395"/>
                </a:lnTo>
                <a:close/>
                <a:moveTo>
                  <a:pt x="9787" y="2139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98376-4B9D-4C36-A377-B0071EFD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049" y="1523942"/>
            <a:ext cx="48980" cy="44436"/>
          </a:xfrm>
          <a:custGeom xmlns:a="http://schemas.openxmlformats.org/drawingml/2006/main">
            <a:pathLst>
              <a:path w="48980" h="44436">
                <a:moveTo>
                  <a:pt x="33498" y="5797"/>
                </a:moveTo>
                <a:lnTo>
                  <a:pt x="36178" y="7967"/>
                </a:lnTo>
                <a:lnTo>
                  <a:pt x="15977" y="33396"/>
                </a:lnTo>
                <a:cubicBezTo>
                  <a:pt x="20026" y="36178"/>
                  <a:pt x="23827" y="37314"/>
                  <a:pt x="27468" y="36862"/>
                </a:cubicBezTo>
                <a:cubicBezTo>
                  <a:pt x="31051" y="36411"/>
                  <a:pt x="34357" y="34299"/>
                  <a:pt x="37256" y="30658"/>
                </a:cubicBezTo>
                <a:cubicBezTo>
                  <a:pt x="38960" y="28561"/>
                  <a:pt x="40329" y="26289"/>
                  <a:pt x="41348" y="23842"/>
                </a:cubicBezTo>
                <a:cubicBezTo>
                  <a:pt x="42441" y="21453"/>
                  <a:pt x="43227" y="18832"/>
                  <a:pt x="43751" y="16035"/>
                </a:cubicBezTo>
                <a:lnTo>
                  <a:pt x="48980" y="20201"/>
                </a:lnTo>
                <a:cubicBezTo>
                  <a:pt x="48237" y="22866"/>
                  <a:pt x="47276" y="25429"/>
                  <a:pt x="46082" y="27818"/>
                </a:cubicBezTo>
                <a:cubicBezTo>
                  <a:pt x="44829" y="30265"/>
                  <a:pt x="43402" y="32537"/>
                  <a:pt x="41698" y="34707"/>
                </a:cubicBezTo>
                <a:cubicBezTo>
                  <a:pt x="37430" y="40110"/>
                  <a:pt x="32479" y="43125"/>
                  <a:pt x="26842" y="43751"/>
                </a:cubicBezTo>
                <a:cubicBezTo>
                  <a:pt x="21279" y="44436"/>
                  <a:pt x="15759" y="42615"/>
                  <a:pt x="10399" y="38406"/>
                </a:cubicBezTo>
                <a:cubicBezTo>
                  <a:pt x="4937" y="34022"/>
                  <a:pt x="1704" y="29071"/>
                  <a:pt x="845" y="23492"/>
                </a:cubicBezTo>
                <a:cubicBezTo>
                  <a:pt x="0" y="17972"/>
                  <a:pt x="1529" y="12686"/>
                  <a:pt x="5564" y="7617"/>
                </a:cubicBezTo>
                <a:cubicBezTo>
                  <a:pt x="9146" y="3073"/>
                  <a:pt x="13472" y="626"/>
                  <a:pt x="18482" y="335"/>
                </a:cubicBezTo>
                <a:cubicBezTo>
                  <a:pt x="23492" y="0"/>
                  <a:pt x="28503" y="1821"/>
                  <a:pt x="33498" y="5797"/>
                </a:cubicBezTo>
                <a:close/>
                <a:moveTo>
                  <a:pt x="27468" y="10064"/>
                </a:moveTo>
                <a:cubicBezTo>
                  <a:pt x="24395" y="7675"/>
                  <a:pt x="21322" y="6598"/>
                  <a:pt x="18205" y="6831"/>
                </a:cubicBezTo>
                <a:cubicBezTo>
                  <a:pt x="15074" y="7049"/>
                  <a:pt x="12453" y="8535"/>
                  <a:pt x="10297" y="11258"/>
                </a:cubicBezTo>
                <a:cubicBezTo>
                  <a:pt x="7850" y="14331"/>
                  <a:pt x="6758" y="17521"/>
                  <a:pt x="7049" y="20769"/>
                </a:cubicBezTo>
                <a:cubicBezTo>
                  <a:pt x="7282" y="24002"/>
                  <a:pt x="8928" y="27017"/>
                  <a:pt x="11826" y="29813"/>
                </a:cubicBezTo>
                <a:lnTo>
                  <a:pt x="27468" y="10064"/>
                </a:lnTo>
                <a:close/>
                <a:moveTo>
                  <a:pt x="27468" y="10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0980B-43D5-4397-8CAE-BEE1867A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925" y="1487706"/>
            <a:ext cx="44887" cy="48922"/>
          </a:xfrm>
          <a:custGeom xmlns:a="http://schemas.openxmlformats.org/drawingml/2006/main">
            <a:pathLst>
              <a:path w="44887" h="48922">
                <a:moveTo>
                  <a:pt x="15409" y="0"/>
                </a:moveTo>
                <a:lnTo>
                  <a:pt x="20652" y="4151"/>
                </a:lnTo>
                <a:cubicBezTo>
                  <a:pt x="18599" y="5054"/>
                  <a:pt x="16720" y="6190"/>
                  <a:pt x="14958" y="7617"/>
                </a:cubicBezTo>
                <a:cubicBezTo>
                  <a:pt x="13254" y="8986"/>
                  <a:pt x="11652" y="10515"/>
                  <a:pt x="10239" y="12336"/>
                </a:cubicBezTo>
                <a:cubicBezTo>
                  <a:pt x="8010" y="15074"/>
                  <a:pt x="6816" y="17521"/>
                  <a:pt x="6539" y="19502"/>
                </a:cubicBezTo>
                <a:cubicBezTo>
                  <a:pt x="6306" y="21555"/>
                  <a:pt x="7049" y="23259"/>
                  <a:pt x="8695" y="24628"/>
                </a:cubicBezTo>
                <a:cubicBezTo>
                  <a:pt x="10006" y="25590"/>
                  <a:pt x="11433" y="25939"/>
                  <a:pt x="12904" y="25546"/>
                </a:cubicBezTo>
                <a:cubicBezTo>
                  <a:pt x="14448" y="25138"/>
                  <a:pt x="16662" y="23711"/>
                  <a:pt x="19735" y="21279"/>
                </a:cubicBezTo>
                <a:lnTo>
                  <a:pt x="21614" y="19676"/>
                </a:lnTo>
                <a:cubicBezTo>
                  <a:pt x="25590" y="16429"/>
                  <a:pt x="29012" y="14564"/>
                  <a:pt x="31852" y="14157"/>
                </a:cubicBezTo>
                <a:cubicBezTo>
                  <a:pt x="34692" y="13705"/>
                  <a:pt x="37489" y="14564"/>
                  <a:pt x="40212" y="16778"/>
                </a:cubicBezTo>
                <a:cubicBezTo>
                  <a:pt x="43344" y="19225"/>
                  <a:pt x="44887" y="22473"/>
                  <a:pt x="44713" y="26391"/>
                </a:cubicBezTo>
                <a:cubicBezTo>
                  <a:pt x="44596" y="30323"/>
                  <a:pt x="42776" y="34416"/>
                  <a:pt x="39368" y="38741"/>
                </a:cubicBezTo>
                <a:cubicBezTo>
                  <a:pt x="37940" y="40562"/>
                  <a:pt x="36236" y="42324"/>
                  <a:pt x="34357" y="43970"/>
                </a:cubicBezTo>
                <a:cubicBezTo>
                  <a:pt x="32420" y="45674"/>
                  <a:pt x="30265" y="47334"/>
                  <a:pt x="27876" y="48922"/>
                </a:cubicBezTo>
                <a:lnTo>
                  <a:pt x="22123" y="44363"/>
                </a:lnTo>
                <a:cubicBezTo>
                  <a:pt x="24861" y="43169"/>
                  <a:pt x="27250" y="41814"/>
                  <a:pt x="29347" y="40212"/>
                </a:cubicBezTo>
                <a:cubicBezTo>
                  <a:pt x="31459" y="38683"/>
                  <a:pt x="33280" y="36921"/>
                  <a:pt x="34809" y="34925"/>
                </a:cubicBezTo>
                <a:cubicBezTo>
                  <a:pt x="36862" y="32362"/>
                  <a:pt x="38057" y="29974"/>
                  <a:pt x="38232" y="27876"/>
                </a:cubicBezTo>
                <a:cubicBezTo>
                  <a:pt x="38450" y="25764"/>
                  <a:pt x="37765" y="24060"/>
                  <a:pt x="36120" y="22808"/>
                </a:cubicBezTo>
                <a:cubicBezTo>
                  <a:pt x="34649" y="21614"/>
                  <a:pt x="33105" y="21162"/>
                  <a:pt x="31459" y="21555"/>
                </a:cubicBezTo>
                <a:cubicBezTo>
                  <a:pt x="29857" y="21949"/>
                  <a:pt x="27366" y="23551"/>
                  <a:pt x="23886" y="26391"/>
                </a:cubicBezTo>
                <a:lnTo>
                  <a:pt x="21905" y="27935"/>
                </a:lnTo>
                <a:cubicBezTo>
                  <a:pt x="18482" y="30833"/>
                  <a:pt x="15409" y="32420"/>
                  <a:pt x="12686" y="32770"/>
                </a:cubicBezTo>
                <a:cubicBezTo>
                  <a:pt x="9947" y="33105"/>
                  <a:pt x="7340" y="32202"/>
                  <a:pt x="4719" y="30148"/>
                </a:cubicBezTo>
                <a:cubicBezTo>
                  <a:pt x="1529" y="27643"/>
                  <a:pt x="0" y="24570"/>
                  <a:pt x="58" y="20929"/>
                </a:cubicBezTo>
                <a:cubicBezTo>
                  <a:pt x="102" y="17346"/>
                  <a:pt x="1762" y="13472"/>
                  <a:pt x="5054" y="9321"/>
                </a:cubicBezTo>
                <a:cubicBezTo>
                  <a:pt x="6656" y="7282"/>
                  <a:pt x="8360" y="5505"/>
                  <a:pt x="10064" y="3918"/>
                </a:cubicBezTo>
                <a:cubicBezTo>
                  <a:pt x="11826" y="2330"/>
                  <a:pt x="13589" y="1020"/>
                  <a:pt x="15409" y="0"/>
                </a:cubicBezTo>
                <a:close/>
                <a:moveTo>
                  <a:pt x="1540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77FC7-F082-41BF-AD46-A841249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340" y="1448673"/>
            <a:ext cx="56029" cy="49839"/>
          </a:xfrm>
          <a:custGeom xmlns:a="http://schemas.openxmlformats.org/drawingml/2006/main">
            <a:pathLst>
              <a:path w="56029" h="49839">
                <a:moveTo>
                  <a:pt x="20361" y="44378"/>
                </a:moveTo>
                <a:lnTo>
                  <a:pt x="0" y="28211"/>
                </a:lnTo>
                <a:lnTo>
                  <a:pt x="4384" y="22648"/>
                </a:lnTo>
                <a:lnTo>
                  <a:pt x="24570" y="38683"/>
                </a:lnTo>
                <a:cubicBezTo>
                  <a:pt x="27760" y="41188"/>
                  <a:pt x="30600" y="42499"/>
                  <a:pt x="33221" y="42499"/>
                </a:cubicBezTo>
                <a:cubicBezTo>
                  <a:pt x="35785" y="42557"/>
                  <a:pt x="38057" y="41305"/>
                  <a:pt x="40052" y="38800"/>
                </a:cubicBezTo>
                <a:cubicBezTo>
                  <a:pt x="42382" y="35843"/>
                  <a:pt x="43344" y="32712"/>
                  <a:pt x="42776" y="29464"/>
                </a:cubicBezTo>
                <a:cubicBezTo>
                  <a:pt x="42266" y="26230"/>
                  <a:pt x="40329" y="23274"/>
                  <a:pt x="37096" y="20652"/>
                </a:cubicBezTo>
                <a:lnTo>
                  <a:pt x="17972" y="5520"/>
                </a:lnTo>
                <a:lnTo>
                  <a:pt x="22356" y="0"/>
                </a:lnTo>
                <a:lnTo>
                  <a:pt x="56029" y="26740"/>
                </a:lnTo>
                <a:lnTo>
                  <a:pt x="51660" y="32260"/>
                </a:lnTo>
                <a:lnTo>
                  <a:pt x="46475" y="28168"/>
                </a:lnTo>
                <a:cubicBezTo>
                  <a:pt x="47451" y="31124"/>
                  <a:pt x="47728" y="33848"/>
                  <a:pt x="47334" y="36411"/>
                </a:cubicBezTo>
                <a:cubicBezTo>
                  <a:pt x="46926" y="38974"/>
                  <a:pt x="45790" y="41479"/>
                  <a:pt x="43912" y="43810"/>
                </a:cubicBezTo>
                <a:cubicBezTo>
                  <a:pt x="40839" y="47669"/>
                  <a:pt x="37314" y="49665"/>
                  <a:pt x="33338" y="49781"/>
                </a:cubicBezTo>
                <a:cubicBezTo>
                  <a:pt x="29289" y="49839"/>
                  <a:pt x="25022" y="48077"/>
                  <a:pt x="20361" y="44378"/>
                </a:cubicBezTo>
                <a:close/>
                <a:moveTo>
                  <a:pt x="20361" y="4437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9E809-D14D-425C-A97D-7C5A781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603" y="1421307"/>
            <a:ext cx="51194" cy="42674"/>
          </a:xfrm>
          <a:custGeom xmlns:a="http://schemas.openxmlformats.org/drawingml/2006/main">
            <a:pathLst>
              <a:path w="51194" h="42674">
                <a:moveTo>
                  <a:pt x="0" y="5520"/>
                </a:moveTo>
                <a:lnTo>
                  <a:pt x="4428" y="0"/>
                </a:lnTo>
                <a:lnTo>
                  <a:pt x="51194" y="37154"/>
                </a:lnTo>
                <a:lnTo>
                  <a:pt x="46810" y="42674"/>
                </a:lnTo>
                <a:lnTo>
                  <a:pt x="0" y="5520"/>
                </a:lnTo>
                <a:close/>
                <a:moveTo>
                  <a:pt x="0" y="55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D3C41-C848-49DD-8C29-7A4CD308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658" y="1403276"/>
            <a:ext cx="56728" cy="39703"/>
          </a:xfrm>
          <a:custGeom xmlns:a="http://schemas.openxmlformats.org/drawingml/2006/main">
            <a:pathLst>
              <a:path w="56728" h="39703">
                <a:moveTo>
                  <a:pt x="4442" y="3801"/>
                </a:moveTo>
                <a:lnTo>
                  <a:pt x="13996" y="11375"/>
                </a:lnTo>
                <a:lnTo>
                  <a:pt x="23055" y="0"/>
                </a:lnTo>
                <a:lnTo>
                  <a:pt x="27366" y="3408"/>
                </a:lnTo>
                <a:lnTo>
                  <a:pt x="18322" y="14783"/>
                </a:lnTo>
                <a:lnTo>
                  <a:pt x="36586" y="29289"/>
                </a:lnTo>
                <a:cubicBezTo>
                  <a:pt x="39382" y="31517"/>
                  <a:pt x="41421" y="32537"/>
                  <a:pt x="42790" y="32362"/>
                </a:cubicBezTo>
                <a:cubicBezTo>
                  <a:pt x="44159" y="32260"/>
                  <a:pt x="45805" y="31066"/>
                  <a:pt x="47626" y="28721"/>
                </a:cubicBezTo>
                <a:lnTo>
                  <a:pt x="52126" y="23041"/>
                </a:lnTo>
                <a:lnTo>
                  <a:pt x="56728" y="26740"/>
                </a:lnTo>
                <a:lnTo>
                  <a:pt x="52228" y="32420"/>
                </a:lnTo>
                <a:cubicBezTo>
                  <a:pt x="48878" y="36688"/>
                  <a:pt x="45688" y="38960"/>
                  <a:pt x="42848" y="39368"/>
                </a:cubicBezTo>
                <a:cubicBezTo>
                  <a:pt x="39950" y="39703"/>
                  <a:pt x="36411" y="38232"/>
                  <a:pt x="32202" y="34867"/>
                </a:cubicBezTo>
                <a:lnTo>
                  <a:pt x="13894" y="20361"/>
                </a:lnTo>
                <a:lnTo>
                  <a:pt x="10705" y="24395"/>
                </a:lnTo>
                <a:lnTo>
                  <a:pt x="6379" y="20987"/>
                </a:lnTo>
                <a:lnTo>
                  <a:pt x="9627" y="16953"/>
                </a:lnTo>
                <a:lnTo>
                  <a:pt x="0" y="9321"/>
                </a:lnTo>
                <a:lnTo>
                  <a:pt x="4442" y="3801"/>
                </a:lnTo>
                <a:close/>
                <a:moveTo>
                  <a:pt x="4442" y="38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74A3D-1432-4D16-9522-8B9F9486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132" y="1375283"/>
            <a:ext cx="44887" cy="48922"/>
          </a:xfrm>
          <a:custGeom xmlns:a="http://schemas.openxmlformats.org/drawingml/2006/main">
            <a:pathLst>
              <a:path w="44887" h="48922">
                <a:moveTo>
                  <a:pt x="15409" y="0"/>
                </a:moveTo>
                <a:lnTo>
                  <a:pt x="20652" y="4151"/>
                </a:lnTo>
                <a:cubicBezTo>
                  <a:pt x="18599" y="5054"/>
                  <a:pt x="16720" y="6263"/>
                  <a:pt x="14958" y="7617"/>
                </a:cubicBezTo>
                <a:cubicBezTo>
                  <a:pt x="13254" y="8986"/>
                  <a:pt x="11652" y="10530"/>
                  <a:pt x="10181" y="12336"/>
                </a:cubicBezTo>
                <a:cubicBezTo>
                  <a:pt x="8010" y="15132"/>
                  <a:pt x="6816" y="17521"/>
                  <a:pt x="6539" y="19516"/>
                </a:cubicBezTo>
                <a:cubicBezTo>
                  <a:pt x="6306" y="21555"/>
                  <a:pt x="7049" y="23259"/>
                  <a:pt x="8695" y="24628"/>
                </a:cubicBezTo>
                <a:cubicBezTo>
                  <a:pt x="10006" y="25604"/>
                  <a:pt x="11375" y="25939"/>
                  <a:pt x="12904" y="25546"/>
                </a:cubicBezTo>
                <a:cubicBezTo>
                  <a:pt x="14448" y="25138"/>
                  <a:pt x="16662" y="23725"/>
                  <a:pt x="19676" y="21279"/>
                </a:cubicBezTo>
                <a:lnTo>
                  <a:pt x="21614" y="19676"/>
                </a:lnTo>
                <a:cubicBezTo>
                  <a:pt x="25590" y="16443"/>
                  <a:pt x="29012" y="14623"/>
                  <a:pt x="31852" y="14171"/>
                </a:cubicBezTo>
                <a:cubicBezTo>
                  <a:pt x="34692" y="13705"/>
                  <a:pt x="37489" y="14564"/>
                  <a:pt x="40212" y="16778"/>
                </a:cubicBezTo>
                <a:cubicBezTo>
                  <a:pt x="43344" y="19225"/>
                  <a:pt x="44887" y="22473"/>
                  <a:pt x="44713" y="26391"/>
                </a:cubicBezTo>
                <a:cubicBezTo>
                  <a:pt x="44596" y="30323"/>
                  <a:pt x="42776" y="34416"/>
                  <a:pt x="39368" y="38741"/>
                </a:cubicBezTo>
                <a:cubicBezTo>
                  <a:pt x="37940" y="40562"/>
                  <a:pt x="36236" y="42324"/>
                  <a:pt x="34357" y="43970"/>
                </a:cubicBezTo>
                <a:cubicBezTo>
                  <a:pt x="32420" y="45688"/>
                  <a:pt x="30265" y="47334"/>
                  <a:pt x="27876" y="48922"/>
                </a:cubicBezTo>
                <a:lnTo>
                  <a:pt x="22123" y="44378"/>
                </a:lnTo>
                <a:cubicBezTo>
                  <a:pt x="24861" y="43183"/>
                  <a:pt x="27250" y="41814"/>
                  <a:pt x="29347" y="40227"/>
                </a:cubicBezTo>
                <a:cubicBezTo>
                  <a:pt x="31459" y="38683"/>
                  <a:pt x="33280" y="36921"/>
                  <a:pt x="34809" y="34984"/>
                </a:cubicBezTo>
                <a:cubicBezTo>
                  <a:pt x="36862" y="32377"/>
                  <a:pt x="37998" y="29974"/>
                  <a:pt x="38232" y="27876"/>
                </a:cubicBezTo>
                <a:cubicBezTo>
                  <a:pt x="38450" y="25764"/>
                  <a:pt x="37765" y="24060"/>
                  <a:pt x="36120" y="22808"/>
                </a:cubicBezTo>
                <a:cubicBezTo>
                  <a:pt x="34649" y="21614"/>
                  <a:pt x="33105" y="21162"/>
                  <a:pt x="31459" y="21555"/>
                </a:cubicBezTo>
                <a:cubicBezTo>
                  <a:pt x="29857" y="21963"/>
                  <a:pt x="27366" y="23551"/>
                  <a:pt x="23886" y="26391"/>
                </a:cubicBezTo>
                <a:lnTo>
                  <a:pt x="21905" y="27935"/>
                </a:lnTo>
                <a:cubicBezTo>
                  <a:pt x="18424" y="30833"/>
                  <a:pt x="15351" y="32420"/>
                  <a:pt x="12686" y="32770"/>
                </a:cubicBezTo>
                <a:cubicBezTo>
                  <a:pt x="9947" y="33105"/>
                  <a:pt x="7340" y="32202"/>
                  <a:pt x="4719" y="30148"/>
                </a:cubicBezTo>
                <a:cubicBezTo>
                  <a:pt x="1529" y="27643"/>
                  <a:pt x="0" y="24570"/>
                  <a:pt x="58" y="20929"/>
                </a:cubicBezTo>
                <a:cubicBezTo>
                  <a:pt x="102" y="17346"/>
                  <a:pt x="1762" y="13487"/>
                  <a:pt x="5054" y="9321"/>
                </a:cubicBezTo>
                <a:cubicBezTo>
                  <a:pt x="6656" y="7282"/>
                  <a:pt x="8360" y="5520"/>
                  <a:pt x="10064" y="3918"/>
                </a:cubicBezTo>
                <a:cubicBezTo>
                  <a:pt x="11826" y="2330"/>
                  <a:pt x="13589" y="1020"/>
                  <a:pt x="15409" y="0"/>
                </a:cubicBezTo>
                <a:close/>
                <a:moveTo>
                  <a:pt x="1540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32E41-BAC3-4B73-A158-9D12CF48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900" y="1326347"/>
            <a:ext cx="67928" cy="64011"/>
          </a:xfrm>
          <a:custGeom xmlns:a="http://schemas.openxmlformats.org/drawingml/2006/main">
            <a:pathLst>
              <a:path w="67928" h="64011">
                <a:moveTo>
                  <a:pt x="0" y="28401"/>
                </a:moveTo>
                <a:lnTo>
                  <a:pt x="22589" y="0"/>
                </a:lnTo>
                <a:lnTo>
                  <a:pt x="27716" y="4049"/>
                </a:lnTo>
                <a:lnTo>
                  <a:pt x="9962" y="26347"/>
                </a:lnTo>
                <a:lnTo>
                  <a:pt x="23274" y="36935"/>
                </a:lnTo>
                <a:lnTo>
                  <a:pt x="40227" y="15540"/>
                </a:lnTo>
                <a:lnTo>
                  <a:pt x="45354" y="19575"/>
                </a:lnTo>
                <a:lnTo>
                  <a:pt x="28386" y="40970"/>
                </a:lnTo>
                <a:lnTo>
                  <a:pt x="44669" y="53888"/>
                </a:lnTo>
                <a:lnTo>
                  <a:pt x="62816" y="31008"/>
                </a:lnTo>
                <a:lnTo>
                  <a:pt x="67928" y="35115"/>
                </a:lnTo>
                <a:lnTo>
                  <a:pt x="44946" y="64011"/>
                </a:lnTo>
                <a:lnTo>
                  <a:pt x="0" y="28401"/>
                </a:lnTo>
                <a:close/>
                <a:moveTo>
                  <a:pt x="0" y="284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BC286-3356-46F6-9804-FD074264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559" y="1296941"/>
            <a:ext cx="58709" cy="58767"/>
          </a:xfrm>
          <a:custGeom xmlns:a="http://schemas.openxmlformats.org/drawingml/2006/main">
            <a:pathLst>
              <a:path w="58709" h="58767">
                <a:moveTo>
                  <a:pt x="24526" y="0"/>
                </a:moveTo>
                <a:lnTo>
                  <a:pt x="31226" y="25196"/>
                </a:lnTo>
                <a:lnTo>
                  <a:pt x="58709" y="26114"/>
                </a:lnTo>
                <a:lnTo>
                  <a:pt x="53539" y="32653"/>
                </a:lnTo>
                <a:lnTo>
                  <a:pt x="32479" y="31911"/>
                </a:lnTo>
                <a:lnTo>
                  <a:pt x="37940" y="52228"/>
                </a:lnTo>
                <a:lnTo>
                  <a:pt x="32770" y="58767"/>
                </a:lnTo>
                <a:lnTo>
                  <a:pt x="25546" y="31692"/>
                </a:lnTo>
                <a:lnTo>
                  <a:pt x="0" y="30949"/>
                </a:lnTo>
                <a:lnTo>
                  <a:pt x="5170" y="24410"/>
                </a:lnTo>
                <a:lnTo>
                  <a:pt x="24235" y="24978"/>
                </a:lnTo>
                <a:lnTo>
                  <a:pt x="19342" y="6539"/>
                </a:lnTo>
                <a:lnTo>
                  <a:pt x="24526" y="0"/>
                </a:lnTo>
                <a:close/>
                <a:moveTo>
                  <a:pt x="2452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61915-89FE-426C-9B61-DC867B92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114" y="1271628"/>
            <a:ext cx="56728" cy="39703"/>
          </a:xfrm>
          <a:custGeom xmlns:a="http://schemas.openxmlformats.org/drawingml/2006/main">
            <a:pathLst>
              <a:path w="56728" h="39703">
                <a:moveTo>
                  <a:pt x="4442" y="3801"/>
                </a:moveTo>
                <a:lnTo>
                  <a:pt x="13996" y="11375"/>
                </a:lnTo>
                <a:lnTo>
                  <a:pt x="23041" y="0"/>
                </a:lnTo>
                <a:lnTo>
                  <a:pt x="27366" y="3408"/>
                </a:lnTo>
                <a:lnTo>
                  <a:pt x="18322" y="14783"/>
                </a:lnTo>
                <a:lnTo>
                  <a:pt x="36586" y="29289"/>
                </a:lnTo>
                <a:cubicBezTo>
                  <a:pt x="39382" y="31517"/>
                  <a:pt x="41421" y="32537"/>
                  <a:pt x="42790" y="32362"/>
                </a:cubicBezTo>
                <a:cubicBezTo>
                  <a:pt x="44159" y="32246"/>
                  <a:pt x="45805" y="31051"/>
                  <a:pt x="47626" y="28721"/>
                </a:cubicBezTo>
                <a:lnTo>
                  <a:pt x="52111" y="23041"/>
                </a:lnTo>
                <a:lnTo>
                  <a:pt x="56728" y="26740"/>
                </a:lnTo>
                <a:lnTo>
                  <a:pt x="52228" y="32420"/>
                </a:lnTo>
                <a:cubicBezTo>
                  <a:pt x="48878" y="36688"/>
                  <a:pt x="45688" y="39018"/>
                  <a:pt x="42848" y="39368"/>
                </a:cubicBezTo>
                <a:cubicBezTo>
                  <a:pt x="39950" y="39703"/>
                  <a:pt x="36411" y="38232"/>
                  <a:pt x="32202" y="34867"/>
                </a:cubicBezTo>
                <a:lnTo>
                  <a:pt x="13894" y="20361"/>
                </a:lnTo>
                <a:lnTo>
                  <a:pt x="10705" y="24395"/>
                </a:lnTo>
                <a:lnTo>
                  <a:pt x="6379" y="20987"/>
                </a:lnTo>
                <a:lnTo>
                  <a:pt x="9627" y="16953"/>
                </a:lnTo>
                <a:lnTo>
                  <a:pt x="0" y="9379"/>
                </a:lnTo>
                <a:lnTo>
                  <a:pt x="4442" y="3801"/>
                </a:lnTo>
                <a:close/>
                <a:moveTo>
                  <a:pt x="4442" y="380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19E390-21D0-47B4-A543-45DEC71D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743" y="1241975"/>
            <a:ext cx="49038" cy="44436"/>
          </a:xfrm>
          <a:custGeom xmlns:a="http://schemas.openxmlformats.org/drawingml/2006/main">
            <a:pathLst>
              <a:path w="49038" h="44436">
                <a:moveTo>
                  <a:pt x="33571" y="5811"/>
                </a:moveTo>
                <a:lnTo>
                  <a:pt x="36236" y="7967"/>
                </a:lnTo>
                <a:lnTo>
                  <a:pt x="16050" y="33396"/>
                </a:lnTo>
                <a:cubicBezTo>
                  <a:pt x="20026" y="36193"/>
                  <a:pt x="23900" y="37329"/>
                  <a:pt x="27483" y="36877"/>
                </a:cubicBezTo>
                <a:cubicBezTo>
                  <a:pt x="31124" y="36411"/>
                  <a:pt x="34357" y="34314"/>
                  <a:pt x="37314" y="30673"/>
                </a:cubicBezTo>
                <a:cubicBezTo>
                  <a:pt x="38974" y="28517"/>
                  <a:pt x="40329" y="26289"/>
                  <a:pt x="41421" y="23842"/>
                </a:cubicBezTo>
                <a:cubicBezTo>
                  <a:pt x="42499" y="21453"/>
                  <a:pt x="43300" y="18832"/>
                  <a:pt x="43810" y="16050"/>
                </a:cubicBezTo>
                <a:lnTo>
                  <a:pt x="49038" y="20201"/>
                </a:lnTo>
                <a:cubicBezTo>
                  <a:pt x="48296" y="22881"/>
                  <a:pt x="47334" y="25444"/>
                  <a:pt x="46082" y="27833"/>
                </a:cubicBezTo>
                <a:cubicBezTo>
                  <a:pt x="44887" y="30279"/>
                  <a:pt x="43460" y="32551"/>
                  <a:pt x="41756" y="34707"/>
                </a:cubicBezTo>
                <a:cubicBezTo>
                  <a:pt x="37489" y="40110"/>
                  <a:pt x="32537" y="43125"/>
                  <a:pt x="26915" y="43751"/>
                </a:cubicBezTo>
                <a:cubicBezTo>
                  <a:pt x="21279" y="44436"/>
                  <a:pt x="15817" y="42615"/>
                  <a:pt x="10472" y="38406"/>
                </a:cubicBezTo>
                <a:cubicBezTo>
                  <a:pt x="4952" y="34022"/>
                  <a:pt x="1762" y="29085"/>
                  <a:pt x="903" y="23507"/>
                </a:cubicBezTo>
                <a:cubicBezTo>
                  <a:pt x="0" y="17987"/>
                  <a:pt x="1588" y="12642"/>
                  <a:pt x="5578" y="7632"/>
                </a:cubicBezTo>
                <a:cubicBezTo>
                  <a:pt x="9219" y="3073"/>
                  <a:pt x="13487" y="626"/>
                  <a:pt x="18482" y="350"/>
                </a:cubicBezTo>
                <a:cubicBezTo>
                  <a:pt x="23492" y="0"/>
                  <a:pt x="28503" y="1835"/>
                  <a:pt x="33571" y="5811"/>
                </a:cubicBezTo>
                <a:close/>
                <a:moveTo>
                  <a:pt x="27541" y="10079"/>
                </a:moveTo>
                <a:cubicBezTo>
                  <a:pt x="24468" y="7690"/>
                  <a:pt x="21395" y="6612"/>
                  <a:pt x="18264" y="6831"/>
                </a:cubicBezTo>
                <a:cubicBezTo>
                  <a:pt x="15132" y="7064"/>
                  <a:pt x="12511" y="8535"/>
                  <a:pt x="10355" y="11273"/>
                </a:cubicBezTo>
                <a:cubicBezTo>
                  <a:pt x="7908" y="14346"/>
                  <a:pt x="6772" y="17536"/>
                  <a:pt x="7049" y="20769"/>
                </a:cubicBezTo>
                <a:cubicBezTo>
                  <a:pt x="7340" y="24017"/>
                  <a:pt x="8928" y="27032"/>
                  <a:pt x="11885" y="29813"/>
                </a:cubicBezTo>
                <a:lnTo>
                  <a:pt x="27541" y="10079"/>
                </a:lnTo>
                <a:close/>
                <a:moveTo>
                  <a:pt x="27541" y="1007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E3AFD-5A8E-436D-B0CE-F038250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896" y="1203525"/>
            <a:ext cx="56029" cy="49839"/>
          </a:xfrm>
          <a:custGeom xmlns:a="http://schemas.openxmlformats.org/drawingml/2006/main">
            <a:pathLst>
              <a:path w="56029" h="49839">
                <a:moveTo>
                  <a:pt x="35726" y="5520"/>
                </a:moveTo>
                <a:lnTo>
                  <a:pt x="56029" y="21614"/>
                </a:lnTo>
                <a:lnTo>
                  <a:pt x="51645" y="27192"/>
                </a:lnTo>
                <a:lnTo>
                  <a:pt x="31517" y="11156"/>
                </a:lnTo>
                <a:cubicBezTo>
                  <a:pt x="28328" y="8651"/>
                  <a:pt x="25429" y="7399"/>
                  <a:pt x="22866" y="7340"/>
                </a:cubicBezTo>
                <a:cubicBezTo>
                  <a:pt x="20303" y="7340"/>
                  <a:pt x="18031" y="8593"/>
                  <a:pt x="16035" y="11098"/>
                </a:cubicBezTo>
                <a:cubicBezTo>
                  <a:pt x="13705" y="14055"/>
                  <a:pt x="12744" y="17186"/>
                  <a:pt x="13312" y="20419"/>
                </a:cubicBezTo>
                <a:cubicBezTo>
                  <a:pt x="13822" y="23667"/>
                  <a:pt x="15759" y="26565"/>
                  <a:pt x="19050" y="29187"/>
                </a:cubicBezTo>
                <a:lnTo>
                  <a:pt x="38057" y="44319"/>
                </a:lnTo>
                <a:lnTo>
                  <a:pt x="33673" y="49839"/>
                </a:lnTo>
                <a:lnTo>
                  <a:pt x="0" y="23099"/>
                </a:lnTo>
                <a:lnTo>
                  <a:pt x="4369" y="17579"/>
                </a:lnTo>
                <a:lnTo>
                  <a:pt x="9612" y="21730"/>
                </a:lnTo>
                <a:cubicBezTo>
                  <a:pt x="8637" y="18774"/>
                  <a:pt x="8360" y="15992"/>
                  <a:pt x="8811" y="13428"/>
                </a:cubicBezTo>
                <a:cubicBezTo>
                  <a:pt x="9205" y="10865"/>
                  <a:pt x="10341" y="8360"/>
                  <a:pt x="12220" y="6030"/>
                </a:cubicBezTo>
                <a:cubicBezTo>
                  <a:pt x="15293" y="2156"/>
                  <a:pt x="18817" y="175"/>
                  <a:pt x="22750" y="117"/>
                </a:cubicBezTo>
                <a:cubicBezTo>
                  <a:pt x="26726" y="0"/>
                  <a:pt x="31051" y="1821"/>
                  <a:pt x="35726" y="5520"/>
                </a:cubicBezTo>
                <a:close/>
                <a:moveTo>
                  <a:pt x="35726" y="55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1B01D-BA05-42B7-9F28-1B49580D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627" y="1166721"/>
            <a:ext cx="44887" cy="48864"/>
          </a:xfrm>
          <a:custGeom xmlns:a="http://schemas.openxmlformats.org/drawingml/2006/main">
            <a:pathLst>
              <a:path w="44887" h="48864">
                <a:moveTo>
                  <a:pt x="15424" y="0"/>
                </a:moveTo>
                <a:lnTo>
                  <a:pt x="20652" y="4151"/>
                </a:lnTo>
                <a:cubicBezTo>
                  <a:pt x="18599" y="5054"/>
                  <a:pt x="16720" y="6190"/>
                  <a:pt x="15016" y="7559"/>
                </a:cubicBezTo>
                <a:cubicBezTo>
                  <a:pt x="13254" y="8928"/>
                  <a:pt x="11666" y="10515"/>
                  <a:pt x="10239" y="12336"/>
                </a:cubicBezTo>
                <a:cubicBezTo>
                  <a:pt x="8025" y="15074"/>
                  <a:pt x="6831" y="17463"/>
                  <a:pt x="6598" y="19502"/>
                </a:cubicBezTo>
                <a:cubicBezTo>
                  <a:pt x="6321" y="21555"/>
                  <a:pt x="7049" y="23259"/>
                  <a:pt x="8768" y="24570"/>
                </a:cubicBezTo>
                <a:cubicBezTo>
                  <a:pt x="10006" y="25590"/>
                  <a:pt x="11433" y="25939"/>
                  <a:pt x="12919" y="25488"/>
                </a:cubicBezTo>
                <a:cubicBezTo>
                  <a:pt x="14448" y="25080"/>
                  <a:pt x="16720" y="23667"/>
                  <a:pt x="19735" y="21220"/>
                </a:cubicBezTo>
                <a:lnTo>
                  <a:pt x="21672" y="19676"/>
                </a:lnTo>
                <a:cubicBezTo>
                  <a:pt x="25604" y="16429"/>
                  <a:pt x="29012" y="14564"/>
                  <a:pt x="31852" y="14098"/>
                </a:cubicBezTo>
                <a:cubicBezTo>
                  <a:pt x="34707" y="13705"/>
                  <a:pt x="37489" y="14564"/>
                  <a:pt x="40285" y="16720"/>
                </a:cubicBezTo>
                <a:cubicBezTo>
                  <a:pt x="43402" y="19225"/>
                  <a:pt x="44887" y="22415"/>
                  <a:pt x="44771" y="26332"/>
                </a:cubicBezTo>
                <a:cubicBezTo>
                  <a:pt x="44596" y="30265"/>
                  <a:pt x="42834" y="34416"/>
                  <a:pt x="39368" y="38741"/>
                </a:cubicBezTo>
                <a:cubicBezTo>
                  <a:pt x="37940" y="40562"/>
                  <a:pt x="36294" y="42266"/>
                  <a:pt x="34357" y="43970"/>
                </a:cubicBezTo>
                <a:cubicBezTo>
                  <a:pt x="32479" y="45616"/>
                  <a:pt x="30323" y="47276"/>
                  <a:pt x="27876" y="48864"/>
                </a:cubicBezTo>
                <a:lnTo>
                  <a:pt x="22182" y="44363"/>
                </a:lnTo>
                <a:cubicBezTo>
                  <a:pt x="24861" y="43169"/>
                  <a:pt x="27250" y="41756"/>
                  <a:pt x="29362" y="40212"/>
                </a:cubicBezTo>
                <a:cubicBezTo>
                  <a:pt x="31459" y="38625"/>
                  <a:pt x="33280" y="36862"/>
                  <a:pt x="34823" y="34925"/>
                </a:cubicBezTo>
                <a:cubicBezTo>
                  <a:pt x="36921" y="32304"/>
                  <a:pt x="38057" y="29974"/>
                  <a:pt x="38290" y="27876"/>
                </a:cubicBezTo>
                <a:cubicBezTo>
                  <a:pt x="38508" y="25764"/>
                  <a:pt x="37780" y="24060"/>
                  <a:pt x="36178" y="22750"/>
                </a:cubicBezTo>
                <a:cubicBezTo>
                  <a:pt x="34649" y="21555"/>
                  <a:pt x="33105" y="21162"/>
                  <a:pt x="31517" y="21555"/>
                </a:cubicBezTo>
                <a:cubicBezTo>
                  <a:pt x="29930" y="21890"/>
                  <a:pt x="27366" y="23551"/>
                  <a:pt x="23900" y="26332"/>
                </a:cubicBezTo>
                <a:lnTo>
                  <a:pt x="21905" y="27920"/>
                </a:lnTo>
                <a:cubicBezTo>
                  <a:pt x="18482" y="30775"/>
                  <a:pt x="15424" y="32362"/>
                  <a:pt x="12686" y="32712"/>
                </a:cubicBezTo>
                <a:cubicBezTo>
                  <a:pt x="10006" y="33047"/>
                  <a:pt x="7340" y="32187"/>
                  <a:pt x="4719" y="30148"/>
                </a:cubicBezTo>
                <a:cubicBezTo>
                  <a:pt x="1588" y="27585"/>
                  <a:pt x="0" y="24570"/>
                  <a:pt x="58" y="20929"/>
                </a:cubicBezTo>
                <a:cubicBezTo>
                  <a:pt x="117" y="17346"/>
                  <a:pt x="1821" y="13414"/>
                  <a:pt x="5068" y="9321"/>
                </a:cubicBezTo>
                <a:cubicBezTo>
                  <a:pt x="6714" y="7282"/>
                  <a:pt x="8360" y="5462"/>
                  <a:pt x="10122" y="3918"/>
                </a:cubicBezTo>
                <a:cubicBezTo>
                  <a:pt x="11826" y="2330"/>
                  <a:pt x="13603" y="1020"/>
                  <a:pt x="15424" y="0"/>
                </a:cubicBezTo>
                <a:close/>
                <a:moveTo>
                  <a:pt x="1542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A4148-FE10-4A76-8EFA-9620875C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356" y="1139355"/>
            <a:ext cx="51208" cy="42659"/>
          </a:xfrm>
          <a:custGeom xmlns:a="http://schemas.openxmlformats.org/drawingml/2006/main">
            <a:pathLst>
              <a:path w="51208" h="42659">
                <a:moveTo>
                  <a:pt x="13137" y="15919"/>
                </a:moveTo>
                <a:lnTo>
                  <a:pt x="17521" y="10399"/>
                </a:lnTo>
                <a:lnTo>
                  <a:pt x="51208" y="37139"/>
                </a:lnTo>
                <a:lnTo>
                  <a:pt x="46825" y="42659"/>
                </a:lnTo>
                <a:lnTo>
                  <a:pt x="13137" y="15919"/>
                </a:lnTo>
                <a:close/>
                <a:moveTo>
                  <a:pt x="0" y="5520"/>
                </a:moveTo>
                <a:lnTo>
                  <a:pt x="4384" y="0"/>
                </a:lnTo>
                <a:lnTo>
                  <a:pt x="11433" y="5564"/>
                </a:lnTo>
                <a:lnTo>
                  <a:pt x="6991" y="11084"/>
                </a:lnTo>
                <a:lnTo>
                  <a:pt x="0" y="5520"/>
                </a:lnTo>
                <a:close/>
                <a:moveTo>
                  <a:pt x="0" y="55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7AD60-AE52-4C83-BA68-27E8DAFB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364" y="1116590"/>
            <a:ext cx="45849" cy="43810"/>
          </a:xfrm>
          <a:custGeom xmlns:a="http://schemas.openxmlformats.org/drawingml/2006/main">
            <a:pathLst>
              <a:path w="45849" h="43810">
                <a:moveTo>
                  <a:pt x="9947" y="11608"/>
                </a:moveTo>
                <a:cubicBezTo>
                  <a:pt x="7559" y="14564"/>
                  <a:pt x="6874" y="17871"/>
                  <a:pt x="7850" y="21395"/>
                </a:cubicBezTo>
                <a:cubicBezTo>
                  <a:pt x="8753" y="24978"/>
                  <a:pt x="11258" y="28328"/>
                  <a:pt x="15307" y="31517"/>
                </a:cubicBezTo>
                <a:cubicBezTo>
                  <a:pt x="19342" y="34765"/>
                  <a:pt x="23157" y="36411"/>
                  <a:pt x="26857" y="36527"/>
                </a:cubicBezTo>
                <a:cubicBezTo>
                  <a:pt x="30542" y="36644"/>
                  <a:pt x="33571" y="35217"/>
                  <a:pt x="35959" y="32260"/>
                </a:cubicBezTo>
                <a:cubicBezTo>
                  <a:pt x="38290" y="29304"/>
                  <a:pt x="38974" y="25997"/>
                  <a:pt x="37998" y="22473"/>
                </a:cubicBezTo>
                <a:cubicBezTo>
                  <a:pt x="37037" y="18890"/>
                  <a:pt x="34590" y="15540"/>
                  <a:pt x="30542" y="12351"/>
                </a:cubicBezTo>
                <a:cubicBezTo>
                  <a:pt x="26565" y="9161"/>
                  <a:pt x="22691" y="7515"/>
                  <a:pt x="19007" y="7399"/>
                </a:cubicBezTo>
                <a:cubicBezTo>
                  <a:pt x="15307" y="7224"/>
                  <a:pt x="12292" y="8651"/>
                  <a:pt x="9947" y="11608"/>
                </a:cubicBezTo>
                <a:close/>
                <a:moveTo>
                  <a:pt x="5229" y="7908"/>
                </a:moveTo>
                <a:cubicBezTo>
                  <a:pt x="9044" y="3073"/>
                  <a:pt x="13647" y="510"/>
                  <a:pt x="18948" y="291"/>
                </a:cubicBezTo>
                <a:cubicBezTo>
                  <a:pt x="24235" y="0"/>
                  <a:pt x="29697" y="2054"/>
                  <a:pt x="35217" y="6437"/>
                </a:cubicBezTo>
                <a:cubicBezTo>
                  <a:pt x="40737" y="10807"/>
                  <a:pt x="43970" y="15642"/>
                  <a:pt x="44946" y="20885"/>
                </a:cubicBezTo>
                <a:cubicBezTo>
                  <a:pt x="45849" y="26114"/>
                  <a:pt x="44436" y="31124"/>
                  <a:pt x="40620" y="35959"/>
                </a:cubicBezTo>
                <a:cubicBezTo>
                  <a:pt x="36804" y="40795"/>
                  <a:pt x="32202" y="43358"/>
                  <a:pt x="26900" y="43577"/>
                </a:cubicBezTo>
                <a:cubicBezTo>
                  <a:pt x="21614" y="43810"/>
                  <a:pt x="16152" y="41756"/>
                  <a:pt x="10690" y="37387"/>
                </a:cubicBezTo>
                <a:cubicBezTo>
                  <a:pt x="5112" y="33003"/>
                  <a:pt x="1879" y="28168"/>
                  <a:pt x="903" y="22983"/>
                </a:cubicBezTo>
                <a:cubicBezTo>
                  <a:pt x="0" y="17754"/>
                  <a:pt x="1413" y="12744"/>
                  <a:pt x="5229" y="7908"/>
                </a:cubicBezTo>
                <a:close/>
                <a:moveTo>
                  <a:pt x="5229" y="790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5A728-9EC5-4B71-A413-932CD3B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793" y="1077558"/>
            <a:ext cx="56087" cy="49839"/>
          </a:xfrm>
          <a:custGeom xmlns:a="http://schemas.openxmlformats.org/drawingml/2006/main">
            <a:pathLst>
              <a:path w="56087" h="49839">
                <a:moveTo>
                  <a:pt x="35785" y="5520"/>
                </a:moveTo>
                <a:lnTo>
                  <a:pt x="56087" y="21628"/>
                </a:lnTo>
                <a:lnTo>
                  <a:pt x="51718" y="27206"/>
                </a:lnTo>
                <a:lnTo>
                  <a:pt x="31576" y="11156"/>
                </a:lnTo>
                <a:cubicBezTo>
                  <a:pt x="28386" y="8651"/>
                  <a:pt x="25488" y="7399"/>
                  <a:pt x="22924" y="7399"/>
                </a:cubicBezTo>
                <a:cubicBezTo>
                  <a:pt x="20361" y="7340"/>
                  <a:pt x="18089" y="8593"/>
                  <a:pt x="16094" y="11098"/>
                </a:cubicBezTo>
                <a:cubicBezTo>
                  <a:pt x="13705" y="14055"/>
                  <a:pt x="12802" y="17186"/>
                  <a:pt x="13370" y="20434"/>
                </a:cubicBezTo>
                <a:cubicBezTo>
                  <a:pt x="13880" y="23667"/>
                  <a:pt x="15817" y="26580"/>
                  <a:pt x="19065" y="29187"/>
                </a:cubicBezTo>
                <a:lnTo>
                  <a:pt x="38115" y="44319"/>
                </a:lnTo>
                <a:lnTo>
                  <a:pt x="33673" y="49839"/>
                </a:lnTo>
                <a:lnTo>
                  <a:pt x="0" y="23157"/>
                </a:lnTo>
                <a:lnTo>
                  <a:pt x="4442" y="17579"/>
                </a:lnTo>
                <a:lnTo>
                  <a:pt x="9671" y="21745"/>
                </a:lnTo>
                <a:cubicBezTo>
                  <a:pt x="8710" y="18774"/>
                  <a:pt x="8418" y="16050"/>
                  <a:pt x="8811" y="13428"/>
                </a:cubicBezTo>
                <a:cubicBezTo>
                  <a:pt x="9278" y="10880"/>
                  <a:pt x="10414" y="8375"/>
                  <a:pt x="12292" y="6044"/>
                </a:cubicBezTo>
                <a:cubicBezTo>
                  <a:pt x="15365" y="2170"/>
                  <a:pt x="18832" y="175"/>
                  <a:pt x="22808" y="117"/>
                </a:cubicBezTo>
                <a:cubicBezTo>
                  <a:pt x="26798" y="0"/>
                  <a:pt x="31124" y="1821"/>
                  <a:pt x="35785" y="5520"/>
                </a:cubicBezTo>
                <a:close/>
                <a:moveTo>
                  <a:pt x="35785" y="552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CF892-659E-47CB-9BAA-665EB7F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592" y="2162561"/>
            <a:ext cx="72603" cy="59670"/>
          </a:xfrm>
          <a:custGeom xmlns:a="http://schemas.openxmlformats.org/drawingml/2006/main">
            <a:pathLst>
              <a:path w="72603" h="59670">
                <a:moveTo>
                  <a:pt x="40795" y="21555"/>
                </a:moveTo>
                <a:cubicBezTo>
                  <a:pt x="42324" y="20652"/>
                  <a:pt x="44261" y="20186"/>
                  <a:pt x="46708" y="20186"/>
                </a:cubicBezTo>
                <a:cubicBezTo>
                  <a:pt x="49097" y="20186"/>
                  <a:pt x="52053" y="20652"/>
                  <a:pt x="55592" y="21497"/>
                </a:cubicBezTo>
                <a:lnTo>
                  <a:pt x="72603" y="25648"/>
                </a:lnTo>
                <a:lnTo>
                  <a:pt x="67200" y="32027"/>
                </a:lnTo>
                <a:lnTo>
                  <a:pt x="51267" y="28036"/>
                </a:lnTo>
                <a:cubicBezTo>
                  <a:pt x="47116" y="27017"/>
                  <a:pt x="43984" y="26784"/>
                  <a:pt x="41873" y="27308"/>
                </a:cubicBezTo>
                <a:cubicBezTo>
                  <a:pt x="39775" y="27876"/>
                  <a:pt x="37722" y="29289"/>
                  <a:pt x="35726" y="31619"/>
                </a:cubicBezTo>
                <a:lnTo>
                  <a:pt x="30207" y="38057"/>
                </a:lnTo>
                <a:lnTo>
                  <a:pt x="48703" y="53757"/>
                </a:lnTo>
                <a:lnTo>
                  <a:pt x="43635" y="59670"/>
                </a:lnTo>
                <a:lnTo>
                  <a:pt x="0" y="22517"/>
                </a:lnTo>
                <a:lnTo>
                  <a:pt x="11331" y="9205"/>
                </a:lnTo>
                <a:cubicBezTo>
                  <a:pt x="15598" y="4209"/>
                  <a:pt x="19808" y="1354"/>
                  <a:pt x="23958" y="670"/>
                </a:cubicBezTo>
                <a:cubicBezTo>
                  <a:pt x="28168" y="0"/>
                  <a:pt x="32318" y="1413"/>
                  <a:pt x="36527" y="4996"/>
                </a:cubicBezTo>
                <a:cubicBezTo>
                  <a:pt x="39309" y="7384"/>
                  <a:pt x="41028" y="9947"/>
                  <a:pt x="41756" y="12788"/>
                </a:cubicBezTo>
                <a:cubicBezTo>
                  <a:pt x="42499" y="15584"/>
                  <a:pt x="42164" y="18540"/>
                  <a:pt x="40795" y="21555"/>
                </a:cubicBezTo>
                <a:close/>
                <a:moveTo>
                  <a:pt x="9846" y="20754"/>
                </a:moveTo>
                <a:lnTo>
                  <a:pt x="25371" y="33964"/>
                </a:lnTo>
                <a:lnTo>
                  <a:pt x="31692" y="26507"/>
                </a:lnTo>
                <a:cubicBezTo>
                  <a:pt x="34139" y="23667"/>
                  <a:pt x="35275" y="20929"/>
                  <a:pt x="35217" y="18366"/>
                </a:cubicBezTo>
                <a:cubicBezTo>
                  <a:pt x="35100" y="15802"/>
                  <a:pt x="33804" y="13414"/>
                  <a:pt x="31241" y="11258"/>
                </a:cubicBezTo>
                <a:cubicBezTo>
                  <a:pt x="28677" y="9103"/>
                  <a:pt x="26172" y="8185"/>
                  <a:pt x="23609" y="8520"/>
                </a:cubicBezTo>
                <a:cubicBezTo>
                  <a:pt x="21104" y="8870"/>
                  <a:pt x="18613" y="10457"/>
                  <a:pt x="16225" y="13312"/>
                </a:cubicBezTo>
                <a:lnTo>
                  <a:pt x="9846" y="20754"/>
                </a:lnTo>
                <a:close/>
                <a:moveTo>
                  <a:pt x="9846" y="2075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46DE1-5126-4853-A7E2-FCE45F69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53" y="2134277"/>
            <a:ext cx="48922" cy="44319"/>
          </a:xfrm>
          <a:custGeom xmlns:a="http://schemas.openxmlformats.org/drawingml/2006/main">
            <a:pathLst>
              <a:path w="48922" h="44319">
                <a:moveTo>
                  <a:pt x="33906" y="6146"/>
                </a:moveTo>
                <a:lnTo>
                  <a:pt x="36527" y="8418"/>
                </a:lnTo>
                <a:lnTo>
                  <a:pt x="15526" y="33163"/>
                </a:lnTo>
                <a:cubicBezTo>
                  <a:pt x="19400" y="36076"/>
                  <a:pt x="23216" y="37329"/>
                  <a:pt x="26857" y="36979"/>
                </a:cubicBezTo>
                <a:cubicBezTo>
                  <a:pt x="30440" y="36644"/>
                  <a:pt x="33789" y="34707"/>
                  <a:pt x="36862" y="31124"/>
                </a:cubicBezTo>
                <a:cubicBezTo>
                  <a:pt x="38567" y="29071"/>
                  <a:pt x="40052" y="26857"/>
                  <a:pt x="41188" y="24468"/>
                </a:cubicBezTo>
                <a:cubicBezTo>
                  <a:pt x="42324" y="22080"/>
                  <a:pt x="43242" y="19516"/>
                  <a:pt x="43810" y="16734"/>
                </a:cubicBezTo>
                <a:lnTo>
                  <a:pt x="48922" y="21046"/>
                </a:lnTo>
                <a:cubicBezTo>
                  <a:pt x="48077" y="23725"/>
                  <a:pt x="47043" y="26230"/>
                  <a:pt x="45732" y="28619"/>
                </a:cubicBezTo>
                <a:cubicBezTo>
                  <a:pt x="44436" y="31008"/>
                  <a:pt x="42892" y="33221"/>
                  <a:pt x="41130" y="35333"/>
                </a:cubicBezTo>
                <a:cubicBezTo>
                  <a:pt x="36688" y="40562"/>
                  <a:pt x="31634" y="43416"/>
                  <a:pt x="25997" y="43868"/>
                </a:cubicBezTo>
                <a:cubicBezTo>
                  <a:pt x="20361" y="44319"/>
                  <a:pt x="14958" y="42382"/>
                  <a:pt x="9787" y="37955"/>
                </a:cubicBezTo>
                <a:cubicBezTo>
                  <a:pt x="4384" y="33396"/>
                  <a:pt x="1369" y="28328"/>
                  <a:pt x="685" y="22764"/>
                </a:cubicBezTo>
                <a:cubicBezTo>
                  <a:pt x="0" y="17186"/>
                  <a:pt x="1762" y="11943"/>
                  <a:pt x="5913" y="7005"/>
                </a:cubicBezTo>
                <a:cubicBezTo>
                  <a:pt x="9671" y="2622"/>
                  <a:pt x="14055" y="350"/>
                  <a:pt x="19108" y="175"/>
                </a:cubicBezTo>
                <a:cubicBezTo>
                  <a:pt x="24119" y="0"/>
                  <a:pt x="29071" y="1995"/>
                  <a:pt x="33906" y="6146"/>
                </a:cubicBezTo>
                <a:close/>
                <a:moveTo>
                  <a:pt x="27760" y="10181"/>
                </a:moveTo>
                <a:cubicBezTo>
                  <a:pt x="24803" y="7734"/>
                  <a:pt x="21730" y="6539"/>
                  <a:pt x="18599" y="6656"/>
                </a:cubicBezTo>
                <a:cubicBezTo>
                  <a:pt x="15467" y="6772"/>
                  <a:pt x="12802" y="8200"/>
                  <a:pt x="10530" y="10807"/>
                </a:cubicBezTo>
                <a:cubicBezTo>
                  <a:pt x="7967" y="13822"/>
                  <a:pt x="6772" y="16953"/>
                  <a:pt x="6933" y="20201"/>
                </a:cubicBezTo>
                <a:cubicBezTo>
                  <a:pt x="7107" y="23449"/>
                  <a:pt x="8651" y="26507"/>
                  <a:pt x="11491" y="29420"/>
                </a:cubicBezTo>
                <a:lnTo>
                  <a:pt x="27760" y="10181"/>
                </a:lnTo>
                <a:close/>
                <a:moveTo>
                  <a:pt x="27760" y="101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90103-C830-4E3D-9D59-FA99D79C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584" y="2076194"/>
            <a:ext cx="73448" cy="70710"/>
          </a:xfrm>
          <a:custGeom xmlns:a="http://schemas.openxmlformats.org/drawingml/2006/main">
            <a:pathLst>
              <a:path w="73448" h="70710">
                <a:moveTo>
                  <a:pt x="28153" y="22473"/>
                </a:moveTo>
                <a:cubicBezTo>
                  <a:pt x="26842" y="19050"/>
                  <a:pt x="26449" y="15933"/>
                  <a:pt x="26900" y="13079"/>
                </a:cubicBezTo>
                <a:cubicBezTo>
                  <a:pt x="27366" y="10239"/>
                  <a:pt x="28663" y="7559"/>
                  <a:pt x="30833" y="5010"/>
                </a:cubicBezTo>
                <a:cubicBezTo>
                  <a:pt x="33731" y="1588"/>
                  <a:pt x="37139" y="0"/>
                  <a:pt x="41130" y="175"/>
                </a:cubicBezTo>
                <a:cubicBezTo>
                  <a:pt x="45048" y="335"/>
                  <a:pt x="49257" y="2272"/>
                  <a:pt x="53641" y="6030"/>
                </a:cubicBezTo>
                <a:lnTo>
                  <a:pt x="73448" y="22866"/>
                </a:lnTo>
                <a:lnTo>
                  <a:pt x="68831" y="28269"/>
                </a:lnTo>
                <a:lnTo>
                  <a:pt x="49213" y="11608"/>
                </a:lnTo>
                <a:cubicBezTo>
                  <a:pt x="46082" y="8928"/>
                  <a:pt x="43285" y="7501"/>
                  <a:pt x="40839" y="7340"/>
                </a:cubicBezTo>
                <a:cubicBezTo>
                  <a:pt x="38333" y="7166"/>
                  <a:pt x="36178" y="8185"/>
                  <a:pt x="34241" y="10472"/>
                </a:cubicBezTo>
                <a:cubicBezTo>
                  <a:pt x="31852" y="13254"/>
                  <a:pt x="30891" y="16268"/>
                  <a:pt x="31343" y="19458"/>
                </a:cubicBezTo>
                <a:cubicBezTo>
                  <a:pt x="31852" y="22648"/>
                  <a:pt x="33673" y="25604"/>
                  <a:pt x="36862" y="28328"/>
                </a:cubicBezTo>
                <a:lnTo>
                  <a:pt x="55403" y="44086"/>
                </a:lnTo>
                <a:lnTo>
                  <a:pt x="50801" y="49490"/>
                </a:lnTo>
                <a:lnTo>
                  <a:pt x="31168" y="32828"/>
                </a:lnTo>
                <a:cubicBezTo>
                  <a:pt x="28036" y="30148"/>
                  <a:pt x="25255" y="28677"/>
                  <a:pt x="22750" y="28503"/>
                </a:cubicBezTo>
                <a:cubicBezTo>
                  <a:pt x="20303" y="28328"/>
                  <a:pt x="18089" y="29406"/>
                  <a:pt x="16152" y="31750"/>
                </a:cubicBezTo>
                <a:cubicBezTo>
                  <a:pt x="13763" y="34474"/>
                  <a:pt x="12846" y="37489"/>
                  <a:pt x="13370" y="40678"/>
                </a:cubicBezTo>
                <a:cubicBezTo>
                  <a:pt x="13822" y="43868"/>
                  <a:pt x="15642" y="46825"/>
                  <a:pt x="18832" y="49548"/>
                </a:cubicBezTo>
                <a:lnTo>
                  <a:pt x="37372" y="65248"/>
                </a:lnTo>
                <a:lnTo>
                  <a:pt x="32770" y="70710"/>
                </a:lnTo>
                <a:lnTo>
                  <a:pt x="0" y="42834"/>
                </a:lnTo>
                <a:lnTo>
                  <a:pt x="4602" y="37430"/>
                </a:lnTo>
                <a:lnTo>
                  <a:pt x="9671" y="41756"/>
                </a:lnTo>
                <a:cubicBezTo>
                  <a:pt x="8695" y="38800"/>
                  <a:pt x="8476" y="36061"/>
                  <a:pt x="8986" y="33571"/>
                </a:cubicBezTo>
                <a:cubicBezTo>
                  <a:pt x="9496" y="31008"/>
                  <a:pt x="10749" y="28561"/>
                  <a:pt x="12744" y="26230"/>
                </a:cubicBezTo>
                <a:cubicBezTo>
                  <a:pt x="14783" y="23842"/>
                  <a:pt x="17113" y="22298"/>
                  <a:pt x="19735" y="21672"/>
                </a:cubicBezTo>
                <a:cubicBezTo>
                  <a:pt x="22356" y="21046"/>
                  <a:pt x="25138" y="21279"/>
                  <a:pt x="28153" y="22473"/>
                </a:cubicBezTo>
                <a:close/>
                <a:moveTo>
                  <a:pt x="28153" y="2247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44566-B673-4D6C-8EFC-0A3D5018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621" y="2044226"/>
            <a:ext cx="50116" cy="44086"/>
          </a:xfrm>
          <a:custGeom xmlns:a="http://schemas.openxmlformats.org/drawingml/2006/main">
            <a:pathLst>
              <a:path w="50116" h="44086">
                <a:moveTo>
                  <a:pt x="12744" y="16210"/>
                </a:moveTo>
                <a:lnTo>
                  <a:pt x="17346" y="10865"/>
                </a:lnTo>
                <a:lnTo>
                  <a:pt x="50116" y="38741"/>
                </a:lnTo>
                <a:lnTo>
                  <a:pt x="45514" y="44086"/>
                </a:lnTo>
                <a:lnTo>
                  <a:pt x="12744" y="16210"/>
                </a:lnTo>
                <a:close/>
                <a:moveTo>
                  <a:pt x="0" y="5403"/>
                </a:moveTo>
                <a:lnTo>
                  <a:pt x="4602" y="0"/>
                </a:lnTo>
                <a:lnTo>
                  <a:pt x="11433" y="5797"/>
                </a:lnTo>
                <a:lnTo>
                  <a:pt x="6816" y="11200"/>
                </a:lnTo>
                <a:lnTo>
                  <a:pt x="0" y="5403"/>
                </a:lnTo>
                <a:close/>
                <a:moveTo>
                  <a:pt x="0" y="54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0BF60-4CB8-4E71-B7B9-F96EECA2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1" y="2021753"/>
            <a:ext cx="56087" cy="50116"/>
          </a:xfrm>
          <a:custGeom xmlns:a="http://schemas.openxmlformats.org/drawingml/2006/main">
            <a:pathLst>
              <a:path w="56087" h="50116">
                <a:moveTo>
                  <a:pt x="36353" y="5855"/>
                </a:moveTo>
                <a:lnTo>
                  <a:pt x="56087" y="22691"/>
                </a:lnTo>
                <a:lnTo>
                  <a:pt x="51543" y="28036"/>
                </a:lnTo>
                <a:lnTo>
                  <a:pt x="31911" y="11375"/>
                </a:lnTo>
                <a:cubicBezTo>
                  <a:pt x="28837" y="8753"/>
                  <a:pt x="25997" y="7384"/>
                  <a:pt x="23434" y="7282"/>
                </a:cubicBezTo>
                <a:cubicBezTo>
                  <a:pt x="20871" y="7224"/>
                  <a:pt x="18540" y="8360"/>
                  <a:pt x="16487" y="10749"/>
                </a:cubicBezTo>
                <a:cubicBezTo>
                  <a:pt x="13982" y="13647"/>
                  <a:pt x="12962" y="16778"/>
                  <a:pt x="13414" y="20026"/>
                </a:cubicBezTo>
                <a:cubicBezTo>
                  <a:pt x="13822" y="23259"/>
                  <a:pt x="15642" y="26216"/>
                  <a:pt x="18832" y="28954"/>
                </a:cubicBezTo>
                <a:lnTo>
                  <a:pt x="37372" y="44713"/>
                </a:lnTo>
                <a:lnTo>
                  <a:pt x="32770" y="50116"/>
                </a:lnTo>
                <a:lnTo>
                  <a:pt x="0" y="22240"/>
                </a:lnTo>
                <a:lnTo>
                  <a:pt x="4602" y="16836"/>
                </a:lnTo>
                <a:lnTo>
                  <a:pt x="9729" y="21162"/>
                </a:lnTo>
                <a:cubicBezTo>
                  <a:pt x="8811" y="18205"/>
                  <a:pt x="8637" y="15467"/>
                  <a:pt x="9146" y="12846"/>
                </a:cubicBezTo>
                <a:cubicBezTo>
                  <a:pt x="9671" y="10297"/>
                  <a:pt x="10865" y="7850"/>
                  <a:pt x="12846" y="5564"/>
                </a:cubicBezTo>
                <a:cubicBezTo>
                  <a:pt x="16035" y="1821"/>
                  <a:pt x="19618" y="0"/>
                  <a:pt x="23609" y="0"/>
                </a:cubicBezTo>
                <a:cubicBezTo>
                  <a:pt x="27527" y="44"/>
                  <a:pt x="31794" y="1981"/>
                  <a:pt x="36353" y="5855"/>
                </a:cubicBezTo>
                <a:close/>
                <a:moveTo>
                  <a:pt x="36353" y="58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3DFA8-FEF5-479F-8DDD-2AB22E5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932" y="1968039"/>
            <a:ext cx="51543" cy="61156"/>
          </a:xfrm>
          <a:custGeom xmlns:a="http://schemas.openxmlformats.org/drawingml/2006/main">
            <a:pathLst>
              <a:path w="51543" h="61156">
                <a:moveTo>
                  <a:pt x="19181" y="20478"/>
                </a:moveTo>
                <a:lnTo>
                  <a:pt x="1486" y="5403"/>
                </a:lnTo>
                <a:lnTo>
                  <a:pt x="6030" y="0"/>
                </a:lnTo>
                <a:lnTo>
                  <a:pt x="51543" y="38741"/>
                </a:lnTo>
                <a:lnTo>
                  <a:pt x="46999" y="44086"/>
                </a:lnTo>
                <a:lnTo>
                  <a:pt x="42106" y="39936"/>
                </a:lnTo>
                <a:cubicBezTo>
                  <a:pt x="43067" y="42732"/>
                  <a:pt x="43300" y="45339"/>
                  <a:pt x="42790" y="47902"/>
                </a:cubicBezTo>
                <a:cubicBezTo>
                  <a:pt x="42280" y="50407"/>
                  <a:pt x="40970" y="52912"/>
                  <a:pt x="38916" y="55359"/>
                </a:cubicBezTo>
                <a:cubicBezTo>
                  <a:pt x="35566" y="59277"/>
                  <a:pt x="31241" y="61156"/>
                  <a:pt x="25954" y="60996"/>
                </a:cubicBezTo>
                <a:cubicBezTo>
                  <a:pt x="20652" y="60763"/>
                  <a:pt x="15482" y="58491"/>
                  <a:pt x="10297" y="54107"/>
                </a:cubicBezTo>
                <a:cubicBezTo>
                  <a:pt x="5185" y="49723"/>
                  <a:pt x="2054" y="44946"/>
                  <a:pt x="1034" y="39775"/>
                </a:cubicBezTo>
                <a:cubicBezTo>
                  <a:pt x="0" y="34590"/>
                  <a:pt x="1136" y="30046"/>
                  <a:pt x="4500" y="26056"/>
                </a:cubicBezTo>
                <a:cubicBezTo>
                  <a:pt x="6539" y="23667"/>
                  <a:pt x="8826" y="21963"/>
                  <a:pt x="11215" y="21046"/>
                </a:cubicBezTo>
                <a:cubicBezTo>
                  <a:pt x="13661" y="20143"/>
                  <a:pt x="16268" y="19910"/>
                  <a:pt x="19181" y="20478"/>
                </a:cubicBezTo>
                <a:close/>
                <a:moveTo>
                  <a:pt x="15030" y="48529"/>
                </a:moveTo>
                <a:cubicBezTo>
                  <a:pt x="19007" y="51893"/>
                  <a:pt x="22822" y="53713"/>
                  <a:pt x="26463" y="53990"/>
                </a:cubicBezTo>
                <a:cubicBezTo>
                  <a:pt x="30105" y="54281"/>
                  <a:pt x="33119" y="53029"/>
                  <a:pt x="35508" y="50174"/>
                </a:cubicBezTo>
                <a:cubicBezTo>
                  <a:pt x="37955" y="47334"/>
                  <a:pt x="38741" y="44145"/>
                  <a:pt x="37838" y="40562"/>
                </a:cubicBezTo>
                <a:cubicBezTo>
                  <a:pt x="36979" y="37037"/>
                  <a:pt x="34590" y="33571"/>
                  <a:pt x="30673" y="30207"/>
                </a:cubicBezTo>
                <a:cubicBezTo>
                  <a:pt x="26682" y="26857"/>
                  <a:pt x="22881" y="25036"/>
                  <a:pt x="19240" y="24745"/>
                </a:cubicBezTo>
                <a:cubicBezTo>
                  <a:pt x="15598" y="24468"/>
                  <a:pt x="12584" y="25721"/>
                  <a:pt x="10137" y="28561"/>
                </a:cubicBezTo>
                <a:cubicBezTo>
                  <a:pt x="7748" y="31401"/>
                  <a:pt x="6947" y="34649"/>
                  <a:pt x="7792" y="38173"/>
                </a:cubicBezTo>
                <a:cubicBezTo>
                  <a:pt x="8651" y="41698"/>
                  <a:pt x="11098" y="45179"/>
                  <a:pt x="15030" y="48529"/>
                </a:cubicBezTo>
                <a:close/>
                <a:moveTo>
                  <a:pt x="15030" y="4852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279C6-B8E7-47C6-8DEC-4C3E21D0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110" y="1946426"/>
            <a:ext cx="48922" cy="44319"/>
          </a:xfrm>
          <a:custGeom xmlns:a="http://schemas.openxmlformats.org/drawingml/2006/main">
            <a:pathLst>
              <a:path w="48922" h="44319">
                <a:moveTo>
                  <a:pt x="33964" y="6146"/>
                </a:moveTo>
                <a:lnTo>
                  <a:pt x="36571" y="8360"/>
                </a:lnTo>
                <a:lnTo>
                  <a:pt x="15526" y="33105"/>
                </a:lnTo>
                <a:cubicBezTo>
                  <a:pt x="19400" y="36061"/>
                  <a:pt x="23201" y="37314"/>
                  <a:pt x="26842" y="36979"/>
                </a:cubicBezTo>
                <a:cubicBezTo>
                  <a:pt x="30483" y="36629"/>
                  <a:pt x="33789" y="34692"/>
                  <a:pt x="36862" y="31110"/>
                </a:cubicBezTo>
                <a:cubicBezTo>
                  <a:pt x="38625" y="29071"/>
                  <a:pt x="40052" y="26842"/>
                  <a:pt x="41188" y="24454"/>
                </a:cubicBezTo>
                <a:cubicBezTo>
                  <a:pt x="42324" y="22065"/>
                  <a:pt x="43227" y="19516"/>
                  <a:pt x="43853" y="16720"/>
                </a:cubicBezTo>
                <a:lnTo>
                  <a:pt x="48922" y="21046"/>
                </a:lnTo>
                <a:cubicBezTo>
                  <a:pt x="48121" y="23667"/>
                  <a:pt x="47043" y="26216"/>
                  <a:pt x="45732" y="28619"/>
                </a:cubicBezTo>
                <a:cubicBezTo>
                  <a:pt x="44421" y="31008"/>
                  <a:pt x="42892" y="33221"/>
                  <a:pt x="41130" y="35319"/>
                </a:cubicBezTo>
                <a:cubicBezTo>
                  <a:pt x="36688" y="40562"/>
                  <a:pt x="31678" y="43402"/>
                  <a:pt x="25997" y="43853"/>
                </a:cubicBezTo>
                <a:cubicBezTo>
                  <a:pt x="20361" y="44319"/>
                  <a:pt x="14958" y="42324"/>
                  <a:pt x="9773" y="37940"/>
                </a:cubicBezTo>
                <a:cubicBezTo>
                  <a:pt x="4428" y="33396"/>
                  <a:pt x="1413" y="28328"/>
                  <a:pt x="728" y="22750"/>
                </a:cubicBezTo>
                <a:cubicBezTo>
                  <a:pt x="0" y="17171"/>
                  <a:pt x="1762" y="11885"/>
                  <a:pt x="5971" y="6991"/>
                </a:cubicBezTo>
                <a:cubicBezTo>
                  <a:pt x="9671" y="2549"/>
                  <a:pt x="14098" y="277"/>
                  <a:pt x="19108" y="160"/>
                </a:cubicBezTo>
                <a:cubicBezTo>
                  <a:pt x="24119" y="0"/>
                  <a:pt x="29071" y="1981"/>
                  <a:pt x="33964" y="6146"/>
                </a:cubicBezTo>
                <a:close/>
                <a:moveTo>
                  <a:pt x="27760" y="10181"/>
                </a:moveTo>
                <a:cubicBezTo>
                  <a:pt x="24803" y="7734"/>
                  <a:pt x="21730" y="6539"/>
                  <a:pt x="18657" y="6656"/>
                </a:cubicBezTo>
                <a:cubicBezTo>
                  <a:pt x="15526" y="6772"/>
                  <a:pt x="12802" y="8127"/>
                  <a:pt x="10574" y="10807"/>
                </a:cubicBezTo>
                <a:cubicBezTo>
                  <a:pt x="8010" y="13822"/>
                  <a:pt x="6816" y="16953"/>
                  <a:pt x="6991" y="20186"/>
                </a:cubicBezTo>
                <a:cubicBezTo>
                  <a:pt x="7107" y="23434"/>
                  <a:pt x="8637" y="26507"/>
                  <a:pt x="11491" y="29406"/>
                </a:cubicBezTo>
                <a:lnTo>
                  <a:pt x="27760" y="10181"/>
                </a:lnTo>
                <a:close/>
                <a:moveTo>
                  <a:pt x="27760" y="101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1A7B3-4A0F-402D-9144-68995AEF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326" y="1911544"/>
            <a:ext cx="37387" cy="47451"/>
          </a:xfrm>
          <a:custGeom xmlns:a="http://schemas.openxmlformats.org/drawingml/2006/main">
            <a:pathLst>
              <a:path w="37387" h="47451">
                <a:moveTo>
                  <a:pt x="21337" y="4661"/>
                </a:moveTo>
                <a:cubicBezTo>
                  <a:pt x="20492" y="5010"/>
                  <a:pt x="19691" y="5462"/>
                  <a:pt x="18890" y="6030"/>
                </a:cubicBezTo>
                <a:cubicBezTo>
                  <a:pt x="18162" y="6598"/>
                  <a:pt x="17419" y="7282"/>
                  <a:pt x="16676" y="8141"/>
                </a:cubicBezTo>
                <a:cubicBezTo>
                  <a:pt x="14055" y="11215"/>
                  <a:pt x="13093" y="14390"/>
                  <a:pt x="13661" y="17696"/>
                </a:cubicBezTo>
                <a:cubicBezTo>
                  <a:pt x="14288" y="21002"/>
                  <a:pt x="16385" y="24235"/>
                  <a:pt x="20143" y="27366"/>
                </a:cubicBezTo>
                <a:lnTo>
                  <a:pt x="37387" y="42047"/>
                </a:lnTo>
                <a:lnTo>
                  <a:pt x="32770" y="47451"/>
                </a:lnTo>
                <a:lnTo>
                  <a:pt x="0" y="19633"/>
                </a:lnTo>
                <a:lnTo>
                  <a:pt x="4617" y="14229"/>
                </a:lnTo>
                <a:lnTo>
                  <a:pt x="9729" y="18555"/>
                </a:lnTo>
                <a:cubicBezTo>
                  <a:pt x="8710" y="15700"/>
                  <a:pt x="8476" y="12977"/>
                  <a:pt x="9044" y="10355"/>
                </a:cubicBezTo>
                <a:cubicBezTo>
                  <a:pt x="9627" y="7675"/>
                  <a:pt x="10982" y="5068"/>
                  <a:pt x="13210" y="2505"/>
                </a:cubicBezTo>
                <a:cubicBezTo>
                  <a:pt x="13545" y="2112"/>
                  <a:pt x="13894" y="1704"/>
                  <a:pt x="14346" y="1311"/>
                </a:cubicBezTo>
                <a:cubicBezTo>
                  <a:pt x="14739" y="918"/>
                  <a:pt x="15249" y="451"/>
                  <a:pt x="15817" y="0"/>
                </a:cubicBezTo>
                <a:lnTo>
                  <a:pt x="21337" y="4661"/>
                </a:lnTo>
                <a:close/>
                <a:moveTo>
                  <a:pt x="21337" y="46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50F0B-96E4-478E-A572-7C17CCC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40" y="1863700"/>
            <a:ext cx="73172" cy="70259"/>
          </a:xfrm>
          <a:custGeom xmlns:a="http://schemas.openxmlformats.org/drawingml/2006/main">
            <a:pathLst>
              <a:path w="73172" h="70259">
                <a:moveTo>
                  <a:pt x="0" y="33105"/>
                </a:moveTo>
                <a:lnTo>
                  <a:pt x="5010" y="27192"/>
                </a:lnTo>
                <a:lnTo>
                  <a:pt x="23507" y="42892"/>
                </a:lnTo>
                <a:lnTo>
                  <a:pt x="21686" y="7573"/>
                </a:lnTo>
                <a:lnTo>
                  <a:pt x="28168" y="0"/>
                </a:lnTo>
                <a:lnTo>
                  <a:pt x="30105" y="38974"/>
                </a:lnTo>
                <a:lnTo>
                  <a:pt x="73172" y="35552"/>
                </a:lnTo>
                <a:lnTo>
                  <a:pt x="66574" y="43358"/>
                </a:lnTo>
                <a:lnTo>
                  <a:pt x="27658" y="46431"/>
                </a:lnTo>
                <a:lnTo>
                  <a:pt x="48703" y="64345"/>
                </a:lnTo>
                <a:lnTo>
                  <a:pt x="43693" y="70259"/>
                </a:lnTo>
                <a:lnTo>
                  <a:pt x="0" y="33105"/>
                </a:lnTo>
                <a:close/>
                <a:moveTo>
                  <a:pt x="0" y="3310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A64AC-DD13-4583-A860-A2B68F2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097" y="1850781"/>
            <a:ext cx="50116" cy="44101"/>
          </a:xfrm>
          <a:custGeom xmlns:a="http://schemas.openxmlformats.org/drawingml/2006/main">
            <a:pathLst>
              <a:path w="50116" h="44101">
                <a:moveTo>
                  <a:pt x="12802" y="16225"/>
                </a:moveTo>
                <a:lnTo>
                  <a:pt x="17346" y="10865"/>
                </a:lnTo>
                <a:lnTo>
                  <a:pt x="50116" y="38741"/>
                </a:lnTo>
                <a:lnTo>
                  <a:pt x="45572" y="44101"/>
                </a:lnTo>
                <a:lnTo>
                  <a:pt x="12802" y="16225"/>
                </a:lnTo>
                <a:close/>
                <a:moveTo>
                  <a:pt x="0" y="5403"/>
                </a:moveTo>
                <a:lnTo>
                  <a:pt x="4602" y="0"/>
                </a:lnTo>
                <a:lnTo>
                  <a:pt x="11433" y="5811"/>
                </a:lnTo>
                <a:lnTo>
                  <a:pt x="6816" y="11215"/>
                </a:lnTo>
                <a:lnTo>
                  <a:pt x="0" y="5403"/>
                </a:lnTo>
                <a:close/>
                <a:moveTo>
                  <a:pt x="0" y="54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F207E-9D6D-45E5-AACE-5F035675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76" y="1833945"/>
            <a:ext cx="56087" cy="40285"/>
          </a:xfrm>
          <a:custGeom xmlns:a="http://schemas.openxmlformats.org/drawingml/2006/main">
            <a:pathLst>
              <a:path w="56087" h="40285">
                <a:moveTo>
                  <a:pt x="4602" y="3190"/>
                </a:moveTo>
                <a:lnTo>
                  <a:pt x="13880" y="11098"/>
                </a:lnTo>
                <a:lnTo>
                  <a:pt x="23318" y="0"/>
                </a:lnTo>
                <a:lnTo>
                  <a:pt x="27468" y="3583"/>
                </a:lnTo>
                <a:lnTo>
                  <a:pt x="18089" y="14681"/>
                </a:lnTo>
                <a:lnTo>
                  <a:pt x="35843" y="29813"/>
                </a:lnTo>
                <a:cubicBezTo>
                  <a:pt x="38508" y="32085"/>
                  <a:pt x="40562" y="33163"/>
                  <a:pt x="41931" y="33061"/>
                </a:cubicBezTo>
                <a:cubicBezTo>
                  <a:pt x="43344" y="33003"/>
                  <a:pt x="44946" y="31809"/>
                  <a:pt x="46868" y="29580"/>
                </a:cubicBezTo>
                <a:lnTo>
                  <a:pt x="51602" y="24060"/>
                </a:lnTo>
                <a:lnTo>
                  <a:pt x="56087" y="27876"/>
                </a:lnTo>
                <a:lnTo>
                  <a:pt x="51369" y="33396"/>
                </a:lnTo>
                <a:cubicBezTo>
                  <a:pt x="47844" y="37547"/>
                  <a:pt x="44654" y="39775"/>
                  <a:pt x="41756" y="40052"/>
                </a:cubicBezTo>
                <a:cubicBezTo>
                  <a:pt x="38858" y="40285"/>
                  <a:pt x="35319" y="38683"/>
                  <a:pt x="31226" y="35217"/>
                </a:cubicBezTo>
                <a:lnTo>
                  <a:pt x="13472" y="20084"/>
                </a:lnTo>
                <a:lnTo>
                  <a:pt x="10122" y="24002"/>
                </a:lnTo>
                <a:lnTo>
                  <a:pt x="5913" y="20478"/>
                </a:lnTo>
                <a:lnTo>
                  <a:pt x="9263" y="16501"/>
                </a:lnTo>
                <a:lnTo>
                  <a:pt x="0" y="8593"/>
                </a:lnTo>
                <a:lnTo>
                  <a:pt x="4602" y="3190"/>
                </a:lnTo>
                <a:close/>
                <a:moveTo>
                  <a:pt x="4602" y="3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517FA-A34F-4904-9253-0E7AF135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962" y="1841518"/>
            <a:ext cx="12700" cy="12453"/>
          </a:xfrm>
          <a:custGeom xmlns:a="http://schemas.openxmlformats.org/drawingml/2006/main">
            <a:pathLst>
              <a:path w="12700" h="12453">
                <a:moveTo>
                  <a:pt x="0" y="6132"/>
                </a:moveTo>
                <a:lnTo>
                  <a:pt x="5301" y="0"/>
                </a:lnTo>
                <a:lnTo>
                  <a:pt x="12700" y="6306"/>
                </a:lnTo>
                <a:lnTo>
                  <a:pt x="7457" y="12453"/>
                </a:lnTo>
                <a:lnTo>
                  <a:pt x="0" y="6132"/>
                </a:lnTo>
                <a:close/>
                <a:moveTo>
                  <a:pt x="0" y="613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7ADEE-5F67-432E-A731-9455C6F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485" y="1775804"/>
            <a:ext cx="72603" cy="59670"/>
          </a:xfrm>
          <a:custGeom xmlns:a="http://schemas.openxmlformats.org/drawingml/2006/main">
            <a:pathLst>
              <a:path w="72603" h="59670">
                <a:moveTo>
                  <a:pt x="40795" y="21555"/>
                </a:moveTo>
                <a:cubicBezTo>
                  <a:pt x="42324" y="20652"/>
                  <a:pt x="44261" y="20201"/>
                  <a:pt x="46708" y="20201"/>
                </a:cubicBezTo>
                <a:cubicBezTo>
                  <a:pt x="49155" y="20201"/>
                  <a:pt x="52111" y="20594"/>
                  <a:pt x="55592" y="21497"/>
                </a:cubicBezTo>
                <a:lnTo>
                  <a:pt x="72603" y="25662"/>
                </a:lnTo>
                <a:lnTo>
                  <a:pt x="67200" y="31969"/>
                </a:lnTo>
                <a:lnTo>
                  <a:pt x="51267" y="28051"/>
                </a:lnTo>
                <a:cubicBezTo>
                  <a:pt x="47116" y="27017"/>
                  <a:pt x="43984" y="26740"/>
                  <a:pt x="41873" y="27308"/>
                </a:cubicBezTo>
                <a:cubicBezTo>
                  <a:pt x="39775" y="27818"/>
                  <a:pt x="37722" y="29304"/>
                  <a:pt x="35726" y="31634"/>
                </a:cubicBezTo>
                <a:lnTo>
                  <a:pt x="30265" y="38057"/>
                </a:lnTo>
                <a:lnTo>
                  <a:pt x="48703" y="53757"/>
                </a:lnTo>
                <a:lnTo>
                  <a:pt x="43693" y="59670"/>
                </a:lnTo>
                <a:lnTo>
                  <a:pt x="0" y="22531"/>
                </a:lnTo>
                <a:lnTo>
                  <a:pt x="11331" y="9161"/>
                </a:lnTo>
                <a:cubicBezTo>
                  <a:pt x="15598" y="4209"/>
                  <a:pt x="19808" y="1369"/>
                  <a:pt x="24017" y="685"/>
                </a:cubicBezTo>
                <a:cubicBezTo>
                  <a:pt x="28168" y="0"/>
                  <a:pt x="32377" y="1413"/>
                  <a:pt x="36586" y="5010"/>
                </a:cubicBezTo>
                <a:cubicBezTo>
                  <a:pt x="39309" y="7340"/>
                  <a:pt x="41086" y="9947"/>
                  <a:pt x="41814" y="12744"/>
                </a:cubicBezTo>
                <a:cubicBezTo>
                  <a:pt x="42499" y="15584"/>
                  <a:pt x="42222" y="18482"/>
                  <a:pt x="40795" y="21555"/>
                </a:cubicBezTo>
                <a:close/>
                <a:moveTo>
                  <a:pt x="9904" y="20769"/>
                </a:moveTo>
                <a:lnTo>
                  <a:pt x="25371" y="33906"/>
                </a:lnTo>
                <a:lnTo>
                  <a:pt x="31692" y="26507"/>
                </a:lnTo>
                <a:cubicBezTo>
                  <a:pt x="34139" y="23667"/>
                  <a:pt x="35275" y="20929"/>
                  <a:pt x="35217" y="18380"/>
                </a:cubicBezTo>
                <a:cubicBezTo>
                  <a:pt x="35158" y="15817"/>
                  <a:pt x="33804" y="13428"/>
                  <a:pt x="31299" y="11258"/>
                </a:cubicBezTo>
                <a:cubicBezTo>
                  <a:pt x="28736" y="9103"/>
                  <a:pt x="26172" y="8185"/>
                  <a:pt x="23609" y="8535"/>
                </a:cubicBezTo>
                <a:cubicBezTo>
                  <a:pt x="21104" y="8870"/>
                  <a:pt x="18613" y="10472"/>
                  <a:pt x="16225" y="13312"/>
                </a:cubicBezTo>
                <a:lnTo>
                  <a:pt x="9904" y="20769"/>
                </a:lnTo>
                <a:close/>
                <a:moveTo>
                  <a:pt x="9904" y="2076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377F1-4078-4ACB-B047-683D7F3C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76" y="1729096"/>
            <a:ext cx="67637" cy="64739"/>
          </a:xfrm>
          <a:custGeom xmlns:a="http://schemas.openxmlformats.org/drawingml/2006/main">
            <a:pathLst>
              <a:path w="67637" h="64739">
                <a:moveTo>
                  <a:pt x="0" y="27585"/>
                </a:moveTo>
                <a:lnTo>
                  <a:pt x="23492" y="0"/>
                </a:lnTo>
                <a:lnTo>
                  <a:pt x="28503" y="4209"/>
                </a:lnTo>
                <a:lnTo>
                  <a:pt x="10006" y="25939"/>
                </a:lnTo>
                <a:lnTo>
                  <a:pt x="22924" y="36921"/>
                </a:lnTo>
                <a:lnTo>
                  <a:pt x="40620" y="16094"/>
                </a:lnTo>
                <a:lnTo>
                  <a:pt x="45630" y="20361"/>
                </a:lnTo>
                <a:lnTo>
                  <a:pt x="27935" y="41130"/>
                </a:lnTo>
                <a:lnTo>
                  <a:pt x="43751" y="54616"/>
                </a:lnTo>
                <a:lnTo>
                  <a:pt x="62641" y="32362"/>
                </a:lnTo>
                <a:lnTo>
                  <a:pt x="67637" y="36629"/>
                </a:lnTo>
                <a:lnTo>
                  <a:pt x="43693" y="64739"/>
                </a:lnTo>
                <a:lnTo>
                  <a:pt x="0" y="27585"/>
                </a:lnTo>
                <a:close/>
                <a:moveTo>
                  <a:pt x="0" y="2758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E032B-5C33-4385-9ECF-C870D7F0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078" y="1678863"/>
            <a:ext cx="77657" cy="77133"/>
          </a:xfrm>
          <a:custGeom xmlns:a="http://schemas.openxmlformats.org/drawingml/2006/main">
            <a:pathLst>
              <a:path w="77657" h="77133">
                <a:moveTo>
                  <a:pt x="0" y="39994"/>
                </a:moveTo>
                <a:lnTo>
                  <a:pt x="7501" y="31168"/>
                </a:lnTo>
                <a:lnTo>
                  <a:pt x="46708" y="45339"/>
                </a:lnTo>
                <a:lnTo>
                  <a:pt x="26507" y="8811"/>
                </a:lnTo>
                <a:lnTo>
                  <a:pt x="33964" y="0"/>
                </a:lnTo>
                <a:lnTo>
                  <a:pt x="77657" y="37139"/>
                </a:lnTo>
                <a:lnTo>
                  <a:pt x="72764" y="42950"/>
                </a:lnTo>
                <a:lnTo>
                  <a:pt x="34416" y="10297"/>
                </a:lnTo>
                <a:lnTo>
                  <a:pt x="54791" y="47043"/>
                </a:lnTo>
                <a:lnTo>
                  <a:pt x="49723" y="52956"/>
                </a:lnTo>
                <a:lnTo>
                  <a:pt x="10239" y="38800"/>
                </a:lnTo>
                <a:lnTo>
                  <a:pt x="48587" y="71395"/>
                </a:lnTo>
                <a:lnTo>
                  <a:pt x="43693" y="77133"/>
                </a:lnTo>
                <a:lnTo>
                  <a:pt x="0" y="39994"/>
                </a:lnTo>
                <a:close/>
                <a:moveTo>
                  <a:pt x="0" y="399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7C1C4-CCBE-46E4-888B-7CD1CF45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48" y="1627203"/>
            <a:ext cx="77657" cy="77089"/>
          </a:xfrm>
          <a:custGeom xmlns:a="http://schemas.openxmlformats.org/drawingml/2006/main">
            <a:pathLst>
              <a:path w="77657" h="77089">
                <a:moveTo>
                  <a:pt x="0" y="39936"/>
                </a:moveTo>
                <a:lnTo>
                  <a:pt x="7457" y="31110"/>
                </a:lnTo>
                <a:lnTo>
                  <a:pt x="46664" y="45281"/>
                </a:lnTo>
                <a:lnTo>
                  <a:pt x="26463" y="8811"/>
                </a:lnTo>
                <a:lnTo>
                  <a:pt x="33964" y="0"/>
                </a:lnTo>
                <a:lnTo>
                  <a:pt x="77657" y="37139"/>
                </a:lnTo>
                <a:lnTo>
                  <a:pt x="72764" y="42892"/>
                </a:lnTo>
                <a:lnTo>
                  <a:pt x="34430" y="10297"/>
                </a:lnTo>
                <a:lnTo>
                  <a:pt x="54791" y="47043"/>
                </a:lnTo>
                <a:lnTo>
                  <a:pt x="49723" y="52956"/>
                </a:lnTo>
                <a:lnTo>
                  <a:pt x="10195" y="38741"/>
                </a:lnTo>
                <a:lnTo>
                  <a:pt x="48529" y="71336"/>
                </a:lnTo>
                <a:lnTo>
                  <a:pt x="43693" y="77089"/>
                </a:lnTo>
                <a:lnTo>
                  <a:pt x="0" y="39936"/>
                </a:lnTo>
                <a:close/>
                <a:moveTo>
                  <a:pt x="0" y="399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71D40-DE2C-4BDA-997B-64FBAAB9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974" y="1609566"/>
            <a:ext cx="66792" cy="43067"/>
          </a:xfrm>
          <a:custGeom xmlns:a="http://schemas.openxmlformats.org/drawingml/2006/main">
            <a:pathLst>
              <a:path w="66792" h="43067">
                <a:moveTo>
                  <a:pt x="0" y="5913"/>
                </a:moveTo>
                <a:lnTo>
                  <a:pt x="5068" y="0"/>
                </a:lnTo>
                <a:lnTo>
                  <a:pt x="43751" y="32886"/>
                </a:lnTo>
                <a:lnTo>
                  <a:pt x="61840" y="11666"/>
                </a:lnTo>
                <a:lnTo>
                  <a:pt x="66792" y="15875"/>
                </a:lnTo>
                <a:lnTo>
                  <a:pt x="43693" y="43067"/>
                </a:lnTo>
                <a:lnTo>
                  <a:pt x="0" y="5913"/>
                </a:lnTo>
                <a:close/>
                <a:moveTo>
                  <a:pt x="0" y="59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66E04-70C5-41AB-8A31-0B6FFD14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243" y="1559435"/>
            <a:ext cx="61899" cy="58607"/>
          </a:xfrm>
          <a:custGeom xmlns:a="http://schemas.openxmlformats.org/drawingml/2006/main">
            <a:pathLst>
              <a:path w="61899" h="58607">
                <a:moveTo>
                  <a:pt x="0" y="36935"/>
                </a:moveTo>
                <a:lnTo>
                  <a:pt x="31401" y="0"/>
                </a:lnTo>
                <a:lnTo>
                  <a:pt x="36411" y="4209"/>
                </a:lnTo>
                <a:lnTo>
                  <a:pt x="23216" y="19749"/>
                </a:lnTo>
                <a:lnTo>
                  <a:pt x="61899" y="52636"/>
                </a:lnTo>
                <a:lnTo>
                  <a:pt x="56845" y="58607"/>
                </a:lnTo>
                <a:lnTo>
                  <a:pt x="18147" y="25662"/>
                </a:lnTo>
                <a:lnTo>
                  <a:pt x="4952" y="41203"/>
                </a:lnTo>
                <a:lnTo>
                  <a:pt x="0" y="36935"/>
                </a:lnTo>
                <a:close/>
                <a:moveTo>
                  <a:pt x="0" y="369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4A9C6-6684-4608-A0EF-CAA1C9C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852" y="1548862"/>
            <a:ext cx="50116" cy="44086"/>
          </a:xfrm>
          <a:custGeom xmlns:a="http://schemas.openxmlformats.org/drawingml/2006/main">
            <a:pathLst>
              <a:path w="50116" h="44086">
                <a:moveTo>
                  <a:pt x="12788" y="16268"/>
                </a:moveTo>
                <a:lnTo>
                  <a:pt x="17346" y="10865"/>
                </a:lnTo>
                <a:lnTo>
                  <a:pt x="50116" y="38741"/>
                </a:lnTo>
                <a:lnTo>
                  <a:pt x="45557" y="44086"/>
                </a:lnTo>
                <a:lnTo>
                  <a:pt x="12788" y="16268"/>
                </a:lnTo>
                <a:close/>
                <a:moveTo>
                  <a:pt x="0" y="5403"/>
                </a:moveTo>
                <a:lnTo>
                  <a:pt x="4602" y="0"/>
                </a:lnTo>
                <a:lnTo>
                  <a:pt x="11433" y="5797"/>
                </a:lnTo>
                <a:lnTo>
                  <a:pt x="6816" y="11200"/>
                </a:lnTo>
                <a:lnTo>
                  <a:pt x="0" y="5403"/>
                </a:lnTo>
                <a:close/>
                <a:moveTo>
                  <a:pt x="0" y="540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A02B1-8196-42BC-B74B-91E8E960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432" y="1532069"/>
            <a:ext cx="56087" cy="40285"/>
          </a:xfrm>
          <a:custGeom xmlns:a="http://schemas.openxmlformats.org/drawingml/2006/main">
            <a:pathLst>
              <a:path w="56087" h="40285">
                <a:moveTo>
                  <a:pt x="4602" y="3131"/>
                </a:moveTo>
                <a:lnTo>
                  <a:pt x="13880" y="11040"/>
                </a:lnTo>
                <a:lnTo>
                  <a:pt x="23318" y="0"/>
                </a:lnTo>
                <a:lnTo>
                  <a:pt x="27468" y="3539"/>
                </a:lnTo>
                <a:lnTo>
                  <a:pt x="18089" y="14623"/>
                </a:lnTo>
                <a:lnTo>
                  <a:pt x="35828" y="29755"/>
                </a:lnTo>
                <a:cubicBezTo>
                  <a:pt x="38508" y="32042"/>
                  <a:pt x="40562" y="33119"/>
                  <a:pt x="41916" y="33061"/>
                </a:cubicBezTo>
                <a:cubicBezTo>
                  <a:pt x="43344" y="32945"/>
                  <a:pt x="44931" y="31809"/>
                  <a:pt x="46868" y="29537"/>
                </a:cubicBezTo>
                <a:lnTo>
                  <a:pt x="51602" y="24017"/>
                </a:lnTo>
                <a:lnTo>
                  <a:pt x="56087" y="27833"/>
                </a:lnTo>
                <a:lnTo>
                  <a:pt x="51369" y="33352"/>
                </a:lnTo>
                <a:cubicBezTo>
                  <a:pt x="47844" y="37562"/>
                  <a:pt x="44654" y="39717"/>
                  <a:pt x="41756" y="40008"/>
                </a:cubicBezTo>
                <a:cubicBezTo>
                  <a:pt x="38843" y="40285"/>
                  <a:pt x="35319" y="38639"/>
                  <a:pt x="31226" y="35173"/>
                </a:cubicBezTo>
                <a:lnTo>
                  <a:pt x="13472" y="20026"/>
                </a:lnTo>
                <a:lnTo>
                  <a:pt x="10122" y="24017"/>
                </a:lnTo>
                <a:lnTo>
                  <a:pt x="5913" y="20434"/>
                </a:lnTo>
                <a:lnTo>
                  <a:pt x="9263" y="16501"/>
                </a:lnTo>
                <a:lnTo>
                  <a:pt x="0" y="8535"/>
                </a:lnTo>
                <a:lnTo>
                  <a:pt x="4602" y="3131"/>
                </a:lnTo>
                <a:close/>
                <a:moveTo>
                  <a:pt x="4602" y="313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9769D-27E1-4F32-B065-D8A1E421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977" y="1508751"/>
            <a:ext cx="50131" cy="44086"/>
          </a:xfrm>
          <a:custGeom xmlns:a="http://schemas.openxmlformats.org/drawingml/2006/main">
            <a:pathLst>
              <a:path w="50131" h="44086">
                <a:moveTo>
                  <a:pt x="0" y="5345"/>
                </a:moveTo>
                <a:lnTo>
                  <a:pt x="4617" y="0"/>
                </a:lnTo>
                <a:lnTo>
                  <a:pt x="50131" y="38683"/>
                </a:lnTo>
                <a:lnTo>
                  <a:pt x="45572" y="44086"/>
                </a:lnTo>
                <a:lnTo>
                  <a:pt x="0" y="5345"/>
                </a:lnTo>
                <a:close/>
                <a:moveTo>
                  <a:pt x="0" y="53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F3354-6702-4D8A-9C75-A2314187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902" y="1486963"/>
            <a:ext cx="48864" cy="44319"/>
          </a:xfrm>
          <a:custGeom xmlns:a="http://schemas.openxmlformats.org/drawingml/2006/main">
            <a:pathLst>
              <a:path w="48864" h="44319">
                <a:moveTo>
                  <a:pt x="33906" y="6146"/>
                </a:moveTo>
                <a:lnTo>
                  <a:pt x="36513" y="8360"/>
                </a:lnTo>
                <a:lnTo>
                  <a:pt x="15467" y="33105"/>
                </a:lnTo>
                <a:cubicBezTo>
                  <a:pt x="19400" y="36003"/>
                  <a:pt x="23143" y="37314"/>
                  <a:pt x="26784" y="36979"/>
                </a:cubicBezTo>
                <a:cubicBezTo>
                  <a:pt x="30425" y="36629"/>
                  <a:pt x="33789" y="34649"/>
                  <a:pt x="36804" y="31124"/>
                </a:cubicBezTo>
                <a:cubicBezTo>
                  <a:pt x="38567" y="29012"/>
                  <a:pt x="39994" y="26798"/>
                  <a:pt x="41130" y="24454"/>
                </a:cubicBezTo>
                <a:cubicBezTo>
                  <a:pt x="42324" y="22065"/>
                  <a:pt x="43183" y="19516"/>
                  <a:pt x="43795" y="16720"/>
                </a:cubicBezTo>
                <a:lnTo>
                  <a:pt x="48864" y="21046"/>
                </a:lnTo>
                <a:cubicBezTo>
                  <a:pt x="48062" y="23667"/>
                  <a:pt x="46985" y="26172"/>
                  <a:pt x="45674" y="28561"/>
                </a:cubicBezTo>
                <a:cubicBezTo>
                  <a:pt x="44421" y="30949"/>
                  <a:pt x="42892" y="33221"/>
                  <a:pt x="41130" y="35275"/>
                </a:cubicBezTo>
                <a:cubicBezTo>
                  <a:pt x="36629" y="40504"/>
                  <a:pt x="31634" y="43344"/>
                  <a:pt x="25997" y="43868"/>
                </a:cubicBezTo>
                <a:cubicBezTo>
                  <a:pt x="20361" y="44319"/>
                  <a:pt x="14899" y="42324"/>
                  <a:pt x="9729" y="37882"/>
                </a:cubicBezTo>
                <a:cubicBezTo>
                  <a:pt x="4369" y="33338"/>
                  <a:pt x="1354" y="28269"/>
                  <a:pt x="685" y="22691"/>
                </a:cubicBezTo>
                <a:cubicBezTo>
                  <a:pt x="0" y="17128"/>
                  <a:pt x="1704" y="11885"/>
                  <a:pt x="5913" y="6991"/>
                </a:cubicBezTo>
                <a:cubicBezTo>
                  <a:pt x="9671" y="2563"/>
                  <a:pt x="14055" y="277"/>
                  <a:pt x="19050" y="175"/>
                </a:cubicBezTo>
                <a:cubicBezTo>
                  <a:pt x="24060" y="0"/>
                  <a:pt x="29012" y="1995"/>
                  <a:pt x="33906" y="6146"/>
                </a:cubicBezTo>
                <a:close/>
                <a:moveTo>
                  <a:pt x="27701" y="10181"/>
                </a:moveTo>
                <a:cubicBezTo>
                  <a:pt x="24745" y="7675"/>
                  <a:pt x="21730" y="6539"/>
                  <a:pt x="18599" y="6656"/>
                </a:cubicBezTo>
                <a:cubicBezTo>
                  <a:pt x="15467" y="6772"/>
                  <a:pt x="12744" y="8127"/>
                  <a:pt x="10515" y="10807"/>
                </a:cubicBezTo>
                <a:cubicBezTo>
                  <a:pt x="7967" y="13822"/>
                  <a:pt x="6772" y="16895"/>
                  <a:pt x="6933" y="20201"/>
                </a:cubicBezTo>
                <a:cubicBezTo>
                  <a:pt x="7107" y="23434"/>
                  <a:pt x="8578" y="26507"/>
                  <a:pt x="11433" y="29406"/>
                </a:cubicBezTo>
                <a:lnTo>
                  <a:pt x="27701" y="10181"/>
                </a:lnTo>
                <a:close/>
                <a:moveTo>
                  <a:pt x="27701" y="101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37E22-47AE-40FB-93DC-554820C2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544" y="1456072"/>
            <a:ext cx="66792" cy="43009"/>
          </a:xfrm>
          <a:custGeom xmlns:a="http://schemas.openxmlformats.org/drawingml/2006/main">
            <a:pathLst>
              <a:path w="66792" h="43009">
                <a:moveTo>
                  <a:pt x="0" y="5855"/>
                </a:moveTo>
                <a:lnTo>
                  <a:pt x="5010" y="0"/>
                </a:lnTo>
                <a:lnTo>
                  <a:pt x="43751" y="32886"/>
                </a:lnTo>
                <a:lnTo>
                  <a:pt x="61840" y="11608"/>
                </a:lnTo>
                <a:lnTo>
                  <a:pt x="66792" y="15875"/>
                </a:lnTo>
                <a:lnTo>
                  <a:pt x="43693" y="43009"/>
                </a:lnTo>
                <a:lnTo>
                  <a:pt x="0" y="5855"/>
                </a:lnTo>
                <a:close/>
                <a:moveTo>
                  <a:pt x="0" y="585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95B74-563F-41BC-B923-5672C8C1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876" y="1421875"/>
            <a:ext cx="50131" cy="44086"/>
          </a:xfrm>
          <a:custGeom xmlns:a="http://schemas.openxmlformats.org/drawingml/2006/main">
            <a:pathLst>
              <a:path w="50131" h="44086">
                <a:moveTo>
                  <a:pt x="12744" y="16210"/>
                </a:moveTo>
                <a:lnTo>
                  <a:pt x="17361" y="10807"/>
                </a:lnTo>
                <a:lnTo>
                  <a:pt x="50131" y="38683"/>
                </a:lnTo>
                <a:lnTo>
                  <a:pt x="45514" y="44086"/>
                </a:lnTo>
                <a:lnTo>
                  <a:pt x="12744" y="16210"/>
                </a:lnTo>
                <a:close/>
                <a:moveTo>
                  <a:pt x="0" y="5345"/>
                </a:moveTo>
                <a:lnTo>
                  <a:pt x="4617" y="0"/>
                </a:lnTo>
                <a:lnTo>
                  <a:pt x="11448" y="5797"/>
                </a:lnTo>
                <a:lnTo>
                  <a:pt x="6831" y="11156"/>
                </a:lnTo>
                <a:lnTo>
                  <a:pt x="0" y="5345"/>
                </a:lnTo>
                <a:close/>
                <a:moveTo>
                  <a:pt x="0" y="53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DDF4F-F112-4A94-8147-A71C321B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297" y="1401397"/>
            <a:ext cx="44946" cy="49271"/>
          </a:xfrm>
          <a:custGeom xmlns:a="http://schemas.openxmlformats.org/drawingml/2006/main">
            <a:pathLst>
              <a:path w="44946" h="49271">
                <a:moveTo>
                  <a:pt x="16210" y="0"/>
                </a:moveTo>
                <a:lnTo>
                  <a:pt x="21337" y="4326"/>
                </a:lnTo>
                <a:cubicBezTo>
                  <a:pt x="19283" y="5170"/>
                  <a:pt x="17346" y="6263"/>
                  <a:pt x="15526" y="7559"/>
                </a:cubicBezTo>
                <a:cubicBezTo>
                  <a:pt x="13763" y="8870"/>
                  <a:pt x="12118" y="10414"/>
                  <a:pt x="10632" y="12176"/>
                </a:cubicBezTo>
                <a:cubicBezTo>
                  <a:pt x="8360" y="14841"/>
                  <a:pt x="7049" y="17186"/>
                  <a:pt x="6772" y="19225"/>
                </a:cubicBezTo>
                <a:cubicBezTo>
                  <a:pt x="6423" y="21220"/>
                  <a:pt x="7107" y="22924"/>
                  <a:pt x="8710" y="24352"/>
                </a:cubicBezTo>
                <a:cubicBezTo>
                  <a:pt x="9962" y="25429"/>
                  <a:pt x="11375" y="25764"/>
                  <a:pt x="12860" y="25429"/>
                </a:cubicBezTo>
                <a:cubicBezTo>
                  <a:pt x="14390" y="25080"/>
                  <a:pt x="16720" y="23725"/>
                  <a:pt x="19793" y="21395"/>
                </a:cubicBezTo>
                <a:lnTo>
                  <a:pt x="21788" y="19851"/>
                </a:lnTo>
                <a:cubicBezTo>
                  <a:pt x="25881" y="16778"/>
                  <a:pt x="29362" y="15016"/>
                  <a:pt x="32202" y="14681"/>
                </a:cubicBezTo>
                <a:cubicBezTo>
                  <a:pt x="35042" y="14331"/>
                  <a:pt x="37838" y="15307"/>
                  <a:pt x="40504" y="17579"/>
                </a:cubicBezTo>
                <a:cubicBezTo>
                  <a:pt x="43518" y="20201"/>
                  <a:pt x="44946" y="23434"/>
                  <a:pt x="44654" y="27366"/>
                </a:cubicBezTo>
                <a:cubicBezTo>
                  <a:pt x="44378" y="31284"/>
                  <a:pt x="42441" y="35333"/>
                  <a:pt x="38858" y="39542"/>
                </a:cubicBezTo>
                <a:cubicBezTo>
                  <a:pt x="37372" y="41305"/>
                  <a:pt x="35668" y="42950"/>
                  <a:pt x="33687" y="44596"/>
                </a:cubicBezTo>
                <a:cubicBezTo>
                  <a:pt x="31750" y="46198"/>
                  <a:pt x="29522" y="47786"/>
                  <a:pt x="27017" y="49271"/>
                </a:cubicBezTo>
                <a:lnTo>
                  <a:pt x="21512" y="44538"/>
                </a:lnTo>
                <a:cubicBezTo>
                  <a:pt x="24177" y="43460"/>
                  <a:pt x="26624" y="42149"/>
                  <a:pt x="28794" y="40678"/>
                </a:cubicBezTo>
                <a:cubicBezTo>
                  <a:pt x="30949" y="39193"/>
                  <a:pt x="32828" y="37489"/>
                  <a:pt x="34474" y="35552"/>
                </a:cubicBezTo>
                <a:cubicBezTo>
                  <a:pt x="36644" y="33047"/>
                  <a:pt x="37838" y="30716"/>
                  <a:pt x="38115" y="28619"/>
                </a:cubicBezTo>
                <a:cubicBezTo>
                  <a:pt x="38406" y="26507"/>
                  <a:pt x="37780" y="24803"/>
                  <a:pt x="36178" y="23434"/>
                </a:cubicBezTo>
                <a:cubicBezTo>
                  <a:pt x="34765" y="22240"/>
                  <a:pt x="33163" y="21730"/>
                  <a:pt x="31576" y="22065"/>
                </a:cubicBezTo>
                <a:cubicBezTo>
                  <a:pt x="29988" y="22415"/>
                  <a:pt x="27366" y="23886"/>
                  <a:pt x="23842" y="26624"/>
                </a:cubicBezTo>
                <a:lnTo>
                  <a:pt x="21788" y="28153"/>
                </a:lnTo>
                <a:cubicBezTo>
                  <a:pt x="18264" y="30891"/>
                  <a:pt x="15132" y="32362"/>
                  <a:pt x="12409" y="32595"/>
                </a:cubicBezTo>
                <a:cubicBezTo>
                  <a:pt x="9671" y="32886"/>
                  <a:pt x="7049" y="31911"/>
                  <a:pt x="4559" y="29755"/>
                </a:cubicBezTo>
                <a:cubicBezTo>
                  <a:pt x="1486" y="27133"/>
                  <a:pt x="0" y="24002"/>
                  <a:pt x="175" y="20419"/>
                </a:cubicBezTo>
                <a:cubicBezTo>
                  <a:pt x="335" y="16778"/>
                  <a:pt x="2156" y="12962"/>
                  <a:pt x="5578" y="8986"/>
                </a:cubicBezTo>
                <a:cubicBezTo>
                  <a:pt x="7282" y="6991"/>
                  <a:pt x="8986" y="5229"/>
                  <a:pt x="10807" y="3758"/>
                </a:cubicBezTo>
                <a:cubicBezTo>
                  <a:pt x="12569" y="2214"/>
                  <a:pt x="14390" y="961"/>
                  <a:pt x="16210" y="0"/>
                </a:cubicBezTo>
                <a:close/>
                <a:moveTo>
                  <a:pt x="1621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CA961-A947-43AD-94F9-90C270C1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977" y="1373798"/>
            <a:ext cx="56087" cy="40285"/>
          </a:xfrm>
          <a:custGeom xmlns:a="http://schemas.openxmlformats.org/drawingml/2006/main">
            <a:pathLst>
              <a:path w="56087" h="40285">
                <a:moveTo>
                  <a:pt x="4602" y="3190"/>
                </a:moveTo>
                <a:lnTo>
                  <a:pt x="13880" y="11098"/>
                </a:lnTo>
                <a:lnTo>
                  <a:pt x="23318" y="0"/>
                </a:lnTo>
                <a:lnTo>
                  <a:pt x="27527" y="3583"/>
                </a:lnTo>
                <a:lnTo>
                  <a:pt x="18089" y="14681"/>
                </a:lnTo>
                <a:lnTo>
                  <a:pt x="35901" y="29813"/>
                </a:lnTo>
                <a:cubicBezTo>
                  <a:pt x="38567" y="32027"/>
                  <a:pt x="40562" y="33178"/>
                  <a:pt x="41931" y="33061"/>
                </a:cubicBezTo>
                <a:cubicBezTo>
                  <a:pt x="43344" y="33003"/>
                  <a:pt x="45004" y="31809"/>
                  <a:pt x="46883" y="29595"/>
                </a:cubicBezTo>
                <a:lnTo>
                  <a:pt x="51602" y="24075"/>
                </a:lnTo>
                <a:lnTo>
                  <a:pt x="56087" y="27876"/>
                </a:lnTo>
                <a:lnTo>
                  <a:pt x="51369" y="33396"/>
                </a:lnTo>
                <a:cubicBezTo>
                  <a:pt x="47844" y="37547"/>
                  <a:pt x="44654" y="39775"/>
                  <a:pt x="41756" y="40052"/>
                </a:cubicBezTo>
                <a:cubicBezTo>
                  <a:pt x="38858" y="40285"/>
                  <a:pt x="35377" y="38698"/>
                  <a:pt x="31284" y="35217"/>
                </a:cubicBezTo>
                <a:lnTo>
                  <a:pt x="13487" y="20084"/>
                </a:lnTo>
                <a:lnTo>
                  <a:pt x="10122" y="24017"/>
                </a:lnTo>
                <a:lnTo>
                  <a:pt x="5971" y="20492"/>
                </a:lnTo>
                <a:lnTo>
                  <a:pt x="9321" y="16501"/>
                </a:lnTo>
                <a:lnTo>
                  <a:pt x="0" y="8593"/>
                </a:lnTo>
                <a:lnTo>
                  <a:pt x="4602" y="3190"/>
                </a:lnTo>
                <a:close/>
                <a:moveTo>
                  <a:pt x="4602" y="3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A8110-D9EA-4769-809B-DFE04D00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464" y="1326347"/>
            <a:ext cx="61899" cy="58549"/>
          </a:xfrm>
          <a:custGeom xmlns:a="http://schemas.openxmlformats.org/drawingml/2006/main">
            <a:pathLst>
              <a:path w="61899" h="58549">
                <a:moveTo>
                  <a:pt x="0" y="36935"/>
                </a:moveTo>
                <a:lnTo>
                  <a:pt x="31401" y="0"/>
                </a:lnTo>
                <a:lnTo>
                  <a:pt x="36411" y="4224"/>
                </a:lnTo>
                <a:lnTo>
                  <a:pt x="23201" y="19749"/>
                </a:lnTo>
                <a:lnTo>
                  <a:pt x="61899" y="52636"/>
                </a:lnTo>
                <a:lnTo>
                  <a:pt x="56889" y="58549"/>
                </a:lnTo>
                <a:lnTo>
                  <a:pt x="18147" y="25662"/>
                </a:lnTo>
                <a:lnTo>
                  <a:pt x="4996" y="41203"/>
                </a:lnTo>
                <a:lnTo>
                  <a:pt x="0" y="36935"/>
                </a:lnTo>
                <a:close/>
                <a:moveTo>
                  <a:pt x="0" y="3693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1934C-15D1-4D57-85F2-6ACFE89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51" y="1320099"/>
            <a:ext cx="52738" cy="45572"/>
          </a:xfrm>
          <a:custGeom xmlns:a="http://schemas.openxmlformats.org/drawingml/2006/main">
            <a:pathLst>
              <a:path w="52738" h="45572">
                <a:moveTo>
                  <a:pt x="27133" y="18890"/>
                </a:moveTo>
                <a:cubicBezTo>
                  <a:pt x="23434" y="23259"/>
                  <a:pt x="21395" y="26682"/>
                  <a:pt x="20944" y="29187"/>
                </a:cubicBezTo>
                <a:cubicBezTo>
                  <a:pt x="20536" y="31736"/>
                  <a:pt x="21512" y="34022"/>
                  <a:pt x="23900" y="36061"/>
                </a:cubicBezTo>
                <a:cubicBezTo>
                  <a:pt x="25823" y="37664"/>
                  <a:pt x="27876" y="38348"/>
                  <a:pt x="30046" y="38057"/>
                </a:cubicBezTo>
                <a:cubicBezTo>
                  <a:pt x="32260" y="37722"/>
                  <a:pt x="34255" y="36469"/>
                  <a:pt x="36120" y="34299"/>
                </a:cubicBezTo>
                <a:cubicBezTo>
                  <a:pt x="38625" y="31343"/>
                  <a:pt x="39601" y="28051"/>
                  <a:pt x="39033" y="24454"/>
                </a:cubicBezTo>
                <a:cubicBezTo>
                  <a:pt x="38465" y="20813"/>
                  <a:pt x="36411" y="17521"/>
                  <a:pt x="32886" y="14564"/>
                </a:cubicBezTo>
                <a:lnTo>
                  <a:pt x="31692" y="13530"/>
                </a:lnTo>
                <a:lnTo>
                  <a:pt x="27133" y="18890"/>
                </a:lnTo>
                <a:close/>
                <a:moveTo>
                  <a:pt x="34081" y="6248"/>
                </a:moveTo>
                <a:lnTo>
                  <a:pt x="52738" y="22182"/>
                </a:lnTo>
                <a:lnTo>
                  <a:pt x="48194" y="27527"/>
                </a:lnTo>
                <a:lnTo>
                  <a:pt x="43183" y="23318"/>
                </a:lnTo>
                <a:cubicBezTo>
                  <a:pt x="44145" y="26230"/>
                  <a:pt x="44319" y="29012"/>
                  <a:pt x="43693" y="31634"/>
                </a:cubicBezTo>
                <a:cubicBezTo>
                  <a:pt x="43067" y="34299"/>
                  <a:pt x="41640" y="36921"/>
                  <a:pt x="39368" y="39601"/>
                </a:cubicBezTo>
                <a:cubicBezTo>
                  <a:pt x="36527" y="42950"/>
                  <a:pt x="33338" y="44829"/>
                  <a:pt x="29755" y="45164"/>
                </a:cubicBezTo>
                <a:cubicBezTo>
                  <a:pt x="26172" y="45572"/>
                  <a:pt x="22808" y="44436"/>
                  <a:pt x="19691" y="41756"/>
                </a:cubicBezTo>
                <a:cubicBezTo>
                  <a:pt x="15992" y="38625"/>
                  <a:pt x="14273" y="34984"/>
                  <a:pt x="14506" y="30949"/>
                </a:cubicBezTo>
                <a:cubicBezTo>
                  <a:pt x="14739" y="26900"/>
                  <a:pt x="16895" y="22415"/>
                  <a:pt x="21046" y="17521"/>
                </a:cubicBezTo>
                <a:lnTo>
                  <a:pt x="27483" y="9947"/>
                </a:lnTo>
                <a:lnTo>
                  <a:pt x="26973" y="9496"/>
                </a:lnTo>
                <a:cubicBezTo>
                  <a:pt x="24468" y="7399"/>
                  <a:pt x="21905" y="6598"/>
                  <a:pt x="19123" y="7049"/>
                </a:cubicBezTo>
                <a:cubicBezTo>
                  <a:pt x="16385" y="7559"/>
                  <a:pt x="13763" y="9263"/>
                  <a:pt x="11258" y="12176"/>
                </a:cubicBezTo>
                <a:cubicBezTo>
                  <a:pt x="9671" y="14055"/>
                  <a:pt x="8360" y="16094"/>
                  <a:pt x="7282" y="18264"/>
                </a:cubicBezTo>
                <a:cubicBezTo>
                  <a:pt x="6263" y="20419"/>
                  <a:pt x="5462" y="22691"/>
                  <a:pt x="4952" y="25080"/>
                </a:cubicBezTo>
                <a:lnTo>
                  <a:pt x="0" y="20813"/>
                </a:lnTo>
                <a:cubicBezTo>
                  <a:pt x="918" y="18205"/>
                  <a:pt x="1937" y="15817"/>
                  <a:pt x="3131" y="13647"/>
                </a:cubicBezTo>
                <a:cubicBezTo>
                  <a:pt x="4326" y="11491"/>
                  <a:pt x="5695" y="9496"/>
                  <a:pt x="7166" y="7792"/>
                </a:cubicBezTo>
                <a:cubicBezTo>
                  <a:pt x="11215" y="3015"/>
                  <a:pt x="15482" y="510"/>
                  <a:pt x="19910" y="277"/>
                </a:cubicBezTo>
                <a:cubicBezTo>
                  <a:pt x="24352" y="0"/>
                  <a:pt x="29071" y="2039"/>
                  <a:pt x="34081" y="6248"/>
                </a:cubicBezTo>
                <a:close/>
                <a:moveTo>
                  <a:pt x="34081" y="624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8A808-35B4-4315-BA15-4EBA849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247" y="1276347"/>
            <a:ext cx="57515" cy="62350"/>
          </a:xfrm>
          <a:custGeom xmlns:a="http://schemas.openxmlformats.org/drawingml/2006/main">
            <a:pathLst>
              <a:path w="57515" h="62350">
                <a:moveTo>
                  <a:pt x="30381" y="19007"/>
                </a:moveTo>
                <a:cubicBezTo>
                  <a:pt x="26449" y="15700"/>
                  <a:pt x="22764" y="13938"/>
                  <a:pt x="19225" y="13705"/>
                </a:cubicBezTo>
                <a:cubicBezTo>
                  <a:pt x="15700" y="13487"/>
                  <a:pt x="12744" y="14841"/>
                  <a:pt x="10239" y="17754"/>
                </a:cubicBezTo>
                <a:cubicBezTo>
                  <a:pt x="7792" y="20652"/>
                  <a:pt x="6991" y="23784"/>
                  <a:pt x="7734" y="27250"/>
                </a:cubicBezTo>
                <a:cubicBezTo>
                  <a:pt x="8535" y="30658"/>
                  <a:pt x="10865" y="34022"/>
                  <a:pt x="14739" y="37372"/>
                </a:cubicBezTo>
                <a:cubicBezTo>
                  <a:pt x="18657" y="40678"/>
                  <a:pt x="22356" y="42441"/>
                  <a:pt x="25823" y="42615"/>
                </a:cubicBezTo>
                <a:cubicBezTo>
                  <a:pt x="29362" y="42834"/>
                  <a:pt x="32377" y="41523"/>
                  <a:pt x="34823" y="38625"/>
                </a:cubicBezTo>
                <a:cubicBezTo>
                  <a:pt x="37270" y="35726"/>
                  <a:pt x="38115" y="32537"/>
                  <a:pt x="37329" y="29129"/>
                </a:cubicBezTo>
                <a:cubicBezTo>
                  <a:pt x="36586" y="25662"/>
                  <a:pt x="34255" y="22298"/>
                  <a:pt x="30381" y="19007"/>
                </a:cubicBezTo>
                <a:close/>
                <a:moveTo>
                  <a:pt x="47626" y="24468"/>
                </a:moveTo>
                <a:cubicBezTo>
                  <a:pt x="53189" y="29187"/>
                  <a:pt x="56321" y="33964"/>
                  <a:pt x="56889" y="38741"/>
                </a:cubicBezTo>
                <a:cubicBezTo>
                  <a:pt x="57515" y="43518"/>
                  <a:pt x="55694" y="48470"/>
                  <a:pt x="51310" y="53597"/>
                </a:cubicBezTo>
                <a:cubicBezTo>
                  <a:pt x="49723" y="55461"/>
                  <a:pt x="48077" y="57122"/>
                  <a:pt x="46373" y="58593"/>
                </a:cubicBezTo>
                <a:cubicBezTo>
                  <a:pt x="44654" y="60020"/>
                  <a:pt x="42834" y="61272"/>
                  <a:pt x="40911" y="62350"/>
                </a:cubicBezTo>
                <a:lnTo>
                  <a:pt x="35668" y="57908"/>
                </a:lnTo>
                <a:cubicBezTo>
                  <a:pt x="37838" y="57063"/>
                  <a:pt x="39819" y="56044"/>
                  <a:pt x="41538" y="54849"/>
                </a:cubicBezTo>
                <a:cubicBezTo>
                  <a:pt x="43242" y="53641"/>
                  <a:pt x="44771" y="52228"/>
                  <a:pt x="46140" y="50626"/>
                </a:cubicBezTo>
                <a:cubicBezTo>
                  <a:pt x="49155" y="47101"/>
                  <a:pt x="50466" y="43693"/>
                  <a:pt x="50116" y="40387"/>
                </a:cubicBezTo>
                <a:cubicBezTo>
                  <a:pt x="49781" y="37037"/>
                  <a:pt x="47728" y="33789"/>
                  <a:pt x="44028" y="30658"/>
                </a:cubicBezTo>
                <a:lnTo>
                  <a:pt x="41363" y="28386"/>
                </a:lnTo>
                <a:cubicBezTo>
                  <a:pt x="42324" y="31124"/>
                  <a:pt x="42557" y="33789"/>
                  <a:pt x="42047" y="36294"/>
                </a:cubicBezTo>
                <a:cubicBezTo>
                  <a:pt x="41538" y="38858"/>
                  <a:pt x="40227" y="41363"/>
                  <a:pt x="38173" y="43751"/>
                </a:cubicBezTo>
                <a:cubicBezTo>
                  <a:pt x="34765" y="47786"/>
                  <a:pt x="30498" y="49723"/>
                  <a:pt x="25313" y="49606"/>
                </a:cubicBezTo>
                <a:cubicBezTo>
                  <a:pt x="20201" y="49432"/>
                  <a:pt x="15074" y="47218"/>
                  <a:pt x="10006" y="42892"/>
                </a:cubicBezTo>
                <a:cubicBezTo>
                  <a:pt x="4952" y="38625"/>
                  <a:pt x="1937" y="33906"/>
                  <a:pt x="961" y="28837"/>
                </a:cubicBezTo>
                <a:cubicBezTo>
                  <a:pt x="0" y="23784"/>
                  <a:pt x="1194" y="19225"/>
                  <a:pt x="4602" y="15249"/>
                </a:cubicBezTo>
                <a:cubicBezTo>
                  <a:pt x="6714" y="12802"/>
                  <a:pt x="8928" y="11156"/>
                  <a:pt x="11375" y="10239"/>
                </a:cubicBezTo>
                <a:cubicBezTo>
                  <a:pt x="13822" y="9321"/>
                  <a:pt x="16443" y="9103"/>
                  <a:pt x="19342" y="9612"/>
                </a:cubicBezTo>
                <a:lnTo>
                  <a:pt x="14331" y="5403"/>
                </a:lnTo>
                <a:lnTo>
                  <a:pt x="18948" y="0"/>
                </a:lnTo>
                <a:lnTo>
                  <a:pt x="47626" y="24468"/>
                </a:lnTo>
                <a:close/>
                <a:moveTo>
                  <a:pt x="47626" y="2446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BAC888-7E0C-4F25-90CC-08CEACD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885" y="1215818"/>
            <a:ext cx="77657" cy="77089"/>
          </a:xfrm>
          <a:custGeom xmlns:a="http://schemas.openxmlformats.org/drawingml/2006/main">
            <a:pathLst>
              <a:path w="77657" h="77089">
                <a:moveTo>
                  <a:pt x="0" y="39936"/>
                </a:moveTo>
                <a:lnTo>
                  <a:pt x="7515" y="31110"/>
                </a:lnTo>
                <a:lnTo>
                  <a:pt x="46708" y="45281"/>
                </a:lnTo>
                <a:lnTo>
                  <a:pt x="26507" y="8811"/>
                </a:lnTo>
                <a:lnTo>
                  <a:pt x="34022" y="0"/>
                </a:lnTo>
                <a:lnTo>
                  <a:pt x="77657" y="37139"/>
                </a:lnTo>
                <a:lnTo>
                  <a:pt x="72764" y="42892"/>
                </a:lnTo>
                <a:lnTo>
                  <a:pt x="34416" y="10297"/>
                </a:lnTo>
                <a:lnTo>
                  <a:pt x="54791" y="47043"/>
                </a:lnTo>
                <a:lnTo>
                  <a:pt x="49723" y="52956"/>
                </a:lnTo>
                <a:lnTo>
                  <a:pt x="10239" y="38741"/>
                </a:lnTo>
                <a:lnTo>
                  <a:pt x="48587" y="71336"/>
                </a:lnTo>
                <a:lnTo>
                  <a:pt x="43693" y="77089"/>
                </a:lnTo>
                <a:lnTo>
                  <a:pt x="0" y="39936"/>
                </a:lnTo>
                <a:close/>
                <a:moveTo>
                  <a:pt x="0" y="3993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6ABFB-8961-4661-BF83-95AFA85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380" y="1193680"/>
            <a:ext cx="52738" cy="45572"/>
          </a:xfrm>
          <a:custGeom xmlns:a="http://schemas.openxmlformats.org/drawingml/2006/main">
            <a:pathLst>
              <a:path w="52738" h="45572">
                <a:moveTo>
                  <a:pt x="27133" y="18890"/>
                </a:moveTo>
                <a:cubicBezTo>
                  <a:pt x="23434" y="23216"/>
                  <a:pt x="21395" y="26682"/>
                  <a:pt x="20929" y="29187"/>
                </a:cubicBezTo>
                <a:cubicBezTo>
                  <a:pt x="20536" y="31692"/>
                  <a:pt x="21497" y="33964"/>
                  <a:pt x="23886" y="36018"/>
                </a:cubicBezTo>
                <a:cubicBezTo>
                  <a:pt x="25823" y="37664"/>
                  <a:pt x="27876" y="38348"/>
                  <a:pt x="30032" y="37998"/>
                </a:cubicBezTo>
                <a:cubicBezTo>
                  <a:pt x="32260" y="37722"/>
                  <a:pt x="34241" y="36469"/>
                  <a:pt x="36120" y="34314"/>
                </a:cubicBezTo>
                <a:cubicBezTo>
                  <a:pt x="38625" y="31299"/>
                  <a:pt x="39601" y="28051"/>
                  <a:pt x="39033" y="24410"/>
                </a:cubicBezTo>
                <a:cubicBezTo>
                  <a:pt x="38450" y="20827"/>
                  <a:pt x="36411" y="17521"/>
                  <a:pt x="32886" y="14564"/>
                </a:cubicBezTo>
                <a:lnTo>
                  <a:pt x="31692" y="13545"/>
                </a:lnTo>
                <a:lnTo>
                  <a:pt x="27133" y="18890"/>
                </a:lnTo>
                <a:close/>
                <a:moveTo>
                  <a:pt x="34081" y="6263"/>
                </a:moveTo>
                <a:lnTo>
                  <a:pt x="52738" y="22138"/>
                </a:lnTo>
                <a:lnTo>
                  <a:pt x="48179" y="27541"/>
                </a:lnTo>
                <a:lnTo>
                  <a:pt x="43183" y="23332"/>
                </a:lnTo>
                <a:cubicBezTo>
                  <a:pt x="44145" y="26230"/>
                  <a:pt x="44319" y="29012"/>
                  <a:pt x="43693" y="31634"/>
                </a:cubicBezTo>
                <a:cubicBezTo>
                  <a:pt x="43067" y="34314"/>
                  <a:pt x="41640" y="36921"/>
                  <a:pt x="39368" y="39601"/>
                </a:cubicBezTo>
                <a:cubicBezTo>
                  <a:pt x="36527" y="42950"/>
                  <a:pt x="33338" y="44771"/>
                  <a:pt x="29755" y="45179"/>
                </a:cubicBezTo>
                <a:cubicBezTo>
                  <a:pt x="26172" y="45572"/>
                  <a:pt x="22808" y="44378"/>
                  <a:pt x="19676" y="41698"/>
                </a:cubicBezTo>
                <a:cubicBezTo>
                  <a:pt x="15977" y="38581"/>
                  <a:pt x="14273" y="34984"/>
                  <a:pt x="14506" y="30949"/>
                </a:cubicBezTo>
                <a:cubicBezTo>
                  <a:pt x="14739" y="26857"/>
                  <a:pt x="16895" y="22415"/>
                  <a:pt x="21046" y="17521"/>
                </a:cubicBezTo>
                <a:lnTo>
                  <a:pt x="27483" y="9962"/>
                </a:lnTo>
                <a:lnTo>
                  <a:pt x="26959" y="9496"/>
                </a:lnTo>
                <a:cubicBezTo>
                  <a:pt x="24468" y="7399"/>
                  <a:pt x="21905" y="6539"/>
                  <a:pt x="19108" y="7049"/>
                </a:cubicBezTo>
                <a:cubicBezTo>
                  <a:pt x="16385" y="7515"/>
                  <a:pt x="13763" y="9219"/>
                  <a:pt x="11258" y="12176"/>
                </a:cubicBezTo>
                <a:cubicBezTo>
                  <a:pt x="9671" y="14055"/>
                  <a:pt x="8360" y="16050"/>
                  <a:pt x="7282" y="18205"/>
                </a:cubicBezTo>
                <a:cubicBezTo>
                  <a:pt x="6204" y="20376"/>
                  <a:pt x="5462" y="22648"/>
                  <a:pt x="4952" y="25036"/>
                </a:cubicBezTo>
                <a:lnTo>
                  <a:pt x="0" y="20827"/>
                </a:lnTo>
                <a:cubicBezTo>
                  <a:pt x="903" y="18205"/>
                  <a:pt x="1937" y="15817"/>
                  <a:pt x="3131" y="13661"/>
                </a:cubicBezTo>
                <a:cubicBezTo>
                  <a:pt x="4326" y="11491"/>
                  <a:pt x="5680" y="9496"/>
                  <a:pt x="7166" y="7734"/>
                </a:cubicBezTo>
                <a:cubicBezTo>
                  <a:pt x="11200" y="3015"/>
                  <a:pt x="15467" y="510"/>
                  <a:pt x="19910" y="291"/>
                </a:cubicBezTo>
                <a:cubicBezTo>
                  <a:pt x="24352" y="0"/>
                  <a:pt x="29071" y="1995"/>
                  <a:pt x="34081" y="6263"/>
                </a:cubicBezTo>
                <a:close/>
                <a:moveTo>
                  <a:pt x="34081" y="626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26593-7960-4B17-BA7D-02DE430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406" y="1160458"/>
            <a:ext cx="56087" cy="40271"/>
          </a:xfrm>
          <a:custGeom xmlns:a="http://schemas.openxmlformats.org/drawingml/2006/main">
            <a:pathLst>
              <a:path w="56087" h="40271">
                <a:moveTo>
                  <a:pt x="4602" y="3190"/>
                </a:moveTo>
                <a:lnTo>
                  <a:pt x="13938" y="11098"/>
                </a:lnTo>
                <a:lnTo>
                  <a:pt x="23318" y="0"/>
                </a:lnTo>
                <a:lnTo>
                  <a:pt x="27527" y="3583"/>
                </a:lnTo>
                <a:lnTo>
                  <a:pt x="18089" y="14681"/>
                </a:lnTo>
                <a:lnTo>
                  <a:pt x="35901" y="29755"/>
                </a:lnTo>
                <a:cubicBezTo>
                  <a:pt x="38567" y="32027"/>
                  <a:pt x="40562" y="33163"/>
                  <a:pt x="41989" y="33047"/>
                </a:cubicBezTo>
                <a:cubicBezTo>
                  <a:pt x="43344" y="32988"/>
                  <a:pt x="45004" y="31794"/>
                  <a:pt x="46883" y="29580"/>
                </a:cubicBezTo>
                <a:lnTo>
                  <a:pt x="51602" y="24060"/>
                </a:lnTo>
                <a:lnTo>
                  <a:pt x="56087" y="27876"/>
                </a:lnTo>
                <a:lnTo>
                  <a:pt x="51427" y="33396"/>
                </a:lnTo>
                <a:cubicBezTo>
                  <a:pt x="47902" y="37547"/>
                  <a:pt x="44654" y="39761"/>
                  <a:pt x="41756" y="40052"/>
                </a:cubicBezTo>
                <a:cubicBezTo>
                  <a:pt x="38858" y="40271"/>
                  <a:pt x="35391" y="38683"/>
                  <a:pt x="31284" y="35217"/>
                </a:cubicBezTo>
                <a:lnTo>
                  <a:pt x="13487" y="20084"/>
                </a:lnTo>
                <a:lnTo>
                  <a:pt x="10122" y="24002"/>
                </a:lnTo>
                <a:lnTo>
                  <a:pt x="5971" y="20478"/>
                </a:lnTo>
                <a:lnTo>
                  <a:pt x="9321" y="16501"/>
                </a:lnTo>
                <a:lnTo>
                  <a:pt x="0" y="8593"/>
                </a:lnTo>
                <a:lnTo>
                  <a:pt x="4602" y="3190"/>
                </a:lnTo>
                <a:close/>
                <a:moveTo>
                  <a:pt x="4602" y="319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74A05-A572-4952-A133-C8A1508D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763" y="1130878"/>
            <a:ext cx="46548" cy="45397"/>
          </a:xfrm>
          <a:custGeom xmlns:a="http://schemas.openxmlformats.org/drawingml/2006/main">
            <a:pathLst>
              <a:path w="46548" h="45397">
                <a:moveTo>
                  <a:pt x="16327" y="0"/>
                </a:moveTo>
                <a:lnTo>
                  <a:pt x="21337" y="4267"/>
                </a:lnTo>
                <a:cubicBezTo>
                  <a:pt x="19240" y="5054"/>
                  <a:pt x="17302" y="6088"/>
                  <a:pt x="15598" y="7224"/>
                </a:cubicBezTo>
                <a:cubicBezTo>
                  <a:pt x="13822" y="8418"/>
                  <a:pt x="12351" y="9773"/>
                  <a:pt x="10982" y="11375"/>
                </a:cubicBezTo>
                <a:cubicBezTo>
                  <a:pt x="8025" y="14841"/>
                  <a:pt x="6831" y="18482"/>
                  <a:pt x="7399" y="22298"/>
                </a:cubicBezTo>
                <a:cubicBezTo>
                  <a:pt x="7967" y="26114"/>
                  <a:pt x="10239" y="29755"/>
                  <a:pt x="14229" y="33105"/>
                </a:cubicBezTo>
                <a:cubicBezTo>
                  <a:pt x="18264" y="36513"/>
                  <a:pt x="22196" y="38232"/>
                  <a:pt x="26056" y="38173"/>
                </a:cubicBezTo>
                <a:cubicBezTo>
                  <a:pt x="29872" y="38115"/>
                  <a:pt x="33280" y="36353"/>
                  <a:pt x="36294" y="32828"/>
                </a:cubicBezTo>
                <a:cubicBezTo>
                  <a:pt x="37605" y="31284"/>
                  <a:pt x="38683" y="29580"/>
                  <a:pt x="39601" y="27701"/>
                </a:cubicBezTo>
                <a:cubicBezTo>
                  <a:pt x="40460" y="25764"/>
                  <a:pt x="41130" y="23711"/>
                  <a:pt x="41596" y="21497"/>
                </a:cubicBezTo>
                <a:lnTo>
                  <a:pt x="46548" y="25706"/>
                </a:lnTo>
                <a:cubicBezTo>
                  <a:pt x="45965" y="27818"/>
                  <a:pt x="45179" y="29799"/>
                  <a:pt x="44145" y="31736"/>
                </a:cubicBezTo>
                <a:cubicBezTo>
                  <a:pt x="43183" y="33615"/>
                  <a:pt x="41873" y="35493"/>
                  <a:pt x="40343" y="37314"/>
                </a:cubicBezTo>
                <a:cubicBezTo>
                  <a:pt x="36134" y="42266"/>
                  <a:pt x="31241" y="44887"/>
                  <a:pt x="25662" y="45106"/>
                </a:cubicBezTo>
                <a:cubicBezTo>
                  <a:pt x="20084" y="45397"/>
                  <a:pt x="14681" y="43285"/>
                  <a:pt x="9452" y="38800"/>
                </a:cubicBezTo>
                <a:cubicBezTo>
                  <a:pt x="4093" y="34241"/>
                  <a:pt x="1136" y="29231"/>
                  <a:pt x="568" y="23667"/>
                </a:cubicBezTo>
                <a:cubicBezTo>
                  <a:pt x="0" y="18147"/>
                  <a:pt x="1879" y="12788"/>
                  <a:pt x="6263" y="7734"/>
                </a:cubicBezTo>
                <a:cubicBezTo>
                  <a:pt x="7632" y="6030"/>
                  <a:pt x="9219" y="4602"/>
                  <a:pt x="10865" y="3292"/>
                </a:cubicBezTo>
                <a:cubicBezTo>
                  <a:pt x="12569" y="1981"/>
                  <a:pt x="14404" y="903"/>
                  <a:pt x="16327" y="0"/>
                </a:cubicBezTo>
                <a:close/>
                <a:moveTo>
                  <a:pt x="1632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20FFE-3B40-4741-9DFE-4C525E76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842" y="1098327"/>
            <a:ext cx="68890" cy="50189"/>
          </a:xfrm>
          <a:custGeom xmlns:a="http://schemas.openxmlformats.org/drawingml/2006/main">
            <a:pathLst>
              <a:path w="68890" h="50189">
                <a:moveTo>
                  <a:pt x="49097" y="5913"/>
                </a:moveTo>
                <a:lnTo>
                  <a:pt x="68890" y="22764"/>
                </a:lnTo>
                <a:lnTo>
                  <a:pt x="64287" y="28109"/>
                </a:lnTo>
                <a:lnTo>
                  <a:pt x="44713" y="11433"/>
                </a:lnTo>
                <a:cubicBezTo>
                  <a:pt x="41581" y="8826"/>
                  <a:pt x="38741" y="7457"/>
                  <a:pt x="36178" y="7340"/>
                </a:cubicBezTo>
                <a:cubicBezTo>
                  <a:pt x="33615" y="7224"/>
                  <a:pt x="31284" y="8418"/>
                  <a:pt x="29231" y="10807"/>
                </a:cubicBezTo>
                <a:cubicBezTo>
                  <a:pt x="26784" y="13720"/>
                  <a:pt x="25764" y="16836"/>
                  <a:pt x="26172" y="20084"/>
                </a:cubicBezTo>
                <a:cubicBezTo>
                  <a:pt x="26624" y="23332"/>
                  <a:pt x="28386" y="26289"/>
                  <a:pt x="31619" y="29012"/>
                </a:cubicBezTo>
                <a:lnTo>
                  <a:pt x="50116" y="44771"/>
                </a:lnTo>
                <a:lnTo>
                  <a:pt x="45514" y="50189"/>
                </a:lnTo>
                <a:lnTo>
                  <a:pt x="0" y="11491"/>
                </a:lnTo>
                <a:lnTo>
                  <a:pt x="4602" y="6088"/>
                </a:lnTo>
                <a:lnTo>
                  <a:pt x="22473" y="21220"/>
                </a:lnTo>
                <a:cubicBezTo>
                  <a:pt x="21555" y="18264"/>
                  <a:pt x="21381" y="15540"/>
                  <a:pt x="21905" y="12919"/>
                </a:cubicBezTo>
                <a:cubicBezTo>
                  <a:pt x="22415" y="10355"/>
                  <a:pt x="23667" y="7908"/>
                  <a:pt x="25590" y="5636"/>
                </a:cubicBezTo>
                <a:cubicBezTo>
                  <a:pt x="28779" y="1879"/>
                  <a:pt x="32362" y="0"/>
                  <a:pt x="36353" y="58"/>
                </a:cubicBezTo>
                <a:cubicBezTo>
                  <a:pt x="40329" y="117"/>
                  <a:pt x="44538" y="2054"/>
                  <a:pt x="49097" y="5913"/>
                </a:cubicBezTo>
                <a:close/>
                <a:moveTo>
                  <a:pt x="49097" y="591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1854C-EF1B-4811-835B-A761B72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016" y="1061071"/>
            <a:ext cx="48922" cy="44319"/>
          </a:xfrm>
          <a:custGeom xmlns:a="http://schemas.openxmlformats.org/drawingml/2006/main">
            <a:pathLst>
              <a:path w="48922" h="44319">
                <a:moveTo>
                  <a:pt x="33906" y="6132"/>
                </a:moveTo>
                <a:lnTo>
                  <a:pt x="36586" y="8418"/>
                </a:lnTo>
                <a:lnTo>
                  <a:pt x="15526" y="33163"/>
                </a:lnTo>
                <a:cubicBezTo>
                  <a:pt x="19400" y="36061"/>
                  <a:pt x="23216" y="37372"/>
                  <a:pt x="26857" y="37037"/>
                </a:cubicBezTo>
                <a:cubicBezTo>
                  <a:pt x="30498" y="36629"/>
                  <a:pt x="33789" y="34692"/>
                  <a:pt x="36862" y="31110"/>
                </a:cubicBezTo>
                <a:cubicBezTo>
                  <a:pt x="38567" y="29071"/>
                  <a:pt x="40052" y="26842"/>
                  <a:pt x="41188" y="24454"/>
                </a:cubicBezTo>
                <a:cubicBezTo>
                  <a:pt x="42324" y="22123"/>
                  <a:pt x="43242" y="19502"/>
                  <a:pt x="43810" y="16720"/>
                </a:cubicBezTo>
                <a:lnTo>
                  <a:pt x="48922" y="21104"/>
                </a:lnTo>
                <a:cubicBezTo>
                  <a:pt x="48077" y="23725"/>
                  <a:pt x="47043" y="26216"/>
                  <a:pt x="45747" y="28604"/>
                </a:cubicBezTo>
                <a:cubicBezTo>
                  <a:pt x="44436" y="31008"/>
                  <a:pt x="42892" y="33221"/>
                  <a:pt x="41130" y="35319"/>
                </a:cubicBezTo>
                <a:cubicBezTo>
                  <a:pt x="36688" y="40562"/>
                  <a:pt x="31634" y="43402"/>
                  <a:pt x="25997" y="43853"/>
                </a:cubicBezTo>
                <a:cubicBezTo>
                  <a:pt x="20361" y="44319"/>
                  <a:pt x="14958" y="42382"/>
                  <a:pt x="9787" y="37940"/>
                </a:cubicBezTo>
                <a:cubicBezTo>
                  <a:pt x="4384" y="33396"/>
                  <a:pt x="1369" y="28328"/>
                  <a:pt x="685" y="22750"/>
                </a:cubicBezTo>
                <a:cubicBezTo>
                  <a:pt x="0" y="17171"/>
                  <a:pt x="1762" y="11943"/>
                  <a:pt x="5913" y="6991"/>
                </a:cubicBezTo>
                <a:cubicBezTo>
                  <a:pt x="9671" y="2607"/>
                  <a:pt x="14055" y="335"/>
                  <a:pt x="19108" y="160"/>
                </a:cubicBezTo>
                <a:cubicBezTo>
                  <a:pt x="24119" y="0"/>
                  <a:pt x="29071" y="2039"/>
                  <a:pt x="33906" y="6132"/>
                </a:cubicBezTo>
                <a:close/>
                <a:moveTo>
                  <a:pt x="27760" y="10181"/>
                </a:moveTo>
                <a:cubicBezTo>
                  <a:pt x="24803" y="7734"/>
                  <a:pt x="21730" y="6539"/>
                  <a:pt x="18599" y="6714"/>
                </a:cubicBezTo>
                <a:cubicBezTo>
                  <a:pt x="15467" y="6816"/>
                  <a:pt x="12802" y="8185"/>
                  <a:pt x="10530" y="10807"/>
                </a:cubicBezTo>
                <a:cubicBezTo>
                  <a:pt x="8025" y="13822"/>
                  <a:pt x="6831" y="16953"/>
                  <a:pt x="6933" y="20186"/>
                </a:cubicBezTo>
                <a:cubicBezTo>
                  <a:pt x="7107" y="23434"/>
                  <a:pt x="8651" y="26507"/>
                  <a:pt x="11491" y="29406"/>
                </a:cubicBezTo>
                <a:lnTo>
                  <a:pt x="27760" y="10181"/>
                </a:lnTo>
                <a:close/>
                <a:moveTo>
                  <a:pt x="27760" y="1018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07F68-B5AC-4F97-870F-273CCBFD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7" y="1026247"/>
            <a:ext cx="37372" cy="47451"/>
          </a:xfrm>
          <a:custGeom xmlns:a="http://schemas.openxmlformats.org/drawingml/2006/main">
            <a:pathLst>
              <a:path w="37372" h="47451">
                <a:moveTo>
                  <a:pt x="21337" y="4661"/>
                </a:moveTo>
                <a:cubicBezTo>
                  <a:pt x="20478" y="4952"/>
                  <a:pt x="19676" y="5403"/>
                  <a:pt x="18890" y="5971"/>
                </a:cubicBezTo>
                <a:cubicBezTo>
                  <a:pt x="18147" y="6539"/>
                  <a:pt x="17346" y="7282"/>
                  <a:pt x="16662" y="8141"/>
                </a:cubicBezTo>
                <a:cubicBezTo>
                  <a:pt x="14055" y="11156"/>
                  <a:pt x="13079" y="14331"/>
                  <a:pt x="13647" y="17637"/>
                </a:cubicBezTo>
                <a:cubicBezTo>
                  <a:pt x="14215" y="20944"/>
                  <a:pt x="16385" y="24177"/>
                  <a:pt x="20084" y="27366"/>
                </a:cubicBezTo>
                <a:lnTo>
                  <a:pt x="37372" y="42047"/>
                </a:lnTo>
                <a:lnTo>
                  <a:pt x="32770" y="47451"/>
                </a:lnTo>
                <a:lnTo>
                  <a:pt x="0" y="19575"/>
                </a:lnTo>
                <a:lnTo>
                  <a:pt x="4602" y="14171"/>
                </a:lnTo>
                <a:lnTo>
                  <a:pt x="9671" y="18497"/>
                </a:lnTo>
                <a:cubicBezTo>
                  <a:pt x="8637" y="15642"/>
                  <a:pt x="8418" y="12919"/>
                  <a:pt x="9044" y="10297"/>
                </a:cubicBezTo>
                <a:cubicBezTo>
                  <a:pt x="9612" y="7675"/>
                  <a:pt x="10982" y="5068"/>
                  <a:pt x="13195" y="2447"/>
                </a:cubicBezTo>
                <a:cubicBezTo>
                  <a:pt x="13530" y="2112"/>
                  <a:pt x="13880" y="1704"/>
                  <a:pt x="14331" y="1311"/>
                </a:cubicBezTo>
                <a:cubicBezTo>
                  <a:pt x="14725" y="859"/>
                  <a:pt x="15249" y="451"/>
                  <a:pt x="15817" y="0"/>
                </a:cubicBezTo>
                <a:lnTo>
                  <a:pt x="21337" y="4661"/>
                </a:lnTo>
                <a:close/>
                <a:moveTo>
                  <a:pt x="21337" y="46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B8642-3A35-4762-989F-CFCAF6FB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90" y="1749923"/>
            <a:ext cx="59510" cy="57850"/>
          </a:xfrm>
          <a:custGeom xmlns:a="http://schemas.openxmlformats.org/drawingml/2006/main">
            <a:pathLst>
              <a:path w="59510" h="57850">
                <a:moveTo>
                  <a:pt x="12467" y="13137"/>
                </a:moveTo>
                <a:cubicBezTo>
                  <a:pt x="8651" y="17288"/>
                  <a:pt x="7224" y="22007"/>
                  <a:pt x="8083" y="27294"/>
                </a:cubicBezTo>
                <a:cubicBezTo>
                  <a:pt x="8928" y="32537"/>
                  <a:pt x="12059" y="37649"/>
                  <a:pt x="17404" y="42484"/>
                </a:cubicBezTo>
                <a:cubicBezTo>
                  <a:pt x="22764" y="47378"/>
                  <a:pt x="28109" y="50000"/>
                  <a:pt x="33454" y="50393"/>
                </a:cubicBezTo>
                <a:cubicBezTo>
                  <a:pt x="38741" y="50742"/>
                  <a:pt x="43358" y="48864"/>
                  <a:pt x="47116" y="44713"/>
                </a:cubicBezTo>
                <a:cubicBezTo>
                  <a:pt x="50917" y="40504"/>
                  <a:pt x="52403" y="35828"/>
                  <a:pt x="51485" y="30542"/>
                </a:cubicBezTo>
                <a:cubicBezTo>
                  <a:pt x="50582" y="25313"/>
                  <a:pt x="47509" y="20245"/>
                  <a:pt x="42164" y="15351"/>
                </a:cubicBezTo>
                <a:cubicBezTo>
                  <a:pt x="36804" y="10515"/>
                  <a:pt x="31459" y="7850"/>
                  <a:pt x="26114" y="7442"/>
                </a:cubicBezTo>
                <a:cubicBezTo>
                  <a:pt x="20827" y="7049"/>
                  <a:pt x="16268" y="8928"/>
                  <a:pt x="12467" y="13137"/>
                </a:cubicBezTo>
                <a:close/>
                <a:moveTo>
                  <a:pt x="7792" y="8870"/>
                </a:moveTo>
                <a:cubicBezTo>
                  <a:pt x="13195" y="2957"/>
                  <a:pt x="19516" y="0"/>
                  <a:pt x="26740" y="44"/>
                </a:cubicBezTo>
                <a:cubicBezTo>
                  <a:pt x="33964" y="160"/>
                  <a:pt x="40970" y="3233"/>
                  <a:pt x="47684" y="9321"/>
                </a:cubicBezTo>
                <a:cubicBezTo>
                  <a:pt x="54340" y="15409"/>
                  <a:pt x="58039" y="22065"/>
                  <a:pt x="58767" y="29231"/>
                </a:cubicBezTo>
                <a:cubicBezTo>
                  <a:pt x="59510" y="36411"/>
                  <a:pt x="57180" y="43009"/>
                  <a:pt x="51776" y="48922"/>
                </a:cubicBezTo>
                <a:cubicBezTo>
                  <a:pt x="46373" y="54893"/>
                  <a:pt x="40052" y="57850"/>
                  <a:pt x="32828" y="57792"/>
                </a:cubicBezTo>
                <a:cubicBezTo>
                  <a:pt x="25604" y="57733"/>
                  <a:pt x="18599" y="54660"/>
                  <a:pt x="11899" y="48572"/>
                </a:cubicBezTo>
                <a:cubicBezTo>
                  <a:pt x="5229" y="42484"/>
                  <a:pt x="1486" y="35828"/>
                  <a:pt x="743" y="28604"/>
                </a:cubicBezTo>
                <a:cubicBezTo>
                  <a:pt x="0" y="21439"/>
                  <a:pt x="2389" y="14841"/>
                  <a:pt x="7792" y="8870"/>
                </a:cubicBezTo>
                <a:close/>
                <a:moveTo>
                  <a:pt x="7792" y="88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7262C-DC39-4016-AC3B-57815F6D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480" y="1698598"/>
            <a:ext cx="71802" cy="70943"/>
          </a:xfrm>
          <a:custGeom xmlns:a="http://schemas.openxmlformats.org/drawingml/2006/main">
            <a:pathLst>
              <a:path w="71802" h="70943">
                <a:moveTo>
                  <a:pt x="0" y="32318"/>
                </a:moveTo>
                <a:lnTo>
                  <a:pt x="5243" y="26624"/>
                </a:lnTo>
                <a:lnTo>
                  <a:pt x="22589" y="42441"/>
                </a:lnTo>
                <a:lnTo>
                  <a:pt x="41596" y="21570"/>
                </a:lnTo>
                <a:lnTo>
                  <a:pt x="24177" y="5753"/>
                </a:lnTo>
                <a:lnTo>
                  <a:pt x="29420" y="0"/>
                </a:lnTo>
                <a:lnTo>
                  <a:pt x="71802" y="38625"/>
                </a:lnTo>
                <a:lnTo>
                  <a:pt x="66559" y="44378"/>
                </a:lnTo>
                <a:lnTo>
                  <a:pt x="46373" y="25997"/>
                </a:lnTo>
                <a:lnTo>
                  <a:pt x="27425" y="46825"/>
                </a:lnTo>
                <a:lnTo>
                  <a:pt x="47626" y="65205"/>
                </a:lnTo>
                <a:lnTo>
                  <a:pt x="42382" y="70943"/>
                </a:lnTo>
                <a:lnTo>
                  <a:pt x="0" y="32318"/>
                </a:lnTo>
                <a:close/>
                <a:moveTo>
                  <a:pt x="0" y="323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7FAF7-AC25-4A2E-9F21-EA7D9EB0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299" y="1660425"/>
            <a:ext cx="67258" cy="65365"/>
          </a:xfrm>
          <a:custGeom xmlns:a="http://schemas.openxmlformats.org/drawingml/2006/main">
            <a:pathLst>
              <a:path w="67258" h="65365">
                <a:moveTo>
                  <a:pt x="0" y="26798"/>
                </a:moveTo>
                <a:lnTo>
                  <a:pt x="24410" y="0"/>
                </a:lnTo>
                <a:lnTo>
                  <a:pt x="29245" y="4384"/>
                </a:lnTo>
                <a:lnTo>
                  <a:pt x="10020" y="25429"/>
                </a:lnTo>
                <a:lnTo>
                  <a:pt x="22589" y="36862"/>
                </a:lnTo>
                <a:lnTo>
                  <a:pt x="40970" y="16676"/>
                </a:lnTo>
                <a:lnTo>
                  <a:pt x="45805" y="21104"/>
                </a:lnTo>
                <a:lnTo>
                  <a:pt x="27425" y="41305"/>
                </a:lnTo>
                <a:lnTo>
                  <a:pt x="42790" y="55243"/>
                </a:lnTo>
                <a:lnTo>
                  <a:pt x="62423" y="33673"/>
                </a:lnTo>
                <a:lnTo>
                  <a:pt x="67258" y="38057"/>
                </a:lnTo>
                <a:lnTo>
                  <a:pt x="42397" y="65365"/>
                </a:lnTo>
                <a:lnTo>
                  <a:pt x="0" y="26798"/>
                </a:lnTo>
                <a:close/>
                <a:moveTo>
                  <a:pt x="0" y="267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7889A-9D88-48F2-81BC-F7147448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409" y="1620489"/>
            <a:ext cx="61331" cy="59394"/>
          </a:xfrm>
          <a:custGeom xmlns:a="http://schemas.openxmlformats.org/drawingml/2006/main">
            <a:pathLst>
              <a:path w="61331" h="59394">
                <a:moveTo>
                  <a:pt x="0" y="35843"/>
                </a:moveTo>
                <a:lnTo>
                  <a:pt x="32653" y="0"/>
                </a:lnTo>
                <a:lnTo>
                  <a:pt x="37489" y="4384"/>
                </a:lnTo>
                <a:lnTo>
                  <a:pt x="23784" y="19458"/>
                </a:lnTo>
                <a:lnTo>
                  <a:pt x="61331" y="53641"/>
                </a:lnTo>
                <a:lnTo>
                  <a:pt x="56102" y="59394"/>
                </a:lnTo>
                <a:lnTo>
                  <a:pt x="18555" y="25196"/>
                </a:lnTo>
                <a:lnTo>
                  <a:pt x="4835" y="40271"/>
                </a:lnTo>
                <a:lnTo>
                  <a:pt x="0" y="35843"/>
                </a:lnTo>
                <a:close/>
                <a:moveTo>
                  <a:pt x="0" y="358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B5B59-1B39-4B51-9846-4359792B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553" y="1614285"/>
            <a:ext cx="48762" cy="44203"/>
          </a:xfrm>
          <a:custGeom xmlns:a="http://schemas.openxmlformats.org/drawingml/2006/main">
            <a:pathLst>
              <a:path w="48762" h="44203">
                <a:moveTo>
                  <a:pt x="34314" y="6481"/>
                </a:moveTo>
                <a:lnTo>
                  <a:pt x="36877" y="8811"/>
                </a:lnTo>
                <a:lnTo>
                  <a:pt x="14972" y="32886"/>
                </a:lnTo>
                <a:cubicBezTo>
                  <a:pt x="18774" y="35901"/>
                  <a:pt x="22473" y="37329"/>
                  <a:pt x="26172" y="37096"/>
                </a:cubicBezTo>
                <a:cubicBezTo>
                  <a:pt x="29813" y="36862"/>
                  <a:pt x="33236" y="35042"/>
                  <a:pt x="36367" y="31576"/>
                </a:cubicBezTo>
                <a:cubicBezTo>
                  <a:pt x="38188" y="29580"/>
                  <a:pt x="39717" y="27366"/>
                  <a:pt x="40911" y="25094"/>
                </a:cubicBezTo>
                <a:cubicBezTo>
                  <a:pt x="42164" y="22764"/>
                  <a:pt x="43125" y="20201"/>
                  <a:pt x="43810" y="17404"/>
                </a:cubicBezTo>
                <a:lnTo>
                  <a:pt x="48762" y="21905"/>
                </a:lnTo>
                <a:cubicBezTo>
                  <a:pt x="47859" y="24526"/>
                  <a:pt x="46708" y="27017"/>
                  <a:pt x="45354" y="29362"/>
                </a:cubicBezTo>
                <a:cubicBezTo>
                  <a:pt x="43984" y="31692"/>
                  <a:pt x="42339" y="33906"/>
                  <a:pt x="40518" y="35901"/>
                </a:cubicBezTo>
                <a:cubicBezTo>
                  <a:pt x="35901" y="40970"/>
                  <a:pt x="30731" y="43635"/>
                  <a:pt x="25094" y="43926"/>
                </a:cubicBezTo>
                <a:cubicBezTo>
                  <a:pt x="19458" y="44203"/>
                  <a:pt x="14113" y="42047"/>
                  <a:pt x="9059" y="37430"/>
                </a:cubicBezTo>
                <a:cubicBezTo>
                  <a:pt x="3874" y="32712"/>
                  <a:pt x="1034" y="27541"/>
                  <a:pt x="524" y="21963"/>
                </a:cubicBezTo>
                <a:cubicBezTo>
                  <a:pt x="0" y="16385"/>
                  <a:pt x="1937" y="11215"/>
                  <a:pt x="6321" y="6423"/>
                </a:cubicBezTo>
                <a:cubicBezTo>
                  <a:pt x="10195" y="2156"/>
                  <a:pt x="14623" y="0"/>
                  <a:pt x="19691" y="58"/>
                </a:cubicBezTo>
                <a:cubicBezTo>
                  <a:pt x="24701" y="58"/>
                  <a:pt x="29537" y="2214"/>
                  <a:pt x="34314" y="6481"/>
                </a:cubicBezTo>
                <a:close/>
                <a:moveTo>
                  <a:pt x="27993" y="10355"/>
                </a:moveTo>
                <a:cubicBezTo>
                  <a:pt x="25094" y="7792"/>
                  <a:pt x="22080" y="6481"/>
                  <a:pt x="19007" y="6539"/>
                </a:cubicBezTo>
                <a:cubicBezTo>
                  <a:pt x="15875" y="6539"/>
                  <a:pt x="13093" y="7792"/>
                  <a:pt x="10763" y="10414"/>
                </a:cubicBezTo>
                <a:cubicBezTo>
                  <a:pt x="8141" y="13312"/>
                  <a:pt x="6831" y="16385"/>
                  <a:pt x="6889" y="19633"/>
                </a:cubicBezTo>
                <a:cubicBezTo>
                  <a:pt x="6947" y="22866"/>
                  <a:pt x="8316" y="25997"/>
                  <a:pt x="11098" y="29012"/>
                </a:cubicBezTo>
                <a:lnTo>
                  <a:pt x="27993" y="10355"/>
                </a:lnTo>
                <a:close/>
                <a:moveTo>
                  <a:pt x="27993" y="10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79BFD-F4EB-456D-8127-27ABE429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425" y="1579520"/>
            <a:ext cx="44887" cy="49665"/>
          </a:xfrm>
          <a:custGeom xmlns:a="http://schemas.openxmlformats.org/drawingml/2006/main">
            <a:pathLst>
              <a:path w="44887" h="49665">
                <a:moveTo>
                  <a:pt x="17011" y="0"/>
                </a:moveTo>
                <a:lnTo>
                  <a:pt x="21963" y="4500"/>
                </a:lnTo>
                <a:cubicBezTo>
                  <a:pt x="19866" y="5301"/>
                  <a:pt x="17929" y="6321"/>
                  <a:pt x="16108" y="7573"/>
                </a:cubicBezTo>
                <a:cubicBezTo>
                  <a:pt x="14288" y="8768"/>
                  <a:pt x="12584" y="10239"/>
                  <a:pt x="11040" y="11957"/>
                </a:cubicBezTo>
                <a:cubicBezTo>
                  <a:pt x="8651" y="14564"/>
                  <a:pt x="7282" y="16851"/>
                  <a:pt x="6889" y="18890"/>
                </a:cubicBezTo>
                <a:cubicBezTo>
                  <a:pt x="6496" y="20885"/>
                  <a:pt x="7107" y="22648"/>
                  <a:pt x="8710" y="24075"/>
                </a:cubicBezTo>
                <a:cubicBezTo>
                  <a:pt x="9904" y="25211"/>
                  <a:pt x="11273" y="25604"/>
                  <a:pt x="12802" y="25327"/>
                </a:cubicBezTo>
                <a:cubicBezTo>
                  <a:pt x="14346" y="24978"/>
                  <a:pt x="16734" y="23725"/>
                  <a:pt x="19910" y="21512"/>
                </a:cubicBezTo>
                <a:lnTo>
                  <a:pt x="21905" y="20084"/>
                </a:lnTo>
                <a:cubicBezTo>
                  <a:pt x="26114" y="17069"/>
                  <a:pt x="29580" y="15482"/>
                  <a:pt x="32493" y="15249"/>
                </a:cubicBezTo>
                <a:cubicBezTo>
                  <a:pt x="35333" y="14972"/>
                  <a:pt x="38071" y="16050"/>
                  <a:pt x="40678" y="18380"/>
                </a:cubicBezTo>
                <a:cubicBezTo>
                  <a:pt x="43635" y="21118"/>
                  <a:pt x="44887" y="24410"/>
                  <a:pt x="44494" y="28342"/>
                </a:cubicBezTo>
                <a:cubicBezTo>
                  <a:pt x="44101" y="32202"/>
                  <a:pt x="42047" y="36193"/>
                  <a:pt x="38290" y="40285"/>
                </a:cubicBezTo>
                <a:cubicBezTo>
                  <a:pt x="36761" y="41989"/>
                  <a:pt x="34998" y="43635"/>
                  <a:pt x="32945" y="45179"/>
                </a:cubicBezTo>
                <a:cubicBezTo>
                  <a:pt x="30949" y="46708"/>
                  <a:pt x="28677" y="48194"/>
                  <a:pt x="26172" y="49665"/>
                </a:cubicBezTo>
                <a:lnTo>
                  <a:pt x="20769" y="44727"/>
                </a:lnTo>
                <a:cubicBezTo>
                  <a:pt x="23507" y="43693"/>
                  <a:pt x="25997" y="42499"/>
                  <a:pt x="28226" y="41086"/>
                </a:cubicBezTo>
                <a:cubicBezTo>
                  <a:pt x="30440" y="39659"/>
                  <a:pt x="32377" y="38013"/>
                  <a:pt x="34022" y="36193"/>
                </a:cubicBezTo>
                <a:cubicBezTo>
                  <a:pt x="36294" y="33746"/>
                  <a:pt x="37547" y="31459"/>
                  <a:pt x="37955" y="29362"/>
                </a:cubicBezTo>
                <a:cubicBezTo>
                  <a:pt x="38290" y="27250"/>
                  <a:pt x="37722" y="25546"/>
                  <a:pt x="36193" y="24133"/>
                </a:cubicBezTo>
                <a:cubicBezTo>
                  <a:pt x="34765" y="22881"/>
                  <a:pt x="33221" y="22356"/>
                  <a:pt x="31634" y="22589"/>
                </a:cubicBezTo>
                <a:cubicBezTo>
                  <a:pt x="29988" y="22881"/>
                  <a:pt x="27366" y="24293"/>
                  <a:pt x="23725" y="26915"/>
                </a:cubicBezTo>
                <a:lnTo>
                  <a:pt x="21628" y="28342"/>
                </a:lnTo>
                <a:cubicBezTo>
                  <a:pt x="17987" y="30949"/>
                  <a:pt x="14797" y="32318"/>
                  <a:pt x="12118" y="32493"/>
                </a:cubicBezTo>
                <a:cubicBezTo>
                  <a:pt x="9394" y="32653"/>
                  <a:pt x="6772" y="31576"/>
                  <a:pt x="4326" y="29362"/>
                </a:cubicBezTo>
                <a:cubicBezTo>
                  <a:pt x="1311" y="26624"/>
                  <a:pt x="0" y="23449"/>
                  <a:pt x="291" y="19866"/>
                </a:cubicBezTo>
                <a:cubicBezTo>
                  <a:pt x="626" y="16268"/>
                  <a:pt x="2505" y="12525"/>
                  <a:pt x="6088" y="8593"/>
                </a:cubicBezTo>
                <a:cubicBezTo>
                  <a:pt x="7850" y="6656"/>
                  <a:pt x="9612" y="5010"/>
                  <a:pt x="11433" y="3525"/>
                </a:cubicBezTo>
                <a:cubicBezTo>
                  <a:pt x="13312" y="2112"/>
                  <a:pt x="15132" y="918"/>
                  <a:pt x="17011" y="0"/>
                </a:cubicBezTo>
                <a:close/>
                <a:moveTo>
                  <a:pt x="170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3F404-E7C4-4D42-AF6F-3DA9A2B8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533" y="1552721"/>
            <a:ext cx="55403" cy="40795"/>
          </a:xfrm>
          <a:custGeom xmlns:a="http://schemas.openxmlformats.org/drawingml/2006/main">
            <a:pathLst>
              <a:path w="55403" h="40795">
                <a:moveTo>
                  <a:pt x="4777" y="2505"/>
                </a:moveTo>
                <a:lnTo>
                  <a:pt x="13822" y="10763"/>
                </a:lnTo>
                <a:lnTo>
                  <a:pt x="23609" y="0"/>
                </a:lnTo>
                <a:lnTo>
                  <a:pt x="27701" y="3699"/>
                </a:lnTo>
                <a:lnTo>
                  <a:pt x="17856" y="14462"/>
                </a:lnTo>
                <a:lnTo>
                  <a:pt x="35158" y="30163"/>
                </a:lnTo>
                <a:cubicBezTo>
                  <a:pt x="37722" y="32551"/>
                  <a:pt x="39703" y="33687"/>
                  <a:pt x="41130" y="33687"/>
                </a:cubicBezTo>
                <a:cubicBezTo>
                  <a:pt x="42499" y="33629"/>
                  <a:pt x="44203" y="32493"/>
                  <a:pt x="46198" y="30323"/>
                </a:cubicBezTo>
                <a:lnTo>
                  <a:pt x="51034" y="24978"/>
                </a:lnTo>
                <a:lnTo>
                  <a:pt x="55403" y="28969"/>
                </a:lnTo>
                <a:lnTo>
                  <a:pt x="50509" y="34314"/>
                </a:lnTo>
                <a:cubicBezTo>
                  <a:pt x="46868" y="38348"/>
                  <a:pt x="43577" y="40460"/>
                  <a:pt x="40678" y="40635"/>
                </a:cubicBezTo>
                <a:cubicBezTo>
                  <a:pt x="37765" y="40795"/>
                  <a:pt x="34357" y="39033"/>
                  <a:pt x="30381" y="35450"/>
                </a:cubicBezTo>
                <a:lnTo>
                  <a:pt x="13079" y="19691"/>
                </a:lnTo>
                <a:lnTo>
                  <a:pt x="9612" y="23565"/>
                </a:lnTo>
                <a:lnTo>
                  <a:pt x="5564" y="19866"/>
                </a:lnTo>
                <a:lnTo>
                  <a:pt x="9044" y="15992"/>
                </a:lnTo>
                <a:lnTo>
                  <a:pt x="0" y="7807"/>
                </a:lnTo>
                <a:lnTo>
                  <a:pt x="4777" y="2505"/>
                </a:lnTo>
                <a:close/>
                <a:moveTo>
                  <a:pt x="4777" y="25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995DA-7DC1-4884-9E75-1B793DB6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149" y="2054348"/>
            <a:ext cx="60704" cy="60195"/>
          </a:xfrm>
          <a:custGeom xmlns:a="http://schemas.openxmlformats.org/drawingml/2006/main">
            <a:pathLst>
              <a:path w="60704" h="60195">
                <a:moveTo>
                  <a:pt x="0" y="34765"/>
                </a:moveTo>
                <a:lnTo>
                  <a:pt x="33848" y="0"/>
                </a:lnTo>
                <a:lnTo>
                  <a:pt x="38523" y="4544"/>
                </a:lnTo>
                <a:lnTo>
                  <a:pt x="24293" y="19167"/>
                </a:lnTo>
                <a:lnTo>
                  <a:pt x="60704" y="54616"/>
                </a:lnTo>
                <a:lnTo>
                  <a:pt x="55243" y="60195"/>
                </a:lnTo>
                <a:lnTo>
                  <a:pt x="18890" y="24745"/>
                </a:lnTo>
                <a:lnTo>
                  <a:pt x="4661" y="39309"/>
                </a:lnTo>
                <a:lnTo>
                  <a:pt x="0" y="34765"/>
                </a:lnTo>
                <a:close/>
                <a:moveTo>
                  <a:pt x="0" y="347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F257F-D5E2-48A5-A479-6DFD0E89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153" y="2049061"/>
            <a:ext cx="48529" cy="44319"/>
          </a:xfrm>
          <a:custGeom xmlns:a="http://schemas.openxmlformats.org/drawingml/2006/main">
            <a:pathLst>
              <a:path w="48529" h="44319">
                <a:moveTo>
                  <a:pt x="34590" y="7166"/>
                </a:moveTo>
                <a:lnTo>
                  <a:pt x="37096" y="9554"/>
                </a:lnTo>
                <a:lnTo>
                  <a:pt x="14390" y="32814"/>
                </a:lnTo>
                <a:cubicBezTo>
                  <a:pt x="18089" y="36003"/>
                  <a:pt x="21788" y="37547"/>
                  <a:pt x="25429" y="37430"/>
                </a:cubicBezTo>
                <a:cubicBezTo>
                  <a:pt x="29071" y="37372"/>
                  <a:pt x="32537" y="35610"/>
                  <a:pt x="35785" y="32246"/>
                </a:cubicBezTo>
                <a:cubicBezTo>
                  <a:pt x="37722" y="30323"/>
                  <a:pt x="39309" y="28211"/>
                  <a:pt x="40620" y="25939"/>
                </a:cubicBezTo>
                <a:cubicBezTo>
                  <a:pt x="41931" y="23667"/>
                  <a:pt x="42950" y="21104"/>
                  <a:pt x="43751" y="18366"/>
                </a:cubicBezTo>
                <a:lnTo>
                  <a:pt x="48529" y="23041"/>
                </a:lnTo>
                <a:cubicBezTo>
                  <a:pt x="47567" y="25648"/>
                  <a:pt x="46315" y="28036"/>
                  <a:pt x="44829" y="30367"/>
                </a:cubicBezTo>
                <a:cubicBezTo>
                  <a:pt x="43402" y="32653"/>
                  <a:pt x="41698" y="34809"/>
                  <a:pt x="39819" y="36746"/>
                </a:cubicBezTo>
                <a:cubicBezTo>
                  <a:pt x="35042" y="41698"/>
                  <a:pt x="29813" y="44145"/>
                  <a:pt x="24119" y="44261"/>
                </a:cubicBezTo>
                <a:cubicBezTo>
                  <a:pt x="18482" y="44319"/>
                  <a:pt x="13195" y="41975"/>
                  <a:pt x="8302" y="37256"/>
                </a:cubicBezTo>
                <a:cubicBezTo>
                  <a:pt x="3292" y="32304"/>
                  <a:pt x="626" y="27075"/>
                  <a:pt x="335" y="21439"/>
                </a:cubicBezTo>
                <a:cubicBezTo>
                  <a:pt x="0" y="15861"/>
                  <a:pt x="2097" y="10749"/>
                  <a:pt x="6598" y="6088"/>
                </a:cubicBezTo>
                <a:cubicBezTo>
                  <a:pt x="10632" y="1981"/>
                  <a:pt x="15191" y="0"/>
                  <a:pt x="20201" y="160"/>
                </a:cubicBezTo>
                <a:cubicBezTo>
                  <a:pt x="25196" y="393"/>
                  <a:pt x="30032" y="2665"/>
                  <a:pt x="34590" y="7166"/>
                </a:cubicBezTo>
                <a:close/>
                <a:moveTo>
                  <a:pt x="28153" y="10749"/>
                </a:moveTo>
                <a:cubicBezTo>
                  <a:pt x="25371" y="8127"/>
                  <a:pt x="22415" y="6714"/>
                  <a:pt x="19283" y="6656"/>
                </a:cubicBezTo>
                <a:cubicBezTo>
                  <a:pt x="16152" y="6539"/>
                  <a:pt x="13370" y="7734"/>
                  <a:pt x="10923" y="10239"/>
                </a:cubicBezTo>
                <a:cubicBezTo>
                  <a:pt x="8185" y="13079"/>
                  <a:pt x="6772" y="16094"/>
                  <a:pt x="6714" y="19342"/>
                </a:cubicBezTo>
                <a:cubicBezTo>
                  <a:pt x="6656" y="22575"/>
                  <a:pt x="7967" y="25764"/>
                  <a:pt x="10632" y="28837"/>
                </a:cubicBezTo>
                <a:lnTo>
                  <a:pt x="28153" y="10749"/>
                </a:lnTo>
                <a:close/>
                <a:moveTo>
                  <a:pt x="28153" y="107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8FB72-E2F3-4D42-A106-9A57D74D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928" y="2015374"/>
            <a:ext cx="44829" cy="49956"/>
          </a:xfrm>
          <a:custGeom xmlns:a="http://schemas.openxmlformats.org/drawingml/2006/main">
            <a:pathLst>
              <a:path w="44829" h="49956">
                <a:moveTo>
                  <a:pt x="17812" y="0"/>
                </a:moveTo>
                <a:lnTo>
                  <a:pt x="22589" y="4661"/>
                </a:lnTo>
                <a:cubicBezTo>
                  <a:pt x="20478" y="5403"/>
                  <a:pt x="18497" y="6379"/>
                  <a:pt x="16618" y="7515"/>
                </a:cubicBezTo>
                <a:cubicBezTo>
                  <a:pt x="14739" y="8710"/>
                  <a:pt x="13035" y="10122"/>
                  <a:pt x="11375" y="11783"/>
                </a:cubicBezTo>
                <a:cubicBezTo>
                  <a:pt x="8928" y="14288"/>
                  <a:pt x="7515" y="16560"/>
                  <a:pt x="7064" y="18555"/>
                </a:cubicBezTo>
                <a:cubicBezTo>
                  <a:pt x="6598" y="20536"/>
                  <a:pt x="7107" y="22298"/>
                  <a:pt x="8710" y="23842"/>
                </a:cubicBezTo>
                <a:cubicBezTo>
                  <a:pt x="9846" y="24978"/>
                  <a:pt x="11215" y="25429"/>
                  <a:pt x="12744" y="25153"/>
                </a:cubicBezTo>
                <a:cubicBezTo>
                  <a:pt x="14288" y="24920"/>
                  <a:pt x="16676" y="23725"/>
                  <a:pt x="19968" y="21614"/>
                </a:cubicBezTo>
                <a:lnTo>
                  <a:pt x="22021" y="20259"/>
                </a:lnTo>
                <a:cubicBezTo>
                  <a:pt x="26289" y="17404"/>
                  <a:pt x="29872" y="15933"/>
                  <a:pt x="32770" y="15759"/>
                </a:cubicBezTo>
                <a:cubicBezTo>
                  <a:pt x="35610" y="15642"/>
                  <a:pt x="38290" y="16778"/>
                  <a:pt x="40853" y="19225"/>
                </a:cubicBezTo>
                <a:cubicBezTo>
                  <a:pt x="43693" y="22021"/>
                  <a:pt x="44829" y="25371"/>
                  <a:pt x="44319" y="29245"/>
                </a:cubicBezTo>
                <a:cubicBezTo>
                  <a:pt x="43751" y="33119"/>
                  <a:pt x="41596" y="37037"/>
                  <a:pt x="37722" y="41013"/>
                </a:cubicBezTo>
                <a:cubicBezTo>
                  <a:pt x="36134" y="42674"/>
                  <a:pt x="34255" y="44203"/>
                  <a:pt x="32202" y="45688"/>
                </a:cubicBezTo>
                <a:cubicBezTo>
                  <a:pt x="30148" y="47160"/>
                  <a:pt x="27818" y="48587"/>
                  <a:pt x="25269" y="49956"/>
                </a:cubicBezTo>
                <a:lnTo>
                  <a:pt x="20026" y="44829"/>
                </a:lnTo>
                <a:cubicBezTo>
                  <a:pt x="22822" y="43926"/>
                  <a:pt x="25371" y="42790"/>
                  <a:pt x="27600" y="41479"/>
                </a:cubicBezTo>
                <a:cubicBezTo>
                  <a:pt x="29872" y="40110"/>
                  <a:pt x="31867" y="38567"/>
                  <a:pt x="33571" y="36761"/>
                </a:cubicBezTo>
                <a:cubicBezTo>
                  <a:pt x="35901" y="34357"/>
                  <a:pt x="37270" y="32144"/>
                  <a:pt x="37722" y="30090"/>
                </a:cubicBezTo>
                <a:cubicBezTo>
                  <a:pt x="38173" y="27993"/>
                  <a:pt x="37605" y="26230"/>
                  <a:pt x="36134" y="24803"/>
                </a:cubicBezTo>
                <a:cubicBezTo>
                  <a:pt x="34765" y="23434"/>
                  <a:pt x="33280" y="22866"/>
                  <a:pt x="31634" y="23099"/>
                </a:cubicBezTo>
                <a:cubicBezTo>
                  <a:pt x="29988" y="23332"/>
                  <a:pt x="27308" y="24628"/>
                  <a:pt x="23551" y="27133"/>
                </a:cubicBezTo>
                <a:lnTo>
                  <a:pt x="21453" y="28503"/>
                </a:lnTo>
                <a:cubicBezTo>
                  <a:pt x="17754" y="30949"/>
                  <a:pt x="14506" y="32260"/>
                  <a:pt x="11783" y="32318"/>
                </a:cubicBezTo>
                <a:cubicBezTo>
                  <a:pt x="9044" y="32377"/>
                  <a:pt x="6481" y="31241"/>
                  <a:pt x="4151" y="28896"/>
                </a:cubicBezTo>
                <a:cubicBezTo>
                  <a:pt x="1253" y="26114"/>
                  <a:pt x="0" y="22866"/>
                  <a:pt x="393" y="19283"/>
                </a:cubicBezTo>
                <a:cubicBezTo>
                  <a:pt x="859" y="15700"/>
                  <a:pt x="2898" y="12001"/>
                  <a:pt x="6598" y="8243"/>
                </a:cubicBezTo>
                <a:cubicBezTo>
                  <a:pt x="8418" y="6379"/>
                  <a:pt x="10239" y="4777"/>
                  <a:pt x="12118" y="3364"/>
                </a:cubicBezTo>
                <a:cubicBezTo>
                  <a:pt x="13996" y="1995"/>
                  <a:pt x="15933" y="859"/>
                  <a:pt x="17812" y="0"/>
                </a:cubicBezTo>
                <a:close/>
                <a:moveTo>
                  <a:pt x="178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E3663-2B37-4337-90C3-4D8FBCE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507" y="1989376"/>
            <a:ext cx="54616" cy="41246"/>
          </a:xfrm>
          <a:custGeom xmlns:a="http://schemas.openxmlformats.org/drawingml/2006/main">
            <a:pathLst>
              <a:path w="54616" h="41246">
                <a:moveTo>
                  <a:pt x="4952" y="1879"/>
                </a:moveTo>
                <a:lnTo>
                  <a:pt x="13661" y="10414"/>
                </a:lnTo>
                <a:lnTo>
                  <a:pt x="23842" y="0"/>
                </a:lnTo>
                <a:lnTo>
                  <a:pt x="27760" y="3816"/>
                </a:lnTo>
                <a:lnTo>
                  <a:pt x="17637" y="14273"/>
                </a:lnTo>
                <a:lnTo>
                  <a:pt x="34314" y="30556"/>
                </a:lnTo>
                <a:cubicBezTo>
                  <a:pt x="36862" y="33003"/>
                  <a:pt x="38800" y="34241"/>
                  <a:pt x="40169" y="34241"/>
                </a:cubicBezTo>
                <a:cubicBezTo>
                  <a:pt x="41596" y="34241"/>
                  <a:pt x="43300" y="33221"/>
                  <a:pt x="45339" y="31066"/>
                </a:cubicBezTo>
                <a:lnTo>
                  <a:pt x="50407" y="25881"/>
                </a:lnTo>
                <a:lnTo>
                  <a:pt x="54616" y="30032"/>
                </a:lnTo>
                <a:lnTo>
                  <a:pt x="49563" y="35217"/>
                </a:lnTo>
                <a:cubicBezTo>
                  <a:pt x="45747" y="39135"/>
                  <a:pt x="42382" y="41130"/>
                  <a:pt x="39484" y="41188"/>
                </a:cubicBezTo>
                <a:cubicBezTo>
                  <a:pt x="36586" y="41246"/>
                  <a:pt x="33221" y="39368"/>
                  <a:pt x="29362" y="35610"/>
                </a:cubicBezTo>
                <a:lnTo>
                  <a:pt x="12627" y="19342"/>
                </a:lnTo>
                <a:lnTo>
                  <a:pt x="9044" y="23041"/>
                </a:lnTo>
                <a:lnTo>
                  <a:pt x="5127" y="19225"/>
                </a:lnTo>
                <a:lnTo>
                  <a:pt x="8710" y="15526"/>
                </a:lnTo>
                <a:lnTo>
                  <a:pt x="0" y="6991"/>
                </a:lnTo>
                <a:lnTo>
                  <a:pt x="4952" y="1879"/>
                </a:lnTo>
                <a:close/>
                <a:moveTo>
                  <a:pt x="4952" y="18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9A827-1186-4AE0-ABB5-FBB023A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742" y="1949208"/>
            <a:ext cx="57864" cy="63209"/>
          </a:xfrm>
          <a:custGeom xmlns:a="http://schemas.openxmlformats.org/drawingml/2006/main">
            <a:pathLst>
              <a:path w="57864" h="63209">
                <a:moveTo>
                  <a:pt x="21395" y="0"/>
                </a:moveTo>
                <a:lnTo>
                  <a:pt x="26798" y="5287"/>
                </a:lnTo>
                <a:cubicBezTo>
                  <a:pt x="23725" y="6379"/>
                  <a:pt x="21060" y="7675"/>
                  <a:pt x="18715" y="9044"/>
                </a:cubicBezTo>
                <a:cubicBezTo>
                  <a:pt x="16385" y="10414"/>
                  <a:pt x="14404" y="12001"/>
                  <a:pt x="12686" y="13705"/>
                </a:cubicBezTo>
                <a:cubicBezTo>
                  <a:pt x="9729" y="16778"/>
                  <a:pt x="8083" y="19691"/>
                  <a:pt x="7632" y="22473"/>
                </a:cubicBezTo>
                <a:cubicBezTo>
                  <a:pt x="7224" y="25255"/>
                  <a:pt x="8083" y="27701"/>
                  <a:pt x="10239" y="29813"/>
                </a:cubicBezTo>
                <a:cubicBezTo>
                  <a:pt x="12059" y="31576"/>
                  <a:pt x="13996" y="32377"/>
                  <a:pt x="15992" y="32144"/>
                </a:cubicBezTo>
                <a:cubicBezTo>
                  <a:pt x="17929" y="31969"/>
                  <a:pt x="20711" y="30614"/>
                  <a:pt x="24235" y="28168"/>
                </a:cubicBezTo>
                <a:lnTo>
                  <a:pt x="28226" y="25488"/>
                </a:lnTo>
                <a:cubicBezTo>
                  <a:pt x="33061" y="22080"/>
                  <a:pt x="37387" y="20376"/>
                  <a:pt x="41305" y="20376"/>
                </a:cubicBezTo>
                <a:cubicBezTo>
                  <a:pt x="45237" y="20317"/>
                  <a:pt x="48820" y="21963"/>
                  <a:pt x="52170" y="25211"/>
                </a:cubicBezTo>
                <a:cubicBezTo>
                  <a:pt x="56160" y="29071"/>
                  <a:pt x="57864" y="33338"/>
                  <a:pt x="57355" y="37998"/>
                </a:cubicBezTo>
                <a:cubicBezTo>
                  <a:pt x="56787" y="42674"/>
                  <a:pt x="53990" y="47567"/>
                  <a:pt x="48995" y="52738"/>
                </a:cubicBezTo>
                <a:cubicBezTo>
                  <a:pt x="47116" y="54675"/>
                  <a:pt x="44829" y="56554"/>
                  <a:pt x="42280" y="58316"/>
                </a:cubicBezTo>
                <a:cubicBezTo>
                  <a:pt x="39717" y="60078"/>
                  <a:pt x="36819" y="61666"/>
                  <a:pt x="33687" y="63209"/>
                </a:cubicBezTo>
                <a:lnTo>
                  <a:pt x="27993" y="57631"/>
                </a:lnTo>
                <a:cubicBezTo>
                  <a:pt x="31401" y="56612"/>
                  <a:pt x="34532" y="55301"/>
                  <a:pt x="37270" y="53757"/>
                </a:cubicBezTo>
                <a:cubicBezTo>
                  <a:pt x="40052" y="52228"/>
                  <a:pt x="42441" y="50407"/>
                  <a:pt x="44494" y="48354"/>
                </a:cubicBezTo>
                <a:cubicBezTo>
                  <a:pt x="47567" y="45179"/>
                  <a:pt x="49330" y="42106"/>
                  <a:pt x="49723" y="39193"/>
                </a:cubicBezTo>
                <a:cubicBezTo>
                  <a:pt x="50189" y="36236"/>
                  <a:pt x="49271" y="33629"/>
                  <a:pt x="46941" y="31401"/>
                </a:cubicBezTo>
                <a:cubicBezTo>
                  <a:pt x="44946" y="29420"/>
                  <a:pt x="42732" y="28503"/>
                  <a:pt x="40402" y="28619"/>
                </a:cubicBezTo>
                <a:cubicBezTo>
                  <a:pt x="38071" y="28794"/>
                  <a:pt x="35217" y="29988"/>
                  <a:pt x="31925" y="32202"/>
                </a:cubicBezTo>
                <a:lnTo>
                  <a:pt x="27935" y="34984"/>
                </a:lnTo>
                <a:cubicBezTo>
                  <a:pt x="23099" y="38290"/>
                  <a:pt x="18890" y="40052"/>
                  <a:pt x="15307" y="40169"/>
                </a:cubicBezTo>
                <a:cubicBezTo>
                  <a:pt x="11724" y="40343"/>
                  <a:pt x="8360" y="38858"/>
                  <a:pt x="5243" y="35785"/>
                </a:cubicBezTo>
                <a:cubicBezTo>
                  <a:pt x="1602" y="32260"/>
                  <a:pt x="0" y="28226"/>
                  <a:pt x="408" y="23609"/>
                </a:cubicBezTo>
                <a:cubicBezTo>
                  <a:pt x="801" y="19007"/>
                  <a:pt x="3190" y="14448"/>
                  <a:pt x="7573" y="9962"/>
                </a:cubicBezTo>
                <a:cubicBezTo>
                  <a:pt x="9452" y="8025"/>
                  <a:pt x="11550" y="6263"/>
                  <a:pt x="13822" y="4617"/>
                </a:cubicBezTo>
                <a:cubicBezTo>
                  <a:pt x="16166" y="2957"/>
                  <a:pt x="18672" y="1427"/>
                  <a:pt x="21395" y="0"/>
                </a:cubicBezTo>
                <a:close/>
                <a:moveTo>
                  <a:pt x="213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EDC8C-1323-443F-8771-7AB75521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202" y="1921666"/>
            <a:ext cx="55913" cy="50975"/>
          </a:xfrm>
          <a:custGeom xmlns:a="http://schemas.openxmlformats.org/drawingml/2006/main">
            <a:pathLst>
              <a:path w="55913" h="50975">
                <a:moveTo>
                  <a:pt x="18599" y="43984"/>
                </a:moveTo>
                <a:lnTo>
                  <a:pt x="0" y="25837"/>
                </a:lnTo>
                <a:lnTo>
                  <a:pt x="4894" y="20769"/>
                </a:lnTo>
                <a:lnTo>
                  <a:pt x="23376" y="38756"/>
                </a:lnTo>
                <a:cubicBezTo>
                  <a:pt x="26274" y="41596"/>
                  <a:pt x="29012" y="43183"/>
                  <a:pt x="31576" y="43475"/>
                </a:cubicBezTo>
                <a:cubicBezTo>
                  <a:pt x="34124" y="43751"/>
                  <a:pt x="36513" y="42732"/>
                  <a:pt x="38741" y="40460"/>
                </a:cubicBezTo>
                <a:cubicBezTo>
                  <a:pt x="41407" y="37722"/>
                  <a:pt x="42659" y="34707"/>
                  <a:pt x="42441" y="31474"/>
                </a:cubicBezTo>
                <a:cubicBezTo>
                  <a:pt x="42266" y="28168"/>
                  <a:pt x="40678" y="25036"/>
                  <a:pt x="37664" y="22138"/>
                </a:cubicBezTo>
                <a:lnTo>
                  <a:pt x="20186" y="5068"/>
                </a:lnTo>
                <a:lnTo>
                  <a:pt x="25138" y="0"/>
                </a:lnTo>
                <a:lnTo>
                  <a:pt x="55913" y="30046"/>
                </a:lnTo>
                <a:lnTo>
                  <a:pt x="50975" y="35115"/>
                </a:lnTo>
                <a:lnTo>
                  <a:pt x="46242" y="30498"/>
                </a:lnTo>
                <a:cubicBezTo>
                  <a:pt x="46926" y="33571"/>
                  <a:pt x="46926" y="36367"/>
                  <a:pt x="46242" y="38858"/>
                </a:cubicBezTo>
                <a:cubicBezTo>
                  <a:pt x="45557" y="41363"/>
                  <a:pt x="44203" y="43693"/>
                  <a:pt x="42091" y="45805"/>
                </a:cubicBezTo>
                <a:cubicBezTo>
                  <a:pt x="38683" y="49330"/>
                  <a:pt x="34925" y="50975"/>
                  <a:pt x="30949" y="50640"/>
                </a:cubicBezTo>
                <a:cubicBezTo>
                  <a:pt x="26959" y="50364"/>
                  <a:pt x="22866" y="48135"/>
                  <a:pt x="18599" y="43984"/>
                </a:cubicBezTo>
                <a:close/>
                <a:moveTo>
                  <a:pt x="18599" y="439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DFEC4-BEEE-4F6F-BCA7-4FF18DBC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301" y="1890498"/>
            <a:ext cx="63253" cy="50975"/>
          </a:xfrm>
          <a:custGeom xmlns:a="http://schemas.openxmlformats.org/drawingml/2006/main">
            <a:pathLst>
              <a:path w="63253" h="50975">
                <a:moveTo>
                  <a:pt x="49155" y="13705"/>
                </a:moveTo>
                <a:cubicBezTo>
                  <a:pt x="45455" y="10064"/>
                  <a:pt x="41756" y="8025"/>
                  <a:pt x="38173" y="7457"/>
                </a:cubicBezTo>
                <a:cubicBezTo>
                  <a:pt x="34532" y="6933"/>
                  <a:pt x="31459" y="8025"/>
                  <a:pt x="28837" y="10690"/>
                </a:cubicBezTo>
                <a:cubicBezTo>
                  <a:pt x="26216" y="13370"/>
                  <a:pt x="25255" y="16501"/>
                  <a:pt x="25881" y="20084"/>
                </a:cubicBezTo>
                <a:cubicBezTo>
                  <a:pt x="26507" y="23667"/>
                  <a:pt x="28663" y="27308"/>
                  <a:pt x="32362" y="30949"/>
                </a:cubicBezTo>
                <a:cubicBezTo>
                  <a:pt x="36061" y="34532"/>
                  <a:pt x="39761" y="36629"/>
                  <a:pt x="43344" y="37154"/>
                </a:cubicBezTo>
                <a:cubicBezTo>
                  <a:pt x="46985" y="37722"/>
                  <a:pt x="50116" y="36629"/>
                  <a:pt x="52679" y="33964"/>
                </a:cubicBezTo>
                <a:cubicBezTo>
                  <a:pt x="55286" y="31284"/>
                  <a:pt x="56321" y="28153"/>
                  <a:pt x="55694" y="24512"/>
                </a:cubicBezTo>
                <a:cubicBezTo>
                  <a:pt x="55068" y="20929"/>
                  <a:pt x="52898" y="17346"/>
                  <a:pt x="49155" y="13705"/>
                </a:cubicBezTo>
                <a:close/>
                <a:moveTo>
                  <a:pt x="21614" y="20419"/>
                </a:moveTo>
                <a:cubicBezTo>
                  <a:pt x="20813" y="17579"/>
                  <a:pt x="20754" y="14899"/>
                  <a:pt x="21497" y="12453"/>
                </a:cubicBezTo>
                <a:cubicBezTo>
                  <a:pt x="22182" y="9947"/>
                  <a:pt x="23609" y="7559"/>
                  <a:pt x="25823" y="5345"/>
                </a:cubicBezTo>
                <a:cubicBezTo>
                  <a:pt x="29464" y="1588"/>
                  <a:pt x="33906" y="0"/>
                  <a:pt x="39135" y="568"/>
                </a:cubicBezTo>
                <a:cubicBezTo>
                  <a:pt x="44363" y="1078"/>
                  <a:pt x="49432" y="3758"/>
                  <a:pt x="54267" y="8476"/>
                </a:cubicBezTo>
                <a:cubicBezTo>
                  <a:pt x="59102" y="13195"/>
                  <a:pt x="61899" y="18147"/>
                  <a:pt x="62569" y="23376"/>
                </a:cubicBezTo>
                <a:cubicBezTo>
                  <a:pt x="63253" y="28619"/>
                  <a:pt x="61782" y="33105"/>
                  <a:pt x="58141" y="36862"/>
                </a:cubicBezTo>
                <a:cubicBezTo>
                  <a:pt x="55971" y="39076"/>
                  <a:pt x="53582" y="40620"/>
                  <a:pt x="51136" y="41363"/>
                </a:cubicBezTo>
                <a:cubicBezTo>
                  <a:pt x="48689" y="42091"/>
                  <a:pt x="46023" y="42091"/>
                  <a:pt x="43111" y="41421"/>
                </a:cubicBezTo>
                <a:lnTo>
                  <a:pt x="47728" y="45907"/>
                </a:lnTo>
                <a:lnTo>
                  <a:pt x="42776" y="50975"/>
                </a:lnTo>
                <a:lnTo>
                  <a:pt x="0" y="9278"/>
                </a:lnTo>
                <a:lnTo>
                  <a:pt x="4937" y="4209"/>
                </a:lnTo>
                <a:lnTo>
                  <a:pt x="21614" y="20419"/>
                </a:lnTo>
                <a:close/>
                <a:moveTo>
                  <a:pt x="21614" y="204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C7C31-2C2F-4BB0-B77B-5D4AA3AB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11" y="1835474"/>
            <a:ext cx="74643" cy="70273"/>
          </a:xfrm>
          <a:custGeom xmlns:a="http://schemas.openxmlformats.org/drawingml/2006/main">
            <a:pathLst>
              <a:path w="74643" h="70273">
                <a:moveTo>
                  <a:pt x="29478" y="21847"/>
                </a:moveTo>
                <a:cubicBezTo>
                  <a:pt x="28459" y="18380"/>
                  <a:pt x="28284" y="15191"/>
                  <a:pt x="28910" y="12409"/>
                </a:cubicBezTo>
                <a:cubicBezTo>
                  <a:pt x="29537" y="9569"/>
                  <a:pt x="31008" y="7005"/>
                  <a:pt x="33338" y="4617"/>
                </a:cubicBezTo>
                <a:cubicBezTo>
                  <a:pt x="36469" y="1369"/>
                  <a:pt x="39994" y="0"/>
                  <a:pt x="43926" y="466"/>
                </a:cubicBezTo>
                <a:cubicBezTo>
                  <a:pt x="47902" y="918"/>
                  <a:pt x="51951" y="3131"/>
                  <a:pt x="56044" y="7180"/>
                </a:cubicBezTo>
                <a:lnTo>
                  <a:pt x="74643" y="25327"/>
                </a:lnTo>
                <a:lnTo>
                  <a:pt x="69705" y="30381"/>
                </a:lnTo>
                <a:lnTo>
                  <a:pt x="51267" y="12409"/>
                </a:lnTo>
                <a:cubicBezTo>
                  <a:pt x="48310" y="9569"/>
                  <a:pt x="45630" y="7967"/>
                  <a:pt x="43183" y="7632"/>
                </a:cubicBezTo>
                <a:cubicBezTo>
                  <a:pt x="40737" y="7239"/>
                  <a:pt x="38465" y="8141"/>
                  <a:pt x="36353" y="10312"/>
                </a:cubicBezTo>
                <a:cubicBezTo>
                  <a:pt x="33804" y="12919"/>
                  <a:pt x="32668" y="15817"/>
                  <a:pt x="32886" y="19065"/>
                </a:cubicBezTo>
                <a:cubicBezTo>
                  <a:pt x="33178" y="22254"/>
                  <a:pt x="34823" y="25327"/>
                  <a:pt x="37838" y="28284"/>
                </a:cubicBezTo>
                <a:lnTo>
                  <a:pt x="55243" y="45237"/>
                </a:lnTo>
                <a:lnTo>
                  <a:pt x="50247" y="50364"/>
                </a:lnTo>
                <a:lnTo>
                  <a:pt x="31809" y="32377"/>
                </a:lnTo>
                <a:cubicBezTo>
                  <a:pt x="28852" y="29478"/>
                  <a:pt x="26172" y="27891"/>
                  <a:pt x="23725" y="27541"/>
                </a:cubicBezTo>
                <a:cubicBezTo>
                  <a:pt x="21279" y="27206"/>
                  <a:pt x="19007" y="28109"/>
                  <a:pt x="16909" y="30279"/>
                </a:cubicBezTo>
                <a:cubicBezTo>
                  <a:pt x="14346" y="32886"/>
                  <a:pt x="13210" y="35799"/>
                  <a:pt x="13487" y="39033"/>
                </a:cubicBezTo>
                <a:cubicBezTo>
                  <a:pt x="13778" y="42222"/>
                  <a:pt x="15365" y="45295"/>
                  <a:pt x="18380" y="48194"/>
                </a:cubicBezTo>
                <a:lnTo>
                  <a:pt x="35785" y="65205"/>
                </a:lnTo>
                <a:lnTo>
                  <a:pt x="30847" y="70273"/>
                </a:lnTo>
                <a:lnTo>
                  <a:pt x="0" y="40227"/>
                </a:lnTo>
                <a:lnTo>
                  <a:pt x="5010" y="35173"/>
                </a:lnTo>
                <a:lnTo>
                  <a:pt x="9787" y="39834"/>
                </a:lnTo>
                <a:cubicBezTo>
                  <a:pt x="9001" y="36819"/>
                  <a:pt x="8943" y="34081"/>
                  <a:pt x="9627" y="31576"/>
                </a:cubicBezTo>
                <a:cubicBezTo>
                  <a:pt x="10297" y="29129"/>
                  <a:pt x="11724" y="26740"/>
                  <a:pt x="13894" y="24526"/>
                </a:cubicBezTo>
                <a:cubicBezTo>
                  <a:pt x="16108" y="22313"/>
                  <a:pt x="18497" y="20944"/>
                  <a:pt x="21177" y="20492"/>
                </a:cubicBezTo>
                <a:cubicBezTo>
                  <a:pt x="23842" y="20041"/>
                  <a:pt x="26624" y="20492"/>
                  <a:pt x="29478" y="21847"/>
                </a:cubicBezTo>
                <a:close/>
                <a:moveTo>
                  <a:pt x="29478" y="218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AEDD2-5947-4ECC-A052-0E6CA917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824" y="1803913"/>
            <a:ext cx="47728" cy="46752"/>
          </a:xfrm>
          <a:custGeom xmlns:a="http://schemas.openxmlformats.org/drawingml/2006/main">
            <a:pathLst>
              <a:path w="47728" h="46752">
                <a:moveTo>
                  <a:pt x="12001" y="16778"/>
                </a:moveTo>
                <a:lnTo>
                  <a:pt x="16895" y="11710"/>
                </a:lnTo>
                <a:lnTo>
                  <a:pt x="47728" y="41756"/>
                </a:lnTo>
                <a:lnTo>
                  <a:pt x="42776" y="46752"/>
                </a:lnTo>
                <a:lnTo>
                  <a:pt x="12001" y="16778"/>
                </a:lnTo>
                <a:close/>
                <a:moveTo>
                  <a:pt x="0" y="5054"/>
                </a:moveTo>
                <a:lnTo>
                  <a:pt x="4952" y="0"/>
                </a:lnTo>
                <a:lnTo>
                  <a:pt x="11317" y="6248"/>
                </a:lnTo>
                <a:lnTo>
                  <a:pt x="6423" y="11317"/>
                </a:lnTo>
                <a:lnTo>
                  <a:pt x="0" y="5054"/>
                </a:lnTo>
                <a:close/>
                <a:moveTo>
                  <a:pt x="0" y="5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8CF49-8F5A-4503-8BA4-D48E7676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288" y="1786276"/>
            <a:ext cx="44829" cy="49941"/>
          </a:xfrm>
          <a:custGeom xmlns:a="http://schemas.openxmlformats.org/drawingml/2006/main">
            <a:pathLst>
              <a:path w="44829" h="49941">
                <a:moveTo>
                  <a:pt x="17812" y="0"/>
                </a:moveTo>
                <a:lnTo>
                  <a:pt x="22589" y="4661"/>
                </a:lnTo>
                <a:cubicBezTo>
                  <a:pt x="20478" y="5403"/>
                  <a:pt x="18497" y="6306"/>
                  <a:pt x="16618" y="7501"/>
                </a:cubicBezTo>
                <a:cubicBezTo>
                  <a:pt x="14739" y="8695"/>
                  <a:pt x="13035" y="10122"/>
                  <a:pt x="11375" y="11768"/>
                </a:cubicBezTo>
                <a:cubicBezTo>
                  <a:pt x="8928" y="14273"/>
                  <a:pt x="7515" y="16545"/>
                  <a:pt x="7049" y="18540"/>
                </a:cubicBezTo>
                <a:cubicBezTo>
                  <a:pt x="6598" y="20536"/>
                  <a:pt x="7107" y="22298"/>
                  <a:pt x="8651" y="23769"/>
                </a:cubicBezTo>
                <a:cubicBezTo>
                  <a:pt x="9846" y="24963"/>
                  <a:pt x="11215" y="25371"/>
                  <a:pt x="12744" y="25138"/>
                </a:cubicBezTo>
                <a:cubicBezTo>
                  <a:pt x="14288" y="24920"/>
                  <a:pt x="16676" y="23711"/>
                  <a:pt x="19910" y="21614"/>
                </a:cubicBezTo>
                <a:lnTo>
                  <a:pt x="22021" y="20245"/>
                </a:lnTo>
                <a:cubicBezTo>
                  <a:pt x="26289" y="17404"/>
                  <a:pt x="29872" y="15919"/>
                  <a:pt x="32712" y="15759"/>
                </a:cubicBezTo>
                <a:cubicBezTo>
                  <a:pt x="35610" y="15584"/>
                  <a:pt x="38290" y="16778"/>
                  <a:pt x="40795" y="19225"/>
                </a:cubicBezTo>
                <a:cubicBezTo>
                  <a:pt x="43693" y="22007"/>
                  <a:pt x="44829" y="25313"/>
                  <a:pt x="44319" y="29231"/>
                </a:cubicBezTo>
                <a:cubicBezTo>
                  <a:pt x="43751" y="33105"/>
                  <a:pt x="41596" y="37037"/>
                  <a:pt x="37722" y="41013"/>
                </a:cubicBezTo>
                <a:cubicBezTo>
                  <a:pt x="36076" y="42659"/>
                  <a:pt x="34255" y="44203"/>
                  <a:pt x="32202" y="45674"/>
                </a:cubicBezTo>
                <a:cubicBezTo>
                  <a:pt x="30148" y="47160"/>
                  <a:pt x="27818" y="48587"/>
                  <a:pt x="25255" y="49941"/>
                </a:cubicBezTo>
                <a:lnTo>
                  <a:pt x="20026" y="44829"/>
                </a:lnTo>
                <a:cubicBezTo>
                  <a:pt x="22822" y="43912"/>
                  <a:pt x="25313" y="42776"/>
                  <a:pt x="27600" y="41465"/>
                </a:cubicBezTo>
                <a:cubicBezTo>
                  <a:pt x="29872" y="40110"/>
                  <a:pt x="31867" y="38508"/>
                  <a:pt x="33571" y="36746"/>
                </a:cubicBezTo>
                <a:cubicBezTo>
                  <a:pt x="35901" y="34357"/>
                  <a:pt x="37270" y="32144"/>
                  <a:pt x="37722" y="30090"/>
                </a:cubicBezTo>
                <a:cubicBezTo>
                  <a:pt x="38115" y="27978"/>
                  <a:pt x="37605" y="26216"/>
                  <a:pt x="36134" y="24803"/>
                </a:cubicBezTo>
                <a:cubicBezTo>
                  <a:pt x="34765" y="23434"/>
                  <a:pt x="33280" y="22866"/>
                  <a:pt x="31634" y="23099"/>
                </a:cubicBezTo>
                <a:cubicBezTo>
                  <a:pt x="29988" y="23318"/>
                  <a:pt x="27308" y="24628"/>
                  <a:pt x="23551" y="27133"/>
                </a:cubicBezTo>
                <a:lnTo>
                  <a:pt x="21453" y="28503"/>
                </a:lnTo>
                <a:cubicBezTo>
                  <a:pt x="17754" y="30949"/>
                  <a:pt x="14506" y="32246"/>
                  <a:pt x="11783" y="32304"/>
                </a:cubicBezTo>
                <a:cubicBezTo>
                  <a:pt x="9044" y="32362"/>
                  <a:pt x="6481" y="31226"/>
                  <a:pt x="4093" y="28896"/>
                </a:cubicBezTo>
                <a:cubicBezTo>
                  <a:pt x="1194" y="26114"/>
                  <a:pt x="0" y="22866"/>
                  <a:pt x="393" y="19283"/>
                </a:cubicBezTo>
                <a:cubicBezTo>
                  <a:pt x="859" y="15700"/>
                  <a:pt x="2898" y="12001"/>
                  <a:pt x="6598" y="8243"/>
                </a:cubicBezTo>
                <a:cubicBezTo>
                  <a:pt x="8418" y="6365"/>
                  <a:pt x="10239" y="4777"/>
                  <a:pt x="12118" y="3350"/>
                </a:cubicBezTo>
                <a:cubicBezTo>
                  <a:pt x="13996" y="1981"/>
                  <a:pt x="15933" y="845"/>
                  <a:pt x="17812" y="0"/>
                </a:cubicBezTo>
                <a:close/>
                <a:moveTo>
                  <a:pt x="178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2C62F7-A0B7-4C50-A8EA-11B6903D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907" y="1756914"/>
            <a:ext cx="44829" cy="49956"/>
          </a:xfrm>
          <a:custGeom xmlns:a="http://schemas.openxmlformats.org/drawingml/2006/main">
            <a:pathLst>
              <a:path w="44829" h="49956">
                <a:moveTo>
                  <a:pt x="17812" y="0"/>
                </a:moveTo>
                <a:lnTo>
                  <a:pt x="22589" y="4661"/>
                </a:lnTo>
                <a:cubicBezTo>
                  <a:pt x="20478" y="5403"/>
                  <a:pt x="18482" y="6365"/>
                  <a:pt x="16618" y="7573"/>
                </a:cubicBezTo>
                <a:cubicBezTo>
                  <a:pt x="14739" y="8710"/>
                  <a:pt x="12977" y="10122"/>
                  <a:pt x="11375" y="11783"/>
                </a:cubicBezTo>
                <a:cubicBezTo>
                  <a:pt x="8928" y="14273"/>
                  <a:pt x="7457" y="16560"/>
                  <a:pt x="6991" y="18540"/>
                </a:cubicBezTo>
                <a:cubicBezTo>
                  <a:pt x="6539" y="20536"/>
                  <a:pt x="7107" y="22298"/>
                  <a:pt x="8651" y="23842"/>
                </a:cubicBezTo>
                <a:cubicBezTo>
                  <a:pt x="9846" y="24978"/>
                  <a:pt x="11200" y="25429"/>
                  <a:pt x="12744" y="25153"/>
                </a:cubicBezTo>
                <a:cubicBezTo>
                  <a:pt x="14273" y="24920"/>
                  <a:pt x="16662" y="23725"/>
                  <a:pt x="19910" y="21614"/>
                </a:cubicBezTo>
                <a:lnTo>
                  <a:pt x="22021" y="20259"/>
                </a:lnTo>
                <a:cubicBezTo>
                  <a:pt x="26289" y="17404"/>
                  <a:pt x="29872" y="15933"/>
                  <a:pt x="32712" y="15759"/>
                </a:cubicBezTo>
                <a:cubicBezTo>
                  <a:pt x="35610" y="15642"/>
                  <a:pt x="38290" y="16778"/>
                  <a:pt x="40795" y="19225"/>
                </a:cubicBezTo>
                <a:cubicBezTo>
                  <a:pt x="43693" y="22021"/>
                  <a:pt x="44829" y="25371"/>
                  <a:pt x="44319" y="29245"/>
                </a:cubicBezTo>
                <a:cubicBezTo>
                  <a:pt x="43751" y="33163"/>
                  <a:pt x="41538" y="37037"/>
                  <a:pt x="37664" y="41013"/>
                </a:cubicBezTo>
                <a:cubicBezTo>
                  <a:pt x="36061" y="42674"/>
                  <a:pt x="34255" y="44261"/>
                  <a:pt x="32202" y="45688"/>
                </a:cubicBezTo>
                <a:cubicBezTo>
                  <a:pt x="30090" y="47160"/>
                  <a:pt x="27818" y="48587"/>
                  <a:pt x="25196" y="49956"/>
                </a:cubicBezTo>
                <a:lnTo>
                  <a:pt x="20026" y="44829"/>
                </a:lnTo>
                <a:cubicBezTo>
                  <a:pt x="22808" y="43926"/>
                  <a:pt x="25313" y="42776"/>
                  <a:pt x="27585" y="41479"/>
                </a:cubicBezTo>
                <a:cubicBezTo>
                  <a:pt x="29813" y="40110"/>
                  <a:pt x="31809" y="38567"/>
                  <a:pt x="33571" y="36746"/>
                </a:cubicBezTo>
                <a:cubicBezTo>
                  <a:pt x="35901" y="34416"/>
                  <a:pt x="37270" y="32144"/>
                  <a:pt x="37664" y="30090"/>
                </a:cubicBezTo>
                <a:cubicBezTo>
                  <a:pt x="38115" y="27993"/>
                  <a:pt x="37605" y="26230"/>
                  <a:pt x="36120" y="24803"/>
                </a:cubicBezTo>
                <a:cubicBezTo>
                  <a:pt x="34765" y="23434"/>
                  <a:pt x="33221" y="22924"/>
                  <a:pt x="31634" y="23099"/>
                </a:cubicBezTo>
                <a:cubicBezTo>
                  <a:pt x="29988" y="23332"/>
                  <a:pt x="27308" y="24628"/>
                  <a:pt x="23551" y="27133"/>
                </a:cubicBezTo>
                <a:lnTo>
                  <a:pt x="21395" y="28503"/>
                </a:lnTo>
                <a:cubicBezTo>
                  <a:pt x="17696" y="31008"/>
                  <a:pt x="14506" y="32260"/>
                  <a:pt x="11783" y="32318"/>
                </a:cubicBezTo>
                <a:cubicBezTo>
                  <a:pt x="9044" y="32377"/>
                  <a:pt x="6481" y="31226"/>
                  <a:pt x="4093" y="28896"/>
                </a:cubicBezTo>
                <a:cubicBezTo>
                  <a:pt x="1194" y="26114"/>
                  <a:pt x="0" y="22866"/>
                  <a:pt x="393" y="19283"/>
                </a:cubicBezTo>
                <a:cubicBezTo>
                  <a:pt x="859" y="15700"/>
                  <a:pt x="2898" y="12059"/>
                  <a:pt x="6539" y="8243"/>
                </a:cubicBezTo>
                <a:cubicBezTo>
                  <a:pt x="8360" y="6365"/>
                  <a:pt x="10239" y="4777"/>
                  <a:pt x="12118" y="3408"/>
                </a:cubicBezTo>
                <a:cubicBezTo>
                  <a:pt x="13996" y="1995"/>
                  <a:pt x="15875" y="859"/>
                  <a:pt x="17812" y="0"/>
                </a:cubicBezTo>
                <a:close/>
                <a:moveTo>
                  <a:pt x="1781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300B6-C3BE-423A-9192-75AF076E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238" y="1729606"/>
            <a:ext cx="47742" cy="46766"/>
          </a:xfrm>
          <a:custGeom xmlns:a="http://schemas.openxmlformats.org/drawingml/2006/main">
            <a:pathLst>
              <a:path w="47742" h="46766">
                <a:moveTo>
                  <a:pt x="12016" y="16720"/>
                </a:moveTo>
                <a:lnTo>
                  <a:pt x="16953" y="11666"/>
                </a:lnTo>
                <a:lnTo>
                  <a:pt x="47742" y="41698"/>
                </a:lnTo>
                <a:lnTo>
                  <a:pt x="42848" y="46766"/>
                </a:lnTo>
                <a:lnTo>
                  <a:pt x="12016" y="16720"/>
                </a:lnTo>
                <a:close/>
                <a:moveTo>
                  <a:pt x="0" y="5068"/>
                </a:moveTo>
                <a:lnTo>
                  <a:pt x="4952" y="0"/>
                </a:lnTo>
                <a:lnTo>
                  <a:pt x="11389" y="6263"/>
                </a:lnTo>
                <a:lnTo>
                  <a:pt x="6437" y="11317"/>
                </a:lnTo>
                <a:lnTo>
                  <a:pt x="0" y="5068"/>
                </a:lnTo>
                <a:close/>
                <a:moveTo>
                  <a:pt x="0" y="50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7BFB3-8898-4C00-AC4A-21F5CAE5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163" y="1711575"/>
            <a:ext cx="44829" cy="44480"/>
          </a:xfrm>
          <a:custGeom xmlns:a="http://schemas.openxmlformats.org/drawingml/2006/main">
            <a:pathLst>
              <a:path w="44829" h="44480">
                <a:moveTo>
                  <a:pt x="10515" y="10632"/>
                </a:moveTo>
                <a:cubicBezTo>
                  <a:pt x="7908" y="13370"/>
                  <a:pt x="6874" y="16545"/>
                  <a:pt x="7442" y="20186"/>
                </a:cubicBezTo>
                <a:cubicBezTo>
                  <a:pt x="8010" y="23827"/>
                  <a:pt x="10122" y="27425"/>
                  <a:pt x="13822" y="31008"/>
                </a:cubicBezTo>
                <a:cubicBezTo>
                  <a:pt x="17521" y="34649"/>
                  <a:pt x="21162" y="36688"/>
                  <a:pt x="24803" y="37139"/>
                </a:cubicBezTo>
                <a:cubicBezTo>
                  <a:pt x="28503" y="37664"/>
                  <a:pt x="31634" y="36513"/>
                  <a:pt x="34299" y="33789"/>
                </a:cubicBezTo>
                <a:cubicBezTo>
                  <a:pt x="36921" y="31110"/>
                  <a:pt x="37940" y="27935"/>
                  <a:pt x="37372" y="24293"/>
                </a:cubicBezTo>
                <a:cubicBezTo>
                  <a:pt x="36746" y="20652"/>
                  <a:pt x="34649" y="17011"/>
                  <a:pt x="30949" y="13472"/>
                </a:cubicBezTo>
                <a:cubicBezTo>
                  <a:pt x="27308" y="9889"/>
                  <a:pt x="23667" y="7850"/>
                  <a:pt x="19968" y="7384"/>
                </a:cubicBezTo>
                <a:cubicBezTo>
                  <a:pt x="16327" y="6874"/>
                  <a:pt x="13137" y="7967"/>
                  <a:pt x="10515" y="10632"/>
                </a:cubicBezTo>
                <a:close/>
                <a:moveTo>
                  <a:pt x="6248" y="6481"/>
                </a:moveTo>
                <a:cubicBezTo>
                  <a:pt x="10515" y="2097"/>
                  <a:pt x="15351" y="0"/>
                  <a:pt x="20652" y="277"/>
                </a:cubicBezTo>
                <a:cubicBezTo>
                  <a:pt x="25939" y="568"/>
                  <a:pt x="31110" y="3175"/>
                  <a:pt x="36178" y="8069"/>
                </a:cubicBezTo>
                <a:cubicBezTo>
                  <a:pt x="41246" y="13021"/>
                  <a:pt x="43970" y="18147"/>
                  <a:pt x="44378" y="23434"/>
                </a:cubicBezTo>
                <a:cubicBezTo>
                  <a:pt x="44829" y="28721"/>
                  <a:pt x="42892" y="33615"/>
                  <a:pt x="38567" y="37998"/>
                </a:cubicBezTo>
                <a:cubicBezTo>
                  <a:pt x="34299" y="42441"/>
                  <a:pt x="29464" y="44480"/>
                  <a:pt x="24177" y="44203"/>
                </a:cubicBezTo>
                <a:cubicBezTo>
                  <a:pt x="18832" y="43853"/>
                  <a:pt x="13647" y="41305"/>
                  <a:pt x="8637" y="36353"/>
                </a:cubicBezTo>
                <a:cubicBezTo>
                  <a:pt x="3583" y="31459"/>
                  <a:pt x="845" y="26332"/>
                  <a:pt x="393" y="21046"/>
                </a:cubicBezTo>
                <a:cubicBezTo>
                  <a:pt x="0" y="15759"/>
                  <a:pt x="1937" y="10865"/>
                  <a:pt x="6248" y="6481"/>
                </a:cubicBezTo>
                <a:close/>
                <a:moveTo>
                  <a:pt x="6248" y="64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A24A9-E2CB-459F-9DA4-513980BD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84" y="1675499"/>
            <a:ext cx="55986" cy="50975"/>
          </a:xfrm>
          <a:custGeom xmlns:a="http://schemas.openxmlformats.org/drawingml/2006/main">
            <a:pathLst>
              <a:path w="55986" h="50975">
                <a:moveTo>
                  <a:pt x="37387" y="7049"/>
                </a:moveTo>
                <a:lnTo>
                  <a:pt x="55986" y="25153"/>
                </a:lnTo>
                <a:lnTo>
                  <a:pt x="51034" y="30207"/>
                </a:lnTo>
                <a:lnTo>
                  <a:pt x="32610" y="12234"/>
                </a:lnTo>
                <a:cubicBezTo>
                  <a:pt x="29697" y="9452"/>
                  <a:pt x="26973" y="7850"/>
                  <a:pt x="24410" y="7573"/>
                </a:cubicBezTo>
                <a:cubicBezTo>
                  <a:pt x="21847" y="7340"/>
                  <a:pt x="19458" y="8302"/>
                  <a:pt x="17244" y="10588"/>
                </a:cubicBezTo>
                <a:cubicBezTo>
                  <a:pt x="14564" y="13312"/>
                  <a:pt x="13370" y="16327"/>
                  <a:pt x="13545" y="19633"/>
                </a:cubicBezTo>
                <a:cubicBezTo>
                  <a:pt x="13778" y="22866"/>
                  <a:pt x="15365" y="25997"/>
                  <a:pt x="18380" y="28896"/>
                </a:cubicBezTo>
                <a:lnTo>
                  <a:pt x="35785" y="45863"/>
                </a:lnTo>
                <a:lnTo>
                  <a:pt x="30847" y="50975"/>
                </a:lnTo>
                <a:lnTo>
                  <a:pt x="0" y="20944"/>
                </a:lnTo>
                <a:lnTo>
                  <a:pt x="5010" y="15875"/>
                </a:lnTo>
                <a:lnTo>
                  <a:pt x="9787" y="20536"/>
                </a:lnTo>
                <a:cubicBezTo>
                  <a:pt x="9103" y="17521"/>
                  <a:pt x="9103" y="14739"/>
                  <a:pt x="9787" y="12176"/>
                </a:cubicBezTo>
                <a:cubicBezTo>
                  <a:pt x="10472" y="9671"/>
                  <a:pt x="11841" y="7340"/>
                  <a:pt x="13938" y="5185"/>
                </a:cubicBezTo>
                <a:cubicBezTo>
                  <a:pt x="17419" y="1646"/>
                  <a:pt x="21118" y="0"/>
                  <a:pt x="25036" y="350"/>
                </a:cubicBezTo>
                <a:cubicBezTo>
                  <a:pt x="29027" y="685"/>
                  <a:pt x="33119" y="2898"/>
                  <a:pt x="37387" y="7049"/>
                </a:cubicBezTo>
                <a:close/>
                <a:moveTo>
                  <a:pt x="37387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5BA2C-A905-49E1-A62B-C5B100D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862" y="1630043"/>
            <a:ext cx="46490" cy="60311"/>
          </a:xfrm>
          <a:custGeom xmlns:a="http://schemas.openxmlformats.org/drawingml/2006/main">
            <a:pathLst>
              <a:path w="46490" h="60311">
                <a:moveTo>
                  <a:pt x="9962" y="19167"/>
                </a:moveTo>
                <a:lnTo>
                  <a:pt x="25371" y="34255"/>
                </a:lnTo>
                <a:lnTo>
                  <a:pt x="32202" y="27250"/>
                </a:lnTo>
                <a:cubicBezTo>
                  <a:pt x="34707" y="24628"/>
                  <a:pt x="36018" y="22021"/>
                  <a:pt x="36018" y="19283"/>
                </a:cubicBezTo>
                <a:cubicBezTo>
                  <a:pt x="36076" y="16560"/>
                  <a:pt x="34882" y="13996"/>
                  <a:pt x="32377" y="11608"/>
                </a:cubicBezTo>
                <a:cubicBezTo>
                  <a:pt x="29930" y="9219"/>
                  <a:pt x="27366" y="8083"/>
                  <a:pt x="24643" y="8141"/>
                </a:cubicBezTo>
                <a:cubicBezTo>
                  <a:pt x="21905" y="8243"/>
                  <a:pt x="19283" y="9612"/>
                  <a:pt x="16793" y="12176"/>
                </a:cubicBezTo>
                <a:lnTo>
                  <a:pt x="9962" y="19167"/>
                </a:lnTo>
                <a:close/>
                <a:moveTo>
                  <a:pt x="0" y="20317"/>
                </a:moveTo>
                <a:lnTo>
                  <a:pt x="12234" y="7734"/>
                </a:lnTo>
                <a:cubicBezTo>
                  <a:pt x="16734" y="3131"/>
                  <a:pt x="21104" y="685"/>
                  <a:pt x="25488" y="335"/>
                </a:cubicBezTo>
                <a:cubicBezTo>
                  <a:pt x="29872" y="0"/>
                  <a:pt x="34081" y="1821"/>
                  <a:pt x="38115" y="5753"/>
                </a:cubicBezTo>
                <a:cubicBezTo>
                  <a:pt x="42164" y="9671"/>
                  <a:pt x="44101" y="13822"/>
                  <a:pt x="43868" y="18205"/>
                </a:cubicBezTo>
                <a:cubicBezTo>
                  <a:pt x="43635" y="22589"/>
                  <a:pt x="41246" y="27075"/>
                  <a:pt x="36761" y="31692"/>
                </a:cubicBezTo>
                <a:lnTo>
                  <a:pt x="29988" y="38683"/>
                </a:lnTo>
                <a:lnTo>
                  <a:pt x="46490" y="54791"/>
                </a:lnTo>
                <a:lnTo>
                  <a:pt x="41028" y="60311"/>
                </a:lnTo>
                <a:lnTo>
                  <a:pt x="0" y="20317"/>
                </a:lnTo>
                <a:close/>
                <a:moveTo>
                  <a:pt x="0" y="203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7B2CC-664D-4942-81AB-883CF7D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51" y="1609275"/>
            <a:ext cx="35785" cy="48529"/>
          </a:xfrm>
          <a:custGeom xmlns:a="http://schemas.openxmlformats.org/drawingml/2006/main">
            <a:pathLst>
              <a:path w="35785" h="48529">
                <a:moveTo>
                  <a:pt x="22298" y="5068"/>
                </a:moveTo>
                <a:cubicBezTo>
                  <a:pt x="21453" y="5301"/>
                  <a:pt x="20594" y="5695"/>
                  <a:pt x="19793" y="6204"/>
                </a:cubicBezTo>
                <a:cubicBezTo>
                  <a:pt x="18948" y="6714"/>
                  <a:pt x="18147" y="7399"/>
                  <a:pt x="17404" y="8200"/>
                </a:cubicBezTo>
                <a:cubicBezTo>
                  <a:pt x="14623" y="11040"/>
                  <a:pt x="13370" y="14171"/>
                  <a:pt x="13763" y="17521"/>
                </a:cubicBezTo>
                <a:cubicBezTo>
                  <a:pt x="14113" y="20827"/>
                  <a:pt x="16050" y="24235"/>
                  <a:pt x="19516" y="27600"/>
                </a:cubicBezTo>
                <a:lnTo>
                  <a:pt x="35785" y="43416"/>
                </a:lnTo>
                <a:lnTo>
                  <a:pt x="30775" y="48529"/>
                </a:lnTo>
                <a:lnTo>
                  <a:pt x="0" y="18497"/>
                </a:lnTo>
                <a:lnTo>
                  <a:pt x="4952" y="13428"/>
                </a:lnTo>
                <a:lnTo>
                  <a:pt x="9729" y="18089"/>
                </a:lnTo>
                <a:cubicBezTo>
                  <a:pt x="8928" y="15191"/>
                  <a:pt x="8870" y="12467"/>
                  <a:pt x="9612" y="9846"/>
                </a:cubicBezTo>
                <a:cubicBezTo>
                  <a:pt x="10414" y="7282"/>
                  <a:pt x="11943" y="4777"/>
                  <a:pt x="14331" y="2330"/>
                </a:cubicBezTo>
                <a:cubicBezTo>
                  <a:pt x="14681" y="1995"/>
                  <a:pt x="15074" y="1602"/>
                  <a:pt x="15526" y="1253"/>
                </a:cubicBezTo>
                <a:cubicBezTo>
                  <a:pt x="15992" y="859"/>
                  <a:pt x="16501" y="451"/>
                  <a:pt x="17128" y="0"/>
                </a:cubicBezTo>
                <a:lnTo>
                  <a:pt x="22298" y="5068"/>
                </a:lnTo>
                <a:close/>
                <a:moveTo>
                  <a:pt x="22298" y="50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46E0C-EDD9-48FE-BF37-2F0572AA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600" y="1587661"/>
            <a:ext cx="47742" cy="46766"/>
          </a:xfrm>
          <a:custGeom xmlns:a="http://schemas.openxmlformats.org/drawingml/2006/main">
            <a:pathLst>
              <a:path w="47742" h="46766">
                <a:moveTo>
                  <a:pt x="12016" y="16778"/>
                </a:moveTo>
                <a:lnTo>
                  <a:pt x="16953" y="11724"/>
                </a:lnTo>
                <a:lnTo>
                  <a:pt x="47742" y="41698"/>
                </a:lnTo>
                <a:lnTo>
                  <a:pt x="42790" y="46766"/>
                </a:lnTo>
                <a:lnTo>
                  <a:pt x="12016" y="16778"/>
                </a:lnTo>
                <a:close/>
                <a:moveTo>
                  <a:pt x="0" y="5068"/>
                </a:moveTo>
                <a:lnTo>
                  <a:pt x="4952" y="0"/>
                </a:lnTo>
                <a:lnTo>
                  <a:pt x="11389" y="6263"/>
                </a:lnTo>
                <a:lnTo>
                  <a:pt x="6437" y="11317"/>
                </a:lnTo>
                <a:lnTo>
                  <a:pt x="0" y="5068"/>
                </a:lnTo>
                <a:close/>
                <a:moveTo>
                  <a:pt x="0" y="50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17A92-F166-48CD-8EF3-2C6BD87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525" y="1569674"/>
            <a:ext cx="44771" cy="44436"/>
          </a:xfrm>
          <a:custGeom xmlns:a="http://schemas.openxmlformats.org/drawingml/2006/main">
            <a:pathLst>
              <a:path w="44771" h="44436">
                <a:moveTo>
                  <a:pt x="10515" y="10647"/>
                </a:moveTo>
                <a:cubicBezTo>
                  <a:pt x="7908" y="13326"/>
                  <a:pt x="6816" y="16501"/>
                  <a:pt x="7442" y="20143"/>
                </a:cubicBezTo>
                <a:cubicBezTo>
                  <a:pt x="8010" y="23784"/>
                  <a:pt x="10122" y="27425"/>
                  <a:pt x="13822" y="31008"/>
                </a:cubicBezTo>
                <a:cubicBezTo>
                  <a:pt x="17521" y="34605"/>
                  <a:pt x="21162" y="36644"/>
                  <a:pt x="24803" y="37154"/>
                </a:cubicBezTo>
                <a:cubicBezTo>
                  <a:pt x="28444" y="37620"/>
                  <a:pt x="31634" y="36527"/>
                  <a:pt x="34299" y="33804"/>
                </a:cubicBezTo>
                <a:cubicBezTo>
                  <a:pt x="36921" y="31066"/>
                  <a:pt x="37940" y="27935"/>
                  <a:pt x="37314" y="24293"/>
                </a:cubicBezTo>
                <a:cubicBezTo>
                  <a:pt x="36746" y="20609"/>
                  <a:pt x="34649" y="17011"/>
                  <a:pt x="30949" y="13428"/>
                </a:cubicBezTo>
                <a:cubicBezTo>
                  <a:pt x="27308" y="9904"/>
                  <a:pt x="23667" y="7865"/>
                  <a:pt x="19968" y="7340"/>
                </a:cubicBezTo>
                <a:cubicBezTo>
                  <a:pt x="16327" y="6831"/>
                  <a:pt x="13137" y="7908"/>
                  <a:pt x="10515" y="10647"/>
                </a:cubicBezTo>
                <a:close/>
                <a:moveTo>
                  <a:pt x="6248" y="6437"/>
                </a:moveTo>
                <a:cubicBezTo>
                  <a:pt x="10515" y="2054"/>
                  <a:pt x="15293" y="0"/>
                  <a:pt x="20652" y="291"/>
                </a:cubicBezTo>
                <a:cubicBezTo>
                  <a:pt x="25939" y="524"/>
                  <a:pt x="31110" y="3131"/>
                  <a:pt x="36178" y="8083"/>
                </a:cubicBezTo>
                <a:cubicBezTo>
                  <a:pt x="41246" y="12977"/>
                  <a:pt x="43970" y="18104"/>
                  <a:pt x="44378" y="23390"/>
                </a:cubicBezTo>
                <a:cubicBezTo>
                  <a:pt x="44771" y="28736"/>
                  <a:pt x="42834" y="33571"/>
                  <a:pt x="38567" y="37955"/>
                </a:cubicBezTo>
                <a:cubicBezTo>
                  <a:pt x="34241" y="42397"/>
                  <a:pt x="29464" y="44436"/>
                  <a:pt x="24177" y="44159"/>
                </a:cubicBezTo>
                <a:cubicBezTo>
                  <a:pt x="18832" y="43868"/>
                  <a:pt x="13647" y="41261"/>
                  <a:pt x="8637" y="36367"/>
                </a:cubicBezTo>
                <a:cubicBezTo>
                  <a:pt x="3583" y="31415"/>
                  <a:pt x="845" y="26289"/>
                  <a:pt x="393" y="21002"/>
                </a:cubicBezTo>
                <a:cubicBezTo>
                  <a:pt x="0" y="15715"/>
                  <a:pt x="1937" y="10880"/>
                  <a:pt x="6248" y="6437"/>
                </a:cubicBezTo>
                <a:close/>
                <a:moveTo>
                  <a:pt x="6248" y="64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4B236-BCCE-4D4D-A543-E5CF8206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246" y="1536059"/>
            <a:ext cx="35785" cy="48470"/>
          </a:xfrm>
          <a:custGeom xmlns:a="http://schemas.openxmlformats.org/drawingml/2006/main">
            <a:pathLst>
              <a:path w="35785" h="48470">
                <a:moveTo>
                  <a:pt x="22313" y="5010"/>
                </a:moveTo>
                <a:cubicBezTo>
                  <a:pt x="21453" y="5287"/>
                  <a:pt x="20594" y="5636"/>
                  <a:pt x="19808" y="6204"/>
                </a:cubicBezTo>
                <a:cubicBezTo>
                  <a:pt x="19007" y="6714"/>
                  <a:pt x="18205" y="7340"/>
                  <a:pt x="17419" y="8127"/>
                </a:cubicBezTo>
                <a:cubicBezTo>
                  <a:pt x="14623" y="11040"/>
                  <a:pt x="13428" y="14113"/>
                  <a:pt x="13778" y="17463"/>
                </a:cubicBezTo>
                <a:cubicBezTo>
                  <a:pt x="14113" y="20827"/>
                  <a:pt x="16050" y="24177"/>
                  <a:pt x="19575" y="27585"/>
                </a:cubicBezTo>
                <a:lnTo>
                  <a:pt x="35785" y="43402"/>
                </a:lnTo>
                <a:lnTo>
                  <a:pt x="30847" y="48470"/>
                </a:lnTo>
                <a:lnTo>
                  <a:pt x="0" y="18439"/>
                </a:lnTo>
                <a:lnTo>
                  <a:pt x="4952" y="13370"/>
                </a:lnTo>
                <a:lnTo>
                  <a:pt x="9787" y="18031"/>
                </a:lnTo>
                <a:cubicBezTo>
                  <a:pt x="8943" y="15132"/>
                  <a:pt x="8884" y="12394"/>
                  <a:pt x="9671" y="9846"/>
                </a:cubicBezTo>
                <a:cubicBezTo>
                  <a:pt x="10414" y="7224"/>
                  <a:pt x="11957" y="4719"/>
                  <a:pt x="14346" y="2272"/>
                </a:cubicBezTo>
                <a:cubicBezTo>
                  <a:pt x="14681" y="1937"/>
                  <a:pt x="15089" y="1588"/>
                  <a:pt x="15540" y="1194"/>
                </a:cubicBezTo>
                <a:cubicBezTo>
                  <a:pt x="15992" y="801"/>
                  <a:pt x="16501" y="393"/>
                  <a:pt x="17128" y="0"/>
                </a:cubicBezTo>
                <a:lnTo>
                  <a:pt x="22313" y="5010"/>
                </a:lnTo>
                <a:close/>
                <a:moveTo>
                  <a:pt x="22313" y="50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68CF9-A0A8-46A1-A22D-C1D16905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67" y="1514446"/>
            <a:ext cx="47669" cy="46752"/>
          </a:xfrm>
          <a:custGeom xmlns:a="http://schemas.openxmlformats.org/drawingml/2006/main">
            <a:pathLst>
              <a:path w="47669" h="46752">
                <a:moveTo>
                  <a:pt x="11943" y="16720"/>
                </a:moveTo>
                <a:lnTo>
                  <a:pt x="16895" y="11652"/>
                </a:lnTo>
                <a:lnTo>
                  <a:pt x="47669" y="41698"/>
                </a:lnTo>
                <a:lnTo>
                  <a:pt x="42776" y="46752"/>
                </a:lnTo>
                <a:lnTo>
                  <a:pt x="11943" y="16720"/>
                </a:lnTo>
                <a:close/>
                <a:moveTo>
                  <a:pt x="0" y="5054"/>
                </a:moveTo>
                <a:lnTo>
                  <a:pt x="4879" y="0"/>
                </a:lnTo>
                <a:lnTo>
                  <a:pt x="11317" y="6248"/>
                </a:lnTo>
                <a:lnTo>
                  <a:pt x="6365" y="11258"/>
                </a:lnTo>
                <a:lnTo>
                  <a:pt x="0" y="5054"/>
                </a:lnTo>
                <a:close/>
                <a:moveTo>
                  <a:pt x="0" y="5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5283F-14D4-4478-AD3A-5ECD44A7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433" y="1500100"/>
            <a:ext cx="54675" cy="41246"/>
          </a:xfrm>
          <a:custGeom xmlns:a="http://schemas.openxmlformats.org/drawingml/2006/main">
            <a:pathLst>
              <a:path w="54675" h="41246">
                <a:moveTo>
                  <a:pt x="4952" y="1879"/>
                </a:moveTo>
                <a:lnTo>
                  <a:pt x="13720" y="10414"/>
                </a:lnTo>
                <a:lnTo>
                  <a:pt x="23900" y="0"/>
                </a:lnTo>
                <a:lnTo>
                  <a:pt x="27818" y="3816"/>
                </a:lnTo>
                <a:lnTo>
                  <a:pt x="17637" y="14229"/>
                </a:lnTo>
                <a:lnTo>
                  <a:pt x="34372" y="30556"/>
                </a:lnTo>
                <a:cubicBezTo>
                  <a:pt x="36877" y="33003"/>
                  <a:pt x="38858" y="34255"/>
                  <a:pt x="40227" y="34255"/>
                </a:cubicBezTo>
                <a:cubicBezTo>
                  <a:pt x="41596" y="34255"/>
                  <a:pt x="43358" y="33163"/>
                  <a:pt x="45397" y="31066"/>
                </a:cubicBezTo>
                <a:lnTo>
                  <a:pt x="50466" y="25881"/>
                </a:lnTo>
                <a:lnTo>
                  <a:pt x="54675" y="30046"/>
                </a:lnTo>
                <a:lnTo>
                  <a:pt x="49621" y="35217"/>
                </a:lnTo>
                <a:cubicBezTo>
                  <a:pt x="45805" y="39149"/>
                  <a:pt x="42441" y="41072"/>
                  <a:pt x="39542" y="41188"/>
                </a:cubicBezTo>
                <a:cubicBezTo>
                  <a:pt x="36644" y="41246"/>
                  <a:pt x="33280" y="39368"/>
                  <a:pt x="29420" y="35610"/>
                </a:cubicBezTo>
                <a:lnTo>
                  <a:pt x="12686" y="19342"/>
                </a:lnTo>
                <a:lnTo>
                  <a:pt x="9103" y="23041"/>
                </a:lnTo>
                <a:lnTo>
                  <a:pt x="5127" y="19225"/>
                </a:lnTo>
                <a:lnTo>
                  <a:pt x="8768" y="15482"/>
                </a:lnTo>
                <a:lnTo>
                  <a:pt x="0" y="7005"/>
                </a:lnTo>
                <a:lnTo>
                  <a:pt x="4952" y="1879"/>
                </a:lnTo>
                <a:close/>
                <a:moveTo>
                  <a:pt x="4952" y="18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4EE2A-22D0-4547-97B1-FD592AEF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290" y="1467112"/>
            <a:ext cx="52971" cy="68598"/>
          </a:xfrm>
          <a:custGeom xmlns:a="http://schemas.openxmlformats.org/drawingml/2006/main">
            <a:pathLst>
              <a:path w="52971" h="68598">
                <a:moveTo>
                  <a:pt x="49665" y="46300"/>
                </a:moveTo>
                <a:cubicBezTo>
                  <a:pt x="51937" y="51310"/>
                  <a:pt x="52971" y="55068"/>
                  <a:pt x="52738" y="57515"/>
                </a:cubicBezTo>
                <a:cubicBezTo>
                  <a:pt x="52563" y="59962"/>
                  <a:pt x="51369" y="62292"/>
                  <a:pt x="49155" y="64564"/>
                </a:cubicBezTo>
                <a:lnTo>
                  <a:pt x="45179" y="68598"/>
                </a:lnTo>
                <a:lnTo>
                  <a:pt x="40970" y="64506"/>
                </a:lnTo>
                <a:lnTo>
                  <a:pt x="43868" y="61549"/>
                </a:lnTo>
                <a:cubicBezTo>
                  <a:pt x="45237" y="60122"/>
                  <a:pt x="45907" y="58709"/>
                  <a:pt x="46023" y="57340"/>
                </a:cubicBezTo>
                <a:cubicBezTo>
                  <a:pt x="46140" y="55913"/>
                  <a:pt x="45397" y="53524"/>
                  <a:pt x="43868" y="50233"/>
                </a:cubicBezTo>
                <a:lnTo>
                  <a:pt x="42441" y="47043"/>
                </a:lnTo>
                <a:lnTo>
                  <a:pt x="0" y="29974"/>
                </a:lnTo>
                <a:lnTo>
                  <a:pt x="5185" y="24570"/>
                </a:lnTo>
                <a:lnTo>
                  <a:pt x="38683" y="38450"/>
                </a:lnTo>
                <a:lnTo>
                  <a:pt x="23958" y="5345"/>
                </a:lnTo>
                <a:lnTo>
                  <a:pt x="29187" y="0"/>
                </a:lnTo>
                <a:lnTo>
                  <a:pt x="49665" y="46300"/>
                </a:lnTo>
                <a:close/>
                <a:moveTo>
                  <a:pt x="49665" y="463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F3931B-8C3A-4CFE-9B19-BEFF36C1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29" y="1412320"/>
            <a:ext cx="77716" cy="77599"/>
          </a:xfrm>
          <a:custGeom xmlns:a="http://schemas.openxmlformats.org/drawingml/2006/main">
            <a:pathLst>
              <a:path w="77716" h="77599">
                <a:moveTo>
                  <a:pt x="0" y="37547"/>
                </a:moveTo>
                <a:lnTo>
                  <a:pt x="8083" y="29304"/>
                </a:lnTo>
                <a:lnTo>
                  <a:pt x="46257" y="46082"/>
                </a:lnTo>
                <a:lnTo>
                  <a:pt x="28561" y="8302"/>
                </a:lnTo>
                <a:lnTo>
                  <a:pt x="36644" y="0"/>
                </a:lnTo>
                <a:lnTo>
                  <a:pt x="77716" y="40052"/>
                </a:lnTo>
                <a:lnTo>
                  <a:pt x="72429" y="45455"/>
                </a:lnTo>
                <a:lnTo>
                  <a:pt x="36353" y="10297"/>
                </a:lnTo>
                <a:lnTo>
                  <a:pt x="54223" y="48354"/>
                </a:lnTo>
                <a:lnTo>
                  <a:pt x="48762" y="53932"/>
                </a:lnTo>
                <a:lnTo>
                  <a:pt x="10297" y="37037"/>
                </a:lnTo>
                <a:lnTo>
                  <a:pt x="46315" y="72196"/>
                </a:lnTo>
                <a:lnTo>
                  <a:pt x="41086" y="77599"/>
                </a:lnTo>
                <a:lnTo>
                  <a:pt x="0" y="37547"/>
                </a:lnTo>
                <a:close/>
                <a:moveTo>
                  <a:pt x="0" y="375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5BB64-01BF-44D5-9AFA-E5F2DA36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684" y="1394799"/>
            <a:ext cx="47684" cy="46766"/>
          </a:xfrm>
          <a:custGeom xmlns:a="http://schemas.openxmlformats.org/drawingml/2006/main">
            <a:pathLst>
              <a:path w="47684" h="46766">
                <a:moveTo>
                  <a:pt x="11957" y="16720"/>
                </a:moveTo>
                <a:lnTo>
                  <a:pt x="16909" y="11652"/>
                </a:lnTo>
                <a:lnTo>
                  <a:pt x="47684" y="41698"/>
                </a:lnTo>
                <a:lnTo>
                  <a:pt x="42790" y="46766"/>
                </a:lnTo>
                <a:lnTo>
                  <a:pt x="11957" y="16720"/>
                </a:lnTo>
                <a:close/>
                <a:moveTo>
                  <a:pt x="0" y="5054"/>
                </a:moveTo>
                <a:lnTo>
                  <a:pt x="4894" y="0"/>
                </a:lnTo>
                <a:lnTo>
                  <a:pt x="11331" y="6248"/>
                </a:lnTo>
                <a:lnTo>
                  <a:pt x="6379" y="11258"/>
                </a:lnTo>
                <a:lnTo>
                  <a:pt x="0" y="5054"/>
                </a:lnTo>
                <a:close/>
                <a:moveTo>
                  <a:pt x="0" y="50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F09DA-E232-496E-A846-FEA26559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2202" y="1358840"/>
            <a:ext cx="51208" cy="62758"/>
          </a:xfrm>
          <a:custGeom xmlns:a="http://schemas.openxmlformats.org/drawingml/2006/main">
            <a:pathLst>
              <a:path w="51208" h="62758">
                <a:moveTo>
                  <a:pt x="20143" y="21337"/>
                </a:moveTo>
                <a:lnTo>
                  <a:pt x="3481" y="5068"/>
                </a:lnTo>
                <a:lnTo>
                  <a:pt x="8433" y="0"/>
                </a:lnTo>
                <a:lnTo>
                  <a:pt x="51208" y="41756"/>
                </a:lnTo>
                <a:lnTo>
                  <a:pt x="46257" y="46825"/>
                </a:lnTo>
                <a:lnTo>
                  <a:pt x="41654" y="42266"/>
                </a:lnTo>
                <a:cubicBezTo>
                  <a:pt x="42441" y="45120"/>
                  <a:pt x="42499" y="47786"/>
                  <a:pt x="41829" y="50291"/>
                </a:cubicBezTo>
                <a:cubicBezTo>
                  <a:pt x="41144" y="52796"/>
                  <a:pt x="39659" y="55184"/>
                  <a:pt x="37445" y="57457"/>
                </a:cubicBezTo>
                <a:cubicBezTo>
                  <a:pt x="33804" y="61156"/>
                  <a:pt x="29362" y="62758"/>
                  <a:pt x="24133" y="62175"/>
                </a:cubicBezTo>
                <a:cubicBezTo>
                  <a:pt x="18890" y="61607"/>
                  <a:pt x="13836" y="59000"/>
                  <a:pt x="9001" y="54267"/>
                </a:cubicBezTo>
                <a:cubicBezTo>
                  <a:pt x="4165" y="49548"/>
                  <a:pt x="1369" y="44596"/>
                  <a:pt x="685" y="39368"/>
                </a:cubicBezTo>
                <a:cubicBezTo>
                  <a:pt x="0" y="34139"/>
                  <a:pt x="1486" y="29639"/>
                  <a:pt x="5127" y="25939"/>
                </a:cubicBezTo>
                <a:cubicBezTo>
                  <a:pt x="7340" y="23667"/>
                  <a:pt x="9671" y="22123"/>
                  <a:pt x="12118" y="21395"/>
                </a:cubicBezTo>
                <a:cubicBezTo>
                  <a:pt x="14623" y="20652"/>
                  <a:pt x="17302" y="20594"/>
                  <a:pt x="20143" y="21337"/>
                </a:cubicBezTo>
                <a:close/>
                <a:moveTo>
                  <a:pt x="14113" y="49038"/>
                </a:moveTo>
                <a:cubicBezTo>
                  <a:pt x="17812" y="52679"/>
                  <a:pt x="21453" y="54733"/>
                  <a:pt x="25094" y="55301"/>
                </a:cubicBezTo>
                <a:cubicBezTo>
                  <a:pt x="28677" y="55811"/>
                  <a:pt x="31809" y="54733"/>
                  <a:pt x="34430" y="52053"/>
                </a:cubicBezTo>
                <a:cubicBezTo>
                  <a:pt x="37037" y="49388"/>
                  <a:pt x="38013" y="46257"/>
                  <a:pt x="37387" y="42674"/>
                </a:cubicBezTo>
                <a:cubicBezTo>
                  <a:pt x="36761" y="39033"/>
                  <a:pt x="34590" y="35450"/>
                  <a:pt x="30906" y="31809"/>
                </a:cubicBezTo>
                <a:cubicBezTo>
                  <a:pt x="27206" y="28168"/>
                  <a:pt x="23507" y="26114"/>
                  <a:pt x="19866" y="25604"/>
                </a:cubicBezTo>
                <a:cubicBezTo>
                  <a:pt x="16283" y="25094"/>
                  <a:pt x="13152" y="26114"/>
                  <a:pt x="10530" y="28779"/>
                </a:cubicBezTo>
                <a:cubicBezTo>
                  <a:pt x="7908" y="31459"/>
                  <a:pt x="6947" y="34649"/>
                  <a:pt x="7573" y="38232"/>
                </a:cubicBezTo>
                <a:cubicBezTo>
                  <a:pt x="8200" y="41814"/>
                  <a:pt x="10355" y="45397"/>
                  <a:pt x="14113" y="49038"/>
                </a:cubicBezTo>
                <a:close/>
                <a:moveTo>
                  <a:pt x="14113" y="4903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97CDF-C6A9-4990-8A6D-DC1F4DB2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551" y="1966845"/>
            <a:ext cx="71234" cy="71628"/>
          </a:xfrm>
          <a:custGeom xmlns:a="http://schemas.openxmlformats.org/drawingml/2006/main">
            <a:pathLst>
              <a:path w="71234" h="71628">
                <a:moveTo>
                  <a:pt x="0" y="30207"/>
                </a:moveTo>
                <a:lnTo>
                  <a:pt x="5578" y="24861"/>
                </a:lnTo>
                <a:lnTo>
                  <a:pt x="21847" y="41814"/>
                </a:lnTo>
                <a:lnTo>
                  <a:pt x="42222" y="22356"/>
                </a:lnTo>
                <a:lnTo>
                  <a:pt x="25954" y="5345"/>
                </a:lnTo>
                <a:lnTo>
                  <a:pt x="31532" y="0"/>
                </a:lnTo>
                <a:lnTo>
                  <a:pt x="71234" y="41421"/>
                </a:lnTo>
                <a:lnTo>
                  <a:pt x="65598" y="46766"/>
                </a:lnTo>
                <a:lnTo>
                  <a:pt x="46708" y="27032"/>
                </a:lnTo>
                <a:lnTo>
                  <a:pt x="26347" y="46533"/>
                </a:lnTo>
                <a:lnTo>
                  <a:pt x="45237" y="66283"/>
                </a:lnTo>
                <a:lnTo>
                  <a:pt x="39659" y="71628"/>
                </a:lnTo>
                <a:lnTo>
                  <a:pt x="0" y="30207"/>
                </a:lnTo>
                <a:close/>
                <a:moveTo>
                  <a:pt x="0" y="302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26B28-7F52-4644-9ABE-32506563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958" y="1929633"/>
            <a:ext cx="59918" cy="60486"/>
          </a:xfrm>
          <a:custGeom xmlns:a="http://schemas.openxmlformats.org/drawingml/2006/main">
            <a:pathLst>
              <a:path w="59918" h="60486">
                <a:moveTo>
                  <a:pt x="26347" y="0"/>
                </a:moveTo>
                <a:lnTo>
                  <a:pt x="31983" y="5928"/>
                </a:lnTo>
                <a:cubicBezTo>
                  <a:pt x="28401" y="5986"/>
                  <a:pt x="25153" y="6598"/>
                  <a:pt x="22196" y="7748"/>
                </a:cubicBezTo>
                <a:cubicBezTo>
                  <a:pt x="19240" y="8943"/>
                  <a:pt x="16560" y="10705"/>
                  <a:pt x="14113" y="12977"/>
                </a:cubicBezTo>
                <a:cubicBezTo>
                  <a:pt x="9394" y="17521"/>
                  <a:pt x="7180" y="22415"/>
                  <a:pt x="7399" y="27716"/>
                </a:cubicBezTo>
                <a:cubicBezTo>
                  <a:pt x="7690" y="33061"/>
                  <a:pt x="10414" y="38406"/>
                  <a:pt x="15657" y="43868"/>
                </a:cubicBezTo>
                <a:cubicBezTo>
                  <a:pt x="20885" y="49330"/>
                  <a:pt x="26172" y="52286"/>
                  <a:pt x="31474" y="52796"/>
                </a:cubicBezTo>
                <a:cubicBezTo>
                  <a:pt x="36761" y="53262"/>
                  <a:pt x="41771" y="51267"/>
                  <a:pt x="46490" y="46708"/>
                </a:cubicBezTo>
                <a:cubicBezTo>
                  <a:pt x="48878" y="44436"/>
                  <a:pt x="50699" y="41814"/>
                  <a:pt x="52009" y="38916"/>
                </a:cubicBezTo>
                <a:cubicBezTo>
                  <a:pt x="53320" y="35959"/>
                  <a:pt x="54048" y="32712"/>
                  <a:pt x="54281" y="29187"/>
                </a:cubicBezTo>
                <a:lnTo>
                  <a:pt x="59918" y="35056"/>
                </a:lnTo>
                <a:cubicBezTo>
                  <a:pt x="59233" y="38232"/>
                  <a:pt x="58097" y="41246"/>
                  <a:pt x="56554" y="43984"/>
                </a:cubicBezTo>
                <a:cubicBezTo>
                  <a:pt x="54966" y="46766"/>
                  <a:pt x="52971" y="49330"/>
                  <a:pt x="50582" y="51660"/>
                </a:cubicBezTo>
                <a:cubicBezTo>
                  <a:pt x="44261" y="57631"/>
                  <a:pt x="37503" y="60486"/>
                  <a:pt x="30221" y="60078"/>
                </a:cubicBezTo>
                <a:cubicBezTo>
                  <a:pt x="22939" y="59685"/>
                  <a:pt x="16108" y="56219"/>
                  <a:pt x="9787" y="49563"/>
                </a:cubicBezTo>
                <a:cubicBezTo>
                  <a:pt x="3423" y="42907"/>
                  <a:pt x="175" y="35959"/>
                  <a:pt x="117" y="28619"/>
                </a:cubicBezTo>
                <a:cubicBezTo>
                  <a:pt x="0" y="21337"/>
                  <a:pt x="3131" y="14681"/>
                  <a:pt x="9394" y="8710"/>
                </a:cubicBezTo>
                <a:cubicBezTo>
                  <a:pt x="11841" y="6321"/>
                  <a:pt x="14506" y="4442"/>
                  <a:pt x="17302" y="2957"/>
                </a:cubicBezTo>
                <a:cubicBezTo>
                  <a:pt x="20143" y="1544"/>
                  <a:pt x="23157" y="510"/>
                  <a:pt x="26347" y="0"/>
                </a:cubicBezTo>
                <a:close/>
                <a:moveTo>
                  <a:pt x="263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7BB6A-449E-4898-891F-365ADEF7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883" y="1881847"/>
            <a:ext cx="77541" cy="77716"/>
          </a:xfrm>
          <a:custGeom xmlns:a="http://schemas.openxmlformats.org/drawingml/2006/main">
            <a:pathLst>
              <a:path w="77541" h="77716">
                <a:moveTo>
                  <a:pt x="0" y="36294"/>
                </a:moveTo>
                <a:lnTo>
                  <a:pt x="8360" y="28328"/>
                </a:lnTo>
                <a:lnTo>
                  <a:pt x="45907" y="46373"/>
                </a:lnTo>
                <a:lnTo>
                  <a:pt x="29522" y="8025"/>
                </a:lnTo>
                <a:lnTo>
                  <a:pt x="37882" y="0"/>
                </a:lnTo>
                <a:lnTo>
                  <a:pt x="77541" y="41421"/>
                </a:lnTo>
                <a:lnTo>
                  <a:pt x="72079" y="46650"/>
                </a:lnTo>
                <a:lnTo>
                  <a:pt x="37256" y="10297"/>
                </a:lnTo>
                <a:lnTo>
                  <a:pt x="53757" y="48922"/>
                </a:lnTo>
                <a:lnTo>
                  <a:pt x="48121" y="54340"/>
                </a:lnTo>
                <a:lnTo>
                  <a:pt x="10297" y="36134"/>
                </a:lnTo>
                <a:lnTo>
                  <a:pt x="45106" y="72487"/>
                </a:lnTo>
                <a:lnTo>
                  <a:pt x="39644" y="77716"/>
                </a:lnTo>
                <a:lnTo>
                  <a:pt x="0" y="36294"/>
                </a:lnTo>
                <a:close/>
                <a:moveTo>
                  <a:pt x="0" y="362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29161-0A1D-4F95-85D8-7143002B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679" y="1848801"/>
            <a:ext cx="57631" cy="63544"/>
          </a:xfrm>
          <a:custGeom xmlns:a="http://schemas.openxmlformats.org/drawingml/2006/main">
            <a:pathLst>
              <a:path w="57631" h="63544">
                <a:moveTo>
                  <a:pt x="22298" y="0"/>
                </a:moveTo>
                <a:lnTo>
                  <a:pt x="27527" y="5462"/>
                </a:lnTo>
                <a:cubicBezTo>
                  <a:pt x="24454" y="6481"/>
                  <a:pt x="21730" y="7617"/>
                  <a:pt x="19342" y="8928"/>
                </a:cubicBezTo>
                <a:cubicBezTo>
                  <a:pt x="17011" y="10239"/>
                  <a:pt x="14899" y="11768"/>
                  <a:pt x="13137" y="13414"/>
                </a:cubicBezTo>
                <a:cubicBezTo>
                  <a:pt x="10122" y="16327"/>
                  <a:pt x="8360" y="19167"/>
                  <a:pt x="7792" y="21949"/>
                </a:cubicBezTo>
                <a:cubicBezTo>
                  <a:pt x="7282" y="24745"/>
                  <a:pt x="8069" y="27192"/>
                  <a:pt x="10181" y="29406"/>
                </a:cubicBezTo>
                <a:cubicBezTo>
                  <a:pt x="11943" y="31226"/>
                  <a:pt x="13822" y="32085"/>
                  <a:pt x="15817" y="31969"/>
                </a:cubicBezTo>
                <a:cubicBezTo>
                  <a:pt x="17798" y="31852"/>
                  <a:pt x="20594" y="30600"/>
                  <a:pt x="24235" y="28211"/>
                </a:cubicBezTo>
                <a:lnTo>
                  <a:pt x="28269" y="25648"/>
                </a:lnTo>
                <a:cubicBezTo>
                  <a:pt x="33221" y="22473"/>
                  <a:pt x="37605" y="20929"/>
                  <a:pt x="41523" y="21046"/>
                </a:cubicBezTo>
                <a:cubicBezTo>
                  <a:pt x="45455" y="21104"/>
                  <a:pt x="48980" y="22866"/>
                  <a:pt x="52228" y="26216"/>
                </a:cubicBezTo>
                <a:cubicBezTo>
                  <a:pt x="56087" y="30207"/>
                  <a:pt x="57631" y="34532"/>
                  <a:pt x="56947" y="39193"/>
                </a:cubicBezTo>
                <a:cubicBezTo>
                  <a:pt x="56204" y="43853"/>
                  <a:pt x="53306" y="48631"/>
                  <a:pt x="48077" y="53641"/>
                </a:cubicBezTo>
                <a:cubicBezTo>
                  <a:pt x="46140" y="55519"/>
                  <a:pt x="43853" y="57282"/>
                  <a:pt x="41188" y="58986"/>
                </a:cubicBezTo>
                <a:cubicBezTo>
                  <a:pt x="38567" y="60646"/>
                  <a:pt x="35668" y="62175"/>
                  <a:pt x="32479" y="63544"/>
                </a:cubicBezTo>
                <a:lnTo>
                  <a:pt x="26900" y="57792"/>
                </a:lnTo>
                <a:cubicBezTo>
                  <a:pt x="30440" y="56889"/>
                  <a:pt x="33556" y="55752"/>
                  <a:pt x="36353" y="54267"/>
                </a:cubicBezTo>
                <a:cubicBezTo>
                  <a:pt x="39193" y="52840"/>
                  <a:pt x="41640" y="51077"/>
                  <a:pt x="43751" y="49097"/>
                </a:cubicBezTo>
                <a:cubicBezTo>
                  <a:pt x="46926" y="46023"/>
                  <a:pt x="48805" y="43067"/>
                  <a:pt x="49330" y="40096"/>
                </a:cubicBezTo>
                <a:cubicBezTo>
                  <a:pt x="49839" y="37197"/>
                  <a:pt x="48980" y="34590"/>
                  <a:pt x="46766" y="32246"/>
                </a:cubicBezTo>
                <a:cubicBezTo>
                  <a:pt x="44829" y="30207"/>
                  <a:pt x="42659" y="29231"/>
                  <a:pt x="40329" y="29231"/>
                </a:cubicBezTo>
                <a:cubicBezTo>
                  <a:pt x="37998" y="29289"/>
                  <a:pt x="35100" y="30425"/>
                  <a:pt x="31736" y="32537"/>
                </a:cubicBezTo>
                <a:lnTo>
                  <a:pt x="27643" y="35158"/>
                </a:lnTo>
                <a:cubicBezTo>
                  <a:pt x="22691" y="38333"/>
                  <a:pt x="18424" y="39936"/>
                  <a:pt x="14841" y="39936"/>
                </a:cubicBezTo>
                <a:cubicBezTo>
                  <a:pt x="11317" y="39994"/>
                  <a:pt x="8025" y="38392"/>
                  <a:pt x="4952" y="35217"/>
                </a:cubicBezTo>
                <a:cubicBezTo>
                  <a:pt x="1471" y="31576"/>
                  <a:pt x="0" y="27468"/>
                  <a:pt x="568" y="22866"/>
                </a:cubicBezTo>
                <a:cubicBezTo>
                  <a:pt x="1078" y="18307"/>
                  <a:pt x="3641" y="13822"/>
                  <a:pt x="8185" y="9496"/>
                </a:cubicBezTo>
                <a:cubicBezTo>
                  <a:pt x="10122" y="7617"/>
                  <a:pt x="12292" y="5913"/>
                  <a:pt x="14623" y="4311"/>
                </a:cubicBezTo>
                <a:cubicBezTo>
                  <a:pt x="16953" y="2782"/>
                  <a:pt x="19516" y="1296"/>
                  <a:pt x="22298" y="0"/>
                </a:cubicBezTo>
                <a:close/>
                <a:moveTo>
                  <a:pt x="222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9A1DC-029D-42A8-8508-59B25D6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186" y="1808632"/>
            <a:ext cx="59962" cy="60865"/>
          </a:xfrm>
          <a:custGeom xmlns:a="http://schemas.openxmlformats.org/drawingml/2006/main">
            <a:pathLst>
              <a:path w="59962" h="60865">
                <a:moveTo>
                  <a:pt x="0" y="33556"/>
                </a:moveTo>
                <a:lnTo>
                  <a:pt x="34984" y="0"/>
                </a:lnTo>
                <a:lnTo>
                  <a:pt x="39542" y="4719"/>
                </a:lnTo>
                <a:lnTo>
                  <a:pt x="24803" y="18774"/>
                </a:lnTo>
                <a:lnTo>
                  <a:pt x="59962" y="55461"/>
                </a:lnTo>
                <a:lnTo>
                  <a:pt x="54340" y="60865"/>
                </a:lnTo>
                <a:lnTo>
                  <a:pt x="19225" y="24177"/>
                </a:lnTo>
                <a:lnTo>
                  <a:pt x="4500" y="38232"/>
                </a:lnTo>
                <a:lnTo>
                  <a:pt x="0" y="33556"/>
                </a:lnTo>
                <a:close/>
                <a:moveTo>
                  <a:pt x="0" y="335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C4566-07B6-4FD5-9849-A1545F78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991" y="1804190"/>
            <a:ext cx="48237" cy="44654"/>
          </a:xfrm>
          <a:custGeom xmlns:a="http://schemas.openxmlformats.org/drawingml/2006/main">
            <a:pathLst>
              <a:path w="48237" h="44654">
                <a:moveTo>
                  <a:pt x="34867" y="7850"/>
                </a:moveTo>
                <a:lnTo>
                  <a:pt x="37256" y="10355"/>
                </a:lnTo>
                <a:lnTo>
                  <a:pt x="13822" y="32828"/>
                </a:lnTo>
                <a:cubicBezTo>
                  <a:pt x="17404" y="36134"/>
                  <a:pt x="20987" y="37780"/>
                  <a:pt x="24687" y="37780"/>
                </a:cubicBezTo>
                <a:cubicBezTo>
                  <a:pt x="28328" y="37838"/>
                  <a:pt x="31852" y="36178"/>
                  <a:pt x="35217" y="32945"/>
                </a:cubicBezTo>
                <a:cubicBezTo>
                  <a:pt x="37197" y="31066"/>
                  <a:pt x="38858" y="29012"/>
                  <a:pt x="40212" y="26798"/>
                </a:cubicBezTo>
                <a:cubicBezTo>
                  <a:pt x="41581" y="24526"/>
                  <a:pt x="42717" y="22080"/>
                  <a:pt x="43635" y="19342"/>
                </a:cubicBezTo>
                <a:lnTo>
                  <a:pt x="48237" y="24177"/>
                </a:lnTo>
                <a:cubicBezTo>
                  <a:pt x="47160" y="26740"/>
                  <a:pt x="45849" y="29129"/>
                  <a:pt x="44319" y="31343"/>
                </a:cubicBezTo>
                <a:cubicBezTo>
                  <a:pt x="42776" y="33629"/>
                  <a:pt x="41072" y="35668"/>
                  <a:pt x="39076" y="37605"/>
                </a:cubicBezTo>
                <a:cubicBezTo>
                  <a:pt x="34124" y="42324"/>
                  <a:pt x="28779" y="44654"/>
                  <a:pt x="23143" y="44552"/>
                </a:cubicBezTo>
                <a:cubicBezTo>
                  <a:pt x="17521" y="44436"/>
                  <a:pt x="12278" y="41931"/>
                  <a:pt x="7617" y="36979"/>
                </a:cubicBezTo>
                <a:cubicBezTo>
                  <a:pt x="2724" y="31911"/>
                  <a:pt x="218" y="26565"/>
                  <a:pt x="102" y="20944"/>
                </a:cubicBezTo>
                <a:cubicBezTo>
                  <a:pt x="0" y="15365"/>
                  <a:pt x="2272" y="10297"/>
                  <a:pt x="6933" y="5855"/>
                </a:cubicBezTo>
                <a:cubicBezTo>
                  <a:pt x="11084" y="1821"/>
                  <a:pt x="15700" y="0"/>
                  <a:pt x="20711" y="393"/>
                </a:cubicBezTo>
                <a:cubicBezTo>
                  <a:pt x="25706" y="743"/>
                  <a:pt x="30425" y="3190"/>
                  <a:pt x="34867" y="7850"/>
                </a:cubicBezTo>
                <a:close/>
                <a:moveTo>
                  <a:pt x="28328" y="11215"/>
                </a:moveTo>
                <a:cubicBezTo>
                  <a:pt x="25590" y="8476"/>
                  <a:pt x="22691" y="7005"/>
                  <a:pt x="19560" y="6772"/>
                </a:cubicBezTo>
                <a:cubicBezTo>
                  <a:pt x="16443" y="6598"/>
                  <a:pt x="13647" y="7675"/>
                  <a:pt x="11142" y="10122"/>
                </a:cubicBezTo>
                <a:cubicBezTo>
                  <a:pt x="8302" y="12802"/>
                  <a:pt x="6758" y="15817"/>
                  <a:pt x="6598" y="19065"/>
                </a:cubicBezTo>
                <a:cubicBezTo>
                  <a:pt x="6423" y="22298"/>
                  <a:pt x="7617" y="25546"/>
                  <a:pt x="10181" y="28677"/>
                </a:cubicBezTo>
                <a:lnTo>
                  <a:pt x="28328" y="11215"/>
                </a:lnTo>
                <a:close/>
                <a:moveTo>
                  <a:pt x="28328" y="112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FDE9E-3A78-42A8-A112-8F449388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625" y="1771711"/>
            <a:ext cx="44771" cy="50116"/>
          </a:xfrm>
          <a:custGeom xmlns:a="http://schemas.openxmlformats.org/drawingml/2006/main">
            <a:pathLst>
              <a:path w="44771" h="50116">
                <a:moveTo>
                  <a:pt x="18599" y="0"/>
                </a:moveTo>
                <a:lnTo>
                  <a:pt x="23259" y="4835"/>
                </a:lnTo>
                <a:cubicBezTo>
                  <a:pt x="21104" y="5462"/>
                  <a:pt x="19050" y="6306"/>
                  <a:pt x="17171" y="7442"/>
                </a:cubicBezTo>
                <a:cubicBezTo>
                  <a:pt x="15234" y="8578"/>
                  <a:pt x="13472" y="9947"/>
                  <a:pt x="11768" y="11550"/>
                </a:cubicBezTo>
                <a:cubicBezTo>
                  <a:pt x="9263" y="13938"/>
                  <a:pt x="7734" y="16152"/>
                  <a:pt x="7224" y="18147"/>
                </a:cubicBezTo>
                <a:cubicBezTo>
                  <a:pt x="6700" y="20128"/>
                  <a:pt x="7166" y="21905"/>
                  <a:pt x="8637" y="23434"/>
                </a:cubicBezTo>
                <a:cubicBezTo>
                  <a:pt x="9773" y="24628"/>
                  <a:pt x="11142" y="25138"/>
                  <a:pt x="12686" y="24963"/>
                </a:cubicBezTo>
                <a:cubicBezTo>
                  <a:pt x="14273" y="24745"/>
                  <a:pt x="16662" y="23667"/>
                  <a:pt x="20011" y="21614"/>
                </a:cubicBezTo>
                <a:lnTo>
                  <a:pt x="22123" y="20361"/>
                </a:lnTo>
                <a:cubicBezTo>
                  <a:pt x="26507" y="17637"/>
                  <a:pt x="30090" y="16268"/>
                  <a:pt x="32988" y="16210"/>
                </a:cubicBezTo>
                <a:cubicBezTo>
                  <a:pt x="35887" y="16210"/>
                  <a:pt x="38508" y="17404"/>
                  <a:pt x="40955" y="19968"/>
                </a:cubicBezTo>
                <a:cubicBezTo>
                  <a:pt x="43737" y="22866"/>
                  <a:pt x="44771" y="26216"/>
                  <a:pt x="44086" y="30090"/>
                </a:cubicBezTo>
                <a:cubicBezTo>
                  <a:pt x="43402" y="33964"/>
                  <a:pt x="41072" y="37824"/>
                  <a:pt x="37081" y="41640"/>
                </a:cubicBezTo>
                <a:cubicBezTo>
                  <a:pt x="35435" y="43227"/>
                  <a:pt x="33556" y="44713"/>
                  <a:pt x="31459" y="46140"/>
                </a:cubicBezTo>
                <a:cubicBezTo>
                  <a:pt x="29289" y="47553"/>
                  <a:pt x="26959" y="48864"/>
                  <a:pt x="24337" y="50116"/>
                </a:cubicBezTo>
                <a:lnTo>
                  <a:pt x="19283" y="44887"/>
                </a:lnTo>
                <a:cubicBezTo>
                  <a:pt x="22123" y="44028"/>
                  <a:pt x="24687" y="43009"/>
                  <a:pt x="26959" y="41756"/>
                </a:cubicBezTo>
                <a:cubicBezTo>
                  <a:pt x="29289" y="40445"/>
                  <a:pt x="31343" y="38960"/>
                  <a:pt x="33105" y="37256"/>
                </a:cubicBezTo>
                <a:cubicBezTo>
                  <a:pt x="35493" y="34925"/>
                  <a:pt x="36979" y="32770"/>
                  <a:pt x="37489" y="30716"/>
                </a:cubicBezTo>
                <a:cubicBezTo>
                  <a:pt x="37998" y="28663"/>
                  <a:pt x="37547" y="26842"/>
                  <a:pt x="36061" y="25371"/>
                </a:cubicBezTo>
                <a:cubicBezTo>
                  <a:pt x="34751" y="24002"/>
                  <a:pt x="33280" y="23376"/>
                  <a:pt x="31619" y="23551"/>
                </a:cubicBezTo>
                <a:cubicBezTo>
                  <a:pt x="29974" y="23667"/>
                  <a:pt x="27250" y="24920"/>
                  <a:pt x="23434" y="27308"/>
                </a:cubicBezTo>
                <a:lnTo>
                  <a:pt x="21264" y="28561"/>
                </a:lnTo>
                <a:cubicBezTo>
                  <a:pt x="17463" y="30949"/>
                  <a:pt x="14215" y="32085"/>
                  <a:pt x="11491" y="32085"/>
                </a:cubicBezTo>
                <a:cubicBezTo>
                  <a:pt x="8753" y="32027"/>
                  <a:pt x="6248" y="30833"/>
                  <a:pt x="3918" y="28386"/>
                </a:cubicBezTo>
                <a:cubicBezTo>
                  <a:pt x="1136" y="25488"/>
                  <a:pt x="0" y="22240"/>
                  <a:pt x="568" y="18657"/>
                </a:cubicBezTo>
                <a:cubicBezTo>
                  <a:pt x="1136" y="15074"/>
                  <a:pt x="3292" y="11491"/>
                  <a:pt x="7107" y="7850"/>
                </a:cubicBezTo>
                <a:cubicBezTo>
                  <a:pt x="8986" y="6030"/>
                  <a:pt x="10923" y="4486"/>
                  <a:pt x="12788" y="3175"/>
                </a:cubicBezTo>
                <a:cubicBezTo>
                  <a:pt x="14725" y="1821"/>
                  <a:pt x="16662" y="786"/>
                  <a:pt x="18599" y="0"/>
                </a:cubicBezTo>
                <a:close/>
                <a:moveTo>
                  <a:pt x="185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A7CEE-2A9B-493D-AD13-F333683F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617" y="1746500"/>
            <a:ext cx="53830" cy="41698"/>
          </a:xfrm>
          <a:custGeom xmlns:a="http://schemas.openxmlformats.org/drawingml/2006/main">
            <a:pathLst>
              <a:path w="53830" h="41698">
                <a:moveTo>
                  <a:pt x="5127" y="1253"/>
                </a:moveTo>
                <a:lnTo>
                  <a:pt x="13603" y="10079"/>
                </a:lnTo>
                <a:lnTo>
                  <a:pt x="24075" y="0"/>
                </a:lnTo>
                <a:lnTo>
                  <a:pt x="27876" y="3991"/>
                </a:lnTo>
                <a:lnTo>
                  <a:pt x="17361" y="14055"/>
                </a:lnTo>
                <a:lnTo>
                  <a:pt x="33513" y="30891"/>
                </a:lnTo>
                <a:cubicBezTo>
                  <a:pt x="35959" y="33396"/>
                  <a:pt x="37897" y="34707"/>
                  <a:pt x="39266" y="34765"/>
                </a:cubicBezTo>
                <a:cubicBezTo>
                  <a:pt x="40620" y="34823"/>
                  <a:pt x="42382" y="33848"/>
                  <a:pt x="44552" y="31809"/>
                </a:cubicBezTo>
                <a:lnTo>
                  <a:pt x="49781" y="26798"/>
                </a:lnTo>
                <a:lnTo>
                  <a:pt x="53830" y="31066"/>
                </a:lnTo>
                <a:lnTo>
                  <a:pt x="48587" y="36076"/>
                </a:lnTo>
                <a:cubicBezTo>
                  <a:pt x="44669" y="39834"/>
                  <a:pt x="41246" y="41698"/>
                  <a:pt x="38348" y="41698"/>
                </a:cubicBezTo>
                <a:cubicBezTo>
                  <a:pt x="35450" y="41640"/>
                  <a:pt x="32144" y="39659"/>
                  <a:pt x="28386" y="35785"/>
                </a:cubicBezTo>
                <a:lnTo>
                  <a:pt x="12234" y="18948"/>
                </a:lnTo>
                <a:lnTo>
                  <a:pt x="8535" y="22531"/>
                </a:lnTo>
                <a:lnTo>
                  <a:pt x="4719" y="18555"/>
                </a:lnTo>
                <a:lnTo>
                  <a:pt x="8476" y="14958"/>
                </a:lnTo>
                <a:lnTo>
                  <a:pt x="0" y="6146"/>
                </a:lnTo>
                <a:lnTo>
                  <a:pt x="5127" y="1253"/>
                </a:lnTo>
                <a:close/>
                <a:moveTo>
                  <a:pt x="5127" y="12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0DF4D-8DEE-46AE-97CF-22AED436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036" y="1682839"/>
            <a:ext cx="81692" cy="81648"/>
          </a:xfrm>
          <a:custGeom xmlns:a="http://schemas.openxmlformats.org/drawingml/2006/main">
            <a:pathLst>
              <a:path w="81692" h="81648">
                <a:moveTo>
                  <a:pt x="0" y="50174"/>
                </a:moveTo>
                <a:lnTo>
                  <a:pt x="5680" y="44771"/>
                </a:lnTo>
                <a:lnTo>
                  <a:pt x="47902" y="71395"/>
                </a:lnTo>
                <a:lnTo>
                  <a:pt x="23041" y="28109"/>
                </a:lnTo>
                <a:lnTo>
                  <a:pt x="29347" y="22080"/>
                </a:lnTo>
                <a:lnTo>
                  <a:pt x="71569" y="48762"/>
                </a:lnTo>
                <a:lnTo>
                  <a:pt x="46708" y="5403"/>
                </a:lnTo>
                <a:lnTo>
                  <a:pt x="52388" y="0"/>
                </a:lnTo>
                <a:lnTo>
                  <a:pt x="81692" y="51310"/>
                </a:lnTo>
                <a:lnTo>
                  <a:pt x="74628" y="58083"/>
                </a:lnTo>
                <a:lnTo>
                  <a:pt x="31459" y="30556"/>
                </a:lnTo>
                <a:lnTo>
                  <a:pt x="57107" y="74934"/>
                </a:lnTo>
                <a:lnTo>
                  <a:pt x="50058" y="81648"/>
                </a:lnTo>
                <a:lnTo>
                  <a:pt x="0" y="50174"/>
                </a:lnTo>
                <a:close/>
                <a:moveTo>
                  <a:pt x="0" y="501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C8420-4930-4927-A7F7-A7438C45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979" y="1671013"/>
            <a:ext cx="44319" cy="44931"/>
          </a:xfrm>
          <a:custGeom xmlns:a="http://schemas.openxmlformats.org/drawingml/2006/main">
            <a:pathLst>
              <a:path w="44319" h="44931">
                <a:moveTo>
                  <a:pt x="10690" y="10457"/>
                </a:moveTo>
                <a:cubicBezTo>
                  <a:pt x="7952" y="13079"/>
                  <a:pt x="6816" y="16268"/>
                  <a:pt x="7282" y="19910"/>
                </a:cubicBezTo>
                <a:cubicBezTo>
                  <a:pt x="7734" y="23551"/>
                  <a:pt x="9729" y="27250"/>
                  <a:pt x="13312" y="30949"/>
                </a:cubicBezTo>
                <a:cubicBezTo>
                  <a:pt x="16895" y="34692"/>
                  <a:pt x="20478" y="36862"/>
                  <a:pt x="24060" y="37489"/>
                </a:cubicBezTo>
                <a:cubicBezTo>
                  <a:pt x="27701" y="38115"/>
                  <a:pt x="30891" y="37081"/>
                  <a:pt x="33673" y="34416"/>
                </a:cubicBezTo>
                <a:cubicBezTo>
                  <a:pt x="36353" y="31852"/>
                  <a:pt x="37489" y="28721"/>
                  <a:pt x="37037" y="25022"/>
                </a:cubicBezTo>
                <a:cubicBezTo>
                  <a:pt x="36571" y="21381"/>
                  <a:pt x="34590" y="17681"/>
                  <a:pt x="31008" y="13982"/>
                </a:cubicBezTo>
                <a:cubicBezTo>
                  <a:pt x="27468" y="10297"/>
                  <a:pt x="23886" y="8127"/>
                  <a:pt x="20245" y="7501"/>
                </a:cubicBezTo>
                <a:cubicBezTo>
                  <a:pt x="16603" y="6874"/>
                  <a:pt x="13414" y="7894"/>
                  <a:pt x="10690" y="10457"/>
                </a:cubicBezTo>
                <a:close/>
                <a:moveTo>
                  <a:pt x="6539" y="6132"/>
                </a:moveTo>
                <a:cubicBezTo>
                  <a:pt x="10967" y="1922"/>
                  <a:pt x="15861" y="0"/>
                  <a:pt x="21162" y="510"/>
                </a:cubicBezTo>
                <a:cubicBezTo>
                  <a:pt x="26449" y="903"/>
                  <a:pt x="31576" y="3685"/>
                  <a:pt x="36455" y="8811"/>
                </a:cubicBezTo>
                <a:cubicBezTo>
                  <a:pt x="41305" y="13880"/>
                  <a:pt x="43853" y="19108"/>
                  <a:pt x="44086" y="24395"/>
                </a:cubicBezTo>
                <a:cubicBezTo>
                  <a:pt x="44319" y="29740"/>
                  <a:pt x="42266" y="34532"/>
                  <a:pt x="37824" y="38800"/>
                </a:cubicBezTo>
                <a:cubicBezTo>
                  <a:pt x="33338" y="43067"/>
                  <a:pt x="28503" y="44931"/>
                  <a:pt x="23201" y="44480"/>
                </a:cubicBezTo>
                <a:cubicBezTo>
                  <a:pt x="17856" y="43970"/>
                  <a:pt x="12802" y="41188"/>
                  <a:pt x="7908" y="36120"/>
                </a:cubicBezTo>
                <a:cubicBezTo>
                  <a:pt x="3073" y="30993"/>
                  <a:pt x="510" y="25823"/>
                  <a:pt x="218" y="20536"/>
                </a:cubicBezTo>
                <a:cubicBezTo>
                  <a:pt x="0" y="15234"/>
                  <a:pt x="2097" y="10399"/>
                  <a:pt x="6539" y="6132"/>
                </a:cubicBezTo>
                <a:close/>
                <a:moveTo>
                  <a:pt x="6539" y="61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C7A5D-35FA-4B7B-B531-B18CAD3F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78" y="1638462"/>
            <a:ext cx="34882" cy="48936"/>
          </a:xfrm>
          <a:custGeom xmlns:a="http://schemas.openxmlformats.org/drawingml/2006/main">
            <a:pathLst>
              <a:path w="34882" h="48936">
                <a:moveTo>
                  <a:pt x="22764" y="5243"/>
                </a:moveTo>
                <a:cubicBezTo>
                  <a:pt x="21847" y="5403"/>
                  <a:pt x="21002" y="5811"/>
                  <a:pt x="20143" y="6263"/>
                </a:cubicBezTo>
                <a:cubicBezTo>
                  <a:pt x="19356" y="6772"/>
                  <a:pt x="18497" y="7399"/>
                  <a:pt x="17696" y="8200"/>
                </a:cubicBezTo>
                <a:cubicBezTo>
                  <a:pt x="14797" y="10923"/>
                  <a:pt x="13487" y="13996"/>
                  <a:pt x="13778" y="17361"/>
                </a:cubicBezTo>
                <a:cubicBezTo>
                  <a:pt x="13996" y="20711"/>
                  <a:pt x="15817" y="24119"/>
                  <a:pt x="19181" y="27658"/>
                </a:cubicBezTo>
                <a:lnTo>
                  <a:pt x="34882" y="44043"/>
                </a:lnTo>
                <a:lnTo>
                  <a:pt x="29755" y="48936"/>
                </a:lnTo>
                <a:lnTo>
                  <a:pt x="0" y="17871"/>
                </a:lnTo>
                <a:lnTo>
                  <a:pt x="5127" y="12977"/>
                </a:lnTo>
                <a:lnTo>
                  <a:pt x="9729" y="17812"/>
                </a:lnTo>
                <a:cubicBezTo>
                  <a:pt x="9001" y="14856"/>
                  <a:pt x="9059" y="12118"/>
                  <a:pt x="9904" y="9554"/>
                </a:cubicBezTo>
                <a:cubicBezTo>
                  <a:pt x="10763" y="7005"/>
                  <a:pt x="12409" y="4559"/>
                  <a:pt x="14856" y="2228"/>
                </a:cubicBezTo>
                <a:cubicBezTo>
                  <a:pt x="15191" y="1879"/>
                  <a:pt x="15598" y="1544"/>
                  <a:pt x="16108" y="1136"/>
                </a:cubicBezTo>
                <a:cubicBezTo>
                  <a:pt x="16560" y="801"/>
                  <a:pt x="17069" y="393"/>
                  <a:pt x="17696" y="0"/>
                </a:cubicBezTo>
                <a:lnTo>
                  <a:pt x="22764" y="5243"/>
                </a:lnTo>
                <a:close/>
                <a:moveTo>
                  <a:pt x="22764" y="52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BB5C5-62D4-42DB-BEC3-39490A3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693" y="1598191"/>
            <a:ext cx="50917" cy="63370"/>
          </a:xfrm>
          <a:custGeom xmlns:a="http://schemas.openxmlformats.org/drawingml/2006/main">
            <a:pathLst>
              <a:path w="50917" h="63370">
                <a:moveTo>
                  <a:pt x="20536" y="21672"/>
                </a:moveTo>
                <a:lnTo>
                  <a:pt x="4442" y="4879"/>
                </a:lnTo>
                <a:lnTo>
                  <a:pt x="9554" y="0"/>
                </a:lnTo>
                <a:lnTo>
                  <a:pt x="50917" y="43111"/>
                </a:lnTo>
                <a:lnTo>
                  <a:pt x="45805" y="48004"/>
                </a:lnTo>
                <a:lnTo>
                  <a:pt x="41363" y="43344"/>
                </a:lnTo>
                <a:cubicBezTo>
                  <a:pt x="42047" y="46242"/>
                  <a:pt x="41989" y="48922"/>
                  <a:pt x="41246" y="51369"/>
                </a:cubicBezTo>
                <a:cubicBezTo>
                  <a:pt x="40445" y="53815"/>
                  <a:pt x="38916" y="56146"/>
                  <a:pt x="36644" y="58360"/>
                </a:cubicBezTo>
                <a:cubicBezTo>
                  <a:pt x="32886" y="61942"/>
                  <a:pt x="28386" y="63370"/>
                  <a:pt x="23157" y="62627"/>
                </a:cubicBezTo>
                <a:cubicBezTo>
                  <a:pt x="17929" y="61899"/>
                  <a:pt x="12977" y="59102"/>
                  <a:pt x="8302" y="54209"/>
                </a:cubicBezTo>
                <a:cubicBezTo>
                  <a:pt x="3641" y="49315"/>
                  <a:pt x="1020" y="44261"/>
                  <a:pt x="510" y="39018"/>
                </a:cubicBezTo>
                <a:cubicBezTo>
                  <a:pt x="0" y="33789"/>
                  <a:pt x="1646" y="29347"/>
                  <a:pt x="5403" y="25764"/>
                </a:cubicBezTo>
                <a:cubicBezTo>
                  <a:pt x="7675" y="23551"/>
                  <a:pt x="10079" y="22123"/>
                  <a:pt x="12569" y="21439"/>
                </a:cubicBezTo>
                <a:cubicBezTo>
                  <a:pt x="15074" y="20754"/>
                  <a:pt x="17754" y="20871"/>
                  <a:pt x="20536" y="21672"/>
                </a:cubicBezTo>
                <a:close/>
                <a:moveTo>
                  <a:pt x="13603" y="49155"/>
                </a:moveTo>
                <a:cubicBezTo>
                  <a:pt x="17186" y="52898"/>
                  <a:pt x="20769" y="55126"/>
                  <a:pt x="24352" y="55811"/>
                </a:cubicBezTo>
                <a:cubicBezTo>
                  <a:pt x="27935" y="56437"/>
                  <a:pt x="31066" y="55461"/>
                  <a:pt x="33789" y="52898"/>
                </a:cubicBezTo>
                <a:cubicBezTo>
                  <a:pt x="36469" y="50291"/>
                  <a:pt x="37547" y="47218"/>
                  <a:pt x="37096" y="43577"/>
                </a:cubicBezTo>
                <a:cubicBezTo>
                  <a:pt x="36586" y="39936"/>
                  <a:pt x="34532" y="36294"/>
                  <a:pt x="30949" y="32537"/>
                </a:cubicBezTo>
                <a:cubicBezTo>
                  <a:pt x="27366" y="28779"/>
                  <a:pt x="23784" y="26565"/>
                  <a:pt x="20143" y="25939"/>
                </a:cubicBezTo>
                <a:cubicBezTo>
                  <a:pt x="16560" y="25255"/>
                  <a:pt x="13428" y="26216"/>
                  <a:pt x="10705" y="28837"/>
                </a:cubicBezTo>
                <a:cubicBezTo>
                  <a:pt x="8025" y="31401"/>
                  <a:pt x="6947" y="34532"/>
                  <a:pt x="7457" y="38115"/>
                </a:cubicBezTo>
                <a:cubicBezTo>
                  <a:pt x="7908" y="41756"/>
                  <a:pt x="9962" y="45455"/>
                  <a:pt x="13603" y="49155"/>
                </a:cubicBezTo>
                <a:close/>
                <a:moveTo>
                  <a:pt x="13603" y="491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95BE8-A68E-4854-B0E6-2396F6D5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439" y="1582141"/>
            <a:ext cx="44713" cy="50116"/>
          </a:xfrm>
          <a:custGeom xmlns:a="http://schemas.openxmlformats.org/drawingml/2006/main">
            <a:pathLst>
              <a:path w="44713" h="50116">
                <a:moveTo>
                  <a:pt x="18599" y="0"/>
                </a:moveTo>
                <a:lnTo>
                  <a:pt x="23201" y="4835"/>
                </a:lnTo>
                <a:cubicBezTo>
                  <a:pt x="21046" y="5462"/>
                  <a:pt x="19050" y="6321"/>
                  <a:pt x="17113" y="7457"/>
                </a:cubicBezTo>
                <a:cubicBezTo>
                  <a:pt x="15234" y="8593"/>
                  <a:pt x="13414" y="9962"/>
                  <a:pt x="11768" y="11550"/>
                </a:cubicBezTo>
                <a:cubicBezTo>
                  <a:pt x="9205" y="13938"/>
                  <a:pt x="7734" y="16152"/>
                  <a:pt x="7166" y="18147"/>
                </a:cubicBezTo>
                <a:cubicBezTo>
                  <a:pt x="6656" y="20143"/>
                  <a:pt x="7166" y="21905"/>
                  <a:pt x="8637" y="23492"/>
                </a:cubicBezTo>
                <a:cubicBezTo>
                  <a:pt x="9773" y="24628"/>
                  <a:pt x="11084" y="25153"/>
                  <a:pt x="12686" y="24978"/>
                </a:cubicBezTo>
                <a:cubicBezTo>
                  <a:pt x="14215" y="24745"/>
                  <a:pt x="16662" y="23667"/>
                  <a:pt x="19968" y="21614"/>
                </a:cubicBezTo>
                <a:lnTo>
                  <a:pt x="22065" y="20361"/>
                </a:lnTo>
                <a:cubicBezTo>
                  <a:pt x="26449" y="17637"/>
                  <a:pt x="30090" y="16268"/>
                  <a:pt x="32930" y="16210"/>
                </a:cubicBezTo>
                <a:cubicBezTo>
                  <a:pt x="35828" y="16210"/>
                  <a:pt x="38508" y="17404"/>
                  <a:pt x="40897" y="19968"/>
                </a:cubicBezTo>
                <a:cubicBezTo>
                  <a:pt x="43693" y="22866"/>
                  <a:pt x="44713" y="26230"/>
                  <a:pt x="44086" y="30090"/>
                </a:cubicBezTo>
                <a:cubicBezTo>
                  <a:pt x="43402" y="33964"/>
                  <a:pt x="41072" y="37838"/>
                  <a:pt x="37081" y="41640"/>
                </a:cubicBezTo>
                <a:cubicBezTo>
                  <a:pt x="35377" y="43242"/>
                  <a:pt x="33498" y="44713"/>
                  <a:pt x="31401" y="46140"/>
                </a:cubicBezTo>
                <a:cubicBezTo>
                  <a:pt x="29289" y="47567"/>
                  <a:pt x="26900" y="48864"/>
                  <a:pt x="24293" y="50116"/>
                </a:cubicBezTo>
                <a:lnTo>
                  <a:pt x="19283" y="44887"/>
                </a:lnTo>
                <a:cubicBezTo>
                  <a:pt x="22065" y="44028"/>
                  <a:pt x="24628" y="43009"/>
                  <a:pt x="26959" y="41756"/>
                </a:cubicBezTo>
                <a:cubicBezTo>
                  <a:pt x="29231" y="40445"/>
                  <a:pt x="31284" y="38974"/>
                  <a:pt x="33105" y="37270"/>
                </a:cubicBezTo>
                <a:cubicBezTo>
                  <a:pt x="35493" y="34925"/>
                  <a:pt x="36921" y="32770"/>
                  <a:pt x="37430" y="30716"/>
                </a:cubicBezTo>
                <a:cubicBezTo>
                  <a:pt x="37940" y="28677"/>
                  <a:pt x="37489" y="26857"/>
                  <a:pt x="36061" y="25371"/>
                </a:cubicBezTo>
                <a:cubicBezTo>
                  <a:pt x="34692" y="24002"/>
                  <a:pt x="33221" y="23376"/>
                  <a:pt x="31619" y="23551"/>
                </a:cubicBezTo>
                <a:cubicBezTo>
                  <a:pt x="29974" y="23667"/>
                  <a:pt x="27250" y="24920"/>
                  <a:pt x="23434" y="27308"/>
                </a:cubicBezTo>
                <a:lnTo>
                  <a:pt x="21220" y="28561"/>
                </a:lnTo>
                <a:cubicBezTo>
                  <a:pt x="17463" y="30949"/>
                  <a:pt x="14157" y="32085"/>
                  <a:pt x="11433" y="32085"/>
                </a:cubicBezTo>
                <a:cubicBezTo>
                  <a:pt x="8753" y="32027"/>
                  <a:pt x="6190" y="30833"/>
                  <a:pt x="3918" y="28444"/>
                </a:cubicBezTo>
                <a:cubicBezTo>
                  <a:pt x="1136" y="25488"/>
                  <a:pt x="0" y="22240"/>
                  <a:pt x="568" y="18657"/>
                </a:cubicBezTo>
                <a:cubicBezTo>
                  <a:pt x="1078" y="15132"/>
                  <a:pt x="3233" y="11491"/>
                  <a:pt x="7049" y="7850"/>
                </a:cubicBezTo>
                <a:cubicBezTo>
                  <a:pt x="8928" y="6030"/>
                  <a:pt x="10865" y="4500"/>
                  <a:pt x="12788" y="3190"/>
                </a:cubicBezTo>
                <a:cubicBezTo>
                  <a:pt x="14725" y="1821"/>
                  <a:pt x="16662" y="801"/>
                  <a:pt x="18599" y="0"/>
                </a:cubicBezTo>
                <a:close/>
                <a:moveTo>
                  <a:pt x="1859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4EEA1-D989-4EB7-B943-0C257F61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12" y="2008834"/>
            <a:ext cx="59743" cy="60763"/>
          </a:xfrm>
          <a:custGeom xmlns:a="http://schemas.openxmlformats.org/drawingml/2006/main">
            <a:pathLst>
              <a:path w="59743" h="60763">
                <a:moveTo>
                  <a:pt x="27366" y="0"/>
                </a:moveTo>
                <a:lnTo>
                  <a:pt x="32828" y="6088"/>
                </a:lnTo>
                <a:cubicBezTo>
                  <a:pt x="29245" y="6030"/>
                  <a:pt x="25939" y="6481"/>
                  <a:pt x="22983" y="7559"/>
                </a:cubicBezTo>
                <a:cubicBezTo>
                  <a:pt x="19968" y="8651"/>
                  <a:pt x="17186" y="10297"/>
                  <a:pt x="14739" y="12511"/>
                </a:cubicBezTo>
                <a:cubicBezTo>
                  <a:pt x="9846" y="16895"/>
                  <a:pt x="7457" y="21730"/>
                  <a:pt x="7515" y="27017"/>
                </a:cubicBezTo>
                <a:cubicBezTo>
                  <a:pt x="7632" y="32377"/>
                  <a:pt x="10181" y="37824"/>
                  <a:pt x="15249" y="43460"/>
                </a:cubicBezTo>
                <a:cubicBezTo>
                  <a:pt x="20259" y="49097"/>
                  <a:pt x="25429" y="52228"/>
                  <a:pt x="30673" y="52912"/>
                </a:cubicBezTo>
                <a:cubicBezTo>
                  <a:pt x="35959" y="53597"/>
                  <a:pt x="41028" y="51718"/>
                  <a:pt x="45922" y="47334"/>
                </a:cubicBezTo>
                <a:cubicBezTo>
                  <a:pt x="48368" y="45106"/>
                  <a:pt x="50291" y="42615"/>
                  <a:pt x="51718" y="39703"/>
                </a:cubicBezTo>
                <a:cubicBezTo>
                  <a:pt x="53145" y="36862"/>
                  <a:pt x="53990" y="33615"/>
                  <a:pt x="54340" y="30090"/>
                </a:cubicBezTo>
                <a:lnTo>
                  <a:pt x="59743" y="36120"/>
                </a:lnTo>
                <a:cubicBezTo>
                  <a:pt x="58942" y="39309"/>
                  <a:pt x="57690" y="42266"/>
                  <a:pt x="56044" y="44946"/>
                </a:cubicBezTo>
                <a:cubicBezTo>
                  <a:pt x="54398" y="47669"/>
                  <a:pt x="52344" y="50174"/>
                  <a:pt x="49839" y="52388"/>
                </a:cubicBezTo>
                <a:cubicBezTo>
                  <a:pt x="43358" y="58199"/>
                  <a:pt x="36469" y="60763"/>
                  <a:pt x="29245" y="60136"/>
                </a:cubicBezTo>
                <a:cubicBezTo>
                  <a:pt x="21963" y="59510"/>
                  <a:pt x="15249" y="55811"/>
                  <a:pt x="9103" y="48922"/>
                </a:cubicBezTo>
                <a:cubicBezTo>
                  <a:pt x="2957" y="42047"/>
                  <a:pt x="0" y="34984"/>
                  <a:pt x="175" y="27701"/>
                </a:cubicBezTo>
                <a:cubicBezTo>
                  <a:pt x="350" y="20419"/>
                  <a:pt x="3641" y="13880"/>
                  <a:pt x="10137" y="8083"/>
                </a:cubicBezTo>
                <a:cubicBezTo>
                  <a:pt x="12686" y="5797"/>
                  <a:pt x="15424" y="3976"/>
                  <a:pt x="18264" y="2622"/>
                </a:cubicBezTo>
                <a:cubicBezTo>
                  <a:pt x="21104" y="1311"/>
                  <a:pt x="24177" y="393"/>
                  <a:pt x="27366" y="0"/>
                </a:cubicBezTo>
                <a:close/>
                <a:moveTo>
                  <a:pt x="2736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3DD71-3AFD-4839-9E4E-1619D536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750" y="1962519"/>
            <a:ext cx="77322" cy="77716"/>
          </a:xfrm>
          <a:custGeom xmlns:a="http://schemas.openxmlformats.org/drawingml/2006/main">
            <a:pathLst>
              <a:path w="77322" h="77716">
                <a:moveTo>
                  <a:pt x="0" y="34998"/>
                </a:moveTo>
                <a:lnTo>
                  <a:pt x="8593" y="27308"/>
                </a:lnTo>
                <a:lnTo>
                  <a:pt x="45514" y="46591"/>
                </a:lnTo>
                <a:lnTo>
                  <a:pt x="30498" y="7734"/>
                </a:lnTo>
                <a:lnTo>
                  <a:pt x="39091" y="0"/>
                </a:lnTo>
                <a:lnTo>
                  <a:pt x="77322" y="42732"/>
                </a:lnTo>
                <a:lnTo>
                  <a:pt x="71686" y="47786"/>
                </a:lnTo>
                <a:lnTo>
                  <a:pt x="38130" y="10297"/>
                </a:lnTo>
                <a:lnTo>
                  <a:pt x="53306" y="49446"/>
                </a:lnTo>
                <a:lnTo>
                  <a:pt x="47509" y="54616"/>
                </a:lnTo>
                <a:lnTo>
                  <a:pt x="10297" y="35217"/>
                </a:lnTo>
                <a:lnTo>
                  <a:pt x="43868" y="72705"/>
                </a:lnTo>
                <a:lnTo>
                  <a:pt x="38232" y="77716"/>
                </a:lnTo>
                <a:lnTo>
                  <a:pt x="0" y="34998"/>
                </a:lnTo>
                <a:close/>
                <a:moveTo>
                  <a:pt x="0" y="349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7ACFE-7D40-4E21-8147-A3617281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915" y="1930725"/>
            <a:ext cx="57398" cy="63879"/>
          </a:xfrm>
          <a:custGeom xmlns:a="http://schemas.openxmlformats.org/drawingml/2006/main">
            <a:pathLst>
              <a:path w="57398" h="63879">
                <a:moveTo>
                  <a:pt x="23274" y="0"/>
                </a:moveTo>
                <a:lnTo>
                  <a:pt x="28328" y="5680"/>
                </a:lnTo>
                <a:cubicBezTo>
                  <a:pt x="25153" y="6598"/>
                  <a:pt x="22415" y="7617"/>
                  <a:pt x="20026" y="8870"/>
                </a:cubicBezTo>
                <a:cubicBezTo>
                  <a:pt x="17579" y="10122"/>
                  <a:pt x="15482" y="11550"/>
                  <a:pt x="13661" y="13137"/>
                </a:cubicBezTo>
                <a:cubicBezTo>
                  <a:pt x="10530" y="15977"/>
                  <a:pt x="8651" y="18715"/>
                  <a:pt x="8025" y="21497"/>
                </a:cubicBezTo>
                <a:cubicBezTo>
                  <a:pt x="7399" y="24235"/>
                  <a:pt x="8083" y="26740"/>
                  <a:pt x="10122" y="29012"/>
                </a:cubicBezTo>
                <a:cubicBezTo>
                  <a:pt x="11841" y="30891"/>
                  <a:pt x="13661" y="31794"/>
                  <a:pt x="15642" y="31736"/>
                </a:cubicBezTo>
                <a:cubicBezTo>
                  <a:pt x="17637" y="31678"/>
                  <a:pt x="20478" y="30542"/>
                  <a:pt x="24177" y="28328"/>
                </a:cubicBezTo>
                <a:lnTo>
                  <a:pt x="28328" y="25881"/>
                </a:lnTo>
                <a:cubicBezTo>
                  <a:pt x="33396" y="22866"/>
                  <a:pt x="37838" y="21439"/>
                  <a:pt x="41756" y="21672"/>
                </a:cubicBezTo>
                <a:cubicBezTo>
                  <a:pt x="45630" y="21890"/>
                  <a:pt x="49155" y="23769"/>
                  <a:pt x="52286" y="27250"/>
                </a:cubicBezTo>
                <a:cubicBezTo>
                  <a:pt x="55986" y="31401"/>
                  <a:pt x="57398" y="35785"/>
                  <a:pt x="56554" y="40387"/>
                </a:cubicBezTo>
                <a:cubicBezTo>
                  <a:pt x="55694" y="44989"/>
                  <a:pt x="52563" y="49723"/>
                  <a:pt x="47218" y="54500"/>
                </a:cubicBezTo>
                <a:cubicBezTo>
                  <a:pt x="45179" y="56321"/>
                  <a:pt x="42834" y="58025"/>
                  <a:pt x="40110" y="59612"/>
                </a:cubicBezTo>
                <a:cubicBezTo>
                  <a:pt x="37430" y="61214"/>
                  <a:pt x="34474" y="62627"/>
                  <a:pt x="31241" y="63879"/>
                </a:cubicBezTo>
                <a:lnTo>
                  <a:pt x="25881" y="57966"/>
                </a:lnTo>
                <a:cubicBezTo>
                  <a:pt x="29420" y="57165"/>
                  <a:pt x="32595" y="56087"/>
                  <a:pt x="35450" y="54777"/>
                </a:cubicBezTo>
                <a:cubicBezTo>
                  <a:pt x="38348" y="53422"/>
                  <a:pt x="40853" y="51762"/>
                  <a:pt x="43009" y="49825"/>
                </a:cubicBezTo>
                <a:cubicBezTo>
                  <a:pt x="46315" y="46868"/>
                  <a:pt x="48252" y="43912"/>
                  <a:pt x="48878" y="41013"/>
                </a:cubicBezTo>
                <a:cubicBezTo>
                  <a:pt x="49548" y="38115"/>
                  <a:pt x="48762" y="35493"/>
                  <a:pt x="46591" y="33047"/>
                </a:cubicBezTo>
                <a:cubicBezTo>
                  <a:pt x="44713" y="30993"/>
                  <a:pt x="42615" y="29915"/>
                  <a:pt x="40285" y="29857"/>
                </a:cubicBezTo>
                <a:cubicBezTo>
                  <a:pt x="37955" y="29857"/>
                  <a:pt x="35042" y="30833"/>
                  <a:pt x="31576" y="32872"/>
                </a:cubicBezTo>
                <a:lnTo>
                  <a:pt x="27425" y="35377"/>
                </a:lnTo>
                <a:cubicBezTo>
                  <a:pt x="22356" y="38333"/>
                  <a:pt x="18031" y="39819"/>
                  <a:pt x="14448" y="39703"/>
                </a:cubicBezTo>
                <a:cubicBezTo>
                  <a:pt x="10865" y="39586"/>
                  <a:pt x="7617" y="37940"/>
                  <a:pt x="4719" y="34634"/>
                </a:cubicBezTo>
                <a:cubicBezTo>
                  <a:pt x="1369" y="30891"/>
                  <a:pt x="0" y="26682"/>
                  <a:pt x="743" y="22123"/>
                </a:cubicBezTo>
                <a:cubicBezTo>
                  <a:pt x="1427" y="17579"/>
                  <a:pt x="4151" y="13254"/>
                  <a:pt x="8826" y="9044"/>
                </a:cubicBezTo>
                <a:cubicBezTo>
                  <a:pt x="10807" y="7224"/>
                  <a:pt x="13035" y="5622"/>
                  <a:pt x="15424" y="4093"/>
                </a:cubicBezTo>
                <a:cubicBezTo>
                  <a:pt x="17812" y="2607"/>
                  <a:pt x="20419" y="1253"/>
                  <a:pt x="23274" y="0"/>
                </a:cubicBezTo>
                <a:close/>
                <a:moveTo>
                  <a:pt x="2327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61109-FD0F-4C8C-BC23-71D2F80C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573" y="1891926"/>
            <a:ext cx="59219" cy="61491"/>
          </a:xfrm>
          <a:custGeom xmlns:a="http://schemas.openxmlformats.org/drawingml/2006/main">
            <a:pathLst>
              <a:path w="59219" h="61491">
                <a:moveTo>
                  <a:pt x="0" y="32362"/>
                </a:moveTo>
                <a:lnTo>
                  <a:pt x="36120" y="0"/>
                </a:lnTo>
                <a:lnTo>
                  <a:pt x="40504" y="4879"/>
                </a:lnTo>
                <a:lnTo>
                  <a:pt x="25371" y="18424"/>
                </a:lnTo>
                <a:lnTo>
                  <a:pt x="59219" y="56262"/>
                </a:lnTo>
                <a:lnTo>
                  <a:pt x="53408" y="61491"/>
                </a:lnTo>
                <a:lnTo>
                  <a:pt x="19560" y="23653"/>
                </a:lnTo>
                <a:lnTo>
                  <a:pt x="4369" y="37197"/>
                </a:lnTo>
                <a:lnTo>
                  <a:pt x="0" y="32362"/>
                </a:lnTo>
                <a:close/>
                <a:moveTo>
                  <a:pt x="0" y="323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B8247-C7C0-4B80-8894-92F34AA3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990" y="1888387"/>
            <a:ext cx="48077" cy="45120"/>
          </a:xfrm>
          <a:custGeom xmlns:a="http://schemas.openxmlformats.org/drawingml/2006/main">
            <a:pathLst>
              <a:path w="48077" h="45120">
                <a:moveTo>
                  <a:pt x="35275" y="8476"/>
                </a:moveTo>
                <a:lnTo>
                  <a:pt x="37547" y="11040"/>
                </a:lnTo>
                <a:lnTo>
                  <a:pt x="13370" y="32712"/>
                </a:lnTo>
                <a:cubicBezTo>
                  <a:pt x="16836" y="36193"/>
                  <a:pt x="20361" y="37955"/>
                  <a:pt x="24060" y="38071"/>
                </a:cubicBezTo>
                <a:cubicBezTo>
                  <a:pt x="27701" y="38232"/>
                  <a:pt x="31284" y="36761"/>
                  <a:pt x="34765" y="33629"/>
                </a:cubicBezTo>
                <a:cubicBezTo>
                  <a:pt x="36746" y="31809"/>
                  <a:pt x="38523" y="29813"/>
                  <a:pt x="39994" y="27600"/>
                </a:cubicBezTo>
                <a:cubicBezTo>
                  <a:pt x="41421" y="25429"/>
                  <a:pt x="42674" y="22983"/>
                  <a:pt x="43635" y="20317"/>
                </a:cubicBezTo>
                <a:lnTo>
                  <a:pt x="48077" y="25327"/>
                </a:lnTo>
                <a:cubicBezTo>
                  <a:pt x="46941" y="27818"/>
                  <a:pt x="45514" y="30163"/>
                  <a:pt x="43926" y="32318"/>
                </a:cubicBezTo>
                <a:cubicBezTo>
                  <a:pt x="42324" y="34532"/>
                  <a:pt x="40504" y="36527"/>
                  <a:pt x="38465" y="38348"/>
                </a:cubicBezTo>
                <a:cubicBezTo>
                  <a:pt x="33338" y="42965"/>
                  <a:pt x="27935" y="45120"/>
                  <a:pt x="22298" y="44786"/>
                </a:cubicBezTo>
                <a:cubicBezTo>
                  <a:pt x="16676" y="44494"/>
                  <a:pt x="11550" y="41814"/>
                  <a:pt x="6991" y="36702"/>
                </a:cubicBezTo>
                <a:cubicBezTo>
                  <a:pt x="2330" y="31459"/>
                  <a:pt x="0" y="26056"/>
                  <a:pt x="58" y="20434"/>
                </a:cubicBezTo>
                <a:cubicBezTo>
                  <a:pt x="175" y="14797"/>
                  <a:pt x="2622" y="9846"/>
                  <a:pt x="7399" y="5520"/>
                </a:cubicBezTo>
                <a:cubicBezTo>
                  <a:pt x="11724" y="1704"/>
                  <a:pt x="16385" y="0"/>
                  <a:pt x="21395" y="568"/>
                </a:cubicBezTo>
                <a:cubicBezTo>
                  <a:pt x="26347" y="1092"/>
                  <a:pt x="31008" y="3699"/>
                  <a:pt x="35275" y="8476"/>
                </a:cubicBezTo>
                <a:close/>
                <a:moveTo>
                  <a:pt x="28619" y="11666"/>
                </a:moveTo>
                <a:cubicBezTo>
                  <a:pt x="25997" y="8826"/>
                  <a:pt x="23157" y="7224"/>
                  <a:pt x="20026" y="6947"/>
                </a:cubicBezTo>
                <a:cubicBezTo>
                  <a:pt x="16895" y="6598"/>
                  <a:pt x="14055" y="7632"/>
                  <a:pt x="11433" y="9962"/>
                </a:cubicBezTo>
                <a:cubicBezTo>
                  <a:pt x="8535" y="12584"/>
                  <a:pt x="6889" y="15540"/>
                  <a:pt x="6656" y="18774"/>
                </a:cubicBezTo>
                <a:cubicBezTo>
                  <a:pt x="6365" y="22021"/>
                  <a:pt x="7457" y="25269"/>
                  <a:pt x="9846" y="28503"/>
                </a:cubicBezTo>
                <a:lnTo>
                  <a:pt x="28619" y="11666"/>
                </a:lnTo>
                <a:close/>
                <a:moveTo>
                  <a:pt x="28619" y="116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23BDD-22AD-4622-B221-74B54DC6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643" y="1857102"/>
            <a:ext cx="44611" cy="50291"/>
          </a:xfrm>
          <a:custGeom xmlns:a="http://schemas.openxmlformats.org/drawingml/2006/main">
            <a:pathLst>
              <a:path w="44611" h="50291">
                <a:moveTo>
                  <a:pt x="19342" y="0"/>
                </a:moveTo>
                <a:lnTo>
                  <a:pt x="23784" y="5010"/>
                </a:lnTo>
                <a:cubicBezTo>
                  <a:pt x="21628" y="5578"/>
                  <a:pt x="19575" y="6365"/>
                  <a:pt x="17637" y="7399"/>
                </a:cubicBezTo>
                <a:cubicBezTo>
                  <a:pt x="15700" y="8476"/>
                  <a:pt x="13880" y="9787"/>
                  <a:pt x="12118" y="11317"/>
                </a:cubicBezTo>
                <a:cubicBezTo>
                  <a:pt x="9511" y="13647"/>
                  <a:pt x="7908" y="15817"/>
                  <a:pt x="7340" y="17754"/>
                </a:cubicBezTo>
                <a:cubicBezTo>
                  <a:pt x="6714" y="19735"/>
                  <a:pt x="7166" y="21497"/>
                  <a:pt x="8593" y="23099"/>
                </a:cubicBezTo>
                <a:cubicBezTo>
                  <a:pt x="9671" y="24352"/>
                  <a:pt x="11040" y="24861"/>
                  <a:pt x="12569" y="24745"/>
                </a:cubicBezTo>
                <a:cubicBezTo>
                  <a:pt x="14113" y="24570"/>
                  <a:pt x="16618" y="23609"/>
                  <a:pt x="19968" y="21672"/>
                </a:cubicBezTo>
                <a:lnTo>
                  <a:pt x="22138" y="20478"/>
                </a:lnTo>
                <a:cubicBezTo>
                  <a:pt x="26624" y="17914"/>
                  <a:pt x="30265" y="16662"/>
                  <a:pt x="33178" y="16720"/>
                </a:cubicBezTo>
                <a:cubicBezTo>
                  <a:pt x="36018" y="16778"/>
                  <a:pt x="38639" y="18089"/>
                  <a:pt x="40970" y="20711"/>
                </a:cubicBezTo>
                <a:cubicBezTo>
                  <a:pt x="43635" y="23725"/>
                  <a:pt x="44611" y="27133"/>
                  <a:pt x="43810" y="30949"/>
                </a:cubicBezTo>
                <a:cubicBezTo>
                  <a:pt x="43009" y="34823"/>
                  <a:pt x="40504" y="38567"/>
                  <a:pt x="36411" y="42266"/>
                </a:cubicBezTo>
                <a:cubicBezTo>
                  <a:pt x="34707" y="43810"/>
                  <a:pt x="32770" y="45222"/>
                  <a:pt x="30614" y="46533"/>
                </a:cubicBezTo>
                <a:cubicBezTo>
                  <a:pt x="28444" y="47902"/>
                  <a:pt x="25997" y="49155"/>
                  <a:pt x="23390" y="50291"/>
                </a:cubicBezTo>
                <a:lnTo>
                  <a:pt x="18497" y="44887"/>
                </a:lnTo>
                <a:cubicBezTo>
                  <a:pt x="21337" y="44145"/>
                  <a:pt x="23958" y="43183"/>
                  <a:pt x="26289" y="41989"/>
                </a:cubicBezTo>
                <a:cubicBezTo>
                  <a:pt x="28619" y="40853"/>
                  <a:pt x="30731" y="39368"/>
                  <a:pt x="32551" y="37722"/>
                </a:cubicBezTo>
                <a:cubicBezTo>
                  <a:pt x="35042" y="35493"/>
                  <a:pt x="36586" y="33396"/>
                  <a:pt x="37154" y="31343"/>
                </a:cubicBezTo>
                <a:cubicBezTo>
                  <a:pt x="37722" y="29304"/>
                  <a:pt x="37329" y="27541"/>
                  <a:pt x="35959" y="25939"/>
                </a:cubicBezTo>
                <a:cubicBezTo>
                  <a:pt x="34649" y="24512"/>
                  <a:pt x="33178" y="23900"/>
                  <a:pt x="31517" y="23944"/>
                </a:cubicBezTo>
                <a:cubicBezTo>
                  <a:pt x="29930" y="24060"/>
                  <a:pt x="27133" y="25196"/>
                  <a:pt x="23216" y="27425"/>
                </a:cubicBezTo>
                <a:lnTo>
                  <a:pt x="21002" y="28677"/>
                </a:lnTo>
                <a:cubicBezTo>
                  <a:pt x="17128" y="30891"/>
                  <a:pt x="13822" y="31911"/>
                  <a:pt x="11156" y="31794"/>
                </a:cubicBezTo>
                <a:cubicBezTo>
                  <a:pt x="8418" y="31692"/>
                  <a:pt x="5913" y="30381"/>
                  <a:pt x="3699" y="27935"/>
                </a:cubicBezTo>
                <a:cubicBezTo>
                  <a:pt x="1034" y="24920"/>
                  <a:pt x="0" y="21614"/>
                  <a:pt x="685" y="18089"/>
                </a:cubicBezTo>
                <a:cubicBezTo>
                  <a:pt x="1369" y="14506"/>
                  <a:pt x="3641" y="10982"/>
                  <a:pt x="7573" y="7457"/>
                </a:cubicBezTo>
                <a:cubicBezTo>
                  <a:pt x="9511" y="5695"/>
                  <a:pt x="11491" y="4209"/>
                  <a:pt x="13428" y="2957"/>
                </a:cubicBezTo>
                <a:cubicBezTo>
                  <a:pt x="15424" y="1704"/>
                  <a:pt x="17361" y="743"/>
                  <a:pt x="19342" y="0"/>
                </a:cubicBezTo>
                <a:close/>
                <a:moveTo>
                  <a:pt x="193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34196-08ED-49F4-A2FD-8E6B832A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019" y="1832751"/>
            <a:ext cx="52956" cy="42266"/>
          </a:xfrm>
          <a:custGeom xmlns:a="http://schemas.openxmlformats.org/drawingml/2006/main">
            <a:pathLst>
              <a:path w="52956" h="42266">
                <a:moveTo>
                  <a:pt x="5287" y="626"/>
                </a:moveTo>
                <a:lnTo>
                  <a:pt x="13428" y="9729"/>
                </a:lnTo>
                <a:lnTo>
                  <a:pt x="24293" y="0"/>
                </a:lnTo>
                <a:lnTo>
                  <a:pt x="27935" y="4093"/>
                </a:lnTo>
                <a:lnTo>
                  <a:pt x="17113" y="13763"/>
                </a:lnTo>
                <a:lnTo>
                  <a:pt x="32653" y="31182"/>
                </a:lnTo>
                <a:cubicBezTo>
                  <a:pt x="34984" y="33789"/>
                  <a:pt x="36862" y="35158"/>
                  <a:pt x="38232" y="35275"/>
                </a:cubicBezTo>
                <a:cubicBezTo>
                  <a:pt x="39644" y="35391"/>
                  <a:pt x="41407" y="34416"/>
                  <a:pt x="43635" y="32479"/>
                </a:cubicBezTo>
                <a:lnTo>
                  <a:pt x="49038" y="27643"/>
                </a:lnTo>
                <a:lnTo>
                  <a:pt x="52956" y="32027"/>
                </a:lnTo>
                <a:lnTo>
                  <a:pt x="47553" y="36862"/>
                </a:lnTo>
                <a:cubicBezTo>
                  <a:pt x="43518" y="40504"/>
                  <a:pt x="39994" y="42266"/>
                  <a:pt x="37081" y="42164"/>
                </a:cubicBezTo>
                <a:cubicBezTo>
                  <a:pt x="34183" y="41989"/>
                  <a:pt x="30949" y="39936"/>
                  <a:pt x="27366" y="35901"/>
                </a:cubicBezTo>
                <a:lnTo>
                  <a:pt x="11826" y="18540"/>
                </a:lnTo>
                <a:lnTo>
                  <a:pt x="7952" y="22021"/>
                </a:lnTo>
                <a:lnTo>
                  <a:pt x="4267" y="17914"/>
                </a:lnTo>
                <a:lnTo>
                  <a:pt x="8127" y="14448"/>
                </a:lnTo>
                <a:lnTo>
                  <a:pt x="0" y="5345"/>
                </a:lnTo>
                <a:lnTo>
                  <a:pt x="5287" y="626"/>
                </a:lnTo>
                <a:close/>
                <a:moveTo>
                  <a:pt x="5287" y="6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757E1-2837-44A1-8286-1410DC13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108" y="1770677"/>
            <a:ext cx="81575" cy="81531"/>
          </a:xfrm>
          <a:custGeom xmlns:a="http://schemas.openxmlformats.org/drawingml/2006/main">
            <a:pathLst>
              <a:path w="81575" h="81531">
                <a:moveTo>
                  <a:pt x="0" y="48368"/>
                </a:moveTo>
                <a:lnTo>
                  <a:pt x="5797" y="43183"/>
                </a:lnTo>
                <a:lnTo>
                  <a:pt x="47101" y="71234"/>
                </a:lnTo>
                <a:lnTo>
                  <a:pt x="23725" y="27090"/>
                </a:lnTo>
                <a:lnTo>
                  <a:pt x="30265" y="21279"/>
                </a:lnTo>
                <a:lnTo>
                  <a:pt x="71569" y="49388"/>
                </a:lnTo>
                <a:lnTo>
                  <a:pt x="48179" y="5243"/>
                </a:lnTo>
                <a:lnTo>
                  <a:pt x="54048" y="0"/>
                </a:lnTo>
                <a:lnTo>
                  <a:pt x="81575" y="52286"/>
                </a:lnTo>
                <a:lnTo>
                  <a:pt x="74293" y="58826"/>
                </a:lnTo>
                <a:lnTo>
                  <a:pt x="32085" y="29813"/>
                </a:lnTo>
                <a:lnTo>
                  <a:pt x="56204" y="75050"/>
                </a:lnTo>
                <a:lnTo>
                  <a:pt x="48922" y="81531"/>
                </a:lnTo>
                <a:lnTo>
                  <a:pt x="0" y="48368"/>
                </a:lnTo>
                <a:close/>
                <a:moveTo>
                  <a:pt x="0" y="483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D1852-A787-482C-8857-25459EF1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580" y="1760045"/>
            <a:ext cx="43810" cy="45339"/>
          </a:xfrm>
          <a:custGeom xmlns:a="http://schemas.openxmlformats.org/drawingml/2006/main">
            <a:pathLst>
              <a:path w="43810" h="45339">
                <a:moveTo>
                  <a:pt x="10865" y="10297"/>
                </a:moveTo>
                <a:cubicBezTo>
                  <a:pt x="8025" y="12802"/>
                  <a:pt x="6772" y="15933"/>
                  <a:pt x="7122" y="19575"/>
                </a:cubicBezTo>
                <a:cubicBezTo>
                  <a:pt x="7457" y="23259"/>
                  <a:pt x="9336" y="27017"/>
                  <a:pt x="12744" y="30833"/>
                </a:cubicBezTo>
                <a:cubicBezTo>
                  <a:pt x="16166" y="34707"/>
                  <a:pt x="19691" y="36979"/>
                  <a:pt x="23332" y="37722"/>
                </a:cubicBezTo>
                <a:cubicBezTo>
                  <a:pt x="26915" y="38450"/>
                  <a:pt x="30163" y="37547"/>
                  <a:pt x="33003" y="34984"/>
                </a:cubicBezTo>
                <a:cubicBezTo>
                  <a:pt x="35785" y="32479"/>
                  <a:pt x="37037" y="29406"/>
                  <a:pt x="36702" y="25706"/>
                </a:cubicBezTo>
                <a:cubicBezTo>
                  <a:pt x="36353" y="22021"/>
                  <a:pt x="34488" y="18322"/>
                  <a:pt x="31066" y="14448"/>
                </a:cubicBezTo>
                <a:cubicBezTo>
                  <a:pt x="27658" y="10690"/>
                  <a:pt x="24133" y="8418"/>
                  <a:pt x="20492" y="7675"/>
                </a:cubicBezTo>
                <a:cubicBezTo>
                  <a:pt x="16851" y="6874"/>
                  <a:pt x="13661" y="7792"/>
                  <a:pt x="10865" y="10297"/>
                </a:cubicBezTo>
                <a:close/>
                <a:moveTo>
                  <a:pt x="6831" y="5797"/>
                </a:moveTo>
                <a:cubicBezTo>
                  <a:pt x="11448" y="1704"/>
                  <a:pt x="16385" y="0"/>
                  <a:pt x="21628" y="626"/>
                </a:cubicBezTo>
                <a:cubicBezTo>
                  <a:pt x="26915" y="1253"/>
                  <a:pt x="31925" y="4209"/>
                  <a:pt x="36644" y="9496"/>
                </a:cubicBezTo>
                <a:cubicBezTo>
                  <a:pt x="41305" y="14739"/>
                  <a:pt x="43693" y="20026"/>
                  <a:pt x="43751" y="25313"/>
                </a:cubicBezTo>
                <a:cubicBezTo>
                  <a:pt x="43810" y="30658"/>
                  <a:pt x="41538" y="35377"/>
                  <a:pt x="36979" y="39484"/>
                </a:cubicBezTo>
                <a:cubicBezTo>
                  <a:pt x="32377" y="43577"/>
                  <a:pt x="27425" y="45339"/>
                  <a:pt x="22196" y="44654"/>
                </a:cubicBezTo>
                <a:cubicBezTo>
                  <a:pt x="16909" y="44028"/>
                  <a:pt x="11899" y="41072"/>
                  <a:pt x="7224" y="35785"/>
                </a:cubicBezTo>
                <a:cubicBezTo>
                  <a:pt x="2505" y="30542"/>
                  <a:pt x="117" y="25255"/>
                  <a:pt x="58" y="19968"/>
                </a:cubicBezTo>
                <a:cubicBezTo>
                  <a:pt x="0" y="14681"/>
                  <a:pt x="2287" y="9947"/>
                  <a:pt x="6831" y="5797"/>
                </a:cubicBezTo>
                <a:close/>
                <a:moveTo>
                  <a:pt x="6831" y="57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AFF1F-5DFF-499B-8659-4BA6B69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1369" y="1728586"/>
            <a:ext cx="33964" cy="49315"/>
          </a:xfrm>
          <a:custGeom xmlns:a="http://schemas.openxmlformats.org/drawingml/2006/main">
            <a:pathLst>
              <a:path w="33964" h="49315">
                <a:moveTo>
                  <a:pt x="23157" y="5345"/>
                </a:moveTo>
                <a:cubicBezTo>
                  <a:pt x="22240" y="5564"/>
                  <a:pt x="21381" y="5855"/>
                  <a:pt x="20536" y="6365"/>
                </a:cubicBezTo>
                <a:cubicBezTo>
                  <a:pt x="19735" y="6816"/>
                  <a:pt x="18890" y="7384"/>
                  <a:pt x="18031" y="8127"/>
                </a:cubicBezTo>
                <a:cubicBezTo>
                  <a:pt x="15074" y="10807"/>
                  <a:pt x="13647" y="13822"/>
                  <a:pt x="13763" y="17171"/>
                </a:cubicBezTo>
                <a:cubicBezTo>
                  <a:pt x="13938" y="20536"/>
                  <a:pt x="15584" y="24060"/>
                  <a:pt x="18890" y="27701"/>
                </a:cubicBezTo>
                <a:lnTo>
                  <a:pt x="33964" y="44538"/>
                </a:lnTo>
                <a:lnTo>
                  <a:pt x="28663" y="49315"/>
                </a:lnTo>
                <a:lnTo>
                  <a:pt x="0" y="17230"/>
                </a:lnTo>
                <a:lnTo>
                  <a:pt x="5287" y="12511"/>
                </a:lnTo>
                <a:lnTo>
                  <a:pt x="9729" y="17521"/>
                </a:lnTo>
                <a:cubicBezTo>
                  <a:pt x="9103" y="14564"/>
                  <a:pt x="9263" y="11826"/>
                  <a:pt x="10181" y="9321"/>
                </a:cubicBezTo>
                <a:cubicBezTo>
                  <a:pt x="11084" y="6772"/>
                  <a:pt x="12846" y="4369"/>
                  <a:pt x="15409" y="2097"/>
                </a:cubicBezTo>
                <a:cubicBezTo>
                  <a:pt x="15759" y="1762"/>
                  <a:pt x="16152" y="1413"/>
                  <a:pt x="16662" y="1078"/>
                </a:cubicBezTo>
                <a:cubicBezTo>
                  <a:pt x="17113" y="728"/>
                  <a:pt x="17681" y="393"/>
                  <a:pt x="18307" y="0"/>
                </a:cubicBezTo>
                <a:lnTo>
                  <a:pt x="23157" y="5345"/>
                </a:lnTo>
                <a:close/>
                <a:moveTo>
                  <a:pt x="23157" y="53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F298A-14D4-402C-9723-0507627F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129" y="1688927"/>
            <a:ext cx="50524" cy="64011"/>
          </a:xfrm>
          <a:custGeom xmlns:a="http://schemas.openxmlformats.org/drawingml/2006/main">
            <a:pathLst>
              <a:path w="50524" h="64011">
                <a:moveTo>
                  <a:pt x="20929" y="22080"/>
                </a:moveTo>
                <a:lnTo>
                  <a:pt x="5403" y="4719"/>
                </a:lnTo>
                <a:lnTo>
                  <a:pt x="10690" y="0"/>
                </a:lnTo>
                <a:lnTo>
                  <a:pt x="50524" y="44552"/>
                </a:lnTo>
                <a:lnTo>
                  <a:pt x="45281" y="49271"/>
                </a:lnTo>
                <a:lnTo>
                  <a:pt x="40955" y="44436"/>
                </a:lnTo>
                <a:cubicBezTo>
                  <a:pt x="41581" y="47334"/>
                  <a:pt x="41421" y="50014"/>
                  <a:pt x="40562" y="52461"/>
                </a:cubicBezTo>
                <a:cubicBezTo>
                  <a:pt x="39703" y="54908"/>
                  <a:pt x="38115" y="57180"/>
                  <a:pt x="35726" y="59277"/>
                </a:cubicBezTo>
                <a:cubicBezTo>
                  <a:pt x="31852" y="62758"/>
                  <a:pt x="27366" y="64011"/>
                  <a:pt x="22123" y="63093"/>
                </a:cubicBezTo>
                <a:cubicBezTo>
                  <a:pt x="16953" y="62190"/>
                  <a:pt x="12059" y="59219"/>
                  <a:pt x="7559" y="54165"/>
                </a:cubicBezTo>
                <a:cubicBezTo>
                  <a:pt x="3073" y="49155"/>
                  <a:pt x="626" y="43984"/>
                  <a:pt x="277" y="38741"/>
                </a:cubicBezTo>
                <a:cubicBezTo>
                  <a:pt x="0" y="33454"/>
                  <a:pt x="1762" y="29071"/>
                  <a:pt x="5636" y="25662"/>
                </a:cubicBezTo>
                <a:cubicBezTo>
                  <a:pt x="7967" y="23492"/>
                  <a:pt x="10414" y="22182"/>
                  <a:pt x="12977" y="21555"/>
                </a:cubicBezTo>
                <a:cubicBezTo>
                  <a:pt x="15467" y="20987"/>
                  <a:pt x="18147" y="21162"/>
                  <a:pt x="20929" y="22080"/>
                </a:cubicBezTo>
                <a:close/>
                <a:moveTo>
                  <a:pt x="13021" y="49330"/>
                </a:moveTo>
                <a:cubicBezTo>
                  <a:pt x="16501" y="53189"/>
                  <a:pt x="19968" y="55519"/>
                  <a:pt x="23551" y="56262"/>
                </a:cubicBezTo>
                <a:cubicBezTo>
                  <a:pt x="27133" y="57063"/>
                  <a:pt x="30323" y="56204"/>
                  <a:pt x="33105" y="53713"/>
                </a:cubicBezTo>
                <a:cubicBezTo>
                  <a:pt x="35843" y="51208"/>
                  <a:pt x="37096" y="48135"/>
                  <a:pt x="36688" y="44552"/>
                </a:cubicBezTo>
                <a:cubicBezTo>
                  <a:pt x="36353" y="40911"/>
                  <a:pt x="34416" y="37154"/>
                  <a:pt x="30949" y="33280"/>
                </a:cubicBezTo>
                <a:cubicBezTo>
                  <a:pt x="27483" y="29420"/>
                  <a:pt x="23944" y="27075"/>
                  <a:pt x="20361" y="26289"/>
                </a:cubicBezTo>
                <a:cubicBezTo>
                  <a:pt x="16836" y="25546"/>
                  <a:pt x="13647" y="26391"/>
                  <a:pt x="10865" y="28896"/>
                </a:cubicBezTo>
                <a:cubicBezTo>
                  <a:pt x="8083" y="31343"/>
                  <a:pt x="6889" y="34416"/>
                  <a:pt x="7224" y="38057"/>
                </a:cubicBezTo>
                <a:cubicBezTo>
                  <a:pt x="7617" y="41698"/>
                  <a:pt x="9554" y="45455"/>
                  <a:pt x="13021" y="49330"/>
                </a:cubicBezTo>
                <a:close/>
                <a:moveTo>
                  <a:pt x="13021" y="493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73BD5-55F2-4A90-8593-9F0B3F37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778" y="1674363"/>
            <a:ext cx="44538" cy="50291"/>
          </a:xfrm>
          <a:custGeom xmlns:a="http://schemas.openxmlformats.org/drawingml/2006/main">
            <a:pathLst>
              <a:path w="44538" h="50291">
                <a:moveTo>
                  <a:pt x="19342" y="0"/>
                </a:moveTo>
                <a:lnTo>
                  <a:pt x="23784" y="5010"/>
                </a:lnTo>
                <a:cubicBezTo>
                  <a:pt x="21614" y="5578"/>
                  <a:pt x="19575" y="6379"/>
                  <a:pt x="17637" y="7399"/>
                </a:cubicBezTo>
                <a:cubicBezTo>
                  <a:pt x="15642" y="8476"/>
                  <a:pt x="13822" y="9787"/>
                  <a:pt x="12118" y="11317"/>
                </a:cubicBezTo>
                <a:cubicBezTo>
                  <a:pt x="9496" y="13661"/>
                  <a:pt x="7908" y="15817"/>
                  <a:pt x="7282" y="17754"/>
                </a:cubicBezTo>
                <a:cubicBezTo>
                  <a:pt x="6714" y="19735"/>
                  <a:pt x="7166" y="21512"/>
                  <a:pt x="8593" y="23099"/>
                </a:cubicBezTo>
                <a:cubicBezTo>
                  <a:pt x="9671" y="24352"/>
                  <a:pt x="10982" y="24861"/>
                  <a:pt x="12569" y="24745"/>
                </a:cubicBezTo>
                <a:cubicBezTo>
                  <a:pt x="14113" y="24628"/>
                  <a:pt x="16560" y="23609"/>
                  <a:pt x="19968" y="21672"/>
                </a:cubicBezTo>
                <a:lnTo>
                  <a:pt x="22123" y="20478"/>
                </a:lnTo>
                <a:cubicBezTo>
                  <a:pt x="26565" y="17914"/>
                  <a:pt x="30265" y="16676"/>
                  <a:pt x="33105" y="16720"/>
                </a:cubicBezTo>
                <a:cubicBezTo>
                  <a:pt x="36003" y="16778"/>
                  <a:pt x="38625" y="18089"/>
                  <a:pt x="40955" y="20711"/>
                </a:cubicBezTo>
                <a:cubicBezTo>
                  <a:pt x="43635" y="23725"/>
                  <a:pt x="44538" y="27133"/>
                  <a:pt x="43751" y="30949"/>
                </a:cubicBezTo>
                <a:cubicBezTo>
                  <a:pt x="42950" y="34823"/>
                  <a:pt x="40504" y="38567"/>
                  <a:pt x="36353" y="42266"/>
                </a:cubicBezTo>
                <a:cubicBezTo>
                  <a:pt x="34649" y="43810"/>
                  <a:pt x="32712" y="45222"/>
                  <a:pt x="30542" y="46533"/>
                </a:cubicBezTo>
                <a:cubicBezTo>
                  <a:pt x="28386" y="47902"/>
                  <a:pt x="25997" y="49155"/>
                  <a:pt x="23318" y="50291"/>
                </a:cubicBezTo>
                <a:lnTo>
                  <a:pt x="18482" y="44887"/>
                </a:lnTo>
                <a:cubicBezTo>
                  <a:pt x="21337" y="44145"/>
                  <a:pt x="23886" y="43183"/>
                  <a:pt x="26289" y="41989"/>
                </a:cubicBezTo>
                <a:cubicBezTo>
                  <a:pt x="28619" y="40853"/>
                  <a:pt x="30658" y="39426"/>
                  <a:pt x="32537" y="37722"/>
                </a:cubicBezTo>
                <a:cubicBezTo>
                  <a:pt x="35042" y="35508"/>
                  <a:pt x="36527" y="33396"/>
                  <a:pt x="37096" y="31343"/>
                </a:cubicBezTo>
                <a:cubicBezTo>
                  <a:pt x="37722" y="29304"/>
                  <a:pt x="37314" y="27541"/>
                  <a:pt x="35901" y="25939"/>
                </a:cubicBezTo>
                <a:cubicBezTo>
                  <a:pt x="34649" y="24526"/>
                  <a:pt x="33163" y="23900"/>
                  <a:pt x="31517" y="23958"/>
                </a:cubicBezTo>
                <a:cubicBezTo>
                  <a:pt x="29872" y="24060"/>
                  <a:pt x="27133" y="25196"/>
                  <a:pt x="23216" y="27425"/>
                </a:cubicBezTo>
                <a:lnTo>
                  <a:pt x="20987" y="28677"/>
                </a:lnTo>
                <a:cubicBezTo>
                  <a:pt x="17128" y="30891"/>
                  <a:pt x="13822" y="31911"/>
                  <a:pt x="11098" y="31809"/>
                </a:cubicBezTo>
                <a:cubicBezTo>
                  <a:pt x="8360" y="31692"/>
                  <a:pt x="5913" y="30381"/>
                  <a:pt x="3699" y="27935"/>
                </a:cubicBezTo>
                <a:cubicBezTo>
                  <a:pt x="961" y="24920"/>
                  <a:pt x="0" y="21614"/>
                  <a:pt x="626" y="18089"/>
                </a:cubicBezTo>
                <a:cubicBezTo>
                  <a:pt x="1311" y="14506"/>
                  <a:pt x="3641" y="10982"/>
                  <a:pt x="7559" y="7457"/>
                </a:cubicBezTo>
                <a:cubicBezTo>
                  <a:pt x="9496" y="5753"/>
                  <a:pt x="11433" y="4209"/>
                  <a:pt x="13428" y="2957"/>
                </a:cubicBezTo>
                <a:cubicBezTo>
                  <a:pt x="15365" y="1704"/>
                  <a:pt x="17346" y="743"/>
                  <a:pt x="19342" y="0"/>
                </a:cubicBezTo>
                <a:close/>
                <a:moveTo>
                  <a:pt x="1934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C7A4B-BC73-40E9-BFCF-9DF3C64D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359" y="2006504"/>
            <a:ext cx="70317" cy="72021"/>
          </a:xfrm>
          <a:custGeom xmlns:a="http://schemas.openxmlformats.org/drawingml/2006/main">
            <a:pathLst>
              <a:path w="70317" h="72021">
                <a:moveTo>
                  <a:pt x="0" y="28036"/>
                </a:moveTo>
                <a:lnTo>
                  <a:pt x="5971" y="23041"/>
                </a:lnTo>
                <a:lnTo>
                  <a:pt x="21060" y="41072"/>
                </a:lnTo>
                <a:lnTo>
                  <a:pt x="42674" y="23041"/>
                </a:lnTo>
                <a:lnTo>
                  <a:pt x="27600" y="4996"/>
                </a:lnTo>
                <a:lnTo>
                  <a:pt x="33571" y="0"/>
                </a:lnTo>
                <a:lnTo>
                  <a:pt x="70317" y="43970"/>
                </a:lnTo>
                <a:lnTo>
                  <a:pt x="64404" y="48980"/>
                </a:lnTo>
                <a:lnTo>
                  <a:pt x="46883" y="28036"/>
                </a:lnTo>
                <a:lnTo>
                  <a:pt x="25269" y="46082"/>
                </a:lnTo>
                <a:lnTo>
                  <a:pt x="42732" y="67069"/>
                </a:lnTo>
                <a:lnTo>
                  <a:pt x="36819" y="72021"/>
                </a:lnTo>
                <a:lnTo>
                  <a:pt x="0" y="28036"/>
                </a:lnTo>
                <a:close/>
                <a:moveTo>
                  <a:pt x="0" y="280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200D2-1023-4F5A-8AC4-B35B9930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981" y="1972481"/>
            <a:ext cx="59685" cy="61039"/>
          </a:xfrm>
          <a:custGeom xmlns:a="http://schemas.openxmlformats.org/drawingml/2006/main">
            <a:pathLst>
              <a:path w="59685" h="61039">
                <a:moveTo>
                  <a:pt x="28561" y="0"/>
                </a:moveTo>
                <a:lnTo>
                  <a:pt x="33804" y="6248"/>
                </a:lnTo>
                <a:cubicBezTo>
                  <a:pt x="30221" y="6088"/>
                  <a:pt x="26915" y="6481"/>
                  <a:pt x="23900" y="7442"/>
                </a:cubicBezTo>
                <a:cubicBezTo>
                  <a:pt x="20827" y="8418"/>
                  <a:pt x="18045" y="9947"/>
                  <a:pt x="15482" y="12118"/>
                </a:cubicBezTo>
                <a:cubicBezTo>
                  <a:pt x="10472" y="16327"/>
                  <a:pt x="7908" y="21046"/>
                  <a:pt x="7807" y="26332"/>
                </a:cubicBezTo>
                <a:cubicBezTo>
                  <a:pt x="7690" y="31692"/>
                  <a:pt x="10079" y="37197"/>
                  <a:pt x="14972" y="43067"/>
                </a:cubicBezTo>
                <a:cubicBezTo>
                  <a:pt x="19808" y="48805"/>
                  <a:pt x="24818" y="52170"/>
                  <a:pt x="30105" y="53014"/>
                </a:cubicBezTo>
                <a:cubicBezTo>
                  <a:pt x="35333" y="53815"/>
                  <a:pt x="40460" y="52170"/>
                  <a:pt x="45470" y="47961"/>
                </a:cubicBezTo>
                <a:cubicBezTo>
                  <a:pt x="48019" y="45790"/>
                  <a:pt x="50072" y="43344"/>
                  <a:pt x="51558" y="40504"/>
                </a:cubicBezTo>
                <a:cubicBezTo>
                  <a:pt x="53029" y="37722"/>
                  <a:pt x="53990" y="34532"/>
                  <a:pt x="54456" y="31008"/>
                </a:cubicBezTo>
                <a:lnTo>
                  <a:pt x="59685" y="37197"/>
                </a:lnTo>
                <a:cubicBezTo>
                  <a:pt x="58782" y="40329"/>
                  <a:pt x="57471" y="43242"/>
                  <a:pt x="55709" y="45907"/>
                </a:cubicBezTo>
                <a:cubicBezTo>
                  <a:pt x="53990" y="48587"/>
                  <a:pt x="51835" y="50975"/>
                  <a:pt x="49213" y="53131"/>
                </a:cubicBezTo>
                <a:cubicBezTo>
                  <a:pt x="42557" y="58709"/>
                  <a:pt x="35625" y="61039"/>
                  <a:pt x="28401" y="60195"/>
                </a:cubicBezTo>
                <a:cubicBezTo>
                  <a:pt x="21118" y="59335"/>
                  <a:pt x="14564" y="55359"/>
                  <a:pt x="8651" y="48296"/>
                </a:cubicBezTo>
                <a:cubicBezTo>
                  <a:pt x="2738" y="41246"/>
                  <a:pt x="0" y="34081"/>
                  <a:pt x="466" y="26798"/>
                </a:cubicBezTo>
                <a:cubicBezTo>
                  <a:pt x="859" y="19516"/>
                  <a:pt x="4384" y="13079"/>
                  <a:pt x="11040" y="7501"/>
                </a:cubicBezTo>
                <a:cubicBezTo>
                  <a:pt x="13720" y="5287"/>
                  <a:pt x="16443" y="3583"/>
                  <a:pt x="19356" y="2330"/>
                </a:cubicBezTo>
                <a:cubicBezTo>
                  <a:pt x="22313" y="1078"/>
                  <a:pt x="25327" y="277"/>
                  <a:pt x="28561" y="0"/>
                </a:cubicBezTo>
                <a:close/>
                <a:moveTo>
                  <a:pt x="2856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6C9D9-1FD8-464D-826A-CC99AE3F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921" y="1927754"/>
            <a:ext cx="76973" cy="77614"/>
          </a:xfrm>
          <a:custGeom xmlns:a="http://schemas.openxmlformats.org/drawingml/2006/main">
            <a:pathLst>
              <a:path w="76973" h="77614">
                <a:moveTo>
                  <a:pt x="0" y="33629"/>
                </a:moveTo>
                <a:lnTo>
                  <a:pt x="8811" y="26230"/>
                </a:lnTo>
                <a:lnTo>
                  <a:pt x="45120" y="46766"/>
                </a:lnTo>
                <a:lnTo>
                  <a:pt x="31343" y="7399"/>
                </a:lnTo>
                <a:lnTo>
                  <a:pt x="40227" y="0"/>
                </a:lnTo>
                <a:lnTo>
                  <a:pt x="76973" y="43984"/>
                </a:lnTo>
                <a:lnTo>
                  <a:pt x="71176" y="48820"/>
                </a:lnTo>
                <a:lnTo>
                  <a:pt x="38916" y="10195"/>
                </a:lnTo>
                <a:lnTo>
                  <a:pt x="52796" y="49839"/>
                </a:lnTo>
                <a:lnTo>
                  <a:pt x="46825" y="54849"/>
                </a:lnTo>
                <a:lnTo>
                  <a:pt x="10239" y="34139"/>
                </a:lnTo>
                <a:lnTo>
                  <a:pt x="42557" y="72778"/>
                </a:lnTo>
                <a:lnTo>
                  <a:pt x="36746" y="77614"/>
                </a:lnTo>
                <a:lnTo>
                  <a:pt x="0" y="33629"/>
                </a:lnTo>
                <a:close/>
                <a:moveTo>
                  <a:pt x="0" y="336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14EC3-DC82-455A-99DD-E3E7EA5E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82" y="1897271"/>
            <a:ext cx="57063" cy="64112"/>
          </a:xfrm>
          <a:custGeom xmlns:a="http://schemas.openxmlformats.org/drawingml/2006/main">
            <a:pathLst>
              <a:path w="57063" h="64112">
                <a:moveTo>
                  <a:pt x="24133" y="0"/>
                </a:moveTo>
                <a:lnTo>
                  <a:pt x="29027" y="5797"/>
                </a:lnTo>
                <a:cubicBezTo>
                  <a:pt x="25837" y="6598"/>
                  <a:pt x="23055" y="7559"/>
                  <a:pt x="20609" y="8753"/>
                </a:cubicBezTo>
                <a:cubicBezTo>
                  <a:pt x="18162" y="9889"/>
                  <a:pt x="15992" y="11200"/>
                  <a:pt x="14113" y="12802"/>
                </a:cubicBezTo>
                <a:cubicBezTo>
                  <a:pt x="10880" y="15467"/>
                  <a:pt x="8884" y="18205"/>
                  <a:pt x="8200" y="20929"/>
                </a:cubicBezTo>
                <a:cubicBezTo>
                  <a:pt x="7515" y="23667"/>
                  <a:pt x="8083" y="26172"/>
                  <a:pt x="10020" y="28503"/>
                </a:cubicBezTo>
                <a:cubicBezTo>
                  <a:pt x="11666" y="30440"/>
                  <a:pt x="13487" y="31459"/>
                  <a:pt x="15482" y="31459"/>
                </a:cubicBezTo>
                <a:cubicBezTo>
                  <a:pt x="17477" y="31459"/>
                  <a:pt x="20376" y="30440"/>
                  <a:pt x="24133" y="28269"/>
                </a:cubicBezTo>
                <a:lnTo>
                  <a:pt x="28342" y="26056"/>
                </a:lnTo>
                <a:cubicBezTo>
                  <a:pt x="33513" y="23157"/>
                  <a:pt x="38013" y="21905"/>
                  <a:pt x="41887" y="22298"/>
                </a:cubicBezTo>
                <a:cubicBezTo>
                  <a:pt x="45805" y="22633"/>
                  <a:pt x="49213" y="24628"/>
                  <a:pt x="52228" y="28211"/>
                </a:cubicBezTo>
                <a:cubicBezTo>
                  <a:pt x="55767" y="32479"/>
                  <a:pt x="57063" y="36862"/>
                  <a:pt x="56044" y="41465"/>
                </a:cubicBezTo>
                <a:cubicBezTo>
                  <a:pt x="55024" y="46082"/>
                  <a:pt x="51776" y="50684"/>
                  <a:pt x="46257" y="55301"/>
                </a:cubicBezTo>
                <a:cubicBezTo>
                  <a:pt x="44159" y="57005"/>
                  <a:pt x="41771" y="58651"/>
                  <a:pt x="38974" y="60136"/>
                </a:cubicBezTo>
                <a:cubicBezTo>
                  <a:pt x="36251" y="61607"/>
                  <a:pt x="33236" y="62976"/>
                  <a:pt x="29988" y="64112"/>
                </a:cubicBezTo>
                <a:lnTo>
                  <a:pt x="24818" y="57966"/>
                </a:lnTo>
                <a:cubicBezTo>
                  <a:pt x="28401" y="57340"/>
                  <a:pt x="31576" y="56379"/>
                  <a:pt x="34488" y="55126"/>
                </a:cubicBezTo>
                <a:cubicBezTo>
                  <a:pt x="37387" y="53874"/>
                  <a:pt x="39950" y="52330"/>
                  <a:pt x="42222" y="50466"/>
                </a:cubicBezTo>
                <a:cubicBezTo>
                  <a:pt x="45572" y="47611"/>
                  <a:pt x="47626" y="44771"/>
                  <a:pt x="48368" y="41873"/>
                </a:cubicBezTo>
                <a:cubicBezTo>
                  <a:pt x="49111" y="38960"/>
                  <a:pt x="48427" y="36294"/>
                  <a:pt x="46373" y="33848"/>
                </a:cubicBezTo>
                <a:cubicBezTo>
                  <a:pt x="44552" y="31678"/>
                  <a:pt x="42499" y="30542"/>
                  <a:pt x="40169" y="30440"/>
                </a:cubicBezTo>
                <a:cubicBezTo>
                  <a:pt x="37780" y="30323"/>
                  <a:pt x="34882" y="31226"/>
                  <a:pt x="31357" y="33163"/>
                </a:cubicBezTo>
                <a:lnTo>
                  <a:pt x="27090" y="35435"/>
                </a:lnTo>
                <a:cubicBezTo>
                  <a:pt x="21963" y="38290"/>
                  <a:pt x="17594" y="39586"/>
                  <a:pt x="13996" y="39368"/>
                </a:cubicBezTo>
                <a:cubicBezTo>
                  <a:pt x="10472" y="39135"/>
                  <a:pt x="7282" y="37314"/>
                  <a:pt x="4442" y="33964"/>
                </a:cubicBezTo>
                <a:cubicBezTo>
                  <a:pt x="1209" y="30090"/>
                  <a:pt x="0" y="25881"/>
                  <a:pt x="859" y="21337"/>
                </a:cubicBezTo>
                <a:cubicBezTo>
                  <a:pt x="1777" y="16836"/>
                  <a:pt x="4617" y="12569"/>
                  <a:pt x="9394" y="8535"/>
                </a:cubicBezTo>
                <a:cubicBezTo>
                  <a:pt x="11506" y="6816"/>
                  <a:pt x="13720" y="5229"/>
                  <a:pt x="16166" y="3801"/>
                </a:cubicBezTo>
                <a:cubicBezTo>
                  <a:pt x="18672" y="2389"/>
                  <a:pt x="21279" y="1136"/>
                  <a:pt x="24133" y="0"/>
                </a:cubicBezTo>
                <a:close/>
                <a:moveTo>
                  <a:pt x="241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22093-86BD-4BED-B2AD-F97CF04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176" y="1859826"/>
            <a:ext cx="58374" cy="62073"/>
          </a:xfrm>
          <a:custGeom xmlns:a="http://schemas.openxmlformats.org/drawingml/2006/main">
            <a:pathLst>
              <a:path w="58374" h="62073">
                <a:moveTo>
                  <a:pt x="0" y="31124"/>
                </a:moveTo>
                <a:lnTo>
                  <a:pt x="37212" y="0"/>
                </a:lnTo>
                <a:lnTo>
                  <a:pt x="41421" y="5010"/>
                </a:lnTo>
                <a:lnTo>
                  <a:pt x="25779" y="18104"/>
                </a:lnTo>
                <a:lnTo>
                  <a:pt x="58374" y="57063"/>
                </a:lnTo>
                <a:lnTo>
                  <a:pt x="52403" y="62073"/>
                </a:lnTo>
                <a:lnTo>
                  <a:pt x="19793" y="23099"/>
                </a:lnTo>
                <a:lnTo>
                  <a:pt x="4151" y="36134"/>
                </a:lnTo>
                <a:lnTo>
                  <a:pt x="0" y="31124"/>
                </a:lnTo>
                <a:close/>
                <a:moveTo>
                  <a:pt x="0" y="311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BAC51-E699-423E-BE68-8C3035F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884" y="1857277"/>
            <a:ext cx="48077" cy="45397"/>
          </a:xfrm>
          <a:custGeom xmlns:a="http://schemas.openxmlformats.org/drawingml/2006/main">
            <a:pathLst>
              <a:path w="48077" h="45397">
                <a:moveTo>
                  <a:pt x="35843" y="9103"/>
                </a:moveTo>
                <a:lnTo>
                  <a:pt x="37998" y="11710"/>
                </a:lnTo>
                <a:lnTo>
                  <a:pt x="13093" y="32537"/>
                </a:lnTo>
                <a:cubicBezTo>
                  <a:pt x="16443" y="36120"/>
                  <a:pt x="19968" y="37998"/>
                  <a:pt x="23609" y="38290"/>
                </a:cubicBezTo>
                <a:cubicBezTo>
                  <a:pt x="27250" y="38567"/>
                  <a:pt x="30891" y="37197"/>
                  <a:pt x="34474" y="34183"/>
                </a:cubicBezTo>
                <a:cubicBezTo>
                  <a:pt x="36527" y="32420"/>
                  <a:pt x="38348" y="30483"/>
                  <a:pt x="39877" y="28328"/>
                </a:cubicBezTo>
                <a:cubicBezTo>
                  <a:pt x="41421" y="26216"/>
                  <a:pt x="42732" y="23827"/>
                  <a:pt x="43810" y="21162"/>
                </a:cubicBezTo>
                <a:lnTo>
                  <a:pt x="48077" y="26332"/>
                </a:lnTo>
                <a:cubicBezTo>
                  <a:pt x="46825" y="28779"/>
                  <a:pt x="45339" y="31051"/>
                  <a:pt x="43693" y="33221"/>
                </a:cubicBezTo>
                <a:cubicBezTo>
                  <a:pt x="41989" y="35319"/>
                  <a:pt x="40110" y="37314"/>
                  <a:pt x="37998" y="39018"/>
                </a:cubicBezTo>
                <a:cubicBezTo>
                  <a:pt x="32712" y="43460"/>
                  <a:pt x="27308" y="45397"/>
                  <a:pt x="21672" y="44946"/>
                </a:cubicBezTo>
                <a:cubicBezTo>
                  <a:pt x="15992" y="44421"/>
                  <a:pt x="10982" y="41523"/>
                  <a:pt x="6656" y="36353"/>
                </a:cubicBezTo>
                <a:cubicBezTo>
                  <a:pt x="2112" y="30949"/>
                  <a:pt x="0" y="25429"/>
                  <a:pt x="291" y="19793"/>
                </a:cubicBezTo>
                <a:cubicBezTo>
                  <a:pt x="510" y="14215"/>
                  <a:pt x="3131" y="9321"/>
                  <a:pt x="8083" y="5170"/>
                </a:cubicBezTo>
                <a:cubicBezTo>
                  <a:pt x="12511" y="1471"/>
                  <a:pt x="17244" y="0"/>
                  <a:pt x="22196" y="670"/>
                </a:cubicBezTo>
                <a:cubicBezTo>
                  <a:pt x="27192" y="1354"/>
                  <a:pt x="31692" y="4151"/>
                  <a:pt x="35843" y="9103"/>
                </a:cubicBezTo>
                <a:close/>
                <a:moveTo>
                  <a:pt x="29071" y="12001"/>
                </a:moveTo>
                <a:cubicBezTo>
                  <a:pt x="26565" y="9103"/>
                  <a:pt x="23725" y="7384"/>
                  <a:pt x="20652" y="6991"/>
                </a:cubicBezTo>
                <a:cubicBezTo>
                  <a:pt x="17521" y="6598"/>
                  <a:pt x="14681" y="7501"/>
                  <a:pt x="12001" y="9729"/>
                </a:cubicBezTo>
                <a:cubicBezTo>
                  <a:pt x="8986" y="12278"/>
                  <a:pt x="7282" y="15132"/>
                  <a:pt x="6889" y="18366"/>
                </a:cubicBezTo>
                <a:cubicBezTo>
                  <a:pt x="6481" y="21614"/>
                  <a:pt x="7457" y="24861"/>
                  <a:pt x="9787" y="28211"/>
                </a:cubicBezTo>
                <a:lnTo>
                  <a:pt x="29071" y="12001"/>
                </a:lnTo>
                <a:close/>
                <a:moveTo>
                  <a:pt x="29071" y="120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03CF8-D9FC-4178-A35D-8865709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731" y="1827172"/>
            <a:ext cx="44378" cy="50407"/>
          </a:xfrm>
          <a:custGeom xmlns:a="http://schemas.openxmlformats.org/drawingml/2006/main">
            <a:pathLst>
              <a:path w="44378" h="50407">
                <a:moveTo>
                  <a:pt x="20026" y="0"/>
                </a:moveTo>
                <a:lnTo>
                  <a:pt x="24352" y="5127"/>
                </a:lnTo>
                <a:cubicBezTo>
                  <a:pt x="22138" y="5636"/>
                  <a:pt x="20084" y="6379"/>
                  <a:pt x="18089" y="7340"/>
                </a:cubicBezTo>
                <a:cubicBezTo>
                  <a:pt x="16108" y="8302"/>
                  <a:pt x="14229" y="9554"/>
                  <a:pt x="12467" y="11040"/>
                </a:cubicBezTo>
                <a:cubicBezTo>
                  <a:pt x="9787" y="13254"/>
                  <a:pt x="8083" y="15365"/>
                  <a:pt x="7457" y="17361"/>
                </a:cubicBezTo>
                <a:cubicBezTo>
                  <a:pt x="6772" y="19283"/>
                  <a:pt x="7166" y="21060"/>
                  <a:pt x="8535" y="22764"/>
                </a:cubicBezTo>
                <a:cubicBezTo>
                  <a:pt x="9612" y="24017"/>
                  <a:pt x="10865" y="24585"/>
                  <a:pt x="12467" y="24468"/>
                </a:cubicBezTo>
                <a:cubicBezTo>
                  <a:pt x="13996" y="24410"/>
                  <a:pt x="16501" y="23449"/>
                  <a:pt x="19968" y="21672"/>
                </a:cubicBezTo>
                <a:lnTo>
                  <a:pt x="22196" y="20536"/>
                </a:lnTo>
                <a:cubicBezTo>
                  <a:pt x="26740" y="18147"/>
                  <a:pt x="30440" y="17011"/>
                  <a:pt x="33280" y="17186"/>
                </a:cubicBezTo>
                <a:cubicBezTo>
                  <a:pt x="36193" y="17302"/>
                  <a:pt x="38741" y="18715"/>
                  <a:pt x="40970" y="21453"/>
                </a:cubicBezTo>
                <a:cubicBezTo>
                  <a:pt x="43533" y="24526"/>
                  <a:pt x="44378" y="27935"/>
                  <a:pt x="43416" y="31750"/>
                </a:cubicBezTo>
                <a:cubicBezTo>
                  <a:pt x="42499" y="35566"/>
                  <a:pt x="39936" y="39266"/>
                  <a:pt x="35683" y="42790"/>
                </a:cubicBezTo>
                <a:cubicBezTo>
                  <a:pt x="33906" y="44261"/>
                  <a:pt x="31925" y="45630"/>
                  <a:pt x="29697" y="46883"/>
                </a:cubicBezTo>
                <a:cubicBezTo>
                  <a:pt x="27483" y="48135"/>
                  <a:pt x="25036" y="49330"/>
                  <a:pt x="22356" y="50407"/>
                </a:cubicBezTo>
                <a:lnTo>
                  <a:pt x="17696" y="44829"/>
                </a:lnTo>
                <a:cubicBezTo>
                  <a:pt x="20536" y="44203"/>
                  <a:pt x="23216" y="43300"/>
                  <a:pt x="25546" y="42222"/>
                </a:cubicBezTo>
                <a:cubicBezTo>
                  <a:pt x="27935" y="41072"/>
                  <a:pt x="30105" y="39775"/>
                  <a:pt x="31983" y="38173"/>
                </a:cubicBezTo>
                <a:cubicBezTo>
                  <a:pt x="34532" y="36018"/>
                  <a:pt x="36134" y="33964"/>
                  <a:pt x="36819" y="31925"/>
                </a:cubicBezTo>
                <a:cubicBezTo>
                  <a:pt x="37445" y="29930"/>
                  <a:pt x="37096" y="28109"/>
                  <a:pt x="35785" y="26507"/>
                </a:cubicBezTo>
                <a:cubicBezTo>
                  <a:pt x="34532" y="25036"/>
                  <a:pt x="33119" y="24293"/>
                  <a:pt x="31459" y="24352"/>
                </a:cubicBezTo>
                <a:cubicBezTo>
                  <a:pt x="29813" y="24410"/>
                  <a:pt x="26973" y="25488"/>
                  <a:pt x="23041" y="27541"/>
                </a:cubicBezTo>
                <a:lnTo>
                  <a:pt x="20769" y="28677"/>
                </a:lnTo>
                <a:cubicBezTo>
                  <a:pt x="16851" y="30775"/>
                  <a:pt x="13487" y="31750"/>
                  <a:pt x="10763" y="31517"/>
                </a:cubicBezTo>
                <a:cubicBezTo>
                  <a:pt x="8025" y="31299"/>
                  <a:pt x="5636" y="29930"/>
                  <a:pt x="3481" y="27366"/>
                </a:cubicBezTo>
                <a:cubicBezTo>
                  <a:pt x="918" y="24235"/>
                  <a:pt x="0" y="20944"/>
                  <a:pt x="801" y="17419"/>
                </a:cubicBezTo>
                <a:cubicBezTo>
                  <a:pt x="1602" y="13880"/>
                  <a:pt x="3991" y="10414"/>
                  <a:pt x="8025" y="7064"/>
                </a:cubicBezTo>
                <a:cubicBezTo>
                  <a:pt x="10020" y="5345"/>
                  <a:pt x="12059" y="3932"/>
                  <a:pt x="14055" y="2738"/>
                </a:cubicBezTo>
                <a:cubicBezTo>
                  <a:pt x="16050" y="1602"/>
                  <a:pt x="18089" y="626"/>
                  <a:pt x="20026" y="0"/>
                </a:cubicBezTo>
                <a:close/>
                <a:moveTo>
                  <a:pt x="200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C54BB-6966-41B3-A3C6-1B6965B3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461" y="1803622"/>
            <a:ext cx="52009" cy="42834"/>
          </a:xfrm>
          <a:custGeom xmlns:a="http://schemas.openxmlformats.org/drawingml/2006/main">
            <a:pathLst>
              <a:path w="52009" h="42834">
                <a:moveTo>
                  <a:pt x="5476" y="0"/>
                </a:moveTo>
                <a:lnTo>
                  <a:pt x="13268" y="9394"/>
                </a:lnTo>
                <a:lnTo>
                  <a:pt x="24468" y="58"/>
                </a:lnTo>
                <a:lnTo>
                  <a:pt x="27935" y="4267"/>
                </a:lnTo>
                <a:lnTo>
                  <a:pt x="16793" y="13603"/>
                </a:lnTo>
                <a:lnTo>
                  <a:pt x="31750" y="31517"/>
                </a:lnTo>
                <a:cubicBezTo>
                  <a:pt x="34022" y="34197"/>
                  <a:pt x="35843" y="35610"/>
                  <a:pt x="37212" y="35785"/>
                </a:cubicBezTo>
                <a:cubicBezTo>
                  <a:pt x="38581" y="35959"/>
                  <a:pt x="40402" y="35042"/>
                  <a:pt x="42674" y="33163"/>
                </a:cubicBezTo>
                <a:lnTo>
                  <a:pt x="48252" y="28503"/>
                </a:lnTo>
                <a:lnTo>
                  <a:pt x="52009" y="33061"/>
                </a:lnTo>
                <a:lnTo>
                  <a:pt x="46490" y="37722"/>
                </a:lnTo>
                <a:cubicBezTo>
                  <a:pt x="42280" y="41188"/>
                  <a:pt x="38756" y="42834"/>
                  <a:pt x="35843" y="42615"/>
                </a:cubicBezTo>
                <a:cubicBezTo>
                  <a:pt x="32945" y="42382"/>
                  <a:pt x="29755" y="40227"/>
                  <a:pt x="26347" y="36076"/>
                </a:cubicBezTo>
                <a:lnTo>
                  <a:pt x="11331" y="18147"/>
                </a:lnTo>
                <a:lnTo>
                  <a:pt x="7399" y="21512"/>
                </a:lnTo>
                <a:lnTo>
                  <a:pt x="3874" y="17288"/>
                </a:lnTo>
                <a:lnTo>
                  <a:pt x="7865" y="13938"/>
                </a:lnTo>
                <a:lnTo>
                  <a:pt x="0" y="4559"/>
                </a:lnTo>
                <a:lnTo>
                  <a:pt x="5476" y="0"/>
                </a:lnTo>
                <a:close/>
                <a:moveTo>
                  <a:pt x="547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26118D-5000-4FC1-B43D-0E7E7B3A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597" y="2039157"/>
            <a:ext cx="44552" cy="61782"/>
          </a:xfrm>
          <a:custGeom xmlns:a="http://schemas.openxmlformats.org/drawingml/2006/main">
            <a:pathLst>
              <a:path w="44552" h="61782">
                <a:moveTo>
                  <a:pt x="10020" y="16836"/>
                </a:moveTo>
                <a:lnTo>
                  <a:pt x="23274" y="33848"/>
                </a:lnTo>
                <a:lnTo>
                  <a:pt x="30949" y="27818"/>
                </a:lnTo>
                <a:cubicBezTo>
                  <a:pt x="33804" y="25604"/>
                  <a:pt x="35450" y="23157"/>
                  <a:pt x="35843" y="20478"/>
                </a:cubicBezTo>
                <a:cubicBezTo>
                  <a:pt x="36251" y="17812"/>
                  <a:pt x="35391" y="15074"/>
                  <a:pt x="33294" y="12351"/>
                </a:cubicBezTo>
                <a:cubicBezTo>
                  <a:pt x="31182" y="9671"/>
                  <a:pt x="28736" y="8185"/>
                  <a:pt x="26070" y="7908"/>
                </a:cubicBezTo>
                <a:cubicBezTo>
                  <a:pt x="23332" y="7675"/>
                  <a:pt x="20550" y="8651"/>
                  <a:pt x="17696" y="10865"/>
                </a:cubicBezTo>
                <a:lnTo>
                  <a:pt x="10020" y="16836"/>
                </a:lnTo>
                <a:close/>
                <a:moveTo>
                  <a:pt x="0" y="16618"/>
                </a:moveTo>
                <a:lnTo>
                  <a:pt x="13778" y="5797"/>
                </a:lnTo>
                <a:cubicBezTo>
                  <a:pt x="18890" y="1879"/>
                  <a:pt x="23623" y="0"/>
                  <a:pt x="27993" y="277"/>
                </a:cubicBezTo>
                <a:cubicBezTo>
                  <a:pt x="32377" y="568"/>
                  <a:pt x="36309" y="2898"/>
                  <a:pt x="39717" y="7340"/>
                </a:cubicBezTo>
                <a:cubicBezTo>
                  <a:pt x="43183" y="11768"/>
                  <a:pt x="44552" y="16152"/>
                  <a:pt x="43693" y="20478"/>
                </a:cubicBezTo>
                <a:cubicBezTo>
                  <a:pt x="42907" y="24803"/>
                  <a:pt x="39950" y="28896"/>
                  <a:pt x="34882" y="32886"/>
                </a:cubicBezTo>
                <a:lnTo>
                  <a:pt x="27206" y="38858"/>
                </a:lnTo>
                <a:lnTo>
                  <a:pt x="41363" y="57063"/>
                </a:lnTo>
                <a:lnTo>
                  <a:pt x="35217" y="61782"/>
                </a:lnTo>
                <a:lnTo>
                  <a:pt x="0" y="16618"/>
                </a:lnTo>
                <a:close/>
                <a:moveTo>
                  <a:pt x="0" y="166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7CC8E-EE3F-4CE9-A6D4-F1B8F044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21" y="2001668"/>
            <a:ext cx="57471" cy="62525"/>
          </a:xfrm>
          <a:custGeom xmlns:a="http://schemas.openxmlformats.org/drawingml/2006/main">
            <a:pathLst>
              <a:path w="57471" h="62525">
                <a:moveTo>
                  <a:pt x="0" y="29813"/>
                </a:moveTo>
                <a:lnTo>
                  <a:pt x="38232" y="0"/>
                </a:lnTo>
                <a:lnTo>
                  <a:pt x="42280" y="5112"/>
                </a:lnTo>
                <a:lnTo>
                  <a:pt x="26230" y="17637"/>
                </a:lnTo>
                <a:lnTo>
                  <a:pt x="57471" y="57690"/>
                </a:lnTo>
                <a:lnTo>
                  <a:pt x="51325" y="62525"/>
                </a:lnTo>
                <a:lnTo>
                  <a:pt x="20084" y="22415"/>
                </a:lnTo>
                <a:lnTo>
                  <a:pt x="4049" y="34984"/>
                </a:lnTo>
                <a:lnTo>
                  <a:pt x="0" y="29813"/>
                </a:lnTo>
                <a:close/>
                <a:moveTo>
                  <a:pt x="0" y="298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C8BD1-440C-4C42-B903-126EA13C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540" y="1972933"/>
            <a:ext cx="57457" cy="62525"/>
          </a:xfrm>
          <a:custGeom xmlns:a="http://schemas.openxmlformats.org/drawingml/2006/main">
            <a:pathLst>
              <a:path w="57457" h="62525">
                <a:moveTo>
                  <a:pt x="0" y="29872"/>
                </a:moveTo>
                <a:lnTo>
                  <a:pt x="38232" y="0"/>
                </a:lnTo>
                <a:lnTo>
                  <a:pt x="42266" y="5170"/>
                </a:lnTo>
                <a:lnTo>
                  <a:pt x="26216" y="17696"/>
                </a:lnTo>
                <a:lnTo>
                  <a:pt x="57457" y="57748"/>
                </a:lnTo>
                <a:lnTo>
                  <a:pt x="51310" y="62525"/>
                </a:lnTo>
                <a:lnTo>
                  <a:pt x="20070" y="22473"/>
                </a:lnTo>
                <a:lnTo>
                  <a:pt x="3976" y="34984"/>
                </a:lnTo>
                <a:lnTo>
                  <a:pt x="0" y="29872"/>
                </a:lnTo>
                <a:close/>
                <a:moveTo>
                  <a:pt x="0" y="298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44535-D81E-4895-8383-673F0B0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466" y="1971287"/>
            <a:ext cx="48077" cy="45732"/>
          </a:xfrm>
          <a:custGeom xmlns:a="http://schemas.openxmlformats.org/drawingml/2006/main">
            <a:pathLst>
              <a:path w="48077" h="45732">
                <a:moveTo>
                  <a:pt x="36353" y="9729"/>
                </a:moveTo>
                <a:lnTo>
                  <a:pt x="38523" y="12453"/>
                </a:lnTo>
                <a:lnTo>
                  <a:pt x="12860" y="32420"/>
                </a:lnTo>
                <a:cubicBezTo>
                  <a:pt x="16108" y="36061"/>
                  <a:pt x="19575" y="38057"/>
                  <a:pt x="23216" y="38450"/>
                </a:cubicBezTo>
                <a:cubicBezTo>
                  <a:pt x="26798" y="38858"/>
                  <a:pt x="30498" y="37664"/>
                  <a:pt x="34197" y="34751"/>
                </a:cubicBezTo>
                <a:cubicBezTo>
                  <a:pt x="36294" y="33105"/>
                  <a:pt x="38173" y="31226"/>
                  <a:pt x="39775" y="29129"/>
                </a:cubicBezTo>
                <a:cubicBezTo>
                  <a:pt x="41421" y="27017"/>
                  <a:pt x="42790" y="24687"/>
                  <a:pt x="43926" y="22065"/>
                </a:cubicBezTo>
                <a:lnTo>
                  <a:pt x="48077" y="27366"/>
                </a:lnTo>
                <a:cubicBezTo>
                  <a:pt x="46708" y="29755"/>
                  <a:pt x="45179" y="32027"/>
                  <a:pt x="43416" y="34081"/>
                </a:cubicBezTo>
                <a:cubicBezTo>
                  <a:pt x="41654" y="36178"/>
                  <a:pt x="39717" y="38057"/>
                  <a:pt x="37547" y="39761"/>
                </a:cubicBezTo>
                <a:cubicBezTo>
                  <a:pt x="32144" y="43970"/>
                  <a:pt x="26624" y="45732"/>
                  <a:pt x="21002" y="45048"/>
                </a:cubicBezTo>
                <a:cubicBezTo>
                  <a:pt x="15365" y="44378"/>
                  <a:pt x="10472" y="41305"/>
                  <a:pt x="6321" y="35945"/>
                </a:cubicBezTo>
                <a:cubicBezTo>
                  <a:pt x="1937" y="30381"/>
                  <a:pt x="0" y="24803"/>
                  <a:pt x="510" y="19225"/>
                </a:cubicBezTo>
                <a:cubicBezTo>
                  <a:pt x="918" y="13647"/>
                  <a:pt x="3699" y="8870"/>
                  <a:pt x="8826" y="4894"/>
                </a:cubicBezTo>
                <a:cubicBezTo>
                  <a:pt x="13370" y="1311"/>
                  <a:pt x="18089" y="0"/>
                  <a:pt x="23041" y="845"/>
                </a:cubicBezTo>
                <a:cubicBezTo>
                  <a:pt x="27993" y="1704"/>
                  <a:pt x="32435" y="4661"/>
                  <a:pt x="36353" y="9729"/>
                </a:cubicBezTo>
                <a:close/>
                <a:moveTo>
                  <a:pt x="29537" y="12394"/>
                </a:moveTo>
                <a:cubicBezTo>
                  <a:pt x="27133" y="9379"/>
                  <a:pt x="24352" y="7617"/>
                  <a:pt x="21279" y="7107"/>
                </a:cubicBezTo>
                <a:cubicBezTo>
                  <a:pt x="18205" y="6598"/>
                  <a:pt x="15307" y="7399"/>
                  <a:pt x="12525" y="9554"/>
                </a:cubicBezTo>
                <a:cubicBezTo>
                  <a:pt x="9452" y="12001"/>
                  <a:pt x="7632" y="14783"/>
                  <a:pt x="7107" y="18031"/>
                </a:cubicBezTo>
                <a:cubicBezTo>
                  <a:pt x="6656" y="21220"/>
                  <a:pt x="7515" y="24512"/>
                  <a:pt x="9671" y="27935"/>
                </a:cubicBezTo>
                <a:lnTo>
                  <a:pt x="29537" y="12394"/>
                </a:lnTo>
                <a:close/>
                <a:moveTo>
                  <a:pt x="29537" y="123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F9759-FD75-4F5A-B206-DD0FC08D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508" y="1942435"/>
            <a:ext cx="44101" cy="50466"/>
          </a:xfrm>
          <a:custGeom xmlns:a="http://schemas.openxmlformats.org/drawingml/2006/main">
            <a:pathLst>
              <a:path w="44101" h="50466">
                <a:moveTo>
                  <a:pt x="20769" y="0"/>
                </a:moveTo>
                <a:lnTo>
                  <a:pt x="24861" y="5301"/>
                </a:lnTo>
                <a:cubicBezTo>
                  <a:pt x="22648" y="5695"/>
                  <a:pt x="20550" y="6379"/>
                  <a:pt x="18555" y="7282"/>
                </a:cubicBezTo>
                <a:cubicBezTo>
                  <a:pt x="16501" y="8200"/>
                  <a:pt x="14623" y="9394"/>
                  <a:pt x="12802" y="10807"/>
                </a:cubicBezTo>
                <a:cubicBezTo>
                  <a:pt x="10020" y="12977"/>
                  <a:pt x="8258" y="14972"/>
                  <a:pt x="7573" y="16895"/>
                </a:cubicBezTo>
                <a:cubicBezTo>
                  <a:pt x="6831" y="18832"/>
                  <a:pt x="7122" y="20652"/>
                  <a:pt x="8476" y="22356"/>
                </a:cubicBezTo>
                <a:cubicBezTo>
                  <a:pt x="9452" y="23609"/>
                  <a:pt x="10763" y="24235"/>
                  <a:pt x="12292" y="24235"/>
                </a:cubicBezTo>
                <a:cubicBezTo>
                  <a:pt x="13894" y="24177"/>
                  <a:pt x="16385" y="23332"/>
                  <a:pt x="19924" y="21686"/>
                </a:cubicBezTo>
                <a:lnTo>
                  <a:pt x="22196" y="20594"/>
                </a:lnTo>
                <a:cubicBezTo>
                  <a:pt x="26798" y="18380"/>
                  <a:pt x="30498" y="17419"/>
                  <a:pt x="33396" y="17637"/>
                </a:cubicBezTo>
                <a:cubicBezTo>
                  <a:pt x="36251" y="17871"/>
                  <a:pt x="38800" y="19400"/>
                  <a:pt x="40911" y="22138"/>
                </a:cubicBezTo>
                <a:cubicBezTo>
                  <a:pt x="43416" y="25327"/>
                  <a:pt x="44101" y="28794"/>
                  <a:pt x="43023" y="32551"/>
                </a:cubicBezTo>
                <a:cubicBezTo>
                  <a:pt x="41989" y="36353"/>
                  <a:pt x="39266" y="39936"/>
                  <a:pt x="34882" y="43300"/>
                </a:cubicBezTo>
                <a:cubicBezTo>
                  <a:pt x="33061" y="44727"/>
                  <a:pt x="31066" y="46023"/>
                  <a:pt x="28794" y="47218"/>
                </a:cubicBezTo>
                <a:cubicBezTo>
                  <a:pt x="26580" y="48412"/>
                  <a:pt x="24075" y="49504"/>
                  <a:pt x="21337" y="50466"/>
                </a:cubicBezTo>
                <a:lnTo>
                  <a:pt x="16851" y="44727"/>
                </a:lnTo>
                <a:cubicBezTo>
                  <a:pt x="19749" y="44203"/>
                  <a:pt x="22429" y="43416"/>
                  <a:pt x="24818" y="42382"/>
                </a:cubicBezTo>
                <a:cubicBezTo>
                  <a:pt x="27265" y="41363"/>
                  <a:pt x="29420" y="40110"/>
                  <a:pt x="31415" y="38581"/>
                </a:cubicBezTo>
                <a:cubicBezTo>
                  <a:pt x="34022" y="36527"/>
                  <a:pt x="35683" y="34474"/>
                  <a:pt x="36367" y="32493"/>
                </a:cubicBezTo>
                <a:cubicBezTo>
                  <a:pt x="37096" y="30498"/>
                  <a:pt x="36819" y="28677"/>
                  <a:pt x="35566" y="27032"/>
                </a:cubicBezTo>
                <a:cubicBezTo>
                  <a:pt x="34372" y="25546"/>
                  <a:pt x="32945" y="24745"/>
                  <a:pt x="31299" y="24745"/>
                </a:cubicBezTo>
                <a:cubicBezTo>
                  <a:pt x="29653" y="24745"/>
                  <a:pt x="26798" y="25721"/>
                  <a:pt x="22764" y="27658"/>
                </a:cubicBezTo>
                <a:lnTo>
                  <a:pt x="20492" y="28677"/>
                </a:lnTo>
                <a:cubicBezTo>
                  <a:pt x="16443" y="30673"/>
                  <a:pt x="13093" y="31517"/>
                  <a:pt x="10414" y="31182"/>
                </a:cubicBezTo>
                <a:cubicBezTo>
                  <a:pt x="7690" y="30891"/>
                  <a:pt x="5301" y="29420"/>
                  <a:pt x="3248" y="26798"/>
                </a:cubicBezTo>
                <a:cubicBezTo>
                  <a:pt x="801" y="23609"/>
                  <a:pt x="0" y="20259"/>
                  <a:pt x="918" y="16793"/>
                </a:cubicBezTo>
                <a:cubicBezTo>
                  <a:pt x="1821" y="13254"/>
                  <a:pt x="4326" y="9904"/>
                  <a:pt x="8476" y="6656"/>
                </a:cubicBezTo>
                <a:cubicBezTo>
                  <a:pt x="10530" y="5068"/>
                  <a:pt x="12584" y="3699"/>
                  <a:pt x="14681" y="2563"/>
                </a:cubicBezTo>
                <a:cubicBezTo>
                  <a:pt x="16734" y="1427"/>
                  <a:pt x="18730" y="568"/>
                  <a:pt x="20769" y="0"/>
                </a:cubicBezTo>
                <a:close/>
                <a:moveTo>
                  <a:pt x="207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ABECA-D1C0-42A1-955F-95019CC8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549" y="1919176"/>
            <a:ext cx="51034" cy="43912"/>
          </a:xfrm>
          <a:custGeom xmlns:a="http://schemas.openxmlformats.org/drawingml/2006/main">
            <a:pathLst>
              <a:path w="51034" h="43912">
                <a:moveTo>
                  <a:pt x="5636" y="0"/>
                </a:moveTo>
                <a:lnTo>
                  <a:pt x="13152" y="9612"/>
                </a:lnTo>
                <a:lnTo>
                  <a:pt x="24585" y="670"/>
                </a:lnTo>
                <a:lnTo>
                  <a:pt x="27993" y="4996"/>
                </a:lnTo>
                <a:lnTo>
                  <a:pt x="16501" y="13996"/>
                </a:lnTo>
                <a:lnTo>
                  <a:pt x="30847" y="32362"/>
                </a:lnTo>
                <a:cubicBezTo>
                  <a:pt x="33003" y="35158"/>
                  <a:pt x="34765" y="36629"/>
                  <a:pt x="36134" y="36804"/>
                </a:cubicBezTo>
                <a:cubicBezTo>
                  <a:pt x="37562" y="37037"/>
                  <a:pt x="39382" y="36236"/>
                  <a:pt x="41712" y="34416"/>
                </a:cubicBezTo>
                <a:lnTo>
                  <a:pt x="47393" y="29915"/>
                </a:lnTo>
                <a:lnTo>
                  <a:pt x="51034" y="34590"/>
                </a:lnTo>
                <a:lnTo>
                  <a:pt x="45354" y="39076"/>
                </a:lnTo>
                <a:cubicBezTo>
                  <a:pt x="41028" y="42441"/>
                  <a:pt x="37445" y="43912"/>
                  <a:pt x="34547" y="43577"/>
                </a:cubicBezTo>
                <a:cubicBezTo>
                  <a:pt x="31692" y="43285"/>
                  <a:pt x="28561" y="40955"/>
                  <a:pt x="25269" y="36746"/>
                </a:cubicBezTo>
                <a:lnTo>
                  <a:pt x="10923" y="18307"/>
                </a:lnTo>
                <a:lnTo>
                  <a:pt x="6831" y="21497"/>
                </a:lnTo>
                <a:lnTo>
                  <a:pt x="3423" y="17171"/>
                </a:lnTo>
                <a:lnTo>
                  <a:pt x="7515" y="13996"/>
                </a:lnTo>
                <a:lnTo>
                  <a:pt x="0" y="4369"/>
                </a:lnTo>
                <a:lnTo>
                  <a:pt x="5636" y="0"/>
                </a:lnTo>
                <a:close/>
                <a:moveTo>
                  <a:pt x="56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C9503-703D-45EE-A029-B6F3F538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895" y="2173878"/>
            <a:ext cx="44494" cy="62175"/>
          </a:xfrm>
          <a:custGeom xmlns:a="http://schemas.openxmlformats.org/drawingml/2006/main">
            <a:pathLst>
              <a:path w="44494" h="62175">
                <a:moveTo>
                  <a:pt x="10006" y="16385"/>
                </a:moveTo>
                <a:lnTo>
                  <a:pt x="22648" y="33789"/>
                </a:lnTo>
                <a:lnTo>
                  <a:pt x="30556" y="28051"/>
                </a:lnTo>
                <a:cubicBezTo>
                  <a:pt x="33513" y="25939"/>
                  <a:pt x="35217" y="23551"/>
                  <a:pt x="35668" y="20871"/>
                </a:cubicBezTo>
                <a:cubicBezTo>
                  <a:pt x="36178" y="18205"/>
                  <a:pt x="35435" y="15467"/>
                  <a:pt x="33396" y="12686"/>
                </a:cubicBezTo>
                <a:cubicBezTo>
                  <a:pt x="31343" y="9904"/>
                  <a:pt x="29012" y="8360"/>
                  <a:pt x="26347" y="7967"/>
                </a:cubicBezTo>
                <a:cubicBezTo>
                  <a:pt x="23609" y="7617"/>
                  <a:pt x="20827" y="8535"/>
                  <a:pt x="17914" y="10632"/>
                </a:cubicBezTo>
                <a:lnTo>
                  <a:pt x="10006" y="16385"/>
                </a:lnTo>
                <a:close/>
                <a:moveTo>
                  <a:pt x="0" y="15759"/>
                </a:moveTo>
                <a:lnTo>
                  <a:pt x="14171" y="5462"/>
                </a:lnTo>
                <a:cubicBezTo>
                  <a:pt x="19342" y="1704"/>
                  <a:pt x="24119" y="0"/>
                  <a:pt x="28503" y="451"/>
                </a:cubicBezTo>
                <a:cubicBezTo>
                  <a:pt x="32886" y="845"/>
                  <a:pt x="36688" y="3350"/>
                  <a:pt x="39994" y="7850"/>
                </a:cubicBezTo>
                <a:cubicBezTo>
                  <a:pt x="43344" y="12453"/>
                  <a:pt x="44494" y="16895"/>
                  <a:pt x="43577" y="21162"/>
                </a:cubicBezTo>
                <a:cubicBezTo>
                  <a:pt x="42615" y="25429"/>
                  <a:pt x="39542" y="29464"/>
                  <a:pt x="34299" y="33221"/>
                </a:cubicBezTo>
                <a:lnTo>
                  <a:pt x="26391" y="38974"/>
                </a:lnTo>
                <a:lnTo>
                  <a:pt x="39936" y="57573"/>
                </a:lnTo>
                <a:lnTo>
                  <a:pt x="33673" y="62175"/>
                </a:lnTo>
                <a:lnTo>
                  <a:pt x="0" y="15759"/>
                </a:lnTo>
                <a:close/>
                <a:moveTo>
                  <a:pt x="0" y="157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6CC12-D41D-467B-B27C-0770CDEA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059" y="2159197"/>
            <a:ext cx="31066" cy="50116"/>
          </a:xfrm>
          <a:custGeom xmlns:a="http://schemas.openxmlformats.org/drawingml/2006/main">
            <a:pathLst>
              <a:path w="31066" h="50116">
                <a:moveTo>
                  <a:pt x="24293" y="5855"/>
                </a:moveTo>
                <a:cubicBezTo>
                  <a:pt x="23390" y="5913"/>
                  <a:pt x="22473" y="6204"/>
                  <a:pt x="21628" y="6539"/>
                </a:cubicBezTo>
                <a:cubicBezTo>
                  <a:pt x="20711" y="6947"/>
                  <a:pt x="19808" y="7457"/>
                  <a:pt x="18890" y="8083"/>
                </a:cubicBezTo>
                <a:cubicBezTo>
                  <a:pt x="15657" y="10472"/>
                  <a:pt x="13953" y="13312"/>
                  <a:pt x="13778" y="16676"/>
                </a:cubicBezTo>
                <a:cubicBezTo>
                  <a:pt x="13545" y="20026"/>
                  <a:pt x="14856" y="23667"/>
                  <a:pt x="17754" y="27600"/>
                </a:cubicBezTo>
                <a:lnTo>
                  <a:pt x="31066" y="45907"/>
                </a:lnTo>
                <a:lnTo>
                  <a:pt x="25327" y="50116"/>
                </a:lnTo>
                <a:lnTo>
                  <a:pt x="0" y="15307"/>
                </a:lnTo>
                <a:lnTo>
                  <a:pt x="5753" y="11156"/>
                </a:lnTo>
                <a:lnTo>
                  <a:pt x="9685" y="16560"/>
                </a:lnTo>
                <a:cubicBezTo>
                  <a:pt x="9394" y="13545"/>
                  <a:pt x="9787" y="10865"/>
                  <a:pt x="10982" y="8418"/>
                </a:cubicBezTo>
                <a:cubicBezTo>
                  <a:pt x="12176" y="6030"/>
                  <a:pt x="14113" y="3816"/>
                  <a:pt x="16909" y="1762"/>
                </a:cubicBezTo>
                <a:cubicBezTo>
                  <a:pt x="17302" y="1486"/>
                  <a:pt x="17754" y="1194"/>
                  <a:pt x="18264" y="918"/>
                </a:cubicBezTo>
                <a:cubicBezTo>
                  <a:pt x="18788" y="626"/>
                  <a:pt x="19356" y="335"/>
                  <a:pt x="19982" y="0"/>
                </a:cubicBezTo>
                <a:lnTo>
                  <a:pt x="24293" y="5855"/>
                </a:lnTo>
                <a:close/>
                <a:moveTo>
                  <a:pt x="24293" y="58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44B21-88FC-413A-B04C-3071253A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618" y="2137642"/>
            <a:ext cx="40853" cy="52505"/>
          </a:xfrm>
          <a:custGeom xmlns:a="http://schemas.openxmlformats.org/drawingml/2006/main">
            <a:pathLst>
              <a:path w="40853" h="52505">
                <a:moveTo>
                  <a:pt x="9846" y="17681"/>
                </a:moveTo>
                <a:lnTo>
                  <a:pt x="15598" y="13530"/>
                </a:lnTo>
                <a:lnTo>
                  <a:pt x="40853" y="48354"/>
                </a:lnTo>
                <a:lnTo>
                  <a:pt x="35100" y="52505"/>
                </a:lnTo>
                <a:lnTo>
                  <a:pt x="9846" y="17681"/>
                </a:lnTo>
                <a:close/>
                <a:moveTo>
                  <a:pt x="0" y="4151"/>
                </a:moveTo>
                <a:lnTo>
                  <a:pt x="5695" y="0"/>
                </a:lnTo>
                <a:lnTo>
                  <a:pt x="10982" y="7282"/>
                </a:lnTo>
                <a:lnTo>
                  <a:pt x="5287" y="11433"/>
                </a:lnTo>
                <a:lnTo>
                  <a:pt x="0" y="4151"/>
                </a:lnTo>
                <a:close/>
                <a:moveTo>
                  <a:pt x="0" y="41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4E371-A0A8-445C-8989-3620E6CD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311" y="2127053"/>
            <a:ext cx="43926" cy="46198"/>
          </a:xfrm>
          <a:custGeom xmlns:a="http://schemas.openxmlformats.org/drawingml/2006/main">
            <a:pathLst>
              <a:path w="43926" h="46198">
                <a:moveTo>
                  <a:pt x="12234" y="9671"/>
                </a:moveTo>
                <a:cubicBezTo>
                  <a:pt x="9161" y="11885"/>
                  <a:pt x="7617" y="14856"/>
                  <a:pt x="7559" y="18540"/>
                </a:cubicBezTo>
                <a:cubicBezTo>
                  <a:pt x="7515" y="22240"/>
                  <a:pt x="8986" y="26172"/>
                  <a:pt x="12059" y="30323"/>
                </a:cubicBezTo>
                <a:cubicBezTo>
                  <a:pt x="15074" y="34474"/>
                  <a:pt x="18322" y="37096"/>
                  <a:pt x="21847" y="38232"/>
                </a:cubicBezTo>
                <a:cubicBezTo>
                  <a:pt x="25371" y="39309"/>
                  <a:pt x="28677" y="38741"/>
                  <a:pt x="31750" y="36527"/>
                </a:cubicBezTo>
                <a:cubicBezTo>
                  <a:pt x="34765" y="34314"/>
                  <a:pt x="36294" y="31343"/>
                  <a:pt x="36353" y="27643"/>
                </a:cubicBezTo>
                <a:cubicBezTo>
                  <a:pt x="36411" y="23958"/>
                  <a:pt x="34882" y="20026"/>
                  <a:pt x="31911" y="15875"/>
                </a:cubicBezTo>
                <a:cubicBezTo>
                  <a:pt x="28896" y="11783"/>
                  <a:pt x="25604" y="9161"/>
                  <a:pt x="22080" y="8025"/>
                </a:cubicBezTo>
                <a:cubicBezTo>
                  <a:pt x="18540" y="6889"/>
                  <a:pt x="15249" y="7457"/>
                  <a:pt x="12234" y="9671"/>
                </a:cubicBezTo>
                <a:close/>
                <a:moveTo>
                  <a:pt x="8710" y="4835"/>
                </a:moveTo>
                <a:cubicBezTo>
                  <a:pt x="13647" y="1194"/>
                  <a:pt x="18774" y="0"/>
                  <a:pt x="23958" y="1136"/>
                </a:cubicBezTo>
                <a:cubicBezTo>
                  <a:pt x="29129" y="2330"/>
                  <a:pt x="33789" y="5753"/>
                  <a:pt x="37940" y="11491"/>
                </a:cubicBezTo>
                <a:cubicBezTo>
                  <a:pt x="42106" y="17186"/>
                  <a:pt x="43926" y="22706"/>
                  <a:pt x="43402" y="27993"/>
                </a:cubicBezTo>
                <a:cubicBezTo>
                  <a:pt x="42950" y="33280"/>
                  <a:pt x="40227" y="37722"/>
                  <a:pt x="35275" y="41363"/>
                </a:cubicBezTo>
                <a:cubicBezTo>
                  <a:pt x="30265" y="45004"/>
                  <a:pt x="25153" y="46198"/>
                  <a:pt x="19968" y="45004"/>
                </a:cubicBezTo>
                <a:cubicBezTo>
                  <a:pt x="14797" y="43810"/>
                  <a:pt x="10122" y="40387"/>
                  <a:pt x="6030" y="34707"/>
                </a:cubicBezTo>
                <a:cubicBezTo>
                  <a:pt x="1879" y="28954"/>
                  <a:pt x="0" y="23492"/>
                  <a:pt x="510" y="18205"/>
                </a:cubicBezTo>
                <a:cubicBezTo>
                  <a:pt x="961" y="12919"/>
                  <a:pt x="3699" y="8418"/>
                  <a:pt x="8710" y="4835"/>
                </a:cubicBezTo>
                <a:close/>
                <a:moveTo>
                  <a:pt x="8710" y="48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0D2AC-3BA2-4035-A37B-D482DBC2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415" y="2080797"/>
            <a:ext cx="59350" cy="61389"/>
          </a:xfrm>
          <a:custGeom xmlns:a="http://schemas.openxmlformats.org/drawingml/2006/main">
            <a:pathLst>
              <a:path w="59350" h="61389">
                <a:moveTo>
                  <a:pt x="30847" y="0"/>
                </a:moveTo>
                <a:lnTo>
                  <a:pt x="35625" y="6598"/>
                </a:lnTo>
                <a:cubicBezTo>
                  <a:pt x="32100" y="6146"/>
                  <a:pt x="28736" y="6321"/>
                  <a:pt x="25662" y="7122"/>
                </a:cubicBezTo>
                <a:cubicBezTo>
                  <a:pt x="22531" y="7850"/>
                  <a:pt x="19691" y="9219"/>
                  <a:pt x="16953" y="11215"/>
                </a:cubicBezTo>
                <a:cubicBezTo>
                  <a:pt x="11666" y="15030"/>
                  <a:pt x="8768" y="19633"/>
                  <a:pt x="8316" y="24920"/>
                </a:cubicBezTo>
                <a:cubicBezTo>
                  <a:pt x="7850" y="30207"/>
                  <a:pt x="9846" y="35901"/>
                  <a:pt x="14346" y="42047"/>
                </a:cubicBezTo>
                <a:cubicBezTo>
                  <a:pt x="18774" y="48135"/>
                  <a:pt x="23565" y="51776"/>
                  <a:pt x="28736" y="52971"/>
                </a:cubicBezTo>
                <a:cubicBezTo>
                  <a:pt x="33920" y="54165"/>
                  <a:pt x="39149" y="52854"/>
                  <a:pt x="44436" y="48995"/>
                </a:cubicBezTo>
                <a:cubicBezTo>
                  <a:pt x="47116" y="47058"/>
                  <a:pt x="49330" y="44727"/>
                  <a:pt x="50975" y="41989"/>
                </a:cubicBezTo>
                <a:cubicBezTo>
                  <a:pt x="52694" y="39266"/>
                  <a:pt x="53888" y="36193"/>
                  <a:pt x="54558" y="32653"/>
                </a:cubicBezTo>
                <a:lnTo>
                  <a:pt x="59350" y="39266"/>
                </a:lnTo>
                <a:cubicBezTo>
                  <a:pt x="58199" y="42324"/>
                  <a:pt x="56728" y="45120"/>
                  <a:pt x="54791" y="47684"/>
                </a:cubicBezTo>
                <a:cubicBezTo>
                  <a:pt x="52854" y="50189"/>
                  <a:pt x="50582" y="52461"/>
                  <a:pt x="47859" y="54456"/>
                </a:cubicBezTo>
                <a:cubicBezTo>
                  <a:pt x="40795" y="59510"/>
                  <a:pt x="33687" y="61389"/>
                  <a:pt x="26522" y="60020"/>
                </a:cubicBezTo>
                <a:cubicBezTo>
                  <a:pt x="19400" y="58665"/>
                  <a:pt x="13093" y="54281"/>
                  <a:pt x="7690" y="46825"/>
                </a:cubicBezTo>
                <a:cubicBezTo>
                  <a:pt x="2287" y="39368"/>
                  <a:pt x="0" y="32027"/>
                  <a:pt x="918" y="24803"/>
                </a:cubicBezTo>
                <a:cubicBezTo>
                  <a:pt x="1879" y="17579"/>
                  <a:pt x="5811" y="11389"/>
                  <a:pt x="12860" y="6321"/>
                </a:cubicBezTo>
                <a:cubicBezTo>
                  <a:pt x="15657" y="4267"/>
                  <a:pt x="18497" y="2738"/>
                  <a:pt x="21512" y="1704"/>
                </a:cubicBezTo>
                <a:cubicBezTo>
                  <a:pt x="24468" y="685"/>
                  <a:pt x="27600" y="58"/>
                  <a:pt x="30847" y="0"/>
                </a:cubicBezTo>
                <a:close/>
                <a:moveTo>
                  <a:pt x="3084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889C8-DF37-4B0A-91B4-CEF664C2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312" y="2039332"/>
            <a:ext cx="76172" cy="77250"/>
          </a:xfrm>
          <a:custGeom xmlns:a="http://schemas.openxmlformats.org/drawingml/2006/main">
            <a:pathLst>
              <a:path w="76172" h="77250">
                <a:moveTo>
                  <a:pt x="0" y="30833"/>
                </a:moveTo>
                <a:lnTo>
                  <a:pt x="9379" y="24060"/>
                </a:lnTo>
                <a:lnTo>
                  <a:pt x="44145" y="46985"/>
                </a:lnTo>
                <a:lnTo>
                  <a:pt x="33105" y="6816"/>
                </a:lnTo>
                <a:lnTo>
                  <a:pt x="42441" y="0"/>
                </a:lnTo>
                <a:lnTo>
                  <a:pt x="76172" y="46417"/>
                </a:lnTo>
                <a:lnTo>
                  <a:pt x="70040" y="50859"/>
                </a:lnTo>
                <a:lnTo>
                  <a:pt x="40445" y="10122"/>
                </a:lnTo>
                <a:lnTo>
                  <a:pt x="51602" y="50626"/>
                </a:lnTo>
                <a:lnTo>
                  <a:pt x="45281" y="55184"/>
                </a:lnTo>
                <a:lnTo>
                  <a:pt x="10239" y="32085"/>
                </a:lnTo>
                <a:lnTo>
                  <a:pt x="39819" y="72822"/>
                </a:lnTo>
                <a:lnTo>
                  <a:pt x="33731" y="77250"/>
                </a:lnTo>
                <a:lnTo>
                  <a:pt x="0" y="30833"/>
                </a:lnTo>
                <a:close/>
                <a:moveTo>
                  <a:pt x="0" y="308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C9436-1116-4302-8414-F1E2C1C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278" y="2011616"/>
            <a:ext cx="56160" cy="64345"/>
          </a:xfrm>
          <a:custGeom xmlns:a="http://schemas.openxmlformats.org/drawingml/2006/main">
            <a:pathLst>
              <a:path w="56160" h="64345">
                <a:moveTo>
                  <a:pt x="25837" y="0"/>
                </a:moveTo>
                <a:lnTo>
                  <a:pt x="30323" y="6088"/>
                </a:lnTo>
                <a:cubicBezTo>
                  <a:pt x="27090" y="6714"/>
                  <a:pt x="24235" y="7457"/>
                  <a:pt x="21745" y="8476"/>
                </a:cubicBezTo>
                <a:cubicBezTo>
                  <a:pt x="19181" y="9452"/>
                  <a:pt x="16953" y="10647"/>
                  <a:pt x="14972" y="12059"/>
                </a:cubicBezTo>
                <a:cubicBezTo>
                  <a:pt x="11550" y="14564"/>
                  <a:pt x="9394" y="17128"/>
                  <a:pt x="8535" y="19808"/>
                </a:cubicBezTo>
                <a:cubicBezTo>
                  <a:pt x="7632" y="22473"/>
                  <a:pt x="8083" y="25036"/>
                  <a:pt x="9846" y="27483"/>
                </a:cubicBezTo>
                <a:cubicBezTo>
                  <a:pt x="11331" y="29537"/>
                  <a:pt x="13093" y="30614"/>
                  <a:pt x="15089" y="30789"/>
                </a:cubicBezTo>
                <a:cubicBezTo>
                  <a:pt x="17069" y="30949"/>
                  <a:pt x="20026" y="30105"/>
                  <a:pt x="23900" y="28226"/>
                </a:cubicBezTo>
                <a:lnTo>
                  <a:pt x="28284" y="26230"/>
                </a:lnTo>
                <a:cubicBezTo>
                  <a:pt x="33571" y="23725"/>
                  <a:pt x="38188" y="22822"/>
                  <a:pt x="42047" y="23449"/>
                </a:cubicBezTo>
                <a:cubicBezTo>
                  <a:pt x="45922" y="24075"/>
                  <a:pt x="49213" y="26230"/>
                  <a:pt x="51951" y="30046"/>
                </a:cubicBezTo>
                <a:cubicBezTo>
                  <a:pt x="55199" y="34532"/>
                  <a:pt x="56160" y="39033"/>
                  <a:pt x="54849" y="43533"/>
                </a:cubicBezTo>
                <a:cubicBezTo>
                  <a:pt x="53539" y="48019"/>
                  <a:pt x="49956" y="52403"/>
                  <a:pt x="44159" y="56612"/>
                </a:cubicBezTo>
                <a:cubicBezTo>
                  <a:pt x="41931" y="58199"/>
                  <a:pt x="39426" y="59685"/>
                  <a:pt x="36586" y="60996"/>
                </a:cubicBezTo>
                <a:cubicBezTo>
                  <a:pt x="33746" y="62306"/>
                  <a:pt x="30673" y="63384"/>
                  <a:pt x="27308" y="64345"/>
                </a:cubicBezTo>
                <a:lnTo>
                  <a:pt x="22589" y="57923"/>
                </a:lnTo>
                <a:cubicBezTo>
                  <a:pt x="26172" y="57471"/>
                  <a:pt x="29478" y="56728"/>
                  <a:pt x="32435" y="55694"/>
                </a:cubicBezTo>
                <a:cubicBezTo>
                  <a:pt x="35391" y="54616"/>
                  <a:pt x="38071" y="53247"/>
                  <a:pt x="40460" y="51543"/>
                </a:cubicBezTo>
                <a:cubicBezTo>
                  <a:pt x="44043" y="48936"/>
                  <a:pt x="46257" y="46198"/>
                  <a:pt x="47174" y="43416"/>
                </a:cubicBezTo>
                <a:cubicBezTo>
                  <a:pt x="48135" y="40562"/>
                  <a:pt x="47626" y="37838"/>
                  <a:pt x="45747" y="35217"/>
                </a:cubicBezTo>
                <a:cubicBezTo>
                  <a:pt x="44101" y="33003"/>
                  <a:pt x="42106" y="31692"/>
                  <a:pt x="39775" y="31401"/>
                </a:cubicBezTo>
                <a:cubicBezTo>
                  <a:pt x="37445" y="31182"/>
                  <a:pt x="34430" y="31867"/>
                  <a:pt x="30789" y="33513"/>
                </a:cubicBezTo>
                <a:lnTo>
                  <a:pt x="26405" y="35566"/>
                </a:lnTo>
                <a:cubicBezTo>
                  <a:pt x="21060" y="38071"/>
                  <a:pt x="16618" y="39033"/>
                  <a:pt x="13093" y="38581"/>
                </a:cubicBezTo>
                <a:cubicBezTo>
                  <a:pt x="9511" y="38115"/>
                  <a:pt x="6496" y="36076"/>
                  <a:pt x="3932" y="32551"/>
                </a:cubicBezTo>
                <a:cubicBezTo>
                  <a:pt x="918" y="28444"/>
                  <a:pt x="0" y="24177"/>
                  <a:pt x="1194" y="19691"/>
                </a:cubicBezTo>
                <a:cubicBezTo>
                  <a:pt x="2389" y="15249"/>
                  <a:pt x="5462" y="11156"/>
                  <a:pt x="10588" y="7515"/>
                </a:cubicBezTo>
                <a:cubicBezTo>
                  <a:pt x="12744" y="5913"/>
                  <a:pt x="15089" y="4500"/>
                  <a:pt x="17637" y="3248"/>
                </a:cubicBezTo>
                <a:cubicBezTo>
                  <a:pt x="20201" y="1995"/>
                  <a:pt x="22939" y="918"/>
                  <a:pt x="25837" y="0"/>
                </a:cubicBezTo>
                <a:close/>
                <a:moveTo>
                  <a:pt x="2583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7A0F2-0540-4A67-9BED-E3E1E1F1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184" y="1977084"/>
            <a:ext cx="56481" cy="62918"/>
          </a:xfrm>
          <a:custGeom xmlns:a="http://schemas.openxmlformats.org/drawingml/2006/main">
            <a:pathLst>
              <a:path w="56481" h="62918">
                <a:moveTo>
                  <a:pt x="0" y="28503"/>
                </a:moveTo>
                <a:lnTo>
                  <a:pt x="39251" y="0"/>
                </a:lnTo>
                <a:lnTo>
                  <a:pt x="43067" y="5287"/>
                </a:lnTo>
                <a:lnTo>
                  <a:pt x="26624" y="17302"/>
                </a:lnTo>
                <a:lnTo>
                  <a:pt x="56481" y="58374"/>
                </a:lnTo>
                <a:lnTo>
                  <a:pt x="50174" y="62918"/>
                </a:lnTo>
                <a:lnTo>
                  <a:pt x="20303" y="21847"/>
                </a:lnTo>
                <a:lnTo>
                  <a:pt x="3860" y="33789"/>
                </a:lnTo>
                <a:lnTo>
                  <a:pt x="0" y="28503"/>
                </a:lnTo>
                <a:close/>
                <a:moveTo>
                  <a:pt x="0" y="285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A0022-9DCF-48B1-963F-2AA74EA2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343" y="1976341"/>
            <a:ext cx="47902" cy="45980"/>
          </a:xfrm>
          <a:custGeom xmlns:a="http://schemas.openxmlformats.org/drawingml/2006/main">
            <a:pathLst>
              <a:path w="47902" h="45980">
                <a:moveTo>
                  <a:pt x="36862" y="10355"/>
                </a:moveTo>
                <a:lnTo>
                  <a:pt x="38916" y="13152"/>
                </a:lnTo>
                <a:lnTo>
                  <a:pt x="12627" y="32202"/>
                </a:lnTo>
                <a:cubicBezTo>
                  <a:pt x="15700" y="35959"/>
                  <a:pt x="19050" y="38130"/>
                  <a:pt x="22691" y="38639"/>
                </a:cubicBezTo>
                <a:cubicBezTo>
                  <a:pt x="26332" y="39149"/>
                  <a:pt x="30032" y="38071"/>
                  <a:pt x="33789" y="35275"/>
                </a:cubicBezTo>
                <a:cubicBezTo>
                  <a:pt x="36003" y="33687"/>
                  <a:pt x="37940" y="31867"/>
                  <a:pt x="39601" y="29813"/>
                </a:cubicBezTo>
                <a:cubicBezTo>
                  <a:pt x="41305" y="27833"/>
                  <a:pt x="42717" y="25488"/>
                  <a:pt x="43970" y="22939"/>
                </a:cubicBezTo>
                <a:lnTo>
                  <a:pt x="47902" y="28342"/>
                </a:lnTo>
                <a:cubicBezTo>
                  <a:pt x="46475" y="30731"/>
                  <a:pt x="44887" y="32886"/>
                  <a:pt x="43067" y="34940"/>
                </a:cubicBezTo>
                <a:cubicBezTo>
                  <a:pt x="41246" y="36979"/>
                  <a:pt x="39193" y="38756"/>
                  <a:pt x="36979" y="40402"/>
                </a:cubicBezTo>
                <a:cubicBezTo>
                  <a:pt x="31459" y="44436"/>
                  <a:pt x="25881" y="45980"/>
                  <a:pt x="20303" y="45120"/>
                </a:cubicBezTo>
                <a:cubicBezTo>
                  <a:pt x="14681" y="44261"/>
                  <a:pt x="9904" y="41028"/>
                  <a:pt x="5913" y="35566"/>
                </a:cubicBezTo>
                <a:cubicBezTo>
                  <a:pt x="1762" y="29813"/>
                  <a:pt x="0" y="24191"/>
                  <a:pt x="685" y="18613"/>
                </a:cubicBezTo>
                <a:cubicBezTo>
                  <a:pt x="1311" y="13035"/>
                  <a:pt x="4267" y="8375"/>
                  <a:pt x="9438" y="4559"/>
                </a:cubicBezTo>
                <a:cubicBezTo>
                  <a:pt x="14157" y="1136"/>
                  <a:pt x="18948" y="0"/>
                  <a:pt x="23842" y="1034"/>
                </a:cubicBezTo>
                <a:cubicBezTo>
                  <a:pt x="28779" y="2054"/>
                  <a:pt x="33105" y="5185"/>
                  <a:pt x="36862" y="10355"/>
                </a:cubicBezTo>
                <a:close/>
                <a:moveTo>
                  <a:pt x="29915" y="12802"/>
                </a:moveTo>
                <a:cubicBezTo>
                  <a:pt x="27585" y="9729"/>
                  <a:pt x="24920" y="7850"/>
                  <a:pt x="21847" y="7224"/>
                </a:cubicBezTo>
                <a:cubicBezTo>
                  <a:pt x="18774" y="6612"/>
                  <a:pt x="15875" y="7340"/>
                  <a:pt x="13021" y="9394"/>
                </a:cubicBezTo>
                <a:cubicBezTo>
                  <a:pt x="9846" y="11666"/>
                  <a:pt x="7967" y="14462"/>
                  <a:pt x="7340" y="17637"/>
                </a:cubicBezTo>
                <a:cubicBezTo>
                  <a:pt x="6772" y="20827"/>
                  <a:pt x="7501" y="24191"/>
                  <a:pt x="9554" y="27658"/>
                </a:cubicBezTo>
                <a:lnTo>
                  <a:pt x="29915" y="12802"/>
                </a:lnTo>
                <a:close/>
                <a:moveTo>
                  <a:pt x="29915" y="128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A3C61-01D3-4D79-9641-D5D82511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463" y="1948814"/>
            <a:ext cx="43810" cy="50466"/>
          </a:xfrm>
          <a:custGeom xmlns:a="http://schemas.openxmlformats.org/drawingml/2006/main">
            <a:pathLst>
              <a:path w="43810" h="50466">
                <a:moveTo>
                  <a:pt x="21453" y="0"/>
                </a:moveTo>
                <a:lnTo>
                  <a:pt x="25371" y="5403"/>
                </a:lnTo>
                <a:cubicBezTo>
                  <a:pt x="23157" y="5738"/>
                  <a:pt x="21060" y="6306"/>
                  <a:pt x="19007" y="7166"/>
                </a:cubicBezTo>
                <a:cubicBezTo>
                  <a:pt x="16953" y="8025"/>
                  <a:pt x="15030" y="9161"/>
                  <a:pt x="13152" y="10515"/>
                </a:cubicBezTo>
                <a:cubicBezTo>
                  <a:pt x="10297" y="12569"/>
                  <a:pt x="8476" y="14564"/>
                  <a:pt x="7690" y="16443"/>
                </a:cubicBezTo>
                <a:cubicBezTo>
                  <a:pt x="6889" y="18322"/>
                  <a:pt x="7122" y="20143"/>
                  <a:pt x="8418" y="21905"/>
                </a:cubicBezTo>
                <a:cubicBezTo>
                  <a:pt x="9394" y="23216"/>
                  <a:pt x="10647" y="23886"/>
                  <a:pt x="12176" y="23886"/>
                </a:cubicBezTo>
                <a:cubicBezTo>
                  <a:pt x="13778" y="23944"/>
                  <a:pt x="16327" y="23157"/>
                  <a:pt x="19910" y="21614"/>
                </a:cubicBezTo>
                <a:lnTo>
                  <a:pt x="22196" y="20652"/>
                </a:lnTo>
                <a:cubicBezTo>
                  <a:pt x="26857" y="18540"/>
                  <a:pt x="30614" y="17696"/>
                  <a:pt x="33513" y="18031"/>
                </a:cubicBezTo>
                <a:cubicBezTo>
                  <a:pt x="36353" y="18366"/>
                  <a:pt x="38800" y="19968"/>
                  <a:pt x="40853" y="22808"/>
                </a:cubicBezTo>
                <a:cubicBezTo>
                  <a:pt x="43242" y="26056"/>
                  <a:pt x="43810" y="29522"/>
                  <a:pt x="42615" y="33280"/>
                </a:cubicBezTo>
                <a:cubicBezTo>
                  <a:pt x="41421" y="37037"/>
                  <a:pt x="38581" y="40504"/>
                  <a:pt x="34139" y="43751"/>
                </a:cubicBezTo>
                <a:cubicBezTo>
                  <a:pt x="32260" y="45106"/>
                  <a:pt x="30163" y="46358"/>
                  <a:pt x="27876" y="47451"/>
                </a:cubicBezTo>
                <a:cubicBezTo>
                  <a:pt x="25604" y="48529"/>
                  <a:pt x="23099" y="49548"/>
                  <a:pt x="20317" y="50466"/>
                </a:cubicBezTo>
                <a:lnTo>
                  <a:pt x="16050" y="44538"/>
                </a:lnTo>
                <a:cubicBezTo>
                  <a:pt x="18948" y="44086"/>
                  <a:pt x="21628" y="43402"/>
                  <a:pt x="24075" y="42499"/>
                </a:cubicBezTo>
                <a:cubicBezTo>
                  <a:pt x="26522" y="41523"/>
                  <a:pt x="28736" y="40329"/>
                  <a:pt x="30789" y="38858"/>
                </a:cubicBezTo>
                <a:cubicBezTo>
                  <a:pt x="33454" y="36921"/>
                  <a:pt x="35158" y="34925"/>
                  <a:pt x="35959" y="32988"/>
                </a:cubicBezTo>
                <a:cubicBezTo>
                  <a:pt x="36761" y="31008"/>
                  <a:pt x="36527" y="29187"/>
                  <a:pt x="35333" y="27527"/>
                </a:cubicBezTo>
                <a:cubicBezTo>
                  <a:pt x="34197" y="25939"/>
                  <a:pt x="32770" y="25138"/>
                  <a:pt x="31124" y="25080"/>
                </a:cubicBezTo>
                <a:cubicBezTo>
                  <a:pt x="29537" y="25022"/>
                  <a:pt x="26624" y="25881"/>
                  <a:pt x="22531" y="27701"/>
                </a:cubicBezTo>
                <a:lnTo>
                  <a:pt x="20201" y="28663"/>
                </a:lnTo>
                <a:cubicBezTo>
                  <a:pt x="16108" y="30498"/>
                  <a:pt x="12744" y="31226"/>
                  <a:pt x="10020" y="30833"/>
                </a:cubicBezTo>
                <a:cubicBezTo>
                  <a:pt x="7340" y="30381"/>
                  <a:pt x="5010" y="28837"/>
                  <a:pt x="3073" y="26172"/>
                </a:cubicBezTo>
                <a:cubicBezTo>
                  <a:pt x="685" y="22866"/>
                  <a:pt x="0" y="19516"/>
                  <a:pt x="1034" y="16035"/>
                </a:cubicBezTo>
                <a:cubicBezTo>
                  <a:pt x="2054" y="12569"/>
                  <a:pt x="4719" y="9321"/>
                  <a:pt x="8986" y="6204"/>
                </a:cubicBezTo>
                <a:cubicBezTo>
                  <a:pt x="11098" y="4661"/>
                  <a:pt x="13210" y="3408"/>
                  <a:pt x="15249" y="2330"/>
                </a:cubicBezTo>
                <a:cubicBezTo>
                  <a:pt x="17361" y="1311"/>
                  <a:pt x="19400" y="510"/>
                  <a:pt x="21453" y="0"/>
                </a:cubicBezTo>
                <a:close/>
                <a:moveTo>
                  <a:pt x="214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997C4-15E2-43D2-8D0C-4C06065A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873" y="1925832"/>
            <a:ext cx="49956" cy="44989"/>
          </a:xfrm>
          <a:custGeom xmlns:a="http://schemas.openxmlformats.org/drawingml/2006/main">
            <a:pathLst>
              <a:path w="49956" h="44989">
                <a:moveTo>
                  <a:pt x="5753" y="0"/>
                </a:moveTo>
                <a:lnTo>
                  <a:pt x="12919" y="9889"/>
                </a:lnTo>
                <a:lnTo>
                  <a:pt x="24687" y="1296"/>
                </a:lnTo>
                <a:lnTo>
                  <a:pt x="27935" y="5738"/>
                </a:lnTo>
                <a:lnTo>
                  <a:pt x="16152" y="14331"/>
                </a:lnTo>
                <a:lnTo>
                  <a:pt x="29872" y="33221"/>
                </a:lnTo>
                <a:cubicBezTo>
                  <a:pt x="31911" y="36061"/>
                  <a:pt x="33629" y="37605"/>
                  <a:pt x="34984" y="37824"/>
                </a:cubicBezTo>
                <a:cubicBezTo>
                  <a:pt x="36353" y="38057"/>
                  <a:pt x="38232" y="37314"/>
                  <a:pt x="40620" y="35610"/>
                </a:cubicBezTo>
                <a:lnTo>
                  <a:pt x="46475" y="31343"/>
                </a:lnTo>
                <a:lnTo>
                  <a:pt x="49956" y="36120"/>
                </a:lnTo>
                <a:lnTo>
                  <a:pt x="44086" y="40387"/>
                </a:lnTo>
                <a:cubicBezTo>
                  <a:pt x="39717" y="43577"/>
                  <a:pt x="36076" y="44989"/>
                  <a:pt x="33163" y="44538"/>
                </a:cubicBezTo>
                <a:cubicBezTo>
                  <a:pt x="30323" y="44086"/>
                  <a:pt x="27250" y="41698"/>
                  <a:pt x="24119" y="37372"/>
                </a:cubicBezTo>
                <a:lnTo>
                  <a:pt x="10414" y="18482"/>
                </a:lnTo>
                <a:lnTo>
                  <a:pt x="6204" y="21555"/>
                </a:lnTo>
                <a:lnTo>
                  <a:pt x="2957" y="17069"/>
                </a:lnTo>
                <a:lnTo>
                  <a:pt x="7166" y="14040"/>
                </a:lnTo>
                <a:lnTo>
                  <a:pt x="0" y="4151"/>
                </a:lnTo>
                <a:lnTo>
                  <a:pt x="5753" y="0"/>
                </a:lnTo>
                <a:close/>
                <a:moveTo>
                  <a:pt x="575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859C7-2A7C-43F1-8200-3A3BFF00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96" y="2233956"/>
            <a:ext cx="68045" cy="71802"/>
          </a:xfrm>
          <a:custGeom xmlns:a="http://schemas.openxmlformats.org/drawingml/2006/main">
            <a:pathLst>
              <a:path w="68045" h="71802">
                <a:moveTo>
                  <a:pt x="0" y="24293"/>
                </a:moveTo>
                <a:lnTo>
                  <a:pt x="8651" y="18439"/>
                </a:lnTo>
                <a:lnTo>
                  <a:pt x="56554" y="43926"/>
                </a:lnTo>
                <a:lnTo>
                  <a:pt x="29697" y="4209"/>
                </a:lnTo>
                <a:lnTo>
                  <a:pt x="35959" y="0"/>
                </a:lnTo>
                <a:lnTo>
                  <a:pt x="68045" y="47509"/>
                </a:lnTo>
                <a:lnTo>
                  <a:pt x="59408" y="53306"/>
                </a:lnTo>
                <a:lnTo>
                  <a:pt x="11491" y="27818"/>
                </a:lnTo>
                <a:lnTo>
                  <a:pt x="38348" y="67579"/>
                </a:lnTo>
                <a:lnTo>
                  <a:pt x="32085" y="71802"/>
                </a:lnTo>
                <a:lnTo>
                  <a:pt x="0" y="24293"/>
                </a:lnTo>
                <a:close/>
                <a:moveTo>
                  <a:pt x="0" y="242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803DB-DAC0-4FAF-9EE4-80ACF07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224" y="2217571"/>
            <a:ext cx="53874" cy="51878"/>
          </a:xfrm>
          <a:custGeom xmlns:a="http://schemas.openxmlformats.org/drawingml/2006/main">
            <a:pathLst>
              <a:path w="53874" h="51878">
                <a:moveTo>
                  <a:pt x="14564" y="41756"/>
                </a:moveTo>
                <a:lnTo>
                  <a:pt x="0" y="20201"/>
                </a:lnTo>
                <a:lnTo>
                  <a:pt x="5811" y="16210"/>
                </a:lnTo>
                <a:lnTo>
                  <a:pt x="20259" y="37547"/>
                </a:lnTo>
                <a:cubicBezTo>
                  <a:pt x="22531" y="40955"/>
                  <a:pt x="24920" y="43009"/>
                  <a:pt x="27366" y="43810"/>
                </a:cubicBezTo>
                <a:cubicBezTo>
                  <a:pt x="29813" y="44596"/>
                  <a:pt x="32377" y="44145"/>
                  <a:pt x="34998" y="42324"/>
                </a:cubicBezTo>
                <a:cubicBezTo>
                  <a:pt x="38173" y="40227"/>
                  <a:pt x="39936" y="37547"/>
                  <a:pt x="40460" y="34241"/>
                </a:cubicBezTo>
                <a:cubicBezTo>
                  <a:pt x="40911" y="31008"/>
                  <a:pt x="39994" y="27643"/>
                  <a:pt x="37605" y="24177"/>
                </a:cubicBezTo>
                <a:lnTo>
                  <a:pt x="23958" y="3976"/>
                </a:lnTo>
                <a:lnTo>
                  <a:pt x="29813" y="0"/>
                </a:lnTo>
                <a:lnTo>
                  <a:pt x="53874" y="35610"/>
                </a:lnTo>
                <a:lnTo>
                  <a:pt x="48077" y="39601"/>
                </a:lnTo>
                <a:lnTo>
                  <a:pt x="44319" y="34139"/>
                </a:lnTo>
                <a:cubicBezTo>
                  <a:pt x="44378" y="37256"/>
                  <a:pt x="43810" y="39936"/>
                  <a:pt x="42674" y="42266"/>
                </a:cubicBezTo>
                <a:cubicBezTo>
                  <a:pt x="41479" y="44596"/>
                  <a:pt x="39659" y="46591"/>
                  <a:pt x="37212" y="48296"/>
                </a:cubicBezTo>
                <a:cubicBezTo>
                  <a:pt x="33119" y="51034"/>
                  <a:pt x="29129" y="51878"/>
                  <a:pt x="25269" y="50742"/>
                </a:cubicBezTo>
                <a:cubicBezTo>
                  <a:pt x="21453" y="49665"/>
                  <a:pt x="17871" y="46650"/>
                  <a:pt x="14564" y="41756"/>
                </a:cubicBezTo>
                <a:close/>
                <a:moveTo>
                  <a:pt x="14564" y="417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5E7FF-D60B-4DA3-9DAE-B3D0F762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878" y="2178262"/>
            <a:ext cx="76114" cy="66953"/>
          </a:xfrm>
          <a:custGeom xmlns:a="http://schemas.openxmlformats.org/drawingml/2006/main">
            <a:pathLst>
              <a:path w="76114" h="66953">
                <a:moveTo>
                  <a:pt x="32595" y="19225"/>
                </a:moveTo>
                <a:cubicBezTo>
                  <a:pt x="32246" y="15642"/>
                  <a:pt x="32712" y="12511"/>
                  <a:pt x="33906" y="9889"/>
                </a:cubicBezTo>
                <a:cubicBezTo>
                  <a:pt x="35100" y="7224"/>
                  <a:pt x="37081" y="4996"/>
                  <a:pt x="39819" y="3117"/>
                </a:cubicBezTo>
                <a:cubicBezTo>
                  <a:pt x="43518" y="626"/>
                  <a:pt x="47276" y="0"/>
                  <a:pt x="51077" y="1253"/>
                </a:cubicBezTo>
                <a:cubicBezTo>
                  <a:pt x="54835" y="2447"/>
                  <a:pt x="58301" y="5462"/>
                  <a:pt x="61549" y="10297"/>
                </a:cubicBezTo>
                <a:lnTo>
                  <a:pt x="76114" y="31794"/>
                </a:lnTo>
                <a:lnTo>
                  <a:pt x="70200" y="35785"/>
                </a:lnTo>
                <a:lnTo>
                  <a:pt x="55811" y="14448"/>
                </a:lnTo>
                <a:cubicBezTo>
                  <a:pt x="53524" y="11025"/>
                  <a:pt x="51194" y="8928"/>
                  <a:pt x="48864" y="8069"/>
                </a:cubicBezTo>
                <a:cubicBezTo>
                  <a:pt x="46533" y="7224"/>
                  <a:pt x="44145" y="7675"/>
                  <a:pt x="41640" y="9321"/>
                </a:cubicBezTo>
                <a:cubicBezTo>
                  <a:pt x="38625" y="11375"/>
                  <a:pt x="36921" y="13996"/>
                  <a:pt x="36513" y="17230"/>
                </a:cubicBezTo>
                <a:cubicBezTo>
                  <a:pt x="36120" y="20419"/>
                  <a:pt x="37081" y="23769"/>
                  <a:pt x="39426" y="27250"/>
                </a:cubicBezTo>
                <a:lnTo>
                  <a:pt x="53014" y="47393"/>
                </a:lnTo>
                <a:lnTo>
                  <a:pt x="47160" y="51369"/>
                </a:lnTo>
                <a:lnTo>
                  <a:pt x="32770" y="30032"/>
                </a:lnTo>
                <a:cubicBezTo>
                  <a:pt x="30425" y="26624"/>
                  <a:pt x="28095" y="24454"/>
                  <a:pt x="25764" y="23667"/>
                </a:cubicBezTo>
                <a:cubicBezTo>
                  <a:pt x="23492" y="22808"/>
                  <a:pt x="21046" y="23259"/>
                  <a:pt x="18540" y="24963"/>
                </a:cubicBezTo>
                <a:cubicBezTo>
                  <a:pt x="15526" y="26959"/>
                  <a:pt x="13822" y="29580"/>
                  <a:pt x="13414" y="32828"/>
                </a:cubicBezTo>
                <a:cubicBezTo>
                  <a:pt x="13021" y="36003"/>
                  <a:pt x="13996" y="39368"/>
                  <a:pt x="16385" y="42834"/>
                </a:cubicBezTo>
                <a:lnTo>
                  <a:pt x="29974" y="62976"/>
                </a:lnTo>
                <a:lnTo>
                  <a:pt x="24060" y="66953"/>
                </a:lnTo>
                <a:lnTo>
                  <a:pt x="0" y="31284"/>
                </a:lnTo>
                <a:lnTo>
                  <a:pt x="5913" y="27366"/>
                </a:lnTo>
                <a:lnTo>
                  <a:pt x="9612" y="32872"/>
                </a:lnTo>
                <a:cubicBezTo>
                  <a:pt x="9496" y="29813"/>
                  <a:pt x="10006" y="27075"/>
                  <a:pt x="11142" y="24803"/>
                </a:cubicBezTo>
                <a:cubicBezTo>
                  <a:pt x="12336" y="22473"/>
                  <a:pt x="14215" y="20478"/>
                  <a:pt x="16778" y="18715"/>
                </a:cubicBezTo>
                <a:cubicBezTo>
                  <a:pt x="19342" y="17011"/>
                  <a:pt x="22007" y="16152"/>
                  <a:pt x="24687" y="16268"/>
                </a:cubicBezTo>
                <a:cubicBezTo>
                  <a:pt x="27410" y="16327"/>
                  <a:pt x="30032" y="17346"/>
                  <a:pt x="32595" y="19225"/>
                </a:cubicBezTo>
                <a:close/>
                <a:moveTo>
                  <a:pt x="32595" y="192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B1DA1-FDBB-455B-9164-E186C47A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06" y="2151347"/>
            <a:ext cx="47728" cy="46198"/>
          </a:xfrm>
          <a:custGeom xmlns:a="http://schemas.openxmlformats.org/drawingml/2006/main">
            <a:pathLst>
              <a:path w="47728" h="46198">
                <a:moveTo>
                  <a:pt x="37314" y="10923"/>
                </a:moveTo>
                <a:lnTo>
                  <a:pt x="39251" y="13763"/>
                </a:lnTo>
                <a:lnTo>
                  <a:pt x="12336" y="31969"/>
                </a:lnTo>
                <a:cubicBezTo>
                  <a:pt x="15293" y="35843"/>
                  <a:pt x="18599" y="38057"/>
                  <a:pt x="22182" y="38741"/>
                </a:cubicBezTo>
                <a:cubicBezTo>
                  <a:pt x="25764" y="39368"/>
                  <a:pt x="29522" y="38406"/>
                  <a:pt x="33396" y="35726"/>
                </a:cubicBezTo>
                <a:cubicBezTo>
                  <a:pt x="35668" y="34255"/>
                  <a:pt x="37664" y="32479"/>
                  <a:pt x="39368" y="30498"/>
                </a:cubicBezTo>
                <a:cubicBezTo>
                  <a:pt x="41130" y="28561"/>
                  <a:pt x="42659" y="26289"/>
                  <a:pt x="44028" y="23784"/>
                </a:cubicBezTo>
                <a:lnTo>
                  <a:pt x="47728" y="29304"/>
                </a:lnTo>
                <a:cubicBezTo>
                  <a:pt x="46242" y="31634"/>
                  <a:pt x="44538" y="33731"/>
                  <a:pt x="42659" y="35726"/>
                </a:cubicBezTo>
                <a:cubicBezTo>
                  <a:pt x="40780" y="37664"/>
                  <a:pt x="38683" y="39426"/>
                  <a:pt x="36411" y="40955"/>
                </a:cubicBezTo>
                <a:cubicBezTo>
                  <a:pt x="30716" y="44771"/>
                  <a:pt x="25138" y="46198"/>
                  <a:pt x="19560" y="45120"/>
                </a:cubicBezTo>
                <a:cubicBezTo>
                  <a:pt x="13996" y="44028"/>
                  <a:pt x="9321" y="40678"/>
                  <a:pt x="5520" y="35042"/>
                </a:cubicBezTo>
                <a:cubicBezTo>
                  <a:pt x="1529" y="29245"/>
                  <a:pt x="0" y="23551"/>
                  <a:pt x="845" y="17972"/>
                </a:cubicBezTo>
                <a:cubicBezTo>
                  <a:pt x="1704" y="12409"/>
                  <a:pt x="4777" y="7850"/>
                  <a:pt x="10122" y="4209"/>
                </a:cubicBezTo>
                <a:cubicBezTo>
                  <a:pt x="14899" y="961"/>
                  <a:pt x="19735" y="0"/>
                  <a:pt x="24628" y="1194"/>
                </a:cubicBezTo>
                <a:cubicBezTo>
                  <a:pt x="29464" y="2389"/>
                  <a:pt x="33731" y="5636"/>
                  <a:pt x="37314" y="10923"/>
                </a:cubicBezTo>
                <a:close/>
                <a:moveTo>
                  <a:pt x="30265" y="13137"/>
                </a:moveTo>
                <a:cubicBezTo>
                  <a:pt x="28095" y="10020"/>
                  <a:pt x="25488" y="8025"/>
                  <a:pt x="22415" y="7340"/>
                </a:cubicBezTo>
                <a:cubicBezTo>
                  <a:pt x="19400" y="6598"/>
                  <a:pt x="16443" y="7166"/>
                  <a:pt x="13530" y="9161"/>
                </a:cubicBezTo>
                <a:cubicBezTo>
                  <a:pt x="10297" y="11375"/>
                  <a:pt x="8302" y="14055"/>
                  <a:pt x="7559" y="17244"/>
                </a:cubicBezTo>
                <a:cubicBezTo>
                  <a:pt x="6816" y="20361"/>
                  <a:pt x="7442" y="23725"/>
                  <a:pt x="9438" y="27308"/>
                </a:cubicBezTo>
                <a:lnTo>
                  <a:pt x="30265" y="13137"/>
                </a:lnTo>
                <a:close/>
                <a:moveTo>
                  <a:pt x="30265" y="131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2DAF9-A2F6-44C7-A165-C7576FF5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416" y="2124956"/>
            <a:ext cx="29988" cy="50233"/>
          </a:xfrm>
          <a:custGeom xmlns:a="http://schemas.openxmlformats.org/drawingml/2006/main">
            <a:pathLst>
              <a:path w="29988" h="50233">
                <a:moveTo>
                  <a:pt x="24570" y="5971"/>
                </a:moveTo>
                <a:cubicBezTo>
                  <a:pt x="23667" y="6030"/>
                  <a:pt x="22750" y="6248"/>
                  <a:pt x="21905" y="6598"/>
                </a:cubicBezTo>
                <a:cubicBezTo>
                  <a:pt x="20987" y="6933"/>
                  <a:pt x="20084" y="7442"/>
                  <a:pt x="19108" y="8069"/>
                </a:cubicBezTo>
                <a:cubicBezTo>
                  <a:pt x="15817" y="10297"/>
                  <a:pt x="13996" y="13079"/>
                  <a:pt x="13705" y="16429"/>
                </a:cubicBezTo>
                <a:cubicBezTo>
                  <a:pt x="13370" y="19793"/>
                  <a:pt x="14564" y="23492"/>
                  <a:pt x="17288" y="27527"/>
                </a:cubicBezTo>
                <a:lnTo>
                  <a:pt x="29988" y="46300"/>
                </a:lnTo>
                <a:lnTo>
                  <a:pt x="24119" y="50233"/>
                </a:lnTo>
                <a:lnTo>
                  <a:pt x="0" y="14608"/>
                </a:lnTo>
                <a:lnTo>
                  <a:pt x="5913" y="10632"/>
                </a:lnTo>
                <a:lnTo>
                  <a:pt x="9671" y="16210"/>
                </a:lnTo>
                <a:cubicBezTo>
                  <a:pt x="9438" y="13195"/>
                  <a:pt x="9962" y="10515"/>
                  <a:pt x="11215" y="8127"/>
                </a:cubicBezTo>
                <a:cubicBezTo>
                  <a:pt x="12453" y="5738"/>
                  <a:pt x="14506" y="3583"/>
                  <a:pt x="17346" y="1704"/>
                </a:cubicBezTo>
                <a:cubicBezTo>
                  <a:pt x="17754" y="1413"/>
                  <a:pt x="18205" y="1136"/>
                  <a:pt x="18715" y="845"/>
                </a:cubicBezTo>
                <a:cubicBezTo>
                  <a:pt x="19225" y="568"/>
                  <a:pt x="19851" y="277"/>
                  <a:pt x="20478" y="0"/>
                </a:cubicBezTo>
                <a:lnTo>
                  <a:pt x="24570" y="5971"/>
                </a:lnTo>
                <a:close/>
                <a:moveTo>
                  <a:pt x="24570" y="59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23755-792C-4E43-998E-4236E137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054" y="2103503"/>
            <a:ext cx="39309" cy="53480"/>
          </a:xfrm>
          <a:custGeom xmlns:a="http://schemas.openxmlformats.org/drawingml/2006/main">
            <a:pathLst>
              <a:path w="39309" h="53480">
                <a:moveTo>
                  <a:pt x="9379" y="17812"/>
                </a:moveTo>
                <a:lnTo>
                  <a:pt x="15249" y="13880"/>
                </a:lnTo>
                <a:lnTo>
                  <a:pt x="39309" y="49490"/>
                </a:lnTo>
                <a:lnTo>
                  <a:pt x="33513" y="53480"/>
                </a:lnTo>
                <a:lnTo>
                  <a:pt x="9379" y="17812"/>
                </a:lnTo>
                <a:close/>
                <a:moveTo>
                  <a:pt x="0" y="3918"/>
                </a:moveTo>
                <a:lnTo>
                  <a:pt x="5855" y="0"/>
                </a:lnTo>
                <a:lnTo>
                  <a:pt x="10865" y="7399"/>
                </a:lnTo>
                <a:lnTo>
                  <a:pt x="5068" y="11375"/>
                </a:lnTo>
                <a:lnTo>
                  <a:pt x="0" y="3918"/>
                </a:lnTo>
                <a:close/>
                <a:moveTo>
                  <a:pt x="0" y="3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28783-3176-4C6A-B0F3-474234FB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9" y="2093089"/>
            <a:ext cx="44713" cy="47218"/>
          </a:xfrm>
          <a:custGeom xmlns:a="http://schemas.openxmlformats.org/drawingml/2006/main">
            <a:pathLst>
              <a:path w="44713" h="47218">
                <a:moveTo>
                  <a:pt x="22473" y="0"/>
                </a:moveTo>
                <a:lnTo>
                  <a:pt x="26230" y="5520"/>
                </a:lnTo>
                <a:cubicBezTo>
                  <a:pt x="23944" y="5695"/>
                  <a:pt x="21788" y="6146"/>
                  <a:pt x="19851" y="6831"/>
                </a:cubicBezTo>
                <a:cubicBezTo>
                  <a:pt x="17856" y="7457"/>
                  <a:pt x="16035" y="8360"/>
                  <a:pt x="14331" y="9554"/>
                </a:cubicBezTo>
                <a:cubicBezTo>
                  <a:pt x="10530" y="12118"/>
                  <a:pt x="8418" y="15307"/>
                  <a:pt x="7908" y="19108"/>
                </a:cubicBezTo>
                <a:cubicBezTo>
                  <a:pt x="7457" y="22924"/>
                  <a:pt x="8710" y="27017"/>
                  <a:pt x="11608" y="31401"/>
                </a:cubicBezTo>
                <a:cubicBezTo>
                  <a:pt x="14564" y="35726"/>
                  <a:pt x="17856" y="38406"/>
                  <a:pt x="21614" y="39426"/>
                </a:cubicBezTo>
                <a:cubicBezTo>
                  <a:pt x="25371" y="40387"/>
                  <a:pt x="29129" y="39601"/>
                  <a:pt x="32886" y="37037"/>
                </a:cubicBezTo>
                <a:cubicBezTo>
                  <a:pt x="34590" y="35901"/>
                  <a:pt x="36120" y="34532"/>
                  <a:pt x="37489" y="32945"/>
                </a:cubicBezTo>
                <a:cubicBezTo>
                  <a:pt x="38858" y="31343"/>
                  <a:pt x="40052" y="29522"/>
                  <a:pt x="41072" y="27541"/>
                </a:cubicBezTo>
                <a:lnTo>
                  <a:pt x="44713" y="32945"/>
                </a:lnTo>
                <a:cubicBezTo>
                  <a:pt x="43635" y="34823"/>
                  <a:pt x="42324" y="36527"/>
                  <a:pt x="40795" y="38057"/>
                </a:cubicBezTo>
                <a:cubicBezTo>
                  <a:pt x="39309" y="39659"/>
                  <a:pt x="37605" y="41072"/>
                  <a:pt x="35610" y="42441"/>
                </a:cubicBezTo>
                <a:cubicBezTo>
                  <a:pt x="30265" y="46023"/>
                  <a:pt x="24861" y="47218"/>
                  <a:pt x="19400" y="46023"/>
                </a:cubicBezTo>
                <a:cubicBezTo>
                  <a:pt x="13996" y="44771"/>
                  <a:pt x="9336" y="41305"/>
                  <a:pt x="5462" y="35552"/>
                </a:cubicBezTo>
                <a:cubicBezTo>
                  <a:pt x="1529" y="29755"/>
                  <a:pt x="0" y="24119"/>
                  <a:pt x="961" y="18599"/>
                </a:cubicBezTo>
                <a:cubicBezTo>
                  <a:pt x="1937" y="13137"/>
                  <a:pt x="5170" y="8476"/>
                  <a:pt x="10749" y="4719"/>
                </a:cubicBezTo>
                <a:cubicBezTo>
                  <a:pt x="12511" y="3525"/>
                  <a:pt x="14390" y="2505"/>
                  <a:pt x="16385" y="1762"/>
                </a:cubicBezTo>
                <a:cubicBezTo>
                  <a:pt x="18322" y="961"/>
                  <a:pt x="20361" y="393"/>
                  <a:pt x="22473" y="0"/>
                </a:cubicBezTo>
                <a:close/>
                <a:moveTo>
                  <a:pt x="2247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EB383-ED8D-4BB1-96CA-9BF1452F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34" y="2050139"/>
            <a:ext cx="55418" cy="63268"/>
          </a:xfrm>
          <a:custGeom xmlns:a="http://schemas.openxmlformats.org/drawingml/2006/main">
            <a:pathLst>
              <a:path w="55418" h="63268">
                <a:moveTo>
                  <a:pt x="0" y="27133"/>
                </a:moveTo>
                <a:lnTo>
                  <a:pt x="40169" y="0"/>
                </a:lnTo>
                <a:lnTo>
                  <a:pt x="43868" y="5403"/>
                </a:lnTo>
                <a:lnTo>
                  <a:pt x="26973" y="16778"/>
                </a:lnTo>
                <a:lnTo>
                  <a:pt x="55418" y="58884"/>
                </a:lnTo>
                <a:lnTo>
                  <a:pt x="48980" y="63268"/>
                </a:lnTo>
                <a:lnTo>
                  <a:pt x="20536" y="21162"/>
                </a:lnTo>
                <a:lnTo>
                  <a:pt x="3641" y="32537"/>
                </a:lnTo>
                <a:lnTo>
                  <a:pt x="0" y="27133"/>
                </a:lnTo>
                <a:close/>
                <a:moveTo>
                  <a:pt x="0" y="271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8C40F-7E47-4726-A0C1-537A871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368" y="2050255"/>
            <a:ext cx="47742" cy="46184"/>
          </a:xfrm>
          <a:custGeom xmlns:a="http://schemas.openxmlformats.org/drawingml/2006/main">
            <a:pathLst>
              <a:path w="47742" h="46184">
                <a:moveTo>
                  <a:pt x="37270" y="10923"/>
                </a:moveTo>
                <a:lnTo>
                  <a:pt x="39207" y="13822"/>
                </a:lnTo>
                <a:lnTo>
                  <a:pt x="12292" y="32027"/>
                </a:lnTo>
                <a:cubicBezTo>
                  <a:pt x="15249" y="35843"/>
                  <a:pt x="18555" y="38115"/>
                  <a:pt x="22138" y="38741"/>
                </a:cubicBezTo>
                <a:cubicBezTo>
                  <a:pt x="25779" y="39426"/>
                  <a:pt x="29478" y="38392"/>
                  <a:pt x="33396" y="35785"/>
                </a:cubicBezTo>
                <a:cubicBezTo>
                  <a:pt x="35625" y="34241"/>
                  <a:pt x="37605" y="32537"/>
                  <a:pt x="39368" y="30542"/>
                </a:cubicBezTo>
                <a:cubicBezTo>
                  <a:pt x="41072" y="28561"/>
                  <a:pt x="42615" y="26332"/>
                  <a:pt x="43984" y="23769"/>
                </a:cubicBezTo>
                <a:lnTo>
                  <a:pt x="47742" y="29347"/>
                </a:lnTo>
                <a:cubicBezTo>
                  <a:pt x="46198" y="31619"/>
                  <a:pt x="44494" y="33789"/>
                  <a:pt x="42615" y="35726"/>
                </a:cubicBezTo>
                <a:cubicBezTo>
                  <a:pt x="40737" y="37707"/>
                  <a:pt x="38683" y="39484"/>
                  <a:pt x="36411" y="40955"/>
                </a:cubicBezTo>
                <a:cubicBezTo>
                  <a:pt x="30731" y="44829"/>
                  <a:pt x="25094" y="46184"/>
                  <a:pt x="19516" y="45164"/>
                </a:cubicBezTo>
                <a:cubicBezTo>
                  <a:pt x="13996" y="44086"/>
                  <a:pt x="9278" y="40722"/>
                  <a:pt x="5462" y="35100"/>
                </a:cubicBezTo>
                <a:cubicBezTo>
                  <a:pt x="1544" y="29231"/>
                  <a:pt x="0" y="23551"/>
                  <a:pt x="801" y="18031"/>
                </a:cubicBezTo>
                <a:cubicBezTo>
                  <a:pt x="1646" y="12453"/>
                  <a:pt x="4719" y="7850"/>
                  <a:pt x="10079" y="4267"/>
                </a:cubicBezTo>
                <a:cubicBezTo>
                  <a:pt x="14856" y="1020"/>
                  <a:pt x="19691" y="0"/>
                  <a:pt x="24585" y="1194"/>
                </a:cubicBezTo>
                <a:cubicBezTo>
                  <a:pt x="29478" y="2389"/>
                  <a:pt x="33687" y="5622"/>
                  <a:pt x="37270" y="10923"/>
                </a:cubicBezTo>
                <a:close/>
                <a:moveTo>
                  <a:pt x="30265" y="13195"/>
                </a:moveTo>
                <a:cubicBezTo>
                  <a:pt x="28051" y="10006"/>
                  <a:pt x="25429" y="8069"/>
                  <a:pt x="22415" y="7326"/>
                </a:cubicBezTo>
                <a:cubicBezTo>
                  <a:pt x="19342" y="6598"/>
                  <a:pt x="16385" y="7224"/>
                  <a:pt x="13487" y="9161"/>
                </a:cubicBezTo>
                <a:cubicBezTo>
                  <a:pt x="10239" y="11375"/>
                  <a:pt x="8258" y="14040"/>
                  <a:pt x="7515" y="17230"/>
                </a:cubicBezTo>
                <a:cubicBezTo>
                  <a:pt x="6831" y="20419"/>
                  <a:pt x="7457" y="23769"/>
                  <a:pt x="9394" y="27308"/>
                </a:cubicBezTo>
                <a:lnTo>
                  <a:pt x="30265" y="13195"/>
                </a:lnTo>
                <a:close/>
                <a:moveTo>
                  <a:pt x="30265" y="131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51EF2-D22C-4B36-B3EB-D097CF0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522" y="2024083"/>
            <a:ext cx="43460" cy="50349"/>
          </a:xfrm>
          <a:custGeom xmlns:a="http://schemas.openxmlformats.org/drawingml/2006/main">
            <a:pathLst>
              <a:path w="43460" h="50349">
                <a:moveTo>
                  <a:pt x="22080" y="0"/>
                </a:moveTo>
                <a:lnTo>
                  <a:pt x="25823" y="5520"/>
                </a:lnTo>
                <a:cubicBezTo>
                  <a:pt x="23609" y="5797"/>
                  <a:pt x="21453" y="6306"/>
                  <a:pt x="19400" y="7107"/>
                </a:cubicBezTo>
                <a:cubicBezTo>
                  <a:pt x="17346" y="7850"/>
                  <a:pt x="15365" y="8870"/>
                  <a:pt x="13428" y="10181"/>
                </a:cubicBezTo>
                <a:cubicBezTo>
                  <a:pt x="10530" y="12176"/>
                  <a:pt x="8651" y="14055"/>
                  <a:pt x="7792" y="15919"/>
                </a:cubicBezTo>
                <a:cubicBezTo>
                  <a:pt x="6947" y="17798"/>
                  <a:pt x="7107" y="19618"/>
                  <a:pt x="8302" y="21439"/>
                </a:cubicBezTo>
                <a:cubicBezTo>
                  <a:pt x="9278" y="22808"/>
                  <a:pt x="10472" y="23492"/>
                  <a:pt x="12059" y="23551"/>
                </a:cubicBezTo>
                <a:cubicBezTo>
                  <a:pt x="13603" y="23667"/>
                  <a:pt x="16210" y="22983"/>
                  <a:pt x="19793" y="21555"/>
                </a:cubicBezTo>
                <a:lnTo>
                  <a:pt x="22123" y="20652"/>
                </a:lnTo>
                <a:cubicBezTo>
                  <a:pt x="26857" y="18715"/>
                  <a:pt x="30658" y="17972"/>
                  <a:pt x="33513" y="18424"/>
                </a:cubicBezTo>
                <a:cubicBezTo>
                  <a:pt x="36353" y="18832"/>
                  <a:pt x="38800" y="20536"/>
                  <a:pt x="40737" y="23434"/>
                </a:cubicBezTo>
                <a:cubicBezTo>
                  <a:pt x="42950" y="26740"/>
                  <a:pt x="43460" y="30265"/>
                  <a:pt x="42164" y="33964"/>
                </a:cubicBezTo>
                <a:cubicBezTo>
                  <a:pt x="40795" y="37664"/>
                  <a:pt x="37897" y="41072"/>
                  <a:pt x="33280" y="44145"/>
                </a:cubicBezTo>
                <a:cubicBezTo>
                  <a:pt x="31343" y="45455"/>
                  <a:pt x="29245" y="46591"/>
                  <a:pt x="26915" y="47611"/>
                </a:cubicBezTo>
                <a:cubicBezTo>
                  <a:pt x="24628" y="48645"/>
                  <a:pt x="22080" y="49548"/>
                  <a:pt x="19283" y="50349"/>
                </a:cubicBezTo>
                <a:lnTo>
                  <a:pt x="15191" y="44319"/>
                </a:lnTo>
                <a:cubicBezTo>
                  <a:pt x="18089" y="43970"/>
                  <a:pt x="20827" y="43402"/>
                  <a:pt x="23274" y="42557"/>
                </a:cubicBezTo>
                <a:cubicBezTo>
                  <a:pt x="25764" y="41698"/>
                  <a:pt x="28051" y="40562"/>
                  <a:pt x="30090" y="39135"/>
                </a:cubicBezTo>
                <a:cubicBezTo>
                  <a:pt x="32828" y="37256"/>
                  <a:pt x="34649" y="35377"/>
                  <a:pt x="35493" y="33454"/>
                </a:cubicBezTo>
                <a:cubicBezTo>
                  <a:pt x="36353" y="31517"/>
                  <a:pt x="36178" y="29639"/>
                  <a:pt x="35042" y="27935"/>
                </a:cubicBezTo>
                <a:cubicBezTo>
                  <a:pt x="33964" y="26332"/>
                  <a:pt x="32595" y="25488"/>
                  <a:pt x="30949" y="25371"/>
                </a:cubicBezTo>
                <a:cubicBezTo>
                  <a:pt x="29304" y="25255"/>
                  <a:pt x="26391" y="25997"/>
                  <a:pt x="22240" y="27701"/>
                </a:cubicBezTo>
                <a:lnTo>
                  <a:pt x="19910" y="28561"/>
                </a:lnTo>
                <a:cubicBezTo>
                  <a:pt x="15759" y="30265"/>
                  <a:pt x="12351" y="30891"/>
                  <a:pt x="9671" y="30381"/>
                </a:cubicBezTo>
                <a:cubicBezTo>
                  <a:pt x="6991" y="29857"/>
                  <a:pt x="4719" y="28269"/>
                  <a:pt x="2840" y="25488"/>
                </a:cubicBezTo>
                <a:cubicBezTo>
                  <a:pt x="568" y="22123"/>
                  <a:pt x="0" y="18774"/>
                  <a:pt x="1136" y="15351"/>
                </a:cubicBezTo>
                <a:cubicBezTo>
                  <a:pt x="2272" y="11885"/>
                  <a:pt x="5068" y="8695"/>
                  <a:pt x="9438" y="5738"/>
                </a:cubicBezTo>
                <a:cubicBezTo>
                  <a:pt x="11608" y="4326"/>
                  <a:pt x="13705" y="3073"/>
                  <a:pt x="15875" y="2097"/>
                </a:cubicBezTo>
                <a:cubicBezTo>
                  <a:pt x="17972" y="1136"/>
                  <a:pt x="20084" y="393"/>
                  <a:pt x="22080" y="0"/>
                </a:cubicBezTo>
                <a:close/>
                <a:moveTo>
                  <a:pt x="220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4D27B-DFDC-4C05-A076-F5DFC585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242" y="2001377"/>
            <a:ext cx="48805" cy="45965"/>
          </a:xfrm>
          <a:custGeom xmlns:a="http://schemas.openxmlformats.org/drawingml/2006/main">
            <a:pathLst>
              <a:path w="48805" h="45965">
                <a:moveTo>
                  <a:pt x="5855" y="0"/>
                </a:moveTo>
                <a:lnTo>
                  <a:pt x="12686" y="10122"/>
                </a:lnTo>
                <a:lnTo>
                  <a:pt x="24745" y="1995"/>
                </a:lnTo>
                <a:lnTo>
                  <a:pt x="27818" y="6539"/>
                </a:lnTo>
                <a:lnTo>
                  <a:pt x="15759" y="14681"/>
                </a:lnTo>
                <a:lnTo>
                  <a:pt x="28837" y="34022"/>
                </a:lnTo>
                <a:cubicBezTo>
                  <a:pt x="30833" y="36921"/>
                  <a:pt x="32479" y="38523"/>
                  <a:pt x="33848" y="38800"/>
                </a:cubicBezTo>
                <a:cubicBezTo>
                  <a:pt x="35158" y="39091"/>
                  <a:pt x="37081" y="38406"/>
                  <a:pt x="39528" y="36761"/>
                </a:cubicBezTo>
                <a:lnTo>
                  <a:pt x="45514" y="32712"/>
                </a:lnTo>
                <a:lnTo>
                  <a:pt x="48805" y="37605"/>
                </a:lnTo>
                <a:lnTo>
                  <a:pt x="42834" y="41640"/>
                </a:lnTo>
                <a:cubicBezTo>
                  <a:pt x="38290" y="44713"/>
                  <a:pt x="34649" y="45965"/>
                  <a:pt x="31736" y="45455"/>
                </a:cubicBezTo>
                <a:cubicBezTo>
                  <a:pt x="28896" y="44946"/>
                  <a:pt x="25997" y="42441"/>
                  <a:pt x="22983" y="37998"/>
                </a:cubicBezTo>
                <a:lnTo>
                  <a:pt x="9889" y="18657"/>
                </a:lnTo>
                <a:lnTo>
                  <a:pt x="5564" y="21570"/>
                </a:lnTo>
                <a:lnTo>
                  <a:pt x="2491" y="17011"/>
                </a:lnTo>
                <a:lnTo>
                  <a:pt x="6816" y="14113"/>
                </a:lnTo>
                <a:lnTo>
                  <a:pt x="0" y="3991"/>
                </a:lnTo>
                <a:lnTo>
                  <a:pt x="5855" y="0"/>
                </a:lnTo>
                <a:close/>
                <a:moveTo>
                  <a:pt x="585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319DF-C325-48C2-8AE9-3A25C001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303" y="2450995"/>
            <a:ext cx="54340" cy="63559"/>
          </a:xfrm>
          <a:custGeom xmlns:a="http://schemas.openxmlformats.org/drawingml/2006/main">
            <a:pathLst>
              <a:path w="54340" h="63559">
                <a:moveTo>
                  <a:pt x="0" y="25779"/>
                </a:moveTo>
                <a:lnTo>
                  <a:pt x="41086" y="0"/>
                </a:lnTo>
                <a:lnTo>
                  <a:pt x="44552" y="5578"/>
                </a:lnTo>
                <a:lnTo>
                  <a:pt x="27308" y="16385"/>
                </a:lnTo>
                <a:lnTo>
                  <a:pt x="54340" y="59394"/>
                </a:lnTo>
                <a:lnTo>
                  <a:pt x="47742" y="63559"/>
                </a:lnTo>
                <a:lnTo>
                  <a:pt x="20711" y="20478"/>
                </a:lnTo>
                <a:lnTo>
                  <a:pt x="3481" y="31357"/>
                </a:lnTo>
                <a:lnTo>
                  <a:pt x="0" y="25779"/>
                </a:lnTo>
                <a:close/>
                <a:moveTo>
                  <a:pt x="0" y="257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6A442-5FD3-4071-AF25-CAFDF13B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696" y="2452072"/>
            <a:ext cx="47567" cy="46373"/>
          </a:xfrm>
          <a:custGeom xmlns:a="http://schemas.openxmlformats.org/drawingml/2006/main">
            <a:pathLst>
              <a:path w="47567" h="46373">
                <a:moveTo>
                  <a:pt x="37722" y="11506"/>
                </a:moveTo>
                <a:lnTo>
                  <a:pt x="39542" y="14462"/>
                </a:lnTo>
                <a:lnTo>
                  <a:pt x="12059" y="31692"/>
                </a:lnTo>
                <a:cubicBezTo>
                  <a:pt x="14914" y="35683"/>
                  <a:pt x="18089" y="38013"/>
                  <a:pt x="21686" y="38800"/>
                </a:cubicBezTo>
                <a:cubicBezTo>
                  <a:pt x="25269" y="39542"/>
                  <a:pt x="29012" y="38698"/>
                  <a:pt x="33003" y="36193"/>
                </a:cubicBezTo>
                <a:cubicBezTo>
                  <a:pt x="35275" y="34765"/>
                  <a:pt x="37329" y="33119"/>
                  <a:pt x="39149" y="31182"/>
                </a:cubicBezTo>
                <a:cubicBezTo>
                  <a:pt x="40970" y="29245"/>
                  <a:pt x="42557" y="27090"/>
                  <a:pt x="43984" y="24585"/>
                </a:cubicBezTo>
                <a:lnTo>
                  <a:pt x="47567" y="30279"/>
                </a:lnTo>
                <a:cubicBezTo>
                  <a:pt x="45965" y="32551"/>
                  <a:pt x="44203" y="34590"/>
                  <a:pt x="42222" y="36469"/>
                </a:cubicBezTo>
                <a:cubicBezTo>
                  <a:pt x="40285" y="38406"/>
                  <a:pt x="38173" y="40052"/>
                  <a:pt x="35843" y="41538"/>
                </a:cubicBezTo>
                <a:cubicBezTo>
                  <a:pt x="30046" y="45179"/>
                  <a:pt x="24352" y="46373"/>
                  <a:pt x="18832" y="45120"/>
                </a:cubicBezTo>
                <a:cubicBezTo>
                  <a:pt x="13312" y="43868"/>
                  <a:pt x="8768" y="40343"/>
                  <a:pt x="5127" y="34547"/>
                </a:cubicBezTo>
                <a:cubicBezTo>
                  <a:pt x="1369" y="28619"/>
                  <a:pt x="0" y="22881"/>
                  <a:pt x="1034" y="17361"/>
                </a:cubicBezTo>
                <a:cubicBezTo>
                  <a:pt x="2054" y="11841"/>
                  <a:pt x="5301" y="7340"/>
                  <a:pt x="10807" y="3932"/>
                </a:cubicBezTo>
                <a:cubicBezTo>
                  <a:pt x="15700" y="859"/>
                  <a:pt x="20536" y="0"/>
                  <a:pt x="25371" y="1369"/>
                </a:cubicBezTo>
                <a:cubicBezTo>
                  <a:pt x="30207" y="2738"/>
                  <a:pt x="34314" y="6088"/>
                  <a:pt x="37722" y="11506"/>
                </a:cubicBezTo>
                <a:close/>
                <a:moveTo>
                  <a:pt x="30673" y="13545"/>
                </a:moveTo>
                <a:cubicBezTo>
                  <a:pt x="28561" y="10297"/>
                  <a:pt x="25997" y="8258"/>
                  <a:pt x="22983" y="7399"/>
                </a:cubicBezTo>
                <a:cubicBezTo>
                  <a:pt x="19968" y="6612"/>
                  <a:pt x="16953" y="7122"/>
                  <a:pt x="14055" y="8943"/>
                </a:cubicBezTo>
                <a:cubicBezTo>
                  <a:pt x="10705" y="11040"/>
                  <a:pt x="8593" y="13661"/>
                  <a:pt x="7792" y="16793"/>
                </a:cubicBezTo>
                <a:cubicBezTo>
                  <a:pt x="6947" y="19982"/>
                  <a:pt x="7457" y="23332"/>
                  <a:pt x="9336" y="26973"/>
                </a:cubicBezTo>
                <a:lnTo>
                  <a:pt x="30673" y="13545"/>
                </a:lnTo>
                <a:close/>
                <a:moveTo>
                  <a:pt x="30673" y="135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1B4DB-02B3-42AA-8C1E-8C6D1591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927" y="2427211"/>
            <a:ext cx="43009" cy="50305"/>
          </a:xfrm>
          <a:custGeom xmlns:a="http://schemas.openxmlformats.org/drawingml/2006/main">
            <a:pathLst>
              <a:path w="43009" h="50305">
                <a:moveTo>
                  <a:pt x="22706" y="0"/>
                </a:moveTo>
                <a:lnTo>
                  <a:pt x="26289" y="5695"/>
                </a:lnTo>
                <a:cubicBezTo>
                  <a:pt x="24075" y="5869"/>
                  <a:pt x="21905" y="6321"/>
                  <a:pt x="19808" y="7005"/>
                </a:cubicBezTo>
                <a:cubicBezTo>
                  <a:pt x="17696" y="7748"/>
                  <a:pt x="15642" y="8710"/>
                  <a:pt x="13720" y="9904"/>
                </a:cubicBezTo>
                <a:cubicBezTo>
                  <a:pt x="10763" y="11783"/>
                  <a:pt x="8826" y="13661"/>
                  <a:pt x="7908" y="15482"/>
                </a:cubicBezTo>
                <a:cubicBezTo>
                  <a:pt x="7005" y="17302"/>
                  <a:pt x="7122" y="19181"/>
                  <a:pt x="8258" y="21002"/>
                </a:cubicBezTo>
                <a:cubicBezTo>
                  <a:pt x="9103" y="22371"/>
                  <a:pt x="10297" y="23099"/>
                  <a:pt x="11899" y="23274"/>
                </a:cubicBezTo>
                <a:cubicBezTo>
                  <a:pt x="13428" y="23390"/>
                  <a:pt x="16050" y="22764"/>
                  <a:pt x="19691" y="21512"/>
                </a:cubicBezTo>
                <a:lnTo>
                  <a:pt x="22021" y="20652"/>
                </a:lnTo>
                <a:cubicBezTo>
                  <a:pt x="26857" y="18890"/>
                  <a:pt x="30673" y="18264"/>
                  <a:pt x="33513" y="18832"/>
                </a:cubicBezTo>
                <a:cubicBezTo>
                  <a:pt x="36353" y="19356"/>
                  <a:pt x="38698" y="21118"/>
                  <a:pt x="40562" y="24075"/>
                </a:cubicBezTo>
                <a:cubicBezTo>
                  <a:pt x="42674" y="27483"/>
                  <a:pt x="43009" y="31008"/>
                  <a:pt x="41596" y="34649"/>
                </a:cubicBezTo>
                <a:cubicBezTo>
                  <a:pt x="40169" y="38290"/>
                  <a:pt x="37096" y="41596"/>
                  <a:pt x="32435" y="44552"/>
                </a:cubicBezTo>
                <a:cubicBezTo>
                  <a:pt x="30440" y="45747"/>
                  <a:pt x="28284" y="46825"/>
                  <a:pt x="25939" y="47800"/>
                </a:cubicBezTo>
                <a:cubicBezTo>
                  <a:pt x="23609" y="48762"/>
                  <a:pt x="21002" y="49563"/>
                  <a:pt x="18205" y="50305"/>
                </a:cubicBezTo>
                <a:lnTo>
                  <a:pt x="14288" y="44101"/>
                </a:lnTo>
                <a:cubicBezTo>
                  <a:pt x="17244" y="43868"/>
                  <a:pt x="19968" y="43358"/>
                  <a:pt x="22473" y="42557"/>
                </a:cubicBezTo>
                <a:cubicBezTo>
                  <a:pt x="24978" y="41814"/>
                  <a:pt x="27250" y="40737"/>
                  <a:pt x="29420" y="39426"/>
                </a:cubicBezTo>
                <a:cubicBezTo>
                  <a:pt x="32202" y="37664"/>
                  <a:pt x="34081" y="35843"/>
                  <a:pt x="34998" y="33920"/>
                </a:cubicBezTo>
                <a:cubicBezTo>
                  <a:pt x="35901" y="31983"/>
                  <a:pt x="35785" y="30163"/>
                  <a:pt x="34707" y="28401"/>
                </a:cubicBezTo>
                <a:cubicBezTo>
                  <a:pt x="33687" y="26798"/>
                  <a:pt x="32377" y="25895"/>
                  <a:pt x="30731" y="25721"/>
                </a:cubicBezTo>
                <a:cubicBezTo>
                  <a:pt x="29071" y="25488"/>
                  <a:pt x="26172" y="26172"/>
                  <a:pt x="21905" y="27716"/>
                </a:cubicBezTo>
                <a:lnTo>
                  <a:pt x="19516" y="28503"/>
                </a:lnTo>
                <a:cubicBezTo>
                  <a:pt x="15365" y="30046"/>
                  <a:pt x="11899" y="30556"/>
                  <a:pt x="9278" y="29988"/>
                </a:cubicBezTo>
                <a:cubicBezTo>
                  <a:pt x="6598" y="29420"/>
                  <a:pt x="4384" y="27716"/>
                  <a:pt x="2622" y="24861"/>
                </a:cubicBezTo>
                <a:cubicBezTo>
                  <a:pt x="451" y="21453"/>
                  <a:pt x="0" y="18045"/>
                  <a:pt x="1253" y="14623"/>
                </a:cubicBezTo>
                <a:cubicBezTo>
                  <a:pt x="2563" y="11273"/>
                  <a:pt x="5403" y="8141"/>
                  <a:pt x="9846" y="5360"/>
                </a:cubicBezTo>
                <a:cubicBezTo>
                  <a:pt x="12059" y="3991"/>
                  <a:pt x="14229" y="2855"/>
                  <a:pt x="16385" y="1937"/>
                </a:cubicBezTo>
                <a:cubicBezTo>
                  <a:pt x="18555" y="1034"/>
                  <a:pt x="20652" y="408"/>
                  <a:pt x="22706" y="0"/>
                </a:cubicBezTo>
                <a:close/>
                <a:moveTo>
                  <a:pt x="2270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E384D-5CBE-4F12-A9F7-6904906F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901" y="2404855"/>
            <a:ext cx="47669" cy="46941"/>
          </a:xfrm>
          <a:custGeom xmlns:a="http://schemas.openxmlformats.org/drawingml/2006/main">
            <a:pathLst>
              <a:path w="47669" h="46941">
                <a:moveTo>
                  <a:pt x="5971" y="0"/>
                </a:moveTo>
                <a:lnTo>
                  <a:pt x="12511" y="10355"/>
                </a:lnTo>
                <a:lnTo>
                  <a:pt x="24803" y="2622"/>
                </a:lnTo>
                <a:lnTo>
                  <a:pt x="27760" y="7282"/>
                </a:lnTo>
                <a:lnTo>
                  <a:pt x="15409" y="15030"/>
                </a:lnTo>
                <a:lnTo>
                  <a:pt x="27818" y="34823"/>
                </a:lnTo>
                <a:cubicBezTo>
                  <a:pt x="29697" y="37780"/>
                  <a:pt x="31284" y="39426"/>
                  <a:pt x="32653" y="39775"/>
                </a:cubicBezTo>
                <a:cubicBezTo>
                  <a:pt x="33964" y="40110"/>
                  <a:pt x="35901" y="39484"/>
                  <a:pt x="38406" y="37897"/>
                </a:cubicBezTo>
                <a:lnTo>
                  <a:pt x="44538" y="34081"/>
                </a:lnTo>
                <a:lnTo>
                  <a:pt x="47669" y="39091"/>
                </a:lnTo>
                <a:lnTo>
                  <a:pt x="41523" y="42907"/>
                </a:lnTo>
                <a:cubicBezTo>
                  <a:pt x="36921" y="45805"/>
                  <a:pt x="33163" y="46941"/>
                  <a:pt x="30323" y="46315"/>
                </a:cubicBezTo>
                <a:cubicBezTo>
                  <a:pt x="27527" y="45688"/>
                  <a:pt x="24628" y="43125"/>
                  <a:pt x="21788" y="38581"/>
                </a:cubicBezTo>
                <a:lnTo>
                  <a:pt x="9379" y="18774"/>
                </a:lnTo>
                <a:lnTo>
                  <a:pt x="5010" y="21570"/>
                </a:lnTo>
                <a:lnTo>
                  <a:pt x="2097" y="16895"/>
                </a:lnTo>
                <a:lnTo>
                  <a:pt x="6481" y="14171"/>
                </a:lnTo>
                <a:lnTo>
                  <a:pt x="0" y="3816"/>
                </a:lnTo>
                <a:lnTo>
                  <a:pt x="5971" y="0"/>
                </a:lnTo>
                <a:close/>
                <a:moveTo>
                  <a:pt x="597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7F511-CFB8-450C-A0C7-311E4929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952" y="2373570"/>
            <a:ext cx="55010" cy="64345"/>
          </a:xfrm>
          <a:custGeom xmlns:a="http://schemas.openxmlformats.org/drawingml/2006/main">
            <a:pathLst>
              <a:path w="55010" h="64345">
                <a:moveTo>
                  <a:pt x="27410" y="0"/>
                </a:moveTo>
                <a:lnTo>
                  <a:pt x="31401" y="6423"/>
                </a:lnTo>
                <a:cubicBezTo>
                  <a:pt x="28153" y="6772"/>
                  <a:pt x="25255" y="7399"/>
                  <a:pt x="22691" y="8185"/>
                </a:cubicBezTo>
                <a:cubicBezTo>
                  <a:pt x="20084" y="8986"/>
                  <a:pt x="17798" y="10006"/>
                  <a:pt x="15700" y="11317"/>
                </a:cubicBezTo>
                <a:cubicBezTo>
                  <a:pt x="12176" y="13545"/>
                  <a:pt x="9831" y="15977"/>
                  <a:pt x="8753" y="18599"/>
                </a:cubicBezTo>
                <a:cubicBezTo>
                  <a:pt x="7675" y="21220"/>
                  <a:pt x="7952" y="23784"/>
                  <a:pt x="9554" y="26332"/>
                </a:cubicBezTo>
                <a:cubicBezTo>
                  <a:pt x="10923" y="28503"/>
                  <a:pt x="12569" y="29697"/>
                  <a:pt x="14564" y="29974"/>
                </a:cubicBezTo>
                <a:cubicBezTo>
                  <a:pt x="16487" y="30265"/>
                  <a:pt x="19502" y="29639"/>
                  <a:pt x="23551" y="28051"/>
                </a:cubicBezTo>
                <a:lnTo>
                  <a:pt x="28036" y="26332"/>
                </a:lnTo>
                <a:cubicBezTo>
                  <a:pt x="33498" y="24235"/>
                  <a:pt x="38173" y="23609"/>
                  <a:pt x="41975" y="24468"/>
                </a:cubicBezTo>
                <a:cubicBezTo>
                  <a:pt x="45790" y="25371"/>
                  <a:pt x="48922" y="27818"/>
                  <a:pt x="51369" y="31750"/>
                </a:cubicBezTo>
                <a:cubicBezTo>
                  <a:pt x="54325" y="36469"/>
                  <a:pt x="55010" y="41013"/>
                  <a:pt x="53364" y="45397"/>
                </a:cubicBezTo>
                <a:cubicBezTo>
                  <a:pt x="51762" y="49839"/>
                  <a:pt x="47902" y="53932"/>
                  <a:pt x="41814" y="57748"/>
                </a:cubicBezTo>
                <a:cubicBezTo>
                  <a:pt x="39484" y="59219"/>
                  <a:pt x="36862" y="60471"/>
                  <a:pt x="33964" y="61607"/>
                </a:cubicBezTo>
                <a:cubicBezTo>
                  <a:pt x="31051" y="62685"/>
                  <a:pt x="27876" y="63603"/>
                  <a:pt x="24454" y="64345"/>
                </a:cubicBezTo>
                <a:lnTo>
                  <a:pt x="20186" y="57573"/>
                </a:lnTo>
                <a:cubicBezTo>
                  <a:pt x="23827" y="57398"/>
                  <a:pt x="27133" y="56889"/>
                  <a:pt x="30207" y="56029"/>
                </a:cubicBezTo>
                <a:cubicBezTo>
                  <a:pt x="33221" y="55184"/>
                  <a:pt x="35945" y="53990"/>
                  <a:pt x="38450" y="52388"/>
                </a:cubicBezTo>
                <a:cubicBezTo>
                  <a:pt x="42208" y="50058"/>
                  <a:pt x="44596" y="47509"/>
                  <a:pt x="45732" y="44771"/>
                </a:cubicBezTo>
                <a:cubicBezTo>
                  <a:pt x="46868" y="41989"/>
                  <a:pt x="46533" y="39251"/>
                  <a:pt x="44829" y="36527"/>
                </a:cubicBezTo>
                <a:cubicBezTo>
                  <a:pt x="43344" y="34139"/>
                  <a:pt x="41407" y="32770"/>
                  <a:pt x="39135" y="32318"/>
                </a:cubicBezTo>
                <a:cubicBezTo>
                  <a:pt x="36804" y="31911"/>
                  <a:pt x="33789" y="32362"/>
                  <a:pt x="30032" y="33789"/>
                </a:cubicBezTo>
                <a:lnTo>
                  <a:pt x="25531" y="35552"/>
                </a:lnTo>
                <a:cubicBezTo>
                  <a:pt x="20026" y="37664"/>
                  <a:pt x="15526" y="38348"/>
                  <a:pt x="12001" y="37664"/>
                </a:cubicBezTo>
                <a:cubicBezTo>
                  <a:pt x="8535" y="36921"/>
                  <a:pt x="5622" y="34707"/>
                  <a:pt x="3292" y="31008"/>
                </a:cubicBezTo>
                <a:cubicBezTo>
                  <a:pt x="568" y="26682"/>
                  <a:pt x="0" y="22356"/>
                  <a:pt x="1471" y="18031"/>
                </a:cubicBezTo>
                <a:cubicBezTo>
                  <a:pt x="2957" y="13647"/>
                  <a:pt x="6306" y="9787"/>
                  <a:pt x="11593" y="6481"/>
                </a:cubicBezTo>
                <a:cubicBezTo>
                  <a:pt x="13938" y="5010"/>
                  <a:pt x="16385" y="3758"/>
                  <a:pt x="18992" y="2724"/>
                </a:cubicBezTo>
                <a:cubicBezTo>
                  <a:pt x="21614" y="1646"/>
                  <a:pt x="24395" y="743"/>
                  <a:pt x="27410" y="0"/>
                </a:cubicBezTo>
                <a:close/>
                <a:moveTo>
                  <a:pt x="274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C26D4-3143-4E70-9D81-8A82DB60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252" y="2357244"/>
            <a:ext cx="53364" cy="51820"/>
          </a:xfrm>
          <a:custGeom xmlns:a="http://schemas.openxmlformats.org/drawingml/2006/main">
            <a:pathLst>
              <a:path w="53364" h="51820">
                <a:moveTo>
                  <a:pt x="13836" y="41188"/>
                </a:moveTo>
                <a:lnTo>
                  <a:pt x="0" y="19167"/>
                </a:lnTo>
                <a:lnTo>
                  <a:pt x="5971" y="15409"/>
                </a:lnTo>
                <a:lnTo>
                  <a:pt x="19691" y="37197"/>
                </a:lnTo>
                <a:cubicBezTo>
                  <a:pt x="21847" y="40678"/>
                  <a:pt x="24133" y="42834"/>
                  <a:pt x="26565" y="43751"/>
                </a:cubicBezTo>
                <a:cubicBezTo>
                  <a:pt x="29012" y="44596"/>
                  <a:pt x="31576" y="44203"/>
                  <a:pt x="34255" y="42499"/>
                </a:cubicBezTo>
                <a:cubicBezTo>
                  <a:pt x="37489" y="40504"/>
                  <a:pt x="39368" y="37824"/>
                  <a:pt x="39936" y="34649"/>
                </a:cubicBezTo>
                <a:cubicBezTo>
                  <a:pt x="40562" y="31401"/>
                  <a:pt x="39717" y="27993"/>
                  <a:pt x="37489" y="24395"/>
                </a:cubicBezTo>
                <a:lnTo>
                  <a:pt x="24526" y="3758"/>
                </a:lnTo>
                <a:lnTo>
                  <a:pt x="30498" y="0"/>
                </a:lnTo>
                <a:lnTo>
                  <a:pt x="53364" y="36469"/>
                </a:lnTo>
                <a:lnTo>
                  <a:pt x="47393" y="40212"/>
                </a:lnTo>
                <a:lnTo>
                  <a:pt x="43868" y="34590"/>
                </a:lnTo>
                <a:cubicBezTo>
                  <a:pt x="43810" y="37722"/>
                  <a:pt x="43183" y="40445"/>
                  <a:pt x="41931" y="42717"/>
                </a:cubicBezTo>
                <a:cubicBezTo>
                  <a:pt x="40678" y="45004"/>
                  <a:pt x="38800" y="46926"/>
                  <a:pt x="36251" y="48529"/>
                </a:cubicBezTo>
                <a:cubicBezTo>
                  <a:pt x="32042" y="51136"/>
                  <a:pt x="28051" y="51820"/>
                  <a:pt x="24235" y="50568"/>
                </a:cubicBezTo>
                <a:cubicBezTo>
                  <a:pt x="20492" y="49315"/>
                  <a:pt x="17011" y="46242"/>
                  <a:pt x="13836" y="41188"/>
                </a:cubicBezTo>
                <a:close/>
                <a:moveTo>
                  <a:pt x="13836" y="411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76D4A-CBD3-48BC-B10A-DF82F195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939" y="2331698"/>
            <a:ext cx="58083" cy="54383"/>
          </a:xfrm>
          <a:custGeom xmlns:a="http://schemas.openxmlformats.org/drawingml/2006/main">
            <a:pathLst>
              <a:path w="58083" h="54383">
                <a:moveTo>
                  <a:pt x="46766" y="19676"/>
                </a:moveTo>
                <a:cubicBezTo>
                  <a:pt x="44028" y="15249"/>
                  <a:pt x="40955" y="12336"/>
                  <a:pt x="37547" y="10982"/>
                </a:cubicBezTo>
                <a:cubicBezTo>
                  <a:pt x="34183" y="9612"/>
                  <a:pt x="30891" y="9947"/>
                  <a:pt x="27701" y="11943"/>
                </a:cubicBezTo>
                <a:cubicBezTo>
                  <a:pt x="24570" y="13938"/>
                  <a:pt x="22866" y="16720"/>
                  <a:pt x="22633" y="20361"/>
                </a:cubicBezTo>
                <a:cubicBezTo>
                  <a:pt x="22356" y="24002"/>
                  <a:pt x="23609" y="28051"/>
                  <a:pt x="26391" y="32420"/>
                </a:cubicBezTo>
                <a:cubicBezTo>
                  <a:pt x="29187" y="36862"/>
                  <a:pt x="32260" y="39703"/>
                  <a:pt x="35610" y="41072"/>
                </a:cubicBezTo>
                <a:cubicBezTo>
                  <a:pt x="38974" y="42441"/>
                  <a:pt x="42266" y="42149"/>
                  <a:pt x="45455" y="40169"/>
                </a:cubicBezTo>
                <a:cubicBezTo>
                  <a:pt x="48587" y="38173"/>
                  <a:pt x="50291" y="35377"/>
                  <a:pt x="50568" y="31736"/>
                </a:cubicBezTo>
                <a:cubicBezTo>
                  <a:pt x="50801" y="28095"/>
                  <a:pt x="49548" y="24060"/>
                  <a:pt x="46766" y="19676"/>
                </a:cubicBezTo>
                <a:close/>
                <a:moveTo>
                  <a:pt x="18424" y="19735"/>
                </a:moveTo>
                <a:cubicBezTo>
                  <a:pt x="18322" y="16778"/>
                  <a:pt x="18890" y="14157"/>
                  <a:pt x="20143" y="11885"/>
                </a:cubicBezTo>
                <a:cubicBezTo>
                  <a:pt x="21395" y="9671"/>
                  <a:pt x="23376" y="7675"/>
                  <a:pt x="26056" y="6030"/>
                </a:cubicBezTo>
                <a:cubicBezTo>
                  <a:pt x="30498" y="3233"/>
                  <a:pt x="35158" y="2724"/>
                  <a:pt x="40110" y="4486"/>
                </a:cubicBezTo>
                <a:cubicBezTo>
                  <a:pt x="45106" y="6248"/>
                  <a:pt x="49373" y="10006"/>
                  <a:pt x="52971" y="15759"/>
                </a:cubicBezTo>
                <a:cubicBezTo>
                  <a:pt x="56554" y="21497"/>
                  <a:pt x="58083" y="26959"/>
                  <a:pt x="57515" y="32202"/>
                </a:cubicBezTo>
                <a:cubicBezTo>
                  <a:pt x="56947" y="37489"/>
                  <a:pt x="54500" y="41465"/>
                  <a:pt x="50058" y="44261"/>
                </a:cubicBezTo>
                <a:cubicBezTo>
                  <a:pt x="47393" y="45907"/>
                  <a:pt x="44771" y="46825"/>
                  <a:pt x="42149" y="46985"/>
                </a:cubicBezTo>
                <a:cubicBezTo>
                  <a:pt x="39601" y="47160"/>
                  <a:pt x="36979" y="46533"/>
                  <a:pt x="34357" y="45164"/>
                </a:cubicBezTo>
                <a:lnTo>
                  <a:pt x="37824" y="50626"/>
                </a:lnTo>
                <a:lnTo>
                  <a:pt x="31794" y="54383"/>
                </a:lnTo>
                <a:lnTo>
                  <a:pt x="0" y="3758"/>
                </a:lnTo>
                <a:lnTo>
                  <a:pt x="6030" y="0"/>
                </a:lnTo>
                <a:lnTo>
                  <a:pt x="18424" y="19735"/>
                </a:lnTo>
                <a:close/>
                <a:moveTo>
                  <a:pt x="18424" y="197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CA517-95EA-4F86-8C7E-34ABC571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133" y="2293466"/>
            <a:ext cx="76070" cy="66108"/>
          </a:xfrm>
          <a:custGeom xmlns:a="http://schemas.openxmlformats.org/drawingml/2006/main">
            <a:pathLst>
              <a:path w="76070" h="66108">
                <a:moveTo>
                  <a:pt x="33003" y="18715"/>
                </a:moveTo>
                <a:cubicBezTo>
                  <a:pt x="32828" y="15074"/>
                  <a:pt x="33338" y="12001"/>
                  <a:pt x="34649" y="9379"/>
                </a:cubicBezTo>
                <a:cubicBezTo>
                  <a:pt x="35901" y="6831"/>
                  <a:pt x="37955" y="4602"/>
                  <a:pt x="40795" y="2840"/>
                </a:cubicBezTo>
                <a:cubicBezTo>
                  <a:pt x="44611" y="510"/>
                  <a:pt x="48368" y="0"/>
                  <a:pt x="52068" y="1369"/>
                </a:cubicBezTo>
                <a:cubicBezTo>
                  <a:pt x="55811" y="2665"/>
                  <a:pt x="59175" y="5797"/>
                  <a:pt x="62248" y="10749"/>
                </a:cubicBezTo>
                <a:lnTo>
                  <a:pt x="76070" y="32712"/>
                </a:lnTo>
                <a:lnTo>
                  <a:pt x="70040" y="36469"/>
                </a:lnTo>
                <a:lnTo>
                  <a:pt x="56393" y="14681"/>
                </a:lnTo>
                <a:cubicBezTo>
                  <a:pt x="54165" y="11200"/>
                  <a:pt x="51951" y="8986"/>
                  <a:pt x="49621" y="8069"/>
                </a:cubicBezTo>
                <a:cubicBezTo>
                  <a:pt x="47334" y="7166"/>
                  <a:pt x="44946" y="7501"/>
                  <a:pt x="42397" y="9103"/>
                </a:cubicBezTo>
                <a:cubicBezTo>
                  <a:pt x="39324" y="11040"/>
                  <a:pt x="37503" y="13589"/>
                  <a:pt x="36979" y="16836"/>
                </a:cubicBezTo>
                <a:cubicBezTo>
                  <a:pt x="36469" y="20026"/>
                  <a:pt x="37329" y="23376"/>
                  <a:pt x="39542" y="26900"/>
                </a:cubicBezTo>
                <a:lnTo>
                  <a:pt x="52461" y="47509"/>
                </a:lnTo>
                <a:lnTo>
                  <a:pt x="46490" y="51310"/>
                </a:lnTo>
                <a:lnTo>
                  <a:pt x="32770" y="29522"/>
                </a:lnTo>
                <a:cubicBezTo>
                  <a:pt x="30614" y="25997"/>
                  <a:pt x="28342" y="23784"/>
                  <a:pt x="26056" y="22866"/>
                </a:cubicBezTo>
                <a:cubicBezTo>
                  <a:pt x="23784" y="21963"/>
                  <a:pt x="21337" y="22298"/>
                  <a:pt x="18730" y="23944"/>
                </a:cubicBezTo>
                <a:cubicBezTo>
                  <a:pt x="15715" y="25881"/>
                  <a:pt x="13894" y="28444"/>
                  <a:pt x="13370" y="31634"/>
                </a:cubicBezTo>
                <a:cubicBezTo>
                  <a:pt x="12919" y="34809"/>
                  <a:pt x="13778" y="38173"/>
                  <a:pt x="15992" y="41756"/>
                </a:cubicBezTo>
                <a:lnTo>
                  <a:pt x="28910" y="62292"/>
                </a:lnTo>
                <a:lnTo>
                  <a:pt x="22881" y="66108"/>
                </a:lnTo>
                <a:lnTo>
                  <a:pt x="0" y="29639"/>
                </a:lnTo>
                <a:lnTo>
                  <a:pt x="6030" y="25881"/>
                </a:lnTo>
                <a:lnTo>
                  <a:pt x="9569" y="31576"/>
                </a:lnTo>
                <a:cubicBezTo>
                  <a:pt x="9569" y="28444"/>
                  <a:pt x="10137" y="25764"/>
                  <a:pt x="11389" y="23492"/>
                </a:cubicBezTo>
                <a:cubicBezTo>
                  <a:pt x="12642" y="21279"/>
                  <a:pt x="14564" y="19283"/>
                  <a:pt x="17186" y="17696"/>
                </a:cubicBezTo>
                <a:cubicBezTo>
                  <a:pt x="19866" y="15977"/>
                  <a:pt x="22531" y="15249"/>
                  <a:pt x="25211" y="15467"/>
                </a:cubicBezTo>
                <a:cubicBezTo>
                  <a:pt x="27935" y="15642"/>
                  <a:pt x="30498" y="16720"/>
                  <a:pt x="33003" y="18715"/>
                </a:cubicBezTo>
                <a:close/>
                <a:moveTo>
                  <a:pt x="33003" y="187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A9B3E-79CB-41E2-850D-A575282D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352" y="2264337"/>
            <a:ext cx="37780" cy="54383"/>
          </a:xfrm>
          <a:custGeom xmlns:a="http://schemas.openxmlformats.org/drawingml/2006/main">
            <a:pathLst>
              <a:path w="37780" h="54383">
                <a:moveTo>
                  <a:pt x="8928" y="17914"/>
                </a:moveTo>
                <a:lnTo>
                  <a:pt x="14899" y="14157"/>
                </a:lnTo>
                <a:lnTo>
                  <a:pt x="37780" y="50568"/>
                </a:lnTo>
                <a:lnTo>
                  <a:pt x="31794" y="54383"/>
                </a:lnTo>
                <a:lnTo>
                  <a:pt x="8928" y="17914"/>
                </a:lnTo>
                <a:close/>
                <a:moveTo>
                  <a:pt x="0" y="3758"/>
                </a:moveTo>
                <a:lnTo>
                  <a:pt x="6030" y="0"/>
                </a:lnTo>
                <a:lnTo>
                  <a:pt x="10749" y="7559"/>
                </a:lnTo>
                <a:lnTo>
                  <a:pt x="4777" y="11317"/>
                </a:lnTo>
                <a:lnTo>
                  <a:pt x="0" y="3758"/>
                </a:lnTo>
                <a:close/>
                <a:moveTo>
                  <a:pt x="0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EF86B-E3CB-4412-9A2A-748DC56E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971" y="2257172"/>
            <a:ext cx="43009" cy="50233"/>
          </a:xfrm>
          <a:custGeom xmlns:a="http://schemas.openxmlformats.org/drawingml/2006/main">
            <a:pathLst>
              <a:path w="43009" h="50233">
                <a:moveTo>
                  <a:pt x="22691" y="0"/>
                </a:moveTo>
                <a:lnTo>
                  <a:pt x="26274" y="5622"/>
                </a:lnTo>
                <a:cubicBezTo>
                  <a:pt x="24060" y="5855"/>
                  <a:pt x="21905" y="6306"/>
                  <a:pt x="19793" y="6991"/>
                </a:cubicBezTo>
                <a:cubicBezTo>
                  <a:pt x="17681" y="7675"/>
                  <a:pt x="15642" y="8637"/>
                  <a:pt x="13705" y="9889"/>
                </a:cubicBezTo>
                <a:cubicBezTo>
                  <a:pt x="10749" y="11768"/>
                  <a:pt x="8811" y="13589"/>
                  <a:pt x="7850" y="15467"/>
                </a:cubicBezTo>
                <a:cubicBezTo>
                  <a:pt x="6933" y="17288"/>
                  <a:pt x="7049" y="19108"/>
                  <a:pt x="8243" y="20929"/>
                </a:cubicBezTo>
                <a:cubicBezTo>
                  <a:pt x="9103" y="22356"/>
                  <a:pt x="10297" y="23099"/>
                  <a:pt x="11885" y="23201"/>
                </a:cubicBezTo>
                <a:cubicBezTo>
                  <a:pt x="13414" y="23318"/>
                  <a:pt x="16035" y="22750"/>
                  <a:pt x="19676" y="21439"/>
                </a:cubicBezTo>
                <a:lnTo>
                  <a:pt x="22007" y="20652"/>
                </a:lnTo>
                <a:cubicBezTo>
                  <a:pt x="26842" y="18875"/>
                  <a:pt x="30658" y="18264"/>
                  <a:pt x="33498" y="18774"/>
                </a:cubicBezTo>
                <a:cubicBezTo>
                  <a:pt x="36353" y="19342"/>
                  <a:pt x="38683" y="21104"/>
                  <a:pt x="40562" y="24060"/>
                </a:cubicBezTo>
                <a:cubicBezTo>
                  <a:pt x="42659" y="27410"/>
                  <a:pt x="43009" y="30949"/>
                  <a:pt x="41581" y="34649"/>
                </a:cubicBezTo>
                <a:cubicBezTo>
                  <a:pt x="40154" y="38290"/>
                  <a:pt x="37096" y="41581"/>
                  <a:pt x="32362" y="44480"/>
                </a:cubicBezTo>
                <a:cubicBezTo>
                  <a:pt x="30425" y="45732"/>
                  <a:pt x="28269" y="46810"/>
                  <a:pt x="25939" y="47786"/>
                </a:cubicBezTo>
                <a:cubicBezTo>
                  <a:pt x="23551" y="48689"/>
                  <a:pt x="20987" y="49548"/>
                  <a:pt x="18205" y="50233"/>
                </a:cubicBezTo>
                <a:lnTo>
                  <a:pt x="14273" y="44086"/>
                </a:lnTo>
                <a:cubicBezTo>
                  <a:pt x="17230" y="43795"/>
                  <a:pt x="19968" y="43344"/>
                  <a:pt x="22473" y="42557"/>
                </a:cubicBezTo>
                <a:cubicBezTo>
                  <a:pt x="24963" y="41756"/>
                  <a:pt x="27250" y="40722"/>
                  <a:pt x="29347" y="39426"/>
                </a:cubicBezTo>
                <a:cubicBezTo>
                  <a:pt x="32202" y="37664"/>
                  <a:pt x="34066" y="35785"/>
                  <a:pt x="34984" y="33906"/>
                </a:cubicBezTo>
                <a:cubicBezTo>
                  <a:pt x="35887" y="31969"/>
                  <a:pt x="35785" y="30148"/>
                  <a:pt x="34692" y="28386"/>
                </a:cubicBezTo>
                <a:cubicBezTo>
                  <a:pt x="33673" y="26740"/>
                  <a:pt x="32304" y="25823"/>
                  <a:pt x="30716" y="25648"/>
                </a:cubicBezTo>
                <a:cubicBezTo>
                  <a:pt x="29071" y="25488"/>
                  <a:pt x="26114" y="26158"/>
                  <a:pt x="21905" y="27701"/>
                </a:cubicBezTo>
                <a:lnTo>
                  <a:pt x="19502" y="28503"/>
                </a:lnTo>
                <a:cubicBezTo>
                  <a:pt x="15351" y="30032"/>
                  <a:pt x="11885" y="30542"/>
                  <a:pt x="9205" y="29915"/>
                </a:cubicBezTo>
                <a:cubicBezTo>
                  <a:pt x="6598" y="29347"/>
                  <a:pt x="4369" y="27643"/>
                  <a:pt x="2607" y="24861"/>
                </a:cubicBezTo>
                <a:cubicBezTo>
                  <a:pt x="451" y="21439"/>
                  <a:pt x="0" y="18031"/>
                  <a:pt x="1253" y="14623"/>
                </a:cubicBezTo>
                <a:cubicBezTo>
                  <a:pt x="2491" y="11258"/>
                  <a:pt x="5403" y="8127"/>
                  <a:pt x="9831" y="5345"/>
                </a:cubicBezTo>
                <a:cubicBezTo>
                  <a:pt x="12059" y="3976"/>
                  <a:pt x="14215" y="2782"/>
                  <a:pt x="16385" y="1922"/>
                </a:cubicBezTo>
                <a:cubicBezTo>
                  <a:pt x="18540" y="1020"/>
                  <a:pt x="20652" y="335"/>
                  <a:pt x="22691" y="0"/>
                </a:cubicBezTo>
                <a:close/>
                <a:moveTo>
                  <a:pt x="2269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C8D97-A80B-4B7A-8B0D-770D3B9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63" y="2235383"/>
            <a:ext cx="43023" cy="50291"/>
          </a:xfrm>
          <a:custGeom xmlns:a="http://schemas.openxmlformats.org/drawingml/2006/main">
            <a:pathLst>
              <a:path w="43023" h="50291">
                <a:moveTo>
                  <a:pt x="22706" y="0"/>
                </a:moveTo>
                <a:lnTo>
                  <a:pt x="26289" y="5622"/>
                </a:lnTo>
                <a:cubicBezTo>
                  <a:pt x="24075" y="5855"/>
                  <a:pt x="21905" y="6306"/>
                  <a:pt x="19808" y="6991"/>
                </a:cubicBezTo>
                <a:cubicBezTo>
                  <a:pt x="17696" y="7734"/>
                  <a:pt x="15657" y="8695"/>
                  <a:pt x="13720" y="9889"/>
                </a:cubicBezTo>
                <a:cubicBezTo>
                  <a:pt x="10763" y="11768"/>
                  <a:pt x="8826" y="13647"/>
                  <a:pt x="7908" y="15467"/>
                </a:cubicBezTo>
                <a:cubicBezTo>
                  <a:pt x="6947" y="17288"/>
                  <a:pt x="7122" y="19108"/>
                  <a:pt x="8258" y="20987"/>
                </a:cubicBezTo>
                <a:cubicBezTo>
                  <a:pt x="9103" y="22356"/>
                  <a:pt x="10297" y="23085"/>
                  <a:pt x="11899" y="23201"/>
                </a:cubicBezTo>
                <a:cubicBezTo>
                  <a:pt x="13428" y="23376"/>
                  <a:pt x="16050" y="22750"/>
                  <a:pt x="19691" y="21439"/>
                </a:cubicBezTo>
                <a:lnTo>
                  <a:pt x="22021" y="20652"/>
                </a:lnTo>
                <a:cubicBezTo>
                  <a:pt x="26857" y="18875"/>
                  <a:pt x="30673" y="18249"/>
                  <a:pt x="33513" y="18817"/>
                </a:cubicBezTo>
                <a:cubicBezTo>
                  <a:pt x="36367" y="19342"/>
                  <a:pt x="38698" y="21104"/>
                  <a:pt x="40576" y="24060"/>
                </a:cubicBezTo>
                <a:cubicBezTo>
                  <a:pt x="42674" y="27468"/>
                  <a:pt x="43023" y="30993"/>
                  <a:pt x="41596" y="34634"/>
                </a:cubicBezTo>
                <a:cubicBezTo>
                  <a:pt x="40169" y="38275"/>
                  <a:pt x="37096" y="41581"/>
                  <a:pt x="32377" y="44538"/>
                </a:cubicBezTo>
                <a:cubicBezTo>
                  <a:pt x="30440" y="45732"/>
                  <a:pt x="28284" y="46810"/>
                  <a:pt x="25954" y="47786"/>
                </a:cubicBezTo>
                <a:cubicBezTo>
                  <a:pt x="23623" y="48689"/>
                  <a:pt x="21002" y="49548"/>
                  <a:pt x="18205" y="50291"/>
                </a:cubicBezTo>
                <a:lnTo>
                  <a:pt x="14288" y="44086"/>
                </a:lnTo>
                <a:cubicBezTo>
                  <a:pt x="17244" y="43853"/>
                  <a:pt x="19982" y="43344"/>
                  <a:pt x="22473" y="42543"/>
                </a:cubicBezTo>
                <a:cubicBezTo>
                  <a:pt x="24978" y="41814"/>
                  <a:pt x="27265" y="40722"/>
                  <a:pt x="29362" y="39426"/>
                </a:cubicBezTo>
                <a:cubicBezTo>
                  <a:pt x="32202" y="37649"/>
                  <a:pt x="34081" y="35785"/>
                  <a:pt x="34998" y="33906"/>
                </a:cubicBezTo>
                <a:cubicBezTo>
                  <a:pt x="35901" y="31969"/>
                  <a:pt x="35785" y="30148"/>
                  <a:pt x="34707" y="28386"/>
                </a:cubicBezTo>
                <a:cubicBezTo>
                  <a:pt x="33687" y="26726"/>
                  <a:pt x="32318" y="25881"/>
                  <a:pt x="30731" y="25648"/>
                </a:cubicBezTo>
                <a:cubicBezTo>
                  <a:pt x="29085" y="25488"/>
                  <a:pt x="26114" y="26158"/>
                  <a:pt x="21905" y="27701"/>
                </a:cubicBezTo>
                <a:lnTo>
                  <a:pt x="19516" y="28503"/>
                </a:lnTo>
                <a:cubicBezTo>
                  <a:pt x="15365" y="30032"/>
                  <a:pt x="11899" y="30542"/>
                  <a:pt x="9278" y="29974"/>
                </a:cubicBezTo>
                <a:cubicBezTo>
                  <a:pt x="6612" y="29347"/>
                  <a:pt x="4384" y="27643"/>
                  <a:pt x="2622" y="24861"/>
                </a:cubicBezTo>
                <a:cubicBezTo>
                  <a:pt x="466" y="21439"/>
                  <a:pt x="0" y="18031"/>
                  <a:pt x="1253" y="14608"/>
                </a:cubicBezTo>
                <a:cubicBezTo>
                  <a:pt x="2505" y="11258"/>
                  <a:pt x="5418" y="8127"/>
                  <a:pt x="9846" y="5345"/>
                </a:cubicBezTo>
                <a:cubicBezTo>
                  <a:pt x="12074" y="3976"/>
                  <a:pt x="14229" y="2840"/>
                  <a:pt x="16385" y="1922"/>
                </a:cubicBezTo>
                <a:cubicBezTo>
                  <a:pt x="18555" y="1020"/>
                  <a:pt x="20652" y="393"/>
                  <a:pt x="22706" y="0"/>
                </a:cubicBezTo>
                <a:close/>
                <a:moveTo>
                  <a:pt x="2270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F6275-0714-4594-BCAD-AB66531E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306" y="2209153"/>
            <a:ext cx="37722" cy="54383"/>
          </a:xfrm>
          <a:custGeom xmlns:a="http://schemas.openxmlformats.org/drawingml/2006/main">
            <a:pathLst>
              <a:path w="37722" h="54383">
                <a:moveTo>
                  <a:pt x="8870" y="17914"/>
                </a:moveTo>
                <a:lnTo>
                  <a:pt x="14899" y="14157"/>
                </a:lnTo>
                <a:lnTo>
                  <a:pt x="37722" y="50626"/>
                </a:lnTo>
                <a:lnTo>
                  <a:pt x="31750" y="54383"/>
                </a:lnTo>
                <a:lnTo>
                  <a:pt x="8870" y="17914"/>
                </a:lnTo>
                <a:close/>
                <a:moveTo>
                  <a:pt x="0" y="3758"/>
                </a:moveTo>
                <a:lnTo>
                  <a:pt x="5971" y="0"/>
                </a:lnTo>
                <a:lnTo>
                  <a:pt x="10749" y="7559"/>
                </a:lnTo>
                <a:lnTo>
                  <a:pt x="4777" y="11317"/>
                </a:lnTo>
                <a:lnTo>
                  <a:pt x="0" y="3758"/>
                </a:lnTo>
                <a:close/>
                <a:moveTo>
                  <a:pt x="0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CF8EC-834A-4FE5-97BA-F8009A7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372" y="2201579"/>
            <a:ext cx="43795" cy="46591"/>
          </a:xfrm>
          <a:custGeom xmlns:a="http://schemas.openxmlformats.org/drawingml/2006/main">
            <a:pathLst>
              <a:path w="43795" h="46591">
                <a:moveTo>
                  <a:pt x="13079" y="9219"/>
                </a:moveTo>
                <a:cubicBezTo>
                  <a:pt x="9889" y="11273"/>
                  <a:pt x="8127" y="14113"/>
                  <a:pt x="7850" y="17754"/>
                </a:cubicBezTo>
                <a:cubicBezTo>
                  <a:pt x="7559" y="21453"/>
                  <a:pt x="8753" y="25429"/>
                  <a:pt x="11491" y="29813"/>
                </a:cubicBezTo>
                <a:cubicBezTo>
                  <a:pt x="14215" y="34197"/>
                  <a:pt x="17288" y="37037"/>
                  <a:pt x="20754" y="38348"/>
                </a:cubicBezTo>
                <a:cubicBezTo>
                  <a:pt x="24177" y="39717"/>
                  <a:pt x="27468" y="39368"/>
                  <a:pt x="30716" y="37329"/>
                </a:cubicBezTo>
                <a:cubicBezTo>
                  <a:pt x="33906" y="35333"/>
                  <a:pt x="35668" y="32493"/>
                  <a:pt x="35945" y="28794"/>
                </a:cubicBezTo>
                <a:cubicBezTo>
                  <a:pt x="36236" y="25153"/>
                  <a:pt x="34984" y="21104"/>
                  <a:pt x="32246" y="16793"/>
                </a:cubicBezTo>
                <a:cubicBezTo>
                  <a:pt x="29580" y="12467"/>
                  <a:pt x="26507" y="9612"/>
                  <a:pt x="23041" y="8258"/>
                </a:cubicBezTo>
                <a:cubicBezTo>
                  <a:pt x="19618" y="6889"/>
                  <a:pt x="16268" y="7224"/>
                  <a:pt x="13079" y="9219"/>
                </a:cubicBezTo>
                <a:close/>
                <a:moveTo>
                  <a:pt x="9889" y="4151"/>
                </a:moveTo>
                <a:cubicBezTo>
                  <a:pt x="15132" y="918"/>
                  <a:pt x="20245" y="0"/>
                  <a:pt x="25371" y="1544"/>
                </a:cubicBezTo>
                <a:cubicBezTo>
                  <a:pt x="30440" y="3073"/>
                  <a:pt x="34867" y="6831"/>
                  <a:pt x="38625" y="12802"/>
                </a:cubicBezTo>
                <a:cubicBezTo>
                  <a:pt x="42382" y="18774"/>
                  <a:pt x="43795" y="24352"/>
                  <a:pt x="42950" y="29639"/>
                </a:cubicBezTo>
                <a:cubicBezTo>
                  <a:pt x="42149" y="34882"/>
                  <a:pt x="39135" y="39149"/>
                  <a:pt x="33906" y="42441"/>
                </a:cubicBezTo>
                <a:cubicBezTo>
                  <a:pt x="28663" y="45688"/>
                  <a:pt x="23551" y="46591"/>
                  <a:pt x="18424" y="45062"/>
                </a:cubicBezTo>
                <a:cubicBezTo>
                  <a:pt x="13370" y="43475"/>
                  <a:pt x="8928" y="39717"/>
                  <a:pt x="5170" y="33804"/>
                </a:cubicBezTo>
                <a:cubicBezTo>
                  <a:pt x="1413" y="27818"/>
                  <a:pt x="0" y="22196"/>
                  <a:pt x="786" y="16953"/>
                </a:cubicBezTo>
                <a:cubicBezTo>
                  <a:pt x="1646" y="11724"/>
                  <a:pt x="4661" y="7457"/>
                  <a:pt x="9889" y="4151"/>
                </a:cubicBezTo>
                <a:close/>
                <a:moveTo>
                  <a:pt x="9889" y="41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AABB0-2A74-42F5-A157-8E2D085A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234" y="2174679"/>
            <a:ext cx="53364" cy="51820"/>
          </a:xfrm>
          <a:custGeom xmlns:a="http://schemas.openxmlformats.org/drawingml/2006/main">
            <a:pathLst>
              <a:path w="53364" h="51820">
                <a:moveTo>
                  <a:pt x="39601" y="10632"/>
                </a:moveTo>
                <a:lnTo>
                  <a:pt x="53364" y="32653"/>
                </a:lnTo>
                <a:lnTo>
                  <a:pt x="47393" y="36411"/>
                </a:lnTo>
                <a:lnTo>
                  <a:pt x="33731" y="14608"/>
                </a:lnTo>
                <a:cubicBezTo>
                  <a:pt x="31576" y="11142"/>
                  <a:pt x="29245" y="8986"/>
                  <a:pt x="26857" y="8127"/>
                </a:cubicBezTo>
                <a:cubicBezTo>
                  <a:pt x="24410" y="7282"/>
                  <a:pt x="21905" y="7675"/>
                  <a:pt x="19167" y="9379"/>
                </a:cubicBezTo>
                <a:cubicBezTo>
                  <a:pt x="15933" y="11375"/>
                  <a:pt x="14055" y="14040"/>
                  <a:pt x="13487" y="17230"/>
                </a:cubicBezTo>
                <a:cubicBezTo>
                  <a:pt x="12919" y="20478"/>
                  <a:pt x="13705" y="23886"/>
                  <a:pt x="15992" y="27410"/>
                </a:cubicBezTo>
                <a:lnTo>
                  <a:pt x="28896" y="48004"/>
                </a:lnTo>
                <a:lnTo>
                  <a:pt x="22866" y="51820"/>
                </a:lnTo>
                <a:lnTo>
                  <a:pt x="0" y="15351"/>
                </a:lnTo>
                <a:lnTo>
                  <a:pt x="6030" y="11593"/>
                </a:lnTo>
                <a:lnTo>
                  <a:pt x="9554" y="17230"/>
                </a:lnTo>
                <a:cubicBezTo>
                  <a:pt x="9612" y="14157"/>
                  <a:pt x="10297" y="11491"/>
                  <a:pt x="11550" y="9146"/>
                </a:cubicBezTo>
                <a:cubicBezTo>
                  <a:pt x="12802" y="6874"/>
                  <a:pt x="14739" y="4937"/>
                  <a:pt x="17230" y="3350"/>
                </a:cubicBezTo>
                <a:cubicBezTo>
                  <a:pt x="21453" y="670"/>
                  <a:pt x="25429" y="0"/>
                  <a:pt x="29187" y="1253"/>
                </a:cubicBezTo>
                <a:cubicBezTo>
                  <a:pt x="32945" y="2491"/>
                  <a:pt x="36411" y="5622"/>
                  <a:pt x="39601" y="10632"/>
                </a:cubicBezTo>
                <a:close/>
                <a:moveTo>
                  <a:pt x="39601" y="106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DF6B8-92CB-4502-8E08-45438177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335" y="2137015"/>
            <a:ext cx="44378" cy="62627"/>
          </a:xfrm>
          <a:custGeom xmlns:a="http://schemas.openxmlformats.org/drawingml/2006/main">
            <a:pathLst>
              <a:path w="44378" h="62627">
                <a:moveTo>
                  <a:pt x="9962" y="15351"/>
                </a:moveTo>
                <a:lnTo>
                  <a:pt x="21395" y="33615"/>
                </a:lnTo>
                <a:lnTo>
                  <a:pt x="29697" y="28444"/>
                </a:lnTo>
                <a:cubicBezTo>
                  <a:pt x="32712" y="26507"/>
                  <a:pt x="34590" y="24235"/>
                  <a:pt x="35275" y="21614"/>
                </a:cubicBezTo>
                <a:cubicBezTo>
                  <a:pt x="35959" y="18992"/>
                  <a:pt x="35391" y="16210"/>
                  <a:pt x="33513" y="13254"/>
                </a:cubicBezTo>
                <a:cubicBezTo>
                  <a:pt x="31692" y="10355"/>
                  <a:pt x="29464" y="8637"/>
                  <a:pt x="26798" y="8127"/>
                </a:cubicBezTo>
                <a:cubicBezTo>
                  <a:pt x="24119" y="7559"/>
                  <a:pt x="21279" y="8243"/>
                  <a:pt x="18205" y="10181"/>
                </a:cubicBezTo>
                <a:lnTo>
                  <a:pt x="9962" y="15351"/>
                </a:lnTo>
                <a:close/>
                <a:moveTo>
                  <a:pt x="0" y="14098"/>
                </a:moveTo>
                <a:lnTo>
                  <a:pt x="14856" y="4777"/>
                </a:lnTo>
                <a:cubicBezTo>
                  <a:pt x="20259" y="1354"/>
                  <a:pt x="25153" y="0"/>
                  <a:pt x="29464" y="728"/>
                </a:cubicBezTo>
                <a:cubicBezTo>
                  <a:pt x="33848" y="1471"/>
                  <a:pt x="37489" y="4151"/>
                  <a:pt x="40445" y="8928"/>
                </a:cubicBezTo>
                <a:cubicBezTo>
                  <a:pt x="43460" y="13705"/>
                  <a:pt x="44378" y="18205"/>
                  <a:pt x="43125" y="22415"/>
                </a:cubicBezTo>
                <a:cubicBezTo>
                  <a:pt x="41873" y="26624"/>
                  <a:pt x="38523" y="30425"/>
                  <a:pt x="33061" y="33848"/>
                </a:cubicBezTo>
                <a:lnTo>
                  <a:pt x="24803" y="39018"/>
                </a:lnTo>
                <a:lnTo>
                  <a:pt x="37037" y="58534"/>
                </a:lnTo>
                <a:lnTo>
                  <a:pt x="30498" y="62627"/>
                </a:lnTo>
                <a:lnTo>
                  <a:pt x="0" y="14098"/>
                </a:lnTo>
                <a:close/>
                <a:moveTo>
                  <a:pt x="0" y="140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D997F-C68A-4444-BEF7-E9DA24CF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475" y="2125175"/>
            <a:ext cx="28852" cy="50349"/>
          </a:xfrm>
          <a:custGeom xmlns:a="http://schemas.openxmlformats.org/drawingml/2006/main">
            <a:pathLst>
              <a:path w="28852" h="50349">
                <a:moveTo>
                  <a:pt x="24861" y="6088"/>
                </a:moveTo>
                <a:cubicBezTo>
                  <a:pt x="23900" y="6146"/>
                  <a:pt x="22983" y="6321"/>
                  <a:pt x="22138" y="6598"/>
                </a:cubicBezTo>
                <a:cubicBezTo>
                  <a:pt x="21220" y="6947"/>
                  <a:pt x="20259" y="7399"/>
                  <a:pt x="19342" y="7967"/>
                </a:cubicBezTo>
                <a:cubicBezTo>
                  <a:pt x="15933" y="10122"/>
                  <a:pt x="13996" y="12860"/>
                  <a:pt x="13603" y="16152"/>
                </a:cubicBezTo>
                <a:cubicBezTo>
                  <a:pt x="13137" y="19516"/>
                  <a:pt x="14229" y="23216"/>
                  <a:pt x="16836" y="27366"/>
                </a:cubicBezTo>
                <a:lnTo>
                  <a:pt x="28852" y="46533"/>
                </a:lnTo>
                <a:lnTo>
                  <a:pt x="22866" y="50349"/>
                </a:lnTo>
                <a:lnTo>
                  <a:pt x="0" y="13880"/>
                </a:lnTo>
                <a:lnTo>
                  <a:pt x="6030" y="10122"/>
                </a:lnTo>
                <a:lnTo>
                  <a:pt x="9554" y="15759"/>
                </a:lnTo>
                <a:cubicBezTo>
                  <a:pt x="9438" y="12802"/>
                  <a:pt x="10064" y="10122"/>
                  <a:pt x="11375" y="7792"/>
                </a:cubicBezTo>
                <a:cubicBezTo>
                  <a:pt x="12744" y="5462"/>
                  <a:pt x="14856" y="3364"/>
                  <a:pt x="17754" y="1544"/>
                </a:cubicBezTo>
                <a:cubicBezTo>
                  <a:pt x="18147" y="1311"/>
                  <a:pt x="18599" y="1020"/>
                  <a:pt x="19167" y="801"/>
                </a:cubicBezTo>
                <a:cubicBezTo>
                  <a:pt x="19691" y="510"/>
                  <a:pt x="20259" y="233"/>
                  <a:pt x="20944" y="0"/>
                </a:cubicBezTo>
                <a:lnTo>
                  <a:pt x="24861" y="6088"/>
                </a:lnTo>
                <a:close/>
                <a:moveTo>
                  <a:pt x="24861" y="60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CEAB2-2084-4CD1-9F71-143A992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90" y="2103779"/>
            <a:ext cx="37722" cy="54398"/>
          </a:xfrm>
          <a:custGeom xmlns:a="http://schemas.openxmlformats.org/drawingml/2006/main">
            <a:pathLst>
              <a:path w="37722" h="54398">
                <a:moveTo>
                  <a:pt x="8884" y="17987"/>
                </a:moveTo>
                <a:lnTo>
                  <a:pt x="14914" y="14229"/>
                </a:lnTo>
                <a:lnTo>
                  <a:pt x="37722" y="50640"/>
                </a:lnTo>
                <a:lnTo>
                  <a:pt x="31750" y="54398"/>
                </a:lnTo>
                <a:lnTo>
                  <a:pt x="8884" y="17987"/>
                </a:lnTo>
                <a:close/>
                <a:moveTo>
                  <a:pt x="0" y="3758"/>
                </a:moveTo>
                <a:lnTo>
                  <a:pt x="5971" y="0"/>
                </a:lnTo>
                <a:lnTo>
                  <a:pt x="10749" y="7632"/>
                </a:lnTo>
                <a:lnTo>
                  <a:pt x="4777" y="11389"/>
                </a:lnTo>
                <a:lnTo>
                  <a:pt x="0" y="3758"/>
                </a:lnTo>
                <a:close/>
                <a:moveTo>
                  <a:pt x="0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30A04-4C1D-4A22-8E86-539E9243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256" y="2096279"/>
            <a:ext cx="43810" cy="46533"/>
          </a:xfrm>
          <a:custGeom xmlns:a="http://schemas.openxmlformats.org/drawingml/2006/main">
            <a:pathLst>
              <a:path w="43810" h="46533">
                <a:moveTo>
                  <a:pt x="13079" y="9219"/>
                </a:moveTo>
                <a:cubicBezTo>
                  <a:pt x="9904" y="11200"/>
                  <a:pt x="8141" y="14055"/>
                  <a:pt x="7850" y="17754"/>
                </a:cubicBezTo>
                <a:cubicBezTo>
                  <a:pt x="7573" y="21395"/>
                  <a:pt x="8768" y="25429"/>
                  <a:pt x="11491" y="29755"/>
                </a:cubicBezTo>
                <a:cubicBezTo>
                  <a:pt x="14229" y="34124"/>
                  <a:pt x="17288" y="36979"/>
                  <a:pt x="20711" y="38348"/>
                </a:cubicBezTo>
                <a:cubicBezTo>
                  <a:pt x="24177" y="39644"/>
                  <a:pt x="27483" y="39309"/>
                  <a:pt x="30716" y="37314"/>
                </a:cubicBezTo>
                <a:cubicBezTo>
                  <a:pt x="33906" y="35275"/>
                  <a:pt x="35668" y="32420"/>
                  <a:pt x="35959" y="28779"/>
                </a:cubicBezTo>
                <a:cubicBezTo>
                  <a:pt x="36236" y="25080"/>
                  <a:pt x="34984" y="21046"/>
                  <a:pt x="32260" y="16720"/>
                </a:cubicBezTo>
                <a:cubicBezTo>
                  <a:pt x="29580" y="12394"/>
                  <a:pt x="26507" y="9554"/>
                  <a:pt x="23041" y="8243"/>
                </a:cubicBezTo>
                <a:cubicBezTo>
                  <a:pt x="19575" y="6874"/>
                  <a:pt x="16268" y="7166"/>
                  <a:pt x="13079" y="9219"/>
                </a:cubicBezTo>
                <a:close/>
                <a:moveTo>
                  <a:pt x="9904" y="4093"/>
                </a:moveTo>
                <a:cubicBezTo>
                  <a:pt x="15132" y="845"/>
                  <a:pt x="20259" y="0"/>
                  <a:pt x="25371" y="1529"/>
                </a:cubicBezTo>
                <a:cubicBezTo>
                  <a:pt x="30440" y="3015"/>
                  <a:pt x="34882" y="6772"/>
                  <a:pt x="38625" y="12744"/>
                </a:cubicBezTo>
                <a:cubicBezTo>
                  <a:pt x="42382" y="18715"/>
                  <a:pt x="43810" y="24352"/>
                  <a:pt x="42950" y="29580"/>
                </a:cubicBezTo>
                <a:cubicBezTo>
                  <a:pt x="42164" y="34867"/>
                  <a:pt x="39135" y="39076"/>
                  <a:pt x="33906" y="42382"/>
                </a:cubicBezTo>
                <a:cubicBezTo>
                  <a:pt x="28677" y="45674"/>
                  <a:pt x="23492" y="46533"/>
                  <a:pt x="18439" y="45004"/>
                </a:cubicBezTo>
                <a:cubicBezTo>
                  <a:pt x="13370" y="43460"/>
                  <a:pt x="8928" y="39703"/>
                  <a:pt x="5170" y="33731"/>
                </a:cubicBezTo>
                <a:cubicBezTo>
                  <a:pt x="1427" y="27760"/>
                  <a:pt x="0" y="22123"/>
                  <a:pt x="801" y="16895"/>
                </a:cubicBezTo>
                <a:cubicBezTo>
                  <a:pt x="1646" y="11666"/>
                  <a:pt x="4661" y="7399"/>
                  <a:pt x="9904" y="4093"/>
                </a:cubicBezTo>
                <a:close/>
                <a:moveTo>
                  <a:pt x="9904" y="40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8E04A-8FDF-4008-AF2A-F7542F1D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118" y="2070791"/>
            <a:ext cx="28910" cy="50349"/>
          </a:xfrm>
          <a:custGeom xmlns:a="http://schemas.openxmlformats.org/drawingml/2006/main">
            <a:pathLst>
              <a:path w="28910" h="50349">
                <a:moveTo>
                  <a:pt x="24861" y="6088"/>
                </a:moveTo>
                <a:cubicBezTo>
                  <a:pt x="23958" y="6146"/>
                  <a:pt x="23041" y="6306"/>
                  <a:pt x="22138" y="6656"/>
                </a:cubicBezTo>
                <a:cubicBezTo>
                  <a:pt x="21220" y="6933"/>
                  <a:pt x="20259" y="7399"/>
                  <a:pt x="19342" y="8025"/>
                </a:cubicBezTo>
                <a:cubicBezTo>
                  <a:pt x="15933" y="10122"/>
                  <a:pt x="14055" y="12860"/>
                  <a:pt x="13603" y="16152"/>
                </a:cubicBezTo>
                <a:cubicBezTo>
                  <a:pt x="13195" y="19516"/>
                  <a:pt x="14229" y="23259"/>
                  <a:pt x="16836" y="27366"/>
                </a:cubicBezTo>
                <a:lnTo>
                  <a:pt x="28910" y="46591"/>
                </a:lnTo>
                <a:lnTo>
                  <a:pt x="22881" y="50349"/>
                </a:lnTo>
                <a:lnTo>
                  <a:pt x="0" y="13938"/>
                </a:lnTo>
                <a:lnTo>
                  <a:pt x="6030" y="10122"/>
                </a:lnTo>
                <a:lnTo>
                  <a:pt x="9554" y="15817"/>
                </a:lnTo>
                <a:cubicBezTo>
                  <a:pt x="9452" y="12802"/>
                  <a:pt x="10079" y="10122"/>
                  <a:pt x="11389" y="7792"/>
                </a:cubicBezTo>
                <a:cubicBezTo>
                  <a:pt x="12744" y="5462"/>
                  <a:pt x="14856" y="3350"/>
                  <a:pt x="17754" y="1529"/>
                </a:cubicBezTo>
                <a:cubicBezTo>
                  <a:pt x="18147" y="1311"/>
                  <a:pt x="18613" y="1020"/>
                  <a:pt x="19181" y="786"/>
                </a:cubicBezTo>
                <a:cubicBezTo>
                  <a:pt x="19691" y="510"/>
                  <a:pt x="20317" y="277"/>
                  <a:pt x="20944" y="0"/>
                </a:cubicBezTo>
                <a:lnTo>
                  <a:pt x="24861" y="6088"/>
                </a:lnTo>
                <a:close/>
                <a:moveTo>
                  <a:pt x="24861" y="60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A2F96-253A-4BBB-B354-983FA5BD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833" y="2049454"/>
            <a:ext cx="37780" cy="54325"/>
          </a:xfrm>
          <a:custGeom xmlns:a="http://schemas.openxmlformats.org/drawingml/2006/main">
            <a:pathLst>
              <a:path w="37780" h="54325">
                <a:moveTo>
                  <a:pt x="8884" y="17914"/>
                </a:moveTo>
                <a:lnTo>
                  <a:pt x="14914" y="14171"/>
                </a:lnTo>
                <a:lnTo>
                  <a:pt x="37780" y="50582"/>
                </a:lnTo>
                <a:lnTo>
                  <a:pt x="31750" y="54325"/>
                </a:lnTo>
                <a:lnTo>
                  <a:pt x="8884" y="17914"/>
                </a:lnTo>
                <a:close/>
                <a:moveTo>
                  <a:pt x="0" y="3758"/>
                </a:moveTo>
                <a:lnTo>
                  <a:pt x="5986" y="0"/>
                </a:lnTo>
                <a:lnTo>
                  <a:pt x="10763" y="7559"/>
                </a:lnTo>
                <a:lnTo>
                  <a:pt x="4792" y="11317"/>
                </a:lnTo>
                <a:lnTo>
                  <a:pt x="0" y="3758"/>
                </a:lnTo>
                <a:close/>
                <a:moveTo>
                  <a:pt x="0" y="37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D58F2-F546-4522-9E97-D2E4B5FA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661" y="2041721"/>
            <a:ext cx="47684" cy="46926"/>
          </a:xfrm>
          <a:custGeom xmlns:a="http://schemas.openxmlformats.org/drawingml/2006/main">
            <a:pathLst>
              <a:path w="47684" h="46926">
                <a:moveTo>
                  <a:pt x="6030" y="0"/>
                </a:moveTo>
                <a:lnTo>
                  <a:pt x="12511" y="10297"/>
                </a:lnTo>
                <a:lnTo>
                  <a:pt x="24861" y="2549"/>
                </a:lnTo>
                <a:lnTo>
                  <a:pt x="27760" y="7224"/>
                </a:lnTo>
                <a:lnTo>
                  <a:pt x="15424" y="14958"/>
                </a:lnTo>
                <a:lnTo>
                  <a:pt x="27818" y="34751"/>
                </a:lnTo>
                <a:cubicBezTo>
                  <a:pt x="29697" y="37707"/>
                  <a:pt x="31299" y="39368"/>
                  <a:pt x="32653" y="39703"/>
                </a:cubicBezTo>
                <a:cubicBezTo>
                  <a:pt x="34022" y="40052"/>
                  <a:pt x="35901" y="39426"/>
                  <a:pt x="38406" y="37882"/>
                </a:cubicBezTo>
                <a:lnTo>
                  <a:pt x="44552" y="34022"/>
                </a:lnTo>
                <a:lnTo>
                  <a:pt x="47684" y="39018"/>
                </a:lnTo>
                <a:lnTo>
                  <a:pt x="41538" y="42892"/>
                </a:lnTo>
                <a:cubicBezTo>
                  <a:pt x="36921" y="45790"/>
                  <a:pt x="33221" y="46926"/>
                  <a:pt x="30381" y="46300"/>
                </a:cubicBezTo>
                <a:cubicBezTo>
                  <a:pt x="27541" y="45674"/>
                  <a:pt x="24687" y="43067"/>
                  <a:pt x="21847" y="38508"/>
                </a:cubicBezTo>
                <a:lnTo>
                  <a:pt x="9394" y="18774"/>
                </a:lnTo>
                <a:lnTo>
                  <a:pt x="5010" y="21497"/>
                </a:lnTo>
                <a:lnTo>
                  <a:pt x="2112" y="16836"/>
                </a:lnTo>
                <a:lnTo>
                  <a:pt x="6481" y="14098"/>
                </a:lnTo>
                <a:lnTo>
                  <a:pt x="0" y="3743"/>
                </a:lnTo>
                <a:lnTo>
                  <a:pt x="6030" y="0"/>
                </a:lnTo>
                <a:close/>
                <a:moveTo>
                  <a:pt x="603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3AD11-4F72-4FFB-9590-F25B1FC2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105" y="2019816"/>
            <a:ext cx="45572" cy="70492"/>
          </a:xfrm>
          <a:custGeom xmlns:a="http://schemas.openxmlformats.org/drawingml/2006/main">
            <a:pathLst>
              <a:path w="45572" h="70492">
                <a:moveTo>
                  <a:pt x="44378" y="49839"/>
                </a:moveTo>
                <a:cubicBezTo>
                  <a:pt x="45455" y="55243"/>
                  <a:pt x="45572" y="59102"/>
                  <a:pt x="44771" y="61447"/>
                </a:cubicBezTo>
                <a:cubicBezTo>
                  <a:pt x="44043" y="63777"/>
                  <a:pt x="42280" y="65758"/>
                  <a:pt x="39601" y="67477"/>
                </a:cubicBezTo>
                <a:lnTo>
                  <a:pt x="34823" y="70492"/>
                </a:lnTo>
                <a:lnTo>
                  <a:pt x="31692" y="65482"/>
                </a:lnTo>
                <a:lnTo>
                  <a:pt x="35158" y="63253"/>
                </a:lnTo>
                <a:cubicBezTo>
                  <a:pt x="36819" y="62234"/>
                  <a:pt x="37838" y="61039"/>
                  <a:pt x="38290" y="59670"/>
                </a:cubicBezTo>
                <a:cubicBezTo>
                  <a:pt x="38683" y="58316"/>
                  <a:pt x="38581" y="55869"/>
                  <a:pt x="37838" y="52228"/>
                </a:cubicBezTo>
                <a:lnTo>
                  <a:pt x="37212" y="48864"/>
                </a:lnTo>
                <a:lnTo>
                  <a:pt x="0" y="22240"/>
                </a:lnTo>
                <a:lnTo>
                  <a:pt x="6321" y="18264"/>
                </a:lnTo>
                <a:lnTo>
                  <a:pt x="35566" y="39601"/>
                </a:lnTo>
                <a:lnTo>
                  <a:pt x="29071" y="3976"/>
                </a:lnTo>
                <a:lnTo>
                  <a:pt x="35450" y="0"/>
                </a:lnTo>
                <a:lnTo>
                  <a:pt x="44378" y="49839"/>
                </a:lnTo>
                <a:close/>
                <a:moveTo>
                  <a:pt x="44378" y="498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4BA38D-742F-4169-A7DA-31FD7269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457" y="1998188"/>
            <a:ext cx="60646" cy="52694"/>
          </a:xfrm>
          <a:custGeom xmlns:a="http://schemas.openxmlformats.org/drawingml/2006/main">
            <a:pathLst>
              <a:path w="60646" h="52694">
                <a:moveTo>
                  <a:pt x="0" y="4165"/>
                </a:moveTo>
                <a:lnTo>
                  <a:pt x="6554" y="0"/>
                </a:lnTo>
                <a:lnTo>
                  <a:pt x="33571" y="43067"/>
                </a:lnTo>
                <a:lnTo>
                  <a:pt x="57180" y="28226"/>
                </a:lnTo>
                <a:lnTo>
                  <a:pt x="60646" y="33746"/>
                </a:lnTo>
                <a:lnTo>
                  <a:pt x="30440" y="52694"/>
                </a:lnTo>
                <a:lnTo>
                  <a:pt x="0" y="4165"/>
                </a:lnTo>
                <a:close/>
                <a:moveTo>
                  <a:pt x="0" y="41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E5C01-8932-49F5-B888-4E3A0503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399" y="1978220"/>
            <a:ext cx="43810" cy="46548"/>
          </a:xfrm>
          <a:custGeom xmlns:a="http://schemas.openxmlformats.org/drawingml/2006/main">
            <a:pathLst>
              <a:path w="43810" h="46548">
                <a:moveTo>
                  <a:pt x="13079" y="9161"/>
                </a:moveTo>
                <a:cubicBezTo>
                  <a:pt x="9904" y="11215"/>
                  <a:pt x="8141" y="14055"/>
                  <a:pt x="7850" y="17696"/>
                </a:cubicBezTo>
                <a:cubicBezTo>
                  <a:pt x="7559" y="21395"/>
                  <a:pt x="8768" y="25429"/>
                  <a:pt x="11491" y="29755"/>
                </a:cubicBezTo>
                <a:cubicBezTo>
                  <a:pt x="14229" y="34139"/>
                  <a:pt x="17288" y="36979"/>
                  <a:pt x="20769" y="38290"/>
                </a:cubicBezTo>
                <a:cubicBezTo>
                  <a:pt x="24177" y="39659"/>
                  <a:pt x="27483" y="39309"/>
                  <a:pt x="30716" y="37270"/>
                </a:cubicBezTo>
                <a:cubicBezTo>
                  <a:pt x="33906" y="35275"/>
                  <a:pt x="35668" y="32435"/>
                  <a:pt x="35959" y="28794"/>
                </a:cubicBezTo>
                <a:cubicBezTo>
                  <a:pt x="36236" y="25094"/>
                  <a:pt x="34984" y="21060"/>
                  <a:pt x="32318" y="16734"/>
                </a:cubicBezTo>
                <a:cubicBezTo>
                  <a:pt x="29580" y="12409"/>
                  <a:pt x="26507" y="9569"/>
                  <a:pt x="23041" y="8200"/>
                </a:cubicBezTo>
                <a:cubicBezTo>
                  <a:pt x="19633" y="6889"/>
                  <a:pt x="16268" y="7166"/>
                  <a:pt x="13079" y="9161"/>
                </a:cubicBezTo>
                <a:close/>
                <a:moveTo>
                  <a:pt x="9904" y="4107"/>
                </a:moveTo>
                <a:cubicBezTo>
                  <a:pt x="15132" y="859"/>
                  <a:pt x="20259" y="0"/>
                  <a:pt x="25371" y="1486"/>
                </a:cubicBezTo>
                <a:cubicBezTo>
                  <a:pt x="30440" y="3015"/>
                  <a:pt x="34882" y="6772"/>
                  <a:pt x="38625" y="12744"/>
                </a:cubicBezTo>
                <a:cubicBezTo>
                  <a:pt x="42382" y="18715"/>
                  <a:pt x="43810" y="24293"/>
                  <a:pt x="43009" y="29595"/>
                </a:cubicBezTo>
                <a:cubicBezTo>
                  <a:pt x="42164" y="34823"/>
                  <a:pt x="39135" y="39091"/>
                  <a:pt x="33906" y="42382"/>
                </a:cubicBezTo>
                <a:cubicBezTo>
                  <a:pt x="28677" y="45630"/>
                  <a:pt x="23551" y="46548"/>
                  <a:pt x="18439" y="45004"/>
                </a:cubicBezTo>
                <a:cubicBezTo>
                  <a:pt x="13370" y="43475"/>
                  <a:pt x="8928" y="39717"/>
                  <a:pt x="5170" y="33746"/>
                </a:cubicBezTo>
                <a:cubicBezTo>
                  <a:pt x="1427" y="27774"/>
                  <a:pt x="0" y="22138"/>
                  <a:pt x="801" y="16895"/>
                </a:cubicBezTo>
                <a:cubicBezTo>
                  <a:pt x="1646" y="11666"/>
                  <a:pt x="4661" y="7399"/>
                  <a:pt x="9904" y="4107"/>
                </a:cubicBezTo>
                <a:close/>
                <a:moveTo>
                  <a:pt x="9904" y="4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CBCF3-A33B-4F0A-A235-CEE63C61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028" y="1938008"/>
            <a:ext cx="62234" cy="61098"/>
          </a:xfrm>
          <a:custGeom xmlns:a="http://schemas.openxmlformats.org/drawingml/2006/main">
            <a:pathLst>
              <a:path w="62234" h="61098">
                <a:moveTo>
                  <a:pt x="0" y="30658"/>
                </a:moveTo>
                <a:lnTo>
                  <a:pt x="5971" y="26900"/>
                </a:lnTo>
                <a:lnTo>
                  <a:pt x="31284" y="50626"/>
                </a:lnTo>
                <a:lnTo>
                  <a:pt x="20929" y="17521"/>
                </a:lnTo>
                <a:lnTo>
                  <a:pt x="27978" y="13137"/>
                </a:lnTo>
                <a:lnTo>
                  <a:pt x="53306" y="36862"/>
                </a:lnTo>
                <a:lnTo>
                  <a:pt x="42892" y="3743"/>
                </a:lnTo>
                <a:lnTo>
                  <a:pt x="48864" y="0"/>
                </a:lnTo>
                <a:lnTo>
                  <a:pt x="62234" y="42382"/>
                </a:lnTo>
                <a:lnTo>
                  <a:pt x="55184" y="46810"/>
                </a:lnTo>
                <a:lnTo>
                  <a:pt x="28546" y="21890"/>
                </a:lnTo>
                <a:lnTo>
                  <a:pt x="39470" y="56655"/>
                </a:lnTo>
                <a:lnTo>
                  <a:pt x="32362" y="61098"/>
                </a:lnTo>
                <a:lnTo>
                  <a:pt x="0" y="30658"/>
                </a:lnTo>
                <a:close/>
                <a:moveTo>
                  <a:pt x="0" y="306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B90687-CEA0-4DF0-8AD3-DC04DD9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964" y="2417438"/>
            <a:ext cx="59000" cy="63719"/>
          </a:xfrm>
          <a:custGeom xmlns:a="http://schemas.openxmlformats.org/drawingml/2006/main">
            <a:pathLst>
              <a:path w="59000" h="63719">
                <a:moveTo>
                  <a:pt x="21788" y="36178"/>
                </a:moveTo>
                <a:lnTo>
                  <a:pt x="32318" y="54325"/>
                </a:lnTo>
                <a:lnTo>
                  <a:pt x="43067" y="48062"/>
                </a:lnTo>
                <a:cubicBezTo>
                  <a:pt x="46708" y="45965"/>
                  <a:pt x="48936" y="43693"/>
                  <a:pt x="49781" y="41188"/>
                </a:cubicBezTo>
                <a:cubicBezTo>
                  <a:pt x="50699" y="38683"/>
                  <a:pt x="50247" y="35887"/>
                  <a:pt x="48427" y="32770"/>
                </a:cubicBezTo>
                <a:cubicBezTo>
                  <a:pt x="46664" y="29697"/>
                  <a:pt x="44436" y="27935"/>
                  <a:pt x="41814" y="27468"/>
                </a:cubicBezTo>
                <a:cubicBezTo>
                  <a:pt x="39266" y="27017"/>
                  <a:pt x="36134" y="27818"/>
                  <a:pt x="32551" y="29915"/>
                </a:cubicBezTo>
                <a:lnTo>
                  <a:pt x="21788" y="36178"/>
                </a:lnTo>
                <a:close/>
                <a:moveTo>
                  <a:pt x="9962" y="15759"/>
                </a:moveTo>
                <a:lnTo>
                  <a:pt x="18613" y="30716"/>
                </a:lnTo>
                <a:lnTo>
                  <a:pt x="28561" y="24905"/>
                </a:lnTo>
                <a:cubicBezTo>
                  <a:pt x="31809" y="23041"/>
                  <a:pt x="33906" y="20987"/>
                  <a:pt x="34765" y="18817"/>
                </a:cubicBezTo>
                <a:cubicBezTo>
                  <a:pt x="35683" y="16662"/>
                  <a:pt x="35391" y="14331"/>
                  <a:pt x="33906" y="11826"/>
                </a:cubicBezTo>
                <a:cubicBezTo>
                  <a:pt x="32493" y="9321"/>
                  <a:pt x="30614" y="7894"/>
                  <a:pt x="28284" y="7617"/>
                </a:cubicBezTo>
                <a:cubicBezTo>
                  <a:pt x="25954" y="7282"/>
                  <a:pt x="23157" y="8069"/>
                  <a:pt x="19866" y="10006"/>
                </a:cubicBezTo>
                <a:lnTo>
                  <a:pt x="9962" y="15759"/>
                </a:lnTo>
                <a:close/>
                <a:moveTo>
                  <a:pt x="0" y="14157"/>
                </a:moveTo>
                <a:lnTo>
                  <a:pt x="17186" y="4209"/>
                </a:lnTo>
                <a:cubicBezTo>
                  <a:pt x="22254" y="1238"/>
                  <a:pt x="26857" y="0"/>
                  <a:pt x="30847" y="510"/>
                </a:cubicBezTo>
                <a:cubicBezTo>
                  <a:pt x="34823" y="1020"/>
                  <a:pt x="37955" y="3233"/>
                  <a:pt x="40227" y="7166"/>
                </a:cubicBezTo>
                <a:cubicBezTo>
                  <a:pt x="41989" y="10181"/>
                  <a:pt x="42732" y="13021"/>
                  <a:pt x="42339" y="15642"/>
                </a:cubicBezTo>
                <a:cubicBezTo>
                  <a:pt x="41931" y="18249"/>
                  <a:pt x="40518" y="20594"/>
                  <a:pt x="38013" y="22633"/>
                </a:cubicBezTo>
                <a:cubicBezTo>
                  <a:pt x="41771" y="21381"/>
                  <a:pt x="45179" y="21381"/>
                  <a:pt x="48310" y="22575"/>
                </a:cubicBezTo>
                <a:cubicBezTo>
                  <a:pt x="51441" y="23769"/>
                  <a:pt x="53990" y="26056"/>
                  <a:pt x="55927" y="29406"/>
                </a:cubicBezTo>
                <a:cubicBezTo>
                  <a:pt x="58491" y="33848"/>
                  <a:pt x="59000" y="38115"/>
                  <a:pt x="57413" y="42324"/>
                </a:cubicBezTo>
                <a:cubicBezTo>
                  <a:pt x="55752" y="46475"/>
                  <a:pt x="52170" y="50174"/>
                  <a:pt x="46664" y="53364"/>
                </a:cubicBezTo>
                <a:lnTo>
                  <a:pt x="28852" y="63719"/>
                </a:lnTo>
                <a:lnTo>
                  <a:pt x="0" y="14157"/>
                </a:lnTo>
                <a:close/>
                <a:moveTo>
                  <a:pt x="0" y="141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E9F16-C42C-4508-A1A8-75CAFC4B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924" y="2389504"/>
            <a:ext cx="54398" cy="64229"/>
          </a:xfrm>
          <a:custGeom xmlns:a="http://schemas.openxmlformats.org/drawingml/2006/main">
            <a:pathLst>
              <a:path w="54398" h="64229">
                <a:moveTo>
                  <a:pt x="28168" y="0"/>
                </a:moveTo>
                <a:lnTo>
                  <a:pt x="31983" y="6598"/>
                </a:lnTo>
                <a:cubicBezTo>
                  <a:pt x="28736" y="6816"/>
                  <a:pt x="25837" y="7326"/>
                  <a:pt x="23216" y="8010"/>
                </a:cubicBezTo>
                <a:cubicBezTo>
                  <a:pt x="20594" y="8753"/>
                  <a:pt x="18264" y="9729"/>
                  <a:pt x="16166" y="10923"/>
                </a:cubicBezTo>
                <a:cubicBezTo>
                  <a:pt x="12467" y="13079"/>
                  <a:pt x="10079" y="15409"/>
                  <a:pt x="8943" y="17972"/>
                </a:cubicBezTo>
                <a:cubicBezTo>
                  <a:pt x="7748" y="20536"/>
                  <a:pt x="7967" y="23143"/>
                  <a:pt x="9452" y="25764"/>
                </a:cubicBezTo>
                <a:cubicBezTo>
                  <a:pt x="10763" y="27935"/>
                  <a:pt x="12351" y="29231"/>
                  <a:pt x="14346" y="29580"/>
                </a:cubicBezTo>
                <a:cubicBezTo>
                  <a:pt x="16283" y="29915"/>
                  <a:pt x="19298" y="29347"/>
                  <a:pt x="23390" y="27935"/>
                </a:cubicBezTo>
                <a:lnTo>
                  <a:pt x="27935" y="26391"/>
                </a:lnTo>
                <a:cubicBezTo>
                  <a:pt x="33454" y="24454"/>
                  <a:pt x="38130" y="23944"/>
                  <a:pt x="41931" y="24963"/>
                </a:cubicBezTo>
                <a:cubicBezTo>
                  <a:pt x="45688" y="25997"/>
                  <a:pt x="48762" y="28546"/>
                  <a:pt x="51092" y="32537"/>
                </a:cubicBezTo>
                <a:cubicBezTo>
                  <a:pt x="53888" y="37372"/>
                  <a:pt x="54398" y="41916"/>
                  <a:pt x="52636" y="46300"/>
                </a:cubicBezTo>
                <a:cubicBezTo>
                  <a:pt x="50815" y="50626"/>
                  <a:pt x="46825" y="54616"/>
                  <a:pt x="40620" y="58258"/>
                </a:cubicBezTo>
                <a:cubicBezTo>
                  <a:pt x="38290" y="59612"/>
                  <a:pt x="35625" y="60806"/>
                  <a:pt x="32668" y="61782"/>
                </a:cubicBezTo>
                <a:cubicBezTo>
                  <a:pt x="29697" y="62802"/>
                  <a:pt x="26522" y="63603"/>
                  <a:pt x="23099" y="64229"/>
                </a:cubicBezTo>
                <a:lnTo>
                  <a:pt x="19065" y="57282"/>
                </a:lnTo>
                <a:cubicBezTo>
                  <a:pt x="22648" y="57223"/>
                  <a:pt x="25997" y="56830"/>
                  <a:pt x="29071" y="56087"/>
                </a:cubicBezTo>
                <a:cubicBezTo>
                  <a:pt x="32144" y="55345"/>
                  <a:pt x="34940" y="54267"/>
                  <a:pt x="37445" y="52796"/>
                </a:cubicBezTo>
                <a:cubicBezTo>
                  <a:pt x="41246" y="50568"/>
                  <a:pt x="43810" y="48121"/>
                  <a:pt x="45004" y="45397"/>
                </a:cubicBezTo>
                <a:cubicBezTo>
                  <a:pt x="46198" y="42659"/>
                  <a:pt x="45980" y="39936"/>
                  <a:pt x="44378" y="37139"/>
                </a:cubicBezTo>
                <a:cubicBezTo>
                  <a:pt x="42965" y="34692"/>
                  <a:pt x="41144" y="33221"/>
                  <a:pt x="38800" y="32712"/>
                </a:cubicBezTo>
                <a:cubicBezTo>
                  <a:pt x="36527" y="32187"/>
                  <a:pt x="33454" y="32595"/>
                  <a:pt x="29639" y="33906"/>
                </a:cubicBezTo>
                <a:lnTo>
                  <a:pt x="25094" y="35493"/>
                </a:lnTo>
                <a:cubicBezTo>
                  <a:pt x="19516" y="37372"/>
                  <a:pt x="15030" y="37940"/>
                  <a:pt x="11550" y="37081"/>
                </a:cubicBezTo>
                <a:cubicBezTo>
                  <a:pt x="8083" y="36294"/>
                  <a:pt x="5243" y="33964"/>
                  <a:pt x="3015" y="30207"/>
                </a:cubicBezTo>
                <a:cubicBezTo>
                  <a:pt x="466" y="25823"/>
                  <a:pt x="0" y="21439"/>
                  <a:pt x="1660" y="17113"/>
                </a:cubicBezTo>
                <a:cubicBezTo>
                  <a:pt x="3248" y="12788"/>
                  <a:pt x="6772" y="9103"/>
                  <a:pt x="12234" y="5913"/>
                </a:cubicBezTo>
                <a:cubicBezTo>
                  <a:pt x="14506" y="4602"/>
                  <a:pt x="17011" y="3408"/>
                  <a:pt x="19691" y="2447"/>
                </a:cubicBezTo>
                <a:cubicBezTo>
                  <a:pt x="22356" y="1471"/>
                  <a:pt x="25211" y="670"/>
                  <a:pt x="28168" y="0"/>
                </a:cubicBezTo>
                <a:close/>
                <a:moveTo>
                  <a:pt x="28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927ED-553C-4178-A6C9-8C0DD66A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108" y="2364467"/>
            <a:ext cx="54398" cy="64171"/>
          </a:xfrm>
          <a:custGeom xmlns:a="http://schemas.openxmlformats.org/drawingml/2006/main">
            <a:pathLst>
              <a:path w="54398" h="64171">
                <a:moveTo>
                  <a:pt x="28168" y="0"/>
                </a:moveTo>
                <a:lnTo>
                  <a:pt x="31983" y="6539"/>
                </a:lnTo>
                <a:cubicBezTo>
                  <a:pt x="28736" y="6772"/>
                  <a:pt x="25779" y="7282"/>
                  <a:pt x="23216" y="7967"/>
                </a:cubicBezTo>
                <a:cubicBezTo>
                  <a:pt x="20594" y="8695"/>
                  <a:pt x="18205" y="9671"/>
                  <a:pt x="16108" y="10865"/>
                </a:cubicBezTo>
                <a:cubicBezTo>
                  <a:pt x="12467" y="13021"/>
                  <a:pt x="10079" y="15365"/>
                  <a:pt x="8884" y="17914"/>
                </a:cubicBezTo>
                <a:cubicBezTo>
                  <a:pt x="7734" y="20478"/>
                  <a:pt x="7908" y="23099"/>
                  <a:pt x="9452" y="25706"/>
                </a:cubicBezTo>
                <a:cubicBezTo>
                  <a:pt x="10705" y="27876"/>
                  <a:pt x="12351" y="29187"/>
                  <a:pt x="14288" y="29522"/>
                </a:cubicBezTo>
                <a:cubicBezTo>
                  <a:pt x="16268" y="29872"/>
                  <a:pt x="19283" y="29304"/>
                  <a:pt x="23390" y="27876"/>
                </a:cubicBezTo>
                <a:lnTo>
                  <a:pt x="27876" y="26332"/>
                </a:lnTo>
                <a:cubicBezTo>
                  <a:pt x="33454" y="24410"/>
                  <a:pt x="38115" y="23944"/>
                  <a:pt x="41873" y="24920"/>
                </a:cubicBezTo>
                <a:cubicBezTo>
                  <a:pt x="45688" y="25939"/>
                  <a:pt x="48703" y="28503"/>
                  <a:pt x="51092" y="32479"/>
                </a:cubicBezTo>
                <a:cubicBezTo>
                  <a:pt x="53874" y="37314"/>
                  <a:pt x="54398" y="41873"/>
                  <a:pt x="52577" y="46257"/>
                </a:cubicBezTo>
                <a:cubicBezTo>
                  <a:pt x="50801" y="50568"/>
                  <a:pt x="46825" y="54558"/>
                  <a:pt x="40562" y="58199"/>
                </a:cubicBezTo>
                <a:cubicBezTo>
                  <a:pt x="38232" y="59568"/>
                  <a:pt x="35625" y="60763"/>
                  <a:pt x="32653" y="61724"/>
                </a:cubicBezTo>
                <a:cubicBezTo>
                  <a:pt x="29697" y="62743"/>
                  <a:pt x="26507" y="63544"/>
                  <a:pt x="23041" y="64171"/>
                </a:cubicBezTo>
                <a:lnTo>
                  <a:pt x="19065" y="57223"/>
                </a:lnTo>
                <a:cubicBezTo>
                  <a:pt x="22648" y="57180"/>
                  <a:pt x="25997" y="56772"/>
                  <a:pt x="29071" y="56029"/>
                </a:cubicBezTo>
                <a:cubicBezTo>
                  <a:pt x="32085" y="55301"/>
                  <a:pt x="34882" y="54209"/>
                  <a:pt x="37430" y="52738"/>
                </a:cubicBezTo>
                <a:cubicBezTo>
                  <a:pt x="41246" y="50524"/>
                  <a:pt x="43751" y="48077"/>
                  <a:pt x="45004" y="45339"/>
                </a:cubicBezTo>
                <a:cubicBezTo>
                  <a:pt x="46198" y="42615"/>
                  <a:pt x="45965" y="39877"/>
                  <a:pt x="44378" y="37096"/>
                </a:cubicBezTo>
                <a:cubicBezTo>
                  <a:pt x="42950" y="34649"/>
                  <a:pt x="41072" y="33163"/>
                  <a:pt x="38800" y="32653"/>
                </a:cubicBezTo>
                <a:cubicBezTo>
                  <a:pt x="36527" y="32144"/>
                  <a:pt x="33454" y="32537"/>
                  <a:pt x="29639" y="33848"/>
                </a:cubicBezTo>
                <a:lnTo>
                  <a:pt x="25094" y="35435"/>
                </a:lnTo>
                <a:cubicBezTo>
                  <a:pt x="19516" y="37314"/>
                  <a:pt x="14972" y="37882"/>
                  <a:pt x="11491" y="37096"/>
                </a:cubicBezTo>
                <a:cubicBezTo>
                  <a:pt x="8025" y="36236"/>
                  <a:pt x="5243" y="33906"/>
                  <a:pt x="3015" y="30148"/>
                </a:cubicBezTo>
                <a:cubicBezTo>
                  <a:pt x="451" y="25764"/>
                  <a:pt x="0" y="21395"/>
                  <a:pt x="1646" y="17069"/>
                </a:cubicBezTo>
                <a:cubicBezTo>
                  <a:pt x="3248" y="12802"/>
                  <a:pt x="6772" y="9044"/>
                  <a:pt x="12176" y="5913"/>
                </a:cubicBezTo>
                <a:cubicBezTo>
                  <a:pt x="14506" y="4544"/>
                  <a:pt x="17011" y="3350"/>
                  <a:pt x="19691" y="2389"/>
                </a:cubicBezTo>
                <a:cubicBezTo>
                  <a:pt x="22298" y="1413"/>
                  <a:pt x="25153" y="626"/>
                  <a:pt x="28168" y="0"/>
                </a:cubicBezTo>
                <a:close/>
                <a:moveTo>
                  <a:pt x="281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5A448-2CDA-4D09-903E-601192C6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786" y="2338470"/>
            <a:ext cx="41421" cy="66108"/>
          </a:xfrm>
          <a:custGeom xmlns:a="http://schemas.openxmlformats.org/drawingml/2006/main">
            <a:pathLst>
              <a:path w="41421" h="66108">
                <a:moveTo>
                  <a:pt x="0" y="16545"/>
                </a:moveTo>
                <a:lnTo>
                  <a:pt x="28444" y="0"/>
                </a:lnTo>
                <a:lnTo>
                  <a:pt x="31750" y="5622"/>
                </a:lnTo>
                <a:lnTo>
                  <a:pt x="9962" y="18307"/>
                </a:lnTo>
                <a:lnTo>
                  <a:pt x="18497" y="32872"/>
                </a:lnTo>
                <a:lnTo>
                  <a:pt x="38115" y="21497"/>
                </a:lnTo>
                <a:lnTo>
                  <a:pt x="41421" y="27133"/>
                </a:lnTo>
                <a:lnTo>
                  <a:pt x="21730" y="38567"/>
                </a:lnTo>
                <a:lnTo>
                  <a:pt x="35508" y="62234"/>
                </a:lnTo>
                <a:lnTo>
                  <a:pt x="28794" y="66108"/>
                </a:lnTo>
                <a:lnTo>
                  <a:pt x="0" y="16545"/>
                </a:lnTo>
                <a:close/>
                <a:moveTo>
                  <a:pt x="0" y="165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31260-6DB8-4D29-9850-1641A7A7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877" y="2319070"/>
            <a:ext cx="44203" cy="62802"/>
          </a:xfrm>
          <a:custGeom xmlns:a="http://schemas.openxmlformats.org/drawingml/2006/main">
            <a:pathLst>
              <a:path w="44203" h="62802">
                <a:moveTo>
                  <a:pt x="9889" y="14841"/>
                </a:moveTo>
                <a:lnTo>
                  <a:pt x="20769" y="33440"/>
                </a:lnTo>
                <a:lnTo>
                  <a:pt x="29187" y="28561"/>
                </a:lnTo>
                <a:cubicBezTo>
                  <a:pt x="32318" y="26740"/>
                  <a:pt x="34241" y="24512"/>
                  <a:pt x="34984" y="21905"/>
                </a:cubicBezTo>
                <a:cubicBezTo>
                  <a:pt x="35785" y="19342"/>
                  <a:pt x="35275" y="16487"/>
                  <a:pt x="33556" y="13530"/>
                </a:cubicBezTo>
                <a:cubicBezTo>
                  <a:pt x="31852" y="10574"/>
                  <a:pt x="29639" y="8753"/>
                  <a:pt x="27017" y="8127"/>
                </a:cubicBezTo>
                <a:cubicBezTo>
                  <a:pt x="24352" y="7501"/>
                  <a:pt x="21497" y="8127"/>
                  <a:pt x="18366" y="9889"/>
                </a:cubicBezTo>
                <a:lnTo>
                  <a:pt x="9889" y="14841"/>
                </a:lnTo>
                <a:close/>
                <a:moveTo>
                  <a:pt x="0" y="13195"/>
                </a:moveTo>
                <a:lnTo>
                  <a:pt x="15132" y="4428"/>
                </a:lnTo>
                <a:cubicBezTo>
                  <a:pt x="20711" y="1194"/>
                  <a:pt x="25648" y="0"/>
                  <a:pt x="29915" y="845"/>
                </a:cubicBezTo>
                <a:cubicBezTo>
                  <a:pt x="34241" y="1704"/>
                  <a:pt x="37824" y="4544"/>
                  <a:pt x="40620" y="9379"/>
                </a:cubicBezTo>
                <a:cubicBezTo>
                  <a:pt x="43460" y="14331"/>
                  <a:pt x="44203" y="18832"/>
                  <a:pt x="42776" y="22983"/>
                </a:cubicBezTo>
                <a:cubicBezTo>
                  <a:pt x="41407" y="27133"/>
                  <a:pt x="37940" y="30833"/>
                  <a:pt x="32362" y="34066"/>
                </a:cubicBezTo>
                <a:lnTo>
                  <a:pt x="23944" y="38960"/>
                </a:lnTo>
                <a:lnTo>
                  <a:pt x="35552" y="58884"/>
                </a:lnTo>
                <a:lnTo>
                  <a:pt x="28837" y="62802"/>
                </a:lnTo>
                <a:lnTo>
                  <a:pt x="0" y="13195"/>
                </a:lnTo>
                <a:close/>
                <a:moveTo>
                  <a:pt x="0" y="131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3F196-13F9-467E-94EA-C0FC0D60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13" y="2294034"/>
            <a:ext cx="61782" cy="60530"/>
          </a:xfrm>
          <a:custGeom xmlns:a="http://schemas.openxmlformats.org/drawingml/2006/main">
            <a:pathLst>
              <a:path w="61782" h="60530">
                <a:moveTo>
                  <a:pt x="0" y="29012"/>
                </a:moveTo>
                <a:lnTo>
                  <a:pt x="6088" y="25488"/>
                </a:lnTo>
                <a:lnTo>
                  <a:pt x="30600" y="50058"/>
                </a:lnTo>
                <a:lnTo>
                  <a:pt x="21322" y="16618"/>
                </a:lnTo>
                <a:lnTo>
                  <a:pt x="28503" y="12394"/>
                </a:lnTo>
                <a:lnTo>
                  <a:pt x="53014" y="36979"/>
                </a:lnTo>
                <a:lnTo>
                  <a:pt x="43737" y="3583"/>
                </a:lnTo>
                <a:lnTo>
                  <a:pt x="49883" y="0"/>
                </a:lnTo>
                <a:lnTo>
                  <a:pt x="61782" y="42834"/>
                </a:lnTo>
                <a:lnTo>
                  <a:pt x="54558" y="47043"/>
                </a:lnTo>
                <a:lnTo>
                  <a:pt x="28837" y="21220"/>
                </a:lnTo>
                <a:lnTo>
                  <a:pt x="38508" y="56379"/>
                </a:lnTo>
                <a:lnTo>
                  <a:pt x="31284" y="60530"/>
                </a:lnTo>
                <a:lnTo>
                  <a:pt x="0" y="29012"/>
                </a:lnTo>
                <a:close/>
                <a:moveTo>
                  <a:pt x="0" y="290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53486-FF2D-4BC5-A770-D7433219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988" y="2258584"/>
            <a:ext cx="58097" cy="61331"/>
          </a:xfrm>
          <a:custGeom xmlns:a="http://schemas.openxmlformats.org/drawingml/2006/main">
            <a:pathLst>
              <a:path w="58097" h="61331">
                <a:moveTo>
                  <a:pt x="17302" y="10414"/>
                </a:moveTo>
                <a:cubicBezTo>
                  <a:pt x="12409" y="13210"/>
                  <a:pt x="9627" y="17302"/>
                  <a:pt x="8826" y="22589"/>
                </a:cubicBezTo>
                <a:cubicBezTo>
                  <a:pt x="8083" y="27876"/>
                  <a:pt x="9511" y="33687"/>
                  <a:pt x="13152" y="39936"/>
                </a:cubicBezTo>
                <a:cubicBezTo>
                  <a:pt x="16793" y="46140"/>
                  <a:pt x="21118" y="50291"/>
                  <a:pt x="26070" y="52228"/>
                </a:cubicBezTo>
                <a:cubicBezTo>
                  <a:pt x="31066" y="54223"/>
                  <a:pt x="35959" y="53772"/>
                  <a:pt x="40853" y="50917"/>
                </a:cubicBezTo>
                <a:cubicBezTo>
                  <a:pt x="45688" y="48135"/>
                  <a:pt x="48529" y="44043"/>
                  <a:pt x="49271" y="38741"/>
                </a:cubicBezTo>
                <a:cubicBezTo>
                  <a:pt x="50014" y="33454"/>
                  <a:pt x="48529" y="27716"/>
                  <a:pt x="44887" y="21453"/>
                </a:cubicBezTo>
                <a:cubicBezTo>
                  <a:pt x="41246" y="15191"/>
                  <a:pt x="36994" y="11098"/>
                  <a:pt x="32042" y="9103"/>
                </a:cubicBezTo>
                <a:cubicBezTo>
                  <a:pt x="27090" y="7122"/>
                  <a:pt x="22138" y="7573"/>
                  <a:pt x="17302" y="10414"/>
                </a:cubicBezTo>
                <a:close/>
                <a:moveTo>
                  <a:pt x="14113" y="4952"/>
                </a:moveTo>
                <a:cubicBezTo>
                  <a:pt x="21060" y="918"/>
                  <a:pt x="27993" y="0"/>
                  <a:pt x="34823" y="2287"/>
                </a:cubicBezTo>
                <a:cubicBezTo>
                  <a:pt x="41712" y="4500"/>
                  <a:pt x="47451" y="9569"/>
                  <a:pt x="52009" y="17361"/>
                </a:cubicBezTo>
                <a:cubicBezTo>
                  <a:pt x="56495" y="25211"/>
                  <a:pt x="58097" y="32653"/>
                  <a:pt x="56612" y="39717"/>
                </a:cubicBezTo>
                <a:cubicBezTo>
                  <a:pt x="55199" y="46766"/>
                  <a:pt x="50975" y="52344"/>
                  <a:pt x="44043" y="56379"/>
                </a:cubicBezTo>
                <a:cubicBezTo>
                  <a:pt x="37037" y="60428"/>
                  <a:pt x="30105" y="61331"/>
                  <a:pt x="23216" y="59117"/>
                </a:cubicBezTo>
                <a:cubicBezTo>
                  <a:pt x="16385" y="56903"/>
                  <a:pt x="10647" y="51893"/>
                  <a:pt x="6088" y="44043"/>
                </a:cubicBezTo>
                <a:cubicBezTo>
                  <a:pt x="1544" y="36193"/>
                  <a:pt x="0" y="28736"/>
                  <a:pt x="1486" y="21686"/>
                </a:cubicBezTo>
                <a:cubicBezTo>
                  <a:pt x="2913" y="14564"/>
                  <a:pt x="7180" y="8986"/>
                  <a:pt x="14113" y="4952"/>
                </a:cubicBezTo>
                <a:close/>
                <a:moveTo>
                  <a:pt x="14113" y="49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82ACF-14E7-4E48-841F-73F53724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006" y="2223091"/>
            <a:ext cx="66632" cy="71511"/>
          </a:xfrm>
          <a:custGeom xmlns:a="http://schemas.openxmlformats.org/drawingml/2006/main">
            <a:pathLst>
              <a:path w="66632" h="71511">
                <a:moveTo>
                  <a:pt x="0" y="21963"/>
                </a:moveTo>
                <a:lnTo>
                  <a:pt x="6714" y="18031"/>
                </a:lnTo>
                <a:lnTo>
                  <a:pt x="18555" y="38348"/>
                </a:lnTo>
                <a:lnTo>
                  <a:pt x="42907" y="24177"/>
                </a:lnTo>
                <a:lnTo>
                  <a:pt x="31124" y="3860"/>
                </a:lnTo>
                <a:lnTo>
                  <a:pt x="37780" y="0"/>
                </a:lnTo>
                <a:lnTo>
                  <a:pt x="66632" y="49548"/>
                </a:lnTo>
                <a:lnTo>
                  <a:pt x="59918" y="53422"/>
                </a:lnTo>
                <a:lnTo>
                  <a:pt x="46198" y="29813"/>
                </a:lnTo>
                <a:lnTo>
                  <a:pt x="21788" y="43970"/>
                </a:lnTo>
                <a:lnTo>
                  <a:pt x="35566" y="67579"/>
                </a:lnTo>
                <a:lnTo>
                  <a:pt x="28852" y="71511"/>
                </a:lnTo>
                <a:lnTo>
                  <a:pt x="0" y="21963"/>
                </a:lnTo>
                <a:close/>
                <a:moveTo>
                  <a:pt x="0" y="219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C0AC0-07C5-4EEF-9EA6-DAAB9D8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157" y="2197093"/>
            <a:ext cx="60763" cy="67812"/>
          </a:xfrm>
          <a:custGeom xmlns:a="http://schemas.openxmlformats.org/drawingml/2006/main">
            <a:pathLst>
              <a:path w="60763" h="67812">
                <a:moveTo>
                  <a:pt x="0" y="18205"/>
                </a:moveTo>
                <a:lnTo>
                  <a:pt x="31343" y="0"/>
                </a:lnTo>
                <a:lnTo>
                  <a:pt x="34649" y="5622"/>
                </a:lnTo>
                <a:lnTo>
                  <a:pt x="10020" y="19968"/>
                </a:lnTo>
                <a:lnTo>
                  <a:pt x="18540" y="34649"/>
                </a:lnTo>
                <a:lnTo>
                  <a:pt x="42164" y="20929"/>
                </a:lnTo>
                <a:lnTo>
                  <a:pt x="45397" y="26565"/>
                </a:lnTo>
                <a:lnTo>
                  <a:pt x="21788" y="40271"/>
                </a:lnTo>
                <a:lnTo>
                  <a:pt x="32260" y="58258"/>
                </a:lnTo>
                <a:lnTo>
                  <a:pt x="57457" y="43577"/>
                </a:lnTo>
                <a:lnTo>
                  <a:pt x="60763" y="49213"/>
                </a:lnTo>
                <a:lnTo>
                  <a:pt x="28852" y="67812"/>
                </a:lnTo>
                <a:lnTo>
                  <a:pt x="0" y="18205"/>
                </a:lnTo>
                <a:close/>
                <a:moveTo>
                  <a:pt x="0" y="182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766840-DF67-4E87-A18E-579A381E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233" y="2169945"/>
            <a:ext cx="53189" cy="63719"/>
          </a:xfrm>
          <a:custGeom xmlns:a="http://schemas.openxmlformats.org/drawingml/2006/main">
            <a:pathLst>
              <a:path w="53189" h="63719">
                <a:moveTo>
                  <a:pt x="0" y="24410"/>
                </a:moveTo>
                <a:lnTo>
                  <a:pt x="41975" y="0"/>
                </a:lnTo>
                <a:lnTo>
                  <a:pt x="45222" y="5695"/>
                </a:lnTo>
                <a:lnTo>
                  <a:pt x="27643" y="15875"/>
                </a:lnTo>
                <a:lnTo>
                  <a:pt x="53189" y="59801"/>
                </a:lnTo>
                <a:lnTo>
                  <a:pt x="46417" y="63719"/>
                </a:lnTo>
                <a:lnTo>
                  <a:pt x="20929" y="19808"/>
                </a:lnTo>
                <a:lnTo>
                  <a:pt x="3292" y="30046"/>
                </a:lnTo>
                <a:lnTo>
                  <a:pt x="0" y="24410"/>
                </a:lnTo>
                <a:close/>
                <a:moveTo>
                  <a:pt x="0" y="244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C2F95-1317-4068-87E3-2FE67691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669" y="2171941"/>
            <a:ext cx="47291" cy="46475"/>
          </a:xfrm>
          <a:custGeom xmlns:a="http://schemas.openxmlformats.org/drawingml/2006/main">
            <a:pathLst>
              <a:path w="47291" h="46475">
                <a:moveTo>
                  <a:pt x="38130" y="12118"/>
                </a:moveTo>
                <a:lnTo>
                  <a:pt x="39834" y="15074"/>
                </a:lnTo>
                <a:lnTo>
                  <a:pt x="11724" y="31401"/>
                </a:lnTo>
                <a:cubicBezTo>
                  <a:pt x="14462" y="35450"/>
                  <a:pt x="17579" y="37955"/>
                  <a:pt x="21118" y="38800"/>
                </a:cubicBezTo>
                <a:cubicBezTo>
                  <a:pt x="24701" y="39717"/>
                  <a:pt x="28459" y="38974"/>
                  <a:pt x="32551" y="36586"/>
                </a:cubicBezTo>
                <a:cubicBezTo>
                  <a:pt x="34882" y="35275"/>
                  <a:pt x="36979" y="33629"/>
                  <a:pt x="38858" y="31809"/>
                </a:cubicBezTo>
                <a:cubicBezTo>
                  <a:pt x="40737" y="29930"/>
                  <a:pt x="42397" y="27818"/>
                  <a:pt x="43926" y="25371"/>
                </a:cubicBezTo>
                <a:lnTo>
                  <a:pt x="47291" y="31182"/>
                </a:lnTo>
                <a:cubicBezTo>
                  <a:pt x="45630" y="33338"/>
                  <a:pt x="43751" y="35391"/>
                  <a:pt x="41771" y="37212"/>
                </a:cubicBezTo>
                <a:cubicBezTo>
                  <a:pt x="39717" y="39033"/>
                  <a:pt x="37562" y="40620"/>
                  <a:pt x="35173" y="41989"/>
                </a:cubicBezTo>
                <a:cubicBezTo>
                  <a:pt x="29245" y="45455"/>
                  <a:pt x="23565" y="46475"/>
                  <a:pt x="18104" y="45004"/>
                </a:cubicBezTo>
                <a:cubicBezTo>
                  <a:pt x="12584" y="43577"/>
                  <a:pt x="8141" y="39936"/>
                  <a:pt x="4733" y="34022"/>
                </a:cubicBezTo>
                <a:cubicBezTo>
                  <a:pt x="1194" y="27935"/>
                  <a:pt x="0" y="22138"/>
                  <a:pt x="1253" y="16676"/>
                </a:cubicBezTo>
                <a:cubicBezTo>
                  <a:pt x="2447" y="11215"/>
                  <a:pt x="5869" y="6831"/>
                  <a:pt x="11448" y="3583"/>
                </a:cubicBezTo>
                <a:cubicBezTo>
                  <a:pt x="16443" y="685"/>
                  <a:pt x="21337" y="0"/>
                  <a:pt x="26114" y="1544"/>
                </a:cubicBezTo>
                <a:cubicBezTo>
                  <a:pt x="30906" y="3015"/>
                  <a:pt x="34882" y="6539"/>
                  <a:pt x="38130" y="12118"/>
                </a:cubicBezTo>
                <a:close/>
                <a:moveTo>
                  <a:pt x="30949" y="13822"/>
                </a:moveTo>
                <a:cubicBezTo>
                  <a:pt x="28969" y="10530"/>
                  <a:pt x="26463" y="8418"/>
                  <a:pt x="23507" y="7515"/>
                </a:cubicBezTo>
                <a:cubicBezTo>
                  <a:pt x="20492" y="6539"/>
                  <a:pt x="17536" y="6947"/>
                  <a:pt x="14521" y="8710"/>
                </a:cubicBezTo>
                <a:cubicBezTo>
                  <a:pt x="11098" y="10690"/>
                  <a:pt x="8943" y="13254"/>
                  <a:pt x="7967" y="16327"/>
                </a:cubicBezTo>
                <a:cubicBezTo>
                  <a:pt x="7064" y="19458"/>
                  <a:pt x="7457" y="22866"/>
                  <a:pt x="9161" y="26565"/>
                </a:cubicBezTo>
                <a:lnTo>
                  <a:pt x="30949" y="13822"/>
                </a:lnTo>
                <a:close/>
                <a:moveTo>
                  <a:pt x="30949" y="138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EF8B3-A940-46A4-A783-30E6296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934" y="2148448"/>
            <a:ext cx="42499" cy="50116"/>
          </a:xfrm>
          <a:custGeom xmlns:a="http://schemas.openxmlformats.org/drawingml/2006/main">
            <a:pathLst>
              <a:path w="42499" h="50116">
                <a:moveTo>
                  <a:pt x="23259" y="0"/>
                </a:moveTo>
                <a:lnTo>
                  <a:pt x="26624" y="5797"/>
                </a:lnTo>
                <a:cubicBezTo>
                  <a:pt x="24410" y="5913"/>
                  <a:pt x="22240" y="6306"/>
                  <a:pt x="20143" y="6933"/>
                </a:cubicBezTo>
                <a:cubicBezTo>
                  <a:pt x="17972" y="7559"/>
                  <a:pt x="15919" y="8476"/>
                  <a:pt x="13938" y="9612"/>
                </a:cubicBezTo>
                <a:cubicBezTo>
                  <a:pt x="10923" y="11375"/>
                  <a:pt x="8928" y="13195"/>
                  <a:pt x="7908" y="14958"/>
                </a:cubicBezTo>
                <a:cubicBezTo>
                  <a:pt x="6933" y="16778"/>
                  <a:pt x="6991" y="18599"/>
                  <a:pt x="8069" y="20478"/>
                </a:cubicBezTo>
                <a:cubicBezTo>
                  <a:pt x="8928" y="21905"/>
                  <a:pt x="10122" y="22691"/>
                  <a:pt x="11666" y="22866"/>
                </a:cubicBezTo>
                <a:cubicBezTo>
                  <a:pt x="13195" y="23041"/>
                  <a:pt x="15817" y="22589"/>
                  <a:pt x="19516" y="21395"/>
                </a:cubicBezTo>
                <a:lnTo>
                  <a:pt x="21905" y="20652"/>
                </a:lnTo>
                <a:cubicBezTo>
                  <a:pt x="26798" y="19050"/>
                  <a:pt x="30600" y="18540"/>
                  <a:pt x="33454" y="19167"/>
                </a:cubicBezTo>
                <a:cubicBezTo>
                  <a:pt x="36236" y="19851"/>
                  <a:pt x="38508" y="21672"/>
                  <a:pt x="40271" y="24687"/>
                </a:cubicBezTo>
                <a:cubicBezTo>
                  <a:pt x="42324" y="28153"/>
                  <a:pt x="42499" y="31692"/>
                  <a:pt x="40955" y="35275"/>
                </a:cubicBezTo>
                <a:cubicBezTo>
                  <a:pt x="39426" y="38916"/>
                  <a:pt x="36236" y="42091"/>
                  <a:pt x="31459" y="44829"/>
                </a:cubicBezTo>
                <a:cubicBezTo>
                  <a:pt x="29464" y="46023"/>
                  <a:pt x="27250" y="47043"/>
                  <a:pt x="24861" y="47902"/>
                </a:cubicBezTo>
                <a:cubicBezTo>
                  <a:pt x="22473" y="48747"/>
                  <a:pt x="19851" y="49490"/>
                  <a:pt x="17069" y="50116"/>
                </a:cubicBezTo>
                <a:lnTo>
                  <a:pt x="13370" y="43810"/>
                </a:lnTo>
                <a:cubicBezTo>
                  <a:pt x="16327" y="43635"/>
                  <a:pt x="19050" y="43242"/>
                  <a:pt x="21555" y="42557"/>
                </a:cubicBezTo>
                <a:cubicBezTo>
                  <a:pt x="24119" y="41873"/>
                  <a:pt x="26449" y="40897"/>
                  <a:pt x="28619" y="39644"/>
                </a:cubicBezTo>
                <a:cubicBezTo>
                  <a:pt x="31459" y="37998"/>
                  <a:pt x="33396" y="36178"/>
                  <a:pt x="34357" y="34299"/>
                </a:cubicBezTo>
                <a:cubicBezTo>
                  <a:pt x="35333" y="32420"/>
                  <a:pt x="35333" y="30600"/>
                  <a:pt x="34299" y="28779"/>
                </a:cubicBezTo>
                <a:cubicBezTo>
                  <a:pt x="33338" y="27133"/>
                  <a:pt x="32027" y="26230"/>
                  <a:pt x="30381" y="25939"/>
                </a:cubicBezTo>
                <a:cubicBezTo>
                  <a:pt x="28779" y="25706"/>
                  <a:pt x="25823" y="26274"/>
                  <a:pt x="21555" y="27701"/>
                </a:cubicBezTo>
                <a:lnTo>
                  <a:pt x="19108" y="28386"/>
                </a:lnTo>
                <a:cubicBezTo>
                  <a:pt x="14899" y="29813"/>
                  <a:pt x="11433" y="30207"/>
                  <a:pt x="8811" y="29522"/>
                </a:cubicBezTo>
                <a:cubicBezTo>
                  <a:pt x="6146" y="28837"/>
                  <a:pt x="3976" y="27075"/>
                  <a:pt x="2330" y="24177"/>
                </a:cubicBezTo>
                <a:cubicBezTo>
                  <a:pt x="277" y="20711"/>
                  <a:pt x="0" y="17288"/>
                  <a:pt x="1354" y="13938"/>
                </a:cubicBezTo>
                <a:cubicBezTo>
                  <a:pt x="2724" y="10574"/>
                  <a:pt x="5680" y="7559"/>
                  <a:pt x="10239" y="4952"/>
                </a:cubicBezTo>
                <a:cubicBezTo>
                  <a:pt x="12511" y="3641"/>
                  <a:pt x="14725" y="2563"/>
                  <a:pt x="16895" y="1762"/>
                </a:cubicBezTo>
                <a:cubicBezTo>
                  <a:pt x="19108" y="903"/>
                  <a:pt x="21220" y="335"/>
                  <a:pt x="23259" y="0"/>
                </a:cubicBezTo>
                <a:close/>
                <a:moveTo>
                  <a:pt x="232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939B8-7903-4047-9431-5968DE46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087" y="2126485"/>
            <a:ext cx="46431" cy="47844"/>
          </a:xfrm>
          <a:custGeom xmlns:a="http://schemas.openxmlformats.org/drawingml/2006/main">
            <a:pathLst>
              <a:path w="46431" h="47844">
                <a:moveTo>
                  <a:pt x="6146" y="0"/>
                </a:moveTo>
                <a:lnTo>
                  <a:pt x="12234" y="10588"/>
                </a:lnTo>
                <a:lnTo>
                  <a:pt x="24861" y="3248"/>
                </a:lnTo>
                <a:lnTo>
                  <a:pt x="27600" y="8025"/>
                </a:lnTo>
                <a:lnTo>
                  <a:pt x="15030" y="15307"/>
                </a:lnTo>
                <a:lnTo>
                  <a:pt x="26740" y="35493"/>
                </a:lnTo>
                <a:cubicBezTo>
                  <a:pt x="28503" y="38523"/>
                  <a:pt x="30046" y="40227"/>
                  <a:pt x="31415" y="40620"/>
                </a:cubicBezTo>
                <a:cubicBezTo>
                  <a:pt x="32712" y="41013"/>
                  <a:pt x="34649" y="40445"/>
                  <a:pt x="37212" y="38974"/>
                </a:cubicBezTo>
                <a:lnTo>
                  <a:pt x="43475" y="35333"/>
                </a:lnTo>
                <a:lnTo>
                  <a:pt x="46431" y="40445"/>
                </a:lnTo>
                <a:lnTo>
                  <a:pt x="40169" y="44086"/>
                </a:lnTo>
                <a:cubicBezTo>
                  <a:pt x="35450" y="46825"/>
                  <a:pt x="31692" y="47844"/>
                  <a:pt x="28910" y="47101"/>
                </a:cubicBezTo>
                <a:cubicBezTo>
                  <a:pt x="26056" y="46417"/>
                  <a:pt x="23332" y="43693"/>
                  <a:pt x="20594" y="39091"/>
                </a:cubicBezTo>
                <a:lnTo>
                  <a:pt x="8884" y="18890"/>
                </a:lnTo>
                <a:lnTo>
                  <a:pt x="4384" y="21512"/>
                </a:lnTo>
                <a:lnTo>
                  <a:pt x="1660" y="16720"/>
                </a:lnTo>
                <a:lnTo>
                  <a:pt x="6088" y="14113"/>
                </a:lnTo>
                <a:lnTo>
                  <a:pt x="0" y="3583"/>
                </a:lnTo>
                <a:lnTo>
                  <a:pt x="6146" y="0"/>
                </a:lnTo>
                <a:close/>
                <a:moveTo>
                  <a:pt x="61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003BEB-A5CF-4C12-B8C9-6F87F9CB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863" y="2410098"/>
            <a:ext cx="57748" cy="61549"/>
          </a:xfrm>
          <a:custGeom xmlns:a="http://schemas.openxmlformats.org/drawingml/2006/main">
            <a:pathLst>
              <a:path w="57748" h="61549">
                <a:moveTo>
                  <a:pt x="34823" y="335"/>
                </a:moveTo>
                <a:lnTo>
                  <a:pt x="38683" y="7501"/>
                </a:lnTo>
                <a:cubicBezTo>
                  <a:pt x="35275" y="6598"/>
                  <a:pt x="31911" y="6306"/>
                  <a:pt x="28779" y="6656"/>
                </a:cubicBezTo>
                <a:cubicBezTo>
                  <a:pt x="25604" y="6991"/>
                  <a:pt x="22531" y="7952"/>
                  <a:pt x="19633" y="9554"/>
                </a:cubicBezTo>
                <a:cubicBezTo>
                  <a:pt x="13822" y="12627"/>
                  <a:pt x="10355" y="16778"/>
                  <a:pt x="9161" y="21949"/>
                </a:cubicBezTo>
                <a:cubicBezTo>
                  <a:pt x="8025" y="27133"/>
                  <a:pt x="9219" y="33047"/>
                  <a:pt x="12802" y="39703"/>
                </a:cubicBezTo>
                <a:cubicBezTo>
                  <a:pt x="16385" y="46358"/>
                  <a:pt x="20652" y="50626"/>
                  <a:pt x="25604" y="52563"/>
                </a:cubicBezTo>
                <a:cubicBezTo>
                  <a:pt x="30556" y="54442"/>
                  <a:pt x="35959" y="53815"/>
                  <a:pt x="41698" y="50684"/>
                </a:cubicBezTo>
                <a:cubicBezTo>
                  <a:pt x="44654" y="49155"/>
                  <a:pt x="47101" y="47101"/>
                  <a:pt x="49155" y="44654"/>
                </a:cubicBezTo>
                <a:cubicBezTo>
                  <a:pt x="51208" y="42208"/>
                  <a:pt x="52796" y="39309"/>
                  <a:pt x="53932" y="35887"/>
                </a:cubicBezTo>
                <a:lnTo>
                  <a:pt x="57748" y="43067"/>
                </a:lnTo>
                <a:cubicBezTo>
                  <a:pt x="56262" y="45965"/>
                  <a:pt x="54383" y="48529"/>
                  <a:pt x="52111" y="50801"/>
                </a:cubicBezTo>
                <a:cubicBezTo>
                  <a:pt x="49898" y="53014"/>
                  <a:pt x="47276" y="54951"/>
                  <a:pt x="44319" y="56539"/>
                </a:cubicBezTo>
                <a:cubicBezTo>
                  <a:pt x="36644" y="60646"/>
                  <a:pt x="29362" y="61549"/>
                  <a:pt x="22473" y="59219"/>
                </a:cubicBezTo>
                <a:cubicBezTo>
                  <a:pt x="15526" y="56889"/>
                  <a:pt x="9962" y="51704"/>
                  <a:pt x="5578" y="43577"/>
                </a:cubicBezTo>
                <a:cubicBezTo>
                  <a:pt x="1253" y="35493"/>
                  <a:pt x="0" y="27876"/>
                  <a:pt x="1879" y="20871"/>
                </a:cubicBezTo>
                <a:cubicBezTo>
                  <a:pt x="3758" y="13822"/>
                  <a:pt x="8535" y="8243"/>
                  <a:pt x="16210" y="4151"/>
                </a:cubicBezTo>
                <a:cubicBezTo>
                  <a:pt x="19225" y="2505"/>
                  <a:pt x="22240" y="1354"/>
                  <a:pt x="25371" y="728"/>
                </a:cubicBezTo>
                <a:cubicBezTo>
                  <a:pt x="28503" y="102"/>
                  <a:pt x="31634" y="0"/>
                  <a:pt x="34823" y="335"/>
                </a:cubicBezTo>
                <a:close/>
                <a:moveTo>
                  <a:pt x="34823" y="3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F0175-EEB9-483D-A76D-43C77AEE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163" y="2376075"/>
            <a:ext cx="73332" cy="75327"/>
          </a:xfrm>
          <a:custGeom xmlns:a="http://schemas.openxmlformats.org/drawingml/2006/main">
            <a:pathLst>
              <a:path w="73332" h="75327">
                <a:moveTo>
                  <a:pt x="0" y="24803"/>
                </a:moveTo>
                <a:lnTo>
                  <a:pt x="10181" y="19283"/>
                </a:lnTo>
                <a:lnTo>
                  <a:pt x="41523" y="46766"/>
                </a:lnTo>
                <a:lnTo>
                  <a:pt x="36061" y="5462"/>
                </a:lnTo>
                <a:lnTo>
                  <a:pt x="46242" y="0"/>
                </a:lnTo>
                <a:lnTo>
                  <a:pt x="73332" y="50509"/>
                </a:lnTo>
                <a:lnTo>
                  <a:pt x="66676" y="54107"/>
                </a:lnTo>
                <a:lnTo>
                  <a:pt x="42892" y="9729"/>
                </a:lnTo>
                <a:lnTo>
                  <a:pt x="48412" y="51369"/>
                </a:lnTo>
                <a:lnTo>
                  <a:pt x="41581" y="55010"/>
                </a:lnTo>
                <a:lnTo>
                  <a:pt x="9947" y="27366"/>
                </a:lnTo>
                <a:lnTo>
                  <a:pt x="33731" y="71730"/>
                </a:lnTo>
                <a:lnTo>
                  <a:pt x="27133" y="75327"/>
                </a:lnTo>
                <a:lnTo>
                  <a:pt x="0" y="24803"/>
                </a:lnTo>
                <a:close/>
                <a:moveTo>
                  <a:pt x="0" y="248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EA2A5-7C9D-41BF-A176-35436C2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280" y="2354170"/>
            <a:ext cx="53597" cy="63996"/>
          </a:xfrm>
          <a:custGeom xmlns:a="http://schemas.openxmlformats.org/drawingml/2006/main">
            <a:pathLst>
              <a:path w="53597" h="63996">
                <a:moveTo>
                  <a:pt x="28852" y="0"/>
                </a:moveTo>
                <a:lnTo>
                  <a:pt x="32435" y="6656"/>
                </a:lnTo>
                <a:cubicBezTo>
                  <a:pt x="29187" y="6831"/>
                  <a:pt x="26230" y="7224"/>
                  <a:pt x="23609" y="7850"/>
                </a:cubicBezTo>
                <a:cubicBezTo>
                  <a:pt x="21002" y="8476"/>
                  <a:pt x="18613" y="9321"/>
                  <a:pt x="16443" y="10515"/>
                </a:cubicBezTo>
                <a:cubicBezTo>
                  <a:pt x="12744" y="12511"/>
                  <a:pt x="10239" y="14739"/>
                  <a:pt x="8986" y="17288"/>
                </a:cubicBezTo>
                <a:cubicBezTo>
                  <a:pt x="7734" y="19793"/>
                  <a:pt x="7850" y="22415"/>
                  <a:pt x="9278" y="25080"/>
                </a:cubicBezTo>
                <a:cubicBezTo>
                  <a:pt x="10472" y="27308"/>
                  <a:pt x="12059" y="28619"/>
                  <a:pt x="13996" y="29071"/>
                </a:cubicBezTo>
                <a:cubicBezTo>
                  <a:pt x="15933" y="29464"/>
                  <a:pt x="19007" y="29012"/>
                  <a:pt x="23099" y="27701"/>
                </a:cubicBezTo>
                <a:lnTo>
                  <a:pt x="27716" y="26332"/>
                </a:lnTo>
                <a:cubicBezTo>
                  <a:pt x="33280" y="24570"/>
                  <a:pt x="38013" y="24293"/>
                  <a:pt x="41712" y="25429"/>
                </a:cubicBezTo>
                <a:cubicBezTo>
                  <a:pt x="45455" y="26565"/>
                  <a:pt x="48412" y="29187"/>
                  <a:pt x="50640" y="33280"/>
                </a:cubicBezTo>
                <a:cubicBezTo>
                  <a:pt x="53247" y="38173"/>
                  <a:pt x="53597" y="42776"/>
                  <a:pt x="51660" y="47101"/>
                </a:cubicBezTo>
                <a:cubicBezTo>
                  <a:pt x="49781" y="51369"/>
                  <a:pt x="45630" y="55184"/>
                  <a:pt x="39309" y="58593"/>
                </a:cubicBezTo>
                <a:cubicBezTo>
                  <a:pt x="36921" y="59903"/>
                  <a:pt x="34197" y="60981"/>
                  <a:pt x="31241" y="61899"/>
                </a:cubicBezTo>
                <a:cubicBezTo>
                  <a:pt x="28226" y="62802"/>
                  <a:pt x="25036" y="63486"/>
                  <a:pt x="21570" y="63996"/>
                </a:cubicBezTo>
                <a:lnTo>
                  <a:pt x="17812" y="56947"/>
                </a:lnTo>
                <a:cubicBezTo>
                  <a:pt x="21395" y="57005"/>
                  <a:pt x="24745" y="56714"/>
                  <a:pt x="27818" y="56087"/>
                </a:cubicBezTo>
                <a:cubicBezTo>
                  <a:pt x="30891" y="55461"/>
                  <a:pt x="33746" y="54442"/>
                  <a:pt x="36294" y="53073"/>
                </a:cubicBezTo>
                <a:cubicBezTo>
                  <a:pt x="40227" y="50975"/>
                  <a:pt x="42790" y="48587"/>
                  <a:pt x="44101" y="45907"/>
                </a:cubicBezTo>
                <a:cubicBezTo>
                  <a:pt x="45397" y="43242"/>
                  <a:pt x="45295" y="40445"/>
                  <a:pt x="43751" y="37605"/>
                </a:cubicBezTo>
                <a:cubicBezTo>
                  <a:pt x="42441" y="35158"/>
                  <a:pt x="40620" y="33615"/>
                  <a:pt x="38348" y="33047"/>
                </a:cubicBezTo>
                <a:cubicBezTo>
                  <a:pt x="36076" y="32479"/>
                  <a:pt x="33061" y="32770"/>
                  <a:pt x="29187" y="33906"/>
                </a:cubicBezTo>
                <a:lnTo>
                  <a:pt x="24585" y="35333"/>
                </a:lnTo>
                <a:cubicBezTo>
                  <a:pt x="18948" y="37037"/>
                  <a:pt x="14390" y="37430"/>
                  <a:pt x="10982" y="36527"/>
                </a:cubicBezTo>
                <a:cubicBezTo>
                  <a:pt x="7515" y="35552"/>
                  <a:pt x="4777" y="33163"/>
                  <a:pt x="2680" y="29304"/>
                </a:cubicBezTo>
                <a:cubicBezTo>
                  <a:pt x="291" y="24803"/>
                  <a:pt x="0" y="20478"/>
                  <a:pt x="1762" y="16210"/>
                </a:cubicBezTo>
                <a:cubicBezTo>
                  <a:pt x="3525" y="11943"/>
                  <a:pt x="7166" y="8360"/>
                  <a:pt x="12686" y="5345"/>
                </a:cubicBezTo>
                <a:cubicBezTo>
                  <a:pt x="15074" y="4093"/>
                  <a:pt x="17579" y="3015"/>
                  <a:pt x="20259" y="2156"/>
                </a:cubicBezTo>
                <a:cubicBezTo>
                  <a:pt x="22983" y="1253"/>
                  <a:pt x="25837" y="510"/>
                  <a:pt x="28852" y="0"/>
                </a:cubicBezTo>
                <a:close/>
                <a:moveTo>
                  <a:pt x="2885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1081D-B968-4964-87D3-0385369B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929" y="2326003"/>
            <a:ext cx="51951" cy="63836"/>
          </a:xfrm>
          <a:custGeom xmlns:a="http://schemas.openxmlformats.org/drawingml/2006/main">
            <a:pathLst>
              <a:path w="51951" h="63836">
                <a:moveTo>
                  <a:pt x="0" y="22924"/>
                </a:moveTo>
                <a:lnTo>
                  <a:pt x="42732" y="0"/>
                </a:lnTo>
                <a:lnTo>
                  <a:pt x="45863" y="5753"/>
                </a:lnTo>
                <a:lnTo>
                  <a:pt x="27935" y="15365"/>
                </a:lnTo>
                <a:lnTo>
                  <a:pt x="51951" y="60136"/>
                </a:lnTo>
                <a:lnTo>
                  <a:pt x="45062" y="63836"/>
                </a:lnTo>
                <a:lnTo>
                  <a:pt x="21046" y="19065"/>
                </a:lnTo>
                <a:lnTo>
                  <a:pt x="3131" y="28677"/>
                </a:lnTo>
                <a:lnTo>
                  <a:pt x="0" y="22924"/>
                </a:lnTo>
                <a:close/>
                <a:moveTo>
                  <a:pt x="0" y="229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A5EBC-B2BF-4493-81B1-5268A764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379" y="2328858"/>
            <a:ext cx="46883" cy="46533"/>
          </a:xfrm>
          <a:custGeom xmlns:a="http://schemas.openxmlformats.org/drawingml/2006/main">
            <a:pathLst>
              <a:path w="46883" h="46533">
                <a:moveTo>
                  <a:pt x="38406" y="12686"/>
                </a:moveTo>
                <a:lnTo>
                  <a:pt x="39994" y="15700"/>
                </a:lnTo>
                <a:lnTo>
                  <a:pt x="11375" y="31110"/>
                </a:lnTo>
                <a:cubicBezTo>
                  <a:pt x="13938" y="35202"/>
                  <a:pt x="17011" y="37824"/>
                  <a:pt x="20536" y="38800"/>
                </a:cubicBezTo>
                <a:cubicBezTo>
                  <a:pt x="24002" y="39819"/>
                  <a:pt x="27876" y="39193"/>
                  <a:pt x="31969" y="36979"/>
                </a:cubicBezTo>
                <a:cubicBezTo>
                  <a:pt x="34357" y="35726"/>
                  <a:pt x="36527" y="34183"/>
                  <a:pt x="38465" y="32362"/>
                </a:cubicBezTo>
                <a:cubicBezTo>
                  <a:pt x="40387" y="30600"/>
                  <a:pt x="42149" y="28503"/>
                  <a:pt x="43751" y="26158"/>
                </a:cubicBezTo>
                <a:lnTo>
                  <a:pt x="46883" y="32027"/>
                </a:lnTo>
                <a:cubicBezTo>
                  <a:pt x="45164" y="34183"/>
                  <a:pt x="43242" y="36120"/>
                  <a:pt x="41188" y="37882"/>
                </a:cubicBezTo>
                <a:cubicBezTo>
                  <a:pt x="39091" y="39644"/>
                  <a:pt x="36862" y="41188"/>
                  <a:pt x="34416" y="42484"/>
                </a:cubicBezTo>
                <a:cubicBezTo>
                  <a:pt x="28386" y="45732"/>
                  <a:pt x="22648" y="46533"/>
                  <a:pt x="17244" y="44887"/>
                </a:cubicBezTo>
                <a:cubicBezTo>
                  <a:pt x="11826" y="43285"/>
                  <a:pt x="7515" y="39470"/>
                  <a:pt x="4267" y="33440"/>
                </a:cubicBezTo>
                <a:cubicBezTo>
                  <a:pt x="961" y="27250"/>
                  <a:pt x="0" y="21439"/>
                  <a:pt x="1369" y="15977"/>
                </a:cubicBezTo>
                <a:cubicBezTo>
                  <a:pt x="2782" y="10574"/>
                  <a:pt x="6321" y="6306"/>
                  <a:pt x="12001" y="3233"/>
                </a:cubicBezTo>
                <a:cubicBezTo>
                  <a:pt x="17128" y="510"/>
                  <a:pt x="22021" y="0"/>
                  <a:pt x="26740" y="1704"/>
                </a:cubicBezTo>
                <a:cubicBezTo>
                  <a:pt x="31459" y="3408"/>
                  <a:pt x="35333" y="7049"/>
                  <a:pt x="38406" y="12686"/>
                </a:cubicBezTo>
                <a:close/>
                <a:moveTo>
                  <a:pt x="31182" y="14215"/>
                </a:moveTo>
                <a:cubicBezTo>
                  <a:pt x="29304" y="10807"/>
                  <a:pt x="26915" y="8578"/>
                  <a:pt x="23944" y="7559"/>
                </a:cubicBezTo>
                <a:cubicBezTo>
                  <a:pt x="20987" y="6539"/>
                  <a:pt x="17972" y="6874"/>
                  <a:pt x="14899" y="8476"/>
                </a:cubicBezTo>
                <a:cubicBezTo>
                  <a:pt x="11433" y="10341"/>
                  <a:pt x="9161" y="12846"/>
                  <a:pt x="8141" y="15919"/>
                </a:cubicBezTo>
                <a:cubicBezTo>
                  <a:pt x="7107" y="18992"/>
                  <a:pt x="7399" y="22415"/>
                  <a:pt x="8986" y="26158"/>
                </a:cubicBezTo>
                <a:lnTo>
                  <a:pt x="31182" y="14215"/>
                </a:lnTo>
                <a:close/>
                <a:moveTo>
                  <a:pt x="31182" y="142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2AC7D-EAF0-4B79-B273-46C5537C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490" y="2306836"/>
            <a:ext cx="42047" cy="49839"/>
          </a:xfrm>
          <a:custGeom xmlns:a="http://schemas.openxmlformats.org/drawingml/2006/main">
            <a:pathLst>
              <a:path w="42047" h="49839">
                <a:moveTo>
                  <a:pt x="23886" y="0"/>
                </a:moveTo>
                <a:lnTo>
                  <a:pt x="27075" y="5855"/>
                </a:lnTo>
                <a:cubicBezTo>
                  <a:pt x="24803" y="5913"/>
                  <a:pt x="22648" y="6204"/>
                  <a:pt x="20478" y="6772"/>
                </a:cubicBezTo>
                <a:cubicBezTo>
                  <a:pt x="18380" y="7340"/>
                  <a:pt x="16268" y="8185"/>
                  <a:pt x="14215" y="9263"/>
                </a:cubicBezTo>
                <a:cubicBezTo>
                  <a:pt x="11142" y="10923"/>
                  <a:pt x="9103" y="12627"/>
                  <a:pt x="8083" y="14390"/>
                </a:cubicBezTo>
                <a:cubicBezTo>
                  <a:pt x="6991" y="16210"/>
                  <a:pt x="6991" y="18031"/>
                  <a:pt x="8025" y="19910"/>
                </a:cubicBezTo>
                <a:cubicBezTo>
                  <a:pt x="8811" y="21395"/>
                  <a:pt x="9947" y="22182"/>
                  <a:pt x="11491" y="22415"/>
                </a:cubicBezTo>
                <a:cubicBezTo>
                  <a:pt x="13079" y="22633"/>
                  <a:pt x="15700" y="22240"/>
                  <a:pt x="19458" y="21220"/>
                </a:cubicBezTo>
                <a:lnTo>
                  <a:pt x="21847" y="20536"/>
                </a:lnTo>
                <a:cubicBezTo>
                  <a:pt x="26740" y="19108"/>
                  <a:pt x="30600" y="18774"/>
                  <a:pt x="33396" y="19516"/>
                </a:cubicBezTo>
                <a:cubicBezTo>
                  <a:pt x="36178" y="20186"/>
                  <a:pt x="38406" y="22123"/>
                  <a:pt x="40052" y="25196"/>
                </a:cubicBezTo>
                <a:cubicBezTo>
                  <a:pt x="41989" y="28721"/>
                  <a:pt x="42047" y="32260"/>
                  <a:pt x="40387" y="35843"/>
                </a:cubicBezTo>
                <a:cubicBezTo>
                  <a:pt x="38683" y="39368"/>
                  <a:pt x="35435" y="42441"/>
                  <a:pt x="30542" y="45062"/>
                </a:cubicBezTo>
                <a:cubicBezTo>
                  <a:pt x="28503" y="46140"/>
                  <a:pt x="26289" y="47101"/>
                  <a:pt x="23886" y="47902"/>
                </a:cubicBezTo>
                <a:cubicBezTo>
                  <a:pt x="21453" y="48645"/>
                  <a:pt x="18832" y="49315"/>
                  <a:pt x="15977" y="49839"/>
                </a:cubicBezTo>
                <a:lnTo>
                  <a:pt x="12511" y="43402"/>
                </a:lnTo>
                <a:cubicBezTo>
                  <a:pt x="15467" y="43344"/>
                  <a:pt x="18205" y="43067"/>
                  <a:pt x="20769" y="42441"/>
                </a:cubicBezTo>
                <a:cubicBezTo>
                  <a:pt x="23318" y="41814"/>
                  <a:pt x="25706" y="40955"/>
                  <a:pt x="27876" y="39761"/>
                </a:cubicBezTo>
                <a:cubicBezTo>
                  <a:pt x="30833" y="38173"/>
                  <a:pt x="32770" y="36469"/>
                  <a:pt x="33848" y="34649"/>
                </a:cubicBezTo>
                <a:cubicBezTo>
                  <a:pt x="34867" y="32770"/>
                  <a:pt x="34925" y="30949"/>
                  <a:pt x="33906" y="29129"/>
                </a:cubicBezTo>
                <a:cubicBezTo>
                  <a:pt x="32988" y="27425"/>
                  <a:pt x="31750" y="26449"/>
                  <a:pt x="30148" y="26172"/>
                </a:cubicBezTo>
                <a:cubicBezTo>
                  <a:pt x="28503" y="25881"/>
                  <a:pt x="25546" y="26332"/>
                  <a:pt x="21220" y="27585"/>
                </a:cubicBezTo>
                <a:lnTo>
                  <a:pt x="18774" y="28211"/>
                </a:lnTo>
                <a:cubicBezTo>
                  <a:pt x="14506" y="29464"/>
                  <a:pt x="11040" y="29755"/>
                  <a:pt x="8418" y="28954"/>
                </a:cubicBezTo>
                <a:cubicBezTo>
                  <a:pt x="5797" y="28211"/>
                  <a:pt x="3758" y="26332"/>
                  <a:pt x="2156" y="23434"/>
                </a:cubicBezTo>
                <a:cubicBezTo>
                  <a:pt x="218" y="19851"/>
                  <a:pt x="0" y="16443"/>
                  <a:pt x="1529" y="13137"/>
                </a:cubicBezTo>
                <a:cubicBezTo>
                  <a:pt x="3015" y="9846"/>
                  <a:pt x="6088" y="6933"/>
                  <a:pt x="10690" y="4428"/>
                </a:cubicBezTo>
                <a:cubicBezTo>
                  <a:pt x="13021" y="3233"/>
                  <a:pt x="15249" y="2214"/>
                  <a:pt x="17463" y="1471"/>
                </a:cubicBezTo>
                <a:cubicBezTo>
                  <a:pt x="19676" y="743"/>
                  <a:pt x="21847" y="218"/>
                  <a:pt x="23886" y="0"/>
                </a:cubicBezTo>
                <a:close/>
                <a:moveTo>
                  <a:pt x="238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D2F79-4ABA-4673-B3B3-BBEF7F0F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895" y="2285208"/>
            <a:ext cx="45179" cy="48703"/>
          </a:xfrm>
          <a:custGeom xmlns:a="http://schemas.openxmlformats.org/drawingml/2006/main">
            <a:pathLst>
              <a:path w="45179" h="48703">
                <a:moveTo>
                  <a:pt x="6263" y="0"/>
                </a:moveTo>
                <a:lnTo>
                  <a:pt x="12016" y="10763"/>
                </a:lnTo>
                <a:lnTo>
                  <a:pt x="24818" y="3874"/>
                </a:lnTo>
                <a:lnTo>
                  <a:pt x="27425" y="8768"/>
                </a:lnTo>
                <a:lnTo>
                  <a:pt x="14623" y="15598"/>
                </a:lnTo>
                <a:lnTo>
                  <a:pt x="25662" y="36193"/>
                </a:lnTo>
                <a:cubicBezTo>
                  <a:pt x="27308" y="39266"/>
                  <a:pt x="28794" y="41028"/>
                  <a:pt x="30105" y="41479"/>
                </a:cubicBezTo>
                <a:cubicBezTo>
                  <a:pt x="31415" y="41873"/>
                  <a:pt x="33396" y="41421"/>
                  <a:pt x="35959" y="40008"/>
                </a:cubicBezTo>
                <a:lnTo>
                  <a:pt x="42397" y="36586"/>
                </a:lnTo>
                <a:lnTo>
                  <a:pt x="45179" y="41814"/>
                </a:lnTo>
                <a:lnTo>
                  <a:pt x="38800" y="45237"/>
                </a:lnTo>
                <a:cubicBezTo>
                  <a:pt x="33964" y="47800"/>
                  <a:pt x="30163" y="48703"/>
                  <a:pt x="27366" y="47859"/>
                </a:cubicBezTo>
                <a:cubicBezTo>
                  <a:pt x="24585" y="47058"/>
                  <a:pt x="21905" y="44261"/>
                  <a:pt x="19400" y="39542"/>
                </a:cubicBezTo>
                <a:lnTo>
                  <a:pt x="8375" y="18948"/>
                </a:lnTo>
                <a:lnTo>
                  <a:pt x="3758" y="21453"/>
                </a:lnTo>
                <a:lnTo>
                  <a:pt x="1194" y="16560"/>
                </a:lnTo>
                <a:lnTo>
                  <a:pt x="5753" y="14113"/>
                </a:lnTo>
                <a:lnTo>
                  <a:pt x="0" y="3364"/>
                </a:lnTo>
                <a:lnTo>
                  <a:pt x="6263" y="0"/>
                </a:lnTo>
                <a:close/>
                <a:moveTo>
                  <a:pt x="626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C6468-3AEF-4583-83EA-5A7AF83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166" y="2646026"/>
            <a:ext cx="50640" cy="63836"/>
          </a:xfrm>
          <a:custGeom xmlns:a="http://schemas.openxmlformats.org/drawingml/2006/main">
            <a:pathLst>
              <a:path w="50640" h="63836">
                <a:moveTo>
                  <a:pt x="0" y="21453"/>
                </a:moveTo>
                <a:lnTo>
                  <a:pt x="43533" y="0"/>
                </a:lnTo>
                <a:lnTo>
                  <a:pt x="46431" y="5855"/>
                </a:lnTo>
                <a:lnTo>
                  <a:pt x="28168" y="14841"/>
                </a:lnTo>
                <a:lnTo>
                  <a:pt x="50640" y="60413"/>
                </a:lnTo>
                <a:lnTo>
                  <a:pt x="43635" y="63836"/>
                </a:lnTo>
                <a:lnTo>
                  <a:pt x="21177" y="18322"/>
                </a:lnTo>
                <a:lnTo>
                  <a:pt x="2913" y="27308"/>
                </a:lnTo>
                <a:lnTo>
                  <a:pt x="0" y="21453"/>
                </a:lnTo>
                <a:close/>
                <a:moveTo>
                  <a:pt x="0" y="214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E7835-4113-4AAF-AE6B-D2342AC5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559" y="2649784"/>
            <a:ext cx="46490" cy="46533"/>
          </a:xfrm>
          <a:custGeom xmlns:a="http://schemas.openxmlformats.org/drawingml/2006/main">
            <a:pathLst>
              <a:path w="46490" h="46533">
                <a:moveTo>
                  <a:pt x="38639" y="13254"/>
                </a:moveTo>
                <a:lnTo>
                  <a:pt x="40169" y="16327"/>
                </a:lnTo>
                <a:lnTo>
                  <a:pt x="11040" y="30716"/>
                </a:lnTo>
                <a:cubicBezTo>
                  <a:pt x="13487" y="34925"/>
                  <a:pt x="16443" y="37605"/>
                  <a:pt x="19910" y="38741"/>
                </a:cubicBezTo>
                <a:cubicBezTo>
                  <a:pt x="23390" y="39877"/>
                  <a:pt x="27192" y="39368"/>
                  <a:pt x="31415" y="37314"/>
                </a:cubicBezTo>
                <a:cubicBezTo>
                  <a:pt x="33848" y="36120"/>
                  <a:pt x="36076" y="34649"/>
                  <a:pt x="38071" y="32930"/>
                </a:cubicBezTo>
                <a:cubicBezTo>
                  <a:pt x="40052" y="31168"/>
                  <a:pt x="41873" y="29187"/>
                  <a:pt x="43533" y="26842"/>
                </a:cubicBezTo>
                <a:lnTo>
                  <a:pt x="46490" y="32872"/>
                </a:lnTo>
                <a:cubicBezTo>
                  <a:pt x="44727" y="34925"/>
                  <a:pt x="42732" y="36862"/>
                  <a:pt x="40562" y="38508"/>
                </a:cubicBezTo>
                <a:cubicBezTo>
                  <a:pt x="38465" y="40212"/>
                  <a:pt x="36193" y="41640"/>
                  <a:pt x="33687" y="42892"/>
                </a:cubicBezTo>
                <a:cubicBezTo>
                  <a:pt x="27541" y="45907"/>
                  <a:pt x="21788" y="46533"/>
                  <a:pt x="16443" y="44713"/>
                </a:cubicBezTo>
                <a:cubicBezTo>
                  <a:pt x="11098" y="42892"/>
                  <a:pt x="6889" y="38960"/>
                  <a:pt x="3874" y="32828"/>
                </a:cubicBezTo>
                <a:cubicBezTo>
                  <a:pt x="743" y="26507"/>
                  <a:pt x="0" y="20652"/>
                  <a:pt x="1544" y="15293"/>
                </a:cubicBezTo>
                <a:cubicBezTo>
                  <a:pt x="3131" y="9889"/>
                  <a:pt x="6831" y="5797"/>
                  <a:pt x="12627" y="2898"/>
                </a:cubicBezTo>
                <a:cubicBezTo>
                  <a:pt x="17812" y="335"/>
                  <a:pt x="22706" y="0"/>
                  <a:pt x="27425" y="1879"/>
                </a:cubicBezTo>
                <a:cubicBezTo>
                  <a:pt x="32085" y="3699"/>
                  <a:pt x="35785" y="7501"/>
                  <a:pt x="38639" y="13254"/>
                </a:cubicBezTo>
                <a:close/>
                <a:moveTo>
                  <a:pt x="31415" y="14506"/>
                </a:moveTo>
                <a:cubicBezTo>
                  <a:pt x="29639" y="11025"/>
                  <a:pt x="27308" y="8753"/>
                  <a:pt x="24410" y="7617"/>
                </a:cubicBezTo>
                <a:cubicBezTo>
                  <a:pt x="21453" y="6481"/>
                  <a:pt x="18439" y="6714"/>
                  <a:pt x="15307" y="8243"/>
                </a:cubicBezTo>
                <a:cubicBezTo>
                  <a:pt x="11783" y="10006"/>
                  <a:pt x="9452" y="12394"/>
                  <a:pt x="8316" y="15409"/>
                </a:cubicBezTo>
                <a:cubicBezTo>
                  <a:pt x="7166" y="18482"/>
                  <a:pt x="7340" y="21905"/>
                  <a:pt x="8826" y="25706"/>
                </a:cubicBezTo>
                <a:lnTo>
                  <a:pt x="31415" y="14506"/>
                </a:lnTo>
                <a:close/>
                <a:moveTo>
                  <a:pt x="31415" y="145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58DCA-4665-4770-8785-C51552AA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587" y="2629190"/>
            <a:ext cx="41465" cy="49548"/>
          </a:xfrm>
          <a:custGeom xmlns:a="http://schemas.openxmlformats.org/drawingml/2006/main">
            <a:pathLst>
              <a:path w="41465" h="49548">
                <a:moveTo>
                  <a:pt x="24395" y="0"/>
                </a:moveTo>
                <a:lnTo>
                  <a:pt x="27366" y="5971"/>
                </a:lnTo>
                <a:cubicBezTo>
                  <a:pt x="25138" y="5971"/>
                  <a:pt x="22924" y="6190"/>
                  <a:pt x="20813" y="6656"/>
                </a:cubicBezTo>
                <a:cubicBezTo>
                  <a:pt x="18657" y="7166"/>
                  <a:pt x="16545" y="7908"/>
                  <a:pt x="14448" y="8928"/>
                </a:cubicBezTo>
                <a:cubicBezTo>
                  <a:pt x="11317" y="10515"/>
                  <a:pt x="9219" y="12118"/>
                  <a:pt x="8069" y="13880"/>
                </a:cubicBezTo>
                <a:cubicBezTo>
                  <a:pt x="6991" y="15642"/>
                  <a:pt x="6933" y="17463"/>
                  <a:pt x="7908" y="19400"/>
                </a:cubicBezTo>
                <a:cubicBezTo>
                  <a:pt x="8593" y="20871"/>
                  <a:pt x="9729" y="21730"/>
                  <a:pt x="11258" y="22007"/>
                </a:cubicBezTo>
                <a:cubicBezTo>
                  <a:pt x="12802" y="22298"/>
                  <a:pt x="15467" y="21949"/>
                  <a:pt x="19225" y="21046"/>
                </a:cubicBezTo>
                <a:lnTo>
                  <a:pt x="21672" y="20478"/>
                </a:lnTo>
                <a:cubicBezTo>
                  <a:pt x="26624" y="19225"/>
                  <a:pt x="30483" y="18992"/>
                  <a:pt x="33280" y="19793"/>
                </a:cubicBezTo>
                <a:cubicBezTo>
                  <a:pt x="36003" y="20652"/>
                  <a:pt x="38173" y="22633"/>
                  <a:pt x="39703" y="25764"/>
                </a:cubicBezTo>
                <a:cubicBezTo>
                  <a:pt x="41465" y="29347"/>
                  <a:pt x="41465" y="32872"/>
                  <a:pt x="39644" y="36353"/>
                </a:cubicBezTo>
                <a:cubicBezTo>
                  <a:pt x="37882" y="39877"/>
                  <a:pt x="34474" y="42834"/>
                  <a:pt x="29522" y="45281"/>
                </a:cubicBezTo>
                <a:cubicBezTo>
                  <a:pt x="27468" y="46300"/>
                  <a:pt x="25196" y="47160"/>
                  <a:pt x="22750" y="47844"/>
                </a:cubicBezTo>
                <a:cubicBezTo>
                  <a:pt x="20303" y="48587"/>
                  <a:pt x="17696" y="49097"/>
                  <a:pt x="14783" y="49548"/>
                </a:cubicBezTo>
                <a:lnTo>
                  <a:pt x="11550" y="43009"/>
                </a:lnTo>
                <a:cubicBezTo>
                  <a:pt x="14506" y="43067"/>
                  <a:pt x="17288" y="42834"/>
                  <a:pt x="19851" y="42324"/>
                </a:cubicBezTo>
                <a:cubicBezTo>
                  <a:pt x="22415" y="41814"/>
                  <a:pt x="24803" y="41013"/>
                  <a:pt x="27017" y="39877"/>
                </a:cubicBezTo>
                <a:cubicBezTo>
                  <a:pt x="30032" y="38392"/>
                  <a:pt x="32085" y="36804"/>
                  <a:pt x="33163" y="34984"/>
                </a:cubicBezTo>
                <a:cubicBezTo>
                  <a:pt x="34241" y="33163"/>
                  <a:pt x="34357" y="31343"/>
                  <a:pt x="33454" y="29464"/>
                </a:cubicBezTo>
                <a:cubicBezTo>
                  <a:pt x="32595" y="27760"/>
                  <a:pt x="31343" y="26740"/>
                  <a:pt x="29755" y="26332"/>
                </a:cubicBezTo>
                <a:cubicBezTo>
                  <a:pt x="28153" y="25997"/>
                  <a:pt x="25138" y="26391"/>
                  <a:pt x="20813" y="27468"/>
                </a:cubicBezTo>
                <a:lnTo>
                  <a:pt x="18366" y="28036"/>
                </a:lnTo>
                <a:cubicBezTo>
                  <a:pt x="14055" y="29129"/>
                  <a:pt x="10574" y="29289"/>
                  <a:pt x="7967" y="28444"/>
                </a:cubicBezTo>
                <a:cubicBezTo>
                  <a:pt x="5403" y="27585"/>
                  <a:pt x="3350" y="25648"/>
                  <a:pt x="1879" y="22691"/>
                </a:cubicBezTo>
                <a:cubicBezTo>
                  <a:pt x="102" y="19050"/>
                  <a:pt x="0" y="15642"/>
                  <a:pt x="1588" y="12394"/>
                </a:cubicBezTo>
                <a:cubicBezTo>
                  <a:pt x="3175" y="9161"/>
                  <a:pt x="6365" y="6365"/>
                  <a:pt x="11084" y="4034"/>
                </a:cubicBezTo>
                <a:cubicBezTo>
                  <a:pt x="13428" y="2840"/>
                  <a:pt x="15700" y="1922"/>
                  <a:pt x="17972" y="1253"/>
                </a:cubicBezTo>
                <a:cubicBezTo>
                  <a:pt x="20186" y="568"/>
                  <a:pt x="22356" y="160"/>
                  <a:pt x="24395" y="0"/>
                </a:cubicBezTo>
                <a:close/>
                <a:moveTo>
                  <a:pt x="243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F3761-6954-4688-982A-EDFAB63C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128" y="2608013"/>
            <a:ext cx="43810" cy="49446"/>
          </a:xfrm>
          <a:custGeom xmlns:a="http://schemas.openxmlformats.org/drawingml/2006/main">
            <a:pathLst>
              <a:path w="43810" h="49446">
                <a:moveTo>
                  <a:pt x="6321" y="0"/>
                </a:moveTo>
                <a:lnTo>
                  <a:pt x="11724" y="10923"/>
                </a:lnTo>
                <a:lnTo>
                  <a:pt x="24803" y="4500"/>
                </a:lnTo>
                <a:lnTo>
                  <a:pt x="27250" y="9452"/>
                </a:lnTo>
                <a:lnTo>
                  <a:pt x="14171" y="15875"/>
                </a:lnTo>
                <a:lnTo>
                  <a:pt x="24526" y="36819"/>
                </a:lnTo>
                <a:cubicBezTo>
                  <a:pt x="26056" y="39950"/>
                  <a:pt x="27483" y="41771"/>
                  <a:pt x="28794" y="42222"/>
                </a:cubicBezTo>
                <a:cubicBezTo>
                  <a:pt x="30105" y="42674"/>
                  <a:pt x="32085" y="42280"/>
                  <a:pt x="34707" y="40970"/>
                </a:cubicBezTo>
                <a:lnTo>
                  <a:pt x="41188" y="37780"/>
                </a:lnTo>
                <a:lnTo>
                  <a:pt x="43810" y="43067"/>
                </a:lnTo>
                <a:lnTo>
                  <a:pt x="37329" y="46257"/>
                </a:lnTo>
                <a:cubicBezTo>
                  <a:pt x="32435" y="48703"/>
                  <a:pt x="28619" y="49446"/>
                  <a:pt x="25837" y="48543"/>
                </a:cubicBezTo>
                <a:cubicBezTo>
                  <a:pt x="23099" y="47626"/>
                  <a:pt x="20536" y="44786"/>
                  <a:pt x="18147" y="39950"/>
                </a:cubicBezTo>
                <a:lnTo>
                  <a:pt x="7807" y="19007"/>
                </a:lnTo>
                <a:lnTo>
                  <a:pt x="3190" y="21279"/>
                </a:lnTo>
                <a:lnTo>
                  <a:pt x="743" y="16385"/>
                </a:lnTo>
                <a:lnTo>
                  <a:pt x="5403" y="14055"/>
                </a:lnTo>
                <a:lnTo>
                  <a:pt x="0" y="3131"/>
                </a:lnTo>
                <a:lnTo>
                  <a:pt x="6321" y="0"/>
                </a:lnTo>
                <a:close/>
                <a:moveTo>
                  <a:pt x="632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348CB-56BE-4AAF-9068-0F1E7458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315" y="2581899"/>
            <a:ext cx="52854" cy="63676"/>
          </a:xfrm>
          <a:custGeom xmlns:a="http://schemas.openxmlformats.org/drawingml/2006/main">
            <a:pathLst>
              <a:path w="52854" h="63676">
                <a:moveTo>
                  <a:pt x="29537" y="0"/>
                </a:moveTo>
                <a:lnTo>
                  <a:pt x="32886" y="6772"/>
                </a:lnTo>
                <a:cubicBezTo>
                  <a:pt x="29639" y="6831"/>
                  <a:pt x="26682" y="7122"/>
                  <a:pt x="24017" y="7632"/>
                </a:cubicBezTo>
                <a:cubicBezTo>
                  <a:pt x="21395" y="8200"/>
                  <a:pt x="18948" y="9001"/>
                  <a:pt x="16793" y="10079"/>
                </a:cubicBezTo>
                <a:cubicBezTo>
                  <a:pt x="12977" y="11899"/>
                  <a:pt x="10414" y="14113"/>
                  <a:pt x="9103" y="16560"/>
                </a:cubicBezTo>
                <a:cubicBezTo>
                  <a:pt x="7748" y="19065"/>
                  <a:pt x="7792" y="21686"/>
                  <a:pt x="9103" y="24352"/>
                </a:cubicBezTo>
                <a:cubicBezTo>
                  <a:pt x="10239" y="26638"/>
                  <a:pt x="11783" y="28051"/>
                  <a:pt x="13720" y="28517"/>
                </a:cubicBezTo>
                <a:cubicBezTo>
                  <a:pt x="15642" y="29027"/>
                  <a:pt x="18672" y="28677"/>
                  <a:pt x="22881" y="27483"/>
                </a:cubicBezTo>
                <a:lnTo>
                  <a:pt x="27483" y="26289"/>
                </a:lnTo>
                <a:cubicBezTo>
                  <a:pt x="33178" y="24701"/>
                  <a:pt x="37838" y="24526"/>
                  <a:pt x="41538" y="25837"/>
                </a:cubicBezTo>
                <a:cubicBezTo>
                  <a:pt x="45237" y="27090"/>
                  <a:pt x="48135" y="29813"/>
                  <a:pt x="50189" y="33979"/>
                </a:cubicBezTo>
                <a:cubicBezTo>
                  <a:pt x="52636" y="38974"/>
                  <a:pt x="52854" y="43591"/>
                  <a:pt x="50757" y="47800"/>
                </a:cubicBezTo>
                <a:cubicBezTo>
                  <a:pt x="48703" y="52009"/>
                  <a:pt x="44436" y="55709"/>
                  <a:pt x="38013" y="58884"/>
                </a:cubicBezTo>
                <a:cubicBezTo>
                  <a:pt x="35566" y="60093"/>
                  <a:pt x="32828" y="61112"/>
                  <a:pt x="29813" y="61899"/>
                </a:cubicBezTo>
                <a:cubicBezTo>
                  <a:pt x="26798" y="62700"/>
                  <a:pt x="23551" y="63326"/>
                  <a:pt x="20084" y="63676"/>
                </a:cubicBezTo>
                <a:lnTo>
                  <a:pt x="16560" y="56495"/>
                </a:lnTo>
                <a:cubicBezTo>
                  <a:pt x="20143" y="56728"/>
                  <a:pt x="23507" y="56495"/>
                  <a:pt x="26624" y="55986"/>
                </a:cubicBezTo>
                <a:cubicBezTo>
                  <a:pt x="29697" y="55476"/>
                  <a:pt x="32610" y="54573"/>
                  <a:pt x="35158" y="53262"/>
                </a:cubicBezTo>
                <a:cubicBezTo>
                  <a:pt x="39149" y="51325"/>
                  <a:pt x="41814" y="48995"/>
                  <a:pt x="43242" y="46373"/>
                </a:cubicBezTo>
                <a:cubicBezTo>
                  <a:pt x="44611" y="43751"/>
                  <a:pt x="44611" y="40970"/>
                  <a:pt x="43183" y="38130"/>
                </a:cubicBezTo>
                <a:cubicBezTo>
                  <a:pt x="41931" y="35566"/>
                  <a:pt x="40169" y="33979"/>
                  <a:pt x="37897" y="33352"/>
                </a:cubicBezTo>
                <a:cubicBezTo>
                  <a:pt x="35668" y="32668"/>
                  <a:pt x="32610" y="32828"/>
                  <a:pt x="28736" y="33862"/>
                </a:cubicBezTo>
                <a:lnTo>
                  <a:pt x="24075" y="35173"/>
                </a:lnTo>
                <a:cubicBezTo>
                  <a:pt x="18380" y="36702"/>
                  <a:pt x="13822" y="36935"/>
                  <a:pt x="10414" y="35843"/>
                </a:cubicBezTo>
                <a:cubicBezTo>
                  <a:pt x="7005" y="34823"/>
                  <a:pt x="4326" y="32318"/>
                  <a:pt x="2389" y="28401"/>
                </a:cubicBezTo>
                <a:cubicBezTo>
                  <a:pt x="175" y="23842"/>
                  <a:pt x="0" y="19458"/>
                  <a:pt x="1879" y="15249"/>
                </a:cubicBezTo>
                <a:cubicBezTo>
                  <a:pt x="3816" y="11040"/>
                  <a:pt x="7573" y="7573"/>
                  <a:pt x="13195" y="4792"/>
                </a:cubicBezTo>
                <a:cubicBezTo>
                  <a:pt x="15598" y="3597"/>
                  <a:pt x="18147" y="2622"/>
                  <a:pt x="20885" y="1835"/>
                </a:cubicBezTo>
                <a:cubicBezTo>
                  <a:pt x="23609" y="1034"/>
                  <a:pt x="26522" y="408"/>
                  <a:pt x="29537" y="0"/>
                </a:cubicBezTo>
                <a:close/>
                <a:moveTo>
                  <a:pt x="2953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EF025-49F0-4C11-A580-3ED64882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92" y="2570699"/>
            <a:ext cx="51310" cy="51252"/>
          </a:xfrm>
          <a:custGeom xmlns:a="http://schemas.openxmlformats.org/drawingml/2006/main">
            <a:pathLst>
              <a:path w="51310" h="51252">
                <a:moveTo>
                  <a:pt x="11491" y="39251"/>
                </a:moveTo>
                <a:lnTo>
                  <a:pt x="0" y="15933"/>
                </a:lnTo>
                <a:lnTo>
                  <a:pt x="6321" y="12802"/>
                </a:lnTo>
                <a:lnTo>
                  <a:pt x="17754" y="35901"/>
                </a:lnTo>
                <a:cubicBezTo>
                  <a:pt x="19516" y="39542"/>
                  <a:pt x="21614" y="41931"/>
                  <a:pt x="23900" y="43067"/>
                </a:cubicBezTo>
                <a:cubicBezTo>
                  <a:pt x="26230" y="44203"/>
                  <a:pt x="28852" y="44028"/>
                  <a:pt x="31692" y="42615"/>
                </a:cubicBezTo>
                <a:cubicBezTo>
                  <a:pt x="35100" y="40955"/>
                  <a:pt x="37270" y="38523"/>
                  <a:pt x="38173" y="35391"/>
                </a:cubicBezTo>
                <a:cubicBezTo>
                  <a:pt x="39091" y="32202"/>
                  <a:pt x="38567" y="28736"/>
                  <a:pt x="36746" y="24978"/>
                </a:cubicBezTo>
                <a:lnTo>
                  <a:pt x="25939" y="3131"/>
                </a:lnTo>
                <a:lnTo>
                  <a:pt x="32260" y="0"/>
                </a:lnTo>
                <a:lnTo>
                  <a:pt x="51310" y="38567"/>
                </a:lnTo>
                <a:lnTo>
                  <a:pt x="45004" y="41698"/>
                </a:lnTo>
                <a:lnTo>
                  <a:pt x="42047" y="35726"/>
                </a:lnTo>
                <a:cubicBezTo>
                  <a:pt x="41698" y="38858"/>
                  <a:pt x="40737" y="41479"/>
                  <a:pt x="39251" y="43635"/>
                </a:cubicBezTo>
                <a:cubicBezTo>
                  <a:pt x="37838" y="45747"/>
                  <a:pt x="35726" y="47509"/>
                  <a:pt x="33061" y="48820"/>
                </a:cubicBezTo>
                <a:cubicBezTo>
                  <a:pt x="28619" y="50975"/>
                  <a:pt x="24585" y="51252"/>
                  <a:pt x="20944" y="49665"/>
                </a:cubicBezTo>
                <a:cubicBezTo>
                  <a:pt x="17244" y="48019"/>
                  <a:pt x="14113" y="44596"/>
                  <a:pt x="11491" y="39251"/>
                </a:cubicBezTo>
                <a:close/>
                <a:moveTo>
                  <a:pt x="11491" y="392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8776A-8F4C-4535-A025-8C7D92F2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056" y="2546173"/>
            <a:ext cx="55418" cy="56728"/>
          </a:xfrm>
          <a:custGeom xmlns:a="http://schemas.openxmlformats.org/drawingml/2006/main">
            <a:pathLst>
              <a:path w="55418" h="56728">
                <a:moveTo>
                  <a:pt x="44887" y="23725"/>
                </a:moveTo>
                <a:cubicBezTo>
                  <a:pt x="42615" y="19065"/>
                  <a:pt x="39819" y="15875"/>
                  <a:pt x="36644" y="14171"/>
                </a:cubicBezTo>
                <a:cubicBezTo>
                  <a:pt x="33396" y="12467"/>
                  <a:pt x="30090" y="12467"/>
                  <a:pt x="26740" y="14113"/>
                </a:cubicBezTo>
                <a:cubicBezTo>
                  <a:pt x="23376" y="15759"/>
                  <a:pt x="21395" y="18380"/>
                  <a:pt x="20827" y="21963"/>
                </a:cubicBezTo>
                <a:cubicBezTo>
                  <a:pt x="20201" y="25546"/>
                  <a:pt x="21046" y="29697"/>
                  <a:pt x="23332" y="34372"/>
                </a:cubicBezTo>
                <a:cubicBezTo>
                  <a:pt x="25662" y="39033"/>
                  <a:pt x="28386" y="42222"/>
                  <a:pt x="31634" y="43926"/>
                </a:cubicBezTo>
                <a:cubicBezTo>
                  <a:pt x="34882" y="45630"/>
                  <a:pt x="38115" y="45630"/>
                  <a:pt x="41479" y="43984"/>
                </a:cubicBezTo>
                <a:cubicBezTo>
                  <a:pt x="44829" y="42339"/>
                  <a:pt x="46825" y="39717"/>
                  <a:pt x="47451" y="36076"/>
                </a:cubicBezTo>
                <a:cubicBezTo>
                  <a:pt x="48019" y="32493"/>
                  <a:pt x="47218" y="28401"/>
                  <a:pt x="44887" y="23725"/>
                </a:cubicBezTo>
                <a:close/>
                <a:moveTo>
                  <a:pt x="16676" y="20885"/>
                </a:moveTo>
                <a:cubicBezTo>
                  <a:pt x="16895" y="17929"/>
                  <a:pt x="17754" y="15424"/>
                  <a:pt x="19225" y="13312"/>
                </a:cubicBezTo>
                <a:cubicBezTo>
                  <a:pt x="20711" y="11156"/>
                  <a:pt x="22866" y="9452"/>
                  <a:pt x="25662" y="8025"/>
                </a:cubicBezTo>
                <a:cubicBezTo>
                  <a:pt x="30381" y="5695"/>
                  <a:pt x="35100" y="5695"/>
                  <a:pt x="39819" y="7967"/>
                </a:cubicBezTo>
                <a:cubicBezTo>
                  <a:pt x="44596" y="10239"/>
                  <a:pt x="48470" y="14404"/>
                  <a:pt x="51485" y="20492"/>
                </a:cubicBezTo>
                <a:cubicBezTo>
                  <a:pt x="54442" y="26522"/>
                  <a:pt x="55418" y="32144"/>
                  <a:pt x="54325" y="37329"/>
                </a:cubicBezTo>
                <a:cubicBezTo>
                  <a:pt x="53247" y="42441"/>
                  <a:pt x="50349" y="46198"/>
                  <a:pt x="45688" y="48529"/>
                </a:cubicBezTo>
                <a:cubicBezTo>
                  <a:pt x="42834" y="49898"/>
                  <a:pt x="40110" y="50582"/>
                  <a:pt x="37547" y="50466"/>
                </a:cubicBezTo>
                <a:cubicBezTo>
                  <a:pt x="34984" y="50349"/>
                  <a:pt x="32435" y="49446"/>
                  <a:pt x="29988" y="47859"/>
                </a:cubicBezTo>
                <a:lnTo>
                  <a:pt x="32828" y="53597"/>
                </a:lnTo>
                <a:lnTo>
                  <a:pt x="26449" y="56728"/>
                </a:lnTo>
                <a:lnTo>
                  <a:pt x="0" y="3190"/>
                </a:lnTo>
                <a:lnTo>
                  <a:pt x="6365" y="0"/>
                </a:lnTo>
                <a:lnTo>
                  <a:pt x="16676" y="20885"/>
                </a:lnTo>
                <a:close/>
                <a:moveTo>
                  <a:pt x="16676" y="208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956CD-82B1-4299-902A-D7665C27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225" y="2517612"/>
            <a:ext cx="75385" cy="63209"/>
          </a:xfrm>
          <a:custGeom xmlns:a="http://schemas.openxmlformats.org/drawingml/2006/main">
            <a:pathLst>
              <a:path w="75385" h="63209">
                <a:moveTo>
                  <a:pt x="33964" y="17128"/>
                </a:moveTo>
                <a:cubicBezTo>
                  <a:pt x="34139" y="13487"/>
                  <a:pt x="34984" y="10414"/>
                  <a:pt x="36527" y="8025"/>
                </a:cubicBezTo>
                <a:cubicBezTo>
                  <a:pt x="38057" y="5578"/>
                  <a:pt x="40343" y="3597"/>
                  <a:pt x="43300" y="2112"/>
                </a:cubicBezTo>
                <a:cubicBezTo>
                  <a:pt x="47334" y="175"/>
                  <a:pt x="51150" y="0"/>
                  <a:pt x="54675" y="1777"/>
                </a:cubicBezTo>
                <a:cubicBezTo>
                  <a:pt x="58258" y="3481"/>
                  <a:pt x="61331" y="6947"/>
                  <a:pt x="63894" y="12118"/>
                </a:cubicBezTo>
                <a:lnTo>
                  <a:pt x="75385" y="35450"/>
                </a:lnTo>
                <a:lnTo>
                  <a:pt x="69006" y="38581"/>
                </a:lnTo>
                <a:lnTo>
                  <a:pt x="57631" y="15482"/>
                </a:lnTo>
                <a:cubicBezTo>
                  <a:pt x="55811" y="11783"/>
                  <a:pt x="53757" y="9394"/>
                  <a:pt x="51602" y="8258"/>
                </a:cubicBezTo>
                <a:cubicBezTo>
                  <a:pt x="49388" y="7122"/>
                  <a:pt x="46941" y="7180"/>
                  <a:pt x="44261" y="8476"/>
                </a:cubicBezTo>
                <a:cubicBezTo>
                  <a:pt x="40970" y="10137"/>
                  <a:pt x="38916" y="12525"/>
                  <a:pt x="38115" y="15657"/>
                </a:cubicBezTo>
                <a:cubicBezTo>
                  <a:pt x="37270" y="18730"/>
                  <a:pt x="37780" y="22196"/>
                  <a:pt x="39659" y="25954"/>
                </a:cubicBezTo>
                <a:lnTo>
                  <a:pt x="50407" y="47742"/>
                </a:lnTo>
                <a:lnTo>
                  <a:pt x="44028" y="50873"/>
                </a:lnTo>
                <a:lnTo>
                  <a:pt x="32653" y="27833"/>
                </a:lnTo>
                <a:cubicBezTo>
                  <a:pt x="30833" y="24133"/>
                  <a:pt x="28794" y="21686"/>
                  <a:pt x="26624" y="20550"/>
                </a:cubicBezTo>
                <a:cubicBezTo>
                  <a:pt x="24410" y="19400"/>
                  <a:pt x="21963" y="19516"/>
                  <a:pt x="19225" y="20885"/>
                </a:cubicBezTo>
                <a:cubicBezTo>
                  <a:pt x="15992" y="22473"/>
                  <a:pt x="13938" y="24818"/>
                  <a:pt x="13137" y="27935"/>
                </a:cubicBezTo>
                <a:cubicBezTo>
                  <a:pt x="12292" y="31066"/>
                  <a:pt x="12802" y="34547"/>
                  <a:pt x="14681" y="38290"/>
                </a:cubicBezTo>
                <a:lnTo>
                  <a:pt x="25429" y="60078"/>
                </a:lnTo>
                <a:lnTo>
                  <a:pt x="19065" y="63209"/>
                </a:lnTo>
                <a:lnTo>
                  <a:pt x="0" y="24643"/>
                </a:lnTo>
                <a:lnTo>
                  <a:pt x="6365" y="21512"/>
                </a:lnTo>
                <a:lnTo>
                  <a:pt x="9336" y="27483"/>
                </a:lnTo>
                <a:cubicBezTo>
                  <a:pt x="9612" y="24410"/>
                  <a:pt x="10530" y="21803"/>
                  <a:pt x="11943" y="19691"/>
                </a:cubicBezTo>
                <a:cubicBezTo>
                  <a:pt x="13428" y="17579"/>
                  <a:pt x="15526" y="15817"/>
                  <a:pt x="18322" y="14462"/>
                </a:cubicBezTo>
                <a:cubicBezTo>
                  <a:pt x="21162" y="13093"/>
                  <a:pt x="23900" y="12642"/>
                  <a:pt x="26565" y="13093"/>
                </a:cubicBezTo>
                <a:cubicBezTo>
                  <a:pt x="29187" y="13545"/>
                  <a:pt x="31692" y="14856"/>
                  <a:pt x="33964" y="17128"/>
                </a:cubicBezTo>
                <a:close/>
                <a:moveTo>
                  <a:pt x="33964" y="171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3E197-0E9A-46D8-AB8D-E460B61D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789" y="2490085"/>
            <a:ext cx="32770" cy="56714"/>
          </a:xfrm>
          <a:custGeom xmlns:a="http://schemas.openxmlformats.org/drawingml/2006/main">
            <a:pathLst>
              <a:path w="32770" h="56714">
                <a:moveTo>
                  <a:pt x="7384" y="18147"/>
                </a:moveTo>
                <a:lnTo>
                  <a:pt x="13763" y="15016"/>
                </a:lnTo>
                <a:lnTo>
                  <a:pt x="32770" y="53597"/>
                </a:lnTo>
                <a:lnTo>
                  <a:pt x="26449" y="56714"/>
                </a:lnTo>
                <a:lnTo>
                  <a:pt x="7384" y="18147"/>
                </a:lnTo>
                <a:close/>
                <a:moveTo>
                  <a:pt x="0" y="3131"/>
                </a:moveTo>
                <a:lnTo>
                  <a:pt x="6306" y="0"/>
                </a:lnTo>
                <a:lnTo>
                  <a:pt x="10297" y="8025"/>
                </a:lnTo>
                <a:lnTo>
                  <a:pt x="3976" y="11142"/>
                </a:lnTo>
                <a:lnTo>
                  <a:pt x="0" y="3131"/>
                </a:lnTo>
                <a:close/>
                <a:moveTo>
                  <a:pt x="0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55598-C5C4-4B29-9043-17C09BA9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491" y="2487580"/>
            <a:ext cx="41523" cy="49548"/>
          </a:xfrm>
          <a:custGeom xmlns:a="http://schemas.openxmlformats.org/drawingml/2006/main">
            <a:pathLst>
              <a:path w="41523" h="49548">
                <a:moveTo>
                  <a:pt x="24468" y="0"/>
                </a:moveTo>
                <a:lnTo>
                  <a:pt x="27425" y="5971"/>
                </a:lnTo>
                <a:cubicBezTo>
                  <a:pt x="25138" y="5913"/>
                  <a:pt x="22983" y="6146"/>
                  <a:pt x="20827" y="6656"/>
                </a:cubicBezTo>
                <a:cubicBezTo>
                  <a:pt x="18657" y="7166"/>
                  <a:pt x="16560" y="7908"/>
                  <a:pt x="14448" y="8928"/>
                </a:cubicBezTo>
                <a:cubicBezTo>
                  <a:pt x="11317" y="10472"/>
                  <a:pt x="9219" y="12118"/>
                  <a:pt x="8127" y="13880"/>
                </a:cubicBezTo>
                <a:cubicBezTo>
                  <a:pt x="6991" y="15584"/>
                  <a:pt x="6933" y="17463"/>
                  <a:pt x="7908" y="19400"/>
                </a:cubicBezTo>
                <a:cubicBezTo>
                  <a:pt x="8651" y="20827"/>
                  <a:pt x="9729" y="21730"/>
                  <a:pt x="11258" y="22021"/>
                </a:cubicBezTo>
                <a:cubicBezTo>
                  <a:pt x="12802" y="22298"/>
                  <a:pt x="15467" y="21963"/>
                  <a:pt x="19225" y="21046"/>
                </a:cubicBezTo>
                <a:lnTo>
                  <a:pt x="21672" y="20478"/>
                </a:lnTo>
                <a:cubicBezTo>
                  <a:pt x="26624" y="19167"/>
                  <a:pt x="30498" y="19007"/>
                  <a:pt x="33280" y="19793"/>
                </a:cubicBezTo>
                <a:cubicBezTo>
                  <a:pt x="36018" y="20594"/>
                  <a:pt x="38173" y="22589"/>
                  <a:pt x="39703" y="25764"/>
                </a:cubicBezTo>
                <a:cubicBezTo>
                  <a:pt x="41523" y="29362"/>
                  <a:pt x="41479" y="32886"/>
                  <a:pt x="39703" y="36353"/>
                </a:cubicBezTo>
                <a:cubicBezTo>
                  <a:pt x="37882" y="39819"/>
                  <a:pt x="34474" y="42834"/>
                  <a:pt x="29522" y="45281"/>
                </a:cubicBezTo>
                <a:cubicBezTo>
                  <a:pt x="27483" y="46315"/>
                  <a:pt x="25196" y="47160"/>
                  <a:pt x="22750" y="47844"/>
                </a:cubicBezTo>
                <a:cubicBezTo>
                  <a:pt x="20361" y="48529"/>
                  <a:pt x="17696" y="49097"/>
                  <a:pt x="14797" y="49548"/>
                </a:cubicBezTo>
                <a:lnTo>
                  <a:pt x="11608" y="43009"/>
                </a:lnTo>
                <a:cubicBezTo>
                  <a:pt x="14506" y="43067"/>
                  <a:pt x="17288" y="42834"/>
                  <a:pt x="19851" y="42324"/>
                </a:cubicBezTo>
                <a:cubicBezTo>
                  <a:pt x="22415" y="41814"/>
                  <a:pt x="24803" y="40955"/>
                  <a:pt x="27075" y="39877"/>
                </a:cubicBezTo>
                <a:cubicBezTo>
                  <a:pt x="30032" y="38406"/>
                  <a:pt x="32085" y="36746"/>
                  <a:pt x="33163" y="34925"/>
                </a:cubicBezTo>
                <a:cubicBezTo>
                  <a:pt x="34299" y="33163"/>
                  <a:pt x="34357" y="31284"/>
                  <a:pt x="33454" y="29464"/>
                </a:cubicBezTo>
                <a:cubicBezTo>
                  <a:pt x="32595" y="27701"/>
                  <a:pt x="31401" y="26682"/>
                  <a:pt x="29755" y="26347"/>
                </a:cubicBezTo>
                <a:cubicBezTo>
                  <a:pt x="28168" y="25997"/>
                  <a:pt x="25196" y="26391"/>
                  <a:pt x="20827" y="27483"/>
                </a:cubicBezTo>
                <a:lnTo>
                  <a:pt x="18380" y="28051"/>
                </a:lnTo>
                <a:cubicBezTo>
                  <a:pt x="14055" y="29129"/>
                  <a:pt x="10574" y="29304"/>
                  <a:pt x="7967" y="28444"/>
                </a:cubicBezTo>
                <a:cubicBezTo>
                  <a:pt x="5403" y="27585"/>
                  <a:pt x="3350" y="25662"/>
                  <a:pt x="1879" y="22706"/>
                </a:cubicBezTo>
                <a:cubicBezTo>
                  <a:pt x="117" y="19065"/>
                  <a:pt x="0" y="15584"/>
                  <a:pt x="1588" y="12351"/>
                </a:cubicBezTo>
                <a:cubicBezTo>
                  <a:pt x="3190" y="9103"/>
                  <a:pt x="6365" y="6321"/>
                  <a:pt x="11098" y="3976"/>
                </a:cubicBezTo>
                <a:cubicBezTo>
                  <a:pt x="13428" y="2840"/>
                  <a:pt x="15700" y="1937"/>
                  <a:pt x="17972" y="1253"/>
                </a:cubicBezTo>
                <a:cubicBezTo>
                  <a:pt x="20201" y="568"/>
                  <a:pt x="22356" y="175"/>
                  <a:pt x="24468" y="0"/>
                </a:cubicBezTo>
                <a:close/>
                <a:moveTo>
                  <a:pt x="2446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47133-919A-402F-81DC-7A7C20B8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237" y="2469433"/>
            <a:ext cx="41479" cy="49548"/>
          </a:xfrm>
          <a:custGeom xmlns:a="http://schemas.openxmlformats.org/drawingml/2006/main">
            <a:pathLst>
              <a:path w="41479" h="49548">
                <a:moveTo>
                  <a:pt x="24410" y="0"/>
                </a:moveTo>
                <a:lnTo>
                  <a:pt x="27366" y="5971"/>
                </a:lnTo>
                <a:cubicBezTo>
                  <a:pt x="25153" y="5971"/>
                  <a:pt x="22983" y="6204"/>
                  <a:pt x="20827" y="6656"/>
                </a:cubicBezTo>
                <a:cubicBezTo>
                  <a:pt x="18672" y="7166"/>
                  <a:pt x="16560" y="7908"/>
                  <a:pt x="14462" y="8928"/>
                </a:cubicBezTo>
                <a:cubicBezTo>
                  <a:pt x="11331" y="10515"/>
                  <a:pt x="9219" y="12118"/>
                  <a:pt x="8083" y="13880"/>
                </a:cubicBezTo>
                <a:cubicBezTo>
                  <a:pt x="7005" y="15642"/>
                  <a:pt x="6947" y="17463"/>
                  <a:pt x="7908" y="19400"/>
                </a:cubicBezTo>
                <a:cubicBezTo>
                  <a:pt x="8593" y="20871"/>
                  <a:pt x="9729" y="21730"/>
                  <a:pt x="11273" y="22021"/>
                </a:cubicBezTo>
                <a:cubicBezTo>
                  <a:pt x="12802" y="22298"/>
                  <a:pt x="15482" y="21963"/>
                  <a:pt x="19240" y="21046"/>
                </a:cubicBezTo>
                <a:lnTo>
                  <a:pt x="21686" y="20478"/>
                </a:lnTo>
                <a:cubicBezTo>
                  <a:pt x="26624" y="19225"/>
                  <a:pt x="30498" y="19007"/>
                  <a:pt x="33280" y="19793"/>
                </a:cubicBezTo>
                <a:cubicBezTo>
                  <a:pt x="36018" y="20652"/>
                  <a:pt x="38173" y="22648"/>
                  <a:pt x="39717" y="25764"/>
                </a:cubicBezTo>
                <a:cubicBezTo>
                  <a:pt x="41479" y="29347"/>
                  <a:pt x="41479" y="32886"/>
                  <a:pt x="39659" y="36353"/>
                </a:cubicBezTo>
                <a:cubicBezTo>
                  <a:pt x="37897" y="39877"/>
                  <a:pt x="34488" y="42834"/>
                  <a:pt x="29537" y="45281"/>
                </a:cubicBezTo>
                <a:cubicBezTo>
                  <a:pt x="27483" y="46315"/>
                  <a:pt x="25211" y="47160"/>
                  <a:pt x="22764" y="47844"/>
                </a:cubicBezTo>
                <a:cubicBezTo>
                  <a:pt x="20317" y="48587"/>
                  <a:pt x="17696" y="49097"/>
                  <a:pt x="14797" y="49548"/>
                </a:cubicBezTo>
                <a:lnTo>
                  <a:pt x="11608" y="43009"/>
                </a:lnTo>
                <a:cubicBezTo>
                  <a:pt x="14506" y="43067"/>
                  <a:pt x="17302" y="42834"/>
                  <a:pt x="19866" y="42324"/>
                </a:cubicBezTo>
                <a:cubicBezTo>
                  <a:pt x="22415" y="41814"/>
                  <a:pt x="24803" y="41013"/>
                  <a:pt x="27090" y="39877"/>
                </a:cubicBezTo>
                <a:cubicBezTo>
                  <a:pt x="30046" y="38406"/>
                  <a:pt x="32085" y="36804"/>
                  <a:pt x="33178" y="34984"/>
                </a:cubicBezTo>
                <a:cubicBezTo>
                  <a:pt x="34314" y="33163"/>
                  <a:pt x="34372" y="31284"/>
                  <a:pt x="33454" y="29464"/>
                </a:cubicBezTo>
                <a:cubicBezTo>
                  <a:pt x="32610" y="27760"/>
                  <a:pt x="31357" y="26682"/>
                  <a:pt x="29755" y="26332"/>
                </a:cubicBezTo>
                <a:cubicBezTo>
                  <a:pt x="28168" y="25997"/>
                  <a:pt x="25211" y="26391"/>
                  <a:pt x="20827" y="27483"/>
                </a:cubicBezTo>
                <a:lnTo>
                  <a:pt x="18380" y="28051"/>
                </a:lnTo>
                <a:cubicBezTo>
                  <a:pt x="14055" y="29129"/>
                  <a:pt x="10588" y="29304"/>
                  <a:pt x="7967" y="28444"/>
                </a:cubicBezTo>
                <a:cubicBezTo>
                  <a:pt x="5403" y="27585"/>
                  <a:pt x="3364" y="25662"/>
                  <a:pt x="1879" y="22691"/>
                </a:cubicBezTo>
                <a:cubicBezTo>
                  <a:pt x="117" y="19050"/>
                  <a:pt x="0" y="15642"/>
                  <a:pt x="1602" y="12394"/>
                </a:cubicBezTo>
                <a:cubicBezTo>
                  <a:pt x="3190" y="9161"/>
                  <a:pt x="6379" y="6365"/>
                  <a:pt x="11098" y="4034"/>
                </a:cubicBezTo>
                <a:cubicBezTo>
                  <a:pt x="13428" y="2840"/>
                  <a:pt x="15700" y="1937"/>
                  <a:pt x="17987" y="1253"/>
                </a:cubicBezTo>
                <a:cubicBezTo>
                  <a:pt x="20201" y="568"/>
                  <a:pt x="22356" y="175"/>
                  <a:pt x="24410" y="0"/>
                </a:cubicBezTo>
                <a:close/>
                <a:moveTo>
                  <a:pt x="2441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D2931-7CC3-4715-95E5-CD81384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856" y="2444164"/>
            <a:ext cx="32770" cy="56670"/>
          </a:xfrm>
          <a:custGeom xmlns:a="http://schemas.openxmlformats.org/drawingml/2006/main">
            <a:pathLst>
              <a:path w="32770" h="56670">
                <a:moveTo>
                  <a:pt x="7399" y="18104"/>
                </a:moveTo>
                <a:lnTo>
                  <a:pt x="13778" y="15030"/>
                </a:lnTo>
                <a:lnTo>
                  <a:pt x="32770" y="53539"/>
                </a:lnTo>
                <a:lnTo>
                  <a:pt x="26463" y="56670"/>
                </a:lnTo>
                <a:lnTo>
                  <a:pt x="7399" y="18104"/>
                </a:lnTo>
                <a:close/>
                <a:moveTo>
                  <a:pt x="0" y="3073"/>
                </a:moveTo>
                <a:lnTo>
                  <a:pt x="6321" y="0"/>
                </a:lnTo>
                <a:lnTo>
                  <a:pt x="10297" y="8025"/>
                </a:lnTo>
                <a:lnTo>
                  <a:pt x="3991" y="11156"/>
                </a:lnTo>
                <a:lnTo>
                  <a:pt x="0" y="3073"/>
                </a:lnTo>
                <a:close/>
                <a:moveTo>
                  <a:pt x="0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E122D-A315-4F8C-8640-FEBC29E3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11" y="2441266"/>
            <a:ext cx="43416" cy="46591"/>
          </a:xfrm>
          <a:custGeom xmlns:a="http://schemas.openxmlformats.org/drawingml/2006/main">
            <a:pathLst>
              <a:path w="43416" h="46591">
                <a:moveTo>
                  <a:pt x="14390" y="8418"/>
                </a:moveTo>
                <a:cubicBezTo>
                  <a:pt x="10982" y="10079"/>
                  <a:pt x="8986" y="12744"/>
                  <a:pt x="8302" y="16385"/>
                </a:cubicBezTo>
                <a:cubicBezTo>
                  <a:pt x="7632" y="19968"/>
                  <a:pt x="8418" y="24119"/>
                  <a:pt x="10705" y="28736"/>
                </a:cubicBezTo>
                <a:cubicBezTo>
                  <a:pt x="12977" y="33338"/>
                  <a:pt x="15759" y="36469"/>
                  <a:pt x="19065" y="38173"/>
                </a:cubicBezTo>
                <a:cubicBezTo>
                  <a:pt x="22298" y="39892"/>
                  <a:pt x="25662" y="39892"/>
                  <a:pt x="29071" y="38173"/>
                </a:cubicBezTo>
                <a:cubicBezTo>
                  <a:pt x="32435" y="36527"/>
                  <a:pt x="34474" y="33848"/>
                  <a:pt x="35100" y="30207"/>
                </a:cubicBezTo>
                <a:cubicBezTo>
                  <a:pt x="35785" y="26565"/>
                  <a:pt x="34998" y="22473"/>
                  <a:pt x="32712" y="17871"/>
                </a:cubicBezTo>
                <a:cubicBezTo>
                  <a:pt x="30440" y="13312"/>
                  <a:pt x="27716" y="10181"/>
                  <a:pt x="24410" y="8476"/>
                </a:cubicBezTo>
                <a:cubicBezTo>
                  <a:pt x="21104" y="6772"/>
                  <a:pt x="17754" y="6772"/>
                  <a:pt x="14390" y="8418"/>
                </a:cubicBezTo>
                <a:close/>
                <a:moveTo>
                  <a:pt x="11724" y="3073"/>
                </a:moveTo>
                <a:cubicBezTo>
                  <a:pt x="17244" y="350"/>
                  <a:pt x="22473" y="0"/>
                  <a:pt x="27366" y="1995"/>
                </a:cubicBezTo>
                <a:cubicBezTo>
                  <a:pt x="32318" y="4049"/>
                  <a:pt x="36294" y="8200"/>
                  <a:pt x="39426" y="14564"/>
                </a:cubicBezTo>
                <a:cubicBezTo>
                  <a:pt x="42557" y="20885"/>
                  <a:pt x="43416" y="26565"/>
                  <a:pt x="42047" y="31750"/>
                </a:cubicBezTo>
                <a:cubicBezTo>
                  <a:pt x="40678" y="36877"/>
                  <a:pt x="37270" y="40853"/>
                  <a:pt x="31750" y="43533"/>
                </a:cubicBezTo>
                <a:cubicBezTo>
                  <a:pt x="26172" y="46257"/>
                  <a:pt x="21002" y="46591"/>
                  <a:pt x="16050" y="44552"/>
                </a:cubicBezTo>
                <a:cubicBezTo>
                  <a:pt x="11156" y="42499"/>
                  <a:pt x="7166" y="38348"/>
                  <a:pt x="4034" y="32027"/>
                </a:cubicBezTo>
                <a:cubicBezTo>
                  <a:pt x="918" y="25721"/>
                  <a:pt x="0" y="19968"/>
                  <a:pt x="1369" y="14856"/>
                </a:cubicBezTo>
                <a:cubicBezTo>
                  <a:pt x="2738" y="9729"/>
                  <a:pt x="6204" y="5811"/>
                  <a:pt x="11724" y="3073"/>
                </a:cubicBezTo>
                <a:close/>
                <a:moveTo>
                  <a:pt x="11724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A4A29-A97E-4720-95AD-F6EFC2D8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779" y="2418734"/>
            <a:ext cx="51310" cy="51267"/>
          </a:xfrm>
          <a:custGeom xmlns:a="http://schemas.openxmlformats.org/drawingml/2006/main">
            <a:pathLst>
              <a:path w="51310" h="51267">
                <a:moveTo>
                  <a:pt x="39819" y="12074"/>
                </a:moveTo>
                <a:lnTo>
                  <a:pt x="51310" y="35333"/>
                </a:lnTo>
                <a:lnTo>
                  <a:pt x="45004" y="38465"/>
                </a:lnTo>
                <a:lnTo>
                  <a:pt x="33629" y="15365"/>
                </a:lnTo>
                <a:cubicBezTo>
                  <a:pt x="31809" y="11724"/>
                  <a:pt x="29755" y="9336"/>
                  <a:pt x="27425" y="8258"/>
                </a:cubicBezTo>
                <a:cubicBezTo>
                  <a:pt x="25094" y="7122"/>
                  <a:pt x="22531" y="7282"/>
                  <a:pt x="19691" y="8710"/>
                </a:cubicBezTo>
                <a:cubicBezTo>
                  <a:pt x="16268" y="10355"/>
                  <a:pt x="14113" y="12802"/>
                  <a:pt x="13195" y="15933"/>
                </a:cubicBezTo>
                <a:cubicBezTo>
                  <a:pt x="12292" y="19123"/>
                  <a:pt x="12802" y="22589"/>
                  <a:pt x="14623" y="26347"/>
                </a:cubicBezTo>
                <a:lnTo>
                  <a:pt x="25371" y="48135"/>
                </a:lnTo>
                <a:lnTo>
                  <a:pt x="19065" y="51267"/>
                </a:lnTo>
                <a:lnTo>
                  <a:pt x="0" y="12686"/>
                </a:lnTo>
                <a:lnTo>
                  <a:pt x="6365" y="9569"/>
                </a:lnTo>
                <a:lnTo>
                  <a:pt x="9336" y="15540"/>
                </a:lnTo>
                <a:cubicBezTo>
                  <a:pt x="9671" y="12467"/>
                  <a:pt x="10632" y="9846"/>
                  <a:pt x="12118" y="7690"/>
                </a:cubicBezTo>
                <a:cubicBezTo>
                  <a:pt x="13603" y="5520"/>
                  <a:pt x="15700" y="3816"/>
                  <a:pt x="18380" y="2447"/>
                </a:cubicBezTo>
                <a:cubicBezTo>
                  <a:pt x="22808" y="291"/>
                  <a:pt x="26857" y="0"/>
                  <a:pt x="30440" y="1660"/>
                </a:cubicBezTo>
                <a:cubicBezTo>
                  <a:pt x="34081" y="3248"/>
                  <a:pt x="37212" y="6714"/>
                  <a:pt x="39819" y="12074"/>
                </a:cubicBezTo>
                <a:close/>
                <a:moveTo>
                  <a:pt x="39819" y="120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C671E-530B-4232-BBA3-A3A752E9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637" y="2384828"/>
            <a:ext cx="43693" cy="62874"/>
          </a:xfrm>
          <a:custGeom xmlns:a="http://schemas.openxmlformats.org/drawingml/2006/main">
            <a:pathLst>
              <a:path w="43693" h="62874">
                <a:moveTo>
                  <a:pt x="9787" y="13720"/>
                </a:moveTo>
                <a:lnTo>
                  <a:pt x="19342" y="33061"/>
                </a:lnTo>
                <a:lnTo>
                  <a:pt x="28051" y="28736"/>
                </a:lnTo>
                <a:cubicBezTo>
                  <a:pt x="31284" y="27148"/>
                  <a:pt x="33396" y="25036"/>
                  <a:pt x="34357" y="22531"/>
                </a:cubicBezTo>
                <a:cubicBezTo>
                  <a:pt x="35275" y="19968"/>
                  <a:pt x="34984" y="17128"/>
                  <a:pt x="33454" y="14055"/>
                </a:cubicBezTo>
                <a:cubicBezTo>
                  <a:pt x="31911" y="10982"/>
                  <a:pt x="29872" y="9044"/>
                  <a:pt x="27308" y="8200"/>
                </a:cubicBezTo>
                <a:cubicBezTo>
                  <a:pt x="24687" y="7399"/>
                  <a:pt x="21788" y="7792"/>
                  <a:pt x="18540" y="9394"/>
                </a:cubicBezTo>
                <a:lnTo>
                  <a:pt x="9787" y="13720"/>
                </a:lnTo>
                <a:close/>
                <a:moveTo>
                  <a:pt x="0" y="11433"/>
                </a:moveTo>
                <a:lnTo>
                  <a:pt x="15700" y="3699"/>
                </a:lnTo>
                <a:cubicBezTo>
                  <a:pt x="21512" y="859"/>
                  <a:pt x="26449" y="0"/>
                  <a:pt x="30716" y="1136"/>
                </a:cubicBezTo>
                <a:cubicBezTo>
                  <a:pt x="34925" y="2287"/>
                  <a:pt x="38290" y="5403"/>
                  <a:pt x="40795" y="10414"/>
                </a:cubicBezTo>
                <a:cubicBezTo>
                  <a:pt x="43300" y="15482"/>
                  <a:pt x="43693" y="20084"/>
                  <a:pt x="42047" y="24133"/>
                </a:cubicBezTo>
                <a:cubicBezTo>
                  <a:pt x="40387" y="28168"/>
                  <a:pt x="36644" y="31576"/>
                  <a:pt x="30891" y="34430"/>
                </a:cubicBezTo>
                <a:lnTo>
                  <a:pt x="22123" y="38741"/>
                </a:lnTo>
                <a:lnTo>
                  <a:pt x="32318" y="59452"/>
                </a:lnTo>
                <a:lnTo>
                  <a:pt x="25371" y="62874"/>
                </a:lnTo>
                <a:lnTo>
                  <a:pt x="0" y="11433"/>
                </a:lnTo>
                <a:close/>
                <a:moveTo>
                  <a:pt x="0" y="114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7F3C4-D706-4507-A480-075C1D8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738" y="2377270"/>
            <a:ext cx="25546" cy="50291"/>
          </a:xfrm>
          <a:custGeom xmlns:a="http://schemas.openxmlformats.org/drawingml/2006/main">
            <a:pathLst>
              <a:path w="25546" h="50291">
                <a:moveTo>
                  <a:pt x="25546" y="6481"/>
                </a:moveTo>
                <a:cubicBezTo>
                  <a:pt x="24643" y="6423"/>
                  <a:pt x="23667" y="6539"/>
                  <a:pt x="22764" y="6772"/>
                </a:cubicBezTo>
                <a:cubicBezTo>
                  <a:pt x="21847" y="6933"/>
                  <a:pt x="20885" y="7340"/>
                  <a:pt x="19866" y="7792"/>
                </a:cubicBezTo>
                <a:cubicBezTo>
                  <a:pt x="16268" y="9554"/>
                  <a:pt x="14113" y="12118"/>
                  <a:pt x="13312" y="15351"/>
                </a:cubicBezTo>
                <a:cubicBezTo>
                  <a:pt x="12584" y="18657"/>
                  <a:pt x="13254" y="22473"/>
                  <a:pt x="15424" y="26842"/>
                </a:cubicBezTo>
                <a:lnTo>
                  <a:pt x="25429" y="47160"/>
                </a:lnTo>
                <a:lnTo>
                  <a:pt x="19065" y="50291"/>
                </a:lnTo>
                <a:lnTo>
                  <a:pt x="0" y="11710"/>
                </a:lnTo>
                <a:lnTo>
                  <a:pt x="6379" y="8593"/>
                </a:lnTo>
                <a:lnTo>
                  <a:pt x="9336" y="14564"/>
                </a:lnTo>
                <a:cubicBezTo>
                  <a:pt x="9569" y="11608"/>
                  <a:pt x="10414" y="8986"/>
                  <a:pt x="12016" y="6816"/>
                </a:cubicBezTo>
                <a:cubicBezTo>
                  <a:pt x="13545" y="4602"/>
                  <a:pt x="15875" y="2724"/>
                  <a:pt x="18948" y="1253"/>
                </a:cubicBezTo>
                <a:cubicBezTo>
                  <a:pt x="19342" y="1020"/>
                  <a:pt x="19866" y="845"/>
                  <a:pt x="20434" y="626"/>
                </a:cubicBezTo>
                <a:cubicBezTo>
                  <a:pt x="21002" y="393"/>
                  <a:pt x="21628" y="218"/>
                  <a:pt x="22313" y="0"/>
                </a:cubicBezTo>
                <a:lnTo>
                  <a:pt x="25546" y="6481"/>
                </a:lnTo>
                <a:close/>
                <a:moveTo>
                  <a:pt x="25546" y="64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867A7-AAF5-4969-9474-1E148F0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585" y="2356442"/>
            <a:ext cx="32770" cy="56670"/>
          </a:xfrm>
          <a:custGeom xmlns:a="http://schemas.openxmlformats.org/drawingml/2006/main">
            <a:pathLst>
              <a:path w="32770" h="56670">
                <a:moveTo>
                  <a:pt x="7399" y="18147"/>
                </a:moveTo>
                <a:lnTo>
                  <a:pt x="13778" y="15016"/>
                </a:lnTo>
                <a:lnTo>
                  <a:pt x="32770" y="53539"/>
                </a:lnTo>
                <a:lnTo>
                  <a:pt x="26463" y="56670"/>
                </a:lnTo>
                <a:lnTo>
                  <a:pt x="7399" y="18147"/>
                </a:lnTo>
                <a:close/>
                <a:moveTo>
                  <a:pt x="0" y="3131"/>
                </a:moveTo>
                <a:lnTo>
                  <a:pt x="6321" y="0"/>
                </a:lnTo>
                <a:lnTo>
                  <a:pt x="10297" y="8025"/>
                </a:lnTo>
                <a:lnTo>
                  <a:pt x="3991" y="11156"/>
                </a:lnTo>
                <a:lnTo>
                  <a:pt x="0" y="3131"/>
                </a:lnTo>
                <a:close/>
                <a:moveTo>
                  <a:pt x="0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69369-96F8-4D7F-9B05-73696042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340" y="2353544"/>
            <a:ext cx="43416" cy="46591"/>
          </a:xfrm>
          <a:custGeom xmlns:a="http://schemas.openxmlformats.org/drawingml/2006/main">
            <a:pathLst>
              <a:path w="43416" h="46591">
                <a:moveTo>
                  <a:pt x="14404" y="8418"/>
                </a:moveTo>
                <a:cubicBezTo>
                  <a:pt x="10982" y="10064"/>
                  <a:pt x="8986" y="12744"/>
                  <a:pt x="8316" y="16385"/>
                </a:cubicBezTo>
                <a:cubicBezTo>
                  <a:pt x="7632" y="20026"/>
                  <a:pt x="8418" y="24119"/>
                  <a:pt x="10705" y="28721"/>
                </a:cubicBezTo>
                <a:cubicBezTo>
                  <a:pt x="12977" y="33338"/>
                  <a:pt x="15759" y="36469"/>
                  <a:pt x="19065" y="38173"/>
                </a:cubicBezTo>
                <a:cubicBezTo>
                  <a:pt x="22313" y="39877"/>
                  <a:pt x="25662" y="39877"/>
                  <a:pt x="29071" y="38173"/>
                </a:cubicBezTo>
                <a:cubicBezTo>
                  <a:pt x="32435" y="36527"/>
                  <a:pt x="34474" y="33848"/>
                  <a:pt x="35100" y="30207"/>
                </a:cubicBezTo>
                <a:cubicBezTo>
                  <a:pt x="35785" y="26565"/>
                  <a:pt x="34998" y="22473"/>
                  <a:pt x="32712" y="17856"/>
                </a:cubicBezTo>
                <a:cubicBezTo>
                  <a:pt x="30440" y="13312"/>
                  <a:pt x="27716" y="10181"/>
                  <a:pt x="24410" y="8476"/>
                </a:cubicBezTo>
                <a:cubicBezTo>
                  <a:pt x="21118" y="6772"/>
                  <a:pt x="17754" y="6772"/>
                  <a:pt x="14404" y="8418"/>
                </a:cubicBezTo>
                <a:close/>
                <a:moveTo>
                  <a:pt x="11724" y="3073"/>
                </a:moveTo>
                <a:cubicBezTo>
                  <a:pt x="17244" y="335"/>
                  <a:pt x="22473" y="0"/>
                  <a:pt x="27366" y="2039"/>
                </a:cubicBezTo>
                <a:cubicBezTo>
                  <a:pt x="32318" y="4034"/>
                  <a:pt x="36294" y="8243"/>
                  <a:pt x="39426" y="14564"/>
                </a:cubicBezTo>
                <a:cubicBezTo>
                  <a:pt x="42557" y="20871"/>
                  <a:pt x="43416" y="26565"/>
                  <a:pt x="42047" y="31736"/>
                </a:cubicBezTo>
                <a:cubicBezTo>
                  <a:pt x="40678" y="36921"/>
                  <a:pt x="37270" y="40853"/>
                  <a:pt x="31750" y="43518"/>
                </a:cubicBezTo>
                <a:cubicBezTo>
                  <a:pt x="26172" y="46257"/>
                  <a:pt x="21002" y="46591"/>
                  <a:pt x="16050" y="44596"/>
                </a:cubicBezTo>
                <a:cubicBezTo>
                  <a:pt x="11156" y="42499"/>
                  <a:pt x="7166" y="38348"/>
                  <a:pt x="4049" y="32027"/>
                </a:cubicBezTo>
                <a:cubicBezTo>
                  <a:pt x="918" y="25706"/>
                  <a:pt x="0" y="19968"/>
                  <a:pt x="1369" y="14841"/>
                </a:cubicBezTo>
                <a:cubicBezTo>
                  <a:pt x="2738" y="9729"/>
                  <a:pt x="6204" y="5797"/>
                  <a:pt x="11724" y="3073"/>
                </a:cubicBezTo>
                <a:close/>
                <a:moveTo>
                  <a:pt x="11724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C03F2-B1C5-49EB-A7E5-B436353A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509" y="2331974"/>
            <a:ext cx="25488" cy="50291"/>
          </a:xfrm>
          <a:custGeom xmlns:a="http://schemas.openxmlformats.org/drawingml/2006/main">
            <a:pathLst>
              <a:path w="25488" h="50291">
                <a:moveTo>
                  <a:pt x="25488" y="6496"/>
                </a:moveTo>
                <a:cubicBezTo>
                  <a:pt x="24585" y="6437"/>
                  <a:pt x="23667" y="6554"/>
                  <a:pt x="22764" y="6772"/>
                </a:cubicBezTo>
                <a:cubicBezTo>
                  <a:pt x="21788" y="6947"/>
                  <a:pt x="20827" y="7340"/>
                  <a:pt x="19793" y="7807"/>
                </a:cubicBezTo>
                <a:cubicBezTo>
                  <a:pt x="16210" y="9569"/>
                  <a:pt x="14055" y="12118"/>
                  <a:pt x="13312" y="15365"/>
                </a:cubicBezTo>
                <a:cubicBezTo>
                  <a:pt x="12511" y="18672"/>
                  <a:pt x="13195" y="22473"/>
                  <a:pt x="15365" y="26857"/>
                </a:cubicBezTo>
                <a:lnTo>
                  <a:pt x="25371" y="47174"/>
                </a:lnTo>
                <a:lnTo>
                  <a:pt x="19007" y="50291"/>
                </a:lnTo>
                <a:lnTo>
                  <a:pt x="0" y="11724"/>
                </a:lnTo>
                <a:lnTo>
                  <a:pt x="6379" y="8593"/>
                </a:lnTo>
                <a:lnTo>
                  <a:pt x="9336" y="14564"/>
                </a:lnTo>
                <a:cubicBezTo>
                  <a:pt x="9496" y="11608"/>
                  <a:pt x="10355" y="9001"/>
                  <a:pt x="11943" y="6831"/>
                </a:cubicBezTo>
                <a:cubicBezTo>
                  <a:pt x="13545" y="4617"/>
                  <a:pt x="15817" y="2796"/>
                  <a:pt x="18890" y="1253"/>
                </a:cubicBezTo>
                <a:cubicBezTo>
                  <a:pt x="19342" y="1034"/>
                  <a:pt x="19793" y="859"/>
                  <a:pt x="20376" y="626"/>
                </a:cubicBezTo>
                <a:cubicBezTo>
                  <a:pt x="20944" y="408"/>
                  <a:pt x="21570" y="233"/>
                  <a:pt x="22240" y="0"/>
                </a:cubicBezTo>
                <a:lnTo>
                  <a:pt x="25488" y="6496"/>
                </a:lnTo>
                <a:close/>
                <a:moveTo>
                  <a:pt x="25488" y="64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A271F-F7F8-4144-A5A5-439F3C5B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297" y="2311162"/>
            <a:ext cx="32828" cy="56714"/>
          </a:xfrm>
          <a:custGeom xmlns:a="http://schemas.openxmlformats.org/drawingml/2006/main">
            <a:pathLst>
              <a:path w="32828" h="56714">
                <a:moveTo>
                  <a:pt x="7457" y="18147"/>
                </a:moveTo>
                <a:lnTo>
                  <a:pt x="13778" y="15016"/>
                </a:lnTo>
                <a:lnTo>
                  <a:pt x="32828" y="53582"/>
                </a:lnTo>
                <a:lnTo>
                  <a:pt x="26463" y="56714"/>
                </a:lnTo>
                <a:lnTo>
                  <a:pt x="7457" y="18147"/>
                </a:lnTo>
                <a:close/>
                <a:moveTo>
                  <a:pt x="0" y="3131"/>
                </a:moveTo>
                <a:lnTo>
                  <a:pt x="6379" y="0"/>
                </a:lnTo>
                <a:lnTo>
                  <a:pt x="10355" y="8010"/>
                </a:lnTo>
                <a:lnTo>
                  <a:pt x="3991" y="11142"/>
                </a:lnTo>
                <a:lnTo>
                  <a:pt x="0" y="3131"/>
                </a:lnTo>
                <a:close/>
                <a:moveTo>
                  <a:pt x="0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F2203-6B4F-4802-A3D9-A7ECBB5B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808" y="2305584"/>
            <a:ext cx="43853" cy="49432"/>
          </a:xfrm>
          <a:custGeom xmlns:a="http://schemas.openxmlformats.org/drawingml/2006/main">
            <a:pathLst>
              <a:path w="43853" h="49432">
                <a:moveTo>
                  <a:pt x="6365" y="0"/>
                </a:moveTo>
                <a:lnTo>
                  <a:pt x="11768" y="10923"/>
                </a:lnTo>
                <a:lnTo>
                  <a:pt x="24861" y="4486"/>
                </a:lnTo>
                <a:lnTo>
                  <a:pt x="27250" y="9438"/>
                </a:lnTo>
                <a:lnTo>
                  <a:pt x="14215" y="15875"/>
                </a:lnTo>
                <a:lnTo>
                  <a:pt x="24570" y="36804"/>
                </a:lnTo>
                <a:cubicBezTo>
                  <a:pt x="26114" y="39936"/>
                  <a:pt x="27527" y="41756"/>
                  <a:pt x="28837" y="42208"/>
                </a:cubicBezTo>
                <a:cubicBezTo>
                  <a:pt x="30148" y="42674"/>
                  <a:pt x="32144" y="42266"/>
                  <a:pt x="34751" y="40955"/>
                </a:cubicBezTo>
                <a:lnTo>
                  <a:pt x="41246" y="37780"/>
                </a:lnTo>
                <a:lnTo>
                  <a:pt x="43853" y="43067"/>
                </a:lnTo>
                <a:lnTo>
                  <a:pt x="37372" y="46257"/>
                </a:lnTo>
                <a:cubicBezTo>
                  <a:pt x="32479" y="48703"/>
                  <a:pt x="28677" y="49432"/>
                  <a:pt x="25881" y="48529"/>
                </a:cubicBezTo>
                <a:cubicBezTo>
                  <a:pt x="23157" y="47611"/>
                  <a:pt x="20594" y="44771"/>
                  <a:pt x="18205" y="39936"/>
                </a:cubicBezTo>
                <a:lnTo>
                  <a:pt x="7850" y="19007"/>
                </a:lnTo>
                <a:lnTo>
                  <a:pt x="3190" y="21279"/>
                </a:lnTo>
                <a:lnTo>
                  <a:pt x="786" y="16385"/>
                </a:lnTo>
                <a:lnTo>
                  <a:pt x="5403" y="14113"/>
                </a:lnTo>
                <a:lnTo>
                  <a:pt x="0" y="3131"/>
                </a:lnTo>
                <a:lnTo>
                  <a:pt x="6365" y="0"/>
                </a:lnTo>
                <a:close/>
                <a:moveTo>
                  <a:pt x="636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315AE-E299-4184-AB6A-CEDC9D9D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427" y="2289708"/>
            <a:ext cx="41873" cy="70040"/>
          </a:xfrm>
          <a:custGeom xmlns:a="http://schemas.openxmlformats.org/drawingml/2006/main">
            <a:pathLst>
              <a:path w="41873" h="70040">
                <a:moveTo>
                  <a:pt x="41407" y="50466"/>
                </a:moveTo>
                <a:cubicBezTo>
                  <a:pt x="41873" y="55986"/>
                  <a:pt x="41640" y="59787"/>
                  <a:pt x="40620" y="62073"/>
                </a:cubicBezTo>
                <a:cubicBezTo>
                  <a:pt x="39586" y="64287"/>
                  <a:pt x="37664" y="66108"/>
                  <a:pt x="34809" y="67535"/>
                </a:cubicBezTo>
                <a:lnTo>
                  <a:pt x="29755" y="70040"/>
                </a:lnTo>
                <a:lnTo>
                  <a:pt x="27133" y="64739"/>
                </a:lnTo>
                <a:lnTo>
                  <a:pt x="30891" y="62860"/>
                </a:lnTo>
                <a:cubicBezTo>
                  <a:pt x="32595" y="62015"/>
                  <a:pt x="33789" y="60937"/>
                  <a:pt x="34299" y="59627"/>
                </a:cubicBezTo>
                <a:cubicBezTo>
                  <a:pt x="34867" y="58316"/>
                  <a:pt x="34984" y="55869"/>
                  <a:pt x="34634" y="52228"/>
                </a:cubicBezTo>
                <a:lnTo>
                  <a:pt x="34357" y="48762"/>
                </a:lnTo>
                <a:lnTo>
                  <a:pt x="0" y="18497"/>
                </a:lnTo>
                <a:lnTo>
                  <a:pt x="6714" y="15191"/>
                </a:lnTo>
                <a:lnTo>
                  <a:pt x="33673" y="39368"/>
                </a:lnTo>
                <a:lnTo>
                  <a:pt x="30833" y="3306"/>
                </a:lnTo>
                <a:lnTo>
                  <a:pt x="37547" y="0"/>
                </a:lnTo>
                <a:lnTo>
                  <a:pt x="41407" y="50466"/>
                </a:lnTo>
                <a:close/>
                <a:moveTo>
                  <a:pt x="41407" y="504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A252D-29B8-4F0D-ACF1-04F58B49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640" y="2253006"/>
            <a:ext cx="64579" cy="70783"/>
          </a:xfrm>
          <a:custGeom xmlns:a="http://schemas.openxmlformats.org/drawingml/2006/main">
            <a:pathLst>
              <a:path w="64579" h="70783">
                <a:moveTo>
                  <a:pt x="0" y="19356"/>
                </a:moveTo>
                <a:lnTo>
                  <a:pt x="6947" y="15933"/>
                </a:lnTo>
                <a:lnTo>
                  <a:pt x="17361" y="37037"/>
                </a:lnTo>
                <a:lnTo>
                  <a:pt x="42674" y="24526"/>
                </a:lnTo>
                <a:lnTo>
                  <a:pt x="32260" y="3481"/>
                </a:lnTo>
                <a:lnTo>
                  <a:pt x="39207" y="0"/>
                </a:lnTo>
                <a:lnTo>
                  <a:pt x="64579" y="51441"/>
                </a:lnTo>
                <a:lnTo>
                  <a:pt x="57631" y="54908"/>
                </a:lnTo>
                <a:lnTo>
                  <a:pt x="45514" y="30381"/>
                </a:lnTo>
                <a:lnTo>
                  <a:pt x="20259" y="42848"/>
                </a:lnTo>
                <a:lnTo>
                  <a:pt x="32377" y="67360"/>
                </a:lnTo>
                <a:lnTo>
                  <a:pt x="25386" y="70783"/>
                </a:lnTo>
                <a:lnTo>
                  <a:pt x="0" y="19356"/>
                </a:lnTo>
                <a:close/>
                <a:moveTo>
                  <a:pt x="0" y="1935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17003-413A-46AA-A787-116665D3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358" y="2241063"/>
            <a:ext cx="32770" cy="56670"/>
          </a:xfrm>
          <a:custGeom xmlns:a="http://schemas.openxmlformats.org/drawingml/2006/main">
            <a:pathLst>
              <a:path w="32770" h="56670">
                <a:moveTo>
                  <a:pt x="7399" y="18147"/>
                </a:moveTo>
                <a:lnTo>
                  <a:pt x="13720" y="15016"/>
                </a:lnTo>
                <a:lnTo>
                  <a:pt x="32770" y="53597"/>
                </a:lnTo>
                <a:lnTo>
                  <a:pt x="26449" y="56670"/>
                </a:lnTo>
                <a:lnTo>
                  <a:pt x="7399" y="18147"/>
                </a:lnTo>
                <a:close/>
                <a:moveTo>
                  <a:pt x="0" y="3131"/>
                </a:moveTo>
                <a:lnTo>
                  <a:pt x="6321" y="0"/>
                </a:lnTo>
                <a:lnTo>
                  <a:pt x="10297" y="8025"/>
                </a:lnTo>
                <a:lnTo>
                  <a:pt x="3932" y="11156"/>
                </a:lnTo>
                <a:lnTo>
                  <a:pt x="0" y="3131"/>
                </a:lnTo>
                <a:close/>
                <a:moveTo>
                  <a:pt x="0" y="31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BD60A-1E55-4A5C-B21B-CF9A7604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055" y="2233839"/>
            <a:ext cx="49898" cy="65933"/>
          </a:xfrm>
          <a:custGeom xmlns:a="http://schemas.openxmlformats.org/drawingml/2006/main">
            <a:pathLst>
              <a:path w="49898" h="65933">
                <a:moveTo>
                  <a:pt x="31969" y="21963"/>
                </a:moveTo>
                <a:cubicBezTo>
                  <a:pt x="29697" y="17404"/>
                  <a:pt x="26973" y="14288"/>
                  <a:pt x="23842" y="12744"/>
                </a:cubicBezTo>
                <a:cubicBezTo>
                  <a:pt x="20711" y="11156"/>
                  <a:pt x="17463" y="11156"/>
                  <a:pt x="13996" y="12860"/>
                </a:cubicBezTo>
                <a:cubicBezTo>
                  <a:pt x="10647" y="14564"/>
                  <a:pt x="8593" y="17128"/>
                  <a:pt x="7967" y="20594"/>
                </a:cubicBezTo>
                <a:cubicBezTo>
                  <a:pt x="7282" y="24002"/>
                  <a:pt x="8141" y="28051"/>
                  <a:pt x="10355" y="32653"/>
                </a:cubicBezTo>
                <a:cubicBezTo>
                  <a:pt x="12627" y="37212"/>
                  <a:pt x="15307" y="40285"/>
                  <a:pt x="18497" y="41873"/>
                </a:cubicBezTo>
                <a:cubicBezTo>
                  <a:pt x="21628" y="43460"/>
                  <a:pt x="24861" y="43416"/>
                  <a:pt x="28284" y="41756"/>
                </a:cubicBezTo>
                <a:cubicBezTo>
                  <a:pt x="31692" y="40052"/>
                  <a:pt x="33746" y="37489"/>
                  <a:pt x="34372" y="34022"/>
                </a:cubicBezTo>
                <a:cubicBezTo>
                  <a:pt x="35042" y="30556"/>
                  <a:pt x="34197" y="26565"/>
                  <a:pt x="31969" y="21963"/>
                </a:cubicBezTo>
                <a:close/>
                <a:moveTo>
                  <a:pt x="45688" y="33789"/>
                </a:moveTo>
                <a:cubicBezTo>
                  <a:pt x="48936" y="40402"/>
                  <a:pt x="49898" y="45965"/>
                  <a:pt x="48529" y="50640"/>
                </a:cubicBezTo>
                <a:cubicBezTo>
                  <a:pt x="47218" y="55243"/>
                  <a:pt x="43518" y="59059"/>
                  <a:pt x="37489" y="62015"/>
                </a:cubicBezTo>
                <a:cubicBezTo>
                  <a:pt x="35275" y="63151"/>
                  <a:pt x="33119" y="64011"/>
                  <a:pt x="30949" y="64637"/>
                </a:cubicBezTo>
                <a:cubicBezTo>
                  <a:pt x="28852" y="65307"/>
                  <a:pt x="26682" y="65715"/>
                  <a:pt x="24468" y="65933"/>
                </a:cubicBezTo>
                <a:lnTo>
                  <a:pt x="21453" y="59801"/>
                </a:lnTo>
                <a:cubicBezTo>
                  <a:pt x="23784" y="59845"/>
                  <a:pt x="25997" y="59743"/>
                  <a:pt x="28051" y="59277"/>
                </a:cubicBezTo>
                <a:cubicBezTo>
                  <a:pt x="30105" y="58884"/>
                  <a:pt x="32027" y="58199"/>
                  <a:pt x="33906" y="57296"/>
                </a:cubicBezTo>
                <a:cubicBezTo>
                  <a:pt x="38057" y="55243"/>
                  <a:pt x="40678" y="52621"/>
                  <a:pt x="41654" y="49446"/>
                </a:cubicBezTo>
                <a:cubicBezTo>
                  <a:pt x="42674" y="46257"/>
                  <a:pt x="42047" y="42441"/>
                  <a:pt x="39877" y="38057"/>
                </a:cubicBezTo>
                <a:lnTo>
                  <a:pt x="38348" y="34925"/>
                </a:lnTo>
                <a:cubicBezTo>
                  <a:pt x="38173" y="37838"/>
                  <a:pt x="37329" y="40402"/>
                  <a:pt x="35843" y="42499"/>
                </a:cubicBezTo>
                <a:cubicBezTo>
                  <a:pt x="34372" y="44654"/>
                  <a:pt x="32202" y="46431"/>
                  <a:pt x="29362" y="47844"/>
                </a:cubicBezTo>
                <a:cubicBezTo>
                  <a:pt x="24643" y="50174"/>
                  <a:pt x="19910" y="50233"/>
                  <a:pt x="15249" y="48077"/>
                </a:cubicBezTo>
                <a:cubicBezTo>
                  <a:pt x="10588" y="45907"/>
                  <a:pt x="6772" y="41814"/>
                  <a:pt x="3816" y="35843"/>
                </a:cubicBezTo>
                <a:cubicBezTo>
                  <a:pt x="918" y="29930"/>
                  <a:pt x="0" y="24410"/>
                  <a:pt x="1078" y="19400"/>
                </a:cubicBezTo>
                <a:cubicBezTo>
                  <a:pt x="2228" y="14331"/>
                  <a:pt x="5127" y="10647"/>
                  <a:pt x="9846" y="8302"/>
                </a:cubicBezTo>
                <a:cubicBezTo>
                  <a:pt x="12686" y="6947"/>
                  <a:pt x="15424" y="6263"/>
                  <a:pt x="18031" y="6379"/>
                </a:cubicBezTo>
                <a:cubicBezTo>
                  <a:pt x="20594" y="6481"/>
                  <a:pt x="23157" y="7399"/>
                  <a:pt x="25546" y="8986"/>
                </a:cubicBezTo>
                <a:lnTo>
                  <a:pt x="22648" y="3131"/>
                </a:lnTo>
                <a:lnTo>
                  <a:pt x="29012" y="0"/>
                </a:lnTo>
                <a:lnTo>
                  <a:pt x="45688" y="33789"/>
                </a:lnTo>
                <a:close/>
                <a:moveTo>
                  <a:pt x="45688" y="337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7C5B2-0CA5-4527-B8F4-04999300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70" y="2209371"/>
            <a:ext cx="58724" cy="56728"/>
          </a:xfrm>
          <a:custGeom xmlns:a="http://schemas.openxmlformats.org/drawingml/2006/main">
            <a:pathLst>
              <a:path w="58724" h="56728">
                <a:moveTo>
                  <a:pt x="47232" y="17536"/>
                </a:moveTo>
                <a:lnTo>
                  <a:pt x="58724" y="40795"/>
                </a:lnTo>
                <a:lnTo>
                  <a:pt x="52403" y="43926"/>
                </a:lnTo>
                <a:lnTo>
                  <a:pt x="41028" y="20827"/>
                </a:lnTo>
                <a:cubicBezTo>
                  <a:pt x="39207" y="17186"/>
                  <a:pt x="37154" y="14797"/>
                  <a:pt x="34823" y="13720"/>
                </a:cubicBezTo>
                <a:cubicBezTo>
                  <a:pt x="32551" y="12584"/>
                  <a:pt x="29930" y="12744"/>
                  <a:pt x="27090" y="14171"/>
                </a:cubicBezTo>
                <a:cubicBezTo>
                  <a:pt x="23667" y="15817"/>
                  <a:pt x="21512" y="18264"/>
                  <a:pt x="20594" y="21395"/>
                </a:cubicBezTo>
                <a:cubicBezTo>
                  <a:pt x="19691" y="24585"/>
                  <a:pt x="20201" y="28051"/>
                  <a:pt x="22021" y="31809"/>
                </a:cubicBezTo>
                <a:lnTo>
                  <a:pt x="32828" y="53597"/>
                </a:lnTo>
                <a:lnTo>
                  <a:pt x="26463" y="56728"/>
                </a:lnTo>
                <a:lnTo>
                  <a:pt x="0" y="3131"/>
                </a:lnTo>
                <a:lnTo>
                  <a:pt x="6379" y="0"/>
                </a:lnTo>
                <a:lnTo>
                  <a:pt x="16734" y="21002"/>
                </a:lnTo>
                <a:cubicBezTo>
                  <a:pt x="17128" y="17929"/>
                  <a:pt x="18045" y="15307"/>
                  <a:pt x="19516" y="13210"/>
                </a:cubicBezTo>
                <a:cubicBezTo>
                  <a:pt x="21002" y="11040"/>
                  <a:pt x="23099" y="9278"/>
                  <a:pt x="25779" y="7967"/>
                </a:cubicBezTo>
                <a:cubicBezTo>
                  <a:pt x="30221" y="5753"/>
                  <a:pt x="34255" y="5462"/>
                  <a:pt x="37838" y="7122"/>
                </a:cubicBezTo>
                <a:cubicBezTo>
                  <a:pt x="41479" y="8710"/>
                  <a:pt x="44611" y="12176"/>
                  <a:pt x="47232" y="17536"/>
                </a:cubicBezTo>
                <a:close/>
                <a:moveTo>
                  <a:pt x="47232" y="175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C5F134-1A30-499E-B6C0-A3BD2D0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8703" y="2595328"/>
            <a:ext cx="56219" cy="63617"/>
          </a:xfrm>
          <a:custGeom xmlns:a="http://schemas.openxmlformats.org/drawingml/2006/main">
            <a:pathLst>
              <a:path w="56219" h="63617">
                <a:moveTo>
                  <a:pt x="19400" y="35450"/>
                </a:moveTo>
                <a:lnTo>
                  <a:pt x="28051" y="54616"/>
                </a:lnTo>
                <a:lnTo>
                  <a:pt x="39426" y="49446"/>
                </a:lnTo>
                <a:cubicBezTo>
                  <a:pt x="43183" y="47742"/>
                  <a:pt x="45688" y="45688"/>
                  <a:pt x="46766" y="43300"/>
                </a:cubicBezTo>
                <a:cubicBezTo>
                  <a:pt x="47902" y="40911"/>
                  <a:pt x="47742" y="38071"/>
                  <a:pt x="46257" y="34823"/>
                </a:cubicBezTo>
                <a:cubicBezTo>
                  <a:pt x="44771" y="31517"/>
                  <a:pt x="42790" y="29537"/>
                  <a:pt x="40227" y="28852"/>
                </a:cubicBezTo>
                <a:cubicBezTo>
                  <a:pt x="37722" y="28109"/>
                  <a:pt x="34532" y="28619"/>
                  <a:pt x="30789" y="30323"/>
                </a:cubicBezTo>
                <a:lnTo>
                  <a:pt x="19400" y="35450"/>
                </a:lnTo>
                <a:close/>
                <a:moveTo>
                  <a:pt x="9671" y="13938"/>
                </a:moveTo>
                <a:lnTo>
                  <a:pt x="16793" y="29697"/>
                </a:lnTo>
                <a:lnTo>
                  <a:pt x="27308" y="24978"/>
                </a:lnTo>
                <a:cubicBezTo>
                  <a:pt x="30731" y="23449"/>
                  <a:pt x="33003" y="21628"/>
                  <a:pt x="34139" y="19575"/>
                </a:cubicBezTo>
                <a:cubicBezTo>
                  <a:pt x="35217" y="17477"/>
                  <a:pt x="35158" y="15132"/>
                  <a:pt x="33964" y="12467"/>
                </a:cubicBezTo>
                <a:cubicBezTo>
                  <a:pt x="32770" y="9846"/>
                  <a:pt x="31066" y="8258"/>
                  <a:pt x="28736" y="7748"/>
                </a:cubicBezTo>
                <a:cubicBezTo>
                  <a:pt x="26463" y="7180"/>
                  <a:pt x="23609" y="7690"/>
                  <a:pt x="20143" y="9219"/>
                </a:cubicBezTo>
                <a:lnTo>
                  <a:pt x="9671" y="13938"/>
                </a:lnTo>
                <a:close/>
                <a:moveTo>
                  <a:pt x="0" y="11331"/>
                </a:moveTo>
                <a:lnTo>
                  <a:pt x="18045" y="3190"/>
                </a:lnTo>
                <a:cubicBezTo>
                  <a:pt x="23449" y="743"/>
                  <a:pt x="28109" y="0"/>
                  <a:pt x="32027" y="918"/>
                </a:cubicBezTo>
                <a:cubicBezTo>
                  <a:pt x="35959" y="1821"/>
                  <a:pt x="38858" y="4384"/>
                  <a:pt x="40737" y="8476"/>
                </a:cubicBezTo>
                <a:cubicBezTo>
                  <a:pt x="42164" y="11666"/>
                  <a:pt x="42557" y="14564"/>
                  <a:pt x="41931" y="17128"/>
                </a:cubicBezTo>
                <a:cubicBezTo>
                  <a:pt x="41305" y="19691"/>
                  <a:pt x="39659" y="21847"/>
                  <a:pt x="36979" y="23609"/>
                </a:cubicBezTo>
                <a:cubicBezTo>
                  <a:pt x="40795" y="22822"/>
                  <a:pt x="44145" y="23157"/>
                  <a:pt x="47174" y="24643"/>
                </a:cubicBezTo>
                <a:cubicBezTo>
                  <a:pt x="50189" y="26172"/>
                  <a:pt x="52461" y="28677"/>
                  <a:pt x="54048" y="32202"/>
                </a:cubicBezTo>
                <a:cubicBezTo>
                  <a:pt x="56219" y="36877"/>
                  <a:pt x="56219" y="41188"/>
                  <a:pt x="54223" y="45179"/>
                </a:cubicBezTo>
                <a:cubicBezTo>
                  <a:pt x="52170" y="49155"/>
                  <a:pt x="48252" y="52461"/>
                  <a:pt x="42382" y="55141"/>
                </a:cubicBezTo>
                <a:lnTo>
                  <a:pt x="23609" y="63617"/>
                </a:lnTo>
                <a:lnTo>
                  <a:pt x="0" y="11331"/>
                </a:lnTo>
                <a:close/>
                <a:moveTo>
                  <a:pt x="0" y="1133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A8F53-C94E-4D8A-94BB-23D9146C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605" y="2579467"/>
            <a:ext cx="31066" cy="57340"/>
          </a:xfrm>
          <a:custGeom xmlns:a="http://schemas.openxmlformats.org/drawingml/2006/main">
            <a:pathLst>
              <a:path w="31066" h="57340">
                <a:moveTo>
                  <a:pt x="6889" y="18205"/>
                </a:moveTo>
                <a:lnTo>
                  <a:pt x="13312" y="15234"/>
                </a:lnTo>
                <a:lnTo>
                  <a:pt x="31066" y="54442"/>
                </a:lnTo>
                <a:lnTo>
                  <a:pt x="24585" y="57340"/>
                </a:lnTo>
                <a:lnTo>
                  <a:pt x="6889" y="18205"/>
                </a:lnTo>
                <a:close/>
                <a:moveTo>
                  <a:pt x="0" y="2898"/>
                </a:moveTo>
                <a:lnTo>
                  <a:pt x="6437" y="0"/>
                </a:lnTo>
                <a:lnTo>
                  <a:pt x="10137" y="8185"/>
                </a:lnTo>
                <a:lnTo>
                  <a:pt x="3699" y="11084"/>
                </a:lnTo>
                <a:lnTo>
                  <a:pt x="0" y="2898"/>
                </a:lnTo>
                <a:close/>
                <a:moveTo>
                  <a:pt x="0" y="28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EFCC2-C7A5-4C33-A278-94998EF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292" y="2574617"/>
            <a:ext cx="42441" cy="50189"/>
          </a:xfrm>
          <a:custGeom xmlns:a="http://schemas.openxmlformats.org/drawingml/2006/main">
            <a:pathLst>
              <a:path w="42441" h="50189">
                <a:moveTo>
                  <a:pt x="6481" y="0"/>
                </a:moveTo>
                <a:lnTo>
                  <a:pt x="11491" y="11156"/>
                </a:lnTo>
                <a:lnTo>
                  <a:pt x="24745" y="5127"/>
                </a:lnTo>
                <a:lnTo>
                  <a:pt x="27017" y="10137"/>
                </a:lnTo>
                <a:lnTo>
                  <a:pt x="13763" y="16166"/>
                </a:lnTo>
                <a:lnTo>
                  <a:pt x="23376" y="37445"/>
                </a:lnTo>
                <a:cubicBezTo>
                  <a:pt x="24803" y="40635"/>
                  <a:pt x="26158" y="42455"/>
                  <a:pt x="27468" y="43023"/>
                </a:cubicBezTo>
                <a:cubicBezTo>
                  <a:pt x="28721" y="43533"/>
                  <a:pt x="30716" y="43125"/>
                  <a:pt x="33440" y="41931"/>
                </a:cubicBezTo>
                <a:lnTo>
                  <a:pt x="40052" y="38974"/>
                </a:lnTo>
                <a:lnTo>
                  <a:pt x="42441" y="44319"/>
                </a:lnTo>
                <a:lnTo>
                  <a:pt x="35843" y="47334"/>
                </a:lnTo>
                <a:cubicBezTo>
                  <a:pt x="30891" y="49563"/>
                  <a:pt x="27017" y="50189"/>
                  <a:pt x="24293" y="49213"/>
                </a:cubicBezTo>
                <a:cubicBezTo>
                  <a:pt x="21555" y="48194"/>
                  <a:pt x="19108" y="45237"/>
                  <a:pt x="16895" y="40343"/>
                </a:cubicBezTo>
                <a:lnTo>
                  <a:pt x="7282" y="19065"/>
                </a:lnTo>
                <a:lnTo>
                  <a:pt x="2549" y="21235"/>
                </a:lnTo>
                <a:lnTo>
                  <a:pt x="277" y="16225"/>
                </a:lnTo>
                <a:lnTo>
                  <a:pt x="4996" y="14055"/>
                </a:lnTo>
                <a:lnTo>
                  <a:pt x="0" y="2913"/>
                </a:lnTo>
                <a:lnTo>
                  <a:pt x="6481" y="0"/>
                </a:lnTo>
                <a:close/>
                <a:moveTo>
                  <a:pt x="648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41A2E-F2CF-4A84-9757-DD5A931B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395" y="2544017"/>
            <a:ext cx="51602" cy="64913"/>
          </a:xfrm>
          <a:custGeom xmlns:a="http://schemas.openxmlformats.org/drawingml/2006/main">
            <a:pathLst>
              <a:path w="51602" h="64913">
                <a:moveTo>
                  <a:pt x="43577" y="64913"/>
                </a:moveTo>
                <a:lnTo>
                  <a:pt x="0" y="21672"/>
                </a:lnTo>
                <a:lnTo>
                  <a:pt x="7399" y="18322"/>
                </a:lnTo>
                <a:lnTo>
                  <a:pt x="43868" y="54849"/>
                </a:lnTo>
                <a:lnTo>
                  <a:pt x="40562" y="3350"/>
                </a:lnTo>
                <a:lnTo>
                  <a:pt x="47902" y="0"/>
                </a:lnTo>
                <a:lnTo>
                  <a:pt x="51602" y="61272"/>
                </a:lnTo>
                <a:lnTo>
                  <a:pt x="43577" y="64913"/>
                </a:lnTo>
                <a:close/>
                <a:moveTo>
                  <a:pt x="43577" y="649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A72DD-B0A9-4D01-B725-A819F3B3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226" y="2546115"/>
            <a:ext cx="47116" cy="47684"/>
          </a:xfrm>
          <a:custGeom xmlns:a="http://schemas.openxmlformats.org/drawingml/2006/main">
            <a:pathLst>
              <a:path w="47116" h="47684">
                <a:moveTo>
                  <a:pt x="25371" y="21628"/>
                </a:moveTo>
                <a:cubicBezTo>
                  <a:pt x="20201" y="23958"/>
                  <a:pt x="16836" y="26172"/>
                  <a:pt x="15365" y="28284"/>
                </a:cubicBezTo>
                <a:cubicBezTo>
                  <a:pt x="13880" y="30381"/>
                  <a:pt x="13822" y="32886"/>
                  <a:pt x="15132" y="35741"/>
                </a:cubicBezTo>
                <a:cubicBezTo>
                  <a:pt x="16166" y="38013"/>
                  <a:pt x="17696" y="39484"/>
                  <a:pt x="19851" y="40169"/>
                </a:cubicBezTo>
                <a:cubicBezTo>
                  <a:pt x="21963" y="40795"/>
                  <a:pt x="24293" y="40576"/>
                  <a:pt x="26857" y="39382"/>
                </a:cubicBezTo>
                <a:cubicBezTo>
                  <a:pt x="30440" y="37780"/>
                  <a:pt x="32712" y="35217"/>
                  <a:pt x="33746" y="31692"/>
                </a:cubicBezTo>
                <a:cubicBezTo>
                  <a:pt x="34765" y="28226"/>
                  <a:pt x="34314" y="24352"/>
                  <a:pt x="32435" y="20143"/>
                </a:cubicBezTo>
                <a:lnTo>
                  <a:pt x="31809" y="18730"/>
                </a:lnTo>
                <a:lnTo>
                  <a:pt x="25371" y="21628"/>
                </a:lnTo>
                <a:close/>
                <a:moveTo>
                  <a:pt x="37037" y="13152"/>
                </a:moveTo>
                <a:lnTo>
                  <a:pt x="47116" y="35508"/>
                </a:lnTo>
                <a:lnTo>
                  <a:pt x="40678" y="38406"/>
                </a:lnTo>
                <a:lnTo>
                  <a:pt x="38013" y="32493"/>
                </a:lnTo>
                <a:cubicBezTo>
                  <a:pt x="37605" y="35508"/>
                  <a:pt x="36586" y="38071"/>
                  <a:pt x="34882" y="40227"/>
                </a:cubicBezTo>
                <a:cubicBezTo>
                  <a:pt x="33221" y="42339"/>
                  <a:pt x="30775" y="44101"/>
                  <a:pt x="27600" y="45572"/>
                </a:cubicBezTo>
                <a:cubicBezTo>
                  <a:pt x="23609" y="47393"/>
                  <a:pt x="19910" y="47684"/>
                  <a:pt x="16501" y="46490"/>
                </a:cubicBezTo>
                <a:cubicBezTo>
                  <a:pt x="13093" y="45295"/>
                  <a:pt x="10588" y="42848"/>
                  <a:pt x="8884" y="39033"/>
                </a:cubicBezTo>
                <a:cubicBezTo>
                  <a:pt x="6889" y="34649"/>
                  <a:pt x="6831" y="30673"/>
                  <a:pt x="8768" y="27090"/>
                </a:cubicBezTo>
                <a:cubicBezTo>
                  <a:pt x="10705" y="23507"/>
                  <a:pt x="14623" y="20434"/>
                  <a:pt x="20478" y="17754"/>
                </a:cubicBezTo>
                <a:lnTo>
                  <a:pt x="29537" y="13661"/>
                </a:lnTo>
                <a:lnTo>
                  <a:pt x="29245" y="13035"/>
                </a:lnTo>
                <a:cubicBezTo>
                  <a:pt x="27876" y="10079"/>
                  <a:pt x="25895" y="8200"/>
                  <a:pt x="23216" y="7457"/>
                </a:cubicBezTo>
                <a:cubicBezTo>
                  <a:pt x="20478" y="6714"/>
                  <a:pt x="17404" y="7180"/>
                  <a:pt x="13880" y="8768"/>
                </a:cubicBezTo>
                <a:cubicBezTo>
                  <a:pt x="11666" y="9787"/>
                  <a:pt x="9554" y="11040"/>
                  <a:pt x="7690" y="12525"/>
                </a:cubicBezTo>
                <a:cubicBezTo>
                  <a:pt x="5811" y="14055"/>
                  <a:pt x="4151" y="15773"/>
                  <a:pt x="2680" y="17696"/>
                </a:cubicBezTo>
                <a:lnTo>
                  <a:pt x="0" y="11783"/>
                </a:lnTo>
                <a:cubicBezTo>
                  <a:pt x="1937" y="9787"/>
                  <a:pt x="3874" y="8083"/>
                  <a:pt x="5913" y="6612"/>
                </a:cubicBezTo>
                <a:cubicBezTo>
                  <a:pt x="7908" y="5185"/>
                  <a:pt x="9962" y="3991"/>
                  <a:pt x="12059" y="3015"/>
                </a:cubicBezTo>
                <a:cubicBezTo>
                  <a:pt x="17754" y="466"/>
                  <a:pt x="22648" y="0"/>
                  <a:pt x="26798" y="1660"/>
                </a:cubicBezTo>
                <a:cubicBezTo>
                  <a:pt x="30891" y="3364"/>
                  <a:pt x="34314" y="7180"/>
                  <a:pt x="37037" y="13152"/>
                </a:cubicBezTo>
                <a:close/>
                <a:moveTo>
                  <a:pt x="37037" y="1315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0130F-320C-485C-BD52-962CD7B1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010" y="2518238"/>
            <a:ext cx="31066" cy="57413"/>
          </a:xfrm>
          <a:custGeom xmlns:a="http://schemas.openxmlformats.org/drawingml/2006/main">
            <a:pathLst>
              <a:path w="31066" h="57413">
                <a:moveTo>
                  <a:pt x="0" y="2913"/>
                </a:moveTo>
                <a:lnTo>
                  <a:pt x="6437" y="0"/>
                </a:lnTo>
                <a:lnTo>
                  <a:pt x="31066" y="54456"/>
                </a:lnTo>
                <a:lnTo>
                  <a:pt x="24585" y="57413"/>
                </a:lnTo>
                <a:lnTo>
                  <a:pt x="0" y="2913"/>
                </a:lnTo>
                <a:close/>
                <a:moveTo>
                  <a:pt x="0" y="29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21622-23CD-4AD6-8112-99D1F55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124" y="2512893"/>
            <a:ext cx="50582" cy="51034"/>
          </a:xfrm>
          <a:custGeom xmlns:a="http://schemas.openxmlformats.org/drawingml/2006/main">
            <a:pathLst>
              <a:path w="50582" h="51034">
                <a:moveTo>
                  <a:pt x="10749" y="38581"/>
                </a:moveTo>
                <a:lnTo>
                  <a:pt x="0" y="14856"/>
                </a:lnTo>
                <a:lnTo>
                  <a:pt x="6437" y="11957"/>
                </a:lnTo>
                <a:lnTo>
                  <a:pt x="17069" y="35391"/>
                </a:lnTo>
                <a:cubicBezTo>
                  <a:pt x="18774" y="39149"/>
                  <a:pt x="20711" y="41596"/>
                  <a:pt x="22983" y="42790"/>
                </a:cubicBezTo>
                <a:cubicBezTo>
                  <a:pt x="25313" y="43984"/>
                  <a:pt x="27876" y="43926"/>
                  <a:pt x="30775" y="42615"/>
                </a:cubicBezTo>
                <a:cubicBezTo>
                  <a:pt x="34255" y="41028"/>
                  <a:pt x="36469" y="38683"/>
                  <a:pt x="37489" y="35566"/>
                </a:cubicBezTo>
                <a:cubicBezTo>
                  <a:pt x="38523" y="32435"/>
                  <a:pt x="38173" y="28954"/>
                  <a:pt x="36469" y="25153"/>
                </a:cubicBezTo>
                <a:lnTo>
                  <a:pt x="26405" y="2898"/>
                </a:lnTo>
                <a:lnTo>
                  <a:pt x="32828" y="0"/>
                </a:lnTo>
                <a:lnTo>
                  <a:pt x="50582" y="39207"/>
                </a:lnTo>
                <a:lnTo>
                  <a:pt x="44101" y="42106"/>
                </a:lnTo>
                <a:lnTo>
                  <a:pt x="41421" y="36076"/>
                </a:lnTo>
                <a:cubicBezTo>
                  <a:pt x="40911" y="39149"/>
                  <a:pt x="39877" y="41756"/>
                  <a:pt x="38348" y="43868"/>
                </a:cubicBezTo>
                <a:cubicBezTo>
                  <a:pt x="36819" y="45922"/>
                  <a:pt x="34707" y="47626"/>
                  <a:pt x="31925" y="48820"/>
                </a:cubicBezTo>
                <a:cubicBezTo>
                  <a:pt x="27425" y="50859"/>
                  <a:pt x="23390" y="51034"/>
                  <a:pt x="19808" y="49271"/>
                </a:cubicBezTo>
                <a:cubicBezTo>
                  <a:pt x="16210" y="47509"/>
                  <a:pt x="13195" y="43984"/>
                  <a:pt x="10749" y="38581"/>
                </a:cubicBezTo>
                <a:close/>
                <a:moveTo>
                  <a:pt x="10749" y="385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90C20-26DB-4518-9016-EA4F246E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002" y="2495998"/>
            <a:ext cx="46082" cy="46431"/>
          </a:xfrm>
          <a:custGeom xmlns:a="http://schemas.openxmlformats.org/drawingml/2006/main">
            <a:pathLst>
              <a:path w="46082" h="46431">
                <a:moveTo>
                  <a:pt x="38858" y="13705"/>
                </a:moveTo>
                <a:lnTo>
                  <a:pt x="40271" y="16895"/>
                </a:lnTo>
                <a:lnTo>
                  <a:pt x="10690" y="30265"/>
                </a:lnTo>
                <a:cubicBezTo>
                  <a:pt x="12962" y="34590"/>
                  <a:pt x="15861" y="37329"/>
                  <a:pt x="19283" y="38567"/>
                </a:cubicBezTo>
                <a:cubicBezTo>
                  <a:pt x="22691" y="39819"/>
                  <a:pt x="26565" y="39484"/>
                  <a:pt x="30833" y="37547"/>
                </a:cubicBezTo>
                <a:cubicBezTo>
                  <a:pt x="33338" y="36411"/>
                  <a:pt x="35552" y="35042"/>
                  <a:pt x="37605" y="33396"/>
                </a:cubicBezTo>
                <a:cubicBezTo>
                  <a:pt x="39644" y="31750"/>
                  <a:pt x="41581" y="29813"/>
                  <a:pt x="43285" y="27541"/>
                </a:cubicBezTo>
                <a:lnTo>
                  <a:pt x="46082" y="33629"/>
                </a:lnTo>
                <a:cubicBezTo>
                  <a:pt x="44203" y="35668"/>
                  <a:pt x="42149" y="37489"/>
                  <a:pt x="39994" y="39091"/>
                </a:cubicBezTo>
                <a:cubicBezTo>
                  <a:pt x="37765" y="40678"/>
                  <a:pt x="35435" y="42047"/>
                  <a:pt x="32930" y="43183"/>
                </a:cubicBezTo>
                <a:cubicBezTo>
                  <a:pt x="26682" y="46023"/>
                  <a:pt x="20929" y="46431"/>
                  <a:pt x="15584" y="44436"/>
                </a:cubicBezTo>
                <a:cubicBezTo>
                  <a:pt x="10297" y="42441"/>
                  <a:pt x="6248" y="38348"/>
                  <a:pt x="3466" y="32144"/>
                </a:cubicBezTo>
                <a:cubicBezTo>
                  <a:pt x="568" y="25721"/>
                  <a:pt x="0" y="19851"/>
                  <a:pt x="1762" y="14506"/>
                </a:cubicBezTo>
                <a:cubicBezTo>
                  <a:pt x="3525" y="9219"/>
                  <a:pt x="7340" y="5185"/>
                  <a:pt x="13195" y="2563"/>
                </a:cubicBezTo>
                <a:cubicBezTo>
                  <a:pt x="18482" y="175"/>
                  <a:pt x="23434" y="0"/>
                  <a:pt x="28036" y="1995"/>
                </a:cubicBezTo>
                <a:cubicBezTo>
                  <a:pt x="32653" y="3991"/>
                  <a:pt x="36236" y="7908"/>
                  <a:pt x="38858" y="13705"/>
                </a:cubicBezTo>
                <a:close/>
                <a:moveTo>
                  <a:pt x="31576" y="14739"/>
                </a:moveTo>
                <a:cubicBezTo>
                  <a:pt x="29974" y="11273"/>
                  <a:pt x="27701" y="8870"/>
                  <a:pt x="24803" y="7675"/>
                </a:cubicBezTo>
                <a:cubicBezTo>
                  <a:pt x="21949" y="6423"/>
                  <a:pt x="18934" y="6539"/>
                  <a:pt x="15759" y="7967"/>
                </a:cubicBezTo>
                <a:cubicBezTo>
                  <a:pt x="12176" y="9612"/>
                  <a:pt x="9729" y="11885"/>
                  <a:pt x="8535" y="14914"/>
                </a:cubicBezTo>
                <a:cubicBezTo>
                  <a:pt x="7282" y="17929"/>
                  <a:pt x="7340" y="21337"/>
                  <a:pt x="8637" y="25153"/>
                </a:cubicBezTo>
                <a:lnTo>
                  <a:pt x="31576" y="14739"/>
                </a:lnTo>
                <a:close/>
                <a:moveTo>
                  <a:pt x="31576" y="1473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138A20-8AA2-4D0F-AA30-43B04B3A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447" y="2457082"/>
            <a:ext cx="49271" cy="63836"/>
          </a:xfrm>
          <a:custGeom xmlns:a="http://schemas.openxmlformats.org/drawingml/2006/main">
            <a:pathLst>
              <a:path w="49271" h="63836">
                <a:moveTo>
                  <a:pt x="0" y="19968"/>
                </a:moveTo>
                <a:lnTo>
                  <a:pt x="44203" y="0"/>
                </a:lnTo>
                <a:lnTo>
                  <a:pt x="46883" y="5971"/>
                </a:lnTo>
                <a:lnTo>
                  <a:pt x="28328" y="14346"/>
                </a:lnTo>
                <a:lnTo>
                  <a:pt x="49271" y="60646"/>
                </a:lnTo>
                <a:lnTo>
                  <a:pt x="42149" y="63836"/>
                </a:lnTo>
                <a:lnTo>
                  <a:pt x="21279" y="17521"/>
                </a:lnTo>
                <a:lnTo>
                  <a:pt x="2665" y="25939"/>
                </a:lnTo>
                <a:lnTo>
                  <a:pt x="0" y="19968"/>
                </a:lnTo>
                <a:close/>
                <a:moveTo>
                  <a:pt x="0" y="199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95C3F-D6C0-4933-BE85-C613775E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664" y="2461743"/>
            <a:ext cx="46082" cy="46490"/>
          </a:xfrm>
          <a:custGeom xmlns:a="http://schemas.openxmlformats.org/drawingml/2006/main">
            <a:pathLst>
              <a:path w="46082" h="46490">
                <a:moveTo>
                  <a:pt x="38916" y="13778"/>
                </a:moveTo>
                <a:lnTo>
                  <a:pt x="40329" y="16909"/>
                </a:lnTo>
                <a:lnTo>
                  <a:pt x="10690" y="30338"/>
                </a:lnTo>
                <a:cubicBezTo>
                  <a:pt x="13021" y="34605"/>
                  <a:pt x="15875" y="37387"/>
                  <a:pt x="19283" y="38639"/>
                </a:cubicBezTo>
                <a:cubicBezTo>
                  <a:pt x="22750" y="39892"/>
                  <a:pt x="26624" y="39542"/>
                  <a:pt x="30891" y="37620"/>
                </a:cubicBezTo>
                <a:cubicBezTo>
                  <a:pt x="33338" y="36469"/>
                  <a:pt x="35610" y="35115"/>
                  <a:pt x="37664" y="33454"/>
                </a:cubicBezTo>
                <a:cubicBezTo>
                  <a:pt x="39717" y="31809"/>
                  <a:pt x="41581" y="29813"/>
                  <a:pt x="43358" y="27600"/>
                </a:cubicBezTo>
                <a:lnTo>
                  <a:pt x="46082" y="33687"/>
                </a:lnTo>
                <a:cubicBezTo>
                  <a:pt x="44203" y="35683"/>
                  <a:pt x="42149" y="37503"/>
                  <a:pt x="39994" y="39149"/>
                </a:cubicBezTo>
                <a:cubicBezTo>
                  <a:pt x="37780" y="40737"/>
                  <a:pt x="35450" y="42106"/>
                  <a:pt x="32945" y="43242"/>
                </a:cubicBezTo>
                <a:cubicBezTo>
                  <a:pt x="26682" y="46038"/>
                  <a:pt x="20929" y="46490"/>
                  <a:pt x="15642" y="44494"/>
                </a:cubicBezTo>
                <a:cubicBezTo>
                  <a:pt x="10355" y="42499"/>
                  <a:pt x="6263" y="38406"/>
                  <a:pt x="3466" y="32202"/>
                </a:cubicBezTo>
                <a:cubicBezTo>
                  <a:pt x="568" y="25779"/>
                  <a:pt x="0" y="19924"/>
                  <a:pt x="1762" y="14564"/>
                </a:cubicBezTo>
                <a:cubicBezTo>
                  <a:pt x="3525" y="9219"/>
                  <a:pt x="7340" y="5243"/>
                  <a:pt x="13254" y="2563"/>
                </a:cubicBezTo>
                <a:cubicBezTo>
                  <a:pt x="18482" y="175"/>
                  <a:pt x="23434" y="0"/>
                  <a:pt x="28051" y="2054"/>
                </a:cubicBezTo>
                <a:cubicBezTo>
                  <a:pt x="32653" y="4049"/>
                  <a:pt x="36236" y="7967"/>
                  <a:pt x="38916" y="13778"/>
                </a:cubicBezTo>
                <a:close/>
                <a:moveTo>
                  <a:pt x="31634" y="14797"/>
                </a:moveTo>
                <a:cubicBezTo>
                  <a:pt x="29988" y="11273"/>
                  <a:pt x="27701" y="8943"/>
                  <a:pt x="24861" y="7690"/>
                </a:cubicBezTo>
                <a:cubicBezTo>
                  <a:pt x="21963" y="6496"/>
                  <a:pt x="18948" y="6554"/>
                  <a:pt x="15759" y="8025"/>
                </a:cubicBezTo>
                <a:cubicBezTo>
                  <a:pt x="12176" y="9627"/>
                  <a:pt x="9787" y="11957"/>
                  <a:pt x="8535" y="14972"/>
                </a:cubicBezTo>
                <a:cubicBezTo>
                  <a:pt x="7282" y="17987"/>
                  <a:pt x="7340" y="21395"/>
                  <a:pt x="8651" y="25211"/>
                </a:cubicBezTo>
                <a:lnTo>
                  <a:pt x="31634" y="14797"/>
                </a:lnTo>
                <a:close/>
                <a:moveTo>
                  <a:pt x="31634" y="147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4AF74-E63E-486B-A776-538E402F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537" y="2442635"/>
            <a:ext cx="41013" cy="49155"/>
          </a:xfrm>
          <a:custGeom xmlns:a="http://schemas.openxmlformats.org/drawingml/2006/main">
            <a:pathLst>
              <a:path w="41013" h="49155">
                <a:moveTo>
                  <a:pt x="24978" y="0"/>
                </a:moveTo>
                <a:lnTo>
                  <a:pt x="27701" y="6088"/>
                </a:lnTo>
                <a:cubicBezTo>
                  <a:pt x="25488" y="5971"/>
                  <a:pt x="23274" y="6146"/>
                  <a:pt x="21104" y="6539"/>
                </a:cubicBezTo>
                <a:cubicBezTo>
                  <a:pt x="18948" y="6947"/>
                  <a:pt x="16778" y="7617"/>
                  <a:pt x="14681" y="8593"/>
                </a:cubicBezTo>
                <a:cubicBezTo>
                  <a:pt x="11491" y="10020"/>
                  <a:pt x="9336" y="11608"/>
                  <a:pt x="8185" y="13312"/>
                </a:cubicBezTo>
                <a:cubicBezTo>
                  <a:pt x="6991" y="15016"/>
                  <a:pt x="6889" y="16836"/>
                  <a:pt x="7792" y="18832"/>
                </a:cubicBezTo>
                <a:cubicBezTo>
                  <a:pt x="8418" y="20317"/>
                  <a:pt x="9554" y="21220"/>
                  <a:pt x="11098" y="21555"/>
                </a:cubicBezTo>
                <a:cubicBezTo>
                  <a:pt x="12569" y="21905"/>
                  <a:pt x="15249" y="21672"/>
                  <a:pt x="19065" y="20885"/>
                </a:cubicBezTo>
                <a:lnTo>
                  <a:pt x="21497" y="20361"/>
                </a:lnTo>
                <a:cubicBezTo>
                  <a:pt x="26507" y="19283"/>
                  <a:pt x="30381" y="19167"/>
                  <a:pt x="33105" y="20084"/>
                </a:cubicBezTo>
                <a:cubicBezTo>
                  <a:pt x="35843" y="20987"/>
                  <a:pt x="37940" y="23041"/>
                  <a:pt x="39368" y="26289"/>
                </a:cubicBezTo>
                <a:cubicBezTo>
                  <a:pt x="41013" y="29930"/>
                  <a:pt x="40911" y="33454"/>
                  <a:pt x="38974" y="36862"/>
                </a:cubicBezTo>
                <a:cubicBezTo>
                  <a:pt x="37037" y="40285"/>
                  <a:pt x="33571" y="43125"/>
                  <a:pt x="28503" y="45397"/>
                </a:cubicBezTo>
                <a:cubicBezTo>
                  <a:pt x="26449" y="46373"/>
                  <a:pt x="24119" y="47160"/>
                  <a:pt x="21672" y="47786"/>
                </a:cubicBezTo>
                <a:cubicBezTo>
                  <a:pt x="19225" y="48354"/>
                  <a:pt x="16560" y="48864"/>
                  <a:pt x="13647" y="49155"/>
                </a:cubicBezTo>
                <a:lnTo>
                  <a:pt x="10632" y="42557"/>
                </a:lnTo>
                <a:cubicBezTo>
                  <a:pt x="13603" y="42674"/>
                  <a:pt x="16385" y="42557"/>
                  <a:pt x="18948" y="42164"/>
                </a:cubicBezTo>
                <a:cubicBezTo>
                  <a:pt x="21555" y="41698"/>
                  <a:pt x="23944" y="40955"/>
                  <a:pt x="26230" y="39936"/>
                </a:cubicBezTo>
                <a:cubicBezTo>
                  <a:pt x="29245" y="38567"/>
                  <a:pt x="31343" y="37037"/>
                  <a:pt x="32537" y="35217"/>
                </a:cubicBezTo>
                <a:cubicBezTo>
                  <a:pt x="33673" y="33454"/>
                  <a:pt x="33848" y="31634"/>
                  <a:pt x="33003" y="29755"/>
                </a:cubicBezTo>
                <a:cubicBezTo>
                  <a:pt x="32202" y="27993"/>
                  <a:pt x="31008" y="26915"/>
                  <a:pt x="29406" y="26507"/>
                </a:cubicBezTo>
                <a:cubicBezTo>
                  <a:pt x="27818" y="26114"/>
                  <a:pt x="24803" y="26391"/>
                  <a:pt x="20419" y="27308"/>
                </a:cubicBezTo>
                <a:lnTo>
                  <a:pt x="17972" y="27818"/>
                </a:lnTo>
                <a:cubicBezTo>
                  <a:pt x="13603" y="28794"/>
                  <a:pt x="10122" y="28794"/>
                  <a:pt x="7559" y="27876"/>
                </a:cubicBezTo>
                <a:cubicBezTo>
                  <a:pt x="5010" y="26915"/>
                  <a:pt x="3015" y="24920"/>
                  <a:pt x="1646" y="21905"/>
                </a:cubicBezTo>
                <a:cubicBezTo>
                  <a:pt x="0" y="18205"/>
                  <a:pt x="0" y="14797"/>
                  <a:pt x="1704" y="11608"/>
                </a:cubicBezTo>
                <a:cubicBezTo>
                  <a:pt x="3408" y="8418"/>
                  <a:pt x="6714" y="5753"/>
                  <a:pt x="11491" y="3525"/>
                </a:cubicBezTo>
                <a:cubicBezTo>
                  <a:pt x="13880" y="2505"/>
                  <a:pt x="16210" y="1646"/>
                  <a:pt x="18439" y="1020"/>
                </a:cubicBezTo>
                <a:cubicBezTo>
                  <a:pt x="20711" y="451"/>
                  <a:pt x="22866" y="58"/>
                  <a:pt x="24978" y="0"/>
                </a:cubicBezTo>
                <a:close/>
                <a:moveTo>
                  <a:pt x="2497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92190-76E6-41AB-BE6C-305FEE32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229" y="2421866"/>
            <a:ext cx="42441" cy="50189"/>
          </a:xfrm>
          <a:custGeom xmlns:a="http://schemas.openxmlformats.org/drawingml/2006/main">
            <a:pathLst>
              <a:path w="42441" h="50189">
                <a:moveTo>
                  <a:pt x="6423" y="0"/>
                </a:moveTo>
                <a:lnTo>
                  <a:pt x="11491" y="11156"/>
                </a:lnTo>
                <a:lnTo>
                  <a:pt x="24745" y="5127"/>
                </a:lnTo>
                <a:lnTo>
                  <a:pt x="27017" y="10137"/>
                </a:lnTo>
                <a:lnTo>
                  <a:pt x="13763" y="16166"/>
                </a:lnTo>
                <a:lnTo>
                  <a:pt x="23376" y="37445"/>
                </a:lnTo>
                <a:cubicBezTo>
                  <a:pt x="24803" y="40620"/>
                  <a:pt x="26172" y="42441"/>
                  <a:pt x="27468" y="43009"/>
                </a:cubicBezTo>
                <a:cubicBezTo>
                  <a:pt x="28721" y="43518"/>
                  <a:pt x="30716" y="43125"/>
                  <a:pt x="33396" y="41931"/>
                </a:cubicBezTo>
                <a:lnTo>
                  <a:pt x="40052" y="38974"/>
                </a:lnTo>
                <a:lnTo>
                  <a:pt x="42441" y="44319"/>
                </a:lnTo>
                <a:lnTo>
                  <a:pt x="35843" y="47334"/>
                </a:lnTo>
                <a:cubicBezTo>
                  <a:pt x="30891" y="49563"/>
                  <a:pt x="27017" y="50189"/>
                  <a:pt x="24293" y="49213"/>
                </a:cubicBezTo>
                <a:cubicBezTo>
                  <a:pt x="21555" y="48194"/>
                  <a:pt x="19108" y="45237"/>
                  <a:pt x="16895" y="40343"/>
                </a:cubicBezTo>
                <a:lnTo>
                  <a:pt x="7282" y="19065"/>
                </a:lnTo>
                <a:lnTo>
                  <a:pt x="2563" y="21220"/>
                </a:lnTo>
                <a:lnTo>
                  <a:pt x="277" y="16225"/>
                </a:lnTo>
                <a:lnTo>
                  <a:pt x="4996" y="14055"/>
                </a:lnTo>
                <a:lnTo>
                  <a:pt x="0" y="2898"/>
                </a:lnTo>
                <a:lnTo>
                  <a:pt x="6423" y="0"/>
                </a:lnTo>
                <a:close/>
                <a:moveTo>
                  <a:pt x="642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C6ECA-D13E-4535-853B-8FE615F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135" y="2639705"/>
            <a:ext cx="57005" cy="61156"/>
          </a:xfrm>
          <a:custGeom xmlns:a="http://schemas.openxmlformats.org/drawingml/2006/main">
            <a:pathLst>
              <a:path w="57005" h="61156">
                <a:moveTo>
                  <a:pt x="19618" y="8884"/>
                </a:moveTo>
                <a:cubicBezTo>
                  <a:pt x="14390" y="11040"/>
                  <a:pt x="11084" y="14681"/>
                  <a:pt x="9612" y="19866"/>
                </a:cubicBezTo>
                <a:cubicBezTo>
                  <a:pt x="8127" y="24978"/>
                  <a:pt x="8753" y="30891"/>
                  <a:pt x="11535" y="37605"/>
                </a:cubicBezTo>
                <a:cubicBezTo>
                  <a:pt x="14273" y="44261"/>
                  <a:pt x="17972" y="48936"/>
                  <a:pt x="22633" y="51543"/>
                </a:cubicBezTo>
                <a:cubicBezTo>
                  <a:pt x="27308" y="54165"/>
                  <a:pt x="32246" y="54398"/>
                  <a:pt x="37489" y="52228"/>
                </a:cubicBezTo>
                <a:cubicBezTo>
                  <a:pt x="42659" y="50131"/>
                  <a:pt x="46023" y="46490"/>
                  <a:pt x="47436" y="41363"/>
                </a:cubicBezTo>
                <a:cubicBezTo>
                  <a:pt x="48922" y="36193"/>
                  <a:pt x="48237" y="30265"/>
                  <a:pt x="45514" y="23609"/>
                </a:cubicBezTo>
                <a:cubicBezTo>
                  <a:pt x="42717" y="16895"/>
                  <a:pt x="39018" y="12234"/>
                  <a:pt x="34416" y="9612"/>
                </a:cubicBezTo>
                <a:cubicBezTo>
                  <a:pt x="29740" y="7005"/>
                  <a:pt x="24803" y="6772"/>
                  <a:pt x="19618" y="8884"/>
                </a:cubicBezTo>
                <a:close/>
                <a:moveTo>
                  <a:pt x="17230" y="3073"/>
                </a:moveTo>
                <a:cubicBezTo>
                  <a:pt x="24628" y="0"/>
                  <a:pt x="31619" y="58"/>
                  <a:pt x="38115" y="3190"/>
                </a:cubicBezTo>
                <a:cubicBezTo>
                  <a:pt x="44596" y="6379"/>
                  <a:pt x="49606" y="12118"/>
                  <a:pt x="53073" y="20492"/>
                </a:cubicBezTo>
                <a:cubicBezTo>
                  <a:pt x="56481" y="28852"/>
                  <a:pt x="57005" y="36469"/>
                  <a:pt x="54616" y="43242"/>
                </a:cubicBezTo>
                <a:cubicBezTo>
                  <a:pt x="52213" y="50072"/>
                  <a:pt x="47334" y="55024"/>
                  <a:pt x="39877" y="58097"/>
                </a:cubicBezTo>
                <a:cubicBezTo>
                  <a:pt x="32420" y="61156"/>
                  <a:pt x="25429" y="61112"/>
                  <a:pt x="18934" y="57981"/>
                </a:cubicBezTo>
                <a:cubicBezTo>
                  <a:pt x="12394" y="54849"/>
                  <a:pt x="7442" y="49097"/>
                  <a:pt x="3976" y="40737"/>
                </a:cubicBezTo>
                <a:cubicBezTo>
                  <a:pt x="510" y="32318"/>
                  <a:pt x="0" y="24745"/>
                  <a:pt x="2447" y="17929"/>
                </a:cubicBezTo>
                <a:cubicBezTo>
                  <a:pt x="4835" y="11098"/>
                  <a:pt x="9773" y="6146"/>
                  <a:pt x="17230" y="3073"/>
                </a:cubicBezTo>
                <a:close/>
                <a:moveTo>
                  <a:pt x="17230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F4B73-B834-409D-8BF2-19349BEA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499" y="2618602"/>
            <a:ext cx="55243" cy="63442"/>
          </a:xfrm>
          <a:custGeom xmlns:a="http://schemas.openxmlformats.org/drawingml/2006/main">
            <a:pathLst>
              <a:path w="55243" h="63442">
                <a:moveTo>
                  <a:pt x="18540" y="35158"/>
                </a:moveTo>
                <a:lnTo>
                  <a:pt x="26565" y="54616"/>
                </a:lnTo>
                <a:lnTo>
                  <a:pt x="38057" y="49839"/>
                </a:lnTo>
                <a:cubicBezTo>
                  <a:pt x="41916" y="48252"/>
                  <a:pt x="44421" y="46315"/>
                  <a:pt x="45616" y="43926"/>
                </a:cubicBezTo>
                <a:cubicBezTo>
                  <a:pt x="46810" y="41596"/>
                  <a:pt x="46766" y="38741"/>
                  <a:pt x="45397" y="35450"/>
                </a:cubicBezTo>
                <a:cubicBezTo>
                  <a:pt x="44028" y="32144"/>
                  <a:pt x="42091" y="30090"/>
                  <a:pt x="39586" y="29304"/>
                </a:cubicBezTo>
                <a:cubicBezTo>
                  <a:pt x="37081" y="28444"/>
                  <a:pt x="33906" y="28837"/>
                  <a:pt x="30032" y="30440"/>
                </a:cubicBezTo>
                <a:lnTo>
                  <a:pt x="18540" y="35158"/>
                </a:lnTo>
                <a:close/>
                <a:moveTo>
                  <a:pt x="9554" y="13370"/>
                </a:moveTo>
                <a:lnTo>
                  <a:pt x="16152" y="29362"/>
                </a:lnTo>
                <a:lnTo>
                  <a:pt x="26784" y="24978"/>
                </a:lnTo>
                <a:cubicBezTo>
                  <a:pt x="30265" y="23551"/>
                  <a:pt x="32595" y="21788"/>
                  <a:pt x="33789" y="19793"/>
                </a:cubicBezTo>
                <a:cubicBezTo>
                  <a:pt x="34984" y="17754"/>
                  <a:pt x="34984" y="15424"/>
                  <a:pt x="33906" y="12686"/>
                </a:cubicBezTo>
                <a:cubicBezTo>
                  <a:pt x="32770" y="10020"/>
                  <a:pt x="31110" y="8360"/>
                  <a:pt x="28837" y="7734"/>
                </a:cubicBezTo>
                <a:cubicBezTo>
                  <a:pt x="26565" y="7166"/>
                  <a:pt x="23711" y="7573"/>
                  <a:pt x="20186" y="8986"/>
                </a:cubicBezTo>
                <a:lnTo>
                  <a:pt x="9554" y="13370"/>
                </a:lnTo>
                <a:close/>
                <a:moveTo>
                  <a:pt x="0" y="10414"/>
                </a:moveTo>
                <a:lnTo>
                  <a:pt x="18307" y="2898"/>
                </a:lnTo>
                <a:cubicBezTo>
                  <a:pt x="23769" y="626"/>
                  <a:pt x="28444" y="0"/>
                  <a:pt x="32362" y="1078"/>
                </a:cubicBezTo>
                <a:cubicBezTo>
                  <a:pt x="36236" y="2156"/>
                  <a:pt x="39018" y="4777"/>
                  <a:pt x="40780" y="8928"/>
                </a:cubicBezTo>
                <a:cubicBezTo>
                  <a:pt x="42091" y="12176"/>
                  <a:pt x="42441" y="15074"/>
                  <a:pt x="41698" y="17637"/>
                </a:cubicBezTo>
                <a:cubicBezTo>
                  <a:pt x="40955" y="20201"/>
                  <a:pt x="39251" y="22298"/>
                  <a:pt x="36469" y="23958"/>
                </a:cubicBezTo>
                <a:cubicBezTo>
                  <a:pt x="40329" y="23274"/>
                  <a:pt x="43751" y="23725"/>
                  <a:pt x="46650" y="25313"/>
                </a:cubicBezTo>
                <a:cubicBezTo>
                  <a:pt x="49606" y="26915"/>
                  <a:pt x="51820" y="29522"/>
                  <a:pt x="53306" y="33105"/>
                </a:cubicBezTo>
                <a:cubicBezTo>
                  <a:pt x="55243" y="37838"/>
                  <a:pt x="55126" y="42164"/>
                  <a:pt x="53014" y="46082"/>
                </a:cubicBezTo>
                <a:cubicBezTo>
                  <a:pt x="50859" y="50014"/>
                  <a:pt x="46766" y="53131"/>
                  <a:pt x="40839" y="55578"/>
                </a:cubicBezTo>
                <a:lnTo>
                  <a:pt x="21788" y="63442"/>
                </a:lnTo>
                <a:lnTo>
                  <a:pt x="0" y="10414"/>
                </a:lnTo>
                <a:close/>
                <a:moveTo>
                  <a:pt x="0" y="104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EFAFB-9460-4B09-9618-02106EF1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382" y="2591861"/>
            <a:ext cx="62248" cy="69632"/>
          </a:xfrm>
          <a:custGeom xmlns:a="http://schemas.openxmlformats.org/drawingml/2006/main">
            <a:pathLst>
              <a:path w="62248" h="69632">
                <a:moveTo>
                  <a:pt x="0" y="16618"/>
                </a:moveTo>
                <a:lnTo>
                  <a:pt x="7180" y="13661"/>
                </a:lnTo>
                <a:lnTo>
                  <a:pt x="16108" y="35391"/>
                </a:lnTo>
                <a:lnTo>
                  <a:pt x="42164" y="24687"/>
                </a:lnTo>
                <a:lnTo>
                  <a:pt x="33236" y="2957"/>
                </a:lnTo>
                <a:lnTo>
                  <a:pt x="40402" y="0"/>
                </a:lnTo>
                <a:lnTo>
                  <a:pt x="62248" y="53029"/>
                </a:lnTo>
                <a:lnTo>
                  <a:pt x="55024" y="55986"/>
                </a:lnTo>
                <a:lnTo>
                  <a:pt x="44669" y="30716"/>
                </a:lnTo>
                <a:lnTo>
                  <a:pt x="18613" y="41421"/>
                </a:lnTo>
                <a:lnTo>
                  <a:pt x="28969" y="66676"/>
                </a:lnTo>
                <a:lnTo>
                  <a:pt x="21788" y="69632"/>
                </a:lnTo>
                <a:lnTo>
                  <a:pt x="0" y="16618"/>
                </a:lnTo>
                <a:close/>
                <a:moveTo>
                  <a:pt x="0" y="166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FDD08-8B76-4E47-9E56-81A2593E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716" y="2570524"/>
            <a:ext cx="47859" cy="63719"/>
          </a:xfrm>
          <a:custGeom xmlns:a="http://schemas.openxmlformats.org/drawingml/2006/main">
            <a:pathLst>
              <a:path w="47859" h="63719">
                <a:moveTo>
                  <a:pt x="0" y="18497"/>
                </a:moveTo>
                <a:lnTo>
                  <a:pt x="44844" y="0"/>
                </a:lnTo>
                <a:lnTo>
                  <a:pt x="47334" y="6030"/>
                </a:lnTo>
                <a:lnTo>
                  <a:pt x="28503" y="13778"/>
                </a:lnTo>
                <a:lnTo>
                  <a:pt x="47859" y="60763"/>
                </a:lnTo>
                <a:lnTo>
                  <a:pt x="40620" y="63719"/>
                </a:lnTo>
                <a:lnTo>
                  <a:pt x="21279" y="16793"/>
                </a:lnTo>
                <a:lnTo>
                  <a:pt x="2447" y="24526"/>
                </a:lnTo>
                <a:lnTo>
                  <a:pt x="0" y="18497"/>
                </a:lnTo>
                <a:close/>
                <a:moveTo>
                  <a:pt x="0" y="184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9E050-BFFE-46FE-A397-47D945C6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715" y="2576103"/>
            <a:ext cx="45630" cy="46373"/>
          </a:xfrm>
          <a:custGeom xmlns:a="http://schemas.openxmlformats.org/drawingml/2006/main">
            <a:pathLst>
              <a:path w="45630" h="46373">
                <a:moveTo>
                  <a:pt x="39091" y="14288"/>
                </a:moveTo>
                <a:lnTo>
                  <a:pt x="40387" y="17463"/>
                </a:lnTo>
                <a:lnTo>
                  <a:pt x="10355" y="29813"/>
                </a:lnTo>
                <a:cubicBezTo>
                  <a:pt x="12511" y="34197"/>
                  <a:pt x="15307" y="37096"/>
                  <a:pt x="18657" y="38465"/>
                </a:cubicBezTo>
                <a:cubicBezTo>
                  <a:pt x="22080" y="39819"/>
                  <a:pt x="25939" y="39601"/>
                  <a:pt x="30265" y="37838"/>
                </a:cubicBezTo>
                <a:cubicBezTo>
                  <a:pt x="32770" y="36761"/>
                  <a:pt x="35100" y="35450"/>
                  <a:pt x="37154" y="33906"/>
                </a:cubicBezTo>
                <a:cubicBezTo>
                  <a:pt x="39251" y="32318"/>
                  <a:pt x="41246" y="30440"/>
                  <a:pt x="43067" y="28226"/>
                </a:cubicBezTo>
                <a:lnTo>
                  <a:pt x="45630" y="34416"/>
                </a:lnTo>
                <a:cubicBezTo>
                  <a:pt x="43693" y="36353"/>
                  <a:pt x="41581" y="38115"/>
                  <a:pt x="39309" y="39659"/>
                </a:cubicBezTo>
                <a:cubicBezTo>
                  <a:pt x="37096" y="41188"/>
                  <a:pt x="34707" y="42441"/>
                  <a:pt x="32144" y="43518"/>
                </a:cubicBezTo>
                <a:cubicBezTo>
                  <a:pt x="25823" y="46140"/>
                  <a:pt x="20026" y="46373"/>
                  <a:pt x="14797" y="44203"/>
                </a:cubicBezTo>
                <a:cubicBezTo>
                  <a:pt x="9554" y="41989"/>
                  <a:pt x="5695" y="37780"/>
                  <a:pt x="3073" y="31459"/>
                </a:cubicBezTo>
                <a:cubicBezTo>
                  <a:pt x="393" y="24978"/>
                  <a:pt x="0" y="19065"/>
                  <a:pt x="1995" y="13822"/>
                </a:cubicBezTo>
                <a:cubicBezTo>
                  <a:pt x="3918" y="8535"/>
                  <a:pt x="7850" y="4661"/>
                  <a:pt x="13822" y="2214"/>
                </a:cubicBezTo>
                <a:cubicBezTo>
                  <a:pt x="19167" y="0"/>
                  <a:pt x="24119" y="0"/>
                  <a:pt x="28677" y="2156"/>
                </a:cubicBezTo>
                <a:cubicBezTo>
                  <a:pt x="33163" y="4326"/>
                  <a:pt x="36644" y="8360"/>
                  <a:pt x="39091" y="14288"/>
                </a:cubicBezTo>
                <a:close/>
                <a:moveTo>
                  <a:pt x="31809" y="15016"/>
                </a:moveTo>
                <a:cubicBezTo>
                  <a:pt x="30265" y="11491"/>
                  <a:pt x="28109" y="9044"/>
                  <a:pt x="25255" y="7734"/>
                </a:cubicBezTo>
                <a:cubicBezTo>
                  <a:pt x="22415" y="6423"/>
                  <a:pt x="19400" y="6379"/>
                  <a:pt x="16152" y="7734"/>
                </a:cubicBezTo>
                <a:cubicBezTo>
                  <a:pt x="12511" y="9219"/>
                  <a:pt x="10006" y="11433"/>
                  <a:pt x="8710" y="14390"/>
                </a:cubicBezTo>
                <a:cubicBezTo>
                  <a:pt x="7340" y="17346"/>
                  <a:pt x="7282" y="20827"/>
                  <a:pt x="8476" y="24687"/>
                </a:cubicBezTo>
                <a:lnTo>
                  <a:pt x="31809" y="15016"/>
                </a:lnTo>
                <a:close/>
                <a:moveTo>
                  <a:pt x="31809" y="150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0B479-BDBD-456E-B1E5-8FE9E364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72" y="2558465"/>
            <a:ext cx="40620" cy="48762"/>
          </a:xfrm>
          <a:custGeom xmlns:a="http://schemas.openxmlformats.org/drawingml/2006/main">
            <a:pathLst>
              <a:path w="40620" h="48762">
                <a:moveTo>
                  <a:pt x="25604" y="0"/>
                </a:moveTo>
                <a:lnTo>
                  <a:pt x="28109" y="6146"/>
                </a:lnTo>
                <a:cubicBezTo>
                  <a:pt x="25881" y="5971"/>
                  <a:pt x="23667" y="6030"/>
                  <a:pt x="21497" y="6437"/>
                </a:cubicBezTo>
                <a:cubicBezTo>
                  <a:pt x="19342" y="6772"/>
                  <a:pt x="17186" y="7340"/>
                  <a:pt x="15016" y="8258"/>
                </a:cubicBezTo>
                <a:cubicBezTo>
                  <a:pt x="11768" y="9554"/>
                  <a:pt x="9554" y="11040"/>
                  <a:pt x="8360" y="12744"/>
                </a:cubicBezTo>
                <a:cubicBezTo>
                  <a:pt x="7107" y="14390"/>
                  <a:pt x="6933" y="16210"/>
                  <a:pt x="7734" y="18205"/>
                </a:cubicBezTo>
                <a:cubicBezTo>
                  <a:pt x="8360" y="19749"/>
                  <a:pt x="9438" y="20652"/>
                  <a:pt x="10982" y="21046"/>
                </a:cubicBezTo>
                <a:cubicBezTo>
                  <a:pt x="12453" y="21453"/>
                  <a:pt x="15132" y="21279"/>
                  <a:pt x="18992" y="20652"/>
                </a:cubicBezTo>
                <a:lnTo>
                  <a:pt x="21439" y="20201"/>
                </a:lnTo>
                <a:cubicBezTo>
                  <a:pt x="26449" y="19283"/>
                  <a:pt x="30323" y="19342"/>
                  <a:pt x="33047" y="20376"/>
                </a:cubicBezTo>
                <a:cubicBezTo>
                  <a:pt x="35726" y="21337"/>
                  <a:pt x="37780" y="23492"/>
                  <a:pt x="39076" y="26740"/>
                </a:cubicBezTo>
                <a:cubicBezTo>
                  <a:pt x="40620" y="30440"/>
                  <a:pt x="40329" y="33964"/>
                  <a:pt x="38348" y="37329"/>
                </a:cubicBezTo>
                <a:cubicBezTo>
                  <a:pt x="36294" y="40678"/>
                  <a:pt x="32712" y="43416"/>
                  <a:pt x="27585" y="45514"/>
                </a:cubicBezTo>
                <a:cubicBezTo>
                  <a:pt x="25488" y="46373"/>
                  <a:pt x="23157" y="47116"/>
                  <a:pt x="20711" y="47626"/>
                </a:cubicBezTo>
                <a:cubicBezTo>
                  <a:pt x="18205" y="48135"/>
                  <a:pt x="15526" y="48529"/>
                  <a:pt x="12627" y="48762"/>
                </a:cubicBezTo>
                <a:lnTo>
                  <a:pt x="9846" y="41989"/>
                </a:lnTo>
                <a:cubicBezTo>
                  <a:pt x="12802" y="42266"/>
                  <a:pt x="15526" y="42222"/>
                  <a:pt x="18147" y="41931"/>
                </a:cubicBezTo>
                <a:cubicBezTo>
                  <a:pt x="20711" y="41538"/>
                  <a:pt x="23216" y="40911"/>
                  <a:pt x="25488" y="39936"/>
                </a:cubicBezTo>
                <a:cubicBezTo>
                  <a:pt x="28561" y="38683"/>
                  <a:pt x="30716" y="37212"/>
                  <a:pt x="31911" y="35450"/>
                </a:cubicBezTo>
                <a:cubicBezTo>
                  <a:pt x="33163" y="33746"/>
                  <a:pt x="33396" y="31925"/>
                  <a:pt x="32595" y="29988"/>
                </a:cubicBezTo>
                <a:cubicBezTo>
                  <a:pt x="31852" y="28226"/>
                  <a:pt x="30716" y="27075"/>
                  <a:pt x="29129" y="26624"/>
                </a:cubicBezTo>
                <a:cubicBezTo>
                  <a:pt x="27527" y="26172"/>
                  <a:pt x="24512" y="26347"/>
                  <a:pt x="20143" y="27133"/>
                </a:cubicBezTo>
                <a:lnTo>
                  <a:pt x="17637" y="27541"/>
                </a:lnTo>
                <a:cubicBezTo>
                  <a:pt x="13254" y="28386"/>
                  <a:pt x="9787" y="28284"/>
                  <a:pt x="7224" y="27250"/>
                </a:cubicBezTo>
                <a:cubicBezTo>
                  <a:pt x="4719" y="26230"/>
                  <a:pt x="2840" y="24177"/>
                  <a:pt x="1529" y="21104"/>
                </a:cubicBezTo>
                <a:cubicBezTo>
                  <a:pt x="0" y="17361"/>
                  <a:pt x="175" y="13938"/>
                  <a:pt x="1995" y="10807"/>
                </a:cubicBezTo>
                <a:cubicBezTo>
                  <a:pt x="3758" y="7675"/>
                  <a:pt x="7107" y="5127"/>
                  <a:pt x="12001" y="3073"/>
                </a:cubicBezTo>
                <a:cubicBezTo>
                  <a:pt x="14390" y="2112"/>
                  <a:pt x="16778" y="1311"/>
                  <a:pt x="19050" y="801"/>
                </a:cubicBezTo>
                <a:cubicBezTo>
                  <a:pt x="21337" y="291"/>
                  <a:pt x="23492" y="0"/>
                  <a:pt x="25604" y="0"/>
                </a:cubicBezTo>
                <a:close/>
                <a:moveTo>
                  <a:pt x="2560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98BC9-AC88-4392-9E1D-72D45EBA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7042" y="2538162"/>
            <a:ext cx="41188" cy="50859"/>
          </a:xfrm>
          <a:custGeom xmlns:a="http://schemas.openxmlformats.org/drawingml/2006/main">
            <a:pathLst>
              <a:path w="41188" h="50859">
                <a:moveTo>
                  <a:pt x="6714" y="0"/>
                </a:moveTo>
                <a:lnTo>
                  <a:pt x="11317" y="11317"/>
                </a:lnTo>
                <a:lnTo>
                  <a:pt x="24803" y="5738"/>
                </a:lnTo>
                <a:lnTo>
                  <a:pt x="26857" y="10807"/>
                </a:lnTo>
                <a:lnTo>
                  <a:pt x="13428" y="16385"/>
                </a:lnTo>
                <a:lnTo>
                  <a:pt x="22298" y="37940"/>
                </a:lnTo>
                <a:cubicBezTo>
                  <a:pt x="23667" y="41188"/>
                  <a:pt x="24978" y="43125"/>
                  <a:pt x="26230" y="43693"/>
                </a:cubicBezTo>
                <a:cubicBezTo>
                  <a:pt x="27483" y="44203"/>
                  <a:pt x="29464" y="43912"/>
                  <a:pt x="32202" y="42834"/>
                </a:cubicBezTo>
                <a:lnTo>
                  <a:pt x="38916" y="40052"/>
                </a:lnTo>
                <a:lnTo>
                  <a:pt x="41188" y="45514"/>
                </a:lnTo>
                <a:lnTo>
                  <a:pt x="34474" y="48296"/>
                </a:lnTo>
                <a:cubicBezTo>
                  <a:pt x="29406" y="50349"/>
                  <a:pt x="25546" y="50859"/>
                  <a:pt x="22866" y="49781"/>
                </a:cubicBezTo>
                <a:cubicBezTo>
                  <a:pt x="20143" y="48631"/>
                  <a:pt x="17798" y="45616"/>
                  <a:pt x="15759" y="40678"/>
                </a:cubicBezTo>
                <a:lnTo>
                  <a:pt x="6874" y="19050"/>
                </a:lnTo>
                <a:lnTo>
                  <a:pt x="2039" y="21046"/>
                </a:lnTo>
                <a:lnTo>
                  <a:pt x="0" y="15977"/>
                </a:lnTo>
                <a:lnTo>
                  <a:pt x="4777" y="13996"/>
                </a:lnTo>
                <a:lnTo>
                  <a:pt x="117" y="2724"/>
                </a:lnTo>
                <a:lnTo>
                  <a:pt x="6714" y="0"/>
                </a:lnTo>
                <a:close/>
                <a:moveTo>
                  <a:pt x="671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648C2-7F05-4315-B13E-E4F0B40B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517" y="2892368"/>
            <a:ext cx="55184" cy="122880"/>
          </a:xfrm>
          <a:custGeom xmlns:a="http://schemas.openxmlformats.org/drawingml/2006/main">
            <a:pathLst>
              <a:path w="55184" h="122880">
                <a:moveTo>
                  <a:pt x="0" y="5287"/>
                </a:moveTo>
                <a:lnTo>
                  <a:pt x="15875" y="0"/>
                </a:lnTo>
                <a:lnTo>
                  <a:pt x="55184" y="117593"/>
                </a:lnTo>
                <a:lnTo>
                  <a:pt x="39309" y="122880"/>
                </a:lnTo>
                <a:lnTo>
                  <a:pt x="0" y="5287"/>
                </a:lnTo>
                <a:close/>
                <a:moveTo>
                  <a:pt x="0" y="528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9BA22-ECA0-43C2-B519-DECD0612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21" y="2891626"/>
            <a:ext cx="103378" cy="108097"/>
          </a:xfrm>
          <a:custGeom xmlns:a="http://schemas.openxmlformats.org/drawingml/2006/main">
            <a:pathLst>
              <a:path w="103378" h="108097">
                <a:moveTo>
                  <a:pt x="85566" y="30148"/>
                </a:moveTo>
                <a:lnTo>
                  <a:pt x="103378" y="83410"/>
                </a:lnTo>
                <a:lnTo>
                  <a:pt x="88872" y="88246"/>
                </a:lnTo>
                <a:lnTo>
                  <a:pt x="71234" y="35508"/>
                </a:lnTo>
                <a:cubicBezTo>
                  <a:pt x="68438" y="27133"/>
                  <a:pt x="64753" y="21453"/>
                  <a:pt x="60078" y="18439"/>
                </a:cubicBezTo>
                <a:cubicBezTo>
                  <a:pt x="55418" y="15365"/>
                  <a:pt x="49839" y="14914"/>
                  <a:pt x="43358" y="17069"/>
                </a:cubicBezTo>
                <a:cubicBezTo>
                  <a:pt x="35566" y="19691"/>
                  <a:pt x="30207" y="24235"/>
                  <a:pt x="27366" y="30775"/>
                </a:cubicBezTo>
                <a:cubicBezTo>
                  <a:pt x="24468" y="37270"/>
                  <a:pt x="24526" y="44771"/>
                  <a:pt x="27366" y="53422"/>
                </a:cubicBezTo>
                <a:lnTo>
                  <a:pt x="44043" y="103262"/>
                </a:lnTo>
                <a:lnTo>
                  <a:pt x="29478" y="108097"/>
                </a:lnTo>
                <a:lnTo>
                  <a:pt x="0" y="19910"/>
                </a:lnTo>
                <a:lnTo>
                  <a:pt x="14564" y="15074"/>
                </a:lnTo>
                <a:lnTo>
                  <a:pt x="19123" y="28794"/>
                </a:lnTo>
                <a:cubicBezTo>
                  <a:pt x="20827" y="22298"/>
                  <a:pt x="23609" y="16953"/>
                  <a:pt x="27425" y="12802"/>
                </a:cubicBezTo>
                <a:cubicBezTo>
                  <a:pt x="31241" y="8593"/>
                  <a:pt x="36236" y="5462"/>
                  <a:pt x="42382" y="3408"/>
                </a:cubicBezTo>
                <a:cubicBezTo>
                  <a:pt x="52519" y="0"/>
                  <a:pt x="61214" y="568"/>
                  <a:pt x="68496" y="5127"/>
                </a:cubicBezTo>
                <a:cubicBezTo>
                  <a:pt x="75779" y="9671"/>
                  <a:pt x="81473" y="17972"/>
                  <a:pt x="85566" y="30148"/>
                </a:cubicBezTo>
                <a:close/>
                <a:moveTo>
                  <a:pt x="85566" y="301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8CABC-FD4E-4273-8053-F2AD586E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847" y="2860735"/>
            <a:ext cx="85682" cy="103597"/>
          </a:xfrm>
          <a:custGeom xmlns:a="http://schemas.openxmlformats.org/drawingml/2006/main">
            <a:pathLst>
              <a:path w="85682" h="103597">
                <a:moveTo>
                  <a:pt x="57748" y="291"/>
                </a:moveTo>
                <a:lnTo>
                  <a:pt x="62292" y="13996"/>
                </a:lnTo>
                <a:cubicBezTo>
                  <a:pt x="57515" y="13254"/>
                  <a:pt x="52738" y="13079"/>
                  <a:pt x="47961" y="13545"/>
                </a:cubicBezTo>
                <a:cubicBezTo>
                  <a:pt x="43242" y="13938"/>
                  <a:pt x="38465" y="14899"/>
                  <a:pt x="33731" y="16501"/>
                </a:cubicBezTo>
                <a:cubicBezTo>
                  <a:pt x="26565" y="18948"/>
                  <a:pt x="21497" y="21847"/>
                  <a:pt x="18657" y="25211"/>
                </a:cubicBezTo>
                <a:cubicBezTo>
                  <a:pt x="15817" y="28619"/>
                  <a:pt x="15132" y="32537"/>
                  <a:pt x="16618" y="36979"/>
                </a:cubicBezTo>
                <a:cubicBezTo>
                  <a:pt x="17696" y="40343"/>
                  <a:pt x="19910" y="42499"/>
                  <a:pt x="23099" y="43577"/>
                </a:cubicBezTo>
                <a:cubicBezTo>
                  <a:pt x="26289" y="44654"/>
                  <a:pt x="32085" y="44713"/>
                  <a:pt x="40445" y="43868"/>
                </a:cubicBezTo>
                <a:lnTo>
                  <a:pt x="45790" y="43300"/>
                </a:lnTo>
                <a:cubicBezTo>
                  <a:pt x="56772" y="42047"/>
                  <a:pt x="65147" y="42732"/>
                  <a:pt x="70827" y="45281"/>
                </a:cubicBezTo>
                <a:cubicBezTo>
                  <a:pt x="76521" y="47844"/>
                  <a:pt x="80556" y="52738"/>
                  <a:pt x="82944" y="59903"/>
                </a:cubicBezTo>
                <a:cubicBezTo>
                  <a:pt x="85682" y="68161"/>
                  <a:pt x="84590" y="75720"/>
                  <a:pt x="79711" y="82667"/>
                </a:cubicBezTo>
                <a:cubicBezTo>
                  <a:pt x="74817" y="89600"/>
                  <a:pt x="66734" y="94960"/>
                  <a:pt x="55418" y="98761"/>
                </a:cubicBezTo>
                <a:cubicBezTo>
                  <a:pt x="50684" y="100363"/>
                  <a:pt x="45572" y="101499"/>
                  <a:pt x="40169" y="102286"/>
                </a:cubicBezTo>
                <a:cubicBezTo>
                  <a:pt x="34707" y="103087"/>
                  <a:pt x="28837" y="103538"/>
                  <a:pt x="22589" y="103597"/>
                </a:cubicBezTo>
                <a:lnTo>
                  <a:pt x="17579" y="88639"/>
                </a:lnTo>
                <a:cubicBezTo>
                  <a:pt x="23900" y="89600"/>
                  <a:pt x="29872" y="89950"/>
                  <a:pt x="35493" y="89600"/>
                </a:cubicBezTo>
                <a:cubicBezTo>
                  <a:pt x="41188" y="89265"/>
                  <a:pt x="46533" y="88246"/>
                  <a:pt x="51660" y="86527"/>
                </a:cubicBezTo>
                <a:cubicBezTo>
                  <a:pt x="58491" y="84197"/>
                  <a:pt x="63326" y="81298"/>
                  <a:pt x="66224" y="77774"/>
                </a:cubicBezTo>
                <a:cubicBezTo>
                  <a:pt x="69123" y="74191"/>
                  <a:pt x="69865" y="70259"/>
                  <a:pt x="68438" y="65991"/>
                </a:cubicBezTo>
                <a:cubicBezTo>
                  <a:pt x="67127" y="62073"/>
                  <a:pt x="64797" y="59510"/>
                  <a:pt x="61447" y="58316"/>
                </a:cubicBezTo>
                <a:cubicBezTo>
                  <a:pt x="58083" y="57063"/>
                  <a:pt x="51602" y="57005"/>
                  <a:pt x="41931" y="58083"/>
                </a:cubicBezTo>
                <a:lnTo>
                  <a:pt x="36527" y="58549"/>
                </a:lnTo>
                <a:cubicBezTo>
                  <a:pt x="26915" y="59685"/>
                  <a:pt x="19458" y="58942"/>
                  <a:pt x="14171" y="56379"/>
                </a:cubicBezTo>
                <a:cubicBezTo>
                  <a:pt x="8870" y="53815"/>
                  <a:pt x="5068" y="49097"/>
                  <a:pt x="2782" y="42266"/>
                </a:cubicBezTo>
                <a:cubicBezTo>
                  <a:pt x="0" y="33964"/>
                  <a:pt x="801" y="26565"/>
                  <a:pt x="5170" y="20143"/>
                </a:cubicBezTo>
                <a:cubicBezTo>
                  <a:pt x="9554" y="13661"/>
                  <a:pt x="17186" y="8593"/>
                  <a:pt x="27993" y="4952"/>
                </a:cubicBezTo>
                <a:cubicBezTo>
                  <a:pt x="33338" y="3190"/>
                  <a:pt x="38465" y="1879"/>
                  <a:pt x="43460" y="1078"/>
                </a:cubicBezTo>
                <a:cubicBezTo>
                  <a:pt x="48470" y="291"/>
                  <a:pt x="53189" y="0"/>
                  <a:pt x="57748" y="291"/>
                </a:cubicBezTo>
                <a:close/>
                <a:moveTo>
                  <a:pt x="57748" y="2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E72B2-546F-42D9-B76C-32E3FE9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004" y="2809934"/>
            <a:ext cx="55476" cy="127380"/>
          </a:xfrm>
          <a:custGeom xmlns:a="http://schemas.openxmlformats.org/drawingml/2006/main">
            <a:pathLst>
              <a:path w="55476" h="127380">
                <a:moveTo>
                  <a:pt x="11491" y="39193"/>
                </a:moveTo>
                <a:lnTo>
                  <a:pt x="25997" y="34299"/>
                </a:lnTo>
                <a:lnTo>
                  <a:pt x="55476" y="122545"/>
                </a:lnTo>
                <a:lnTo>
                  <a:pt x="40970" y="127380"/>
                </a:lnTo>
                <a:lnTo>
                  <a:pt x="11491" y="39193"/>
                </a:lnTo>
                <a:close/>
                <a:moveTo>
                  <a:pt x="0" y="4835"/>
                </a:moveTo>
                <a:lnTo>
                  <a:pt x="14506" y="0"/>
                </a:lnTo>
                <a:lnTo>
                  <a:pt x="20652" y="18366"/>
                </a:lnTo>
                <a:lnTo>
                  <a:pt x="6146" y="23201"/>
                </a:lnTo>
                <a:lnTo>
                  <a:pt x="0" y="4835"/>
                </a:lnTo>
                <a:close/>
                <a:moveTo>
                  <a:pt x="0" y="48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E2DC4-FF43-4796-A69A-1E609EB3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514" y="2809876"/>
            <a:ext cx="100596" cy="140066"/>
          </a:xfrm>
          <a:custGeom xmlns:a="http://schemas.openxmlformats.org/drawingml/2006/main">
            <a:pathLst>
              <a:path w="100596" h="140066">
                <a:moveTo>
                  <a:pt x="69239" y="47902"/>
                </a:moveTo>
                <a:cubicBezTo>
                  <a:pt x="65715" y="37430"/>
                  <a:pt x="60821" y="29974"/>
                  <a:pt x="54558" y="25706"/>
                </a:cubicBezTo>
                <a:cubicBezTo>
                  <a:pt x="48310" y="21337"/>
                  <a:pt x="41305" y="20478"/>
                  <a:pt x="33454" y="23099"/>
                </a:cubicBezTo>
                <a:cubicBezTo>
                  <a:pt x="25721" y="25706"/>
                  <a:pt x="20594" y="30600"/>
                  <a:pt x="18205" y="37824"/>
                </a:cubicBezTo>
                <a:cubicBezTo>
                  <a:pt x="15817" y="45062"/>
                  <a:pt x="16327" y="53932"/>
                  <a:pt x="19866" y="64404"/>
                </a:cubicBezTo>
                <a:cubicBezTo>
                  <a:pt x="23390" y="74861"/>
                  <a:pt x="28226" y="82260"/>
                  <a:pt x="34474" y="86585"/>
                </a:cubicBezTo>
                <a:cubicBezTo>
                  <a:pt x="40795" y="90911"/>
                  <a:pt x="47800" y="91770"/>
                  <a:pt x="55534" y="89207"/>
                </a:cubicBezTo>
                <a:cubicBezTo>
                  <a:pt x="63384" y="86585"/>
                  <a:pt x="68496" y="81633"/>
                  <a:pt x="70885" y="74409"/>
                </a:cubicBezTo>
                <a:cubicBezTo>
                  <a:pt x="73288" y="67186"/>
                  <a:pt x="72705" y="58374"/>
                  <a:pt x="69239" y="47902"/>
                </a:cubicBezTo>
                <a:close/>
                <a:moveTo>
                  <a:pt x="95135" y="77264"/>
                </a:moveTo>
                <a:cubicBezTo>
                  <a:pt x="100188" y="92280"/>
                  <a:pt x="100596" y="104572"/>
                  <a:pt x="96329" y="114127"/>
                </a:cubicBezTo>
                <a:cubicBezTo>
                  <a:pt x="92163" y="123623"/>
                  <a:pt x="83177" y="130730"/>
                  <a:pt x="69414" y="135347"/>
                </a:cubicBezTo>
                <a:cubicBezTo>
                  <a:pt x="64287" y="136993"/>
                  <a:pt x="59394" y="138245"/>
                  <a:pt x="54616" y="138988"/>
                </a:cubicBezTo>
                <a:cubicBezTo>
                  <a:pt x="49839" y="139774"/>
                  <a:pt x="45062" y="140066"/>
                  <a:pt x="40285" y="139891"/>
                </a:cubicBezTo>
                <a:lnTo>
                  <a:pt x="35566" y="125793"/>
                </a:lnTo>
                <a:cubicBezTo>
                  <a:pt x="40562" y="126696"/>
                  <a:pt x="45354" y="126987"/>
                  <a:pt x="49898" y="126696"/>
                </a:cubicBezTo>
                <a:cubicBezTo>
                  <a:pt x="54398" y="126419"/>
                  <a:pt x="58826" y="125560"/>
                  <a:pt x="63093" y="124132"/>
                </a:cubicBezTo>
                <a:cubicBezTo>
                  <a:pt x="72603" y="120957"/>
                  <a:pt x="78910" y="116064"/>
                  <a:pt x="81983" y="109568"/>
                </a:cubicBezTo>
                <a:cubicBezTo>
                  <a:pt x="85056" y="103029"/>
                  <a:pt x="84881" y="94727"/>
                  <a:pt x="81531" y="84707"/>
                </a:cubicBezTo>
                <a:lnTo>
                  <a:pt x="79143" y="77541"/>
                </a:lnTo>
                <a:cubicBezTo>
                  <a:pt x="77890" y="83745"/>
                  <a:pt x="75327" y="88916"/>
                  <a:pt x="71511" y="93023"/>
                </a:cubicBezTo>
                <a:cubicBezTo>
                  <a:pt x="67710" y="97174"/>
                  <a:pt x="62583" y="100305"/>
                  <a:pt x="56044" y="102519"/>
                </a:cubicBezTo>
                <a:cubicBezTo>
                  <a:pt x="45237" y="106102"/>
                  <a:pt x="35158" y="104907"/>
                  <a:pt x="25779" y="98878"/>
                </a:cubicBezTo>
                <a:cubicBezTo>
                  <a:pt x="16385" y="92848"/>
                  <a:pt x="9452" y="83002"/>
                  <a:pt x="4894" y="69399"/>
                </a:cubicBezTo>
                <a:cubicBezTo>
                  <a:pt x="350" y="55752"/>
                  <a:pt x="0" y="43751"/>
                  <a:pt x="3874" y="33280"/>
                </a:cubicBezTo>
                <a:cubicBezTo>
                  <a:pt x="7748" y="22808"/>
                  <a:pt x="15030" y="15817"/>
                  <a:pt x="25837" y="12176"/>
                </a:cubicBezTo>
                <a:cubicBezTo>
                  <a:pt x="32377" y="10006"/>
                  <a:pt x="38406" y="9438"/>
                  <a:pt x="43926" y="10414"/>
                </a:cubicBezTo>
                <a:cubicBezTo>
                  <a:pt x="49446" y="11433"/>
                  <a:pt x="54558" y="14055"/>
                  <a:pt x="59292" y="18205"/>
                </a:cubicBezTo>
                <a:lnTo>
                  <a:pt x="54849" y="4835"/>
                </a:lnTo>
                <a:lnTo>
                  <a:pt x="69297" y="0"/>
                </a:lnTo>
                <a:lnTo>
                  <a:pt x="95135" y="77264"/>
                </a:lnTo>
                <a:close/>
                <a:moveTo>
                  <a:pt x="95135" y="772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1AE0D-E205-40E0-AAEB-701D46BD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682" y="2760896"/>
            <a:ext cx="114797" cy="127380"/>
          </a:xfrm>
          <a:custGeom xmlns:a="http://schemas.openxmlformats.org/drawingml/2006/main">
            <a:pathLst>
              <a:path w="114797" h="127380">
                <a:moveTo>
                  <a:pt x="96999" y="49432"/>
                </a:moveTo>
                <a:lnTo>
                  <a:pt x="114797" y="102679"/>
                </a:lnTo>
                <a:lnTo>
                  <a:pt x="100349" y="107514"/>
                </a:lnTo>
                <a:lnTo>
                  <a:pt x="82711" y="54777"/>
                </a:lnTo>
                <a:cubicBezTo>
                  <a:pt x="79871" y="46417"/>
                  <a:pt x="76172" y="40722"/>
                  <a:pt x="71569" y="37664"/>
                </a:cubicBezTo>
                <a:cubicBezTo>
                  <a:pt x="66894" y="34590"/>
                  <a:pt x="61331" y="34183"/>
                  <a:pt x="54835" y="36353"/>
                </a:cubicBezTo>
                <a:cubicBezTo>
                  <a:pt x="46985" y="38960"/>
                  <a:pt x="41640" y="43518"/>
                  <a:pt x="38800" y="50000"/>
                </a:cubicBezTo>
                <a:cubicBezTo>
                  <a:pt x="35945" y="56481"/>
                  <a:pt x="35945" y="64054"/>
                  <a:pt x="38858" y="72647"/>
                </a:cubicBezTo>
                <a:lnTo>
                  <a:pt x="55519" y="122545"/>
                </a:lnTo>
                <a:lnTo>
                  <a:pt x="40955" y="127380"/>
                </a:lnTo>
                <a:lnTo>
                  <a:pt x="0" y="4835"/>
                </a:lnTo>
                <a:lnTo>
                  <a:pt x="14564" y="0"/>
                </a:lnTo>
                <a:lnTo>
                  <a:pt x="30600" y="48004"/>
                </a:lnTo>
                <a:cubicBezTo>
                  <a:pt x="32304" y="41581"/>
                  <a:pt x="35042" y="36236"/>
                  <a:pt x="38858" y="32027"/>
                </a:cubicBezTo>
                <a:cubicBezTo>
                  <a:pt x="42717" y="27876"/>
                  <a:pt x="47669" y="24745"/>
                  <a:pt x="53815" y="22633"/>
                </a:cubicBezTo>
                <a:cubicBezTo>
                  <a:pt x="63938" y="19283"/>
                  <a:pt x="72647" y="19851"/>
                  <a:pt x="79988" y="24395"/>
                </a:cubicBezTo>
                <a:cubicBezTo>
                  <a:pt x="87270" y="28896"/>
                  <a:pt x="92950" y="37256"/>
                  <a:pt x="96999" y="49432"/>
                </a:cubicBezTo>
                <a:close/>
                <a:moveTo>
                  <a:pt x="96999" y="494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02D8B-D8BB-44A7-8D01-40FAF3A1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045" y="2735859"/>
            <a:ext cx="84488" cy="112466"/>
          </a:xfrm>
          <a:custGeom xmlns:a="http://schemas.openxmlformats.org/drawingml/2006/main">
            <a:pathLst>
              <a:path w="84488" h="112466">
                <a:moveTo>
                  <a:pt x="16851" y="0"/>
                </a:moveTo>
                <a:lnTo>
                  <a:pt x="25211" y="25080"/>
                </a:lnTo>
                <a:lnTo>
                  <a:pt x="55024" y="15074"/>
                </a:lnTo>
                <a:lnTo>
                  <a:pt x="58767" y="26332"/>
                </a:lnTo>
                <a:lnTo>
                  <a:pt x="28969" y="36353"/>
                </a:lnTo>
                <a:lnTo>
                  <a:pt x="44946" y="84197"/>
                </a:lnTo>
                <a:cubicBezTo>
                  <a:pt x="47393" y="91421"/>
                  <a:pt x="49898" y="95688"/>
                  <a:pt x="52577" y="97115"/>
                </a:cubicBezTo>
                <a:cubicBezTo>
                  <a:pt x="55184" y="98484"/>
                  <a:pt x="59568" y="98135"/>
                  <a:pt x="65598" y="96140"/>
                </a:cubicBezTo>
                <a:lnTo>
                  <a:pt x="80454" y="91202"/>
                </a:lnTo>
                <a:lnTo>
                  <a:pt x="84488" y="103320"/>
                </a:lnTo>
                <a:lnTo>
                  <a:pt x="69647" y="108257"/>
                </a:lnTo>
                <a:cubicBezTo>
                  <a:pt x="58432" y="112015"/>
                  <a:pt x="50072" y="112466"/>
                  <a:pt x="44378" y="109743"/>
                </a:cubicBezTo>
                <a:cubicBezTo>
                  <a:pt x="38741" y="107005"/>
                  <a:pt x="34081" y="100130"/>
                  <a:pt x="30381" y="89090"/>
                </a:cubicBezTo>
                <a:lnTo>
                  <a:pt x="14404" y="41188"/>
                </a:lnTo>
                <a:lnTo>
                  <a:pt x="3758" y="44771"/>
                </a:lnTo>
                <a:lnTo>
                  <a:pt x="0" y="33513"/>
                </a:lnTo>
                <a:lnTo>
                  <a:pt x="10647" y="29930"/>
                </a:lnTo>
                <a:lnTo>
                  <a:pt x="2287" y="4894"/>
                </a:lnTo>
                <a:lnTo>
                  <a:pt x="16851" y="0"/>
                </a:lnTo>
                <a:close/>
                <a:moveTo>
                  <a:pt x="168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7D50B-F8BC-4741-A383-98707F3E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493" y="2728126"/>
            <a:ext cx="85682" cy="103597"/>
          </a:xfrm>
          <a:custGeom xmlns:a="http://schemas.openxmlformats.org/drawingml/2006/main">
            <a:pathLst>
              <a:path w="85682" h="103597">
                <a:moveTo>
                  <a:pt x="57748" y="277"/>
                </a:moveTo>
                <a:lnTo>
                  <a:pt x="62306" y="13982"/>
                </a:lnTo>
                <a:cubicBezTo>
                  <a:pt x="57529" y="13254"/>
                  <a:pt x="52738" y="13079"/>
                  <a:pt x="47961" y="13530"/>
                </a:cubicBezTo>
                <a:cubicBezTo>
                  <a:pt x="43242" y="13938"/>
                  <a:pt x="38465" y="14899"/>
                  <a:pt x="33746" y="16487"/>
                </a:cubicBezTo>
                <a:cubicBezTo>
                  <a:pt x="26565" y="18934"/>
                  <a:pt x="21512" y="21847"/>
                  <a:pt x="18672" y="25196"/>
                </a:cubicBezTo>
                <a:cubicBezTo>
                  <a:pt x="15817" y="28604"/>
                  <a:pt x="15132" y="32537"/>
                  <a:pt x="16618" y="36979"/>
                </a:cubicBezTo>
                <a:cubicBezTo>
                  <a:pt x="17696" y="40329"/>
                  <a:pt x="19910" y="42499"/>
                  <a:pt x="23099" y="43577"/>
                </a:cubicBezTo>
                <a:cubicBezTo>
                  <a:pt x="26289" y="44654"/>
                  <a:pt x="32085" y="44713"/>
                  <a:pt x="40460" y="43853"/>
                </a:cubicBezTo>
                <a:lnTo>
                  <a:pt x="45805" y="43285"/>
                </a:lnTo>
                <a:cubicBezTo>
                  <a:pt x="56787" y="42091"/>
                  <a:pt x="65147" y="42717"/>
                  <a:pt x="70841" y="45281"/>
                </a:cubicBezTo>
                <a:cubicBezTo>
                  <a:pt x="76521" y="47844"/>
                  <a:pt x="80570" y="52738"/>
                  <a:pt x="82959" y="59962"/>
                </a:cubicBezTo>
                <a:cubicBezTo>
                  <a:pt x="85682" y="68147"/>
                  <a:pt x="84605" y="75720"/>
                  <a:pt x="79711" y="82653"/>
                </a:cubicBezTo>
                <a:cubicBezTo>
                  <a:pt x="74817" y="89600"/>
                  <a:pt x="66734" y="94945"/>
                  <a:pt x="55418" y="98761"/>
                </a:cubicBezTo>
                <a:cubicBezTo>
                  <a:pt x="50699" y="100349"/>
                  <a:pt x="45572" y="101543"/>
                  <a:pt x="40169" y="102286"/>
                </a:cubicBezTo>
                <a:cubicBezTo>
                  <a:pt x="34707" y="103087"/>
                  <a:pt x="28852" y="103538"/>
                  <a:pt x="22589" y="103597"/>
                </a:cubicBezTo>
                <a:lnTo>
                  <a:pt x="17579" y="88639"/>
                </a:lnTo>
                <a:cubicBezTo>
                  <a:pt x="23900" y="89600"/>
                  <a:pt x="29872" y="89935"/>
                  <a:pt x="35508" y="89600"/>
                </a:cubicBezTo>
                <a:cubicBezTo>
                  <a:pt x="41188" y="89251"/>
                  <a:pt x="46548" y="88231"/>
                  <a:pt x="51660" y="86527"/>
                </a:cubicBezTo>
                <a:cubicBezTo>
                  <a:pt x="58491" y="84197"/>
                  <a:pt x="63326" y="81298"/>
                  <a:pt x="66224" y="77759"/>
                </a:cubicBezTo>
                <a:cubicBezTo>
                  <a:pt x="69123" y="74176"/>
                  <a:pt x="69865" y="70259"/>
                  <a:pt x="68453" y="66050"/>
                </a:cubicBezTo>
                <a:cubicBezTo>
                  <a:pt x="67142" y="62059"/>
                  <a:pt x="64753" y="59510"/>
                  <a:pt x="61389" y="58301"/>
                </a:cubicBezTo>
                <a:cubicBezTo>
                  <a:pt x="58097" y="57107"/>
                  <a:pt x="51602" y="57005"/>
                  <a:pt x="41931" y="58083"/>
                </a:cubicBezTo>
                <a:lnTo>
                  <a:pt x="36527" y="58534"/>
                </a:lnTo>
                <a:cubicBezTo>
                  <a:pt x="26915" y="59670"/>
                  <a:pt x="19458" y="58928"/>
                  <a:pt x="14171" y="56379"/>
                </a:cubicBezTo>
                <a:cubicBezTo>
                  <a:pt x="8884" y="53815"/>
                  <a:pt x="5068" y="49097"/>
                  <a:pt x="2796" y="42266"/>
                </a:cubicBezTo>
                <a:cubicBezTo>
                  <a:pt x="0" y="33964"/>
                  <a:pt x="801" y="26565"/>
                  <a:pt x="5185" y="20128"/>
                </a:cubicBezTo>
                <a:cubicBezTo>
                  <a:pt x="9569" y="13647"/>
                  <a:pt x="17186" y="8578"/>
                  <a:pt x="27993" y="4937"/>
                </a:cubicBezTo>
                <a:cubicBezTo>
                  <a:pt x="33338" y="3175"/>
                  <a:pt x="38465" y="1864"/>
                  <a:pt x="43475" y="1078"/>
                </a:cubicBezTo>
                <a:cubicBezTo>
                  <a:pt x="48470" y="277"/>
                  <a:pt x="53204" y="0"/>
                  <a:pt x="57748" y="277"/>
                </a:cubicBezTo>
                <a:close/>
                <a:moveTo>
                  <a:pt x="57748" y="2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B6747-2284-4EB2-85D2-053D3BD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16" y="2667188"/>
            <a:ext cx="107980" cy="133861"/>
          </a:xfrm>
          <a:custGeom xmlns:a="http://schemas.openxmlformats.org/drawingml/2006/main">
            <a:pathLst>
              <a:path w="107980" h="133861">
                <a:moveTo>
                  <a:pt x="69924" y="0"/>
                </a:moveTo>
                <a:lnTo>
                  <a:pt x="75094" y="15526"/>
                </a:lnTo>
                <a:cubicBezTo>
                  <a:pt x="68103" y="14623"/>
                  <a:pt x="61724" y="14390"/>
                  <a:pt x="55869" y="14797"/>
                </a:cubicBezTo>
                <a:cubicBezTo>
                  <a:pt x="50000" y="15132"/>
                  <a:pt x="44596" y="16152"/>
                  <a:pt x="39659" y="17812"/>
                </a:cubicBezTo>
                <a:cubicBezTo>
                  <a:pt x="31008" y="20711"/>
                  <a:pt x="24861" y="24628"/>
                  <a:pt x="21279" y="29580"/>
                </a:cubicBezTo>
                <a:cubicBezTo>
                  <a:pt x="17696" y="34474"/>
                  <a:pt x="16953" y="40052"/>
                  <a:pt x="19007" y="46257"/>
                </a:cubicBezTo>
                <a:cubicBezTo>
                  <a:pt x="20769" y="51485"/>
                  <a:pt x="23609" y="54908"/>
                  <a:pt x="27643" y="56495"/>
                </a:cubicBezTo>
                <a:cubicBezTo>
                  <a:pt x="31634" y="58083"/>
                  <a:pt x="38290" y="58258"/>
                  <a:pt x="47553" y="56947"/>
                </a:cubicBezTo>
                <a:lnTo>
                  <a:pt x="57806" y="55694"/>
                </a:lnTo>
                <a:cubicBezTo>
                  <a:pt x="70433" y="53990"/>
                  <a:pt x="80497" y="55068"/>
                  <a:pt x="88071" y="58884"/>
                </a:cubicBezTo>
                <a:cubicBezTo>
                  <a:pt x="95630" y="62700"/>
                  <a:pt x="100975" y="69356"/>
                  <a:pt x="104165" y="78910"/>
                </a:cubicBezTo>
                <a:cubicBezTo>
                  <a:pt x="107980" y="90285"/>
                  <a:pt x="107063" y="100247"/>
                  <a:pt x="101383" y="108665"/>
                </a:cubicBezTo>
                <a:cubicBezTo>
                  <a:pt x="95688" y="117083"/>
                  <a:pt x="85508" y="123797"/>
                  <a:pt x="70768" y="128691"/>
                </a:cubicBezTo>
                <a:cubicBezTo>
                  <a:pt x="65190" y="130570"/>
                  <a:pt x="59059" y="131939"/>
                  <a:pt x="52344" y="132725"/>
                </a:cubicBezTo>
                <a:cubicBezTo>
                  <a:pt x="45688" y="133585"/>
                  <a:pt x="38567" y="133861"/>
                  <a:pt x="31008" y="133701"/>
                </a:cubicBezTo>
                <a:lnTo>
                  <a:pt x="25546" y="117316"/>
                </a:lnTo>
                <a:cubicBezTo>
                  <a:pt x="33163" y="118729"/>
                  <a:pt x="40445" y="119355"/>
                  <a:pt x="47276" y="119137"/>
                </a:cubicBezTo>
                <a:cubicBezTo>
                  <a:pt x="54048" y="118904"/>
                  <a:pt x="60471" y="117768"/>
                  <a:pt x="66443" y="115772"/>
                </a:cubicBezTo>
                <a:cubicBezTo>
                  <a:pt x="75487" y="112758"/>
                  <a:pt x="81925" y="108607"/>
                  <a:pt x="85682" y="103436"/>
                </a:cubicBezTo>
                <a:cubicBezTo>
                  <a:pt x="89440" y="98193"/>
                  <a:pt x="90168" y="92280"/>
                  <a:pt x="87954" y="85624"/>
                </a:cubicBezTo>
                <a:cubicBezTo>
                  <a:pt x="86017" y="79871"/>
                  <a:pt x="82769" y="75953"/>
                  <a:pt x="78109" y="73900"/>
                </a:cubicBezTo>
                <a:cubicBezTo>
                  <a:pt x="73506" y="71802"/>
                  <a:pt x="66851" y="71278"/>
                  <a:pt x="58258" y="72370"/>
                </a:cubicBezTo>
                <a:lnTo>
                  <a:pt x="47902" y="73725"/>
                </a:lnTo>
                <a:cubicBezTo>
                  <a:pt x="35275" y="75327"/>
                  <a:pt x="25429" y="74526"/>
                  <a:pt x="18424" y="71234"/>
                </a:cubicBezTo>
                <a:cubicBezTo>
                  <a:pt x="11433" y="67987"/>
                  <a:pt x="6481" y="61840"/>
                  <a:pt x="3466" y="52854"/>
                </a:cubicBezTo>
                <a:cubicBezTo>
                  <a:pt x="0" y="42441"/>
                  <a:pt x="903" y="33061"/>
                  <a:pt x="6263" y="24628"/>
                </a:cubicBezTo>
                <a:cubicBezTo>
                  <a:pt x="11550" y="16210"/>
                  <a:pt x="20652" y="9846"/>
                  <a:pt x="33513" y="5520"/>
                </a:cubicBezTo>
                <a:cubicBezTo>
                  <a:pt x="39033" y="3699"/>
                  <a:pt x="44829" y="2330"/>
                  <a:pt x="50859" y="1427"/>
                </a:cubicBezTo>
                <a:cubicBezTo>
                  <a:pt x="56947" y="510"/>
                  <a:pt x="63268" y="0"/>
                  <a:pt x="69924" y="0"/>
                </a:cubicBezTo>
                <a:close/>
                <a:moveTo>
                  <a:pt x="6992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AFD1A-22E7-411A-A600-F60AA749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830" y="2665543"/>
            <a:ext cx="96212" cy="102169"/>
          </a:xfrm>
          <a:custGeom xmlns:a="http://schemas.openxmlformats.org/drawingml/2006/main">
            <a:pathLst>
              <a:path w="96212" h="102169">
                <a:moveTo>
                  <a:pt x="52461" y="47218"/>
                </a:moveTo>
                <a:cubicBezTo>
                  <a:pt x="40737" y="51077"/>
                  <a:pt x="33061" y="55126"/>
                  <a:pt x="29478" y="59335"/>
                </a:cubicBezTo>
                <a:cubicBezTo>
                  <a:pt x="25837" y="63544"/>
                  <a:pt x="25094" y="68831"/>
                  <a:pt x="27250" y="75327"/>
                </a:cubicBezTo>
                <a:cubicBezTo>
                  <a:pt x="28969" y="80439"/>
                  <a:pt x="32042" y="83964"/>
                  <a:pt x="36469" y="85843"/>
                </a:cubicBezTo>
                <a:cubicBezTo>
                  <a:pt x="40853" y="87721"/>
                  <a:pt x="45980" y="87663"/>
                  <a:pt x="51776" y="85726"/>
                </a:cubicBezTo>
                <a:cubicBezTo>
                  <a:pt x="59801" y="83061"/>
                  <a:pt x="65321" y="78051"/>
                  <a:pt x="68278" y="70710"/>
                </a:cubicBezTo>
                <a:cubicBezTo>
                  <a:pt x="71234" y="63428"/>
                  <a:pt x="71118" y="55010"/>
                  <a:pt x="67928" y="45630"/>
                </a:cubicBezTo>
                <a:lnTo>
                  <a:pt x="66851" y="42382"/>
                </a:lnTo>
                <a:lnTo>
                  <a:pt x="52461" y="47218"/>
                </a:lnTo>
                <a:close/>
                <a:moveTo>
                  <a:pt x="79376" y="31517"/>
                </a:moveTo>
                <a:lnTo>
                  <a:pt x="96212" y="81866"/>
                </a:lnTo>
                <a:lnTo>
                  <a:pt x="81706" y="86702"/>
                </a:lnTo>
                <a:lnTo>
                  <a:pt x="77206" y="73332"/>
                </a:lnTo>
                <a:cubicBezTo>
                  <a:pt x="75677" y="79755"/>
                  <a:pt x="72880" y="85100"/>
                  <a:pt x="68788" y="89323"/>
                </a:cubicBezTo>
                <a:cubicBezTo>
                  <a:pt x="64753" y="93533"/>
                  <a:pt x="59117" y="96766"/>
                  <a:pt x="51951" y="99154"/>
                </a:cubicBezTo>
                <a:cubicBezTo>
                  <a:pt x="42965" y="102169"/>
                  <a:pt x="34940" y="102053"/>
                  <a:pt x="27876" y="98761"/>
                </a:cubicBezTo>
                <a:cubicBezTo>
                  <a:pt x="20885" y="95455"/>
                  <a:pt x="15933" y="89600"/>
                  <a:pt x="13093" y="81065"/>
                </a:cubicBezTo>
                <a:cubicBezTo>
                  <a:pt x="9787" y="71162"/>
                  <a:pt x="10588" y="62583"/>
                  <a:pt x="15540" y="55345"/>
                </a:cubicBezTo>
                <a:cubicBezTo>
                  <a:pt x="20492" y="48062"/>
                  <a:pt x="29595" y="42208"/>
                  <a:pt x="42732" y="37824"/>
                </a:cubicBezTo>
                <a:lnTo>
                  <a:pt x="63093" y="31008"/>
                </a:lnTo>
                <a:lnTo>
                  <a:pt x="62583" y="29580"/>
                </a:lnTo>
                <a:cubicBezTo>
                  <a:pt x="60369" y="22924"/>
                  <a:pt x="56437" y="18482"/>
                  <a:pt x="50859" y="16327"/>
                </a:cubicBezTo>
                <a:cubicBezTo>
                  <a:pt x="45237" y="14157"/>
                  <a:pt x="38465" y="14390"/>
                  <a:pt x="30556" y="17011"/>
                </a:cubicBezTo>
                <a:cubicBezTo>
                  <a:pt x="25488" y="18715"/>
                  <a:pt x="20827" y="20929"/>
                  <a:pt x="16385" y="23784"/>
                </a:cubicBezTo>
                <a:cubicBezTo>
                  <a:pt x="12059" y="26565"/>
                  <a:pt x="8083" y="29915"/>
                  <a:pt x="4500" y="33789"/>
                </a:cubicBezTo>
                <a:lnTo>
                  <a:pt x="0" y="20419"/>
                </a:lnTo>
                <a:cubicBezTo>
                  <a:pt x="4617" y="16603"/>
                  <a:pt x="9219" y="13370"/>
                  <a:pt x="13880" y="10690"/>
                </a:cubicBezTo>
                <a:cubicBezTo>
                  <a:pt x="18555" y="7967"/>
                  <a:pt x="23216" y="5855"/>
                  <a:pt x="27935" y="4267"/>
                </a:cubicBezTo>
                <a:cubicBezTo>
                  <a:pt x="40678" y="0"/>
                  <a:pt x="51325" y="102"/>
                  <a:pt x="59860" y="4602"/>
                </a:cubicBezTo>
                <a:cubicBezTo>
                  <a:pt x="68394" y="9103"/>
                  <a:pt x="74876" y="18089"/>
                  <a:pt x="79376" y="31517"/>
                </a:cubicBezTo>
                <a:close/>
                <a:moveTo>
                  <a:pt x="79376" y="315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28A7A-A14B-43DE-8247-0955AB77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886" y="2599945"/>
            <a:ext cx="57923" cy="136716"/>
          </a:xfrm>
          <a:custGeom xmlns:a="http://schemas.openxmlformats.org/drawingml/2006/main">
            <a:pathLst>
              <a:path w="57923" h="136716">
                <a:moveTo>
                  <a:pt x="44669" y="0"/>
                </a:moveTo>
                <a:lnTo>
                  <a:pt x="48703" y="12059"/>
                </a:lnTo>
                <a:lnTo>
                  <a:pt x="34823" y="16720"/>
                </a:lnTo>
                <a:cubicBezTo>
                  <a:pt x="29639" y="18424"/>
                  <a:pt x="26347" y="20711"/>
                  <a:pt x="25036" y="23492"/>
                </a:cubicBezTo>
                <a:cubicBezTo>
                  <a:pt x="23725" y="26274"/>
                  <a:pt x="23958" y="30381"/>
                  <a:pt x="25779" y="35843"/>
                </a:cubicBezTo>
                <a:lnTo>
                  <a:pt x="28386" y="43635"/>
                </a:lnTo>
                <a:lnTo>
                  <a:pt x="52286" y="35610"/>
                </a:lnTo>
                <a:lnTo>
                  <a:pt x="56044" y="46883"/>
                </a:lnTo>
                <a:lnTo>
                  <a:pt x="32144" y="54893"/>
                </a:lnTo>
                <a:lnTo>
                  <a:pt x="57923" y="131822"/>
                </a:lnTo>
                <a:lnTo>
                  <a:pt x="43358" y="136716"/>
                </a:lnTo>
                <a:lnTo>
                  <a:pt x="17579" y="59729"/>
                </a:lnTo>
                <a:lnTo>
                  <a:pt x="3758" y="64404"/>
                </a:lnTo>
                <a:lnTo>
                  <a:pt x="0" y="53131"/>
                </a:lnTo>
                <a:lnTo>
                  <a:pt x="13822" y="48470"/>
                </a:lnTo>
                <a:lnTo>
                  <a:pt x="11783" y="42324"/>
                </a:lnTo>
                <a:cubicBezTo>
                  <a:pt x="8476" y="32537"/>
                  <a:pt x="8418" y="24628"/>
                  <a:pt x="11491" y="18599"/>
                </a:cubicBezTo>
                <a:cubicBezTo>
                  <a:pt x="14506" y="12569"/>
                  <a:pt x="21002" y="7908"/>
                  <a:pt x="30949" y="4602"/>
                </a:cubicBezTo>
                <a:lnTo>
                  <a:pt x="44669" y="0"/>
                </a:lnTo>
                <a:close/>
                <a:moveTo>
                  <a:pt x="446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7724D-8378-4E98-BE45-391DF1C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436" y="2613475"/>
            <a:ext cx="96198" cy="102242"/>
          </a:xfrm>
          <a:custGeom xmlns:a="http://schemas.openxmlformats.org/drawingml/2006/main">
            <a:pathLst>
              <a:path w="96198" h="102242">
                <a:moveTo>
                  <a:pt x="52446" y="47232"/>
                </a:moveTo>
                <a:cubicBezTo>
                  <a:pt x="40737" y="51150"/>
                  <a:pt x="33047" y="55199"/>
                  <a:pt x="29464" y="59408"/>
                </a:cubicBezTo>
                <a:cubicBezTo>
                  <a:pt x="25823" y="63559"/>
                  <a:pt x="25094" y="68904"/>
                  <a:pt x="27250" y="75327"/>
                </a:cubicBezTo>
                <a:cubicBezTo>
                  <a:pt x="28954" y="80512"/>
                  <a:pt x="32027" y="83978"/>
                  <a:pt x="36469" y="85915"/>
                </a:cubicBezTo>
                <a:cubicBezTo>
                  <a:pt x="40853" y="87794"/>
                  <a:pt x="45965" y="87736"/>
                  <a:pt x="51776" y="85799"/>
                </a:cubicBezTo>
                <a:cubicBezTo>
                  <a:pt x="59787" y="83134"/>
                  <a:pt x="65307" y="78123"/>
                  <a:pt x="68263" y="70783"/>
                </a:cubicBezTo>
                <a:cubicBezTo>
                  <a:pt x="71220" y="63442"/>
                  <a:pt x="71118" y="55083"/>
                  <a:pt x="67928" y="45630"/>
                </a:cubicBezTo>
                <a:lnTo>
                  <a:pt x="66851" y="42397"/>
                </a:lnTo>
                <a:lnTo>
                  <a:pt x="52446" y="47232"/>
                </a:lnTo>
                <a:close/>
                <a:moveTo>
                  <a:pt x="79361" y="31576"/>
                </a:moveTo>
                <a:lnTo>
                  <a:pt x="96198" y="81881"/>
                </a:lnTo>
                <a:lnTo>
                  <a:pt x="81692" y="86716"/>
                </a:lnTo>
                <a:lnTo>
                  <a:pt x="77206" y="73346"/>
                </a:lnTo>
                <a:cubicBezTo>
                  <a:pt x="75720" y="79827"/>
                  <a:pt x="72880" y="85114"/>
                  <a:pt x="68788" y="89323"/>
                </a:cubicBezTo>
                <a:cubicBezTo>
                  <a:pt x="64739" y="93533"/>
                  <a:pt x="59102" y="96839"/>
                  <a:pt x="51937" y="99227"/>
                </a:cubicBezTo>
                <a:cubicBezTo>
                  <a:pt x="42950" y="102242"/>
                  <a:pt x="34925" y="102126"/>
                  <a:pt x="27876" y="98834"/>
                </a:cubicBezTo>
                <a:cubicBezTo>
                  <a:pt x="20871" y="95528"/>
                  <a:pt x="15933" y="89615"/>
                  <a:pt x="13079" y="81138"/>
                </a:cubicBezTo>
                <a:cubicBezTo>
                  <a:pt x="9787" y="71234"/>
                  <a:pt x="10574" y="62641"/>
                  <a:pt x="15526" y="55359"/>
                </a:cubicBezTo>
                <a:cubicBezTo>
                  <a:pt x="20478" y="48135"/>
                  <a:pt x="29580" y="42280"/>
                  <a:pt x="42717" y="37897"/>
                </a:cubicBezTo>
                <a:lnTo>
                  <a:pt x="63093" y="31066"/>
                </a:lnTo>
                <a:lnTo>
                  <a:pt x="62583" y="29653"/>
                </a:lnTo>
                <a:cubicBezTo>
                  <a:pt x="60355" y="22997"/>
                  <a:pt x="56437" y="18555"/>
                  <a:pt x="50859" y="16385"/>
                </a:cubicBezTo>
                <a:cubicBezTo>
                  <a:pt x="45222" y="14171"/>
                  <a:pt x="38450" y="14404"/>
                  <a:pt x="30556" y="17069"/>
                </a:cubicBezTo>
                <a:cubicBezTo>
                  <a:pt x="25488" y="18788"/>
                  <a:pt x="20827" y="21002"/>
                  <a:pt x="16443" y="23784"/>
                </a:cubicBezTo>
                <a:cubicBezTo>
                  <a:pt x="12059" y="26638"/>
                  <a:pt x="8083" y="29988"/>
                  <a:pt x="4486" y="33862"/>
                </a:cubicBezTo>
                <a:lnTo>
                  <a:pt x="0" y="20434"/>
                </a:lnTo>
                <a:cubicBezTo>
                  <a:pt x="4602" y="16618"/>
                  <a:pt x="9219" y="13370"/>
                  <a:pt x="13880" y="10705"/>
                </a:cubicBezTo>
                <a:cubicBezTo>
                  <a:pt x="18540" y="8025"/>
                  <a:pt x="23216" y="5869"/>
                  <a:pt x="27935" y="4326"/>
                </a:cubicBezTo>
                <a:cubicBezTo>
                  <a:pt x="40678" y="0"/>
                  <a:pt x="51310" y="175"/>
                  <a:pt x="59845" y="4675"/>
                </a:cubicBezTo>
                <a:cubicBezTo>
                  <a:pt x="68380" y="9161"/>
                  <a:pt x="74861" y="18162"/>
                  <a:pt x="79361" y="31576"/>
                </a:cubicBezTo>
                <a:close/>
                <a:moveTo>
                  <a:pt x="79361" y="315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D9457-620B-46B4-BF03-64BE827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416" y="2578782"/>
            <a:ext cx="56146" cy="106786"/>
          </a:xfrm>
          <a:custGeom xmlns:a="http://schemas.openxmlformats.org/drawingml/2006/main">
            <a:pathLst>
              <a:path w="56146" h="106786">
                <a:moveTo>
                  <a:pt x="56146" y="14841"/>
                </a:moveTo>
                <a:cubicBezTo>
                  <a:pt x="54209" y="14448"/>
                  <a:pt x="52228" y="14390"/>
                  <a:pt x="50174" y="14564"/>
                </a:cubicBezTo>
                <a:cubicBezTo>
                  <a:pt x="48121" y="14783"/>
                  <a:pt x="45907" y="15249"/>
                  <a:pt x="43635" y="15977"/>
                </a:cubicBezTo>
                <a:cubicBezTo>
                  <a:pt x="35435" y="18774"/>
                  <a:pt x="30032" y="23492"/>
                  <a:pt x="27425" y="30323"/>
                </a:cubicBezTo>
                <a:cubicBezTo>
                  <a:pt x="24803" y="37096"/>
                  <a:pt x="25196" y="45514"/>
                  <a:pt x="28503" y="55461"/>
                </a:cubicBezTo>
                <a:lnTo>
                  <a:pt x="44028" y="101951"/>
                </a:lnTo>
                <a:lnTo>
                  <a:pt x="29464" y="106786"/>
                </a:lnTo>
                <a:lnTo>
                  <a:pt x="0" y="18599"/>
                </a:lnTo>
                <a:lnTo>
                  <a:pt x="14564" y="13705"/>
                </a:lnTo>
                <a:lnTo>
                  <a:pt x="19167" y="27410"/>
                </a:lnTo>
                <a:cubicBezTo>
                  <a:pt x="20419" y="21046"/>
                  <a:pt x="23041" y="15759"/>
                  <a:pt x="27075" y="11550"/>
                </a:cubicBezTo>
                <a:cubicBezTo>
                  <a:pt x="31066" y="7340"/>
                  <a:pt x="36571" y="4034"/>
                  <a:pt x="43577" y="1704"/>
                </a:cubicBezTo>
                <a:cubicBezTo>
                  <a:pt x="44538" y="1354"/>
                  <a:pt x="45674" y="1078"/>
                  <a:pt x="46926" y="786"/>
                </a:cubicBezTo>
                <a:cubicBezTo>
                  <a:pt x="48179" y="510"/>
                  <a:pt x="49548" y="218"/>
                  <a:pt x="51136" y="0"/>
                </a:cubicBezTo>
                <a:lnTo>
                  <a:pt x="56146" y="14841"/>
                </a:lnTo>
                <a:close/>
                <a:moveTo>
                  <a:pt x="56146" y="14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46841-4CC4-4B47-A3CB-CB3BE5D6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760" y="2535818"/>
            <a:ext cx="55476" cy="127395"/>
          </a:xfrm>
          <a:custGeom xmlns:a="http://schemas.openxmlformats.org/drawingml/2006/main">
            <a:pathLst>
              <a:path w="55476" h="127395">
                <a:moveTo>
                  <a:pt x="11506" y="39207"/>
                </a:moveTo>
                <a:lnTo>
                  <a:pt x="26012" y="34372"/>
                </a:lnTo>
                <a:lnTo>
                  <a:pt x="55476" y="122545"/>
                </a:lnTo>
                <a:lnTo>
                  <a:pt x="40970" y="127395"/>
                </a:lnTo>
                <a:lnTo>
                  <a:pt x="11506" y="39207"/>
                </a:lnTo>
                <a:close/>
                <a:moveTo>
                  <a:pt x="0" y="4835"/>
                </a:moveTo>
                <a:lnTo>
                  <a:pt x="14521" y="0"/>
                </a:lnTo>
                <a:lnTo>
                  <a:pt x="20652" y="18380"/>
                </a:lnTo>
                <a:lnTo>
                  <a:pt x="6146" y="23216"/>
                </a:lnTo>
                <a:lnTo>
                  <a:pt x="0" y="4835"/>
                </a:lnTo>
                <a:close/>
                <a:moveTo>
                  <a:pt x="0" y="48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820A2-928E-45AC-9A6C-477360C6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912" y="3055082"/>
            <a:ext cx="56437" cy="66443"/>
          </a:xfrm>
          <a:custGeom xmlns:a="http://schemas.openxmlformats.org/drawingml/2006/main">
            <a:pathLst>
              <a:path w="56437" h="66443">
                <a:moveTo>
                  <a:pt x="0" y="10923"/>
                </a:moveTo>
                <a:lnTo>
                  <a:pt x="10122" y="8302"/>
                </a:lnTo>
                <a:lnTo>
                  <a:pt x="46825" y="48296"/>
                </a:lnTo>
                <a:lnTo>
                  <a:pt x="34707" y="1937"/>
                </a:lnTo>
                <a:lnTo>
                  <a:pt x="41989" y="0"/>
                </a:lnTo>
                <a:lnTo>
                  <a:pt x="56437" y="55519"/>
                </a:lnTo>
                <a:lnTo>
                  <a:pt x="46315" y="58141"/>
                </a:lnTo>
                <a:lnTo>
                  <a:pt x="9671" y="18147"/>
                </a:lnTo>
                <a:lnTo>
                  <a:pt x="21730" y="64506"/>
                </a:lnTo>
                <a:lnTo>
                  <a:pt x="14448" y="66443"/>
                </a:lnTo>
                <a:lnTo>
                  <a:pt x="0" y="10923"/>
                </a:lnTo>
                <a:close/>
                <a:moveTo>
                  <a:pt x="0" y="109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788EA-F536-439F-9316-94B2B9B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66" y="3058155"/>
            <a:ext cx="43518" cy="46591"/>
          </a:xfrm>
          <a:custGeom xmlns:a="http://schemas.openxmlformats.org/drawingml/2006/main">
            <a:pathLst>
              <a:path w="43518" h="46591">
                <a:moveTo>
                  <a:pt x="39761" y="16836"/>
                </a:moveTo>
                <a:lnTo>
                  <a:pt x="40620" y="20143"/>
                </a:lnTo>
                <a:lnTo>
                  <a:pt x="9205" y="28328"/>
                </a:lnTo>
                <a:cubicBezTo>
                  <a:pt x="10749" y="32988"/>
                  <a:pt x="13079" y="36178"/>
                  <a:pt x="16268" y="37998"/>
                </a:cubicBezTo>
                <a:cubicBezTo>
                  <a:pt x="19443" y="39819"/>
                  <a:pt x="23318" y="40110"/>
                  <a:pt x="27818" y="38974"/>
                </a:cubicBezTo>
                <a:cubicBezTo>
                  <a:pt x="30425" y="38290"/>
                  <a:pt x="32930" y="37256"/>
                  <a:pt x="35217" y="36003"/>
                </a:cubicBezTo>
                <a:cubicBezTo>
                  <a:pt x="37489" y="34707"/>
                  <a:pt x="39703" y="33105"/>
                  <a:pt x="41814" y="31168"/>
                </a:cubicBezTo>
                <a:lnTo>
                  <a:pt x="43518" y="37664"/>
                </a:lnTo>
                <a:cubicBezTo>
                  <a:pt x="41290" y="39309"/>
                  <a:pt x="38960" y="40780"/>
                  <a:pt x="36571" y="41989"/>
                </a:cubicBezTo>
                <a:cubicBezTo>
                  <a:pt x="34124" y="43227"/>
                  <a:pt x="31576" y="44145"/>
                  <a:pt x="28954" y="44829"/>
                </a:cubicBezTo>
                <a:cubicBezTo>
                  <a:pt x="22298" y="46591"/>
                  <a:pt x="16545" y="46023"/>
                  <a:pt x="11652" y="43183"/>
                </a:cubicBezTo>
                <a:cubicBezTo>
                  <a:pt x="6758" y="40329"/>
                  <a:pt x="3466" y="35552"/>
                  <a:pt x="1762" y="29012"/>
                </a:cubicBezTo>
                <a:cubicBezTo>
                  <a:pt x="0" y="22182"/>
                  <a:pt x="393" y="16268"/>
                  <a:pt x="3073" y="11317"/>
                </a:cubicBezTo>
                <a:cubicBezTo>
                  <a:pt x="5680" y="6365"/>
                  <a:pt x="10122" y="3073"/>
                  <a:pt x="16385" y="1471"/>
                </a:cubicBezTo>
                <a:cubicBezTo>
                  <a:pt x="21949" y="0"/>
                  <a:pt x="26842" y="626"/>
                  <a:pt x="31051" y="3408"/>
                </a:cubicBezTo>
                <a:cubicBezTo>
                  <a:pt x="35260" y="6146"/>
                  <a:pt x="38173" y="10632"/>
                  <a:pt x="39761" y="16836"/>
                </a:cubicBezTo>
                <a:close/>
                <a:moveTo>
                  <a:pt x="32420" y="16603"/>
                </a:moveTo>
                <a:cubicBezTo>
                  <a:pt x="31401" y="12860"/>
                  <a:pt x="29580" y="10181"/>
                  <a:pt x="26959" y="8476"/>
                </a:cubicBezTo>
                <a:cubicBezTo>
                  <a:pt x="24293" y="6772"/>
                  <a:pt x="21322" y="6365"/>
                  <a:pt x="17972" y="7224"/>
                </a:cubicBezTo>
                <a:cubicBezTo>
                  <a:pt x="14098" y="8243"/>
                  <a:pt x="11375" y="10064"/>
                  <a:pt x="9612" y="12860"/>
                </a:cubicBezTo>
                <a:cubicBezTo>
                  <a:pt x="7908" y="15584"/>
                  <a:pt x="7384" y="18992"/>
                  <a:pt x="8010" y="22983"/>
                </a:cubicBezTo>
                <a:lnTo>
                  <a:pt x="32420" y="16603"/>
                </a:lnTo>
                <a:close/>
                <a:moveTo>
                  <a:pt x="32420" y="166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5EDEF-CD16-4F6A-AC70-DD122853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863" y="3039381"/>
            <a:ext cx="36804" cy="52956"/>
          </a:xfrm>
          <a:custGeom xmlns:a="http://schemas.openxmlformats.org/drawingml/2006/main">
            <a:pathLst>
              <a:path w="36804" h="52956">
                <a:moveTo>
                  <a:pt x="8826" y="0"/>
                </a:moveTo>
                <a:lnTo>
                  <a:pt x="11899" y="11826"/>
                </a:lnTo>
                <a:lnTo>
                  <a:pt x="25939" y="8127"/>
                </a:lnTo>
                <a:lnTo>
                  <a:pt x="27366" y="13472"/>
                </a:lnTo>
                <a:lnTo>
                  <a:pt x="13254" y="17113"/>
                </a:lnTo>
                <a:lnTo>
                  <a:pt x="19181" y="39703"/>
                </a:lnTo>
                <a:cubicBezTo>
                  <a:pt x="20026" y="43125"/>
                  <a:pt x="21046" y="45164"/>
                  <a:pt x="22240" y="45907"/>
                </a:cubicBezTo>
                <a:cubicBezTo>
                  <a:pt x="23449" y="46650"/>
                  <a:pt x="25429" y="46650"/>
                  <a:pt x="28284" y="45849"/>
                </a:cubicBezTo>
                <a:lnTo>
                  <a:pt x="35333" y="44028"/>
                </a:lnTo>
                <a:lnTo>
                  <a:pt x="36804" y="49781"/>
                </a:lnTo>
                <a:lnTo>
                  <a:pt x="29813" y="51602"/>
                </a:lnTo>
                <a:cubicBezTo>
                  <a:pt x="24526" y="52956"/>
                  <a:pt x="20594" y="52956"/>
                  <a:pt x="18089" y="51485"/>
                </a:cubicBezTo>
                <a:cubicBezTo>
                  <a:pt x="15584" y="50058"/>
                  <a:pt x="13661" y="46708"/>
                  <a:pt x="12292" y="41523"/>
                </a:cubicBezTo>
                <a:lnTo>
                  <a:pt x="6379" y="18934"/>
                </a:lnTo>
                <a:lnTo>
                  <a:pt x="1369" y="20245"/>
                </a:lnTo>
                <a:lnTo>
                  <a:pt x="0" y="14899"/>
                </a:lnTo>
                <a:lnTo>
                  <a:pt x="5010" y="13589"/>
                </a:lnTo>
                <a:lnTo>
                  <a:pt x="1937" y="1762"/>
                </a:lnTo>
                <a:lnTo>
                  <a:pt x="8826" y="0"/>
                </a:lnTo>
                <a:close/>
                <a:moveTo>
                  <a:pt x="88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041E3-87A2-4435-9E03-348442B8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870" y="3031691"/>
            <a:ext cx="55811" cy="53306"/>
          </a:xfrm>
          <a:custGeom xmlns:a="http://schemas.openxmlformats.org/drawingml/2006/main">
            <a:pathLst>
              <a:path w="55811" h="53306">
                <a:moveTo>
                  <a:pt x="0" y="14506"/>
                </a:moveTo>
                <a:lnTo>
                  <a:pt x="6831" y="12744"/>
                </a:lnTo>
                <a:lnTo>
                  <a:pt x="23842" y="43009"/>
                </a:lnTo>
                <a:lnTo>
                  <a:pt x="23900" y="8316"/>
                </a:lnTo>
                <a:lnTo>
                  <a:pt x="31911" y="6204"/>
                </a:lnTo>
                <a:lnTo>
                  <a:pt x="48922" y="36469"/>
                </a:lnTo>
                <a:lnTo>
                  <a:pt x="48980" y="1762"/>
                </a:lnTo>
                <a:lnTo>
                  <a:pt x="55811" y="0"/>
                </a:lnTo>
                <a:lnTo>
                  <a:pt x="55811" y="44436"/>
                </a:lnTo>
                <a:lnTo>
                  <a:pt x="47728" y="46548"/>
                </a:lnTo>
                <a:lnTo>
                  <a:pt x="29872" y="14739"/>
                </a:lnTo>
                <a:lnTo>
                  <a:pt x="29755" y="51208"/>
                </a:lnTo>
                <a:lnTo>
                  <a:pt x="21672" y="53306"/>
                </a:lnTo>
                <a:lnTo>
                  <a:pt x="0" y="14506"/>
                </a:lnTo>
                <a:close/>
                <a:moveTo>
                  <a:pt x="0" y="145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09C5C-D967-40F2-B717-E41850AA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779" y="3022254"/>
            <a:ext cx="41756" cy="46766"/>
          </a:xfrm>
          <a:custGeom xmlns:a="http://schemas.openxmlformats.org/drawingml/2006/main">
            <a:pathLst>
              <a:path w="41756" h="46766">
                <a:moveTo>
                  <a:pt x="16662" y="7340"/>
                </a:moveTo>
                <a:cubicBezTo>
                  <a:pt x="13021" y="8243"/>
                  <a:pt x="10472" y="10472"/>
                  <a:pt x="9103" y="13880"/>
                </a:cubicBezTo>
                <a:cubicBezTo>
                  <a:pt x="7675" y="17288"/>
                  <a:pt x="7675" y="21497"/>
                  <a:pt x="8928" y="26449"/>
                </a:cubicBezTo>
                <a:cubicBezTo>
                  <a:pt x="10239" y="31459"/>
                  <a:pt x="12336" y="35100"/>
                  <a:pt x="15191" y="37372"/>
                </a:cubicBezTo>
                <a:cubicBezTo>
                  <a:pt x="18089" y="39703"/>
                  <a:pt x="21337" y="40387"/>
                  <a:pt x="25036" y="39426"/>
                </a:cubicBezTo>
                <a:cubicBezTo>
                  <a:pt x="28677" y="38465"/>
                  <a:pt x="31168" y="36294"/>
                  <a:pt x="32537" y="32886"/>
                </a:cubicBezTo>
                <a:cubicBezTo>
                  <a:pt x="33964" y="29406"/>
                  <a:pt x="34022" y="25255"/>
                  <a:pt x="32712" y="20303"/>
                </a:cubicBezTo>
                <a:cubicBezTo>
                  <a:pt x="31401" y="15365"/>
                  <a:pt x="29347" y="11724"/>
                  <a:pt x="26449" y="9379"/>
                </a:cubicBezTo>
                <a:cubicBezTo>
                  <a:pt x="23551" y="7049"/>
                  <a:pt x="20303" y="6365"/>
                  <a:pt x="16662" y="7340"/>
                </a:cubicBezTo>
                <a:close/>
                <a:moveTo>
                  <a:pt x="15191" y="1529"/>
                </a:moveTo>
                <a:cubicBezTo>
                  <a:pt x="21104" y="0"/>
                  <a:pt x="26274" y="685"/>
                  <a:pt x="30658" y="3699"/>
                </a:cubicBezTo>
                <a:cubicBezTo>
                  <a:pt x="35100" y="6656"/>
                  <a:pt x="38173" y="11550"/>
                  <a:pt x="39936" y="18380"/>
                </a:cubicBezTo>
                <a:cubicBezTo>
                  <a:pt x="41756" y="25196"/>
                  <a:pt x="41421" y="31008"/>
                  <a:pt x="39033" y="35785"/>
                </a:cubicBezTo>
                <a:cubicBezTo>
                  <a:pt x="36629" y="40504"/>
                  <a:pt x="32479" y="43693"/>
                  <a:pt x="26565" y="45222"/>
                </a:cubicBezTo>
                <a:cubicBezTo>
                  <a:pt x="20594" y="46766"/>
                  <a:pt x="15409" y="46082"/>
                  <a:pt x="10982" y="43067"/>
                </a:cubicBezTo>
                <a:cubicBezTo>
                  <a:pt x="6598" y="40052"/>
                  <a:pt x="3525" y="35158"/>
                  <a:pt x="1762" y="28328"/>
                </a:cubicBezTo>
                <a:cubicBezTo>
                  <a:pt x="0" y="21497"/>
                  <a:pt x="277" y="15700"/>
                  <a:pt x="2622" y="10982"/>
                </a:cubicBezTo>
                <a:cubicBezTo>
                  <a:pt x="5010" y="6263"/>
                  <a:pt x="9219" y="3073"/>
                  <a:pt x="15191" y="1529"/>
                </a:cubicBezTo>
                <a:close/>
                <a:moveTo>
                  <a:pt x="15191" y="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E1BEA-5F0E-4F72-9C25-9AAAEC33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09" y="3009961"/>
            <a:ext cx="25997" cy="48587"/>
          </a:xfrm>
          <a:custGeom xmlns:a="http://schemas.openxmlformats.org/drawingml/2006/main">
            <a:pathLst>
              <a:path w="25997" h="48587">
                <a:moveTo>
                  <a:pt x="25997" y="7005"/>
                </a:moveTo>
                <a:cubicBezTo>
                  <a:pt x="25138" y="6772"/>
                  <a:pt x="24235" y="6656"/>
                  <a:pt x="23259" y="6656"/>
                </a:cubicBezTo>
                <a:cubicBezTo>
                  <a:pt x="22298" y="6714"/>
                  <a:pt x="21279" y="6831"/>
                  <a:pt x="20186" y="7107"/>
                </a:cubicBezTo>
                <a:cubicBezTo>
                  <a:pt x="16327" y="8141"/>
                  <a:pt x="13647" y="10181"/>
                  <a:pt x="12220" y="13195"/>
                </a:cubicBezTo>
                <a:cubicBezTo>
                  <a:pt x="10865" y="16268"/>
                  <a:pt x="10749" y="20143"/>
                  <a:pt x="11943" y="24861"/>
                </a:cubicBezTo>
                <a:lnTo>
                  <a:pt x="17681" y="46766"/>
                </a:lnTo>
                <a:lnTo>
                  <a:pt x="10807" y="48587"/>
                </a:lnTo>
                <a:lnTo>
                  <a:pt x="0" y="6947"/>
                </a:lnTo>
                <a:lnTo>
                  <a:pt x="6816" y="5185"/>
                </a:lnTo>
                <a:lnTo>
                  <a:pt x="8535" y="11666"/>
                </a:lnTo>
                <a:cubicBezTo>
                  <a:pt x="9321" y="8768"/>
                  <a:pt x="10690" y="6379"/>
                  <a:pt x="12686" y="4559"/>
                </a:cubicBezTo>
                <a:cubicBezTo>
                  <a:pt x="14666" y="2738"/>
                  <a:pt x="17288" y="1369"/>
                  <a:pt x="20594" y="510"/>
                </a:cubicBezTo>
                <a:cubicBezTo>
                  <a:pt x="21046" y="393"/>
                  <a:pt x="21614" y="291"/>
                  <a:pt x="22182" y="233"/>
                </a:cubicBezTo>
                <a:cubicBezTo>
                  <a:pt x="22750" y="117"/>
                  <a:pt x="23434" y="58"/>
                  <a:pt x="24177" y="0"/>
                </a:cubicBezTo>
                <a:lnTo>
                  <a:pt x="25997" y="7005"/>
                </a:lnTo>
                <a:close/>
                <a:moveTo>
                  <a:pt x="25997" y="70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541B0-C088-4607-B9AF-7A921484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426" y="2990795"/>
            <a:ext cx="51995" cy="59612"/>
          </a:xfrm>
          <a:custGeom xmlns:a="http://schemas.openxmlformats.org/drawingml/2006/main">
            <a:pathLst>
              <a:path w="51995" h="59612">
                <a:moveTo>
                  <a:pt x="0" y="1762"/>
                </a:moveTo>
                <a:lnTo>
                  <a:pt x="6889" y="0"/>
                </a:lnTo>
                <a:lnTo>
                  <a:pt x="15759" y="34124"/>
                </a:lnTo>
                <a:lnTo>
                  <a:pt x="31517" y="10865"/>
                </a:lnTo>
                <a:lnTo>
                  <a:pt x="40227" y="8593"/>
                </a:lnTo>
                <a:lnTo>
                  <a:pt x="23274" y="33789"/>
                </a:lnTo>
                <a:lnTo>
                  <a:pt x="51995" y="50000"/>
                </a:lnTo>
                <a:lnTo>
                  <a:pt x="43125" y="52286"/>
                </a:lnTo>
                <a:lnTo>
                  <a:pt x="16676" y="37489"/>
                </a:lnTo>
                <a:lnTo>
                  <a:pt x="21963" y="57792"/>
                </a:lnTo>
                <a:lnTo>
                  <a:pt x="15074" y="59612"/>
                </a:lnTo>
                <a:lnTo>
                  <a:pt x="0" y="1762"/>
                </a:lnTo>
                <a:close/>
                <a:moveTo>
                  <a:pt x="0" y="17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739FF-B307-49AA-B0AA-2501B531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804" y="2979245"/>
            <a:ext cx="21905" cy="59627"/>
          </a:xfrm>
          <a:custGeom xmlns:a="http://schemas.openxmlformats.org/drawingml/2006/main">
            <a:pathLst>
              <a:path w="21905" h="59627">
                <a:moveTo>
                  <a:pt x="4209" y="17972"/>
                </a:moveTo>
                <a:lnTo>
                  <a:pt x="11040" y="16210"/>
                </a:lnTo>
                <a:lnTo>
                  <a:pt x="21905" y="57792"/>
                </a:lnTo>
                <a:lnTo>
                  <a:pt x="15016" y="59627"/>
                </a:lnTo>
                <a:lnTo>
                  <a:pt x="4209" y="17972"/>
                </a:lnTo>
                <a:close/>
                <a:moveTo>
                  <a:pt x="0" y="1762"/>
                </a:moveTo>
                <a:lnTo>
                  <a:pt x="6831" y="0"/>
                </a:lnTo>
                <a:lnTo>
                  <a:pt x="9103" y="8651"/>
                </a:lnTo>
                <a:lnTo>
                  <a:pt x="2214" y="10457"/>
                </a:lnTo>
                <a:lnTo>
                  <a:pt x="0" y="1762"/>
                </a:lnTo>
                <a:close/>
                <a:moveTo>
                  <a:pt x="0" y="17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46A4B-A05A-4D36-A22F-AFEFC744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898" y="2984255"/>
            <a:ext cx="45674" cy="49140"/>
          </a:xfrm>
          <a:custGeom xmlns:a="http://schemas.openxmlformats.org/drawingml/2006/main">
            <a:pathLst>
              <a:path w="45674" h="49140">
                <a:moveTo>
                  <a:pt x="39135" y="14958"/>
                </a:moveTo>
                <a:lnTo>
                  <a:pt x="45674" y="40096"/>
                </a:lnTo>
                <a:lnTo>
                  <a:pt x="38858" y="41858"/>
                </a:lnTo>
                <a:lnTo>
                  <a:pt x="32362" y="16953"/>
                </a:lnTo>
                <a:cubicBezTo>
                  <a:pt x="31343" y="13021"/>
                  <a:pt x="29799" y="10297"/>
                  <a:pt x="27760" y="8695"/>
                </a:cubicBezTo>
                <a:cubicBezTo>
                  <a:pt x="25706" y="7166"/>
                  <a:pt x="23143" y="6758"/>
                  <a:pt x="20084" y="7559"/>
                </a:cubicBezTo>
                <a:cubicBezTo>
                  <a:pt x="16385" y="8520"/>
                  <a:pt x="13763" y="10457"/>
                  <a:pt x="12278" y="13414"/>
                </a:cubicBezTo>
                <a:cubicBezTo>
                  <a:pt x="10749" y="16327"/>
                  <a:pt x="10515" y="19793"/>
                  <a:pt x="11593" y="23827"/>
                </a:cubicBezTo>
                <a:lnTo>
                  <a:pt x="17681" y="47378"/>
                </a:lnTo>
                <a:lnTo>
                  <a:pt x="10807" y="49140"/>
                </a:lnTo>
                <a:lnTo>
                  <a:pt x="0" y="7559"/>
                </a:lnTo>
                <a:lnTo>
                  <a:pt x="6874" y="5738"/>
                </a:lnTo>
                <a:lnTo>
                  <a:pt x="8535" y="12220"/>
                </a:lnTo>
                <a:cubicBezTo>
                  <a:pt x="9554" y="9263"/>
                  <a:pt x="10982" y="6933"/>
                  <a:pt x="12846" y="5112"/>
                </a:cubicBezTo>
                <a:cubicBezTo>
                  <a:pt x="14783" y="3292"/>
                  <a:pt x="17171" y="1981"/>
                  <a:pt x="20084" y="1238"/>
                </a:cubicBezTo>
                <a:cubicBezTo>
                  <a:pt x="24861" y="0"/>
                  <a:pt x="28837" y="568"/>
                  <a:pt x="32085" y="2840"/>
                </a:cubicBezTo>
                <a:cubicBezTo>
                  <a:pt x="35275" y="5170"/>
                  <a:pt x="37664" y="9205"/>
                  <a:pt x="39135" y="14958"/>
                </a:cubicBezTo>
                <a:close/>
                <a:moveTo>
                  <a:pt x="39135" y="149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59681-914F-4105-8574-4998FABE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053" y="2970259"/>
            <a:ext cx="44887" cy="63879"/>
          </a:xfrm>
          <a:custGeom xmlns:a="http://schemas.openxmlformats.org/drawingml/2006/main">
            <a:pathLst>
              <a:path w="44887" h="63879">
                <a:moveTo>
                  <a:pt x="32027" y="22123"/>
                </a:moveTo>
                <a:cubicBezTo>
                  <a:pt x="30716" y="17113"/>
                  <a:pt x="28721" y="13589"/>
                  <a:pt x="25939" y="11375"/>
                </a:cubicBezTo>
                <a:cubicBezTo>
                  <a:pt x="23201" y="9205"/>
                  <a:pt x="19968" y="8578"/>
                  <a:pt x="16268" y="9554"/>
                </a:cubicBezTo>
                <a:cubicBezTo>
                  <a:pt x="12627" y="10457"/>
                  <a:pt x="10122" y="12569"/>
                  <a:pt x="8811" y="15861"/>
                </a:cubicBezTo>
                <a:cubicBezTo>
                  <a:pt x="7442" y="19108"/>
                  <a:pt x="7442" y="23201"/>
                  <a:pt x="8695" y="28153"/>
                </a:cubicBezTo>
                <a:cubicBezTo>
                  <a:pt x="10006" y="33105"/>
                  <a:pt x="12001" y="36629"/>
                  <a:pt x="14783" y="38858"/>
                </a:cubicBezTo>
                <a:cubicBezTo>
                  <a:pt x="17521" y="41072"/>
                  <a:pt x="20754" y="41640"/>
                  <a:pt x="24395" y="40722"/>
                </a:cubicBezTo>
                <a:cubicBezTo>
                  <a:pt x="28095" y="39761"/>
                  <a:pt x="30600" y="37649"/>
                  <a:pt x="31911" y="34357"/>
                </a:cubicBezTo>
                <a:cubicBezTo>
                  <a:pt x="33280" y="31110"/>
                  <a:pt x="33280" y="27017"/>
                  <a:pt x="32027" y="22123"/>
                </a:cubicBezTo>
                <a:close/>
                <a:moveTo>
                  <a:pt x="43067" y="36455"/>
                </a:moveTo>
                <a:cubicBezTo>
                  <a:pt x="44887" y="43518"/>
                  <a:pt x="44713" y="49199"/>
                  <a:pt x="42441" y="53466"/>
                </a:cubicBezTo>
                <a:cubicBezTo>
                  <a:pt x="40212" y="57733"/>
                  <a:pt x="35843" y="60748"/>
                  <a:pt x="29347" y="62467"/>
                </a:cubicBezTo>
                <a:cubicBezTo>
                  <a:pt x="26959" y="63093"/>
                  <a:pt x="24628" y="63486"/>
                  <a:pt x="22415" y="63661"/>
                </a:cubicBezTo>
                <a:cubicBezTo>
                  <a:pt x="20186" y="63879"/>
                  <a:pt x="17972" y="63879"/>
                  <a:pt x="15759" y="63661"/>
                </a:cubicBezTo>
                <a:lnTo>
                  <a:pt x="14040" y="57005"/>
                </a:lnTo>
                <a:cubicBezTo>
                  <a:pt x="16327" y="57573"/>
                  <a:pt x="18540" y="57850"/>
                  <a:pt x="20594" y="57850"/>
                </a:cubicBezTo>
                <a:cubicBezTo>
                  <a:pt x="22691" y="57850"/>
                  <a:pt x="24745" y="57573"/>
                  <a:pt x="26784" y="57063"/>
                </a:cubicBezTo>
                <a:cubicBezTo>
                  <a:pt x="31284" y="55913"/>
                  <a:pt x="34357" y="53874"/>
                  <a:pt x="35945" y="50917"/>
                </a:cubicBezTo>
                <a:cubicBezTo>
                  <a:pt x="37605" y="48004"/>
                  <a:pt x="37765" y="44203"/>
                  <a:pt x="36513" y="39484"/>
                </a:cubicBezTo>
                <a:lnTo>
                  <a:pt x="35668" y="36061"/>
                </a:lnTo>
                <a:cubicBezTo>
                  <a:pt x="34867" y="38901"/>
                  <a:pt x="33556" y="41188"/>
                  <a:pt x="31678" y="43009"/>
                </a:cubicBezTo>
                <a:cubicBezTo>
                  <a:pt x="29755" y="44771"/>
                  <a:pt x="27308" y="46082"/>
                  <a:pt x="24235" y="46868"/>
                </a:cubicBezTo>
                <a:cubicBezTo>
                  <a:pt x="19108" y="48179"/>
                  <a:pt x="14506" y="47334"/>
                  <a:pt x="10355" y="44261"/>
                </a:cubicBezTo>
                <a:cubicBezTo>
                  <a:pt x="6248" y="41188"/>
                  <a:pt x="3350" y="36411"/>
                  <a:pt x="1646" y="29974"/>
                </a:cubicBezTo>
                <a:cubicBezTo>
                  <a:pt x="0" y="23551"/>
                  <a:pt x="218" y="17972"/>
                  <a:pt x="2330" y="13312"/>
                </a:cubicBezTo>
                <a:cubicBezTo>
                  <a:pt x="4428" y="8578"/>
                  <a:pt x="8010" y="5564"/>
                  <a:pt x="13137" y="4267"/>
                </a:cubicBezTo>
                <a:cubicBezTo>
                  <a:pt x="16210" y="3466"/>
                  <a:pt x="18992" y="3350"/>
                  <a:pt x="21497" y="4034"/>
                </a:cubicBezTo>
                <a:cubicBezTo>
                  <a:pt x="24060" y="4661"/>
                  <a:pt x="26332" y="6030"/>
                  <a:pt x="28386" y="8069"/>
                </a:cubicBezTo>
                <a:lnTo>
                  <a:pt x="26740" y="1762"/>
                </a:lnTo>
                <a:lnTo>
                  <a:pt x="33556" y="0"/>
                </a:lnTo>
                <a:lnTo>
                  <a:pt x="43067" y="36455"/>
                </a:lnTo>
                <a:close/>
                <a:moveTo>
                  <a:pt x="43067" y="364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268EC-B2BC-4A09-BB7F-6640C537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513" y="2941800"/>
            <a:ext cx="53422" cy="63894"/>
          </a:xfrm>
          <a:custGeom xmlns:a="http://schemas.openxmlformats.org/drawingml/2006/main">
            <a:pathLst>
              <a:path w="53422" h="63894">
                <a:moveTo>
                  <a:pt x="0" y="11040"/>
                </a:moveTo>
                <a:lnTo>
                  <a:pt x="7573" y="9103"/>
                </a:lnTo>
                <a:lnTo>
                  <a:pt x="16327" y="42790"/>
                </a:lnTo>
                <a:cubicBezTo>
                  <a:pt x="17914" y="48762"/>
                  <a:pt x="20084" y="52752"/>
                  <a:pt x="22924" y="54791"/>
                </a:cubicBezTo>
                <a:cubicBezTo>
                  <a:pt x="25779" y="56845"/>
                  <a:pt x="29580" y="57238"/>
                  <a:pt x="34416" y="55986"/>
                </a:cubicBezTo>
                <a:cubicBezTo>
                  <a:pt x="39193" y="54733"/>
                  <a:pt x="42382" y="52519"/>
                  <a:pt x="43868" y="49388"/>
                </a:cubicBezTo>
                <a:cubicBezTo>
                  <a:pt x="45339" y="46198"/>
                  <a:pt x="45281" y="41654"/>
                  <a:pt x="43751" y="35683"/>
                </a:cubicBezTo>
                <a:lnTo>
                  <a:pt x="34925" y="1937"/>
                </a:lnTo>
                <a:lnTo>
                  <a:pt x="42499" y="0"/>
                </a:lnTo>
                <a:lnTo>
                  <a:pt x="51543" y="34649"/>
                </a:lnTo>
                <a:cubicBezTo>
                  <a:pt x="53422" y="41873"/>
                  <a:pt x="53029" y="47800"/>
                  <a:pt x="50407" y="52403"/>
                </a:cubicBezTo>
                <a:cubicBezTo>
                  <a:pt x="47786" y="57063"/>
                  <a:pt x="43009" y="60253"/>
                  <a:pt x="36018" y="62073"/>
                </a:cubicBezTo>
                <a:cubicBezTo>
                  <a:pt x="29012" y="63894"/>
                  <a:pt x="23216" y="63442"/>
                  <a:pt x="18657" y="60704"/>
                </a:cubicBezTo>
                <a:cubicBezTo>
                  <a:pt x="14113" y="57923"/>
                  <a:pt x="10923" y="52912"/>
                  <a:pt x="9044" y="45688"/>
                </a:cubicBezTo>
                <a:lnTo>
                  <a:pt x="0" y="11040"/>
                </a:lnTo>
                <a:close/>
                <a:moveTo>
                  <a:pt x="0" y="110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FDF3E-65C2-486A-ADAB-45B53AF3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140" y="2944596"/>
            <a:ext cx="45732" cy="49155"/>
          </a:xfrm>
          <a:custGeom xmlns:a="http://schemas.openxmlformats.org/drawingml/2006/main">
            <a:pathLst>
              <a:path w="45732" h="49155">
                <a:moveTo>
                  <a:pt x="39193" y="14958"/>
                </a:moveTo>
                <a:lnTo>
                  <a:pt x="45732" y="40110"/>
                </a:lnTo>
                <a:lnTo>
                  <a:pt x="38858" y="41873"/>
                </a:lnTo>
                <a:lnTo>
                  <a:pt x="32362" y="16953"/>
                </a:lnTo>
                <a:cubicBezTo>
                  <a:pt x="31343" y="13021"/>
                  <a:pt x="29813" y="10297"/>
                  <a:pt x="27760" y="8753"/>
                </a:cubicBezTo>
                <a:cubicBezTo>
                  <a:pt x="25706" y="7166"/>
                  <a:pt x="23157" y="6831"/>
                  <a:pt x="20143" y="7617"/>
                </a:cubicBezTo>
                <a:cubicBezTo>
                  <a:pt x="16443" y="8593"/>
                  <a:pt x="13822" y="10530"/>
                  <a:pt x="12278" y="13428"/>
                </a:cubicBezTo>
                <a:cubicBezTo>
                  <a:pt x="10749" y="16327"/>
                  <a:pt x="10515" y="19793"/>
                  <a:pt x="11608" y="23842"/>
                </a:cubicBezTo>
                <a:lnTo>
                  <a:pt x="17696" y="47393"/>
                </a:lnTo>
                <a:lnTo>
                  <a:pt x="10865" y="49155"/>
                </a:lnTo>
                <a:lnTo>
                  <a:pt x="0" y="7559"/>
                </a:lnTo>
                <a:lnTo>
                  <a:pt x="6874" y="5738"/>
                </a:lnTo>
                <a:lnTo>
                  <a:pt x="8593" y="12234"/>
                </a:lnTo>
                <a:cubicBezTo>
                  <a:pt x="9554" y="9278"/>
                  <a:pt x="10982" y="6933"/>
                  <a:pt x="12904" y="5112"/>
                </a:cubicBezTo>
                <a:cubicBezTo>
                  <a:pt x="14783" y="3292"/>
                  <a:pt x="17171" y="1995"/>
                  <a:pt x="20084" y="1253"/>
                </a:cubicBezTo>
                <a:cubicBezTo>
                  <a:pt x="24861" y="0"/>
                  <a:pt x="28837" y="568"/>
                  <a:pt x="32085" y="2840"/>
                </a:cubicBezTo>
                <a:cubicBezTo>
                  <a:pt x="35333" y="5170"/>
                  <a:pt x="37664" y="9219"/>
                  <a:pt x="39193" y="14958"/>
                </a:cubicBezTo>
                <a:close/>
                <a:moveTo>
                  <a:pt x="39193" y="149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D1229-1A65-4A69-93CE-8256C33A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68" y="2921614"/>
            <a:ext cx="51995" cy="59612"/>
          </a:xfrm>
          <a:custGeom xmlns:a="http://schemas.openxmlformats.org/drawingml/2006/main">
            <a:pathLst>
              <a:path w="51995" h="59612">
                <a:moveTo>
                  <a:pt x="0" y="1762"/>
                </a:moveTo>
                <a:lnTo>
                  <a:pt x="6889" y="0"/>
                </a:lnTo>
                <a:lnTo>
                  <a:pt x="15759" y="34124"/>
                </a:lnTo>
                <a:lnTo>
                  <a:pt x="31517" y="10865"/>
                </a:lnTo>
                <a:lnTo>
                  <a:pt x="40227" y="8593"/>
                </a:lnTo>
                <a:lnTo>
                  <a:pt x="23216" y="33789"/>
                </a:lnTo>
                <a:lnTo>
                  <a:pt x="51995" y="49941"/>
                </a:lnTo>
                <a:lnTo>
                  <a:pt x="43067" y="52286"/>
                </a:lnTo>
                <a:lnTo>
                  <a:pt x="16618" y="37489"/>
                </a:lnTo>
                <a:lnTo>
                  <a:pt x="21905" y="57792"/>
                </a:lnTo>
                <a:lnTo>
                  <a:pt x="15074" y="59612"/>
                </a:lnTo>
                <a:lnTo>
                  <a:pt x="0" y="1762"/>
                </a:lnTo>
                <a:close/>
                <a:moveTo>
                  <a:pt x="0" y="17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EAB1F-D531-439A-9ACA-2E7D613E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78" y="2920580"/>
            <a:ext cx="45674" cy="49155"/>
          </a:xfrm>
          <a:custGeom xmlns:a="http://schemas.openxmlformats.org/drawingml/2006/main">
            <a:pathLst>
              <a:path w="45674" h="49155">
                <a:moveTo>
                  <a:pt x="39135" y="14972"/>
                </a:moveTo>
                <a:lnTo>
                  <a:pt x="45674" y="40052"/>
                </a:lnTo>
                <a:lnTo>
                  <a:pt x="38858" y="41873"/>
                </a:lnTo>
                <a:lnTo>
                  <a:pt x="32362" y="16953"/>
                </a:lnTo>
                <a:cubicBezTo>
                  <a:pt x="31343" y="13035"/>
                  <a:pt x="29799" y="10253"/>
                  <a:pt x="27760" y="8710"/>
                </a:cubicBezTo>
                <a:cubicBezTo>
                  <a:pt x="25706" y="7180"/>
                  <a:pt x="23143" y="6772"/>
                  <a:pt x="20084" y="7573"/>
                </a:cubicBezTo>
                <a:cubicBezTo>
                  <a:pt x="16385" y="8535"/>
                  <a:pt x="13763" y="10472"/>
                  <a:pt x="12278" y="13370"/>
                </a:cubicBezTo>
                <a:cubicBezTo>
                  <a:pt x="10749" y="16283"/>
                  <a:pt x="10515" y="19749"/>
                  <a:pt x="11550" y="23842"/>
                </a:cubicBezTo>
                <a:lnTo>
                  <a:pt x="17681" y="47334"/>
                </a:lnTo>
                <a:lnTo>
                  <a:pt x="10807" y="49155"/>
                </a:lnTo>
                <a:lnTo>
                  <a:pt x="0" y="7515"/>
                </a:lnTo>
                <a:lnTo>
                  <a:pt x="6874" y="5753"/>
                </a:lnTo>
                <a:lnTo>
                  <a:pt x="8535" y="12234"/>
                </a:lnTo>
                <a:cubicBezTo>
                  <a:pt x="9554" y="9278"/>
                  <a:pt x="10967" y="6889"/>
                  <a:pt x="12846" y="5068"/>
                </a:cubicBezTo>
                <a:cubicBezTo>
                  <a:pt x="14725" y="3306"/>
                  <a:pt x="17171" y="1995"/>
                  <a:pt x="20084" y="1253"/>
                </a:cubicBezTo>
                <a:cubicBezTo>
                  <a:pt x="24861" y="0"/>
                  <a:pt x="28837" y="524"/>
                  <a:pt x="32085" y="2855"/>
                </a:cubicBezTo>
                <a:cubicBezTo>
                  <a:pt x="35260" y="5185"/>
                  <a:pt x="37664" y="9219"/>
                  <a:pt x="39135" y="14972"/>
                </a:cubicBezTo>
                <a:close/>
                <a:moveTo>
                  <a:pt x="39135" y="149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08FD8-EA6A-4422-A8F5-3AF6E776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633" y="2908753"/>
            <a:ext cx="41756" cy="46766"/>
          </a:xfrm>
          <a:custGeom xmlns:a="http://schemas.openxmlformats.org/drawingml/2006/main">
            <a:pathLst>
              <a:path w="41756" h="46766">
                <a:moveTo>
                  <a:pt x="16720" y="7340"/>
                </a:moveTo>
                <a:cubicBezTo>
                  <a:pt x="13021" y="8243"/>
                  <a:pt x="10515" y="10472"/>
                  <a:pt x="9103" y="13880"/>
                </a:cubicBezTo>
                <a:cubicBezTo>
                  <a:pt x="7734" y="17288"/>
                  <a:pt x="7675" y="21497"/>
                  <a:pt x="8986" y="26449"/>
                </a:cubicBezTo>
                <a:cubicBezTo>
                  <a:pt x="10297" y="31459"/>
                  <a:pt x="12336" y="35100"/>
                  <a:pt x="15234" y="37430"/>
                </a:cubicBezTo>
                <a:cubicBezTo>
                  <a:pt x="18089" y="39703"/>
                  <a:pt x="21381" y="40387"/>
                  <a:pt x="25080" y="39426"/>
                </a:cubicBezTo>
                <a:cubicBezTo>
                  <a:pt x="28721" y="38465"/>
                  <a:pt x="31226" y="36294"/>
                  <a:pt x="32595" y="32886"/>
                </a:cubicBezTo>
                <a:cubicBezTo>
                  <a:pt x="33964" y="29406"/>
                  <a:pt x="34022" y="25255"/>
                  <a:pt x="32770" y="20303"/>
                </a:cubicBezTo>
                <a:cubicBezTo>
                  <a:pt x="31459" y="15365"/>
                  <a:pt x="29347" y="11724"/>
                  <a:pt x="26507" y="9379"/>
                </a:cubicBezTo>
                <a:cubicBezTo>
                  <a:pt x="23609" y="7049"/>
                  <a:pt x="20361" y="6365"/>
                  <a:pt x="16720" y="7340"/>
                </a:cubicBezTo>
                <a:close/>
                <a:moveTo>
                  <a:pt x="15191" y="1529"/>
                </a:moveTo>
                <a:cubicBezTo>
                  <a:pt x="21162" y="0"/>
                  <a:pt x="26332" y="685"/>
                  <a:pt x="30716" y="3699"/>
                </a:cubicBezTo>
                <a:cubicBezTo>
                  <a:pt x="35100" y="6656"/>
                  <a:pt x="38232" y="11550"/>
                  <a:pt x="39994" y="18380"/>
                </a:cubicBezTo>
                <a:cubicBezTo>
                  <a:pt x="41756" y="25196"/>
                  <a:pt x="41465" y="31008"/>
                  <a:pt x="39076" y="35785"/>
                </a:cubicBezTo>
                <a:cubicBezTo>
                  <a:pt x="36688" y="40504"/>
                  <a:pt x="32537" y="43693"/>
                  <a:pt x="26565" y="45222"/>
                </a:cubicBezTo>
                <a:cubicBezTo>
                  <a:pt x="20594" y="46766"/>
                  <a:pt x="15409" y="46082"/>
                  <a:pt x="11025" y="43067"/>
                </a:cubicBezTo>
                <a:cubicBezTo>
                  <a:pt x="6656" y="40052"/>
                  <a:pt x="3583" y="35158"/>
                  <a:pt x="1762" y="28328"/>
                </a:cubicBezTo>
                <a:cubicBezTo>
                  <a:pt x="0" y="21497"/>
                  <a:pt x="277" y="15700"/>
                  <a:pt x="2665" y="10982"/>
                </a:cubicBezTo>
                <a:cubicBezTo>
                  <a:pt x="5054" y="6263"/>
                  <a:pt x="9205" y="3073"/>
                  <a:pt x="15191" y="1529"/>
                </a:cubicBezTo>
                <a:close/>
                <a:moveTo>
                  <a:pt x="15191" y="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392A9-259F-40F8-B249-E3AE5C4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549" y="2889863"/>
            <a:ext cx="55869" cy="53306"/>
          </a:xfrm>
          <a:custGeom xmlns:a="http://schemas.openxmlformats.org/drawingml/2006/main">
            <a:pathLst>
              <a:path w="55869" h="53306">
                <a:moveTo>
                  <a:pt x="0" y="14506"/>
                </a:moveTo>
                <a:lnTo>
                  <a:pt x="6831" y="12744"/>
                </a:lnTo>
                <a:lnTo>
                  <a:pt x="23842" y="43009"/>
                </a:lnTo>
                <a:lnTo>
                  <a:pt x="23900" y="8302"/>
                </a:lnTo>
                <a:lnTo>
                  <a:pt x="31983" y="6204"/>
                </a:lnTo>
                <a:lnTo>
                  <a:pt x="48995" y="36469"/>
                </a:lnTo>
                <a:lnTo>
                  <a:pt x="49053" y="1762"/>
                </a:lnTo>
                <a:lnTo>
                  <a:pt x="55869" y="0"/>
                </a:lnTo>
                <a:lnTo>
                  <a:pt x="55825" y="44436"/>
                </a:lnTo>
                <a:lnTo>
                  <a:pt x="47742" y="46533"/>
                </a:lnTo>
                <a:lnTo>
                  <a:pt x="29872" y="14739"/>
                </a:lnTo>
                <a:lnTo>
                  <a:pt x="29813" y="51208"/>
                </a:lnTo>
                <a:lnTo>
                  <a:pt x="21745" y="53306"/>
                </a:lnTo>
                <a:lnTo>
                  <a:pt x="0" y="14506"/>
                </a:lnTo>
                <a:close/>
                <a:moveTo>
                  <a:pt x="0" y="145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CD14D-5C73-4C7D-AC5A-CB1B7C9E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497" y="2879683"/>
            <a:ext cx="45732" cy="49155"/>
          </a:xfrm>
          <a:custGeom xmlns:a="http://schemas.openxmlformats.org/drawingml/2006/main">
            <a:pathLst>
              <a:path w="45732" h="49155">
                <a:moveTo>
                  <a:pt x="39193" y="14958"/>
                </a:moveTo>
                <a:lnTo>
                  <a:pt x="45732" y="40110"/>
                </a:lnTo>
                <a:lnTo>
                  <a:pt x="38858" y="41873"/>
                </a:lnTo>
                <a:lnTo>
                  <a:pt x="32362" y="16953"/>
                </a:lnTo>
                <a:cubicBezTo>
                  <a:pt x="31343" y="13021"/>
                  <a:pt x="29813" y="10297"/>
                  <a:pt x="27760" y="8695"/>
                </a:cubicBezTo>
                <a:cubicBezTo>
                  <a:pt x="25706" y="7166"/>
                  <a:pt x="23216" y="6772"/>
                  <a:pt x="20143" y="7559"/>
                </a:cubicBezTo>
                <a:cubicBezTo>
                  <a:pt x="16443" y="8535"/>
                  <a:pt x="13822" y="10472"/>
                  <a:pt x="12292" y="13370"/>
                </a:cubicBezTo>
                <a:cubicBezTo>
                  <a:pt x="10749" y="16268"/>
                  <a:pt x="10515" y="19793"/>
                  <a:pt x="11608" y="23842"/>
                </a:cubicBezTo>
                <a:lnTo>
                  <a:pt x="17754" y="47393"/>
                </a:lnTo>
                <a:lnTo>
                  <a:pt x="10865" y="49155"/>
                </a:lnTo>
                <a:lnTo>
                  <a:pt x="0" y="7501"/>
                </a:lnTo>
                <a:lnTo>
                  <a:pt x="6874" y="5738"/>
                </a:lnTo>
                <a:lnTo>
                  <a:pt x="8593" y="12234"/>
                </a:lnTo>
                <a:cubicBezTo>
                  <a:pt x="9554" y="9278"/>
                  <a:pt x="10982" y="6874"/>
                  <a:pt x="12919" y="5112"/>
                </a:cubicBezTo>
                <a:cubicBezTo>
                  <a:pt x="14783" y="3292"/>
                  <a:pt x="17186" y="1995"/>
                  <a:pt x="20084" y="1253"/>
                </a:cubicBezTo>
                <a:cubicBezTo>
                  <a:pt x="24861" y="0"/>
                  <a:pt x="28837" y="510"/>
                  <a:pt x="32085" y="2840"/>
                </a:cubicBezTo>
                <a:cubicBezTo>
                  <a:pt x="35333" y="5170"/>
                  <a:pt x="37664" y="9219"/>
                  <a:pt x="39193" y="14958"/>
                </a:cubicBezTo>
                <a:close/>
                <a:moveTo>
                  <a:pt x="39193" y="149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75931-4670-4711-BB96-0C0658E5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19" y="2858681"/>
            <a:ext cx="21905" cy="57471"/>
          </a:xfrm>
          <a:custGeom xmlns:a="http://schemas.openxmlformats.org/drawingml/2006/main">
            <a:pathLst>
              <a:path w="21905" h="57471">
                <a:moveTo>
                  <a:pt x="0" y="1937"/>
                </a:moveTo>
                <a:lnTo>
                  <a:pt x="7457" y="0"/>
                </a:lnTo>
                <a:lnTo>
                  <a:pt x="21905" y="55476"/>
                </a:lnTo>
                <a:lnTo>
                  <a:pt x="14404" y="57471"/>
                </a:lnTo>
                <a:lnTo>
                  <a:pt x="0" y="1937"/>
                </a:lnTo>
                <a:close/>
                <a:moveTo>
                  <a:pt x="0" y="19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34010-B3E6-4DB2-84C8-CB6A350A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134" y="2848792"/>
            <a:ext cx="41596" cy="61491"/>
          </a:xfrm>
          <a:custGeom xmlns:a="http://schemas.openxmlformats.org/drawingml/2006/main">
            <a:pathLst>
              <a:path w="41596" h="61491">
                <a:moveTo>
                  <a:pt x="9103" y="10239"/>
                </a:moveTo>
                <a:lnTo>
                  <a:pt x="14564" y="31066"/>
                </a:lnTo>
                <a:lnTo>
                  <a:pt x="24017" y="28619"/>
                </a:lnTo>
                <a:cubicBezTo>
                  <a:pt x="27483" y="27701"/>
                  <a:pt x="29930" y="26114"/>
                  <a:pt x="31415" y="23784"/>
                </a:cubicBezTo>
                <a:cubicBezTo>
                  <a:pt x="32828" y="21497"/>
                  <a:pt x="33119" y="18657"/>
                  <a:pt x="32260" y="15307"/>
                </a:cubicBezTo>
                <a:cubicBezTo>
                  <a:pt x="31357" y="12001"/>
                  <a:pt x="29755" y="9671"/>
                  <a:pt x="27366" y="8360"/>
                </a:cubicBezTo>
                <a:cubicBezTo>
                  <a:pt x="24978" y="7049"/>
                  <a:pt x="22080" y="6874"/>
                  <a:pt x="18555" y="7792"/>
                </a:cubicBezTo>
                <a:lnTo>
                  <a:pt x="9103" y="10239"/>
                </a:lnTo>
                <a:close/>
                <a:moveTo>
                  <a:pt x="0" y="6030"/>
                </a:moveTo>
                <a:lnTo>
                  <a:pt x="16953" y="1588"/>
                </a:lnTo>
                <a:cubicBezTo>
                  <a:pt x="23157" y="0"/>
                  <a:pt x="28226" y="160"/>
                  <a:pt x="32144" y="2156"/>
                </a:cubicBezTo>
                <a:cubicBezTo>
                  <a:pt x="36076" y="4151"/>
                  <a:pt x="38756" y="7850"/>
                  <a:pt x="40169" y="13254"/>
                </a:cubicBezTo>
                <a:cubicBezTo>
                  <a:pt x="41596" y="18715"/>
                  <a:pt x="41086" y="23259"/>
                  <a:pt x="38639" y="26900"/>
                </a:cubicBezTo>
                <a:cubicBezTo>
                  <a:pt x="36134" y="30542"/>
                  <a:pt x="31809" y="33163"/>
                  <a:pt x="25604" y="34809"/>
                </a:cubicBezTo>
                <a:lnTo>
                  <a:pt x="16166" y="37256"/>
                </a:lnTo>
                <a:lnTo>
                  <a:pt x="21963" y="59568"/>
                </a:lnTo>
                <a:lnTo>
                  <a:pt x="14462" y="61491"/>
                </a:lnTo>
                <a:lnTo>
                  <a:pt x="0" y="6030"/>
                </a:lnTo>
                <a:close/>
                <a:moveTo>
                  <a:pt x="0" y="60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268C2-93DD-49C9-848E-C364AEA8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55" y="2836834"/>
            <a:ext cx="41581" cy="61505"/>
          </a:xfrm>
          <a:custGeom xmlns:a="http://schemas.openxmlformats.org/drawingml/2006/main">
            <a:pathLst>
              <a:path w="41581" h="61505">
                <a:moveTo>
                  <a:pt x="9103" y="10253"/>
                </a:moveTo>
                <a:lnTo>
                  <a:pt x="14506" y="31066"/>
                </a:lnTo>
                <a:lnTo>
                  <a:pt x="23944" y="28619"/>
                </a:lnTo>
                <a:cubicBezTo>
                  <a:pt x="27468" y="27716"/>
                  <a:pt x="29915" y="26114"/>
                  <a:pt x="31343" y="23784"/>
                </a:cubicBezTo>
                <a:cubicBezTo>
                  <a:pt x="32828" y="21512"/>
                  <a:pt x="33105" y="18672"/>
                  <a:pt x="32202" y="15307"/>
                </a:cubicBezTo>
                <a:cubicBezTo>
                  <a:pt x="31343" y="12016"/>
                  <a:pt x="29755" y="9671"/>
                  <a:pt x="27366" y="8375"/>
                </a:cubicBezTo>
                <a:cubicBezTo>
                  <a:pt x="24978" y="7064"/>
                  <a:pt x="22007" y="6889"/>
                  <a:pt x="18540" y="7807"/>
                </a:cubicBezTo>
                <a:lnTo>
                  <a:pt x="9103" y="10253"/>
                </a:lnTo>
                <a:close/>
                <a:moveTo>
                  <a:pt x="0" y="6030"/>
                </a:moveTo>
                <a:lnTo>
                  <a:pt x="16953" y="1602"/>
                </a:lnTo>
                <a:cubicBezTo>
                  <a:pt x="23157" y="0"/>
                  <a:pt x="28211" y="175"/>
                  <a:pt x="32144" y="2170"/>
                </a:cubicBezTo>
                <a:cubicBezTo>
                  <a:pt x="36061" y="4165"/>
                  <a:pt x="38741" y="7850"/>
                  <a:pt x="40110" y="13268"/>
                </a:cubicBezTo>
                <a:cubicBezTo>
                  <a:pt x="41581" y="18730"/>
                  <a:pt x="41013" y="23274"/>
                  <a:pt x="38567" y="26915"/>
                </a:cubicBezTo>
                <a:cubicBezTo>
                  <a:pt x="36120" y="30556"/>
                  <a:pt x="31794" y="33178"/>
                  <a:pt x="25604" y="34765"/>
                </a:cubicBezTo>
                <a:lnTo>
                  <a:pt x="16152" y="37270"/>
                </a:lnTo>
                <a:lnTo>
                  <a:pt x="21963" y="59568"/>
                </a:lnTo>
                <a:lnTo>
                  <a:pt x="14448" y="61505"/>
                </a:lnTo>
                <a:lnTo>
                  <a:pt x="0" y="6030"/>
                </a:lnTo>
                <a:close/>
                <a:moveTo>
                  <a:pt x="0" y="60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48F4E-3F3E-4E66-9887-29B291B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666" y="2838262"/>
            <a:ext cx="25997" cy="48645"/>
          </a:xfrm>
          <a:custGeom xmlns:a="http://schemas.openxmlformats.org/drawingml/2006/main">
            <a:pathLst>
              <a:path w="25997" h="48645">
                <a:moveTo>
                  <a:pt x="25997" y="7049"/>
                </a:moveTo>
                <a:cubicBezTo>
                  <a:pt x="25153" y="6772"/>
                  <a:pt x="24235" y="6656"/>
                  <a:pt x="23274" y="6714"/>
                </a:cubicBezTo>
                <a:cubicBezTo>
                  <a:pt x="22313" y="6714"/>
                  <a:pt x="21279" y="6889"/>
                  <a:pt x="20201" y="7166"/>
                </a:cubicBezTo>
                <a:cubicBezTo>
                  <a:pt x="16327" y="8200"/>
                  <a:pt x="13720" y="10181"/>
                  <a:pt x="12292" y="13254"/>
                </a:cubicBezTo>
                <a:cubicBezTo>
                  <a:pt x="10865" y="16327"/>
                  <a:pt x="10763" y="20201"/>
                  <a:pt x="12001" y="24920"/>
                </a:cubicBezTo>
                <a:lnTo>
                  <a:pt x="17696" y="46825"/>
                </a:lnTo>
                <a:lnTo>
                  <a:pt x="10807" y="48645"/>
                </a:lnTo>
                <a:lnTo>
                  <a:pt x="0" y="7005"/>
                </a:lnTo>
                <a:lnTo>
                  <a:pt x="6889" y="5229"/>
                </a:lnTo>
                <a:lnTo>
                  <a:pt x="8535" y="11666"/>
                </a:lnTo>
                <a:cubicBezTo>
                  <a:pt x="9336" y="8768"/>
                  <a:pt x="10705" y="6423"/>
                  <a:pt x="12686" y="4602"/>
                </a:cubicBezTo>
                <a:cubicBezTo>
                  <a:pt x="14681" y="2782"/>
                  <a:pt x="17302" y="1427"/>
                  <a:pt x="20594" y="568"/>
                </a:cubicBezTo>
                <a:cubicBezTo>
                  <a:pt x="21104" y="451"/>
                  <a:pt x="21628" y="350"/>
                  <a:pt x="22196" y="233"/>
                </a:cubicBezTo>
                <a:cubicBezTo>
                  <a:pt x="22822" y="175"/>
                  <a:pt x="23449" y="58"/>
                  <a:pt x="24177" y="0"/>
                </a:cubicBezTo>
                <a:lnTo>
                  <a:pt x="25997" y="7049"/>
                </a:lnTo>
                <a:close/>
                <a:moveTo>
                  <a:pt x="25997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8FB42-CB94-401B-96B2-A0971704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281" y="2830470"/>
            <a:ext cx="43518" cy="46591"/>
          </a:xfrm>
          <a:custGeom xmlns:a="http://schemas.openxmlformats.org/drawingml/2006/main">
            <a:pathLst>
              <a:path w="43518" h="46591">
                <a:moveTo>
                  <a:pt x="39819" y="16836"/>
                </a:moveTo>
                <a:lnTo>
                  <a:pt x="40678" y="20201"/>
                </a:lnTo>
                <a:lnTo>
                  <a:pt x="9219" y="28386"/>
                </a:lnTo>
                <a:cubicBezTo>
                  <a:pt x="10749" y="33003"/>
                  <a:pt x="13079" y="36236"/>
                  <a:pt x="16268" y="37998"/>
                </a:cubicBezTo>
                <a:cubicBezTo>
                  <a:pt x="19458" y="39819"/>
                  <a:pt x="23318" y="40169"/>
                  <a:pt x="27876" y="38974"/>
                </a:cubicBezTo>
                <a:cubicBezTo>
                  <a:pt x="30498" y="38290"/>
                  <a:pt x="32945" y="37314"/>
                  <a:pt x="35217" y="36018"/>
                </a:cubicBezTo>
                <a:cubicBezTo>
                  <a:pt x="37547" y="34707"/>
                  <a:pt x="39703" y="33105"/>
                  <a:pt x="41814" y="31182"/>
                </a:cubicBezTo>
                <a:lnTo>
                  <a:pt x="43518" y="37664"/>
                </a:lnTo>
                <a:cubicBezTo>
                  <a:pt x="41305" y="39368"/>
                  <a:pt x="39033" y="40795"/>
                  <a:pt x="36586" y="42047"/>
                </a:cubicBezTo>
                <a:cubicBezTo>
                  <a:pt x="34139" y="43242"/>
                  <a:pt x="31634" y="44203"/>
                  <a:pt x="28954" y="44887"/>
                </a:cubicBezTo>
                <a:cubicBezTo>
                  <a:pt x="22298" y="46591"/>
                  <a:pt x="16560" y="46023"/>
                  <a:pt x="11666" y="43183"/>
                </a:cubicBezTo>
                <a:cubicBezTo>
                  <a:pt x="6772" y="40329"/>
                  <a:pt x="3466" y="35610"/>
                  <a:pt x="1762" y="29012"/>
                </a:cubicBezTo>
                <a:cubicBezTo>
                  <a:pt x="0" y="22182"/>
                  <a:pt x="451" y="16327"/>
                  <a:pt x="3073" y="11375"/>
                </a:cubicBezTo>
                <a:cubicBezTo>
                  <a:pt x="5680" y="6423"/>
                  <a:pt x="10122" y="3131"/>
                  <a:pt x="16385" y="1471"/>
                </a:cubicBezTo>
                <a:cubicBezTo>
                  <a:pt x="22021" y="0"/>
                  <a:pt x="26900" y="685"/>
                  <a:pt x="31066" y="3408"/>
                </a:cubicBezTo>
                <a:cubicBezTo>
                  <a:pt x="35275" y="6204"/>
                  <a:pt x="38173" y="10632"/>
                  <a:pt x="39819" y="16836"/>
                </a:cubicBezTo>
                <a:close/>
                <a:moveTo>
                  <a:pt x="32420" y="16618"/>
                </a:moveTo>
                <a:cubicBezTo>
                  <a:pt x="31401" y="12919"/>
                  <a:pt x="29580" y="10181"/>
                  <a:pt x="26959" y="8476"/>
                </a:cubicBezTo>
                <a:cubicBezTo>
                  <a:pt x="24352" y="6772"/>
                  <a:pt x="21337" y="6365"/>
                  <a:pt x="17972" y="7282"/>
                </a:cubicBezTo>
                <a:cubicBezTo>
                  <a:pt x="14157" y="8243"/>
                  <a:pt x="11375" y="10122"/>
                  <a:pt x="9671" y="12860"/>
                </a:cubicBezTo>
                <a:cubicBezTo>
                  <a:pt x="7908" y="15642"/>
                  <a:pt x="7399" y="19007"/>
                  <a:pt x="8069" y="23041"/>
                </a:cubicBezTo>
                <a:lnTo>
                  <a:pt x="32420" y="16618"/>
                </a:lnTo>
                <a:close/>
                <a:moveTo>
                  <a:pt x="32420" y="166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D6CFC-D87D-4FFA-95A2-45365AC4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901" y="2803613"/>
            <a:ext cx="26056" cy="63035"/>
          </a:xfrm>
          <a:custGeom xmlns:a="http://schemas.openxmlformats.org/drawingml/2006/main">
            <a:pathLst>
              <a:path w="26056" h="63035">
                <a:moveTo>
                  <a:pt x="22298" y="0"/>
                </a:moveTo>
                <a:lnTo>
                  <a:pt x="23784" y="5695"/>
                </a:lnTo>
                <a:lnTo>
                  <a:pt x="17230" y="7399"/>
                </a:lnTo>
                <a:cubicBezTo>
                  <a:pt x="14783" y="8025"/>
                  <a:pt x="13195" y="8986"/>
                  <a:pt x="12511" y="10181"/>
                </a:cubicBezTo>
                <a:cubicBezTo>
                  <a:pt x="11768" y="11433"/>
                  <a:pt x="11768" y="13370"/>
                  <a:pt x="12453" y="15933"/>
                </a:cubicBezTo>
                <a:lnTo>
                  <a:pt x="13428" y="19633"/>
                </a:lnTo>
                <a:lnTo>
                  <a:pt x="24687" y="16676"/>
                </a:lnTo>
                <a:lnTo>
                  <a:pt x="26056" y="21963"/>
                </a:lnTo>
                <a:lnTo>
                  <a:pt x="14783" y="24920"/>
                </a:lnTo>
                <a:lnTo>
                  <a:pt x="24235" y="61214"/>
                </a:lnTo>
                <a:lnTo>
                  <a:pt x="17346" y="63035"/>
                </a:lnTo>
                <a:lnTo>
                  <a:pt x="7908" y="26682"/>
                </a:lnTo>
                <a:lnTo>
                  <a:pt x="1369" y="28386"/>
                </a:lnTo>
                <a:lnTo>
                  <a:pt x="0" y="23099"/>
                </a:lnTo>
                <a:lnTo>
                  <a:pt x="6539" y="21395"/>
                </a:lnTo>
                <a:lnTo>
                  <a:pt x="5797" y="18497"/>
                </a:lnTo>
                <a:cubicBezTo>
                  <a:pt x="4544" y="13880"/>
                  <a:pt x="4777" y="10181"/>
                  <a:pt x="6365" y="7515"/>
                </a:cubicBezTo>
                <a:cubicBezTo>
                  <a:pt x="7967" y="4835"/>
                  <a:pt x="11142" y="2898"/>
                  <a:pt x="15817" y="1646"/>
                </a:cubicBezTo>
                <a:lnTo>
                  <a:pt x="22298" y="0"/>
                </a:lnTo>
                <a:close/>
                <a:moveTo>
                  <a:pt x="222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79B49-DDCC-492C-9B45-5DFA390A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894" y="2800321"/>
            <a:ext cx="21905" cy="59612"/>
          </a:xfrm>
          <a:custGeom xmlns:a="http://schemas.openxmlformats.org/drawingml/2006/main">
            <a:pathLst>
              <a:path w="21905" h="59612">
                <a:moveTo>
                  <a:pt x="4209" y="17972"/>
                </a:moveTo>
                <a:lnTo>
                  <a:pt x="11040" y="16210"/>
                </a:lnTo>
                <a:lnTo>
                  <a:pt x="21905" y="57850"/>
                </a:lnTo>
                <a:lnTo>
                  <a:pt x="15074" y="59612"/>
                </a:lnTo>
                <a:lnTo>
                  <a:pt x="4209" y="17972"/>
                </a:lnTo>
                <a:close/>
                <a:moveTo>
                  <a:pt x="0" y="1821"/>
                </a:moveTo>
                <a:lnTo>
                  <a:pt x="6831" y="0"/>
                </a:lnTo>
                <a:lnTo>
                  <a:pt x="9103" y="8695"/>
                </a:lnTo>
                <a:lnTo>
                  <a:pt x="2272" y="10457"/>
                </a:lnTo>
                <a:lnTo>
                  <a:pt x="0" y="1821"/>
                </a:lnTo>
                <a:close/>
                <a:moveTo>
                  <a:pt x="0" y="18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E5A39-6DFF-4B8E-94CC-71D9308A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682" y="2803788"/>
            <a:ext cx="49781" cy="51937"/>
          </a:xfrm>
          <a:custGeom xmlns:a="http://schemas.openxmlformats.org/drawingml/2006/main">
            <a:pathLst>
              <a:path w="49781" h="51937">
                <a:moveTo>
                  <a:pt x="38173" y="0"/>
                </a:moveTo>
                <a:lnTo>
                  <a:pt x="28386" y="24177"/>
                </a:lnTo>
                <a:lnTo>
                  <a:pt x="49781" y="41421"/>
                </a:lnTo>
                <a:lnTo>
                  <a:pt x="41756" y="43518"/>
                </a:lnTo>
                <a:lnTo>
                  <a:pt x="25371" y="30323"/>
                </a:lnTo>
                <a:lnTo>
                  <a:pt x="17521" y="49839"/>
                </a:lnTo>
                <a:lnTo>
                  <a:pt x="9438" y="51937"/>
                </a:lnTo>
                <a:lnTo>
                  <a:pt x="19968" y="25939"/>
                </a:lnTo>
                <a:lnTo>
                  <a:pt x="0" y="9947"/>
                </a:lnTo>
                <a:lnTo>
                  <a:pt x="8025" y="7850"/>
                </a:lnTo>
                <a:lnTo>
                  <a:pt x="22924" y="19793"/>
                </a:lnTo>
                <a:lnTo>
                  <a:pt x="30090" y="2097"/>
                </a:lnTo>
                <a:lnTo>
                  <a:pt x="38173" y="0"/>
                </a:lnTo>
                <a:close/>
                <a:moveTo>
                  <a:pt x="3817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2EAAE-55F2-473A-8B98-2A2139E8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172" y="3124831"/>
            <a:ext cx="47451" cy="60704"/>
          </a:xfrm>
          <a:custGeom xmlns:a="http://schemas.openxmlformats.org/drawingml/2006/main">
            <a:pathLst>
              <a:path w="47451" h="60704">
                <a:moveTo>
                  <a:pt x="34139" y="393"/>
                </a:moveTo>
                <a:lnTo>
                  <a:pt x="35843" y="7792"/>
                </a:lnTo>
                <a:cubicBezTo>
                  <a:pt x="32653" y="7049"/>
                  <a:pt x="29697" y="6656"/>
                  <a:pt x="27017" y="6539"/>
                </a:cubicBezTo>
                <a:cubicBezTo>
                  <a:pt x="24293" y="6423"/>
                  <a:pt x="21730" y="6656"/>
                  <a:pt x="19400" y="7166"/>
                </a:cubicBezTo>
                <a:cubicBezTo>
                  <a:pt x="15249" y="8083"/>
                  <a:pt x="12292" y="9612"/>
                  <a:pt x="10414" y="11724"/>
                </a:cubicBezTo>
                <a:cubicBezTo>
                  <a:pt x="8535" y="13822"/>
                  <a:pt x="7908" y="16327"/>
                  <a:pt x="8535" y="19283"/>
                </a:cubicBezTo>
                <a:cubicBezTo>
                  <a:pt x="9103" y="21788"/>
                  <a:pt x="10297" y="23492"/>
                  <a:pt x="12059" y="24410"/>
                </a:cubicBezTo>
                <a:cubicBezTo>
                  <a:pt x="13822" y="25313"/>
                  <a:pt x="16836" y="25706"/>
                  <a:pt x="21162" y="25546"/>
                </a:cubicBezTo>
                <a:lnTo>
                  <a:pt x="25939" y="25429"/>
                </a:lnTo>
                <a:cubicBezTo>
                  <a:pt x="31867" y="25255"/>
                  <a:pt x="36469" y="26230"/>
                  <a:pt x="39717" y="28328"/>
                </a:cubicBezTo>
                <a:cubicBezTo>
                  <a:pt x="43009" y="30440"/>
                  <a:pt x="45179" y="33789"/>
                  <a:pt x="46198" y="38290"/>
                </a:cubicBezTo>
                <a:cubicBezTo>
                  <a:pt x="47451" y="43751"/>
                  <a:pt x="46533" y="48237"/>
                  <a:pt x="43518" y="51878"/>
                </a:cubicBezTo>
                <a:cubicBezTo>
                  <a:pt x="40504" y="55461"/>
                  <a:pt x="35508" y="58083"/>
                  <a:pt x="28503" y="59685"/>
                </a:cubicBezTo>
                <a:cubicBezTo>
                  <a:pt x="25823" y="60253"/>
                  <a:pt x="22983" y="60588"/>
                  <a:pt x="19851" y="60646"/>
                </a:cubicBezTo>
                <a:cubicBezTo>
                  <a:pt x="16720" y="60704"/>
                  <a:pt x="13428" y="60530"/>
                  <a:pt x="9962" y="60078"/>
                </a:cubicBezTo>
                <a:lnTo>
                  <a:pt x="8185" y="52286"/>
                </a:lnTo>
                <a:cubicBezTo>
                  <a:pt x="11666" y="53306"/>
                  <a:pt x="14958" y="53932"/>
                  <a:pt x="18147" y="54165"/>
                </a:cubicBezTo>
                <a:cubicBezTo>
                  <a:pt x="21279" y="54325"/>
                  <a:pt x="24235" y="54165"/>
                  <a:pt x="27075" y="53480"/>
                </a:cubicBezTo>
                <a:cubicBezTo>
                  <a:pt x="31401" y="52505"/>
                  <a:pt x="34590" y="50917"/>
                  <a:pt x="36527" y="48703"/>
                </a:cubicBezTo>
                <a:cubicBezTo>
                  <a:pt x="38523" y="46475"/>
                  <a:pt x="39149" y="43810"/>
                  <a:pt x="38406" y="40620"/>
                </a:cubicBezTo>
                <a:cubicBezTo>
                  <a:pt x="37838" y="37882"/>
                  <a:pt x="36469" y="35959"/>
                  <a:pt x="34474" y="34765"/>
                </a:cubicBezTo>
                <a:cubicBezTo>
                  <a:pt x="32435" y="33615"/>
                  <a:pt x="29420" y="33047"/>
                  <a:pt x="25371" y="33163"/>
                </a:cubicBezTo>
                <a:lnTo>
                  <a:pt x="20536" y="33280"/>
                </a:lnTo>
                <a:cubicBezTo>
                  <a:pt x="14681" y="33454"/>
                  <a:pt x="10181" y="32595"/>
                  <a:pt x="7107" y="30775"/>
                </a:cubicBezTo>
                <a:cubicBezTo>
                  <a:pt x="4034" y="28896"/>
                  <a:pt x="2054" y="25881"/>
                  <a:pt x="1078" y="21614"/>
                </a:cubicBezTo>
                <a:cubicBezTo>
                  <a:pt x="0" y="16662"/>
                  <a:pt x="859" y="12351"/>
                  <a:pt x="3699" y="8710"/>
                </a:cubicBezTo>
                <a:cubicBezTo>
                  <a:pt x="6539" y="5112"/>
                  <a:pt x="11040" y="2622"/>
                  <a:pt x="17128" y="1253"/>
                </a:cubicBezTo>
                <a:cubicBezTo>
                  <a:pt x="19735" y="626"/>
                  <a:pt x="22473" y="277"/>
                  <a:pt x="25313" y="175"/>
                </a:cubicBezTo>
                <a:cubicBezTo>
                  <a:pt x="28168" y="0"/>
                  <a:pt x="31124" y="117"/>
                  <a:pt x="34139" y="393"/>
                </a:cubicBezTo>
                <a:close/>
                <a:moveTo>
                  <a:pt x="34139" y="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77106-501F-47EE-905E-DCD9E5CE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996" y="3125967"/>
            <a:ext cx="40853" cy="66283"/>
          </a:xfrm>
          <a:custGeom xmlns:a="http://schemas.openxmlformats.org/drawingml/2006/main">
            <a:pathLst>
              <a:path w="40853" h="66283">
                <a:moveTo>
                  <a:pt x="32712" y="50014"/>
                </a:moveTo>
                <a:cubicBezTo>
                  <a:pt x="31852" y="55476"/>
                  <a:pt x="30716" y="59117"/>
                  <a:pt x="29187" y="61039"/>
                </a:cubicBezTo>
                <a:cubicBezTo>
                  <a:pt x="27701" y="62976"/>
                  <a:pt x="25371" y="64345"/>
                  <a:pt x="22298" y="65030"/>
                </a:cubicBezTo>
                <a:lnTo>
                  <a:pt x="16778" y="66283"/>
                </a:lnTo>
                <a:lnTo>
                  <a:pt x="15467" y="60471"/>
                </a:lnTo>
                <a:lnTo>
                  <a:pt x="19516" y="59568"/>
                </a:lnTo>
                <a:cubicBezTo>
                  <a:pt x="21453" y="59161"/>
                  <a:pt x="22808" y="58374"/>
                  <a:pt x="23609" y="57238"/>
                </a:cubicBezTo>
                <a:cubicBezTo>
                  <a:pt x="24468" y="56102"/>
                  <a:pt x="25196" y="53699"/>
                  <a:pt x="25706" y="50058"/>
                </a:cubicBezTo>
                <a:lnTo>
                  <a:pt x="26230" y="46650"/>
                </a:lnTo>
                <a:lnTo>
                  <a:pt x="0" y="9161"/>
                </a:lnTo>
                <a:lnTo>
                  <a:pt x="7282" y="7515"/>
                </a:lnTo>
                <a:lnTo>
                  <a:pt x="27760" y="37430"/>
                </a:lnTo>
                <a:lnTo>
                  <a:pt x="33513" y="1646"/>
                </a:lnTo>
                <a:lnTo>
                  <a:pt x="40853" y="0"/>
                </a:lnTo>
                <a:lnTo>
                  <a:pt x="32712" y="50014"/>
                </a:lnTo>
                <a:close/>
                <a:moveTo>
                  <a:pt x="32712" y="500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498DC-A396-41FF-8C93-34B77BFF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10" y="3118626"/>
            <a:ext cx="37824" cy="46708"/>
          </a:xfrm>
          <a:custGeom xmlns:a="http://schemas.openxmlformats.org/drawingml/2006/main">
            <a:pathLst>
              <a:path w="37824" h="46708">
                <a:moveTo>
                  <a:pt x="28153" y="451"/>
                </a:moveTo>
                <a:lnTo>
                  <a:pt x="29639" y="6947"/>
                </a:lnTo>
                <a:cubicBezTo>
                  <a:pt x="27468" y="6423"/>
                  <a:pt x="25255" y="6088"/>
                  <a:pt x="23041" y="6088"/>
                </a:cubicBezTo>
                <a:cubicBezTo>
                  <a:pt x="20813" y="6030"/>
                  <a:pt x="18599" y="6321"/>
                  <a:pt x="16385" y="6772"/>
                </a:cubicBezTo>
                <a:cubicBezTo>
                  <a:pt x="12962" y="7573"/>
                  <a:pt x="10457" y="8651"/>
                  <a:pt x="9044" y="10064"/>
                </a:cubicBezTo>
                <a:cubicBezTo>
                  <a:pt x="7559" y="11550"/>
                  <a:pt x="7049" y="13312"/>
                  <a:pt x="7501" y="15424"/>
                </a:cubicBezTo>
                <a:cubicBezTo>
                  <a:pt x="7850" y="17011"/>
                  <a:pt x="8753" y="18089"/>
                  <a:pt x="10181" y="18774"/>
                </a:cubicBezTo>
                <a:cubicBezTo>
                  <a:pt x="11608" y="19400"/>
                  <a:pt x="14273" y="19691"/>
                  <a:pt x="18147" y="19691"/>
                </a:cubicBezTo>
                <a:lnTo>
                  <a:pt x="20652" y="19691"/>
                </a:lnTo>
                <a:cubicBezTo>
                  <a:pt x="25764" y="19633"/>
                  <a:pt x="29580" y="20317"/>
                  <a:pt x="32085" y="21788"/>
                </a:cubicBezTo>
                <a:cubicBezTo>
                  <a:pt x="34590" y="23216"/>
                  <a:pt x="36178" y="25662"/>
                  <a:pt x="36979" y="29071"/>
                </a:cubicBezTo>
                <a:cubicBezTo>
                  <a:pt x="37824" y="33003"/>
                  <a:pt x="36979" y="36411"/>
                  <a:pt x="34416" y="39368"/>
                </a:cubicBezTo>
                <a:cubicBezTo>
                  <a:pt x="31852" y="42382"/>
                  <a:pt x="27876" y="44436"/>
                  <a:pt x="22473" y="45688"/>
                </a:cubicBezTo>
                <a:cubicBezTo>
                  <a:pt x="20186" y="46140"/>
                  <a:pt x="17798" y="46475"/>
                  <a:pt x="15307" y="46591"/>
                </a:cubicBezTo>
                <a:cubicBezTo>
                  <a:pt x="12744" y="46708"/>
                  <a:pt x="10006" y="46591"/>
                  <a:pt x="7166" y="46315"/>
                </a:cubicBezTo>
                <a:lnTo>
                  <a:pt x="5520" y="39193"/>
                </a:lnTo>
                <a:cubicBezTo>
                  <a:pt x="8360" y="39994"/>
                  <a:pt x="11142" y="40402"/>
                  <a:pt x="13763" y="40504"/>
                </a:cubicBezTo>
                <a:cubicBezTo>
                  <a:pt x="16385" y="40620"/>
                  <a:pt x="18890" y="40402"/>
                  <a:pt x="21337" y="39819"/>
                </a:cubicBezTo>
                <a:cubicBezTo>
                  <a:pt x="24570" y="39149"/>
                  <a:pt x="26900" y="37998"/>
                  <a:pt x="28444" y="36527"/>
                </a:cubicBezTo>
                <a:cubicBezTo>
                  <a:pt x="29915" y="34984"/>
                  <a:pt x="30440" y="33221"/>
                  <a:pt x="29974" y="31241"/>
                </a:cubicBezTo>
                <a:cubicBezTo>
                  <a:pt x="29580" y="29362"/>
                  <a:pt x="28619" y="28051"/>
                  <a:pt x="27133" y="27308"/>
                </a:cubicBezTo>
                <a:cubicBezTo>
                  <a:pt x="25648" y="26624"/>
                  <a:pt x="22633" y="26289"/>
                  <a:pt x="18205" y="26289"/>
                </a:cubicBezTo>
                <a:lnTo>
                  <a:pt x="15642" y="26289"/>
                </a:lnTo>
                <a:cubicBezTo>
                  <a:pt x="11200" y="26347"/>
                  <a:pt x="7792" y="25662"/>
                  <a:pt x="5462" y="24235"/>
                </a:cubicBezTo>
                <a:cubicBezTo>
                  <a:pt x="3175" y="22764"/>
                  <a:pt x="1646" y="20419"/>
                  <a:pt x="903" y="17186"/>
                </a:cubicBezTo>
                <a:cubicBezTo>
                  <a:pt x="0" y="13254"/>
                  <a:pt x="743" y="9904"/>
                  <a:pt x="3073" y="7107"/>
                </a:cubicBezTo>
                <a:cubicBezTo>
                  <a:pt x="5345" y="4326"/>
                  <a:pt x="9103" y="2389"/>
                  <a:pt x="14273" y="1194"/>
                </a:cubicBezTo>
                <a:cubicBezTo>
                  <a:pt x="16778" y="626"/>
                  <a:pt x="19225" y="291"/>
                  <a:pt x="21555" y="175"/>
                </a:cubicBezTo>
                <a:cubicBezTo>
                  <a:pt x="23886" y="0"/>
                  <a:pt x="26114" y="117"/>
                  <a:pt x="28153" y="451"/>
                </a:cubicBezTo>
                <a:close/>
                <a:moveTo>
                  <a:pt x="28153" y="4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E0E6E-A9E5-4967-91BE-56C0D02B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154" y="3101440"/>
            <a:ext cx="35625" cy="53480"/>
          </a:xfrm>
          <a:custGeom xmlns:a="http://schemas.openxmlformats.org/drawingml/2006/main">
            <a:pathLst>
              <a:path w="35625" h="53480">
                <a:moveTo>
                  <a:pt x="9336" y="0"/>
                </a:moveTo>
                <a:lnTo>
                  <a:pt x="12016" y="11899"/>
                </a:lnTo>
                <a:lnTo>
                  <a:pt x="26172" y="8710"/>
                </a:lnTo>
                <a:lnTo>
                  <a:pt x="27366" y="14055"/>
                </a:lnTo>
                <a:lnTo>
                  <a:pt x="13210" y="17244"/>
                </a:lnTo>
                <a:lnTo>
                  <a:pt x="18322" y="40052"/>
                </a:lnTo>
                <a:cubicBezTo>
                  <a:pt x="19065" y="43475"/>
                  <a:pt x="20041" y="45572"/>
                  <a:pt x="21177" y="46315"/>
                </a:cubicBezTo>
                <a:cubicBezTo>
                  <a:pt x="22371" y="47116"/>
                  <a:pt x="24352" y="47174"/>
                  <a:pt x="27265" y="46490"/>
                </a:cubicBezTo>
                <a:lnTo>
                  <a:pt x="34314" y="44887"/>
                </a:lnTo>
                <a:lnTo>
                  <a:pt x="35625" y="50699"/>
                </a:lnTo>
                <a:lnTo>
                  <a:pt x="28517" y="52286"/>
                </a:lnTo>
                <a:cubicBezTo>
                  <a:pt x="23216" y="53480"/>
                  <a:pt x="19298" y="53320"/>
                  <a:pt x="16851" y="51776"/>
                </a:cubicBezTo>
                <a:cubicBezTo>
                  <a:pt x="14404" y="50247"/>
                  <a:pt x="12584" y="46825"/>
                  <a:pt x="11389" y="41596"/>
                </a:cubicBezTo>
                <a:lnTo>
                  <a:pt x="6263" y="18832"/>
                </a:lnTo>
                <a:lnTo>
                  <a:pt x="1209" y="19968"/>
                </a:lnTo>
                <a:lnTo>
                  <a:pt x="0" y="14564"/>
                </a:lnTo>
                <a:lnTo>
                  <a:pt x="5068" y="13428"/>
                </a:lnTo>
                <a:lnTo>
                  <a:pt x="2403" y="1544"/>
                </a:lnTo>
                <a:lnTo>
                  <a:pt x="9336" y="0"/>
                </a:lnTo>
                <a:close/>
                <a:moveTo>
                  <a:pt x="93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FBC77-67C6-4AE8-BB26-9FC66EB6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662" y="3101906"/>
            <a:ext cx="42950" cy="46533"/>
          </a:xfrm>
          <a:custGeom xmlns:a="http://schemas.openxmlformats.org/drawingml/2006/main">
            <a:pathLst>
              <a:path w="42950" h="46533">
                <a:moveTo>
                  <a:pt x="39994" y="17404"/>
                </a:moveTo>
                <a:lnTo>
                  <a:pt x="40737" y="20754"/>
                </a:lnTo>
                <a:lnTo>
                  <a:pt x="9044" y="27876"/>
                </a:lnTo>
                <a:cubicBezTo>
                  <a:pt x="10414" y="32595"/>
                  <a:pt x="12627" y="35887"/>
                  <a:pt x="15759" y="37765"/>
                </a:cubicBezTo>
                <a:cubicBezTo>
                  <a:pt x="18890" y="39703"/>
                  <a:pt x="22706" y="40154"/>
                  <a:pt x="27308" y="39135"/>
                </a:cubicBezTo>
                <a:cubicBezTo>
                  <a:pt x="29930" y="38508"/>
                  <a:pt x="32435" y="37605"/>
                  <a:pt x="34765" y="36411"/>
                </a:cubicBezTo>
                <a:cubicBezTo>
                  <a:pt x="37096" y="35217"/>
                  <a:pt x="39368" y="33673"/>
                  <a:pt x="41538" y="31794"/>
                </a:cubicBezTo>
                <a:lnTo>
                  <a:pt x="42950" y="38333"/>
                </a:lnTo>
                <a:cubicBezTo>
                  <a:pt x="40737" y="39936"/>
                  <a:pt x="38406" y="41305"/>
                  <a:pt x="35901" y="42441"/>
                </a:cubicBezTo>
                <a:cubicBezTo>
                  <a:pt x="33454" y="43577"/>
                  <a:pt x="30833" y="44421"/>
                  <a:pt x="28168" y="45048"/>
                </a:cubicBezTo>
                <a:cubicBezTo>
                  <a:pt x="21512" y="46533"/>
                  <a:pt x="15759" y="45790"/>
                  <a:pt x="10982" y="42776"/>
                </a:cubicBezTo>
                <a:cubicBezTo>
                  <a:pt x="6204" y="39761"/>
                  <a:pt x="3073" y="34925"/>
                  <a:pt x="1529" y="28269"/>
                </a:cubicBezTo>
                <a:cubicBezTo>
                  <a:pt x="0" y="21381"/>
                  <a:pt x="626" y="15526"/>
                  <a:pt x="3466" y="10690"/>
                </a:cubicBezTo>
                <a:cubicBezTo>
                  <a:pt x="6263" y="5797"/>
                  <a:pt x="10807" y="2665"/>
                  <a:pt x="17128" y="1253"/>
                </a:cubicBezTo>
                <a:cubicBezTo>
                  <a:pt x="22750" y="0"/>
                  <a:pt x="27600" y="786"/>
                  <a:pt x="31750" y="3699"/>
                </a:cubicBezTo>
                <a:cubicBezTo>
                  <a:pt x="35843" y="6598"/>
                  <a:pt x="38567" y="11142"/>
                  <a:pt x="39994" y="17404"/>
                </a:cubicBezTo>
                <a:close/>
                <a:moveTo>
                  <a:pt x="32595" y="16953"/>
                </a:moveTo>
                <a:cubicBezTo>
                  <a:pt x="31750" y="13195"/>
                  <a:pt x="29988" y="10399"/>
                  <a:pt x="27425" y="8637"/>
                </a:cubicBezTo>
                <a:cubicBezTo>
                  <a:pt x="24861" y="6816"/>
                  <a:pt x="21905" y="6306"/>
                  <a:pt x="18497" y="7107"/>
                </a:cubicBezTo>
                <a:cubicBezTo>
                  <a:pt x="14623" y="7952"/>
                  <a:pt x="11783" y="9729"/>
                  <a:pt x="9962" y="12394"/>
                </a:cubicBezTo>
                <a:cubicBezTo>
                  <a:pt x="8141" y="15132"/>
                  <a:pt x="7515" y="18482"/>
                  <a:pt x="8083" y="22517"/>
                </a:cubicBezTo>
                <a:lnTo>
                  <a:pt x="32595" y="16953"/>
                </a:lnTo>
                <a:close/>
                <a:moveTo>
                  <a:pt x="32595" y="169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C5611-FE09-452F-AF7D-57DA0713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370" y="3084895"/>
            <a:ext cx="70666" cy="54675"/>
          </a:xfrm>
          <a:custGeom xmlns:a="http://schemas.openxmlformats.org/drawingml/2006/main">
            <a:pathLst>
              <a:path w="70666" h="54675">
                <a:moveTo>
                  <a:pt x="34765" y="13370"/>
                </a:moveTo>
                <a:cubicBezTo>
                  <a:pt x="35785" y="9831"/>
                  <a:pt x="37329" y="7107"/>
                  <a:pt x="39368" y="5112"/>
                </a:cubicBezTo>
                <a:cubicBezTo>
                  <a:pt x="41479" y="3073"/>
                  <a:pt x="44086" y="1704"/>
                  <a:pt x="47334" y="1020"/>
                </a:cubicBezTo>
                <a:cubicBezTo>
                  <a:pt x="51718" y="0"/>
                  <a:pt x="55476" y="786"/>
                  <a:pt x="58491" y="3292"/>
                </a:cubicBezTo>
                <a:cubicBezTo>
                  <a:pt x="61564" y="5855"/>
                  <a:pt x="63719" y="9889"/>
                  <a:pt x="64972" y="15584"/>
                </a:cubicBezTo>
                <a:lnTo>
                  <a:pt x="70666" y="40897"/>
                </a:lnTo>
                <a:lnTo>
                  <a:pt x="63777" y="42441"/>
                </a:lnTo>
                <a:lnTo>
                  <a:pt x="58083" y="17346"/>
                </a:lnTo>
                <a:cubicBezTo>
                  <a:pt x="57238" y="13312"/>
                  <a:pt x="55811" y="10515"/>
                  <a:pt x="53932" y="8870"/>
                </a:cubicBezTo>
                <a:cubicBezTo>
                  <a:pt x="52111" y="7282"/>
                  <a:pt x="49723" y="6758"/>
                  <a:pt x="46766" y="7442"/>
                </a:cubicBezTo>
                <a:cubicBezTo>
                  <a:pt x="43242" y="8243"/>
                  <a:pt x="40678" y="10064"/>
                  <a:pt x="39149" y="12904"/>
                </a:cubicBezTo>
                <a:cubicBezTo>
                  <a:pt x="37547" y="15700"/>
                  <a:pt x="37270" y="19167"/>
                  <a:pt x="38173" y="23259"/>
                </a:cubicBezTo>
                <a:lnTo>
                  <a:pt x="43518" y="46985"/>
                </a:lnTo>
                <a:lnTo>
                  <a:pt x="36586" y="48587"/>
                </a:lnTo>
                <a:lnTo>
                  <a:pt x="30949" y="23434"/>
                </a:lnTo>
                <a:cubicBezTo>
                  <a:pt x="30046" y="19400"/>
                  <a:pt x="28677" y="16545"/>
                  <a:pt x="26798" y="14958"/>
                </a:cubicBezTo>
                <a:cubicBezTo>
                  <a:pt x="24920" y="13370"/>
                  <a:pt x="22531" y="12846"/>
                  <a:pt x="19575" y="13530"/>
                </a:cubicBezTo>
                <a:cubicBezTo>
                  <a:pt x="16050" y="14331"/>
                  <a:pt x="13487" y="16152"/>
                  <a:pt x="11943" y="18992"/>
                </a:cubicBezTo>
                <a:cubicBezTo>
                  <a:pt x="10414" y="21847"/>
                  <a:pt x="10122" y="25313"/>
                  <a:pt x="11040" y="29347"/>
                </a:cubicBezTo>
                <a:lnTo>
                  <a:pt x="16327" y="53073"/>
                </a:lnTo>
                <a:lnTo>
                  <a:pt x="9394" y="54675"/>
                </a:lnTo>
                <a:lnTo>
                  <a:pt x="0" y="12686"/>
                </a:lnTo>
                <a:lnTo>
                  <a:pt x="6947" y="11142"/>
                </a:lnTo>
                <a:lnTo>
                  <a:pt x="8360" y="17637"/>
                </a:lnTo>
                <a:cubicBezTo>
                  <a:pt x="9394" y="14725"/>
                  <a:pt x="10865" y="12394"/>
                  <a:pt x="12744" y="10690"/>
                </a:cubicBezTo>
                <a:cubicBezTo>
                  <a:pt x="14681" y="8986"/>
                  <a:pt x="17186" y="7792"/>
                  <a:pt x="20201" y="7107"/>
                </a:cubicBezTo>
                <a:cubicBezTo>
                  <a:pt x="23216" y="6423"/>
                  <a:pt x="25997" y="6598"/>
                  <a:pt x="28503" y="7675"/>
                </a:cubicBezTo>
                <a:cubicBezTo>
                  <a:pt x="30949" y="8753"/>
                  <a:pt x="33061" y="10632"/>
                  <a:pt x="34765" y="13370"/>
                </a:cubicBezTo>
                <a:close/>
                <a:moveTo>
                  <a:pt x="34765" y="133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E7FC1-AF3E-4541-8D96-96DBC1A0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333" y="3060602"/>
            <a:ext cx="47393" cy="60704"/>
          </a:xfrm>
          <a:custGeom xmlns:a="http://schemas.openxmlformats.org/drawingml/2006/main">
            <a:pathLst>
              <a:path w="47393" h="60704">
                <a:moveTo>
                  <a:pt x="34139" y="393"/>
                </a:moveTo>
                <a:lnTo>
                  <a:pt x="35785" y="7792"/>
                </a:lnTo>
                <a:cubicBezTo>
                  <a:pt x="32668" y="7049"/>
                  <a:pt x="29711" y="6656"/>
                  <a:pt x="26973" y="6539"/>
                </a:cubicBezTo>
                <a:cubicBezTo>
                  <a:pt x="24293" y="6423"/>
                  <a:pt x="21745" y="6656"/>
                  <a:pt x="19400" y="7166"/>
                </a:cubicBezTo>
                <a:cubicBezTo>
                  <a:pt x="15249" y="8127"/>
                  <a:pt x="12234" y="9612"/>
                  <a:pt x="10355" y="11710"/>
                </a:cubicBezTo>
                <a:cubicBezTo>
                  <a:pt x="8476" y="13822"/>
                  <a:pt x="7908" y="16327"/>
                  <a:pt x="8535" y="19283"/>
                </a:cubicBezTo>
                <a:cubicBezTo>
                  <a:pt x="9103" y="21788"/>
                  <a:pt x="10297" y="23492"/>
                  <a:pt x="12074" y="24395"/>
                </a:cubicBezTo>
                <a:cubicBezTo>
                  <a:pt x="13836" y="25313"/>
                  <a:pt x="16851" y="25706"/>
                  <a:pt x="21177" y="25546"/>
                </a:cubicBezTo>
                <a:lnTo>
                  <a:pt x="25954" y="25488"/>
                </a:lnTo>
                <a:cubicBezTo>
                  <a:pt x="31867" y="25255"/>
                  <a:pt x="36411" y="26216"/>
                  <a:pt x="39717" y="28328"/>
                </a:cubicBezTo>
                <a:cubicBezTo>
                  <a:pt x="43023" y="30440"/>
                  <a:pt x="45179" y="33789"/>
                  <a:pt x="46198" y="38333"/>
                </a:cubicBezTo>
                <a:cubicBezTo>
                  <a:pt x="47393" y="43751"/>
                  <a:pt x="46548" y="48237"/>
                  <a:pt x="43533" y="51878"/>
                </a:cubicBezTo>
                <a:cubicBezTo>
                  <a:pt x="40518" y="55461"/>
                  <a:pt x="35508" y="58083"/>
                  <a:pt x="28503" y="59670"/>
                </a:cubicBezTo>
                <a:cubicBezTo>
                  <a:pt x="25837" y="60238"/>
                  <a:pt x="22939" y="60588"/>
                  <a:pt x="19808" y="60646"/>
                </a:cubicBezTo>
                <a:cubicBezTo>
                  <a:pt x="16734" y="60704"/>
                  <a:pt x="13428" y="60530"/>
                  <a:pt x="9962" y="60078"/>
                </a:cubicBezTo>
                <a:lnTo>
                  <a:pt x="8200" y="52286"/>
                </a:lnTo>
                <a:cubicBezTo>
                  <a:pt x="11666" y="53306"/>
                  <a:pt x="14972" y="53932"/>
                  <a:pt x="18104" y="54150"/>
                </a:cubicBezTo>
                <a:cubicBezTo>
                  <a:pt x="21279" y="54383"/>
                  <a:pt x="24235" y="54150"/>
                  <a:pt x="27090" y="53524"/>
                </a:cubicBezTo>
                <a:cubicBezTo>
                  <a:pt x="31415" y="52563"/>
                  <a:pt x="34547" y="50975"/>
                  <a:pt x="36527" y="48689"/>
                </a:cubicBezTo>
                <a:cubicBezTo>
                  <a:pt x="38523" y="46475"/>
                  <a:pt x="39149" y="43810"/>
                  <a:pt x="38406" y="40678"/>
                </a:cubicBezTo>
                <a:cubicBezTo>
                  <a:pt x="37838" y="37882"/>
                  <a:pt x="36469" y="35945"/>
                  <a:pt x="34430" y="34751"/>
                </a:cubicBezTo>
                <a:cubicBezTo>
                  <a:pt x="32435" y="33615"/>
                  <a:pt x="29362" y="33047"/>
                  <a:pt x="25386" y="33163"/>
                </a:cubicBezTo>
                <a:lnTo>
                  <a:pt x="20550" y="33280"/>
                </a:lnTo>
                <a:cubicBezTo>
                  <a:pt x="14681" y="33454"/>
                  <a:pt x="10195" y="32595"/>
                  <a:pt x="7122" y="30775"/>
                </a:cubicBezTo>
                <a:cubicBezTo>
                  <a:pt x="4049" y="28954"/>
                  <a:pt x="2054" y="25881"/>
                  <a:pt x="1092" y="21614"/>
                </a:cubicBezTo>
                <a:cubicBezTo>
                  <a:pt x="0" y="16662"/>
                  <a:pt x="859" y="12336"/>
                  <a:pt x="3699" y="8753"/>
                </a:cubicBezTo>
                <a:cubicBezTo>
                  <a:pt x="6554" y="5112"/>
                  <a:pt x="11040" y="2607"/>
                  <a:pt x="17128" y="1253"/>
                </a:cubicBezTo>
                <a:cubicBezTo>
                  <a:pt x="19749" y="626"/>
                  <a:pt x="22473" y="277"/>
                  <a:pt x="25327" y="160"/>
                </a:cubicBezTo>
                <a:cubicBezTo>
                  <a:pt x="28168" y="0"/>
                  <a:pt x="31066" y="117"/>
                  <a:pt x="34139" y="393"/>
                </a:cubicBezTo>
                <a:close/>
                <a:moveTo>
                  <a:pt x="34139" y="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2824E-7423-4C16-B43E-B4C04989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343" y="3063617"/>
            <a:ext cx="42950" cy="46533"/>
          </a:xfrm>
          <a:custGeom xmlns:a="http://schemas.openxmlformats.org/drawingml/2006/main">
            <a:pathLst>
              <a:path w="42950" h="46533">
                <a:moveTo>
                  <a:pt x="39994" y="17404"/>
                </a:moveTo>
                <a:lnTo>
                  <a:pt x="40737" y="20754"/>
                </a:lnTo>
                <a:lnTo>
                  <a:pt x="9044" y="27876"/>
                </a:lnTo>
                <a:cubicBezTo>
                  <a:pt x="10414" y="32537"/>
                  <a:pt x="12627" y="35843"/>
                  <a:pt x="15759" y="37765"/>
                </a:cubicBezTo>
                <a:cubicBezTo>
                  <a:pt x="18890" y="39703"/>
                  <a:pt x="22691" y="40110"/>
                  <a:pt x="27308" y="39076"/>
                </a:cubicBezTo>
                <a:cubicBezTo>
                  <a:pt x="29915" y="38508"/>
                  <a:pt x="32420" y="37605"/>
                  <a:pt x="34751" y="36411"/>
                </a:cubicBezTo>
                <a:cubicBezTo>
                  <a:pt x="37096" y="35217"/>
                  <a:pt x="39368" y="33673"/>
                  <a:pt x="41523" y="31794"/>
                </a:cubicBezTo>
                <a:lnTo>
                  <a:pt x="42950" y="38348"/>
                </a:lnTo>
                <a:cubicBezTo>
                  <a:pt x="40737" y="39936"/>
                  <a:pt x="38392" y="41305"/>
                  <a:pt x="35901" y="42441"/>
                </a:cubicBezTo>
                <a:cubicBezTo>
                  <a:pt x="33454" y="43577"/>
                  <a:pt x="30833" y="44436"/>
                  <a:pt x="28153" y="45048"/>
                </a:cubicBezTo>
                <a:cubicBezTo>
                  <a:pt x="21497" y="46533"/>
                  <a:pt x="15759" y="45790"/>
                  <a:pt x="10982" y="42776"/>
                </a:cubicBezTo>
                <a:cubicBezTo>
                  <a:pt x="6204" y="39761"/>
                  <a:pt x="3073" y="34925"/>
                  <a:pt x="1529" y="28269"/>
                </a:cubicBezTo>
                <a:cubicBezTo>
                  <a:pt x="0" y="21381"/>
                  <a:pt x="626" y="15526"/>
                  <a:pt x="3466" y="10690"/>
                </a:cubicBezTo>
                <a:cubicBezTo>
                  <a:pt x="6248" y="5797"/>
                  <a:pt x="10807" y="2665"/>
                  <a:pt x="17128" y="1253"/>
                </a:cubicBezTo>
                <a:cubicBezTo>
                  <a:pt x="22750" y="0"/>
                  <a:pt x="27585" y="786"/>
                  <a:pt x="31736" y="3699"/>
                </a:cubicBezTo>
                <a:cubicBezTo>
                  <a:pt x="35843" y="6598"/>
                  <a:pt x="38567" y="11142"/>
                  <a:pt x="39994" y="17404"/>
                </a:cubicBezTo>
                <a:close/>
                <a:moveTo>
                  <a:pt x="32595" y="16895"/>
                </a:moveTo>
                <a:cubicBezTo>
                  <a:pt x="31736" y="13137"/>
                  <a:pt x="29974" y="10414"/>
                  <a:pt x="27425" y="8593"/>
                </a:cubicBezTo>
                <a:cubicBezTo>
                  <a:pt x="24861" y="6816"/>
                  <a:pt x="21905" y="6306"/>
                  <a:pt x="18482" y="7049"/>
                </a:cubicBezTo>
                <a:cubicBezTo>
                  <a:pt x="14623" y="7908"/>
                  <a:pt x="11826" y="9729"/>
                  <a:pt x="9947" y="12394"/>
                </a:cubicBezTo>
                <a:cubicBezTo>
                  <a:pt x="8127" y="15074"/>
                  <a:pt x="7501" y="18424"/>
                  <a:pt x="8069" y="22473"/>
                </a:cubicBezTo>
                <a:lnTo>
                  <a:pt x="32595" y="16895"/>
                </a:lnTo>
                <a:close/>
                <a:moveTo>
                  <a:pt x="32595" y="168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A87EC-FADE-42D6-A41C-6EFA8BEF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157" y="3045746"/>
            <a:ext cx="35552" cy="53480"/>
          </a:xfrm>
          <a:custGeom xmlns:a="http://schemas.openxmlformats.org/drawingml/2006/main">
            <a:pathLst>
              <a:path w="35552" h="53480">
                <a:moveTo>
                  <a:pt x="9278" y="0"/>
                </a:moveTo>
                <a:lnTo>
                  <a:pt x="11943" y="11943"/>
                </a:lnTo>
                <a:lnTo>
                  <a:pt x="26172" y="8768"/>
                </a:lnTo>
                <a:lnTo>
                  <a:pt x="27366" y="14113"/>
                </a:lnTo>
                <a:lnTo>
                  <a:pt x="13195" y="17302"/>
                </a:lnTo>
                <a:lnTo>
                  <a:pt x="18264" y="40110"/>
                </a:lnTo>
                <a:cubicBezTo>
                  <a:pt x="19050" y="43518"/>
                  <a:pt x="20026" y="45572"/>
                  <a:pt x="21162" y="46373"/>
                </a:cubicBezTo>
                <a:cubicBezTo>
                  <a:pt x="22298" y="47116"/>
                  <a:pt x="24352" y="47160"/>
                  <a:pt x="27192" y="46533"/>
                </a:cubicBezTo>
                <a:lnTo>
                  <a:pt x="34299" y="44946"/>
                </a:lnTo>
                <a:lnTo>
                  <a:pt x="35552" y="50757"/>
                </a:lnTo>
                <a:lnTo>
                  <a:pt x="28503" y="52286"/>
                </a:lnTo>
                <a:cubicBezTo>
                  <a:pt x="23216" y="53480"/>
                  <a:pt x="19283" y="53306"/>
                  <a:pt x="16836" y="51835"/>
                </a:cubicBezTo>
                <a:cubicBezTo>
                  <a:pt x="14331" y="50291"/>
                  <a:pt x="12511" y="46883"/>
                  <a:pt x="11375" y="41654"/>
                </a:cubicBezTo>
                <a:lnTo>
                  <a:pt x="6263" y="18832"/>
                </a:lnTo>
                <a:lnTo>
                  <a:pt x="1194" y="19968"/>
                </a:lnTo>
                <a:lnTo>
                  <a:pt x="0" y="14623"/>
                </a:lnTo>
                <a:lnTo>
                  <a:pt x="5068" y="13487"/>
                </a:lnTo>
                <a:lnTo>
                  <a:pt x="2389" y="1602"/>
                </a:lnTo>
                <a:lnTo>
                  <a:pt x="9278" y="0"/>
                </a:lnTo>
                <a:close/>
                <a:moveTo>
                  <a:pt x="927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AD6F0-A301-4B26-9A1B-4E7CF0B4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189" y="3039032"/>
            <a:ext cx="35625" cy="53480"/>
          </a:xfrm>
          <a:custGeom xmlns:a="http://schemas.openxmlformats.org/drawingml/2006/main">
            <a:pathLst>
              <a:path w="35625" h="53480">
                <a:moveTo>
                  <a:pt x="9336" y="0"/>
                </a:moveTo>
                <a:lnTo>
                  <a:pt x="12016" y="11899"/>
                </a:lnTo>
                <a:lnTo>
                  <a:pt x="26230" y="8710"/>
                </a:lnTo>
                <a:lnTo>
                  <a:pt x="27425" y="14055"/>
                </a:lnTo>
                <a:lnTo>
                  <a:pt x="13210" y="17244"/>
                </a:lnTo>
                <a:lnTo>
                  <a:pt x="18322" y="40052"/>
                </a:lnTo>
                <a:cubicBezTo>
                  <a:pt x="19123" y="43475"/>
                  <a:pt x="20084" y="45572"/>
                  <a:pt x="21220" y="46315"/>
                </a:cubicBezTo>
                <a:cubicBezTo>
                  <a:pt x="22371" y="47116"/>
                  <a:pt x="24410" y="47174"/>
                  <a:pt x="27250" y="46490"/>
                </a:cubicBezTo>
                <a:lnTo>
                  <a:pt x="34372" y="44887"/>
                </a:lnTo>
                <a:lnTo>
                  <a:pt x="35625" y="50699"/>
                </a:lnTo>
                <a:lnTo>
                  <a:pt x="28561" y="52286"/>
                </a:lnTo>
                <a:cubicBezTo>
                  <a:pt x="23216" y="53480"/>
                  <a:pt x="19342" y="53306"/>
                  <a:pt x="16895" y="51776"/>
                </a:cubicBezTo>
                <a:cubicBezTo>
                  <a:pt x="14404" y="50233"/>
                  <a:pt x="12584" y="46825"/>
                  <a:pt x="11389" y="41596"/>
                </a:cubicBezTo>
                <a:lnTo>
                  <a:pt x="6321" y="18832"/>
                </a:lnTo>
                <a:lnTo>
                  <a:pt x="1253" y="19968"/>
                </a:lnTo>
                <a:lnTo>
                  <a:pt x="0" y="14564"/>
                </a:lnTo>
                <a:lnTo>
                  <a:pt x="5068" y="13487"/>
                </a:lnTo>
                <a:lnTo>
                  <a:pt x="2389" y="1544"/>
                </a:lnTo>
                <a:lnTo>
                  <a:pt x="9336" y="0"/>
                </a:lnTo>
                <a:close/>
                <a:moveTo>
                  <a:pt x="933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64FE2-442B-4DD2-8F68-9F387822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823" y="3027832"/>
            <a:ext cx="19968" cy="59845"/>
          </a:xfrm>
          <a:custGeom xmlns:a="http://schemas.openxmlformats.org/drawingml/2006/main">
            <a:pathLst>
              <a:path w="19968" h="59845">
                <a:moveTo>
                  <a:pt x="3641" y="17856"/>
                </a:moveTo>
                <a:lnTo>
                  <a:pt x="10530" y="16327"/>
                </a:lnTo>
                <a:lnTo>
                  <a:pt x="19968" y="58316"/>
                </a:lnTo>
                <a:lnTo>
                  <a:pt x="13093" y="59845"/>
                </a:lnTo>
                <a:lnTo>
                  <a:pt x="3641" y="17856"/>
                </a:lnTo>
                <a:close/>
                <a:moveTo>
                  <a:pt x="0" y="1529"/>
                </a:moveTo>
                <a:lnTo>
                  <a:pt x="6889" y="0"/>
                </a:lnTo>
                <a:lnTo>
                  <a:pt x="8826" y="8753"/>
                </a:lnTo>
                <a:lnTo>
                  <a:pt x="1937" y="10297"/>
                </a:lnTo>
                <a:lnTo>
                  <a:pt x="0" y="1529"/>
                </a:lnTo>
                <a:close/>
                <a:moveTo>
                  <a:pt x="0" y="15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83436-81C4-4124-9EB3-B3D4D325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524" y="3034313"/>
            <a:ext cx="44596" cy="48645"/>
          </a:xfrm>
          <a:custGeom xmlns:a="http://schemas.openxmlformats.org/drawingml/2006/main">
            <a:pathLst>
              <a:path w="44596" h="48645">
                <a:moveTo>
                  <a:pt x="38901" y="15424"/>
                </a:moveTo>
                <a:lnTo>
                  <a:pt x="44596" y="40737"/>
                </a:lnTo>
                <a:lnTo>
                  <a:pt x="37707" y="42266"/>
                </a:lnTo>
                <a:lnTo>
                  <a:pt x="32085" y="17186"/>
                </a:lnTo>
                <a:cubicBezTo>
                  <a:pt x="31168" y="13195"/>
                  <a:pt x="29740" y="10414"/>
                  <a:pt x="27760" y="8811"/>
                </a:cubicBezTo>
                <a:cubicBezTo>
                  <a:pt x="25706" y="7166"/>
                  <a:pt x="23201" y="6714"/>
                  <a:pt x="20070" y="7399"/>
                </a:cubicBezTo>
                <a:cubicBezTo>
                  <a:pt x="16385" y="8243"/>
                  <a:pt x="13705" y="10064"/>
                  <a:pt x="12118" y="12977"/>
                </a:cubicBezTo>
                <a:cubicBezTo>
                  <a:pt x="10457" y="15817"/>
                  <a:pt x="10122" y="19283"/>
                  <a:pt x="11025" y="23376"/>
                </a:cubicBezTo>
                <a:lnTo>
                  <a:pt x="16385" y="47101"/>
                </a:lnTo>
                <a:lnTo>
                  <a:pt x="9438" y="48645"/>
                </a:lnTo>
                <a:lnTo>
                  <a:pt x="0" y="6656"/>
                </a:lnTo>
                <a:lnTo>
                  <a:pt x="6933" y="5127"/>
                </a:lnTo>
                <a:lnTo>
                  <a:pt x="8418" y="11666"/>
                </a:lnTo>
                <a:cubicBezTo>
                  <a:pt x="9496" y="8768"/>
                  <a:pt x="11025" y="6423"/>
                  <a:pt x="12962" y="4661"/>
                </a:cubicBezTo>
                <a:cubicBezTo>
                  <a:pt x="14899" y="2898"/>
                  <a:pt x="17346" y="1704"/>
                  <a:pt x="20303" y="1078"/>
                </a:cubicBezTo>
                <a:cubicBezTo>
                  <a:pt x="25080" y="0"/>
                  <a:pt x="29071" y="685"/>
                  <a:pt x="32246" y="3073"/>
                </a:cubicBezTo>
                <a:cubicBezTo>
                  <a:pt x="35377" y="5520"/>
                  <a:pt x="37605" y="9612"/>
                  <a:pt x="38901" y="15424"/>
                </a:cubicBezTo>
                <a:close/>
                <a:moveTo>
                  <a:pt x="38901" y="154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3D0BB-A33F-4A0D-AB62-7E408E06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562" y="3022254"/>
            <a:ext cx="44261" cy="63370"/>
          </a:xfrm>
          <a:custGeom xmlns:a="http://schemas.openxmlformats.org/drawingml/2006/main">
            <a:pathLst>
              <a:path w="44261" h="63370">
                <a:moveTo>
                  <a:pt x="32085" y="22065"/>
                </a:moveTo>
                <a:cubicBezTo>
                  <a:pt x="30949" y="17069"/>
                  <a:pt x="29071" y="13428"/>
                  <a:pt x="26391" y="11142"/>
                </a:cubicBezTo>
                <a:cubicBezTo>
                  <a:pt x="23725" y="8870"/>
                  <a:pt x="20536" y="8127"/>
                  <a:pt x="16778" y="8986"/>
                </a:cubicBezTo>
                <a:cubicBezTo>
                  <a:pt x="13079" y="9787"/>
                  <a:pt x="10515" y="11826"/>
                  <a:pt x="9103" y="15016"/>
                </a:cubicBezTo>
                <a:cubicBezTo>
                  <a:pt x="7617" y="18205"/>
                  <a:pt x="7442" y="22356"/>
                  <a:pt x="8593" y="27308"/>
                </a:cubicBezTo>
                <a:cubicBezTo>
                  <a:pt x="9729" y="32318"/>
                  <a:pt x="11608" y="35959"/>
                  <a:pt x="14273" y="38232"/>
                </a:cubicBezTo>
                <a:cubicBezTo>
                  <a:pt x="16953" y="40504"/>
                  <a:pt x="20143" y="41246"/>
                  <a:pt x="23827" y="40387"/>
                </a:cubicBezTo>
                <a:cubicBezTo>
                  <a:pt x="27585" y="39542"/>
                  <a:pt x="30148" y="37547"/>
                  <a:pt x="31576" y="34299"/>
                </a:cubicBezTo>
                <a:cubicBezTo>
                  <a:pt x="33047" y="31124"/>
                  <a:pt x="33221" y="27017"/>
                  <a:pt x="32085" y="22065"/>
                </a:cubicBezTo>
                <a:close/>
                <a:moveTo>
                  <a:pt x="42601" y="36746"/>
                </a:moveTo>
                <a:cubicBezTo>
                  <a:pt x="44261" y="43912"/>
                  <a:pt x="43853" y="49606"/>
                  <a:pt x="41465" y="53757"/>
                </a:cubicBezTo>
                <a:cubicBezTo>
                  <a:pt x="39076" y="57966"/>
                  <a:pt x="34590" y="60821"/>
                  <a:pt x="28036" y="62292"/>
                </a:cubicBezTo>
                <a:cubicBezTo>
                  <a:pt x="25648" y="62802"/>
                  <a:pt x="23318" y="63151"/>
                  <a:pt x="21046" y="63268"/>
                </a:cubicBezTo>
                <a:cubicBezTo>
                  <a:pt x="18832" y="63370"/>
                  <a:pt x="16603" y="63326"/>
                  <a:pt x="14448" y="63035"/>
                </a:cubicBezTo>
                <a:lnTo>
                  <a:pt x="12904" y="56321"/>
                </a:lnTo>
                <a:cubicBezTo>
                  <a:pt x="15191" y="56947"/>
                  <a:pt x="17404" y="57282"/>
                  <a:pt x="19458" y="57398"/>
                </a:cubicBezTo>
                <a:cubicBezTo>
                  <a:pt x="21555" y="57457"/>
                  <a:pt x="23667" y="57282"/>
                  <a:pt x="25706" y="56830"/>
                </a:cubicBezTo>
                <a:cubicBezTo>
                  <a:pt x="30207" y="55811"/>
                  <a:pt x="33338" y="53874"/>
                  <a:pt x="35042" y="51034"/>
                </a:cubicBezTo>
                <a:cubicBezTo>
                  <a:pt x="36746" y="48135"/>
                  <a:pt x="37096" y="44319"/>
                  <a:pt x="36003" y="39542"/>
                </a:cubicBezTo>
                <a:lnTo>
                  <a:pt x="35275" y="36120"/>
                </a:lnTo>
                <a:cubicBezTo>
                  <a:pt x="34357" y="38974"/>
                  <a:pt x="32988" y="41188"/>
                  <a:pt x="31008" y="42892"/>
                </a:cubicBezTo>
                <a:cubicBezTo>
                  <a:pt x="29071" y="44654"/>
                  <a:pt x="26565" y="45849"/>
                  <a:pt x="23434" y="46533"/>
                </a:cubicBezTo>
                <a:cubicBezTo>
                  <a:pt x="18322" y="47728"/>
                  <a:pt x="13705" y="46650"/>
                  <a:pt x="9729" y="43460"/>
                </a:cubicBezTo>
                <a:cubicBezTo>
                  <a:pt x="5680" y="40227"/>
                  <a:pt x="2957" y="35391"/>
                  <a:pt x="1471" y="28896"/>
                </a:cubicBezTo>
                <a:cubicBezTo>
                  <a:pt x="0" y="22415"/>
                  <a:pt x="451" y="16895"/>
                  <a:pt x="2665" y="12234"/>
                </a:cubicBezTo>
                <a:cubicBezTo>
                  <a:pt x="4952" y="7617"/>
                  <a:pt x="8637" y="4719"/>
                  <a:pt x="13822" y="3583"/>
                </a:cubicBezTo>
                <a:cubicBezTo>
                  <a:pt x="16895" y="2898"/>
                  <a:pt x="19676" y="2898"/>
                  <a:pt x="22182" y="3641"/>
                </a:cubicBezTo>
                <a:cubicBezTo>
                  <a:pt x="24687" y="4326"/>
                  <a:pt x="26959" y="5797"/>
                  <a:pt x="28896" y="7908"/>
                </a:cubicBezTo>
                <a:lnTo>
                  <a:pt x="27468" y="1588"/>
                </a:lnTo>
                <a:lnTo>
                  <a:pt x="34357" y="0"/>
                </a:lnTo>
                <a:lnTo>
                  <a:pt x="42601" y="36746"/>
                </a:lnTo>
                <a:close/>
                <a:moveTo>
                  <a:pt x="42601" y="367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DDC94-CE90-482B-BA45-E0F8F246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57" y="3013894"/>
            <a:ext cx="37780" cy="46650"/>
          </a:xfrm>
          <a:custGeom xmlns:a="http://schemas.openxmlformats.org/drawingml/2006/main">
            <a:pathLst>
              <a:path w="37780" h="46650">
                <a:moveTo>
                  <a:pt x="28109" y="393"/>
                </a:moveTo>
                <a:lnTo>
                  <a:pt x="29595" y="6933"/>
                </a:lnTo>
                <a:cubicBezTo>
                  <a:pt x="27425" y="6365"/>
                  <a:pt x="25211" y="6088"/>
                  <a:pt x="22997" y="6088"/>
                </a:cubicBezTo>
                <a:cubicBezTo>
                  <a:pt x="20827" y="6030"/>
                  <a:pt x="18555" y="6248"/>
                  <a:pt x="16341" y="6772"/>
                </a:cubicBezTo>
                <a:cubicBezTo>
                  <a:pt x="12919" y="7559"/>
                  <a:pt x="10472" y="8637"/>
                  <a:pt x="9001" y="10064"/>
                </a:cubicBezTo>
                <a:cubicBezTo>
                  <a:pt x="7515" y="11491"/>
                  <a:pt x="7005" y="13254"/>
                  <a:pt x="7457" y="15351"/>
                </a:cubicBezTo>
                <a:cubicBezTo>
                  <a:pt x="7807" y="16953"/>
                  <a:pt x="8710" y="18089"/>
                  <a:pt x="10137" y="18715"/>
                </a:cubicBezTo>
                <a:cubicBezTo>
                  <a:pt x="11550" y="19342"/>
                  <a:pt x="14229" y="19676"/>
                  <a:pt x="18104" y="19676"/>
                </a:cubicBezTo>
                <a:lnTo>
                  <a:pt x="20594" y="19676"/>
                </a:lnTo>
                <a:cubicBezTo>
                  <a:pt x="25721" y="19618"/>
                  <a:pt x="29537" y="20303"/>
                  <a:pt x="32042" y="21788"/>
                </a:cubicBezTo>
                <a:cubicBezTo>
                  <a:pt x="34547" y="23201"/>
                  <a:pt x="36134" y="25648"/>
                  <a:pt x="36935" y="29071"/>
                </a:cubicBezTo>
                <a:cubicBezTo>
                  <a:pt x="37780" y="32988"/>
                  <a:pt x="36935" y="36411"/>
                  <a:pt x="34372" y="39368"/>
                </a:cubicBezTo>
                <a:cubicBezTo>
                  <a:pt x="31809" y="42324"/>
                  <a:pt x="27833" y="44421"/>
                  <a:pt x="22429" y="45616"/>
                </a:cubicBezTo>
                <a:cubicBezTo>
                  <a:pt x="20143" y="46140"/>
                  <a:pt x="17754" y="46417"/>
                  <a:pt x="15249" y="46533"/>
                </a:cubicBezTo>
                <a:cubicBezTo>
                  <a:pt x="12700" y="46650"/>
                  <a:pt x="9962" y="46591"/>
                  <a:pt x="7122" y="46300"/>
                </a:cubicBezTo>
                <a:lnTo>
                  <a:pt x="5462" y="39193"/>
                </a:lnTo>
                <a:cubicBezTo>
                  <a:pt x="8375" y="39936"/>
                  <a:pt x="11098" y="40387"/>
                  <a:pt x="13720" y="40504"/>
                </a:cubicBezTo>
                <a:cubicBezTo>
                  <a:pt x="16341" y="40562"/>
                  <a:pt x="18832" y="40387"/>
                  <a:pt x="21279" y="39819"/>
                </a:cubicBezTo>
                <a:cubicBezTo>
                  <a:pt x="24526" y="39076"/>
                  <a:pt x="26857" y="37998"/>
                  <a:pt x="28401" y="36469"/>
                </a:cubicBezTo>
                <a:cubicBezTo>
                  <a:pt x="29872" y="34984"/>
                  <a:pt x="30381" y="33221"/>
                  <a:pt x="29930" y="31168"/>
                </a:cubicBezTo>
                <a:cubicBezTo>
                  <a:pt x="29537" y="29289"/>
                  <a:pt x="28561" y="28036"/>
                  <a:pt x="27090" y="27308"/>
                </a:cubicBezTo>
                <a:cubicBezTo>
                  <a:pt x="25604" y="26565"/>
                  <a:pt x="22648" y="26216"/>
                  <a:pt x="18162" y="26274"/>
                </a:cubicBezTo>
                <a:lnTo>
                  <a:pt x="15598" y="26216"/>
                </a:lnTo>
                <a:cubicBezTo>
                  <a:pt x="11156" y="26332"/>
                  <a:pt x="7748" y="25590"/>
                  <a:pt x="5418" y="24177"/>
                </a:cubicBezTo>
                <a:cubicBezTo>
                  <a:pt x="3131" y="22750"/>
                  <a:pt x="1602" y="20419"/>
                  <a:pt x="859" y="17171"/>
                </a:cubicBezTo>
                <a:cubicBezTo>
                  <a:pt x="0" y="13195"/>
                  <a:pt x="685" y="9831"/>
                  <a:pt x="3015" y="7107"/>
                </a:cubicBezTo>
                <a:cubicBezTo>
                  <a:pt x="5360" y="4326"/>
                  <a:pt x="9059" y="2330"/>
                  <a:pt x="14229" y="1194"/>
                </a:cubicBezTo>
                <a:cubicBezTo>
                  <a:pt x="16734" y="626"/>
                  <a:pt x="19181" y="277"/>
                  <a:pt x="21512" y="160"/>
                </a:cubicBezTo>
                <a:cubicBezTo>
                  <a:pt x="23842" y="0"/>
                  <a:pt x="26070" y="102"/>
                  <a:pt x="28109" y="393"/>
                </a:cubicBezTo>
                <a:close/>
                <a:moveTo>
                  <a:pt x="28109" y="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8205F-3EA0-4E00-9604-630D7A89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070" y="2989994"/>
            <a:ext cx="47451" cy="60704"/>
          </a:xfrm>
          <a:custGeom xmlns:a="http://schemas.openxmlformats.org/drawingml/2006/main">
            <a:pathLst>
              <a:path w="47451" h="60704">
                <a:moveTo>
                  <a:pt x="34183" y="393"/>
                </a:moveTo>
                <a:lnTo>
                  <a:pt x="35843" y="7734"/>
                </a:lnTo>
                <a:cubicBezTo>
                  <a:pt x="32653" y="7049"/>
                  <a:pt x="29697" y="6598"/>
                  <a:pt x="27017" y="6539"/>
                </a:cubicBezTo>
                <a:cubicBezTo>
                  <a:pt x="24293" y="6423"/>
                  <a:pt x="21788" y="6598"/>
                  <a:pt x="19400" y="7166"/>
                </a:cubicBezTo>
                <a:cubicBezTo>
                  <a:pt x="15307" y="8083"/>
                  <a:pt x="12292" y="9612"/>
                  <a:pt x="10414" y="11724"/>
                </a:cubicBezTo>
                <a:cubicBezTo>
                  <a:pt x="8535" y="13763"/>
                  <a:pt x="7908" y="16327"/>
                  <a:pt x="8593" y="19283"/>
                </a:cubicBezTo>
                <a:cubicBezTo>
                  <a:pt x="9161" y="21730"/>
                  <a:pt x="10297" y="23434"/>
                  <a:pt x="12059" y="24410"/>
                </a:cubicBezTo>
                <a:cubicBezTo>
                  <a:pt x="13822" y="25313"/>
                  <a:pt x="16895" y="25662"/>
                  <a:pt x="21220" y="25546"/>
                </a:cubicBezTo>
                <a:lnTo>
                  <a:pt x="25997" y="25429"/>
                </a:lnTo>
                <a:cubicBezTo>
                  <a:pt x="31852" y="25255"/>
                  <a:pt x="36469" y="26230"/>
                  <a:pt x="39761" y="28328"/>
                </a:cubicBezTo>
                <a:cubicBezTo>
                  <a:pt x="43067" y="30440"/>
                  <a:pt x="45164" y="33731"/>
                  <a:pt x="46198" y="38290"/>
                </a:cubicBezTo>
                <a:cubicBezTo>
                  <a:pt x="47451" y="43693"/>
                  <a:pt x="46533" y="48252"/>
                  <a:pt x="43518" y="51835"/>
                </a:cubicBezTo>
                <a:cubicBezTo>
                  <a:pt x="40504" y="55476"/>
                  <a:pt x="35493" y="58025"/>
                  <a:pt x="28503" y="59627"/>
                </a:cubicBezTo>
                <a:cubicBezTo>
                  <a:pt x="25823" y="60253"/>
                  <a:pt x="22983" y="60530"/>
                  <a:pt x="19851" y="60646"/>
                </a:cubicBezTo>
                <a:cubicBezTo>
                  <a:pt x="16720" y="60704"/>
                  <a:pt x="13428" y="60530"/>
                  <a:pt x="9947" y="60020"/>
                </a:cubicBezTo>
                <a:lnTo>
                  <a:pt x="8243" y="52228"/>
                </a:lnTo>
                <a:cubicBezTo>
                  <a:pt x="11666" y="53306"/>
                  <a:pt x="14958" y="53932"/>
                  <a:pt x="18147" y="54107"/>
                </a:cubicBezTo>
                <a:cubicBezTo>
                  <a:pt x="21279" y="54325"/>
                  <a:pt x="24293" y="54107"/>
                  <a:pt x="27133" y="53480"/>
                </a:cubicBezTo>
                <a:cubicBezTo>
                  <a:pt x="31459" y="52519"/>
                  <a:pt x="34590" y="50917"/>
                  <a:pt x="36527" y="48703"/>
                </a:cubicBezTo>
                <a:cubicBezTo>
                  <a:pt x="38508" y="46475"/>
                  <a:pt x="39135" y="43751"/>
                  <a:pt x="38450" y="40620"/>
                </a:cubicBezTo>
                <a:cubicBezTo>
                  <a:pt x="37824" y="37897"/>
                  <a:pt x="36527" y="35901"/>
                  <a:pt x="34474" y="34765"/>
                </a:cubicBezTo>
                <a:cubicBezTo>
                  <a:pt x="32420" y="33571"/>
                  <a:pt x="29406" y="33061"/>
                  <a:pt x="25371" y="33105"/>
                </a:cubicBezTo>
                <a:lnTo>
                  <a:pt x="20594" y="33280"/>
                </a:lnTo>
                <a:cubicBezTo>
                  <a:pt x="14681" y="33396"/>
                  <a:pt x="10181" y="32537"/>
                  <a:pt x="7107" y="30716"/>
                </a:cubicBezTo>
                <a:cubicBezTo>
                  <a:pt x="4093" y="28896"/>
                  <a:pt x="2039" y="25823"/>
                  <a:pt x="1078" y="21555"/>
                </a:cubicBezTo>
                <a:cubicBezTo>
                  <a:pt x="0" y="16618"/>
                  <a:pt x="845" y="12351"/>
                  <a:pt x="3699" y="8710"/>
                </a:cubicBezTo>
                <a:cubicBezTo>
                  <a:pt x="6539" y="5068"/>
                  <a:pt x="11040" y="2563"/>
                  <a:pt x="17186" y="1194"/>
                </a:cubicBezTo>
                <a:cubicBezTo>
                  <a:pt x="19793" y="626"/>
                  <a:pt x="22531" y="291"/>
                  <a:pt x="25313" y="117"/>
                </a:cubicBezTo>
                <a:cubicBezTo>
                  <a:pt x="28153" y="0"/>
                  <a:pt x="31124" y="58"/>
                  <a:pt x="34183" y="393"/>
                </a:cubicBezTo>
                <a:close/>
                <a:moveTo>
                  <a:pt x="34183" y="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A5612-A843-4021-AFBD-D16A257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123" y="2992950"/>
            <a:ext cx="42950" cy="46591"/>
          </a:xfrm>
          <a:custGeom xmlns:a="http://schemas.openxmlformats.org/drawingml/2006/main">
            <a:pathLst>
              <a:path w="42950" h="46591">
                <a:moveTo>
                  <a:pt x="39936" y="17404"/>
                </a:moveTo>
                <a:lnTo>
                  <a:pt x="40678" y="20827"/>
                </a:lnTo>
                <a:lnTo>
                  <a:pt x="8986" y="27935"/>
                </a:lnTo>
                <a:cubicBezTo>
                  <a:pt x="10355" y="32595"/>
                  <a:pt x="12569" y="35901"/>
                  <a:pt x="15700" y="37780"/>
                </a:cubicBezTo>
                <a:cubicBezTo>
                  <a:pt x="18832" y="39717"/>
                  <a:pt x="22706" y="40169"/>
                  <a:pt x="27250" y="39149"/>
                </a:cubicBezTo>
                <a:cubicBezTo>
                  <a:pt x="29872" y="38523"/>
                  <a:pt x="32377" y="37605"/>
                  <a:pt x="34707" y="36411"/>
                </a:cubicBezTo>
                <a:cubicBezTo>
                  <a:pt x="37096" y="35217"/>
                  <a:pt x="39309" y="33687"/>
                  <a:pt x="41479" y="31867"/>
                </a:cubicBezTo>
                <a:lnTo>
                  <a:pt x="42950" y="38348"/>
                </a:lnTo>
                <a:cubicBezTo>
                  <a:pt x="40678" y="39936"/>
                  <a:pt x="38348" y="41363"/>
                  <a:pt x="35901" y="42441"/>
                </a:cubicBezTo>
                <a:cubicBezTo>
                  <a:pt x="33396" y="43577"/>
                  <a:pt x="30833" y="44494"/>
                  <a:pt x="28168" y="45062"/>
                </a:cubicBezTo>
                <a:cubicBezTo>
                  <a:pt x="21453" y="46591"/>
                  <a:pt x="15700" y="45805"/>
                  <a:pt x="10923" y="42790"/>
                </a:cubicBezTo>
                <a:cubicBezTo>
                  <a:pt x="6146" y="39775"/>
                  <a:pt x="3015" y="34940"/>
                  <a:pt x="1544" y="28284"/>
                </a:cubicBezTo>
                <a:cubicBezTo>
                  <a:pt x="0" y="21453"/>
                  <a:pt x="626" y="15540"/>
                  <a:pt x="3408" y="10705"/>
                </a:cubicBezTo>
                <a:cubicBezTo>
                  <a:pt x="6204" y="5811"/>
                  <a:pt x="10749" y="2680"/>
                  <a:pt x="17069" y="1253"/>
                </a:cubicBezTo>
                <a:cubicBezTo>
                  <a:pt x="22706" y="0"/>
                  <a:pt x="27600" y="801"/>
                  <a:pt x="31692" y="3699"/>
                </a:cubicBezTo>
                <a:cubicBezTo>
                  <a:pt x="35785" y="6598"/>
                  <a:pt x="38523" y="11215"/>
                  <a:pt x="39936" y="17404"/>
                </a:cubicBezTo>
                <a:close/>
                <a:moveTo>
                  <a:pt x="32595" y="16953"/>
                </a:moveTo>
                <a:cubicBezTo>
                  <a:pt x="31692" y="13195"/>
                  <a:pt x="29988" y="10414"/>
                  <a:pt x="27425" y="8651"/>
                </a:cubicBezTo>
                <a:cubicBezTo>
                  <a:pt x="24803" y="6831"/>
                  <a:pt x="21847" y="6321"/>
                  <a:pt x="18439" y="7107"/>
                </a:cubicBezTo>
                <a:cubicBezTo>
                  <a:pt x="14623" y="7967"/>
                  <a:pt x="11783" y="9729"/>
                  <a:pt x="9962" y="12409"/>
                </a:cubicBezTo>
                <a:cubicBezTo>
                  <a:pt x="8141" y="15132"/>
                  <a:pt x="7515" y="18497"/>
                  <a:pt x="8025" y="22531"/>
                </a:cubicBezTo>
                <a:lnTo>
                  <a:pt x="32595" y="16953"/>
                </a:lnTo>
                <a:close/>
                <a:moveTo>
                  <a:pt x="32595" y="169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AF98F-35B0-4A4B-BA4B-07B6F95D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909" y="2982886"/>
            <a:ext cx="41363" cy="47160"/>
          </a:xfrm>
          <a:custGeom xmlns:a="http://schemas.openxmlformats.org/drawingml/2006/main">
            <a:pathLst>
              <a:path w="41363" h="47160">
                <a:moveTo>
                  <a:pt x="22939" y="22298"/>
                </a:moveTo>
                <a:cubicBezTo>
                  <a:pt x="17361" y="23551"/>
                  <a:pt x="13603" y="25022"/>
                  <a:pt x="11724" y="26798"/>
                </a:cubicBezTo>
                <a:cubicBezTo>
                  <a:pt x="9904" y="28561"/>
                  <a:pt x="9278" y="30949"/>
                  <a:pt x="9962" y="34022"/>
                </a:cubicBezTo>
                <a:cubicBezTo>
                  <a:pt x="10530" y="36469"/>
                  <a:pt x="11783" y="38232"/>
                  <a:pt x="13720" y="39309"/>
                </a:cubicBezTo>
                <a:cubicBezTo>
                  <a:pt x="15657" y="40387"/>
                  <a:pt x="17987" y="40620"/>
                  <a:pt x="20769" y="39994"/>
                </a:cubicBezTo>
                <a:cubicBezTo>
                  <a:pt x="24585" y="39135"/>
                  <a:pt x="27366" y="37096"/>
                  <a:pt x="29071" y="33848"/>
                </a:cubicBezTo>
                <a:cubicBezTo>
                  <a:pt x="30789" y="30658"/>
                  <a:pt x="31124" y="26798"/>
                  <a:pt x="30105" y="22298"/>
                </a:cubicBezTo>
                <a:lnTo>
                  <a:pt x="29755" y="20769"/>
                </a:lnTo>
                <a:lnTo>
                  <a:pt x="22939" y="22298"/>
                </a:lnTo>
                <a:close/>
                <a:moveTo>
                  <a:pt x="36018" y="16327"/>
                </a:moveTo>
                <a:lnTo>
                  <a:pt x="41363" y="40271"/>
                </a:lnTo>
                <a:lnTo>
                  <a:pt x="34474" y="41873"/>
                </a:lnTo>
                <a:lnTo>
                  <a:pt x="33061" y="35493"/>
                </a:lnTo>
                <a:cubicBezTo>
                  <a:pt x="32027" y="38392"/>
                  <a:pt x="30498" y="40678"/>
                  <a:pt x="28444" y="42441"/>
                </a:cubicBezTo>
                <a:cubicBezTo>
                  <a:pt x="26347" y="44203"/>
                  <a:pt x="23609" y="45455"/>
                  <a:pt x="20259" y="46198"/>
                </a:cubicBezTo>
                <a:cubicBezTo>
                  <a:pt x="15933" y="47160"/>
                  <a:pt x="12234" y="46708"/>
                  <a:pt x="9161" y="44887"/>
                </a:cubicBezTo>
                <a:cubicBezTo>
                  <a:pt x="6088" y="43009"/>
                  <a:pt x="4107" y="40110"/>
                  <a:pt x="3190" y="36003"/>
                </a:cubicBezTo>
                <a:cubicBezTo>
                  <a:pt x="2112" y="31343"/>
                  <a:pt x="2898" y="27425"/>
                  <a:pt x="5520" y="24293"/>
                </a:cubicBezTo>
                <a:cubicBezTo>
                  <a:pt x="8141" y="21220"/>
                  <a:pt x="12627" y="18948"/>
                  <a:pt x="18890" y="17521"/>
                </a:cubicBezTo>
                <a:lnTo>
                  <a:pt x="28561" y="15351"/>
                </a:lnTo>
                <a:lnTo>
                  <a:pt x="28386" y="14681"/>
                </a:lnTo>
                <a:cubicBezTo>
                  <a:pt x="27716" y="11491"/>
                  <a:pt x="26114" y="9263"/>
                  <a:pt x="23609" y="8025"/>
                </a:cubicBezTo>
                <a:cubicBezTo>
                  <a:pt x="21162" y="6772"/>
                  <a:pt x="18045" y="6539"/>
                  <a:pt x="14229" y="7399"/>
                </a:cubicBezTo>
                <a:cubicBezTo>
                  <a:pt x="11841" y="7908"/>
                  <a:pt x="9569" y="8753"/>
                  <a:pt x="7399" y="9846"/>
                </a:cubicBezTo>
                <a:cubicBezTo>
                  <a:pt x="5301" y="10923"/>
                  <a:pt x="3306" y="12292"/>
                  <a:pt x="1486" y="13880"/>
                </a:cubicBezTo>
                <a:lnTo>
                  <a:pt x="0" y="7501"/>
                </a:lnTo>
                <a:cubicBezTo>
                  <a:pt x="2330" y="5971"/>
                  <a:pt x="4617" y="4661"/>
                  <a:pt x="6889" y="3699"/>
                </a:cubicBezTo>
                <a:cubicBezTo>
                  <a:pt x="9161" y="2665"/>
                  <a:pt x="11389" y="1879"/>
                  <a:pt x="13661" y="1369"/>
                </a:cubicBezTo>
                <a:cubicBezTo>
                  <a:pt x="19691" y="0"/>
                  <a:pt x="24585" y="568"/>
                  <a:pt x="28342" y="3073"/>
                </a:cubicBezTo>
                <a:cubicBezTo>
                  <a:pt x="32027" y="5520"/>
                  <a:pt x="34590" y="9947"/>
                  <a:pt x="36018" y="16327"/>
                </a:cubicBezTo>
                <a:close/>
                <a:moveTo>
                  <a:pt x="36018" y="1632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9217C-34CA-4BBD-92CA-409B0D4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30" y="2971963"/>
            <a:ext cx="25997" cy="48077"/>
          </a:xfrm>
          <a:custGeom xmlns:a="http://schemas.openxmlformats.org/drawingml/2006/main">
            <a:pathLst>
              <a:path w="25997" h="48077">
                <a:moveTo>
                  <a:pt x="25997" y="7049"/>
                </a:moveTo>
                <a:cubicBezTo>
                  <a:pt x="25138" y="6772"/>
                  <a:pt x="24235" y="6656"/>
                  <a:pt x="23259" y="6656"/>
                </a:cubicBezTo>
                <a:cubicBezTo>
                  <a:pt x="22298" y="6598"/>
                  <a:pt x="21279" y="6772"/>
                  <a:pt x="20186" y="6991"/>
                </a:cubicBezTo>
                <a:cubicBezTo>
                  <a:pt x="16268" y="7850"/>
                  <a:pt x="13589" y="9787"/>
                  <a:pt x="12059" y="12802"/>
                </a:cubicBezTo>
                <a:cubicBezTo>
                  <a:pt x="10515" y="15817"/>
                  <a:pt x="10297" y="19676"/>
                  <a:pt x="11375" y="24410"/>
                </a:cubicBezTo>
                <a:lnTo>
                  <a:pt x="16327" y="46533"/>
                </a:lnTo>
                <a:lnTo>
                  <a:pt x="9379" y="48077"/>
                </a:lnTo>
                <a:lnTo>
                  <a:pt x="0" y="6146"/>
                </a:lnTo>
                <a:lnTo>
                  <a:pt x="6933" y="4544"/>
                </a:lnTo>
                <a:lnTo>
                  <a:pt x="8360" y="11084"/>
                </a:lnTo>
                <a:cubicBezTo>
                  <a:pt x="9263" y="8185"/>
                  <a:pt x="10749" y="5913"/>
                  <a:pt x="12744" y="4151"/>
                </a:cubicBezTo>
                <a:cubicBezTo>
                  <a:pt x="14783" y="2389"/>
                  <a:pt x="17521" y="1136"/>
                  <a:pt x="20813" y="393"/>
                </a:cubicBezTo>
                <a:cubicBezTo>
                  <a:pt x="21279" y="277"/>
                  <a:pt x="21847" y="218"/>
                  <a:pt x="22415" y="117"/>
                </a:cubicBezTo>
                <a:cubicBezTo>
                  <a:pt x="22983" y="58"/>
                  <a:pt x="23667" y="0"/>
                  <a:pt x="24395" y="0"/>
                </a:cubicBezTo>
                <a:lnTo>
                  <a:pt x="25997" y="7049"/>
                </a:lnTo>
                <a:close/>
                <a:moveTo>
                  <a:pt x="25997" y="70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2F298-8954-4315-818F-751E18EA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095" y="2965525"/>
            <a:ext cx="39076" cy="46315"/>
          </a:xfrm>
          <a:custGeom xmlns:a="http://schemas.openxmlformats.org/drawingml/2006/main">
            <a:pathLst>
              <a:path w="39076" h="46315">
                <a:moveTo>
                  <a:pt x="30381" y="626"/>
                </a:moveTo>
                <a:lnTo>
                  <a:pt x="31794" y="7122"/>
                </a:lnTo>
                <a:cubicBezTo>
                  <a:pt x="29639" y="6437"/>
                  <a:pt x="27468" y="6088"/>
                  <a:pt x="25429" y="5971"/>
                </a:cubicBezTo>
                <a:cubicBezTo>
                  <a:pt x="23318" y="5869"/>
                  <a:pt x="21279" y="6088"/>
                  <a:pt x="19283" y="6496"/>
                </a:cubicBezTo>
                <a:cubicBezTo>
                  <a:pt x="14841" y="7515"/>
                  <a:pt x="11666" y="9729"/>
                  <a:pt x="9846" y="13093"/>
                </a:cubicBezTo>
                <a:cubicBezTo>
                  <a:pt x="7967" y="16501"/>
                  <a:pt x="7617" y="20769"/>
                  <a:pt x="8811" y="25895"/>
                </a:cubicBezTo>
                <a:cubicBezTo>
                  <a:pt x="9947" y="31008"/>
                  <a:pt x="12059" y="34707"/>
                  <a:pt x="15191" y="36979"/>
                </a:cubicBezTo>
                <a:cubicBezTo>
                  <a:pt x="18322" y="39266"/>
                  <a:pt x="22065" y="39892"/>
                  <a:pt x="26565" y="38858"/>
                </a:cubicBezTo>
                <a:cubicBezTo>
                  <a:pt x="28561" y="38465"/>
                  <a:pt x="30498" y="37722"/>
                  <a:pt x="32304" y="36761"/>
                </a:cubicBezTo>
                <a:cubicBezTo>
                  <a:pt x="34139" y="35785"/>
                  <a:pt x="35945" y="34532"/>
                  <a:pt x="37664" y="33003"/>
                </a:cubicBezTo>
                <a:lnTo>
                  <a:pt x="39076" y="39368"/>
                </a:lnTo>
                <a:cubicBezTo>
                  <a:pt x="37314" y="40737"/>
                  <a:pt x="35493" y="41814"/>
                  <a:pt x="33556" y="42732"/>
                </a:cubicBezTo>
                <a:cubicBezTo>
                  <a:pt x="31576" y="43635"/>
                  <a:pt x="29464" y="44378"/>
                  <a:pt x="27133" y="44887"/>
                </a:cubicBezTo>
                <a:cubicBezTo>
                  <a:pt x="20813" y="46315"/>
                  <a:pt x="15307" y="45455"/>
                  <a:pt x="10690" y="42339"/>
                </a:cubicBezTo>
                <a:cubicBezTo>
                  <a:pt x="6088" y="39207"/>
                  <a:pt x="3015" y="34255"/>
                  <a:pt x="1529" y="27483"/>
                </a:cubicBezTo>
                <a:cubicBezTo>
                  <a:pt x="0" y="20652"/>
                  <a:pt x="685" y="14856"/>
                  <a:pt x="3525" y="10079"/>
                </a:cubicBezTo>
                <a:cubicBezTo>
                  <a:pt x="6423" y="5360"/>
                  <a:pt x="11142" y="2228"/>
                  <a:pt x="17696" y="743"/>
                </a:cubicBezTo>
                <a:cubicBezTo>
                  <a:pt x="19793" y="291"/>
                  <a:pt x="21905" y="0"/>
                  <a:pt x="24060" y="0"/>
                </a:cubicBezTo>
                <a:cubicBezTo>
                  <a:pt x="26172" y="0"/>
                  <a:pt x="28269" y="175"/>
                  <a:pt x="30381" y="626"/>
                </a:cubicBezTo>
                <a:close/>
                <a:moveTo>
                  <a:pt x="30381" y="6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31689-B660-4CDC-B32B-70EB6AE0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152" y="2944028"/>
            <a:ext cx="48252" cy="59845"/>
          </a:xfrm>
          <a:custGeom xmlns:a="http://schemas.openxmlformats.org/drawingml/2006/main">
            <a:pathLst>
              <a:path w="48252" h="59845">
                <a:moveTo>
                  <a:pt x="42557" y="26624"/>
                </a:moveTo>
                <a:lnTo>
                  <a:pt x="48252" y="51995"/>
                </a:lnTo>
                <a:lnTo>
                  <a:pt x="41363" y="53539"/>
                </a:lnTo>
                <a:lnTo>
                  <a:pt x="35726" y="28444"/>
                </a:lnTo>
                <a:cubicBezTo>
                  <a:pt x="34823" y="24454"/>
                  <a:pt x="33396" y="21672"/>
                  <a:pt x="31401" y="20026"/>
                </a:cubicBezTo>
                <a:cubicBezTo>
                  <a:pt x="29420" y="18424"/>
                  <a:pt x="26857" y="17914"/>
                  <a:pt x="23784" y="18657"/>
                </a:cubicBezTo>
                <a:cubicBezTo>
                  <a:pt x="20026" y="19458"/>
                  <a:pt x="17346" y="21337"/>
                  <a:pt x="15759" y="24177"/>
                </a:cubicBezTo>
                <a:cubicBezTo>
                  <a:pt x="14113" y="27017"/>
                  <a:pt x="13763" y="30498"/>
                  <a:pt x="14681" y="34590"/>
                </a:cubicBezTo>
                <a:lnTo>
                  <a:pt x="20026" y="58316"/>
                </a:lnTo>
                <a:lnTo>
                  <a:pt x="13079" y="59845"/>
                </a:lnTo>
                <a:lnTo>
                  <a:pt x="0" y="1529"/>
                </a:lnTo>
                <a:lnTo>
                  <a:pt x="6947" y="0"/>
                </a:lnTo>
                <a:lnTo>
                  <a:pt x="12059" y="22866"/>
                </a:lnTo>
                <a:cubicBezTo>
                  <a:pt x="13137" y="19968"/>
                  <a:pt x="14681" y="17637"/>
                  <a:pt x="16618" y="15933"/>
                </a:cubicBezTo>
                <a:cubicBezTo>
                  <a:pt x="18599" y="14157"/>
                  <a:pt x="21046" y="12962"/>
                  <a:pt x="23958" y="12292"/>
                </a:cubicBezTo>
                <a:cubicBezTo>
                  <a:pt x="28794" y="11200"/>
                  <a:pt x="32770" y="11885"/>
                  <a:pt x="35901" y="14331"/>
                </a:cubicBezTo>
                <a:cubicBezTo>
                  <a:pt x="39033" y="16720"/>
                  <a:pt x="41246" y="20813"/>
                  <a:pt x="42557" y="26624"/>
                </a:cubicBezTo>
                <a:close/>
                <a:moveTo>
                  <a:pt x="42557" y="266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A1879-3165-4932-92F2-6FFE639D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141" y="2928037"/>
            <a:ext cx="48762" cy="62073"/>
          </a:xfrm>
          <a:custGeom xmlns:a="http://schemas.openxmlformats.org/drawingml/2006/main">
            <a:pathLst>
              <a:path w="48762" h="62073">
                <a:moveTo>
                  <a:pt x="0" y="10588"/>
                </a:moveTo>
                <a:lnTo>
                  <a:pt x="47334" y="0"/>
                </a:lnTo>
                <a:lnTo>
                  <a:pt x="48762" y="6379"/>
                </a:lnTo>
                <a:lnTo>
                  <a:pt x="28896" y="10807"/>
                </a:lnTo>
                <a:lnTo>
                  <a:pt x="39994" y="60369"/>
                </a:lnTo>
                <a:lnTo>
                  <a:pt x="32420" y="62073"/>
                </a:lnTo>
                <a:lnTo>
                  <a:pt x="21279" y="12525"/>
                </a:lnTo>
                <a:lnTo>
                  <a:pt x="1427" y="17011"/>
                </a:lnTo>
                <a:lnTo>
                  <a:pt x="0" y="10588"/>
                </a:lnTo>
                <a:close/>
                <a:moveTo>
                  <a:pt x="0" y="105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0DAD0-E973-4B1C-9C7F-ADB71A8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795" y="2937139"/>
            <a:ext cx="43009" cy="46591"/>
          </a:xfrm>
          <a:custGeom xmlns:a="http://schemas.openxmlformats.org/drawingml/2006/main">
            <a:pathLst>
              <a:path w="43009" h="46591">
                <a:moveTo>
                  <a:pt x="39994" y="17404"/>
                </a:moveTo>
                <a:lnTo>
                  <a:pt x="40737" y="20769"/>
                </a:lnTo>
                <a:lnTo>
                  <a:pt x="9044" y="27876"/>
                </a:lnTo>
                <a:cubicBezTo>
                  <a:pt x="10414" y="32595"/>
                  <a:pt x="12627" y="35901"/>
                  <a:pt x="15759" y="37780"/>
                </a:cubicBezTo>
                <a:cubicBezTo>
                  <a:pt x="18890" y="39717"/>
                  <a:pt x="22706" y="40169"/>
                  <a:pt x="27308" y="39149"/>
                </a:cubicBezTo>
                <a:cubicBezTo>
                  <a:pt x="29930" y="38523"/>
                  <a:pt x="32435" y="37605"/>
                  <a:pt x="34765" y="36411"/>
                </a:cubicBezTo>
                <a:cubicBezTo>
                  <a:pt x="37096" y="35217"/>
                  <a:pt x="39368" y="33687"/>
                  <a:pt x="41538" y="31867"/>
                </a:cubicBezTo>
                <a:lnTo>
                  <a:pt x="43009" y="38348"/>
                </a:lnTo>
                <a:cubicBezTo>
                  <a:pt x="40737" y="39936"/>
                  <a:pt x="38406" y="41305"/>
                  <a:pt x="35901" y="42441"/>
                </a:cubicBezTo>
                <a:cubicBezTo>
                  <a:pt x="33454" y="43577"/>
                  <a:pt x="30891" y="44494"/>
                  <a:pt x="28226" y="45062"/>
                </a:cubicBezTo>
                <a:cubicBezTo>
                  <a:pt x="21512" y="46591"/>
                  <a:pt x="15759" y="45805"/>
                  <a:pt x="10982" y="42790"/>
                </a:cubicBezTo>
                <a:cubicBezTo>
                  <a:pt x="6204" y="39775"/>
                  <a:pt x="3073" y="34940"/>
                  <a:pt x="1544" y="28284"/>
                </a:cubicBezTo>
                <a:cubicBezTo>
                  <a:pt x="0" y="21395"/>
                  <a:pt x="626" y="15540"/>
                  <a:pt x="3481" y="10705"/>
                </a:cubicBezTo>
                <a:cubicBezTo>
                  <a:pt x="6263" y="5811"/>
                  <a:pt x="10807" y="2680"/>
                  <a:pt x="17128" y="1253"/>
                </a:cubicBezTo>
                <a:cubicBezTo>
                  <a:pt x="22764" y="0"/>
                  <a:pt x="27658" y="801"/>
                  <a:pt x="31750" y="3699"/>
                </a:cubicBezTo>
                <a:cubicBezTo>
                  <a:pt x="35843" y="6598"/>
                  <a:pt x="38581" y="11156"/>
                  <a:pt x="39994" y="17404"/>
                </a:cubicBezTo>
                <a:close/>
                <a:moveTo>
                  <a:pt x="32653" y="16953"/>
                </a:moveTo>
                <a:cubicBezTo>
                  <a:pt x="31750" y="13195"/>
                  <a:pt x="29988" y="10414"/>
                  <a:pt x="27425" y="8651"/>
                </a:cubicBezTo>
                <a:cubicBezTo>
                  <a:pt x="24861" y="6831"/>
                  <a:pt x="21905" y="6321"/>
                  <a:pt x="18497" y="7107"/>
                </a:cubicBezTo>
                <a:cubicBezTo>
                  <a:pt x="14623" y="7967"/>
                  <a:pt x="11841" y="9729"/>
                  <a:pt x="10020" y="12409"/>
                </a:cubicBezTo>
                <a:cubicBezTo>
                  <a:pt x="8200" y="15132"/>
                  <a:pt x="7515" y="18497"/>
                  <a:pt x="8083" y="22531"/>
                </a:cubicBezTo>
                <a:lnTo>
                  <a:pt x="32653" y="16953"/>
                </a:lnTo>
                <a:close/>
                <a:moveTo>
                  <a:pt x="32653" y="169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544ED-AA36-4A89-9193-4BCEE0B7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03" y="2926668"/>
            <a:ext cx="25997" cy="48135"/>
          </a:xfrm>
          <a:custGeom xmlns:a="http://schemas.openxmlformats.org/drawingml/2006/main">
            <a:pathLst>
              <a:path w="25997" h="48135">
                <a:moveTo>
                  <a:pt x="25997" y="7064"/>
                </a:moveTo>
                <a:cubicBezTo>
                  <a:pt x="25153" y="6831"/>
                  <a:pt x="24235" y="6656"/>
                  <a:pt x="23274" y="6656"/>
                </a:cubicBezTo>
                <a:cubicBezTo>
                  <a:pt x="22313" y="6656"/>
                  <a:pt x="21279" y="6772"/>
                  <a:pt x="20201" y="7005"/>
                </a:cubicBezTo>
                <a:cubicBezTo>
                  <a:pt x="16268" y="7908"/>
                  <a:pt x="13603" y="9846"/>
                  <a:pt x="12059" y="12802"/>
                </a:cubicBezTo>
                <a:cubicBezTo>
                  <a:pt x="10530" y="15817"/>
                  <a:pt x="10297" y="19691"/>
                  <a:pt x="11389" y="24468"/>
                </a:cubicBezTo>
                <a:lnTo>
                  <a:pt x="16327" y="46548"/>
                </a:lnTo>
                <a:lnTo>
                  <a:pt x="9452" y="48135"/>
                </a:lnTo>
                <a:lnTo>
                  <a:pt x="0" y="6146"/>
                </a:lnTo>
                <a:lnTo>
                  <a:pt x="6947" y="4617"/>
                </a:lnTo>
                <a:lnTo>
                  <a:pt x="8418" y="11098"/>
                </a:lnTo>
                <a:cubicBezTo>
                  <a:pt x="9278" y="8258"/>
                  <a:pt x="10763" y="5928"/>
                  <a:pt x="12802" y="4165"/>
                </a:cubicBezTo>
                <a:cubicBezTo>
                  <a:pt x="14856" y="2389"/>
                  <a:pt x="17521" y="1136"/>
                  <a:pt x="20827" y="408"/>
                </a:cubicBezTo>
                <a:cubicBezTo>
                  <a:pt x="21337" y="291"/>
                  <a:pt x="21847" y="233"/>
                  <a:pt x="22415" y="175"/>
                </a:cubicBezTo>
                <a:cubicBezTo>
                  <a:pt x="23041" y="117"/>
                  <a:pt x="23667" y="58"/>
                  <a:pt x="24410" y="0"/>
                </a:cubicBezTo>
                <a:lnTo>
                  <a:pt x="25997" y="7064"/>
                </a:lnTo>
                <a:close/>
                <a:moveTo>
                  <a:pt x="25997" y="70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244A3-E934-4453-BE28-E4BBA11B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724" y="2913356"/>
            <a:ext cx="70652" cy="54675"/>
          </a:xfrm>
          <a:custGeom xmlns:a="http://schemas.openxmlformats.org/drawingml/2006/main">
            <a:pathLst>
              <a:path w="70652" h="54675">
                <a:moveTo>
                  <a:pt x="34751" y="13370"/>
                </a:moveTo>
                <a:cubicBezTo>
                  <a:pt x="35785" y="9846"/>
                  <a:pt x="37314" y="7122"/>
                  <a:pt x="39368" y="5127"/>
                </a:cubicBezTo>
                <a:cubicBezTo>
                  <a:pt x="41465" y="3073"/>
                  <a:pt x="44086" y="1719"/>
                  <a:pt x="47334" y="1034"/>
                </a:cubicBezTo>
                <a:cubicBezTo>
                  <a:pt x="51704" y="0"/>
                  <a:pt x="55461" y="801"/>
                  <a:pt x="58476" y="3306"/>
                </a:cubicBezTo>
                <a:cubicBezTo>
                  <a:pt x="61549" y="5869"/>
                  <a:pt x="63705" y="9904"/>
                  <a:pt x="64957" y="15598"/>
                </a:cubicBezTo>
                <a:lnTo>
                  <a:pt x="70652" y="40911"/>
                </a:lnTo>
                <a:lnTo>
                  <a:pt x="63763" y="42441"/>
                </a:lnTo>
                <a:lnTo>
                  <a:pt x="58141" y="17361"/>
                </a:lnTo>
                <a:cubicBezTo>
                  <a:pt x="57223" y="13312"/>
                  <a:pt x="55811" y="10530"/>
                  <a:pt x="53990" y="8884"/>
                </a:cubicBezTo>
                <a:cubicBezTo>
                  <a:pt x="52111" y="7282"/>
                  <a:pt x="49723" y="6772"/>
                  <a:pt x="46810" y="7399"/>
                </a:cubicBezTo>
                <a:cubicBezTo>
                  <a:pt x="43227" y="8258"/>
                  <a:pt x="40664" y="10079"/>
                  <a:pt x="39135" y="12860"/>
                </a:cubicBezTo>
                <a:cubicBezTo>
                  <a:pt x="37605" y="15700"/>
                  <a:pt x="37256" y="19181"/>
                  <a:pt x="38173" y="23274"/>
                </a:cubicBezTo>
                <a:lnTo>
                  <a:pt x="43518" y="46999"/>
                </a:lnTo>
                <a:lnTo>
                  <a:pt x="36571" y="48529"/>
                </a:lnTo>
                <a:lnTo>
                  <a:pt x="30935" y="23449"/>
                </a:lnTo>
                <a:cubicBezTo>
                  <a:pt x="30032" y="19400"/>
                  <a:pt x="28663" y="16560"/>
                  <a:pt x="26784" y="14972"/>
                </a:cubicBezTo>
                <a:cubicBezTo>
                  <a:pt x="24905" y="13370"/>
                  <a:pt x="22517" y="12860"/>
                  <a:pt x="19560" y="13545"/>
                </a:cubicBezTo>
                <a:cubicBezTo>
                  <a:pt x="16035" y="14346"/>
                  <a:pt x="13472" y="16166"/>
                  <a:pt x="11943" y="19007"/>
                </a:cubicBezTo>
                <a:cubicBezTo>
                  <a:pt x="10399" y="21847"/>
                  <a:pt x="10122" y="25327"/>
                  <a:pt x="11025" y="29362"/>
                </a:cubicBezTo>
                <a:lnTo>
                  <a:pt x="16327" y="53087"/>
                </a:lnTo>
                <a:lnTo>
                  <a:pt x="9379" y="54675"/>
                </a:lnTo>
                <a:lnTo>
                  <a:pt x="0" y="12686"/>
                </a:lnTo>
                <a:lnTo>
                  <a:pt x="6933" y="11156"/>
                </a:lnTo>
                <a:lnTo>
                  <a:pt x="8360" y="17637"/>
                </a:lnTo>
                <a:cubicBezTo>
                  <a:pt x="9379" y="14739"/>
                  <a:pt x="10865" y="12409"/>
                  <a:pt x="12729" y="10705"/>
                </a:cubicBezTo>
                <a:cubicBezTo>
                  <a:pt x="14666" y="9001"/>
                  <a:pt x="17171" y="7792"/>
                  <a:pt x="20186" y="7122"/>
                </a:cubicBezTo>
                <a:cubicBezTo>
                  <a:pt x="23259" y="6437"/>
                  <a:pt x="25997" y="6598"/>
                  <a:pt x="28503" y="7690"/>
                </a:cubicBezTo>
                <a:cubicBezTo>
                  <a:pt x="30935" y="8768"/>
                  <a:pt x="33047" y="10647"/>
                  <a:pt x="34751" y="13370"/>
                </a:cubicBezTo>
                <a:close/>
                <a:moveTo>
                  <a:pt x="34751" y="133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7E50C-361D-4AE7-B954-08BA7F72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493" y="3156290"/>
            <a:ext cx="40620" cy="60821"/>
          </a:xfrm>
          <a:custGeom xmlns:a="http://schemas.openxmlformats.org/drawingml/2006/main">
            <a:pathLst>
              <a:path w="40620" h="60821">
                <a:moveTo>
                  <a:pt x="8826" y="9278"/>
                </a:moveTo>
                <a:lnTo>
                  <a:pt x="12802" y="30440"/>
                </a:lnTo>
                <a:lnTo>
                  <a:pt x="22415" y="28619"/>
                </a:lnTo>
                <a:cubicBezTo>
                  <a:pt x="25954" y="27993"/>
                  <a:pt x="28503" y="26507"/>
                  <a:pt x="30105" y="24352"/>
                </a:cubicBezTo>
                <a:cubicBezTo>
                  <a:pt x="31692" y="22138"/>
                  <a:pt x="32202" y="19342"/>
                  <a:pt x="31517" y="15933"/>
                </a:cubicBezTo>
                <a:cubicBezTo>
                  <a:pt x="30891" y="12569"/>
                  <a:pt x="29420" y="10122"/>
                  <a:pt x="27148" y="8651"/>
                </a:cubicBezTo>
                <a:cubicBezTo>
                  <a:pt x="24861" y="7224"/>
                  <a:pt x="21963" y="6831"/>
                  <a:pt x="18380" y="7457"/>
                </a:cubicBezTo>
                <a:lnTo>
                  <a:pt x="8826" y="9278"/>
                </a:lnTo>
                <a:close/>
                <a:moveTo>
                  <a:pt x="0" y="4442"/>
                </a:moveTo>
                <a:lnTo>
                  <a:pt x="17244" y="1194"/>
                </a:lnTo>
                <a:cubicBezTo>
                  <a:pt x="23565" y="0"/>
                  <a:pt x="28561" y="510"/>
                  <a:pt x="32377" y="2782"/>
                </a:cubicBezTo>
                <a:cubicBezTo>
                  <a:pt x="36134" y="5010"/>
                  <a:pt x="38523" y="8928"/>
                  <a:pt x="39601" y="14390"/>
                </a:cubicBezTo>
                <a:cubicBezTo>
                  <a:pt x="40620" y="19968"/>
                  <a:pt x="39834" y="24468"/>
                  <a:pt x="37096" y="27935"/>
                </a:cubicBezTo>
                <a:cubicBezTo>
                  <a:pt x="34430" y="31401"/>
                  <a:pt x="29930" y="33731"/>
                  <a:pt x="23609" y="34925"/>
                </a:cubicBezTo>
                <a:lnTo>
                  <a:pt x="13996" y="36702"/>
                </a:lnTo>
                <a:lnTo>
                  <a:pt x="18264" y="59335"/>
                </a:lnTo>
                <a:lnTo>
                  <a:pt x="10647" y="60821"/>
                </a:lnTo>
                <a:lnTo>
                  <a:pt x="0" y="4442"/>
                </a:lnTo>
                <a:close/>
                <a:moveTo>
                  <a:pt x="0" y="44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D781F-FA02-4E45-9739-2227974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7" y="3161067"/>
            <a:ext cx="26012" cy="47567"/>
          </a:xfrm>
          <a:custGeom xmlns:a="http://schemas.openxmlformats.org/drawingml/2006/main">
            <a:pathLst>
              <a:path w="26012" h="47567">
                <a:moveTo>
                  <a:pt x="26012" y="7107"/>
                </a:moveTo>
                <a:cubicBezTo>
                  <a:pt x="25153" y="6831"/>
                  <a:pt x="24235" y="6656"/>
                  <a:pt x="23274" y="6598"/>
                </a:cubicBezTo>
                <a:cubicBezTo>
                  <a:pt x="22313" y="6539"/>
                  <a:pt x="21279" y="6656"/>
                  <a:pt x="20201" y="6889"/>
                </a:cubicBezTo>
                <a:cubicBezTo>
                  <a:pt x="16225" y="7632"/>
                  <a:pt x="13487" y="9452"/>
                  <a:pt x="11841" y="12409"/>
                </a:cubicBezTo>
                <a:cubicBezTo>
                  <a:pt x="10239" y="15365"/>
                  <a:pt x="9904" y="19225"/>
                  <a:pt x="10763" y="24017"/>
                </a:cubicBezTo>
                <a:lnTo>
                  <a:pt x="14972" y="46257"/>
                </a:lnTo>
                <a:lnTo>
                  <a:pt x="8025" y="47567"/>
                </a:lnTo>
                <a:lnTo>
                  <a:pt x="0" y="5287"/>
                </a:lnTo>
                <a:lnTo>
                  <a:pt x="7005" y="3991"/>
                </a:lnTo>
                <a:lnTo>
                  <a:pt x="8258" y="10588"/>
                </a:lnTo>
                <a:cubicBezTo>
                  <a:pt x="9219" y="7734"/>
                  <a:pt x="10763" y="5462"/>
                  <a:pt x="12860" y="3758"/>
                </a:cubicBezTo>
                <a:cubicBezTo>
                  <a:pt x="14972" y="2112"/>
                  <a:pt x="17696" y="918"/>
                  <a:pt x="21060" y="291"/>
                </a:cubicBezTo>
                <a:cubicBezTo>
                  <a:pt x="21512" y="175"/>
                  <a:pt x="22080" y="117"/>
                  <a:pt x="22648" y="58"/>
                </a:cubicBezTo>
                <a:cubicBezTo>
                  <a:pt x="23216" y="58"/>
                  <a:pt x="23900" y="0"/>
                  <a:pt x="24643" y="0"/>
                </a:cubicBezTo>
                <a:lnTo>
                  <a:pt x="26012" y="7107"/>
                </a:lnTo>
                <a:close/>
                <a:moveTo>
                  <a:pt x="26012" y="7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D84D4-FC69-4A86-A46C-7CE2D106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796" y="3142585"/>
            <a:ext cx="18031" cy="60020"/>
          </a:xfrm>
          <a:custGeom xmlns:a="http://schemas.openxmlformats.org/drawingml/2006/main">
            <a:pathLst>
              <a:path w="18031" h="60020">
                <a:moveTo>
                  <a:pt x="3073" y="17739"/>
                </a:moveTo>
                <a:lnTo>
                  <a:pt x="10064" y="16443"/>
                </a:lnTo>
                <a:lnTo>
                  <a:pt x="18031" y="58709"/>
                </a:lnTo>
                <a:lnTo>
                  <a:pt x="11084" y="60020"/>
                </a:lnTo>
                <a:lnTo>
                  <a:pt x="3073" y="17739"/>
                </a:lnTo>
                <a:close/>
                <a:moveTo>
                  <a:pt x="0" y="1296"/>
                </a:moveTo>
                <a:lnTo>
                  <a:pt x="6933" y="0"/>
                </a:lnTo>
                <a:lnTo>
                  <a:pt x="8578" y="8753"/>
                </a:lnTo>
                <a:lnTo>
                  <a:pt x="1646" y="10064"/>
                </a:lnTo>
                <a:lnTo>
                  <a:pt x="0" y="1296"/>
                </a:lnTo>
                <a:close/>
                <a:moveTo>
                  <a:pt x="0" y="129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737D3-A822-4469-985A-F1A1C6A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031" y="3151003"/>
            <a:ext cx="41407" cy="46708"/>
          </a:xfrm>
          <a:custGeom xmlns:a="http://schemas.openxmlformats.org/drawingml/2006/main">
            <a:pathLst>
              <a:path w="41407" h="46708">
                <a:moveTo>
                  <a:pt x="17637" y="7049"/>
                </a:moveTo>
                <a:cubicBezTo>
                  <a:pt x="13880" y="7734"/>
                  <a:pt x="11258" y="9729"/>
                  <a:pt x="9612" y="13079"/>
                </a:cubicBezTo>
                <a:cubicBezTo>
                  <a:pt x="8010" y="16385"/>
                  <a:pt x="7675" y="20594"/>
                  <a:pt x="8637" y="25604"/>
                </a:cubicBezTo>
                <a:cubicBezTo>
                  <a:pt x="9612" y="30658"/>
                  <a:pt x="11433" y="34474"/>
                  <a:pt x="14098" y="36979"/>
                </a:cubicBezTo>
                <a:cubicBezTo>
                  <a:pt x="16836" y="39426"/>
                  <a:pt x="20026" y="40329"/>
                  <a:pt x="23784" y="39644"/>
                </a:cubicBezTo>
                <a:cubicBezTo>
                  <a:pt x="27468" y="38916"/>
                  <a:pt x="30148" y="36921"/>
                  <a:pt x="31736" y="33615"/>
                </a:cubicBezTo>
                <a:cubicBezTo>
                  <a:pt x="33338" y="30265"/>
                  <a:pt x="33673" y="26114"/>
                  <a:pt x="32770" y="21046"/>
                </a:cubicBezTo>
                <a:cubicBezTo>
                  <a:pt x="31794" y="16035"/>
                  <a:pt x="29974" y="12278"/>
                  <a:pt x="27250" y="9787"/>
                </a:cubicBezTo>
                <a:cubicBezTo>
                  <a:pt x="24512" y="7224"/>
                  <a:pt x="21337" y="6306"/>
                  <a:pt x="17637" y="7049"/>
                </a:cubicBezTo>
                <a:close/>
                <a:moveTo>
                  <a:pt x="16501" y="1136"/>
                </a:moveTo>
                <a:cubicBezTo>
                  <a:pt x="22531" y="0"/>
                  <a:pt x="27643" y="1078"/>
                  <a:pt x="31852" y="4384"/>
                </a:cubicBezTo>
                <a:cubicBezTo>
                  <a:pt x="36061" y="7617"/>
                  <a:pt x="38800" y="12744"/>
                  <a:pt x="40110" y="19676"/>
                </a:cubicBezTo>
                <a:cubicBezTo>
                  <a:pt x="41407" y="26565"/>
                  <a:pt x="40737" y="32362"/>
                  <a:pt x="37998" y="36921"/>
                </a:cubicBezTo>
                <a:cubicBezTo>
                  <a:pt x="35319" y="41523"/>
                  <a:pt x="30949" y="44378"/>
                  <a:pt x="24920" y="45514"/>
                </a:cubicBezTo>
                <a:cubicBezTo>
                  <a:pt x="18832" y="46708"/>
                  <a:pt x="13705" y="45630"/>
                  <a:pt x="9554" y="42324"/>
                </a:cubicBezTo>
                <a:cubicBezTo>
                  <a:pt x="5345" y="39018"/>
                  <a:pt x="2607" y="33906"/>
                  <a:pt x="1311" y="27017"/>
                </a:cubicBezTo>
                <a:cubicBezTo>
                  <a:pt x="0" y="20084"/>
                  <a:pt x="685" y="14331"/>
                  <a:pt x="3350" y="9729"/>
                </a:cubicBezTo>
                <a:cubicBezTo>
                  <a:pt x="6088" y="5170"/>
                  <a:pt x="10457" y="2330"/>
                  <a:pt x="16501" y="1136"/>
                </a:cubicBezTo>
                <a:close/>
                <a:moveTo>
                  <a:pt x="16501" y="11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12A86-A772-4A90-963D-B694FFD8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253" y="3128748"/>
            <a:ext cx="40620" cy="60763"/>
          </a:xfrm>
          <a:custGeom xmlns:a="http://schemas.openxmlformats.org/drawingml/2006/main">
            <a:pathLst>
              <a:path w="40620" h="60763">
                <a:moveTo>
                  <a:pt x="8826" y="9278"/>
                </a:moveTo>
                <a:lnTo>
                  <a:pt x="12860" y="30440"/>
                </a:lnTo>
                <a:lnTo>
                  <a:pt x="22415" y="28619"/>
                </a:lnTo>
                <a:cubicBezTo>
                  <a:pt x="25939" y="27935"/>
                  <a:pt x="28561" y="26522"/>
                  <a:pt x="30105" y="24293"/>
                </a:cubicBezTo>
                <a:cubicBezTo>
                  <a:pt x="31692" y="22138"/>
                  <a:pt x="32202" y="19298"/>
                  <a:pt x="31576" y="15933"/>
                </a:cubicBezTo>
                <a:cubicBezTo>
                  <a:pt x="30891" y="12525"/>
                  <a:pt x="29478" y="10137"/>
                  <a:pt x="27133" y="8651"/>
                </a:cubicBezTo>
                <a:cubicBezTo>
                  <a:pt x="24861" y="7180"/>
                  <a:pt x="21963" y="6772"/>
                  <a:pt x="18439" y="7457"/>
                </a:cubicBezTo>
                <a:lnTo>
                  <a:pt x="8826" y="9278"/>
                </a:lnTo>
                <a:close/>
                <a:moveTo>
                  <a:pt x="0" y="4442"/>
                </a:moveTo>
                <a:lnTo>
                  <a:pt x="17244" y="1194"/>
                </a:lnTo>
                <a:cubicBezTo>
                  <a:pt x="23551" y="0"/>
                  <a:pt x="28619" y="524"/>
                  <a:pt x="32377" y="2796"/>
                </a:cubicBezTo>
                <a:cubicBezTo>
                  <a:pt x="36134" y="5010"/>
                  <a:pt x="38581" y="8884"/>
                  <a:pt x="39601" y="14404"/>
                </a:cubicBezTo>
                <a:cubicBezTo>
                  <a:pt x="40620" y="19968"/>
                  <a:pt x="39834" y="24468"/>
                  <a:pt x="37096" y="27935"/>
                </a:cubicBezTo>
                <a:cubicBezTo>
                  <a:pt x="34416" y="31357"/>
                  <a:pt x="29930" y="33687"/>
                  <a:pt x="23609" y="34882"/>
                </a:cubicBezTo>
                <a:lnTo>
                  <a:pt x="13996" y="36702"/>
                </a:lnTo>
                <a:lnTo>
                  <a:pt x="18322" y="59350"/>
                </a:lnTo>
                <a:lnTo>
                  <a:pt x="10705" y="60763"/>
                </a:lnTo>
                <a:lnTo>
                  <a:pt x="0" y="4442"/>
                </a:lnTo>
                <a:close/>
                <a:moveTo>
                  <a:pt x="0" y="44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F0B76-D052-4D7F-99D6-284C678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398" y="3121073"/>
            <a:ext cx="18045" cy="60020"/>
          </a:xfrm>
          <a:custGeom xmlns:a="http://schemas.openxmlformats.org/drawingml/2006/main">
            <a:pathLst>
              <a:path w="18045" h="60020">
                <a:moveTo>
                  <a:pt x="3073" y="17754"/>
                </a:moveTo>
                <a:lnTo>
                  <a:pt x="10079" y="16443"/>
                </a:lnTo>
                <a:lnTo>
                  <a:pt x="18045" y="58709"/>
                </a:lnTo>
                <a:lnTo>
                  <a:pt x="11098" y="60020"/>
                </a:lnTo>
                <a:lnTo>
                  <a:pt x="3073" y="17754"/>
                </a:lnTo>
                <a:close/>
                <a:moveTo>
                  <a:pt x="0" y="1311"/>
                </a:moveTo>
                <a:lnTo>
                  <a:pt x="6947" y="0"/>
                </a:lnTo>
                <a:lnTo>
                  <a:pt x="8593" y="8826"/>
                </a:lnTo>
                <a:lnTo>
                  <a:pt x="1660" y="10122"/>
                </a:lnTo>
                <a:lnTo>
                  <a:pt x="0" y="1311"/>
                </a:lnTo>
                <a:close/>
                <a:moveTo>
                  <a:pt x="0" y="13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927E1-0C7C-47CB-A1F5-E81D241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594" y="3116179"/>
            <a:ext cx="54558" cy="60821"/>
          </a:xfrm>
          <a:custGeom xmlns:a="http://schemas.openxmlformats.org/drawingml/2006/main">
            <a:pathLst>
              <a:path w="54558" h="60821">
                <a:moveTo>
                  <a:pt x="32377" y="29362"/>
                </a:moveTo>
                <a:cubicBezTo>
                  <a:pt x="34139" y="29580"/>
                  <a:pt x="35959" y="30498"/>
                  <a:pt x="37824" y="31969"/>
                </a:cubicBezTo>
                <a:cubicBezTo>
                  <a:pt x="39703" y="33513"/>
                  <a:pt x="41756" y="35726"/>
                  <a:pt x="43912" y="38581"/>
                </a:cubicBezTo>
                <a:lnTo>
                  <a:pt x="54558" y="52519"/>
                </a:lnTo>
                <a:lnTo>
                  <a:pt x="46358" y="54048"/>
                </a:lnTo>
                <a:lnTo>
                  <a:pt x="36411" y="40970"/>
                </a:lnTo>
                <a:cubicBezTo>
                  <a:pt x="33848" y="37547"/>
                  <a:pt x="31576" y="35391"/>
                  <a:pt x="29580" y="34474"/>
                </a:cubicBezTo>
                <a:cubicBezTo>
                  <a:pt x="27585" y="33571"/>
                  <a:pt x="25094" y="33454"/>
                  <a:pt x="22065" y="34022"/>
                </a:cubicBezTo>
                <a:lnTo>
                  <a:pt x="13763" y="35566"/>
                </a:lnTo>
                <a:lnTo>
                  <a:pt x="18322" y="59394"/>
                </a:lnTo>
                <a:lnTo>
                  <a:pt x="10690" y="60821"/>
                </a:lnTo>
                <a:lnTo>
                  <a:pt x="0" y="4500"/>
                </a:lnTo>
                <a:lnTo>
                  <a:pt x="17230" y="1253"/>
                </a:lnTo>
                <a:cubicBezTo>
                  <a:pt x="23667" y="0"/>
                  <a:pt x="28736" y="451"/>
                  <a:pt x="32420" y="2563"/>
                </a:cubicBezTo>
                <a:cubicBezTo>
                  <a:pt x="36061" y="4602"/>
                  <a:pt x="38450" y="8418"/>
                  <a:pt x="39484" y="13822"/>
                </a:cubicBezTo>
                <a:cubicBezTo>
                  <a:pt x="40169" y="17361"/>
                  <a:pt x="39877" y="20478"/>
                  <a:pt x="38683" y="23157"/>
                </a:cubicBezTo>
                <a:cubicBezTo>
                  <a:pt x="37430" y="25779"/>
                  <a:pt x="35391" y="27876"/>
                  <a:pt x="32377" y="29362"/>
                </a:cubicBezTo>
                <a:close/>
                <a:moveTo>
                  <a:pt x="8811" y="9336"/>
                </a:moveTo>
                <a:lnTo>
                  <a:pt x="12627" y="29304"/>
                </a:lnTo>
                <a:lnTo>
                  <a:pt x="22182" y="27483"/>
                </a:lnTo>
                <a:cubicBezTo>
                  <a:pt x="25881" y="26798"/>
                  <a:pt x="28503" y="25429"/>
                  <a:pt x="30032" y="23390"/>
                </a:cubicBezTo>
                <a:cubicBezTo>
                  <a:pt x="31576" y="21337"/>
                  <a:pt x="32027" y="18657"/>
                  <a:pt x="31401" y="15365"/>
                </a:cubicBezTo>
                <a:cubicBezTo>
                  <a:pt x="30833" y="12059"/>
                  <a:pt x="29406" y="9729"/>
                  <a:pt x="27192" y="8418"/>
                </a:cubicBezTo>
                <a:cubicBezTo>
                  <a:pt x="25036" y="7107"/>
                  <a:pt x="22065" y="6772"/>
                  <a:pt x="18424" y="7515"/>
                </a:cubicBezTo>
                <a:lnTo>
                  <a:pt x="8811" y="9336"/>
                </a:lnTo>
                <a:close/>
                <a:moveTo>
                  <a:pt x="8811" y="93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556BF-97A5-4295-8F26-CC65ED41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778" y="3119995"/>
            <a:ext cx="40227" cy="46985"/>
          </a:xfrm>
          <a:custGeom xmlns:a="http://schemas.openxmlformats.org/drawingml/2006/main">
            <a:pathLst>
              <a:path w="40227" h="46985">
                <a:moveTo>
                  <a:pt x="22356" y="22356"/>
                </a:moveTo>
                <a:cubicBezTo>
                  <a:pt x="16720" y="23434"/>
                  <a:pt x="12977" y="24803"/>
                  <a:pt x="11040" y="26507"/>
                </a:cubicBezTo>
                <a:cubicBezTo>
                  <a:pt x="9103" y="28153"/>
                  <a:pt x="8418" y="30600"/>
                  <a:pt x="9044" y="33673"/>
                </a:cubicBezTo>
                <a:cubicBezTo>
                  <a:pt x="9496" y="36120"/>
                  <a:pt x="10690" y="37940"/>
                  <a:pt x="12569" y="39076"/>
                </a:cubicBezTo>
                <a:cubicBezTo>
                  <a:pt x="14448" y="40227"/>
                  <a:pt x="16836" y="40504"/>
                  <a:pt x="19633" y="39994"/>
                </a:cubicBezTo>
                <a:cubicBezTo>
                  <a:pt x="23434" y="39251"/>
                  <a:pt x="26289" y="37314"/>
                  <a:pt x="28109" y="34139"/>
                </a:cubicBezTo>
                <a:cubicBezTo>
                  <a:pt x="29930" y="31008"/>
                  <a:pt x="30381" y="27133"/>
                  <a:pt x="29522" y="22589"/>
                </a:cubicBezTo>
                <a:lnTo>
                  <a:pt x="29245" y="21046"/>
                </a:lnTo>
                <a:lnTo>
                  <a:pt x="22356" y="22356"/>
                </a:lnTo>
                <a:close/>
                <a:moveTo>
                  <a:pt x="35668" y="16895"/>
                </a:moveTo>
                <a:lnTo>
                  <a:pt x="40227" y="41013"/>
                </a:lnTo>
                <a:lnTo>
                  <a:pt x="33280" y="42324"/>
                </a:lnTo>
                <a:lnTo>
                  <a:pt x="32027" y="35901"/>
                </a:lnTo>
                <a:cubicBezTo>
                  <a:pt x="30949" y="38741"/>
                  <a:pt x="29304" y="41013"/>
                  <a:pt x="27192" y="42674"/>
                </a:cubicBezTo>
                <a:cubicBezTo>
                  <a:pt x="25036" y="44378"/>
                  <a:pt x="22298" y="45514"/>
                  <a:pt x="18832" y="46140"/>
                </a:cubicBezTo>
                <a:cubicBezTo>
                  <a:pt x="14506" y="46985"/>
                  <a:pt x="10865" y="46417"/>
                  <a:pt x="7850" y="44480"/>
                </a:cubicBezTo>
                <a:cubicBezTo>
                  <a:pt x="4835" y="42499"/>
                  <a:pt x="2957" y="39542"/>
                  <a:pt x="2156" y="35435"/>
                </a:cubicBezTo>
                <a:cubicBezTo>
                  <a:pt x="1253" y="30658"/>
                  <a:pt x="2156" y="26798"/>
                  <a:pt x="4894" y="23784"/>
                </a:cubicBezTo>
                <a:cubicBezTo>
                  <a:pt x="7617" y="20769"/>
                  <a:pt x="12176" y="18657"/>
                  <a:pt x="18482" y="17463"/>
                </a:cubicBezTo>
                <a:lnTo>
                  <a:pt x="28211" y="15642"/>
                </a:lnTo>
                <a:lnTo>
                  <a:pt x="28109" y="14958"/>
                </a:lnTo>
                <a:cubicBezTo>
                  <a:pt x="27483" y="11768"/>
                  <a:pt x="25939" y="9496"/>
                  <a:pt x="23551" y="8127"/>
                </a:cubicBezTo>
                <a:cubicBezTo>
                  <a:pt x="21104" y="6772"/>
                  <a:pt x="17972" y="6481"/>
                  <a:pt x="14171" y="7166"/>
                </a:cubicBezTo>
                <a:cubicBezTo>
                  <a:pt x="11768" y="7617"/>
                  <a:pt x="9496" y="8360"/>
                  <a:pt x="7282" y="9379"/>
                </a:cubicBezTo>
                <a:cubicBezTo>
                  <a:pt x="5112" y="10414"/>
                  <a:pt x="3073" y="11666"/>
                  <a:pt x="1194" y="13254"/>
                </a:cubicBezTo>
                <a:lnTo>
                  <a:pt x="0" y="6831"/>
                </a:lnTo>
                <a:cubicBezTo>
                  <a:pt x="2330" y="5345"/>
                  <a:pt x="4661" y="4151"/>
                  <a:pt x="6933" y="3233"/>
                </a:cubicBezTo>
                <a:cubicBezTo>
                  <a:pt x="9278" y="2272"/>
                  <a:pt x="11550" y="1588"/>
                  <a:pt x="13763" y="1136"/>
                </a:cubicBezTo>
                <a:cubicBezTo>
                  <a:pt x="19910" y="0"/>
                  <a:pt x="24745" y="743"/>
                  <a:pt x="28386" y="3350"/>
                </a:cubicBezTo>
                <a:cubicBezTo>
                  <a:pt x="32027" y="5913"/>
                  <a:pt x="34416" y="10472"/>
                  <a:pt x="35668" y="16895"/>
                </a:cubicBezTo>
                <a:close/>
                <a:moveTo>
                  <a:pt x="35668" y="168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4D5A7-26BA-4EBB-BB00-D4998040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035" y="3110208"/>
            <a:ext cx="43067" cy="64171"/>
          </a:xfrm>
          <a:custGeom xmlns:a="http://schemas.openxmlformats.org/drawingml/2006/main">
            <a:pathLst>
              <a:path w="43067" h="64171">
                <a:moveTo>
                  <a:pt x="13763" y="40445"/>
                </a:moveTo>
                <a:lnTo>
                  <a:pt x="17972" y="62860"/>
                </a:lnTo>
                <a:lnTo>
                  <a:pt x="11040" y="64171"/>
                </a:lnTo>
                <a:lnTo>
                  <a:pt x="0" y="5855"/>
                </a:lnTo>
                <a:lnTo>
                  <a:pt x="6991" y="4544"/>
                </a:lnTo>
                <a:lnTo>
                  <a:pt x="8185" y="10982"/>
                </a:lnTo>
                <a:cubicBezTo>
                  <a:pt x="9161" y="8185"/>
                  <a:pt x="10632" y="5971"/>
                  <a:pt x="12627" y="4326"/>
                </a:cubicBezTo>
                <a:cubicBezTo>
                  <a:pt x="14681" y="2680"/>
                  <a:pt x="17171" y="1529"/>
                  <a:pt x="20303" y="961"/>
                </a:cubicBezTo>
                <a:cubicBezTo>
                  <a:pt x="25429" y="0"/>
                  <a:pt x="29974" y="1253"/>
                  <a:pt x="33964" y="4719"/>
                </a:cubicBezTo>
                <a:cubicBezTo>
                  <a:pt x="37940" y="8185"/>
                  <a:pt x="40562" y="13254"/>
                  <a:pt x="41814" y="19910"/>
                </a:cubicBezTo>
                <a:cubicBezTo>
                  <a:pt x="43067" y="26507"/>
                  <a:pt x="42499" y="32202"/>
                  <a:pt x="40052" y="36862"/>
                </a:cubicBezTo>
                <a:cubicBezTo>
                  <a:pt x="37605" y="41538"/>
                  <a:pt x="33789" y="44378"/>
                  <a:pt x="28663" y="45339"/>
                </a:cubicBezTo>
                <a:cubicBezTo>
                  <a:pt x="25604" y="45907"/>
                  <a:pt x="22808" y="45849"/>
                  <a:pt x="20361" y="45004"/>
                </a:cubicBezTo>
                <a:cubicBezTo>
                  <a:pt x="17914" y="44203"/>
                  <a:pt x="15700" y="42732"/>
                  <a:pt x="13763" y="40445"/>
                </a:cubicBezTo>
                <a:close/>
                <a:moveTo>
                  <a:pt x="34590" y="21220"/>
                </a:moveTo>
                <a:cubicBezTo>
                  <a:pt x="33615" y="16152"/>
                  <a:pt x="31794" y="12351"/>
                  <a:pt x="29187" y="9846"/>
                </a:cubicBezTo>
                <a:cubicBezTo>
                  <a:pt x="26507" y="7340"/>
                  <a:pt x="23376" y="6423"/>
                  <a:pt x="19676" y="7107"/>
                </a:cubicBezTo>
                <a:cubicBezTo>
                  <a:pt x="16035" y="7792"/>
                  <a:pt x="13428" y="9787"/>
                  <a:pt x="11826" y="13079"/>
                </a:cubicBezTo>
                <a:cubicBezTo>
                  <a:pt x="10297" y="16385"/>
                  <a:pt x="10006" y="20594"/>
                  <a:pt x="10982" y="25721"/>
                </a:cubicBezTo>
                <a:cubicBezTo>
                  <a:pt x="11943" y="30833"/>
                  <a:pt x="13763" y="34649"/>
                  <a:pt x="16385" y="37154"/>
                </a:cubicBezTo>
                <a:cubicBezTo>
                  <a:pt x="19050" y="39659"/>
                  <a:pt x="22182" y="40562"/>
                  <a:pt x="25881" y="39877"/>
                </a:cubicBezTo>
                <a:cubicBezTo>
                  <a:pt x="29580" y="39135"/>
                  <a:pt x="32144" y="37154"/>
                  <a:pt x="33731" y="33848"/>
                </a:cubicBezTo>
                <a:cubicBezTo>
                  <a:pt x="35275" y="30556"/>
                  <a:pt x="35552" y="26347"/>
                  <a:pt x="34590" y="21220"/>
                </a:cubicBezTo>
                <a:close/>
                <a:moveTo>
                  <a:pt x="34590" y="212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EEA8C-AF45-48D5-996E-0C8367AA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073" y="3100930"/>
            <a:ext cx="43067" cy="64229"/>
          </a:xfrm>
          <a:custGeom xmlns:a="http://schemas.openxmlformats.org/drawingml/2006/main">
            <a:pathLst>
              <a:path w="43067" h="64229">
                <a:moveTo>
                  <a:pt x="13763" y="40460"/>
                </a:moveTo>
                <a:lnTo>
                  <a:pt x="18031" y="62874"/>
                </a:lnTo>
                <a:lnTo>
                  <a:pt x="11040" y="64229"/>
                </a:lnTo>
                <a:lnTo>
                  <a:pt x="0" y="5869"/>
                </a:lnTo>
                <a:lnTo>
                  <a:pt x="6991" y="4559"/>
                </a:lnTo>
                <a:lnTo>
                  <a:pt x="8185" y="10982"/>
                </a:lnTo>
                <a:cubicBezTo>
                  <a:pt x="9161" y="8200"/>
                  <a:pt x="10690" y="5971"/>
                  <a:pt x="12686" y="4326"/>
                </a:cubicBezTo>
                <a:cubicBezTo>
                  <a:pt x="14681" y="2680"/>
                  <a:pt x="17230" y="1602"/>
                  <a:pt x="20303" y="976"/>
                </a:cubicBezTo>
                <a:cubicBezTo>
                  <a:pt x="25429" y="0"/>
                  <a:pt x="29974" y="1253"/>
                  <a:pt x="33964" y="4719"/>
                </a:cubicBezTo>
                <a:cubicBezTo>
                  <a:pt x="37940" y="8200"/>
                  <a:pt x="40562" y="13254"/>
                  <a:pt x="41814" y="19910"/>
                </a:cubicBezTo>
                <a:cubicBezTo>
                  <a:pt x="43067" y="26522"/>
                  <a:pt x="42499" y="32202"/>
                  <a:pt x="40052" y="36862"/>
                </a:cubicBezTo>
                <a:cubicBezTo>
                  <a:pt x="37605" y="41596"/>
                  <a:pt x="33848" y="44378"/>
                  <a:pt x="28677" y="45339"/>
                </a:cubicBezTo>
                <a:cubicBezTo>
                  <a:pt x="25604" y="45965"/>
                  <a:pt x="22808" y="45863"/>
                  <a:pt x="20361" y="45062"/>
                </a:cubicBezTo>
                <a:cubicBezTo>
                  <a:pt x="17914" y="44203"/>
                  <a:pt x="15700" y="42732"/>
                  <a:pt x="13763" y="40460"/>
                </a:cubicBezTo>
                <a:close/>
                <a:moveTo>
                  <a:pt x="34590" y="21279"/>
                </a:moveTo>
                <a:cubicBezTo>
                  <a:pt x="33615" y="16166"/>
                  <a:pt x="31852" y="12351"/>
                  <a:pt x="29187" y="9846"/>
                </a:cubicBezTo>
                <a:cubicBezTo>
                  <a:pt x="26565" y="7340"/>
                  <a:pt x="23376" y="6437"/>
                  <a:pt x="19676" y="7122"/>
                </a:cubicBezTo>
                <a:cubicBezTo>
                  <a:pt x="16035" y="7792"/>
                  <a:pt x="13428" y="9787"/>
                  <a:pt x="11885" y="13093"/>
                </a:cubicBezTo>
                <a:cubicBezTo>
                  <a:pt x="10297" y="16385"/>
                  <a:pt x="10006" y="20594"/>
                  <a:pt x="10982" y="25721"/>
                </a:cubicBezTo>
                <a:cubicBezTo>
                  <a:pt x="11943" y="30833"/>
                  <a:pt x="13763" y="34649"/>
                  <a:pt x="16385" y="37154"/>
                </a:cubicBezTo>
                <a:cubicBezTo>
                  <a:pt x="19050" y="39659"/>
                  <a:pt x="22240" y="40562"/>
                  <a:pt x="25881" y="39892"/>
                </a:cubicBezTo>
                <a:cubicBezTo>
                  <a:pt x="29580" y="39149"/>
                  <a:pt x="32202" y="37154"/>
                  <a:pt x="33731" y="33848"/>
                </a:cubicBezTo>
                <a:cubicBezTo>
                  <a:pt x="35275" y="30556"/>
                  <a:pt x="35552" y="26347"/>
                  <a:pt x="34590" y="21279"/>
                </a:cubicBezTo>
                <a:close/>
                <a:moveTo>
                  <a:pt x="34590" y="21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631F4-A8BC-434C-A2CF-CC6B5C78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053" y="3092236"/>
            <a:ext cx="41421" cy="46650"/>
          </a:xfrm>
          <a:custGeom xmlns:a="http://schemas.openxmlformats.org/drawingml/2006/main">
            <a:pathLst>
              <a:path w="41421" h="46650">
                <a:moveTo>
                  <a:pt x="17637" y="6991"/>
                </a:moveTo>
                <a:cubicBezTo>
                  <a:pt x="13938" y="7734"/>
                  <a:pt x="11273" y="9729"/>
                  <a:pt x="9612" y="13021"/>
                </a:cubicBezTo>
                <a:cubicBezTo>
                  <a:pt x="8025" y="16385"/>
                  <a:pt x="7690" y="20536"/>
                  <a:pt x="8651" y="25590"/>
                </a:cubicBezTo>
                <a:cubicBezTo>
                  <a:pt x="9612" y="30658"/>
                  <a:pt x="11433" y="34416"/>
                  <a:pt x="14113" y="36921"/>
                </a:cubicBezTo>
                <a:cubicBezTo>
                  <a:pt x="16836" y="39426"/>
                  <a:pt x="20026" y="40329"/>
                  <a:pt x="23784" y="39644"/>
                </a:cubicBezTo>
                <a:cubicBezTo>
                  <a:pt x="27483" y="38901"/>
                  <a:pt x="30148" y="36921"/>
                  <a:pt x="31750" y="33556"/>
                </a:cubicBezTo>
                <a:cubicBezTo>
                  <a:pt x="33396" y="30265"/>
                  <a:pt x="33687" y="26056"/>
                  <a:pt x="32770" y="21046"/>
                </a:cubicBezTo>
                <a:cubicBezTo>
                  <a:pt x="31809" y="16035"/>
                  <a:pt x="29988" y="12278"/>
                  <a:pt x="27250" y="9773"/>
                </a:cubicBezTo>
                <a:cubicBezTo>
                  <a:pt x="24526" y="7224"/>
                  <a:pt x="21337" y="6306"/>
                  <a:pt x="17637" y="6991"/>
                </a:cubicBezTo>
                <a:close/>
                <a:moveTo>
                  <a:pt x="16501" y="1136"/>
                </a:moveTo>
                <a:cubicBezTo>
                  <a:pt x="22589" y="0"/>
                  <a:pt x="27658" y="1078"/>
                  <a:pt x="31867" y="4311"/>
                </a:cubicBezTo>
                <a:cubicBezTo>
                  <a:pt x="36076" y="7617"/>
                  <a:pt x="38800" y="12744"/>
                  <a:pt x="40110" y="19676"/>
                </a:cubicBezTo>
                <a:cubicBezTo>
                  <a:pt x="41421" y="26565"/>
                  <a:pt x="40737" y="32304"/>
                  <a:pt x="38013" y="36921"/>
                </a:cubicBezTo>
                <a:cubicBezTo>
                  <a:pt x="35333" y="41523"/>
                  <a:pt x="30949" y="44363"/>
                  <a:pt x="24920" y="45514"/>
                </a:cubicBezTo>
                <a:cubicBezTo>
                  <a:pt x="18832" y="46650"/>
                  <a:pt x="13720" y="45557"/>
                  <a:pt x="9554" y="42324"/>
                </a:cubicBezTo>
                <a:cubicBezTo>
                  <a:pt x="5345" y="39018"/>
                  <a:pt x="2622" y="33906"/>
                  <a:pt x="1311" y="26959"/>
                </a:cubicBezTo>
                <a:cubicBezTo>
                  <a:pt x="0" y="20026"/>
                  <a:pt x="685" y="14273"/>
                  <a:pt x="3423" y="9729"/>
                </a:cubicBezTo>
                <a:cubicBezTo>
                  <a:pt x="6088" y="5170"/>
                  <a:pt x="10472" y="2272"/>
                  <a:pt x="16501" y="1136"/>
                </a:cubicBezTo>
                <a:close/>
                <a:moveTo>
                  <a:pt x="16501" y="11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DBDE4-766F-44C2-BE65-C438D98D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388" y="3083293"/>
            <a:ext cx="25997" cy="47567"/>
          </a:xfrm>
          <a:custGeom xmlns:a="http://schemas.openxmlformats.org/drawingml/2006/main">
            <a:pathLst>
              <a:path w="25997" h="47567">
                <a:moveTo>
                  <a:pt x="25997" y="7122"/>
                </a:moveTo>
                <a:cubicBezTo>
                  <a:pt x="25153" y="6831"/>
                  <a:pt x="24235" y="6656"/>
                  <a:pt x="23274" y="6598"/>
                </a:cubicBezTo>
                <a:cubicBezTo>
                  <a:pt x="22298" y="6554"/>
                  <a:pt x="21279" y="6656"/>
                  <a:pt x="20201" y="6831"/>
                </a:cubicBezTo>
                <a:cubicBezTo>
                  <a:pt x="16268" y="7573"/>
                  <a:pt x="13487" y="9452"/>
                  <a:pt x="11841" y="12409"/>
                </a:cubicBezTo>
                <a:cubicBezTo>
                  <a:pt x="10239" y="15307"/>
                  <a:pt x="9904" y="19181"/>
                  <a:pt x="10749" y="23958"/>
                </a:cubicBezTo>
                <a:lnTo>
                  <a:pt x="14972" y="46257"/>
                </a:lnTo>
                <a:lnTo>
                  <a:pt x="8025" y="47567"/>
                </a:lnTo>
                <a:lnTo>
                  <a:pt x="0" y="5301"/>
                </a:lnTo>
                <a:lnTo>
                  <a:pt x="7005" y="3991"/>
                </a:lnTo>
                <a:lnTo>
                  <a:pt x="8258" y="10530"/>
                </a:lnTo>
                <a:cubicBezTo>
                  <a:pt x="9219" y="7690"/>
                  <a:pt x="10749" y="5462"/>
                  <a:pt x="12860" y="3758"/>
                </a:cubicBezTo>
                <a:cubicBezTo>
                  <a:pt x="14972" y="2054"/>
                  <a:pt x="17696" y="918"/>
                  <a:pt x="21046" y="291"/>
                </a:cubicBezTo>
                <a:cubicBezTo>
                  <a:pt x="21512" y="175"/>
                  <a:pt x="22080" y="117"/>
                  <a:pt x="22648" y="58"/>
                </a:cubicBezTo>
                <a:cubicBezTo>
                  <a:pt x="23216" y="0"/>
                  <a:pt x="23900" y="0"/>
                  <a:pt x="24643" y="0"/>
                </a:cubicBezTo>
                <a:lnTo>
                  <a:pt x="25997" y="7122"/>
                </a:lnTo>
                <a:close/>
                <a:moveTo>
                  <a:pt x="25997" y="71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5C892-575C-4BD3-90D2-308FE9DD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92" y="3060878"/>
            <a:ext cx="48878" cy="61564"/>
          </a:xfrm>
          <a:custGeom xmlns:a="http://schemas.openxmlformats.org/drawingml/2006/main">
            <a:pathLst>
              <a:path w="48878" h="61564">
                <a:moveTo>
                  <a:pt x="0" y="8986"/>
                </a:moveTo>
                <a:lnTo>
                  <a:pt x="47626" y="0"/>
                </a:lnTo>
                <a:lnTo>
                  <a:pt x="48878" y="6437"/>
                </a:lnTo>
                <a:lnTo>
                  <a:pt x="28852" y="10181"/>
                </a:lnTo>
                <a:lnTo>
                  <a:pt x="38290" y="60136"/>
                </a:lnTo>
                <a:lnTo>
                  <a:pt x="30673" y="61564"/>
                </a:lnTo>
                <a:lnTo>
                  <a:pt x="21220" y="11666"/>
                </a:lnTo>
                <a:lnTo>
                  <a:pt x="1194" y="15424"/>
                </a:lnTo>
                <a:lnTo>
                  <a:pt x="0" y="8986"/>
                </a:lnTo>
                <a:close/>
                <a:moveTo>
                  <a:pt x="0" y="89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8E981-0C0F-4CB9-84FB-D171A2F0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277" y="3070666"/>
            <a:ext cx="42382" cy="46475"/>
          </a:xfrm>
          <a:custGeom xmlns:a="http://schemas.openxmlformats.org/drawingml/2006/main">
            <a:pathLst>
              <a:path w="42382" h="46475">
                <a:moveTo>
                  <a:pt x="40052" y="17972"/>
                </a:moveTo>
                <a:lnTo>
                  <a:pt x="40678" y="21395"/>
                </a:lnTo>
                <a:lnTo>
                  <a:pt x="8753" y="27425"/>
                </a:lnTo>
                <a:cubicBezTo>
                  <a:pt x="10006" y="32144"/>
                  <a:pt x="12118" y="35508"/>
                  <a:pt x="15191" y="37547"/>
                </a:cubicBezTo>
                <a:cubicBezTo>
                  <a:pt x="18205" y="39542"/>
                  <a:pt x="22007" y="40110"/>
                  <a:pt x="26624" y="39251"/>
                </a:cubicBezTo>
                <a:cubicBezTo>
                  <a:pt x="29289" y="38741"/>
                  <a:pt x="31852" y="37955"/>
                  <a:pt x="34183" y="36804"/>
                </a:cubicBezTo>
                <a:cubicBezTo>
                  <a:pt x="36571" y="35668"/>
                  <a:pt x="38901" y="34255"/>
                  <a:pt x="41130" y="32435"/>
                </a:cubicBezTo>
                <a:lnTo>
                  <a:pt x="42382" y="39033"/>
                </a:lnTo>
                <a:cubicBezTo>
                  <a:pt x="40052" y="40562"/>
                  <a:pt x="37664" y="41814"/>
                  <a:pt x="35158" y="42892"/>
                </a:cubicBezTo>
                <a:cubicBezTo>
                  <a:pt x="32653" y="43926"/>
                  <a:pt x="30032" y="44713"/>
                  <a:pt x="27352" y="45237"/>
                </a:cubicBezTo>
                <a:cubicBezTo>
                  <a:pt x="20594" y="46475"/>
                  <a:pt x="14899" y="45572"/>
                  <a:pt x="10239" y="42382"/>
                </a:cubicBezTo>
                <a:cubicBezTo>
                  <a:pt x="5505" y="39193"/>
                  <a:pt x="2549" y="34255"/>
                  <a:pt x="1296" y="27541"/>
                </a:cubicBezTo>
                <a:cubicBezTo>
                  <a:pt x="0" y="20652"/>
                  <a:pt x="786" y="14797"/>
                  <a:pt x="3801" y="10020"/>
                </a:cubicBezTo>
                <a:cubicBezTo>
                  <a:pt x="6758" y="5229"/>
                  <a:pt x="11433" y="2272"/>
                  <a:pt x="17739" y="1078"/>
                </a:cubicBezTo>
                <a:cubicBezTo>
                  <a:pt x="23434" y="0"/>
                  <a:pt x="28269" y="976"/>
                  <a:pt x="32246" y="4034"/>
                </a:cubicBezTo>
                <a:cubicBezTo>
                  <a:pt x="36294" y="7049"/>
                  <a:pt x="38858" y="11724"/>
                  <a:pt x="40052" y="17972"/>
                </a:cubicBezTo>
                <a:close/>
                <a:moveTo>
                  <a:pt x="32712" y="17244"/>
                </a:moveTo>
                <a:cubicBezTo>
                  <a:pt x="31969" y="13487"/>
                  <a:pt x="30323" y="10647"/>
                  <a:pt x="27818" y="8768"/>
                </a:cubicBezTo>
                <a:cubicBezTo>
                  <a:pt x="25313" y="6889"/>
                  <a:pt x="22356" y="6321"/>
                  <a:pt x="18934" y="6947"/>
                </a:cubicBezTo>
                <a:cubicBezTo>
                  <a:pt x="15074" y="7675"/>
                  <a:pt x="12176" y="9336"/>
                  <a:pt x="10239" y="12001"/>
                </a:cubicBezTo>
                <a:cubicBezTo>
                  <a:pt x="8360" y="14623"/>
                  <a:pt x="7559" y="17929"/>
                  <a:pt x="7952" y="22021"/>
                </a:cubicBezTo>
                <a:lnTo>
                  <a:pt x="32712" y="17244"/>
                </a:lnTo>
                <a:close/>
                <a:moveTo>
                  <a:pt x="32712" y="172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81767-37F2-4EBC-AD59-1E93202F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94" y="3062699"/>
            <a:ext cx="37096" cy="46257"/>
          </a:xfrm>
          <a:custGeom xmlns:a="http://schemas.openxmlformats.org/drawingml/2006/main">
            <a:pathLst>
              <a:path w="37096" h="46257">
                <a:moveTo>
                  <a:pt x="28561" y="568"/>
                </a:moveTo>
                <a:lnTo>
                  <a:pt x="29755" y="7107"/>
                </a:lnTo>
                <a:cubicBezTo>
                  <a:pt x="27658" y="6496"/>
                  <a:pt x="25429" y="6146"/>
                  <a:pt x="23274" y="6030"/>
                </a:cubicBezTo>
                <a:cubicBezTo>
                  <a:pt x="21046" y="5913"/>
                  <a:pt x="18832" y="6088"/>
                  <a:pt x="16560" y="6496"/>
                </a:cubicBezTo>
                <a:cubicBezTo>
                  <a:pt x="13093" y="7166"/>
                  <a:pt x="10588" y="8200"/>
                  <a:pt x="9103" y="9554"/>
                </a:cubicBezTo>
                <a:cubicBezTo>
                  <a:pt x="7573" y="10923"/>
                  <a:pt x="7005" y="12686"/>
                  <a:pt x="7399" y="14797"/>
                </a:cubicBezTo>
                <a:cubicBezTo>
                  <a:pt x="7675" y="16443"/>
                  <a:pt x="8535" y="17579"/>
                  <a:pt x="9962" y="18264"/>
                </a:cubicBezTo>
                <a:cubicBezTo>
                  <a:pt x="11375" y="18948"/>
                  <a:pt x="13996" y="19342"/>
                  <a:pt x="17929" y="19458"/>
                </a:cubicBezTo>
                <a:lnTo>
                  <a:pt x="20376" y="19575"/>
                </a:lnTo>
                <a:cubicBezTo>
                  <a:pt x="25488" y="19691"/>
                  <a:pt x="29304" y="20478"/>
                  <a:pt x="31750" y="22021"/>
                </a:cubicBezTo>
                <a:cubicBezTo>
                  <a:pt x="34139" y="23551"/>
                  <a:pt x="35726" y="26056"/>
                  <a:pt x="36353" y="29478"/>
                </a:cubicBezTo>
                <a:cubicBezTo>
                  <a:pt x="37096" y="33396"/>
                  <a:pt x="36134" y="36819"/>
                  <a:pt x="33454" y="39717"/>
                </a:cubicBezTo>
                <a:cubicBezTo>
                  <a:pt x="30775" y="42557"/>
                  <a:pt x="26740" y="44552"/>
                  <a:pt x="21279" y="45572"/>
                </a:cubicBezTo>
                <a:cubicBezTo>
                  <a:pt x="19065" y="45965"/>
                  <a:pt x="16618" y="46198"/>
                  <a:pt x="14113" y="46257"/>
                </a:cubicBezTo>
                <a:cubicBezTo>
                  <a:pt x="11550" y="46257"/>
                  <a:pt x="8870" y="46082"/>
                  <a:pt x="5971" y="45747"/>
                </a:cubicBezTo>
                <a:lnTo>
                  <a:pt x="4617" y="38523"/>
                </a:lnTo>
                <a:cubicBezTo>
                  <a:pt x="7457" y="39368"/>
                  <a:pt x="10122" y="39936"/>
                  <a:pt x="12744" y="40110"/>
                </a:cubicBezTo>
                <a:cubicBezTo>
                  <a:pt x="15365" y="40285"/>
                  <a:pt x="17929" y="40169"/>
                  <a:pt x="20376" y="39717"/>
                </a:cubicBezTo>
                <a:cubicBezTo>
                  <a:pt x="23609" y="39091"/>
                  <a:pt x="26056" y="38071"/>
                  <a:pt x="27600" y="36586"/>
                </a:cubicBezTo>
                <a:cubicBezTo>
                  <a:pt x="29129" y="35158"/>
                  <a:pt x="29697" y="33396"/>
                  <a:pt x="29304" y="31357"/>
                </a:cubicBezTo>
                <a:cubicBezTo>
                  <a:pt x="28954" y="29478"/>
                  <a:pt x="28051" y="28168"/>
                  <a:pt x="26565" y="27425"/>
                </a:cubicBezTo>
                <a:cubicBezTo>
                  <a:pt x="25153" y="26624"/>
                  <a:pt x="22196" y="26172"/>
                  <a:pt x="17696" y="26056"/>
                </a:cubicBezTo>
                <a:lnTo>
                  <a:pt x="15191" y="25939"/>
                </a:lnTo>
                <a:cubicBezTo>
                  <a:pt x="10690" y="25895"/>
                  <a:pt x="7340" y="25094"/>
                  <a:pt x="5068" y="23551"/>
                </a:cubicBezTo>
                <a:cubicBezTo>
                  <a:pt x="2782" y="22021"/>
                  <a:pt x="1369" y="19633"/>
                  <a:pt x="743" y="16385"/>
                </a:cubicBezTo>
                <a:cubicBezTo>
                  <a:pt x="0" y="12409"/>
                  <a:pt x="801" y="9044"/>
                  <a:pt x="3248" y="6379"/>
                </a:cubicBezTo>
                <a:cubicBezTo>
                  <a:pt x="5636" y="3699"/>
                  <a:pt x="9452" y="1821"/>
                  <a:pt x="14623" y="859"/>
                </a:cubicBezTo>
                <a:cubicBezTo>
                  <a:pt x="17186" y="408"/>
                  <a:pt x="19633" y="117"/>
                  <a:pt x="21963" y="58"/>
                </a:cubicBezTo>
                <a:cubicBezTo>
                  <a:pt x="24293" y="0"/>
                  <a:pt x="26507" y="175"/>
                  <a:pt x="28561" y="568"/>
                </a:cubicBezTo>
                <a:close/>
                <a:moveTo>
                  <a:pt x="28561" y="5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3D5B9-F5F3-4DF2-BC4E-8699805A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105" y="3046198"/>
            <a:ext cx="34357" cy="53947"/>
          </a:xfrm>
          <a:custGeom xmlns:a="http://schemas.openxmlformats.org/drawingml/2006/main">
            <a:pathLst>
              <a:path w="34357" h="53947">
                <a:moveTo>
                  <a:pt x="9846" y="0"/>
                </a:moveTo>
                <a:lnTo>
                  <a:pt x="12059" y="12016"/>
                </a:lnTo>
                <a:lnTo>
                  <a:pt x="26405" y="9278"/>
                </a:lnTo>
                <a:lnTo>
                  <a:pt x="27425" y="14681"/>
                </a:lnTo>
                <a:lnTo>
                  <a:pt x="13093" y="17419"/>
                </a:lnTo>
                <a:lnTo>
                  <a:pt x="17463" y="40343"/>
                </a:lnTo>
                <a:cubicBezTo>
                  <a:pt x="18089" y="43810"/>
                  <a:pt x="19007" y="45922"/>
                  <a:pt x="20143" y="46708"/>
                </a:cubicBezTo>
                <a:cubicBezTo>
                  <a:pt x="21220" y="47509"/>
                  <a:pt x="23274" y="47684"/>
                  <a:pt x="26172" y="47116"/>
                </a:cubicBezTo>
                <a:lnTo>
                  <a:pt x="33280" y="45747"/>
                </a:lnTo>
                <a:lnTo>
                  <a:pt x="34357" y="51543"/>
                </a:lnTo>
                <a:lnTo>
                  <a:pt x="27250" y="52912"/>
                </a:lnTo>
                <a:cubicBezTo>
                  <a:pt x="21905" y="53947"/>
                  <a:pt x="17972" y="53655"/>
                  <a:pt x="15584" y="52009"/>
                </a:cubicBezTo>
                <a:cubicBezTo>
                  <a:pt x="13195" y="50407"/>
                  <a:pt x="11491" y="46941"/>
                  <a:pt x="10472" y="41654"/>
                </a:cubicBezTo>
                <a:lnTo>
                  <a:pt x="6146" y="18730"/>
                </a:lnTo>
                <a:lnTo>
                  <a:pt x="1020" y="19691"/>
                </a:lnTo>
                <a:lnTo>
                  <a:pt x="0" y="14288"/>
                </a:lnTo>
                <a:lnTo>
                  <a:pt x="5127" y="13312"/>
                </a:lnTo>
                <a:lnTo>
                  <a:pt x="2840" y="1311"/>
                </a:lnTo>
                <a:lnTo>
                  <a:pt x="9846" y="0"/>
                </a:lnTo>
                <a:close/>
                <a:moveTo>
                  <a:pt x="984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C2212-9904-412C-9ADC-7ED3E456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181" y="3263309"/>
            <a:ext cx="45514" cy="60180"/>
          </a:xfrm>
          <a:custGeom xmlns:a="http://schemas.openxmlformats.org/drawingml/2006/main">
            <a:pathLst>
              <a:path w="45514" h="60180">
                <a:moveTo>
                  <a:pt x="35217" y="903"/>
                </a:moveTo>
                <a:lnTo>
                  <a:pt x="36353" y="8418"/>
                </a:lnTo>
                <a:cubicBezTo>
                  <a:pt x="33221" y="7442"/>
                  <a:pt x="30323" y="6816"/>
                  <a:pt x="27658" y="6539"/>
                </a:cubicBezTo>
                <a:cubicBezTo>
                  <a:pt x="24978" y="6248"/>
                  <a:pt x="22415" y="6306"/>
                  <a:pt x="20026" y="6656"/>
                </a:cubicBezTo>
                <a:cubicBezTo>
                  <a:pt x="15817" y="7340"/>
                  <a:pt x="12744" y="8637"/>
                  <a:pt x="10705" y="10574"/>
                </a:cubicBezTo>
                <a:cubicBezTo>
                  <a:pt x="8710" y="12569"/>
                  <a:pt x="7908" y="15016"/>
                  <a:pt x="8360" y="18031"/>
                </a:cubicBezTo>
                <a:cubicBezTo>
                  <a:pt x="8768" y="20536"/>
                  <a:pt x="9846" y="22298"/>
                  <a:pt x="11491" y="23376"/>
                </a:cubicBezTo>
                <a:cubicBezTo>
                  <a:pt x="13195" y="24395"/>
                  <a:pt x="16210" y="24963"/>
                  <a:pt x="20536" y="25138"/>
                </a:cubicBezTo>
                <a:lnTo>
                  <a:pt x="25313" y="25371"/>
                </a:lnTo>
                <a:cubicBezTo>
                  <a:pt x="31241" y="25590"/>
                  <a:pt x="35726" y="26842"/>
                  <a:pt x="38858" y="29187"/>
                </a:cubicBezTo>
                <a:cubicBezTo>
                  <a:pt x="42047" y="31517"/>
                  <a:pt x="43926" y="34925"/>
                  <a:pt x="44669" y="39528"/>
                </a:cubicBezTo>
                <a:cubicBezTo>
                  <a:pt x="45514" y="45048"/>
                  <a:pt x="44319" y="49490"/>
                  <a:pt x="41072" y="52898"/>
                </a:cubicBezTo>
                <a:cubicBezTo>
                  <a:pt x="37838" y="56321"/>
                  <a:pt x="32653" y="58534"/>
                  <a:pt x="25546" y="59612"/>
                </a:cubicBezTo>
                <a:cubicBezTo>
                  <a:pt x="22866" y="60078"/>
                  <a:pt x="19968" y="60180"/>
                  <a:pt x="16836" y="60078"/>
                </a:cubicBezTo>
                <a:cubicBezTo>
                  <a:pt x="13720" y="59903"/>
                  <a:pt x="10472" y="59510"/>
                  <a:pt x="7005" y="58826"/>
                </a:cubicBezTo>
                <a:lnTo>
                  <a:pt x="5811" y="50917"/>
                </a:lnTo>
                <a:cubicBezTo>
                  <a:pt x="9161" y="52170"/>
                  <a:pt x="12467" y="53014"/>
                  <a:pt x="15540" y="53480"/>
                </a:cubicBezTo>
                <a:cubicBezTo>
                  <a:pt x="18657" y="53874"/>
                  <a:pt x="21672" y="53874"/>
                  <a:pt x="24585" y="53422"/>
                </a:cubicBezTo>
                <a:cubicBezTo>
                  <a:pt x="28954" y="52738"/>
                  <a:pt x="32202" y="51369"/>
                  <a:pt x="34314" y="49257"/>
                </a:cubicBezTo>
                <a:cubicBezTo>
                  <a:pt x="36411" y="47218"/>
                  <a:pt x="37212" y="44538"/>
                  <a:pt x="36761" y="41363"/>
                </a:cubicBezTo>
                <a:cubicBezTo>
                  <a:pt x="36294" y="38567"/>
                  <a:pt x="35100" y="36513"/>
                  <a:pt x="33163" y="35217"/>
                </a:cubicBezTo>
                <a:cubicBezTo>
                  <a:pt x="31241" y="33906"/>
                  <a:pt x="28226" y="33163"/>
                  <a:pt x="24235" y="32988"/>
                </a:cubicBezTo>
                <a:lnTo>
                  <a:pt x="19400" y="32828"/>
                </a:lnTo>
                <a:cubicBezTo>
                  <a:pt x="13487" y="32537"/>
                  <a:pt x="9103" y="31401"/>
                  <a:pt x="6146" y="29347"/>
                </a:cubicBezTo>
                <a:cubicBezTo>
                  <a:pt x="3248" y="27366"/>
                  <a:pt x="1427" y="24177"/>
                  <a:pt x="801" y="19793"/>
                </a:cubicBezTo>
                <a:cubicBezTo>
                  <a:pt x="0" y="14783"/>
                  <a:pt x="1136" y="10574"/>
                  <a:pt x="4267" y="7166"/>
                </a:cubicBezTo>
                <a:cubicBezTo>
                  <a:pt x="7340" y="3743"/>
                  <a:pt x="11943" y="1529"/>
                  <a:pt x="18147" y="568"/>
                </a:cubicBezTo>
                <a:cubicBezTo>
                  <a:pt x="20827" y="160"/>
                  <a:pt x="23551" y="0"/>
                  <a:pt x="26405" y="58"/>
                </a:cubicBezTo>
                <a:cubicBezTo>
                  <a:pt x="29245" y="102"/>
                  <a:pt x="32202" y="393"/>
                  <a:pt x="35217" y="903"/>
                </a:cubicBezTo>
                <a:close/>
                <a:moveTo>
                  <a:pt x="35217" y="9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3D0D9-404B-470C-8FFD-4DA20E37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340" y="3268596"/>
            <a:ext cx="41363" cy="64462"/>
          </a:xfrm>
          <a:custGeom xmlns:a="http://schemas.openxmlformats.org/drawingml/2006/main">
            <a:pathLst>
              <a:path w="41363" h="64462">
                <a:moveTo>
                  <a:pt x="29872" y="49330"/>
                </a:moveTo>
                <a:cubicBezTo>
                  <a:pt x="28677" y="54733"/>
                  <a:pt x="27250" y="58316"/>
                  <a:pt x="25604" y="60136"/>
                </a:cubicBezTo>
                <a:cubicBezTo>
                  <a:pt x="23958" y="61957"/>
                  <a:pt x="21570" y="63093"/>
                  <a:pt x="18439" y="63603"/>
                </a:cubicBezTo>
                <a:lnTo>
                  <a:pt x="12860" y="64462"/>
                </a:lnTo>
                <a:lnTo>
                  <a:pt x="11957" y="58593"/>
                </a:lnTo>
                <a:lnTo>
                  <a:pt x="16050" y="57966"/>
                </a:lnTo>
                <a:cubicBezTo>
                  <a:pt x="17987" y="57690"/>
                  <a:pt x="19400" y="57005"/>
                  <a:pt x="20317" y="55927"/>
                </a:cubicBezTo>
                <a:cubicBezTo>
                  <a:pt x="21279" y="54849"/>
                  <a:pt x="22080" y="52505"/>
                  <a:pt x="22881" y="48922"/>
                </a:cubicBezTo>
                <a:lnTo>
                  <a:pt x="23609" y="45572"/>
                </a:lnTo>
                <a:lnTo>
                  <a:pt x="0" y="6365"/>
                </a:lnTo>
                <a:lnTo>
                  <a:pt x="7399" y="5229"/>
                </a:lnTo>
                <a:lnTo>
                  <a:pt x="25837" y="36411"/>
                </a:lnTo>
                <a:lnTo>
                  <a:pt x="33964" y="1136"/>
                </a:lnTo>
                <a:lnTo>
                  <a:pt x="41363" y="0"/>
                </a:lnTo>
                <a:lnTo>
                  <a:pt x="29872" y="49330"/>
                </a:lnTo>
                <a:close/>
                <a:moveTo>
                  <a:pt x="29872" y="493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746ED-6C74-4CDC-8108-A5E217D7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670" y="3263411"/>
            <a:ext cx="36411" cy="45980"/>
          </a:xfrm>
          <a:custGeom xmlns:a="http://schemas.openxmlformats.org/drawingml/2006/main">
            <a:pathLst>
              <a:path w="36411" h="45980">
                <a:moveTo>
                  <a:pt x="28954" y="801"/>
                </a:moveTo>
                <a:lnTo>
                  <a:pt x="29988" y="7399"/>
                </a:lnTo>
                <a:cubicBezTo>
                  <a:pt x="27876" y="6656"/>
                  <a:pt x="25721" y="6263"/>
                  <a:pt x="23492" y="6044"/>
                </a:cubicBezTo>
                <a:cubicBezTo>
                  <a:pt x="21279" y="5869"/>
                  <a:pt x="19065" y="5986"/>
                  <a:pt x="16778" y="6321"/>
                </a:cubicBezTo>
                <a:cubicBezTo>
                  <a:pt x="13312" y="6831"/>
                  <a:pt x="10749" y="7807"/>
                  <a:pt x="9219" y="9103"/>
                </a:cubicBezTo>
                <a:cubicBezTo>
                  <a:pt x="7632" y="10414"/>
                  <a:pt x="7005" y="12176"/>
                  <a:pt x="7340" y="14288"/>
                </a:cubicBezTo>
                <a:cubicBezTo>
                  <a:pt x="7632" y="15933"/>
                  <a:pt x="8418" y="17069"/>
                  <a:pt x="9787" y="17812"/>
                </a:cubicBezTo>
                <a:cubicBezTo>
                  <a:pt x="11156" y="18555"/>
                  <a:pt x="13822" y="19065"/>
                  <a:pt x="17696" y="19298"/>
                </a:cubicBezTo>
                <a:lnTo>
                  <a:pt x="20143" y="19458"/>
                </a:lnTo>
                <a:cubicBezTo>
                  <a:pt x="25255" y="19749"/>
                  <a:pt x="29012" y="20711"/>
                  <a:pt x="31401" y="22371"/>
                </a:cubicBezTo>
                <a:cubicBezTo>
                  <a:pt x="33789" y="23958"/>
                  <a:pt x="35275" y="26522"/>
                  <a:pt x="35785" y="29930"/>
                </a:cubicBezTo>
                <a:cubicBezTo>
                  <a:pt x="36411" y="33920"/>
                  <a:pt x="35333" y="37270"/>
                  <a:pt x="32537" y="40052"/>
                </a:cubicBezTo>
                <a:cubicBezTo>
                  <a:pt x="29813" y="42848"/>
                  <a:pt x="25662" y="44669"/>
                  <a:pt x="20201" y="45514"/>
                </a:cubicBezTo>
                <a:cubicBezTo>
                  <a:pt x="17929" y="45863"/>
                  <a:pt x="15540" y="45980"/>
                  <a:pt x="12977" y="45922"/>
                </a:cubicBezTo>
                <a:cubicBezTo>
                  <a:pt x="10472" y="45863"/>
                  <a:pt x="7734" y="45572"/>
                  <a:pt x="4894" y="45120"/>
                </a:cubicBezTo>
                <a:lnTo>
                  <a:pt x="3758" y="37897"/>
                </a:lnTo>
                <a:cubicBezTo>
                  <a:pt x="6539" y="38858"/>
                  <a:pt x="9278" y="39484"/>
                  <a:pt x="11841" y="39775"/>
                </a:cubicBezTo>
                <a:cubicBezTo>
                  <a:pt x="14448" y="40052"/>
                  <a:pt x="17011" y="40008"/>
                  <a:pt x="19458" y="39601"/>
                </a:cubicBezTo>
                <a:cubicBezTo>
                  <a:pt x="22764" y="39091"/>
                  <a:pt x="25211" y="38188"/>
                  <a:pt x="26798" y="36761"/>
                </a:cubicBezTo>
                <a:cubicBezTo>
                  <a:pt x="28386" y="35391"/>
                  <a:pt x="29012" y="33629"/>
                  <a:pt x="28736" y="31576"/>
                </a:cubicBezTo>
                <a:cubicBezTo>
                  <a:pt x="28386" y="29711"/>
                  <a:pt x="27541" y="28342"/>
                  <a:pt x="26114" y="27541"/>
                </a:cubicBezTo>
                <a:cubicBezTo>
                  <a:pt x="24687" y="26697"/>
                  <a:pt x="21730" y="26172"/>
                  <a:pt x="17244" y="25895"/>
                </a:cubicBezTo>
                <a:lnTo>
                  <a:pt x="14739" y="25721"/>
                </a:lnTo>
                <a:cubicBezTo>
                  <a:pt x="10297" y="25444"/>
                  <a:pt x="6947" y="24526"/>
                  <a:pt x="4719" y="22939"/>
                </a:cubicBezTo>
                <a:cubicBezTo>
                  <a:pt x="2505" y="21337"/>
                  <a:pt x="1136" y="18948"/>
                  <a:pt x="626" y="15657"/>
                </a:cubicBezTo>
                <a:cubicBezTo>
                  <a:pt x="0" y="11608"/>
                  <a:pt x="976" y="8316"/>
                  <a:pt x="3466" y="5753"/>
                </a:cubicBezTo>
                <a:cubicBezTo>
                  <a:pt x="5971" y="3131"/>
                  <a:pt x="9846" y="1427"/>
                  <a:pt x="15016" y="583"/>
                </a:cubicBezTo>
                <a:cubicBezTo>
                  <a:pt x="17637" y="233"/>
                  <a:pt x="20084" y="0"/>
                  <a:pt x="22415" y="58"/>
                </a:cubicBezTo>
                <a:cubicBezTo>
                  <a:pt x="24745" y="58"/>
                  <a:pt x="26915" y="291"/>
                  <a:pt x="28954" y="801"/>
                </a:cubicBezTo>
                <a:close/>
                <a:moveTo>
                  <a:pt x="28954" y="8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186A5-F556-45BC-BFC7-0DC8593B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90" y="3247710"/>
            <a:ext cx="33119" cy="54340"/>
          </a:xfrm>
          <a:custGeom xmlns:a="http://schemas.openxmlformats.org/drawingml/2006/main">
            <a:pathLst>
              <a:path w="33119" h="54340">
                <a:moveTo>
                  <a:pt x="10297" y="0"/>
                </a:moveTo>
                <a:lnTo>
                  <a:pt x="12176" y="12118"/>
                </a:lnTo>
                <a:lnTo>
                  <a:pt x="26580" y="9904"/>
                </a:lnTo>
                <a:lnTo>
                  <a:pt x="27366" y="15307"/>
                </a:lnTo>
                <a:lnTo>
                  <a:pt x="12977" y="17521"/>
                </a:lnTo>
                <a:lnTo>
                  <a:pt x="16560" y="40620"/>
                </a:lnTo>
                <a:cubicBezTo>
                  <a:pt x="17069" y="44101"/>
                  <a:pt x="17929" y="46198"/>
                  <a:pt x="19007" y="47058"/>
                </a:cubicBezTo>
                <a:cubicBezTo>
                  <a:pt x="20084" y="47902"/>
                  <a:pt x="22138" y="48135"/>
                  <a:pt x="25036" y="47684"/>
                </a:cubicBezTo>
                <a:lnTo>
                  <a:pt x="32202" y="46548"/>
                </a:lnTo>
                <a:lnTo>
                  <a:pt x="33119" y="52403"/>
                </a:lnTo>
                <a:lnTo>
                  <a:pt x="25954" y="53480"/>
                </a:lnTo>
                <a:cubicBezTo>
                  <a:pt x="20536" y="54340"/>
                  <a:pt x="16676" y="53888"/>
                  <a:pt x="14288" y="52228"/>
                </a:cubicBezTo>
                <a:cubicBezTo>
                  <a:pt x="11957" y="50524"/>
                  <a:pt x="10355" y="46999"/>
                  <a:pt x="9569" y="41712"/>
                </a:cubicBezTo>
                <a:lnTo>
                  <a:pt x="5971" y="18613"/>
                </a:lnTo>
                <a:lnTo>
                  <a:pt x="859" y="19400"/>
                </a:lnTo>
                <a:lnTo>
                  <a:pt x="0" y="13996"/>
                </a:lnTo>
                <a:lnTo>
                  <a:pt x="5127" y="13210"/>
                </a:lnTo>
                <a:lnTo>
                  <a:pt x="3306" y="1092"/>
                </a:lnTo>
                <a:lnTo>
                  <a:pt x="10297" y="0"/>
                </a:lnTo>
                <a:close/>
                <a:moveTo>
                  <a:pt x="1029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0134C-CDD9-4DB3-ACA0-23434FA2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30" y="3251526"/>
            <a:ext cx="41756" cy="46373"/>
          </a:xfrm>
          <a:custGeom xmlns:a="http://schemas.openxmlformats.org/drawingml/2006/main">
            <a:pathLst>
              <a:path w="41756" h="46373">
                <a:moveTo>
                  <a:pt x="40169" y="18540"/>
                </a:moveTo>
                <a:lnTo>
                  <a:pt x="40678" y="21963"/>
                </a:lnTo>
                <a:lnTo>
                  <a:pt x="8593" y="26915"/>
                </a:lnTo>
                <a:cubicBezTo>
                  <a:pt x="9612" y="31692"/>
                  <a:pt x="11652" y="35100"/>
                  <a:pt x="14623" y="37270"/>
                </a:cubicBezTo>
                <a:cubicBezTo>
                  <a:pt x="17579" y="39368"/>
                  <a:pt x="21381" y="40052"/>
                  <a:pt x="26056" y="39368"/>
                </a:cubicBezTo>
                <a:cubicBezTo>
                  <a:pt x="28721" y="38916"/>
                  <a:pt x="31284" y="38232"/>
                  <a:pt x="33673" y="37154"/>
                </a:cubicBezTo>
                <a:cubicBezTo>
                  <a:pt x="36120" y="36134"/>
                  <a:pt x="38450" y="34765"/>
                  <a:pt x="40737" y="33061"/>
                </a:cubicBezTo>
                <a:lnTo>
                  <a:pt x="41756" y="39659"/>
                </a:lnTo>
                <a:cubicBezTo>
                  <a:pt x="39426" y="41072"/>
                  <a:pt x="36979" y="42324"/>
                  <a:pt x="34416" y="43300"/>
                </a:cubicBezTo>
                <a:cubicBezTo>
                  <a:pt x="31852" y="44261"/>
                  <a:pt x="29245" y="44946"/>
                  <a:pt x="26507" y="45339"/>
                </a:cubicBezTo>
                <a:cubicBezTo>
                  <a:pt x="19735" y="46373"/>
                  <a:pt x="14055" y="45237"/>
                  <a:pt x="9496" y="41931"/>
                </a:cubicBezTo>
                <a:cubicBezTo>
                  <a:pt x="4952" y="38581"/>
                  <a:pt x="2156" y="33513"/>
                  <a:pt x="1078" y="26798"/>
                </a:cubicBezTo>
                <a:cubicBezTo>
                  <a:pt x="0" y="19851"/>
                  <a:pt x="1078" y="14055"/>
                  <a:pt x="4209" y="9394"/>
                </a:cubicBezTo>
                <a:cubicBezTo>
                  <a:pt x="7340" y="4719"/>
                  <a:pt x="12059" y="1879"/>
                  <a:pt x="18424" y="918"/>
                </a:cubicBezTo>
                <a:cubicBezTo>
                  <a:pt x="24177" y="0"/>
                  <a:pt x="28954" y="1136"/>
                  <a:pt x="32886" y="4326"/>
                </a:cubicBezTo>
                <a:cubicBezTo>
                  <a:pt x="36746" y="7515"/>
                  <a:pt x="39193" y="12234"/>
                  <a:pt x="40169" y="18540"/>
                </a:cubicBezTo>
                <a:close/>
                <a:moveTo>
                  <a:pt x="32886" y="17579"/>
                </a:moveTo>
                <a:cubicBezTo>
                  <a:pt x="32260" y="13763"/>
                  <a:pt x="30658" y="10923"/>
                  <a:pt x="28269" y="8928"/>
                </a:cubicBezTo>
                <a:cubicBezTo>
                  <a:pt x="25823" y="7005"/>
                  <a:pt x="22866" y="6263"/>
                  <a:pt x="19458" y="6772"/>
                </a:cubicBezTo>
                <a:cubicBezTo>
                  <a:pt x="15526" y="7399"/>
                  <a:pt x="12569" y="8986"/>
                  <a:pt x="10574" y="11550"/>
                </a:cubicBezTo>
                <a:cubicBezTo>
                  <a:pt x="8593" y="14113"/>
                  <a:pt x="7734" y="17404"/>
                  <a:pt x="7967" y="21453"/>
                </a:cubicBezTo>
                <a:lnTo>
                  <a:pt x="32886" y="17579"/>
                </a:lnTo>
                <a:close/>
                <a:moveTo>
                  <a:pt x="32886" y="175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5CC479-AB57-4F90-B5BE-951856BA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84" y="3239744"/>
            <a:ext cx="68613" cy="51602"/>
          </a:xfrm>
          <a:custGeom xmlns:a="http://schemas.openxmlformats.org/drawingml/2006/main">
            <a:pathLst>
              <a:path w="68613" h="51602">
                <a:moveTo>
                  <a:pt x="34590" y="12118"/>
                </a:moveTo>
                <a:cubicBezTo>
                  <a:pt x="35901" y="8710"/>
                  <a:pt x="37605" y="6088"/>
                  <a:pt x="39819" y="4224"/>
                </a:cubicBezTo>
                <a:cubicBezTo>
                  <a:pt x="41989" y="2345"/>
                  <a:pt x="44771" y="1194"/>
                  <a:pt x="48019" y="685"/>
                </a:cubicBezTo>
                <a:cubicBezTo>
                  <a:pt x="52461" y="0"/>
                  <a:pt x="56160" y="1034"/>
                  <a:pt x="59000" y="3758"/>
                </a:cubicBezTo>
                <a:cubicBezTo>
                  <a:pt x="61899" y="6496"/>
                  <a:pt x="63777" y="10705"/>
                  <a:pt x="64637" y="16385"/>
                </a:cubicBezTo>
                <a:lnTo>
                  <a:pt x="68613" y="42047"/>
                </a:lnTo>
                <a:lnTo>
                  <a:pt x="61607" y="43125"/>
                </a:lnTo>
                <a:lnTo>
                  <a:pt x="57690" y="17696"/>
                </a:lnTo>
                <a:cubicBezTo>
                  <a:pt x="57063" y="13661"/>
                  <a:pt x="55869" y="10763"/>
                  <a:pt x="54107" y="9001"/>
                </a:cubicBezTo>
                <a:cubicBezTo>
                  <a:pt x="52344" y="7239"/>
                  <a:pt x="50014" y="6612"/>
                  <a:pt x="47043" y="7064"/>
                </a:cubicBezTo>
                <a:cubicBezTo>
                  <a:pt x="43402" y="7573"/>
                  <a:pt x="40737" y="9219"/>
                  <a:pt x="39033" y="11957"/>
                </a:cubicBezTo>
                <a:cubicBezTo>
                  <a:pt x="37270" y="14681"/>
                  <a:pt x="36746" y="18104"/>
                  <a:pt x="37372" y="22254"/>
                </a:cubicBezTo>
                <a:lnTo>
                  <a:pt x="41072" y="46315"/>
                </a:lnTo>
                <a:lnTo>
                  <a:pt x="34081" y="47393"/>
                </a:lnTo>
                <a:lnTo>
                  <a:pt x="30148" y="21963"/>
                </a:lnTo>
                <a:cubicBezTo>
                  <a:pt x="29522" y="17871"/>
                  <a:pt x="28328" y="14914"/>
                  <a:pt x="26565" y="13210"/>
                </a:cubicBezTo>
                <a:cubicBezTo>
                  <a:pt x="24861" y="11448"/>
                  <a:pt x="22473" y="10821"/>
                  <a:pt x="19458" y="11273"/>
                </a:cubicBezTo>
                <a:cubicBezTo>
                  <a:pt x="15875" y="11841"/>
                  <a:pt x="13254" y="13487"/>
                  <a:pt x="11491" y="16225"/>
                </a:cubicBezTo>
                <a:cubicBezTo>
                  <a:pt x="9787" y="18948"/>
                  <a:pt x="9219" y="22371"/>
                  <a:pt x="9846" y="26522"/>
                </a:cubicBezTo>
                <a:lnTo>
                  <a:pt x="13545" y="50524"/>
                </a:lnTo>
                <a:lnTo>
                  <a:pt x="6539" y="51602"/>
                </a:lnTo>
                <a:lnTo>
                  <a:pt x="0" y="9103"/>
                </a:lnTo>
                <a:lnTo>
                  <a:pt x="6991" y="8025"/>
                </a:lnTo>
                <a:lnTo>
                  <a:pt x="8025" y="14623"/>
                </a:lnTo>
                <a:cubicBezTo>
                  <a:pt x="9219" y="11783"/>
                  <a:pt x="10865" y="9569"/>
                  <a:pt x="12860" y="7967"/>
                </a:cubicBezTo>
                <a:cubicBezTo>
                  <a:pt x="14899" y="6379"/>
                  <a:pt x="17463" y="5360"/>
                  <a:pt x="20536" y="4894"/>
                </a:cubicBezTo>
                <a:cubicBezTo>
                  <a:pt x="23609" y="4442"/>
                  <a:pt x="26347" y="4792"/>
                  <a:pt x="28794" y="6044"/>
                </a:cubicBezTo>
                <a:cubicBezTo>
                  <a:pt x="31182" y="7282"/>
                  <a:pt x="33105" y="9336"/>
                  <a:pt x="34590" y="12118"/>
                </a:cubicBezTo>
                <a:close/>
                <a:moveTo>
                  <a:pt x="34590" y="121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B0ADD-95A2-4A61-B4D0-34076EBC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041" y="3218640"/>
            <a:ext cx="45514" cy="60195"/>
          </a:xfrm>
          <a:custGeom xmlns:a="http://schemas.openxmlformats.org/drawingml/2006/main">
            <a:pathLst>
              <a:path w="45514" h="60195">
                <a:moveTo>
                  <a:pt x="35217" y="918"/>
                </a:moveTo>
                <a:lnTo>
                  <a:pt x="36367" y="8418"/>
                </a:lnTo>
                <a:cubicBezTo>
                  <a:pt x="33236" y="7457"/>
                  <a:pt x="30338" y="6831"/>
                  <a:pt x="27658" y="6539"/>
                </a:cubicBezTo>
                <a:cubicBezTo>
                  <a:pt x="24978" y="6263"/>
                  <a:pt x="22429" y="6321"/>
                  <a:pt x="19982" y="6714"/>
                </a:cubicBezTo>
                <a:cubicBezTo>
                  <a:pt x="15817" y="7340"/>
                  <a:pt x="12744" y="8651"/>
                  <a:pt x="10705" y="10588"/>
                </a:cubicBezTo>
                <a:cubicBezTo>
                  <a:pt x="8710" y="12584"/>
                  <a:pt x="7908" y="15074"/>
                  <a:pt x="8375" y="18045"/>
                </a:cubicBezTo>
                <a:cubicBezTo>
                  <a:pt x="8768" y="20536"/>
                  <a:pt x="9787" y="22298"/>
                  <a:pt x="11506" y="23390"/>
                </a:cubicBezTo>
                <a:cubicBezTo>
                  <a:pt x="13210" y="24410"/>
                  <a:pt x="16225" y="24978"/>
                  <a:pt x="20550" y="25153"/>
                </a:cubicBezTo>
                <a:lnTo>
                  <a:pt x="25327" y="25371"/>
                </a:lnTo>
                <a:cubicBezTo>
                  <a:pt x="31241" y="25604"/>
                  <a:pt x="35741" y="26857"/>
                  <a:pt x="38858" y="29187"/>
                </a:cubicBezTo>
                <a:cubicBezTo>
                  <a:pt x="41989" y="31517"/>
                  <a:pt x="43926" y="34998"/>
                  <a:pt x="44669" y="39601"/>
                </a:cubicBezTo>
                <a:cubicBezTo>
                  <a:pt x="45514" y="45062"/>
                  <a:pt x="44276" y="49504"/>
                  <a:pt x="41028" y="52912"/>
                </a:cubicBezTo>
                <a:cubicBezTo>
                  <a:pt x="37780" y="56321"/>
                  <a:pt x="32668" y="58549"/>
                  <a:pt x="25546" y="59685"/>
                </a:cubicBezTo>
                <a:cubicBezTo>
                  <a:pt x="22822" y="60078"/>
                  <a:pt x="19924" y="60195"/>
                  <a:pt x="16851" y="60078"/>
                </a:cubicBezTo>
                <a:cubicBezTo>
                  <a:pt x="13720" y="59918"/>
                  <a:pt x="10414" y="59510"/>
                  <a:pt x="7005" y="58826"/>
                </a:cubicBezTo>
                <a:lnTo>
                  <a:pt x="5811" y="50917"/>
                </a:lnTo>
                <a:cubicBezTo>
                  <a:pt x="9161" y="52170"/>
                  <a:pt x="12409" y="53029"/>
                  <a:pt x="15540" y="53480"/>
                </a:cubicBezTo>
                <a:cubicBezTo>
                  <a:pt x="18672" y="53874"/>
                  <a:pt x="21686" y="53874"/>
                  <a:pt x="24585" y="53422"/>
                </a:cubicBezTo>
                <a:cubicBezTo>
                  <a:pt x="28969" y="52738"/>
                  <a:pt x="32202" y="51383"/>
                  <a:pt x="34314" y="49330"/>
                </a:cubicBezTo>
                <a:cubicBezTo>
                  <a:pt x="36411" y="47218"/>
                  <a:pt x="37212" y="44552"/>
                  <a:pt x="36761" y="41363"/>
                </a:cubicBezTo>
                <a:cubicBezTo>
                  <a:pt x="36309" y="38581"/>
                  <a:pt x="35115" y="36586"/>
                  <a:pt x="33178" y="35275"/>
                </a:cubicBezTo>
                <a:cubicBezTo>
                  <a:pt x="31241" y="33964"/>
                  <a:pt x="28226" y="33178"/>
                  <a:pt x="24250" y="33003"/>
                </a:cubicBezTo>
                <a:lnTo>
                  <a:pt x="19414" y="32828"/>
                </a:lnTo>
                <a:cubicBezTo>
                  <a:pt x="13487" y="32551"/>
                  <a:pt x="9103" y="31415"/>
                  <a:pt x="6146" y="29420"/>
                </a:cubicBezTo>
                <a:cubicBezTo>
                  <a:pt x="3248" y="27366"/>
                  <a:pt x="1427" y="24177"/>
                  <a:pt x="801" y="19866"/>
                </a:cubicBezTo>
                <a:cubicBezTo>
                  <a:pt x="0" y="14856"/>
                  <a:pt x="1151" y="10588"/>
                  <a:pt x="4267" y="7166"/>
                </a:cubicBezTo>
                <a:cubicBezTo>
                  <a:pt x="7340" y="3758"/>
                  <a:pt x="11957" y="1544"/>
                  <a:pt x="18162" y="626"/>
                </a:cubicBezTo>
                <a:cubicBezTo>
                  <a:pt x="20827" y="175"/>
                  <a:pt x="23565" y="0"/>
                  <a:pt x="26405" y="58"/>
                </a:cubicBezTo>
                <a:cubicBezTo>
                  <a:pt x="29245" y="117"/>
                  <a:pt x="32144" y="408"/>
                  <a:pt x="35217" y="918"/>
                </a:cubicBezTo>
                <a:close/>
                <a:moveTo>
                  <a:pt x="35217" y="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B1221-03A7-4698-B19D-968707EC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424" y="3224903"/>
            <a:ext cx="41756" cy="46373"/>
          </a:xfrm>
          <a:custGeom xmlns:a="http://schemas.openxmlformats.org/drawingml/2006/main">
            <a:pathLst>
              <a:path w="41756" h="46373">
                <a:moveTo>
                  <a:pt x="40169" y="18540"/>
                </a:moveTo>
                <a:lnTo>
                  <a:pt x="40678" y="21963"/>
                </a:lnTo>
                <a:lnTo>
                  <a:pt x="8593" y="26915"/>
                </a:lnTo>
                <a:cubicBezTo>
                  <a:pt x="9612" y="31692"/>
                  <a:pt x="11608" y="35100"/>
                  <a:pt x="14623" y="37270"/>
                </a:cubicBezTo>
                <a:cubicBezTo>
                  <a:pt x="17579" y="39368"/>
                  <a:pt x="21395" y="40052"/>
                  <a:pt x="25997" y="39368"/>
                </a:cubicBezTo>
                <a:cubicBezTo>
                  <a:pt x="28721" y="38916"/>
                  <a:pt x="31226" y="38232"/>
                  <a:pt x="33673" y="37154"/>
                </a:cubicBezTo>
                <a:cubicBezTo>
                  <a:pt x="36061" y="36120"/>
                  <a:pt x="38450" y="34765"/>
                  <a:pt x="40737" y="33047"/>
                </a:cubicBezTo>
                <a:lnTo>
                  <a:pt x="41756" y="39659"/>
                </a:lnTo>
                <a:cubicBezTo>
                  <a:pt x="39368" y="41072"/>
                  <a:pt x="36921" y="42324"/>
                  <a:pt x="34416" y="43242"/>
                </a:cubicBezTo>
                <a:cubicBezTo>
                  <a:pt x="31852" y="44203"/>
                  <a:pt x="29245" y="44946"/>
                  <a:pt x="26507" y="45339"/>
                </a:cubicBezTo>
                <a:cubicBezTo>
                  <a:pt x="19735" y="46373"/>
                  <a:pt x="14055" y="45222"/>
                  <a:pt x="9496" y="41931"/>
                </a:cubicBezTo>
                <a:cubicBezTo>
                  <a:pt x="4952" y="38567"/>
                  <a:pt x="2097" y="33513"/>
                  <a:pt x="1078" y="26798"/>
                </a:cubicBezTo>
                <a:cubicBezTo>
                  <a:pt x="0" y="19851"/>
                  <a:pt x="1020" y="14055"/>
                  <a:pt x="4151" y="9379"/>
                </a:cubicBezTo>
                <a:cubicBezTo>
                  <a:pt x="7282" y="4719"/>
                  <a:pt x="12059" y="1879"/>
                  <a:pt x="18424" y="903"/>
                </a:cubicBezTo>
                <a:cubicBezTo>
                  <a:pt x="24119" y="0"/>
                  <a:pt x="28954" y="1136"/>
                  <a:pt x="32828" y="4326"/>
                </a:cubicBezTo>
                <a:cubicBezTo>
                  <a:pt x="36746" y="7515"/>
                  <a:pt x="39193" y="12234"/>
                  <a:pt x="40169" y="18540"/>
                </a:cubicBezTo>
                <a:close/>
                <a:moveTo>
                  <a:pt x="32828" y="17579"/>
                </a:moveTo>
                <a:cubicBezTo>
                  <a:pt x="32202" y="13763"/>
                  <a:pt x="30658" y="10865"/>
                  <a:pt x="28211" y="8928"/>
                </a:cubicBezTo>
                <a:cubicBezTo>
                  <a:pt x="25764" y="6991"/>
                  <a:pt x="22866" y="6263"/>
                  <a:pt x="19400" y="6772"/>
                </a:cubicBezTo>
                <a:cubicBezTo>
                  <a:pt x="15526" y="7399"/>
                  <a:pt x="12569" y="8986"/>
                  <a:pt x="10574" y="11550"/>
                </a:cubicBezTo>
                <a:cubicBezTo>
                  <a:pt x="8593" y="14113"/>
                  <a:pt x="7675" y="17404"/>
                  <a:pt x="7967" y="21453"/>
                </a:cubicBezTo>
                <a:lnTo>
                  <a:pt x="32828" y="17579"/>
                </a:lnTo>
                <a:close/>
                <a:moveTo>
                  <a:pt x="32828" y="175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10C41-4079-4E23-AE88-78EDF923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768" y="3209027"/>
            <a:ext cx="33119" cy="54340"/>
          </a:xfrm>
          <a:custGeom xmlns:a="http://schemas.openxmlformats.org/drawingml/2006/main">
            <a:pathLst>
              <a:path w="33119" h="54340">
                <a:moveTo>
                  <a:pt x="10297" y="0"/>
                </a:moveTo>
                <a:lnTo>
                  <a:pt x="12176" y="12118"/>
                </a:lnTo>
                <a:lnTo>
                  <a:pt x="26580" y="9904"/>
                </a:lnTo>
                <a:lnTo>
                  <a:pt x="27366" y="15307"/>
                </a:lnTo>
                <a:lnTo>
                  <a:pt x="13035" y="17521"/>
                </a:lnTo>
                <a:lnTo>
                  <a:pt x="16560" y="40620"/>
                </a:lnTo>
                <a:cubicBezTo>
                  <a:pt x="17069" y="44086"/>
                  <a:pt x="17929" y="46198"/>
                  <a:pt x="19007" y="47058"/>
                </a:cubicBezTo>
                <a:cubicBezTo>
                  <a:pt x="20084" y="47902"/>
                  <a:pt x="22138" y="48077"/>
                  <a:pt x="25036" y="47684"/>
                </a:cubicBezTo>
                <a:lnTo>
                  <a:pt x="32202" y="46533"/>
                </a:lnTo>
                <a:lnTo>
                  <a:pt x="33119" y="52403"/>
                </a:lnTo>
                <a:lnTo>
                  <a:pt x="25954" y="53480"/>
                </a:lnTo>
                <a:cubicBezTo>
                  <a:pt x="20550" y="54340"/>
                  <a:pt x="16676" y="53874"/>
                  <a:pt x="14288" y="52228"/>
                </a:cubicBezTo>
                <a:cubicBezTo>
                  <a:pt x="11957" y="50524"/>
                  <a:pt x="10355" y="46999"/>
                  <a:pt x="9569" y="41698"/>
                </a:cubicBezTo>
                <a:lnTo>
                  <a:pt x="5986" y="18599"/>
                </a:lnTo>
                <a:lnTo>
                  <a:pt x="859" y="19400"/>
                </a:lnTo>
                <a:lnTo>
                  <a:pt x="0" y="13938"/>
                </a:lnTo>
                <a:lnTo>
                  <a:pt x="5127" y="13195"/>
                </a:lnTo>
                <a:lnTo>
                  <a:pt x="3306" y="1078"/>
                </a:lnTo>
                <a:lnTo>
                  <a:pt x="10297" y="0"/>
                </a:lnTo>
                <a:close/>
                <a:moveTo>
                  <a:pt x="1029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47A04-1DE2-4E88-8CAA-A9D2D788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266" y="3204367"/>
            <a:ext cx="33061" cy="54267"/>
          </a:xfrm>
          <a:custGeom xmlns:a="http://schemas.openxmlformats.org/drawingml/2006/main">
            <a:pathLst>
              <a:path w="33061" h="54267">
                <a:moveTo>
                  <a:pt x="10297" y="0"/>
                </a:moveTo>
                <a:lnTo>
                  <a:pt x="12176" y="12059"/>
                </a:lnTo>
                <a:lnTo>
                  <a:pt x="26507" y="9846"/>
                </a:lnTo>
                <a:lnTo>
                  <a:pt x="27366" y="15307"/>
                </a:lnTo>
                <a:lnTo>
                  <a:pt x="12977" y="17463"/>
                </a:lnTo>
                <a:lnTo>
                  <a:pt x="16560" y="40562"/>
                </a:lnTo>
                <a:cubicBezTo>
                  <a:pt x="17069" y="44028"/>
                  <a:pt x="17871" y="46198"/>
                  <a:pt x="19007" y="47043"/>
                </a:cubicBezTo>
                <a:cubicBezTo>
                  <a:pt x="20084" y="47844"/>
                  <a:pt x="22080" y="48077"/>
                  <a:pt x="25036" y="47611"/>
                </a:cubicBezTo>
                <a:lnTo>
                  <a:pt x="32202" y="46533"/>
                </a:lnTo>
                <a:lnTo>
                  <a:pt x="33061" y="52344"/>
                </a:lnTo>
                <a:lnTo>
                  <a:pt x="25881" y="53480"/>
                </a:lnTo>
                <a:cubicBezTo>
                  <a:pt x="20536" y="54267"/>
                  <a:pt x="16676" y="53874"/>
                  <a:pt x="14288" y="52170"/>
                </a:cubicBezTo>
                <a:cubicBezTo>
                  <a:pt x="11943" y="50466"/>
                  <a:pt x="10355" y="46926"/>
                  <a:pt x="9496" y="41640"/>
                </a:cubicBezTo>
                <a:lnTo>
                  <a:pt x="5971" y="18540"/>
                </a:lnTo>
                <a:lnTo>
                  <a:pt x="859" y="19342"/>
                </a:lnTo>
                <a:lnTo>
                  <a:pt x="0" y="13938"/>
                </a:lnTo>
                <a:lnTo>
                  <a:pt x="5127" y="13137"/>
                </a:lnTo>
                <a:lnTo>
                  <a:pt x="3248" y="1078"/>
                </a:lnTo>
                <a:lnTo>
                  <a:pt x="10297" y="0"/>
                </a:lnTo>
                <a:close/>
                <a:moveTo>
                  <a:pt x="1029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4A9AC-C6EC-4D14-8C0D-64826A65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429" y="3195148"/>
            <a:ext cx="16108" cy="60136"/>
          </a:xfrm>
          <a:custGeom xmlns:a="http://schemas.openxmlformats.org/drawingml/2006/main">
            <a:pathLst>
              <a:path w="16108" h="60136">
                <a:moveTo>
                  <a:pt x="2563" y="17637"/>
                </a:moveTo>
                <a:lnTo>
                  <a:pt x="9569" y="16560"/>
                </a:lnTo>
                <a:lnTo>
                  <a:pt x="16108" y="59117"/>
                </a:lnTo>
                <a:lnTo>
                  <a:pt x="9103" y="60136"/>
                </a:lnTo>
                <a:lnTo>
                  <a:pt x="2563" y="17637"/>
                </a:lnTo>
                <a:close/>
                <a:moveTo>
                  <a:pt x="0" y="1078"/>
                </a:moveTo>
                <a:lnTo>
                  <a:pt x="7005" y="0"/>
                </a:lnTo>
                <a:lnTo>
                  <a:pt x="8375" y="8870"/>
                </a:lnTo>
                <a:lnTo>
                  <a:pt x="1369" y="9962"/>
                </a:lnTo>
                <a:lnTo>
                  <a:pt x="0" y="1078"/>
                </a:lnTo>
                <a:close/>
                <a:moveTo>
                  <a:pt x="0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43CD9-C2B4-4E05-976C-44712181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29" y="3204527"/>
            <a:ext cx="42164" cy="47509"/>
          </a:xfrm>
          <a:custGeom xmlns:a="http://schemas.openxmlformats.org/drawingml/2006/main">
            <a:pathLst>
              <a:path w="42164" h="47509">
                <a:moveTo>
                  <a:pt x="38173" y="16341"/>
                </a:moveTo>
                <a:lnTo>
                  <a:pt x="42164" y="41989"/>
                </a:lnTo>
                <a:lnTo>
                  <a:pt x="35158" y="43081"/>
                </a:lnTo>
                <a:lnTo>
                  <a:pt x="31241" y="17637"/>
                </a:lnTo>
                <a:cubicBezTo>
                  <a:pt x="30614" y="13603"/>
                  <a:pt x="29362" y="10763"/>
                  <a:pt x="27483" y="9001"/>
                </a:cubicBezTo>
                <a:cubicBezTo>
                  <a:pt x="25604" y="7239"/>
                  <a:pt x="23099" y="6612"/>
                  <a:pt x="19968" y="7064"/>
                </a:cubicBezTo>
                <a:cubicBezTo>
                  <a:pt x="16210" y="7690"/>
                  <a:pt x="13428" y="9336"/>
                  <a:pt x="11608" y="12074"/>
                </a:cubicBezTo>
                <a:cubicBezTo>
                  <a:pt x="9787" y="14797"/>
                  <a:pt x="9219" y="18205"/>
                  <a:pt x="9846" y="22371"/>
                </a:cubicBezTo>
                <a:lnTo>
                  <a:pt x="13545" y="46431"/>
                </a:lnTo>
                <a:lnTo>
                  <a:pt x="6539" y="47509"/>
                </a:lnTo>
                <a:lnTo>
                  <a:pt x="0" y="5010"/>
                </a:lnTo>
                <a:lnTo>
                  <a:pt x="7005" y="3932"/>
                </a:lnTo>
                <a:lnTo>
                  <a:pt x="8025" y="10530"/>
                </a:lnTo>
                <a:cubicBezTo>
                  <a:pt x="9336" y="7690"/>
                  <a:pt x="10982" y="5476"/>
                  <a:pt x="13035" y="3874"/>
                </a:cubicBezTo>
                <a:cubicBezTo>
                  <a:pt x="15132" y="2287"/>
                  <a:pt x="17637" y="1209"/>
                  <a:pt x="20594" y="743"/>
                </a:cubicBezTo>
                <a:cubicBezTo>
                  <a:pt x="25488" y="0"/>
                  <a:pt x="29420" y="976"/>
                  <a:pt x="32377" y="3597"/>
                </a:cubicBezTo>
                <a:cubicBezTo>
                  <a:pt x="35333" y="6204"/>
                  <a:pt x="37270" y="10472"/>
                  <a:pt x="38173" y="16341"/>
                </a:cubicBezTo>
                <a:close/>
                <a:moveTo>
                  <a:pt x="38173" y="163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D1253-2CE0-4BDD-9CA2-6285C1F3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974" y="3196517"/>
            <a:ext cx="42674" cy="62234"/>
          </a:xfrm>
          <a:custGeom xmlns:a="http://schemas.openxmlformats.org/drawingml/2006/main">
            <a:pathLst>
              <a:path w="42674" h="62234">
                <a:moveTo>
                  <a:pt x="32027" y="21847"/>
                </a:moveTo>
                <a:cubicBezTo>
                  <a:pt x="31226" y="16778"/>
                  <a:pt x="29639" y="13021"/>
                  <a:pt x="27075" y="10515"/>
                </a:cubicBezTo>
                <a:cubicBezTo>
                  <a:pt x="24570" y="8069"/>
                  <a:pt x="21453" y="7107"/>
                  <a:pt x="17696" y="7734"/>
                </a:cubicBezTo>
                <a:cubicBezTo>
                  <a:pt x="13938" y="8302"/>
                  <a:pt x="11200" y="10122"/>
                  <a:pt x="9554" y="13254"/>
                </a:cubicBezTo>
                <a:cubicBezTo>
                  <a:pt x="7908" y="16327"/>
                  <a:pt x="7457" y="20419"/>
                  <a:pt x="8243" y="25488"/>
                </a:cubicBezTo>
                <a:cubicBezTo>
                  <a:pt x="9044" y="30483"/>
                  <a:pt x="10690" y="34241"/>
                  <a:pt x="13195" y="36746"/>
                </a:cubicBezTo>
                <a:cubicBezTo>
                  <a:pt x="15700" y="39193"/>
                  <a:pt x="18832" y="40169"/>
                  <a:pt x="22589" y="39542"/>
                </a:cubicBezTo>
                <a:cubicBezTo>
                  <a:pt x="26347" y="38974"/>
                  <a:pt x="29071" y="37139"/>
                  <a:pt x="30716" y="34022"/>
                </a:cubicBezTo>
                <a:cubicBezTo>
                  <a:pt x="32377" y="30949"/>
                  <a:pt x="32828" y="26842"/>
                  <a:pt x="32027" y="21847"/>
                </a:cubicBezTo>
                <a:close/>
                <a:moveTo>
                  <a:pt x="41581" y="37197"/>
                </a:moveTo>
                <a:cubicBezTo>
                  <a:pt x="42674" y="44421"/>
                  <a:pt x="41873" y="50058"/>
                  <a:pt x="39251" y="54107"/>
                </a:cubicBezTo>
                <a:cubicBezTo>
                  <a:pt x="36586" y="58141"/>
                  <a:pt x="31911" y="60646"/>
                  <a:pt x="25255" y="61666"/>
                </a:cubicBezTo>
                <a:cubicBezTo>
                  <a:pt x="22808" y="62059"/>
                  <a:pt x="20478" y="62234"/>
                  <a:pt x="18264" y="62175"/>
                </a:cubicBezTo>
                <a:cubicBezTo>
                  <a:pt x="16035" y="62175"/>
                  <a:pt x="13822" y="61957"/>
                  <a:pt x="11666" y="61491"/>
                </a:cubicBezTo>
                <a:lnTo>
                  <a:pt x="10588" y="54675"/>
                </a:lnTo>
                <a:cubicBezTo>
                  <a:pt x="12860" y="55461"/>
                  <a:pt x="14958" y="55971"/>
                  <a:pt x="17069" y="56204"/>
                </a:cubicBezTo>
                <a:cubicBezTo>
                  <a:pt x="19108" y="56437"/>
                  <a:pt x="21220" y="56379"/>
                  <a:pt x="23274" y="56087"/>
                </a:cubicBezTo>
                <a:cubicBezTo>
                  <a:pt x="27876" y="55345"/>
                  <a:pt x="31124" y="53641"/>
                  <a:pt x="33047" y="50917"/>
                </a:cubicBezTo>
                <a:cubicBezTo>
                  <a:pt x="34925" y="48179"/>
                  <a:pt x="35493" y="44378"/>
                  <a:pt x="34765" y="39542"/>
                </a:cubicBezTo>
                <a:lnTo>
                  <a:pt x="34241" y="36061"/>
                </a:lnTo>
                <a:cubicBezTo>
                  <a:pt x="33163" y="38800"/>
                  <a:pt x="31634" y="40955"/>
                  <a:pt x="29580" y="42557"/>
                </a:cubicBezTo>
                <a:cubicBezTo>
                  <a:pt x="27483" y="44145"/>
                  <a:pt x="24920" y="45164"/>
                  <a:pt x="21788" y="45674"/>
                </a:cubicBezTo>
                <a:cubicBezTo>
                  <a:pt x="16560" y="46475"/>
                  <a:pt x="12059" y="45106"/>
                  <a:pt x="8243" y="41640"/>
                </a:cubicBezTo>
                <a:cubicBezTo>
                  <a:pt x="4442" y="38173"/>
                  <a:pt x="2054" y="33163"/>
                  <a:pt x="1020" y="26565"/>
                </a:cubicBezTo>
                <a:cubicBezTo>
                  <a:pt x="0" y="20026"/>
                  <a:pt x="801" y="14506"/>
                  <a:pt x="3350" y="10064"/>
                </a:cubicBezTo>
                <a:cubicBezTo>
                  <a:pt x="5971" y="5578"/>
                  <a:pt x="9846" y="2957"/>
                  <a:pt x="15074" y="2156"/>
                </a:cubicBezTo>
                <a:cubicBezTo>
                  <a:pt x="18205" y="1646"/>
                  <a:pt x="20987" y="1879"/>
                  <a:pt x="23434" y="2724"/>
                </a:cubicBezTo>
                <a:cubicBezTo>
                  <a:pt x="25881" y="3641"/>
                  <a:pt x="27993" y="5229"/>
                  <a:pt x="29813" y="7501"/>
                </a:cubicBezTo>
                <a:lnTo>
                  <a:pt x="28837" y="1078"/>
                </a:lnTo>
                <a:lnTo>
                  <a:pt x="35843" y="0"/>
                </a:lnTo>
                <a:lnTo>
                  <a:pt x="41581" y="37197"/>
                </a:lnTo>
                <a:close/>
                <a:moveTo>
                  <a:pt x="41581" y="371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34BDF-9BF0-4CC7-9037-6D8D6DF8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561" y="3190589"/>
            <a:ext cx="36353" cy="45980"/>
          </a:xfrm>
          <a:custGeom xmlns:a="http://schemas.openxmlformats.org/drawingml/2006/main">
            <a:pathLst>
              <a:path w="36353" h="45980">
                <a:moveTo>
                  <a:pt x="28896" y="743"/>
                </a:moveTo>
                <a:lnTo>
                  <a:pt x="29930" y="7399"/>
                </a:lnTo>
                <a:cubicBezTo>
                  <a:pt x="27818" y="6656"/>
                  <a:pt x="25662" y="6204"/>
                  <a:pt x="23434" y="6044"/>
                </a:cubicBezTo>
                <a:cubicBezTo>
                  <a:pt x="21220" y="5869"/>
                  <a:pt x="19007" y="5986"/>
                  <a:pt x="16720" y="6321"/>
                </a:cubicBezTo>
                <a:cubicBezTo>
                  <a:pt x="13254" y="6831"/>
                  <a:pt x="10749" y="7748"/>
                  <a:pt x="9161" y="9103"/>
                </a:cubicBezTo>
                <a:cubicBezTo>
                  <a:pt x="7559" y="10414"/>
                  <a:pt x="6991" y="12176"/>
                  <a:pt x="7282" y="14288"/>
                </a:cubicBezTo>
                <a:cubicBezTo>
                  <a:pt x="7559" y="15875"/>
                  <a:pt x="8360" y="17069"/>
                  <a:pt x="9729" y="17812"/>
                </a:cubicBezTo>
                <a:cubicBezTo>
                  <a:pt x="11142" y="18555"/>
                  <a:pt x="13763" y="19065"/>
                  <a:pt x="17637" y="19298"/>
                </a:cubicBezTo>
                <a:lnTo>
                  <a:pt x="20084" y="19458"/>
                </a:lnTo>
                <a:cubicBezTo>
                  <a:pt x="25196" y="19749"/>
                  <a:pt x="28954" y="20711"/>
                  <a:pt x="31343" y="22313"/>
                </a:cubicBezTo>
                <a:cubicBezTo>
                  <a:pt x="33731" y="23958"/>
                  <a:pt x="35217" y="26463"/>
                  <a:pt x="35726" y="29930"/>
                </a:cubicBezTo>
                <a:cubicBezTo>
                  <a:pt x="36353" y="33920"/>
                  <a:pt x="35275" y="37270"/>
                  <a:pt x="32479" y="40052"/>
                </a:cubicBezTo>
                <a:cubicBezTo>
                  <a:pt x="29755" y="42848"/>
                  <a:pt x="25604" y="44669"/>
                  <a:pt x="20143" y="45470"/>
                </a:cubicBezTo>
                <a:cubicBezTo>
                  <a:pt x="17856" y="45863"/>
                  <a:pt x="15467" y="45980"/>
                  <a:pt x="12919" y="45922"/>
                </a:cubicBezTo>
                <a:cubicBezTo>
                  <a:pt x="10414" y="45863"/>
                  <a:pt x="7675" y="45572"/>
                  <a:pt x="4835" y="45120"/>
                </a:cubicBezTo>
                <a:lnTo>
                  <a:pt x="3699" y="37897"/>
                </a:lnTo>
                <a:cubicBezTo>
                  <a:pt x="6481" y="38858"/>
                  <a:pt x="9219" y="39484"/>
                  <a:pt x="11826" y="39775"/>
                </a:cubicBezTo>
                <a:cubicBezTo>
                  <a:pt x="14390" y="40052"/>
                  <a:pt x="16953" y="40008"/>
                  <a:pt x="19400" y="39601"/>
                </a:cubicBezTo>
                <a:cubicBezTo>
                  <a:pt x="22691" y="39091"/>
                  <a:pt x="25138" y="38188"/>
                  <a:pt x="26740" y="36761"/>
                </a:cubicBezTo>
                <a:cubicBezTo>
                  <a:pt x="28328" y="35333"/>
                  <a:pt x="28954" y="33629"/>
                  <a:pt x="28677" y="31576"/>
                </a:cubicBezTo>
                <a:cubicBezTo>
                  <a:pt x="28386" y="29711"/>
                  <a:pt x="27483" y="28342"/>
                  <a:pt x="26056" y="27541"/>
                </a:cubicBezTo>
                <a:cubicBezTo>
                  <a:pt x="24628" y="26697"/>
                  <a:pt x="21672" y="26172"/>
                  <a:pt x="17186" y="25895"/>
                </a:cubicBezTo>
                <a:lnTo>
                  <a:pt x="14681" y="25662"/>
                </a:lnTo>
                <a:cubicBezTo>
                  <a:pt x="10239" y="25444"/>
                  <a:pt x="6889" y="24526"/>
                  <a:pt x="4661" y="22939"/>
                </a:cubicBezTo>
                <a:cubicBezTo>
                  <a:pt x="2447" y="21337"/>
                  <a:pt x="1078" y="18890"/>
                  <a:pt x="568" y="15657"/>
                </a:cubicBezTo>
                <a:cubicBezTo>
                  <a:pt x="0" y="11608"/>
                  <a:pt x="903" y="8316"/>
                  <a:pt x="3408" y="5695"/>
                </a:cubicBezTo>
                <a:cubicBezTo>
                  <a:pt x="5913" y="3073"/>
                  <a:pt x="9787" y="1369"/>
                  <a:pt x="14958" y="583"/>
                </a:cubicBezTo>
                <a:cubicBezTo>
                  <a:pt x="17579" y="175"/>
                  <a:pt x="20026" y="0"/>
                  <a:pt x="22356" y="58"/>
                </a:cubicBezTo>
                <a:cubicBezTo>
                  <a:pt x="24687" y="58"/>
                  <a:pt x="26857" y="291"/>
                  <a:pt x="28896" y="743"/>
                </a:cubicBezTo>
                <a:close/>
                <a:moveTo>
                  <a:pt x="28896" y="7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6907E-B35F-438B-A0A2-0BDD79B9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497" y="3168466"/>
            <a:ext cx="50801" cy="60704"/>
          </a:xfrm>
          <a:custGeom xmlns:a="http://schemas.openxmlformats.org/drawingml/2006/main">
            <a:pathLst>
              <a:path w="50801" h="60704">
                <a:moveTo>
                  <a:pt x="43416" y="3190"/>
                </a:moveTo>
                <a:lnTo>
                  <a:pt x="44654" y="11258"/>
                </a:lnTo>
                <a:cubicBezTo>
                  <a:pt x="41698" y="9278"/>
                  <a:pt x="38683" y="7908"/>
                  <a:pt x="35552" y="7166"/>
                </a:cubicBezTo>
                <a:cubicBezTo>
                  <a:pt x="32493" y="6423"/>
                  <a:pt x="29304" y="6321"/>
                  <a:pt x="25997" y="6831"/>
                </a:cubicBezTo>
                <a:cubicBezTo>
                  <a:pt x="19516" y="7850"/>
                  <a:pt x="14856" y="10574"/>
                  <a:pt x="12001" y="15074"/>
                </a:cubicBezTo>
                <a:cubicBezTo>
                  <a:pt x="9219" y="19575"/>
                  <a:pt x="8360" y="25546"/>
                  <a:pt x="9496" y="33003"/>
                </a:cubicBezTo>
                <a:cubicBezTo>
                  <a:pt x="10647" y="40504"/>
                  <a:pt x="13254" y="45907"/>
                  <a:pt x="17302" y="49388"/>
                </a:cubicBezTo>
                <a:cubicBezTo>
                  <a:pt x="21337" y="52796"/>
                  <a:pt x="26624" y="53990"/>
                  <a:pt x="33105" y="53029"/>
                </a:cubicBezTo>
                <a:cubicBezTo>
                  <a:pt x="36411" y="52505"/>
                  <a:pt x="39426" y="51427"/>
                  <a:pt x="42164" y="49781"/>
                </a:cubicBezTo>
                <a:cubicBezTo>
                  <a:pt x="44887" y="48135"/>
                  <a:pt x="47334" y="45907"/>
                  <a:pt x="49548" y="43125"/>
                </a:cubicBezTo>
                <a:lnTo>
                  <a:pt x="50801" y="51150"/>
                </a:lnTo>
                <a:cubicBezTo>
                  <a:pt x="48412" y="53364"/>
                  <a:pt x="45805" y="55184"/>
                  <a:pt x="42892" y="56554"/>
                </a:cubicBezTo>
                <a:cubicBezTo>
                  <a:pt x="40052" y="57908"/>
                  <a:pt x="36979" y="58884"/>
                  <a:pt x="33629" y="59394"/>
                </a:cubicBezTo>
                <a:cubicBezTo>
                  <a:pt x="25036" y="60704"/>
                  <a:pt x="17871" y="59117"/>
                  <a:pt x="12118" y="54616"/>
                </a:cubicBezTo>
                <a:cubicBezTo>
                  <a:pt x="6379" y="50116"/>
                  <a:pt x="2782" y="43344"/>
                  <a:pt x="1427" y="34255"/>
                </a:cubicBezTo>
                <a:cubicBezTo>
                  <a:pt x="0" y="25138"/>
                  <a:pt x="1369" y="17579"/>
                  <a:pt x="5520" y="11608"/>
                </a:cubicBezTo>
                <a:cubicBezTo>
                  <a:pt x="9612" y="5578"/>
                  <a:pt x="15992" y="1937"/>
                  <a:pt x="24585" y="568"/>
                </a:cubicBezTo>
                <a:cubicBezTo>
                  <a:pt x="27935" y="58"/>
                  <a:pt x="31241" y="0"/>
                  <a:pt x="34357" y="451"/>
                </a:cubicBezTo>
                <a:cubicBezTo>
                  <a:pt x="37489" y="903"/>
                  <a:pt x="40504" y="1821"/>
                  <a:pt x="43416" y="3190"/>
                </a:cubicBezTo>
                <a:close/>
                <a:moveTo>
                  <a:pt x="43416" y="31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8D04F-636E-42AD-AA0A-AF8C8EDE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428" y="3162043"/>
            <a:ext cx="16050" cy="60122"/>
          </a:xfrm>
          <a:custGeom xmlns:a="http://schemas.openxmlformats.org/drawingml/2006/main">
            <a:pathLst>
              <a:path w="16050" h="60122">
                <a:moveTo>
                  <a:pt x="0" y="1078"/>
                </a:moveTo>
                <a:lnTo>
                  <a:pt x="6947" y="0"/>
                </a:lnTo>
                <a:lnTo>
                  <a:pt x="16050" y="59044"/>
                </a:lnTo>
                <a:lnTo>
                  <a:pt x="9103" y="60122"/>
                </a:lnTo>
                <a:lnTo>
                  <a:pt x="0" y="1078"/>
                </a:lnTo>
                <a:close/>
                <a:moveTo>
                  <a:pt x="0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C13D2-E910-479E-8857-32FEEB1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998" y="3158737"/>
            <a:ext cx="16094" cy="60136"/>
          </a:xfrm>
          <a:custGeom xmlns:a="http://schemas.openxmlformats.org/drawingml/2006/main">
            <a:pathLst>
              <a:path w="16094" h="60136">
                <a:moveTo>
                  <a:pt x="2549" y="17637"/>
                </a:moveTo>
                <a:lnTo>
                  <a:pt x="9554" y="16560"/>
                </a:lnTo>
                <a:lnTo>
                  <a:pt x="16094" y="59059"/>
                </a:lnTo>
                <a:lnTo>
                  <a:pt x="9103" y="60136"/>
                </a:lnTo>
                <a:lnTo>
                  <a:pt x="2549" y="17637"/>
                </a:lnTo>
                <a:close/>
                <a:moveTo>
                  <a:pt x="0" y="1078"/>
                </a:moveTo>
                <a:lnTo>
                  <a:pt x="6991" y="0"/>
                </a:lnTo>
                <a:lnTo>
                  <a:pt x="8360" y="8811"/>
                </a:lnTo>
                <a:lnTo>
                  <a:pt x="1354" y="9904"/>
                </a:lnTo>
                <a:lnTo>
                  <a:pt x="0" y="1078"/>
                </a:lnTo>
                <a:close/>
                <a:moveTo>
                  <a:pt x="0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1480F-2C84-44F1-BC20-C8F4119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316" y="3168742"/>
            <a:ext cx="37722" cy="46140"/>
          </a:xfrm>
          <a:custGeom xmlns:a="http://schemas.openxmlformats.org/drawingml/2006/main">
            <a:pathLst>
              <a:path w="37722" h="46140">
                <a:moveTo>
                  <a:pt x="31692" y="1209"/>
                </a:moveTo>
                <a:lnTo>
                  <a:pt x="32653" y="7748"/>
                </a:lnTo>
                <a:cubicBezTo>
                  <a:pt x="30556" y="6947"/>
                  <a:pt x="28444" y="6437"/>
                  <a:pt x="26347" y="6204"/>
                </a:cubicBezTo>
                <a:cubicBezTo>
                  <a:pt x="24293" y="5986"/>
                  <a:pt x="22254" y="5986"/>
                  <a:pt x="20259" y="6321"/>
                </a:cubicBezTo>
                <a:cubicBezTo>
                  <a:pt x="15700" y="7005"/>
                  <a:pt x="12409" y="9001"/>
                  <a:pt x="10355" y="12234"/>
                </a:cubicBezTo>
                <a:cubicBezTo>
                  <a:pt x="8258" y="15482"/>
                  <a:pt x="7632" y="19749"/>
                  <a:pt x="8418" y="24920"/>
                </a:cubicBezTo>
                <a:cubicBezTo>
                  <a:pt x="9219" y="30105"/>
                  <a:pt x="11098" y="33979"/>
                  <a:pt x="14055" y="36411"/>
                </a:cubicBezTo>
                <a:cubicBezTo>
                  <a:pt x="17011" y="38916"/>
                  <a:pt x="20769" y="39834"/>
                  <a:pt x="25269" y="39091"/>
                </a:cubicBezTo>
                <a:cubicBezTo>
                  <a:pt x="27308" y="38814"/>
                  <a:pt x="29245" y="38232"/>
                  <a:pt x="31182" y="37387"/>
                </a:cubicBezTo>
                <a:cubicBezTo>
                  <a:pt x="33061" y="36527"/>
                  <a:pt x="34940" y="35391"/>
                  <a:pt x="36761" y="33979"/>
                </a:cubicBezTo>
                <a:lnTo>
                  <a:pt x="37722" y="40460"/>
                </a:lnTo>
                <a:cubicBezTo>
                  <a:pt x="35901" y="41654"/>
                  <a:pt x="34022" y="42674"/>
                  <a:pt x="31983" y="43416"/>
                </a:cubicBezTo>
                <a:cubicBezTo>
                  <a:pt x="29988" y="44217"/>
                  <a:pt x="27760" y="44786"/>
                  <a:pt x="25429" y="45120"/>
                </a:cubicBezTo>
                <a:cubicBezTo>
                  <a:pt x="19007" y="46140"/>
                  <a:pt x="13603" y="44902"/>
                  <a:pt x="9219" y="41479"/>
                </a:cubicBezTo>
                <a:cubicBezTo>
                  <a:pt x="4835" y="38013"/>
                  <a:pt x="2112" y="32886"/>
                  <a:pt x="1078" y="26070"/>
                </a:cubicBezTo>
                <a:cubicBezTo>
                  <a:pt x="0" y="19123"/>
                  <a:pt x="1078" y="13370"/>
                  <a:pt x="4267" y="8826"/>
                </a:cubicBezTo>
                <a:cubicBezTo>
                  <a:pt x="7457" y="4267"/>
                  <a:pt x="12409" y="1486"/>
                  <a:pt x="19007" y="466"/>
                </a:cubicBezTo>
                <a:cubicBezTo>
                  <a:pt x="21162" y="117"/>
                  <a:pt x="23274" y="0"/>
                  <a:pt x="25429" y="117"/>
                </a:cubicBezTo>
                <a:cubicBezTo>
                  <a:pt x="27541" y="291"/>
                  <a:pt x="29639" y="626"/>
                  <a:pt x="31692" y="1209"/>
                </a:cubicBezTo>
                <a:close/>
                <a:moveTo>
                  <a:pt x="31692" y="12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C31DF-B5EA-411B-9E83-C52A96D6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053" y="3148833"/>
            <a:ext cx="46883" cy="60136"/>
          </a:xfrm>
          <a:custGeom xmlns:a="http://schemas.openxmlformats.org/drawingml/2006/main">
            <a:pathLst>
              <a:path w="46883" h="60136">
                <a:moveTo>
                  <a:pt x="0" y="1078"/>
                </a:moveTo>
                <a:lnTo>
                  <a:pt x="7049" y="0"/>
                </a:lnTo>
                <a:lnTo>
                  <a:pt x="12409" y="34882"/>
                </a:lnTo>
                <a:lnTo>
                  <a:pt x="30440" y="13370"/>
                </a:lnTo>
                <a:lnTo>
                  <a:pt x="39368" y="12001"/>
                </a:lnTo>
                <a:lnTo>
                  <a:pt x="19851" y="35333"/>
                </a:lnTo>
                <a:lnTo>
                  <a:pt x="46883" y="54340"/>
                </a:lnTo>
                <a:lnTo>
                  <a:pt x="37722" y="55752"/>
                </a:lnTo>
                <a:lnTo>
                  <a:pt x="12919" y="38348"/>
                </a:lnTo>
                <a:lnTo>
                  <a:pt x="16152" y="59059"/>
                </a:lnTo>
                <a:lnTo>
                  <a:pt x="9103" y="60136"/>
                </a:lnTo>
                <a:lnTo>
                  <a:pt x="0" y="1078"/>
                </a:lnTo>
                <a:close/>
                <a:moveTo>
                  <a:pt x="0" y="1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6CBF7-4C80-4341-9CDE-31C57390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018" y="3141667"/>
            <a:ext cx="52854" cy="60311"/>
          </a:xfrm>
          <a:custGeom xmlns:a="http://schemas.openxmlformats.org/drawingml/2006/main">
            <a:pathLst>
              <a:path w="52854" h="60311">
                <a:moveTo>
                  <a:pt x="31517" y="29580"/>
                </a:moveTo>
                <a:cubicBezTo>
                  <a:pt x="33236" y="29930"/>
                  <a:pt x="35056" y="30833"/>
                  <a:pt x="36877" y="32435"/>
                </a:cubicBezTo>
                <a:cubicBezTo>
                  <a:pt x="38698" y="34022"/>
                  <a:pt x="40620" y="36294"/>
                  <a:pt x="42732" y="39207"/>
                </a:cubicBezTo>
                <a:lnTo>
                  <a:pt x="52854" y="53539"/>
                </a:lnTo>
                <a:lnTo>
                  <a:pt x="44669" y="54791"/>
                </a:lnTo>
                <a:lnTo>
                  <a:pt x="35158" y="41363"/>
                </a:lnTo>
                <a:cubicBezTo>
                  <a:pt x="32712" y="37838"/>
                  <a:pt x="30498" y="35610"/>
                  <a:pt x="28561" y="34649"/>
                </a:cubicBezTo>
                <a:cubicBezTo>
                  <a:pt x="26580" y="33687"/>
                  <a:pt x="24133" y="33396"/>
                  <a:pt x="21060" y="33906"/>
                </a:cubicBezTo>
                <a:lnTo>
                  <a:pt x="12686" y="35158"/>
                </a:lnTo>
                <a:lnTo>
                  <a:pt x="16385" y="59117"/>
                </a:lnTo>
                <a:lnTo>
                  <a:pt x="8710" y="60311"/>
                </a:lnTo>
                <a:lnTo>
                  <a:pt x="0" y="3641"/>
                </a:lnTo>
                <a:lnTo>
                  <a:pt x="17302" y="961"/>
                </a:lnTo>
                <a:cubicBezTo>
                  <a:pt x="23784" y="0"/>
                  <a:pt x="28852" y="568"/>
                  <a:pt x="32435" y="2796"/>
                </a:cubicBezTo>
                <a:cubicBezTo>
                  <a:pt x="36076" y="5010"/>
                  <a:pt x="38290" y="8870"/>
                  <a:pt x="39091" y="14331"/>
                </a:cubicBezTo>
                <a:cubicBezTo>
                  <a:pt x="39659" y="17929"/>
                  <a:pt x="39324" y="21002"/>
                  <a:pt x="38013" y="23609"/>
                </a:cubicBezTo>
                <a:cubicBezTo>
                  <a:pt x="36702" y="26230"/>
                  <a:pt x="34532" y="28226"/>
                  <a:pt x="31517" y="29580"/>
                </a:cubicBezTo>
                <a:close/>
                <a:moveTo>
                  <a:pt x="8651" y="8768"/>
                </a:moveTo>
                <a:lnTo>
                  <a:pt x="11724" y="28896"/>
                </a:lnTo>
                <a:lnTo>
                  <a:pt x="21395" y="27366"/>
                </a:lnTo>
                <a:cubicBezTo>
                  <a:pt x="25094" y="26798"/>
                  <a:pt x="27716" y="25546"/>
                  <a:pt x="29362" y="23551"/>
                </a:cubicBezTo>
                <a:cubicBezTo>
                  <a:pt x="30949" y="21570"/>
                  <a:pt x="31517" y="18890"/>
                  <a:pt x="31008" y="15584"/>
                </a:cubicBezTo>
                <a:cubicBezTo>
                  <a:pt x="30498" y="12234"/>
                  <a:pt x="29187" y="9904"/>
                  <a:pt x="27032" y="8535"/>
                </a:cubicBezTo>
                <a:cubicBezTo>
                  <a:pt x="24920" y="7107"/>
                  <a:pt x="21963" y="6714"/>
                  <a:pt x="18264" y="7282"/>
                </a:cubicBezTo>
                <a:lnTo>
                  <a:pt x="8651" y="8768"/>
                </a:lnTo>
                <a:close/>
                <a:moveTo>
                  <a:pt x="8651" y="87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7ABC2-9BCD-4B17-8346-77F7412F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19" y="3147070"/>
            <a:ext cx="41771" cy="46373"/>
          </a:xfrm>
          <a:custGeom xmlns:a="http://schemas.openxmlformats.org/drawingml/2006/main">
            <a:pathLst>
              <a:path w="41771" h="46373">
                <a:moveTo>
                  <a:pt x="40169" y="18555"/>
                </a:moveTo>
                <a:lnTo>
                  <a:pt x="40678" y="21963"/>
                </a:lnTo>
                <a:lnTo>
                  <a:pt x="8593" y="26915"/>
                </a:lnTo>
                <a:cubicBezTo>
                  <a:pt x="9612" y="31692"/>
                  <a:pt x="11608" y="35100"/>
                  <a:pt x="14623" y="37270"/>
                </a:cubicBezTo>
                <a:cubicBezTo>
                  <a:pt x="17579" y="39368"/>
                  <a:pt x="21395" y="40052"/>
                  <a:pt x="26056" y="39368"/>
                </a:cubicBezTo>
                <a:cubicBezTo>
                  <a:pt x="28736" y="38916"/>
                  <a:pt x="31241" y="38232"/>
                  <a:pt x="33687" y="37154"/>
                </a:cubicBezTo>
                <a:cubicBezTo>
                  <a:pt x="36076" y="36134"/>
                  <a:pt x="38465" y="34765"/>
                  <a:pt x="40737" y="33061"/>
                </a:cubicBezTo>
                <a:lnTo>
                  <a:pt x="41771" y="39659"/>
                </a:lnTo>
                <a:cubicBezTo>
                  <a:pt x="39368" y="41130"/>
                  <a:pt x="36921" y="42324"/>
                  <a:pt x="34430" y="43300"/>
                </a:cubicBezTo>
                <a:cubicBezTo>
                  <a:pt x="31867" y="44261"/>
                  <a:pt x="29245" y="44946"/>
                  <a:pt x="26522" y="45339"/>
                </a:cubicBezTo>
                <a:cubicBezTo>
                  <a:pt x="19749" y="46373"/>
                  <a:pt x="14055" y="45237"/>
                  <a:pt x="9511" y="41931"/>
                </a:cubicBezTo>
                <a:cubicBezTo>
                  <a:pt x="4952" y="38581"/>
                  <a:pt x="2112" y="33513"/>
                  <a:pt x="1092" y="26798"/>
                </a:cubicBezTo>
                <a:cubicBezTo>
                  <a:pt x="0" y="19851"/>
                  <a:pt x="1034" y="14055"/>
                  <a:pt x="4151" y="9394"/>
                </a:cubicBezTo>
                <a:cubicBezTo>
                  <a:pt x="7282" y="4719"/>
                  <a:pt x="12059" y="1879"/>
                  <a:pt x="18439" y="918"/>
                </a:cubicBezTo>
                <a:cubicBezTo>
                  <a:pt x="24177" y="0"/>
                  <a:pt x="28969" y="1136"/>
                  <a:pt x="32886" y="4326"/>
                </a:cubicBezTo>
                <a:cubicBezTo>
                  <a:pt x="36761" y="7515"/>
                  <a:pt x="39207" y="12234"/>
                  <a:pt x="40169" y="18555"/>
                </a:cubicBezTo>
                <a:close/>
                <a:moveTo>
                  <a:pt x="32886" y="17579"/>
                </a:moveTo>
                <a:cubicBezTo>
                  <a:pt x="32202" y="13763"/>
                  <a:pt x="30673" y="10923"/>
                  <a:pt x="28226" y="8928"/>
                </a:cubicBezTo>
                <a:cubicBezTo>
                  <a:pt x="25837" y="7005"/>
                  <a:pt x="22881" y="6263"/>
                  <a:pt x="19400" y="6831"/>
                </a:cubicBezTo>
                <a:cubicBezTo>
                  <a:pt x="15540" y="7399"/>
                  <a:pt x="12584" y="8986"/>
                  <a:pt x="10588" y="11550"/>
                </a:cubicBezTo>
                <a:cubicBezTo>
                  <a:pt x="8593" y="14113"/>
                  <a:pt x="7690" y="17404"/>
                  <a:pt x="7967" y="21453"/>
                </a:cubicBezTo>
                <a:lnTo>
                  <a:pt x="32886" y="17579"/>
                </a:lnTo>
                <a:close/>
                <a:moveTo>
                  <a:pt x="32886" y="175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67CE8-19E3-4DFB-B0BF-FAE55723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560" y="3140706"/>
            <a:ext cx="36411" cy="45965"/>
          </a:xfrm>
          <a:custGeom xmlns:a="http://schemas.openxmlformats.org/drawingml/2006/main">
            <a:pathLst>
              <a:path w="36411" h="45965">
                <a:moveTo>
                  <a:pt x="28954" y="728"/>
                </a:moveTo>
                <a:lnTo>
                  <a:pt x="29988" y="7340"/>
                </a:lnTo>
                <a:cubicBezTo>
                  <a:pt x="27876" y="6656"/>
                  <a:pt x="25721" y="6190"/>
                  <a:pt x="23492" y="6030"/>
                </a:cubicBezTo>
                <a:cubicBezTo>
                  <a:pt x="21279" y="5855"/>
                  <a:pt x="19065" y="5913"/>
                  <a:pt x="16778" y="6248"/>
                </a:cubicBezTo>
                <a:cubicBezTo>
                  <a:pt x="13312" y="6816"/>
                  <a:pt x="10749" y="7734"/>
                  <a:pt x="9219" y="9044"/>
                </a:cubicBezTo>
                <a:cubicBezTo>
                  <a:pt x="7617" y="10414"/>
                  <a:pt x="6991" y="12118"/>
                  <a:pt x="7340" y="14273"/>
                </a:cubicBezTo>
                <a:cubicBezTo>
                  <a:pt x="7617" y="15875"/>
                  <a:pt x="8418" y="17069"/>
                  <a:pt x="9787" y="17798"/>
                </a:cubicBezTo>
                <a:cubicBezTo>
                  <a:pt x="11156" y="18482"/>
                  <a:pt x="13822" y="18992"/>
                  <a:pt x="17696" y="19283"/>
                </a:cubicBezTo>
                <a:lnTo>
                  <a:pt x="20143" y="19458"/>
                </a:lnTo>
                <a:cubicBezTo>
                  <a:pt x="25255" y="19735"/>
                  <a:pt x="29012" y="20711"/>
                  <a:pt x="31401" y="22298"/>
                </a:cubicBezTo>
                <a:cubicBezTo>
                  <a:pt x="33789" y="23886"/>
                  <a:pt x="35275" y="26449"/>
                  <a:pt x="35785" y="29915"/>
                </a:cubicBezTo>
                <a:cubicBezTo>
                  <a:pt x="36411" y="33848"/>
                  <a:pt x="35333" y="37256"/>
                  <a:pt x="32537" y="40052"/>
                </a:cubicBezTo>
                <a:cubicBezTo>
                  <a:pt x="29813" y="42776"/>
                  <a:pt x="25662" y="44596"/>
                  <a:pt x="20201" y="45455"/>
                </a:cubicBezTo>
                <a:cubicBezTo>
                  <a:pt x="17914" y="45790"/>
                  <a:pt x="15526" y="45965"/>
                  <a:pt x="12977" y="45907"/>
                </a:cubicBezTo>
                <a:cubicBezTo>
                  <a:pt x="10472" y="45790"/>
                  <a:pt x="7734" y="45572"/>
                  <a:pt x="4894" y="45106"/>
                </a:cubicBezTo>
                <a:lnTo>
                  <a:pt x="3758" y="37882"/>
                </a:lnTo>
                <a:cubicBezTo>
                  <a:pt x="6539" y="38858"/>
                  <a:pt x="9278" y="39426"/>
                  <a:pt x="11826" y="39703"/>
                </a:cubicBezTo>
                <a:cubicBezTo>
                  <a:pt x="14448" y="39994"/>
                  <a:pt x="17011" y="39936"/>
                  <a:pt x="19458" y="39586"/>
                </a:cubicBezTo>
                <a:cubicBezTo>
                  <a:pt x="22750" y="39076"/>
                  <a:pt x="25196" y="38115"/>
                  <a:pt x="26798" y="36746"/>
                </a:cubicBezTo>
                <a:cubicBezTo>
                  <a:pt x="28386" y="35319"/>
                  <a:pt x="29012" y="33615"/>
                  <a:pt x="28736" y="31576"/>
                </a:cubicBezTo>
                <a:cubicBezTo>
                  <a:pt x="28386" y="29639"/>
                  <a:pt x="27541" y="28328"/>
                  <a:pt x="26114" y="27468"/>
                </a:cubicBezTo>
                <a:cubicBezTo>
                  <a:pt x="24687" y="26682"/>
                  <a:pt x="21730" y="26114"/>
                  <a:pt x="17244" y="25881"/>
                </a:cubicBezTo>
                <a:lnTo>
                  <a:pt x="14739" y="25648"/>
                </a:lnTo>
                <a:cubicBezTo>
                  <a:pt x="10297" y="25429"/>
                  <a:pt x="6947" y="24512"/>
                  <a:pt x="4719" y="22924"/>
                </a:cubicBezTo>
                <a:cubicBezTo>
                  <a:pt x="2505" y="21337"/>
                  <a:pt x="1136" y="18890"/>
                  <a:pt x="626" y="15584"/>
                </a:cubicBezTo>
                <a:cubicBezTo>
                  <a:pt x="0" y="11608"/>
                  <a:pt x="961" y="8302"/>
                  <a:pt x="3466" y="5680"/>
                </a:cubicBezTo>
                <a:cubicBezTo>
                  <a:pt x="5971" y="3073"/>
                  <a:pt x="9846" y="1354"/>
                  <a:pt x="15016" y="568"/>
                </a:cubicBezTo>
                <a:cubicBezTo>
                  <a:pt x="17637" y="160"/>
                  <a:pt x="20084" y="0"/>
                  <a:pt x="22415" y="0"/>
                </a:cubicBezTo>
                <a:cubicBezTo>
                  <a:pt x="24745" y="58"/>
                  <a:pt x="26915" y="277"/>
                  <a:pt x="28954" y="728"/>
                </a:cubicBezTo>
                <a:close/>
                <a:moveTo>
                  <a:pt x="28954" y="7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845C0-D4B1-44B5-AF43-962E503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040" y="3132739"/>
            <a:ext cx="42149" cy="47553"/>
          </a:xfrm>
          <a:custGeom xmlns:a="http://schemas.openxmlformats.org/drawingml/2006/main">
            <a:pathLst>
              <a:path w="42149" h="47553">
                <a:moveTo>
                  <a:pt x="3918" y="31226"/>
                </a:moveTo>
                <a:lnTo>
                  <a:pt x="0" y="5520"/>
                </a:lnTo>
                <a:lnTo>
                  <a:pt x="6933" y="4442"/>
                </a:lnTo>
                <a:lnTo>
                  <a:pt x="10865" y="29930"/>
                </a:lnTo>
                <a:cubicBezTo>
                  <a:pt x="11491" y="33906"/>
                  <a:pt x="12744" y="36804"/>
                  <a:pt x="14623" y="38567"/>
                </a:cubicBezTo>
                <a:cubicBezTo>
                  <a:pt x="16487" y="40329"/>
                  <a:pt x="18992" y="41013"/>
                  <a:pt x="22182" y="40504"/>
                </a:cubicBezTo>
                <a:cubicBezTo>
                  <a:pt x="25939" y="39936"/>
                  <a:pt x="28721" y="38290"/>
                  <a:pt x="30542" y="35552"/>
                </a:cubicBezTo>
                <a:cubicBezTo>
                  <a:pt x="32362" y="32770"/>
                  <a:pt x="32930" y="29347"/>
                  <a:pt x="32304" y="25196"/>
                </a:cubicBezTo>
                <a:lnTo>
                  <a:pt x="28604" y="1078"/>
                </a:lnTo>
                <a:lnTo>
                  <a:pt x="35552" y="0"/>
                </a:lnTo>
                <a:lnTo>
                  <a:pt x="42149" y="42557"/>
                </a:lnTo>
                <a:lnTo>
                  <a:pt x="35158" y="43577"/>
                </a:lnTo>
                <a:lnTo>
                  <a:pt x="34124" y="37096"/>
                </a:lnTo>
                <a:cubicBezTo>
                  <a:pt x="32828" y="39936"/>
                  <a:pt x="31168" y="42149"/>
                  <a:pt x="29129" y="43751"/>
                </a:cubicBezTo>
                <a:cubicBezTo>
                  <a:pt x="27075" y="45339"/>
                  <a:pt x="24570" y="46358"/>
                  <a:pt x="21614" y="46825"/>
                </a:cubicBezTo>
                <a:cubicBezTo>
                  <a:pt x="16720" y="47553"/>
                  <a:pt x="12802" y="46650"/>
                  <a:pt x="9773" y="43970"/>
                </a:cubicBezTo>
                <a:cubicBezTo>
                  <a:pt x="6758" y="41363"/>
                  <a:pt x="4835" y="37096"/>
                  <a:pt x="3918" y="31226"/>
                </a:cubicBezTo>
                <a:close/>
                <a:moveTo>
                  <a:pt x="3918" y="312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DF2FB-3080-41C4-81FF-238253A1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432" y="3112932"/>
            <a:ext cx="16094" cy="60136"/>
          </a:xfrm>
          <a:custGeom xmlns:a="http://schemas.openxmlformats.org/drawingml/2006/main">
            <a:pathLst>
              <a:path w="16094" h="60136">
                <a:moveTo>
                  <a:pt x="0" y="1034"/>
                </a:moveTo>
                <a:lnTo>
                  <a:pt x="6991" y="0"/>
                </a:lnTo>
                <a:lnTo>
                  <a:pt x="16094" y="59059"/>
                </a:lnTo>
                <a:lnTo>
                  <a:pt x="9103" y="60136"/>
                </a:lnTo>
                <a:lnTo>
                  <a:pt x="0" y="1034"/>
                </a:lnTo>
                <a:close/>
                <a:moveTo>
                  <a:pt x="0" y="10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BE0C2-283C-46F6-99D1-76F6E46B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366" y="3114082"/>
            <a:ext cx="33061" cy="54267"/>
          </a:xfrm>
          <a:custGeom xmlns:a="http://schemas.openxmlformats.org/drawingml/2006/main">
            <a:pathLst>
              <a:path w="33061" h="54267">
                <a:moveTo>
                  <a:pt x="10297" y="0"/>
                </a:moveTo>
                <a:lnTo>
                  <a:pt x="12118" y="12059"/>
                </a:lnTo>
                <a:lnTo>
                  <a:pt x="26522" y="9831"/>
                </a:lnTo>
                <a:lnTo>
                  <a:pt x="27366" y="15293"/>
                </a:lnTo>
                <a:lnTo>
                  <a:pt x="12977" y="17521"/>
                </a:lnTo>
                <a:lnTo>
                  <a:pt x="16501" y="40562"/>
                </a:lnTo>
                <a:cubicBezTo>
                  <a:pt x="17069" y="44028"/>
                  <a:pt x="17871" y="46184"/>
                  <a:pt x="19007" y="47043"/>
                </a:cubicBezTo>
                <a:cubicBezTo>
                  <a:pt x="20084" y="47902"/>
                  <a:pt x="22080" y="48062"/>
                  <a:pt x="24978" y="47611"/>
                </a:cubicBezTo>
                <a:lnTo>
                  <a:pt x="32144" y="46533"/>
                </a:lnTo>
                <a:lnTo>
                  <a:pt x="33061" y="52330"/>
                </a:lnTo>
                <a:lnTo>
                  <a:pt x="25895" y="53466"/>
                </a:lnTo>
                <a:cubicBezTo>
                  <a:pt x="20492" y="54267"/>
                  <a:pt x="16618" y="53874"/>
                  <a:pt x="14288" y="52170"/>
                </a:cubicBezTo>
                <a:cubicBezTo>
                  <a:pt x="11899" y="50451"/>
                  <a:pt x="10297" y="46985"/>
                  <a:pt x="9511" y="41640"/>
                </a:cubicBezTo>
                <a:lnTo>
                  <a:pt x="5971" y="18599"/>
                </a:lnTo>
                <a:lnTo>
                  <a:pt x="859" y="19400"/>
                </a:lnTo>
                <a:lnTo>
                  <a:pt x="0" y="13938"/>
                </a:lnTo>
                <a:lnTo>
                  <a:pt x="5127" y="13137"/>
                </a:lnTo>
                <a:lnTo>
                  <a:pt x="3248" y="1078"/>
                </a:lnTo>
                <a:lnTo>
                  <a:pt x="10297" y="0"/>
                </a:lnTo>
                <a:close/>
                <a:moveTo>
                  <a:pt x="1029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5904D-9B2A-4F1A-B4C1-4E17B0DD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502" y="3346428"/>
            <a:ext cx="51951" cy="62059"/>
          </a:xfrm>
          <a:custGeom xmlns:a="http://schemas.openxmlformats.org/drawingml/2006/main">
            <a:pathLst>
              <a:path w="51951" h="62059">
                <a:moveTo>
                  <a:pt x="0" y="5170"/>
                </a:moveTo>
                <a:lnTo>
                  <a:pt x="7690" y="4209"/>
                </a:lnTo>
                <a:lnTo>
                  <a:pt x="10530" y="28269"/>
                </a:lnTo>
                <a:lnTo>
                  <a:pt x="33236" y="1194"/>
                </a:lnTo>
                <a:lnTo>
                  <a:pt x="43125" y="0"/>
                </a:lnTo>
                <a:lnTo>
                  <a:pt x="18045" y="29915"/>
                </a:lnTo>
                <a:lnTo>
                  <a:pt x="51951" y="56655"/>
                </a:lnTo>
                <a:lnTo>
                  <a:pt x="41814" y="57908"/>
                </a:lnTo>
                <a:lnTo>
                  <a:pt x="11215" y="33731"/>
                </a:lnTo>
                <a:lnTo>
                  <a:pt x="14462" y="61156"/>
                </a:lnTo>
                <a:lnTo>
                  <a:pt x="6772" y="62059"/>
                </a:lnTo>
                <a:lnTo>
                  <a:pt x="0" y="5170"/>
                </a:lnTo>
                <a:close/>
                <a:moveTo>
                  <a:pt x="0" y="517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77D4B-02E6-4498-B521-EFB13C09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94" y="3356317"/>
            <a:ext cx="41028" cy="46198"/>
          </a:xfrm>
          <a:custGeom xmlns:a="http://schemas.openxmlformats.org/drawingml/2006/main">
            <a:pathLst>
              <a:path w="41028" h="46198">
                <a:moveTo>
                  <a:pt x="40169" y="19123"/>
                </a:moveTo>
                <a:lnTo>
                  <a:pt x="40562" y="22531"/>
                </a:lnTo>
                <a:lnTo>
                  <a:pt x="8316" y="26405"/>
                </a:lnTo>
                <a:cubicBezTo>
                  <a:pt x="9219" y="31182"/>
                  <a:pt x="11098" y="34707"/>
                  <a:pt x="13996" y="36935"/>
                </a:cubicBezTo>
                <a:cubicBezTo>
                  <a:pt x="16895" y="39149"/>
                  <a:pt x="20652" y="39950"/>
                  <a:pt x="25327" y="39382"/>
                </a:cubicBezTo>
                <a:cubicBezTo>
                  <a:pt x="28051" y="39091"/>
                  <a:pt x="30614" y="38465"/>
                  <a:pt x="33061" y="37503"/>
                </a:cubicBezTo>
                <a:cubicBezTo>
                  <a:pt x="35508" y="36527"/>
                  <a:pt x="37897" y="35217"/>
                  <a:pt x="40227" y="33571"/>
                </a:cubicBezTo>
                <a:lnTo>
                  <a:pt x="41028" y="40227"/>
                </a:lnTo>
                <a:cubicBezTo>
                  <a:pt x="38639" y="41596"/>
                  <a:pt x="36134" y="42732"/>
                  <a:pt x="33571" y="43591"/>
                </a:cubicBezTo>
                <a:cubicBezTo>
                  <a:pt x="31008" y="44494"/>
                  <a:pt x="28342" y="45062"/>
                  <a:pt x="25604" y="45412"/>
                </a:cubicBezTo>
                <a:cubicBezTo>
                  <a:pt x="18832" y="46198"/>
                  <a:pt x="13210" y="44887"/>
                  <a:pt x="8710" y="41421"/>
                </a:cubicBezTo>
                <a:cubicBezTo>
                  <a:pt x="4267" y="37897"/>
                  <a:pt x="1660" y="32770"/>
                  <a:pt x="859" y="26012"/>
                </a:cubicBezTo>
                <a:cubicBezTo>
                  <a:pt x="0" y="19007"/>
                  <a:pt x="1253" y="13268"/>
                  <a:pt x="4500" y="8710"/>
                </a:cubicBezTo>
                <a:cubicBezTo>
                  <a:pt x="7792" y="4165"/>
                  <a:pt x="12627" y="1486"/>
                  <a:pt x="19065" y="685"/>
                </a:cubicBezTo>
                <a:cubicBezTo>
                  <a:pt x="24803" y="0"/>
                  <a:pt x="29595" y="1311"/>
                  <a:pt x="33338" y="4617"/>
                </a:cubicBezTo>
                <a:cubicBezTo>
                  <a:pt x="37154" y="7908"/>
                  <a:pt x="39426" y="12744"/>
                  <a:pt x="40169" y="19123"/>
                </a:cubicBezTo>
                <a:close/>
                <a:moveTo>
                  <a:pt x="32886" y="17871"/>
                </a:moveTo>
                <a:cubicBezTo>
                  <a:pt x="32377" y="14055"/>
                  <a:pt x="30949" y="11098"/>
                  <a:pt x="28561" y="9103"/>
                </a:cubicBezTo>
                <a:cubicBezTo>
                  <a:pt x="26230" y="7064"/>
                  <a:pt x="23274" y="6204"/>
                  <a:pt x="19866" y="6656"/>
                </a:cubicBezTo>
                <a:cubicBezTo>
                  <a:pt x="15933" y="7122"/>
                  <a:pt x="12919" y="8593"/>
                  <a:pt x="10807" y="11098"/>
                </a:cubicBezTo>
                <a:cubicBezTo>
                  <a:pt x="8768" y="13603"/>
                  <a:pt x="7748" y="16851"/>
                  <a:pt x="7908" y="20944"/>
                </a:cubicBezTo>
                <a:lnTo>
                  <a:pt x="32886" y="17871"/>
                </a:lnTo>
                <a:close/>
                <a:moveTo>
                  <a:pt x="32886" y="178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FC267-A852-445A-9EBA-3E8EA8C1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214" y="3350069"/>
            <a:ext cx="41538" cy="63486"/>
          </a:xfrm>
          <a:custGeom xmlns:a="http://schemas.openxmlformats.org/drawingml/2006/main">
            <a:pathLst>
              <a:path w="41538" h="63486">
                <a:moveTo>
                  <a:pt x="28342" y="48922"/>
                </a:moveTo>
                <a:cubicBezTo>
                  <a:pt x="26973" y="54267"/>
                  <a:pt x="25429" y="57792"/>
                  <a:pt x="23725" y="59568"/>
                </a:cubicBezTo>
                <a:cubicBezTo>
                  <a:pt x="22080" y="61331"/>
                  <a:pt x="19633" y="62408"/>
                  <a:pt x="16501" y="62802"/>
                </a:cubicBezTo>
                <a:lnTo>
                  <a:pt x="10865" y="63486"/>
                </a:lnTo>
                <a:lnTo>
                  <a:pt x="10181" y="57631"/>
                </a:lnTo>
                <a:lnTo>
                  <a:pt x="14288" y="57122"/>
                </a:lnTo>
                <a:cubicBezTo>
                  <a:pt x="16225" y="56889"/>
                  <a:pt x="17637" y="56262"/>
                  <a:pt x="18613" y="55184"/>
                </a:cubicBezTo>
                <a:cubicBezTo>
                  <a:pt x="19575" y="54150"/>
                  <a:pt x="20478" y="51820"/>
                  <a:pt x="21395" y="48296"/>
                </a:cubicBezTo>
                <a:lnTo>
                  <a:pt x="22254" y="44946"/>
                </a:lnTo>
                <a:lnTo>
                  <a:pt x="0" y="4996"/>
                </a:lnTo>
                <a:lnTo>
                  <a:pt x="7399" y="4093"/>
                </a:lnTo>
                <a:lnTo>
                  <a:pt x="24745" y="35901"/>
                </a:lnTo>
                <a:lnTo>
                  <a:pt x="34139" y="903"/>
                </a:lnTo>
                <a:lnTo>
                  <a:pt x="41538" y="0"/>
                </a:lnTo>
                <a:lnTo>
                  <a:pt x="28342" y="48922"/>
                </a:lnTo>
                <a:close/>
                <a:moveTo>
                  <a:pt x="28342" y="489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712AB-BB7D-4E57-BF83-E588AB9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208" y="3331456"/>
            <a:ext cx="43518" cy="60195"/>
          </a:xfrm>
          <a:custGeom xmlns:a="http://schemas.openxmlformats.org/drawingml/2006/main">
            <a:pathLst>
              <a:path w="43518" h="60195">
                <a:moveTo>
                  <a:pt x="35435" y="35217"/>
                </a:moveTo>
                <a:cubicBezTo>
                  <a:pt x="34809" y="30046"/>
                  <a:pt x="33280" y="26114"/>
                  <a:pt x="30833" y="23449"/>
                </a:cubicBezTo>
                <a:cubicBezTo>
                  <a:pt x="28328" y="20769"/>
                  <a:pt x="25255" y="19633"/>
                  <a:pt x="21555" y="20084"/>
                </a:cubicBezTo>
                <a:cubicBezTo>
                  <a:pt x="17798" y="20550"/>
                  <a:pt x="15074" y="22356"/>
                  <a:pt x="13312" y="25546"/>
                </a:cubicBezTo>
                <a:cubicBezTo>
                  <a:pt x="11535" y="28736"/>
                  <a:pt x="10967" y="32886"/>
                  <a:pt x="11593" y="38071"/>
                </a:cubicBezTo>
                <a:cubicBezTo>
                  <a:pt x="12161" y="43183"/>
                  <a:pt x="13763" y="47116"/>
                  <a:pt x="16210" y="49781"/>
                </a:cubicBezTo>
                <a:cubicBezTo>
                  <a:pt x="18715" y="52519"/>
                  <a:pt x="21788" y="53597"/>
                  <a:pt x="25488" y="53204"/>
                </a:cubicBezTo>
                <a:cubicBezTo>
                  <a:pt x="29172" y="52738"/>
                  <a:pt x="31969" y="50917"/>
                  <a:pt x="33731" y="47742"/>
                </a:cubicBezTo>
                <a:cubicBezTo>
                  <a:pt x="35493" y="44552"/>
                  <a:pt x="36061" y="40343"/>
                  <a:pt x="35435" y="35217"/>
                </a:cubicBezTo>
                <a:close/>
                <a:moveTo>
                  <a:pt x="9773" y="23157"/>
                </a:moveTo>
                <a:cubicBezTo>
                  <a:pt x="10967" y="20434"/>
                  <a:pt x="12627" y="18322"/>
                  <a:pt x="14725" y="16851"/>
                </a:cubicBezTo>
                <a:cubicBezTo>
                  <a:pt x="16836" y="15307"/>
                  <a:pt x="19443" y="14404"/>
                  <a:pt x="22517" y="13996"/>
                </a:cubicBezTo>
                <a:cubicBezTo>
                  <a:pt x="27760" y="13370"/>
                  <a:pt x="32187" y="14972"/>
                  <a:pt x="35945" y="18672"/>
                </a:cubicBezTo>
                <a:cubicBezTo>
                  <a:pt x="39644" y="22415"/>
                  <a:pt x="41916" y="27600"/>
                  <a:pt x="42717" y="34314"/>
                </a:cubicBezTo>
                <a:cubicBezTo>
                  <a:pt x="43518" y="41028"/>
                  <a:pt x="42543" y="46650"/>
                  <a:pt x="39819" y="51150"/>
                </a:cubicBezTo>
                <a:cubicBezTo>
                  <a:pt x="37081" y="55651"/>
                  <a:pt x="33105" y="58199"/>
                  <a:pt x="27935" y="58826"/>
                </a:cubicBezTo>
                <a:cubicBezTo>
                  <a:pt x="24803" y="59233"/>
                  <a:pt x="22007" y="58942"/>
                  <a:pt x="19618" y="57981"/>
                </a:cubicBezTo>
                <a:cubicBezTo>
                  <a:pt x="17230" y="57005"/>
                  <a:pt x="15132" y="55301"/>
                  <a:pt x="13370" y="52971"/>
                </a:cubicBezTo>
                <a:lnTo>
                  <a:pt x="14098" y="59350"/>
                </a:lnTo>
                <a:lnTo>
                  <a:pt x="7049" y="60195"/>
                </a:lnTo>
                <a:lnTo>
                  <a:pt x="0" y="859"/>
                </a:lnTo>
                <a:lnTo>
                  <a:pt x="7049" y="0"/>
                </a:lnTo>
                <a:lnTo>
                  <a:pt x="9773" y="23157"/>
                </a:lnTo>
                <a:close/>
                <a:moveTo>
                  <a:pt x="9773" y="231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D08C6-E5A6-4387-8D77-8AC0A4D8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660" y="3339248"/>
            <a:ext cx="40911" cy="46315"/>
          </a:xfrm>
          <a:custGeom xmlns:a="http://schemas.openxmlformats.org/drawingml/2006/main">
            <a:pathLst>
              <a:path w="40911" h="46315">
                <a:moveTo>
                  <a:pt x="18497" y="6714"/>
                </a:moveTo>
                <a:cubicBezTo>
                  <a:pt x="14739" y="7180"/>
                  <a:pt x="11957" y="9001"/>
                  <a:pt x="10079" y="12176"/>
                </a:cubicBezTo>
                <a:cubicBezTo>
                  <a:pt x="8258" y="15365"/>
                  <a:pt x="7632" y="19516"/>
                  <a:pt x="8258" y="24643"/>
                </a:cubicBezTo>
                <a:cubicBezTo>
                  <a:pt x="8884" y="29755"/>
                  <a:pt x="10414" y="33629"/>
                  <a:pt x="12977" y="36309"/>
                </a:cubicBezTo>
                <a:cubicBezTo>
                  <a:pt x="15482" y="38974"/>
                  <a:pt x="18672" y="40110"/>
                  <a:pt x="22415" y="39659"/>
                </a:cubicBezTo>
                <a:cubicBezTo>
                  <a:pt x="26172" y="39207"/>
                  <a:pt x="28969" y="37387"/>
                  <a:pt x="30789" y="34139"/>
                </a:cubicBezTo>
                <a:cubicBezTo>
                  <a:pt x="32610" y="30964"/>
                  <a:pt x="33236" y="26798"/>
                  <a:pt x="32610" y="21745"/>
                </a:cubicBezTo>
                <a:cubicBezTo>
                  <a:pt x="32042" y="16676"/>
                  <a:pt x="30440" y="12802"/>
                  <a:pt x="27876" y="10079"/>
                </a:cubicBezTo>
                <a:cubicBezTo>
                  <a:pt x="25386" y="7399"/>
                  <a:pt x="22254" y="6263"/>
                  <a:pt x="18497" y="6714"/>
                </a:cubicBezTo>
                <a:close/>
                <a:moveTo>
                  <a:pt x="17754" y="743"/>
                </a:moveTo>
                <a:cubicBezTo>
                  <a:pt x="23900" y="0"/>
                  <a:pt x="28910" y="1427"/>
                  <a:pt x="32886" y="5010"/>
                </a:cubicBezTo>
                <a:cubicBezTo>
                  <a:pt x="36819" y="8535"/>
                  <a:pt x="39207" y="13836"/>
                  <a:pt x="40052" y="20827"/>
                </a:cubicBezTo>
                <a:cubicBezTo>
                  <a:pt x="40911" y="27833"/>
                  <a:pt x="39834" y="33513"/>
                  <a:pt x="36819" y="37897"/>
                </a:cubicBezTo>
                <a:cubicBezTo>
                  <a:pt x="33804" y="42339"/>
                  <a:pt x="29245" y="44902"/>
                  <a:pt x="23157" y="45572"/>
                </a:cubicBezTo>
                <a:cubicBezTo>
                  <a:pt x="17011" y="46315"/>
                  <a:pt x="11957" y="44902"/>
                  <a:pt x="8025" y="41363"/>
                </a:cubicBezTo>
                <a:cubicBezTo>
                  <a:pt x="4107" y="37780"/>
                  <a:pt x="1719" y="32493"/>
                  <a:pt x="859" y="25488"/>
                </a:cubicBezTo>
                <a:cubicBezTo>
                  <a:pt x="0" y="18497"/>
                  <a:pt x="1092" y="12802"/>
                  <a:pt x="4107" y="8433"/>
                </a:cubicBezTo>
                <a:cubicBezTo>
                  <a:pt x="7122" y="4049"/>
                  <a:pt x="11666" y="1486"/>
                  <a:pt x="17754" y="743"/>
                </a:cubicBezTo>
                <a:close/>
                <a:moveTo>
                  <a:pt x="17754" y="7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D813C-3975-47B0-A019-62F2B384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164" y="3333742"/>
            <a:ext cx="38115" cy="46533"/>
          </a:xfrm>
          <a:custGeom xmlns:a="http://schemas.openxmlformats.org/drawingml/2006/main">
            <a:pathLst>
              <a:path w="38115" h="46533">
                <a:moveTo>
                  <a:pt x="21555" y="22473"/>
                </a:moveTo>
                <a:cubicBezTo>
                  <a:pt x="15933" y="23143"/>
                  <a:pt x="12059" y="24293"/>
                  <a:pt x="10006" y="25823"/>
                </a:cubicBezTo>
                <a:cubicBezTo>
                  <a:pt x="7967" y="27352"/>
                  <a:pt x="7166" y="29755"/>
                  <a:pt x="7501" y="32872"/>
                </a:cubicBezTo>
                <a:cubicBezTo>
                  <a:pt x="7850" y="35319"/>
                  <a:pt x="8870" y="37256"/>
                  <a:pt x="10690" y="38508"/>
                </a:cubicBezTo>
                <a:cubicBezTo>
                  <a:pt x="12511" y="39761"/>
                  <a:pt x="14841" y="40212"/>
                  <a:pt x="17637" y="39877"/>
                </a:cubicBezTo>
                <a:cubicBezTo>
                  <a:pt x="21555" y="39426"/>
                  <a:pt x="24512" y="37664"/>
                  <a:pt x="26507" y="34634"/>
                </a:cubicBezTo>
                <a:cubicBezTo>
                  <a:pt x="28561" y="31576"/>
                  <a:pt x="29304" y="27760"/>
                  <a:pt x="28721" y="23201"/>
                </a:cubicBezTo>
                <a:lnTo>
                  <a:pt x="28561" y="21672"/>
                </a:lnTo>
                <a:lnTo>
                  <a:pt x="21555" y="22473"/>
                </a:lnTo>
                <a:close/>
                <a:moveTo>
                  <a:pt x="35217" y="17914"/>
                </a:moveTo>
                <a:lnTo>
                  <a:pt x="38115" y="42266"/>
                </a:lnTo>
                <a:lnTo>
                  <a:pt x="31124" y="43125"/>
                </a:lnTo>
                <a:lnTo>
                  <a:pt x="30323" y="36629"/>
                </a:lnTo>
                <a:cubicBezTo>
                  <a:pt x="29071" y="39426"/>
                  <a:pt x="27308" y="41581"/>
                  <a:pt x="25036" y="43067"/>
                </a:cubicBezTo>
                <a:cubicBezTo>
                  <a:pt x="22808" y="44596"/>
                  <a:pt x="19968" y="45557"/>
                  <a:pt x="16501" y="45965"/>
                </a:cubicBezTo>
                <a:cubicBezTo>
                  <a:pt x="12118" y="46533"/>
                  <a:pt x="8476" y="45674"/>
                  <a:pt x="5636" y="43577"/>
                </a:cubicBezTo>
                <a:cubicBezTo>
                  <a:pt x="2724" y="41407"/>
                  <a:pt x="1078" y="38275"/>
                  <a:pt x="568" y="34124"/>
                </a:cubicBezTo>
                <a:cubicBezTo>
                  <a:pt x="0" y="29347"/>
                  <a:pt x="1194" y="25546"/>
                  <a:pt x="4093" y="22691"/>
                </a:cubicBezTo>
                <a:cubicBezTo>
                  <a:pt x="7049" y="19910"/>
                  <a:pt x="11666" y="18089"/>
                  <a:pt x="18031" y="17346"/>
                </a:cubicBezTo>
                <a:lnTo>
                  <a:pt x="27876" y="16152"/>
                </a:lnTo>
                <a:lnTo>
                  <a:pt x="27818" y="15467"/>
                </a:lnTo>
                <a:cubicBezTo>
                  <a:pt x="27425" y="12220"/>
                  <a:pt x="26056" y="9831"/>
                  <a:pt x="23725" y="8360"/>
                </a:cubicBezTo>
                <a:cubicBezTo>
                  <a:pt x="21395" y="6816"/>
                  <a:pt x="18322" y="6306"/>
                  <a:pt x="14506" y="6758"/>
                </a:cubicBezTo>
                <a:cubicBezTo>
                  <a:pt x="12059" y="7049"/>
                  <a:pt x="9671" y="7617"/>
                  <a:pt x="7457" y="8535"/>
                </a:cubicBezTo>
                <a:cubicBezTo>
                  <a:pt x="5229" y="9379"/>
                  <a:pt x="3073" y="10515"/>
                  <a:pt x="1078" y="11943"/>
                </a:cubicBezTo>
                <a:lnTo>
                  <a:pt x="335" y="5462"/>
                </a:lnTo>
                <a:cubicBezTo>
                  <a:pt x="2782" y="4151"/>
                  <a:pt x="5170" y="3117"/>
                  <a:pt x="7501" y="2330"/>
                </a:cubicBezTo>
                <a:cubicBezTo>
                  <a:pt x="9889" y="1529"/>
                  <a:pt x="12234" y="1020"/>
                  <a:pt x="14506" y="728"/>
                </a:cubicBezTo>
                <a:cubicBezTo>
                  <a:pt x="20652" y="0"/>
                  <a:pt x="25488" y="1078"/>
                  <a:pt x="28896" y="3918"/>
                </a:cubicBezTo>
                <a:cubicBezTo>
                  <a:pt x="32362" y="6714"/>
                  <a:pt x="34474" y="11433"/>
                  <a:pt x="35217" y="17914"/>
                </a:cubicBezTo>
                <a:close/>
                <a:moveTo>
                  <a:pt x="35217" y="17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6C2D1-7915-49FB-941E-320265E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382" y="3327931"/>
            <a:ext cx="25779" cy="46373"/>
          </a:xfrm>
          <a:custGeom xmlns:a="http://schemas.openxmlformats.org/drawingml/2006/main">
            <a:pathLst>
              <a:path w="25779" h="46373">
                <a:moveTo>
                  <a:pt x="25779" y="7224"/>
                </a:moveTo>
                <a:cubicBezTo>
                  <a:pt x="24978" y="6889"/>
                  <a:pt x="24060" y="6656"/>
                  <a:pt x="23099" y="6539"/>
                </a:cubicBezTo>
                <a:cubicBezTo>
                  <a:pt x="22138" y="6437"/>
                  <a:pt x="21104" y="6481"/>
                  <a:pt x="19968" y="6598"/>
                </a:cubicBezTo>
                <a:cubicBezTo>
                  <a:pt x="16050" y="7064"/>
                  <a:pt x="13137" y="8710"/>
                  <a:pt x="11317" y="11550"/>
                </a:cubicBezTo>
                <a:cubicBezTo>
                  <a:pt x="9496" y="14390"/>
                  <a:pt x="8870" y="18205"/>
                  <a:pt x="9438" y="23041"/>
                </a:cubicBezTo>
                <a:lnTo>
                  <a:pt x="12176" y="45572"/>
                </a:lnTo>
                <a:lnTo>
                  <a:pt x="5127" y="46373"/>
                </a:lnTo>
                <a:lnTo>
                  <a:pt x="0" y="3699"/>
                </a:lnTo>
                <a:lnTo>
                  <a:pt x="7049" y="2840"/>
                </a:lnTo>
                <a:lnTo>
                  <a:pt x="7850" y="9511"/>
                </a:lnTo>
                <a:cubicBezTo>
                  <a:pt x="8986" y="6714"/>
                  <a:pt x="10690" y="4559"/>
                  <a:pt x="12919" y="3015"/>
                </a:cubicBezTo>
                <a:cubicBezTo>
                  <a:pt x="15132" y="1486"/>
                  <a:pt x="17914" y="510"/>
                  <a:pt x="21337" y="117"/>
                </a:cubicBezTo>
                <a:cubicBezTo>
                  <a:pt x="21788" y="58"/>
                  <a:pt x="22298" y="0"/>
                  <a:pt x="22924" y="0"/>
                </a:cubicBezTo>
                <a:cubicBezTo>
                  <a:pt x="23492" y="0"/>
                  <a:pt x="24177" y="0"/>
                  <a:pt x="24920" y="58"/>
                </a:cubicBezTo>
                <a:lnTo>
                  <a:pt x="25779" y="7224"/>
                </a:lnTo>
                <a:close/>
                <a:moveTo>
                  <a:pt x="25779" y="72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92188-EDC5-4CD3-8314-3A7C0DB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078" y="3307104"/>
            <a:ext cx="41538" cy="63501"/>
          </a:xfrm>
          <a:custGeom xmlns:a="http://schemas.openxmlformats.org/drawingml/2006/main">
            <a:pathLst>
              <a:path w="41538" h="63501">
                <a:moveTo>
                  <a:pt x="30207" y="23958"/>
                </a:moveTo>
                <a:lnTo>
                  <a:pt x="27425" y="801"/>
                </a:lnTo>
                <a:lnTo>
                  <a:pt x="34416" y="0"/>
                </a:lnTo>
                <a:lnTo>
                  <a:pt x="41538" y="59350"/>
                </a:lnTo>
                <a:lnTo>
                  <a:pt x="34532" y="60136"/>
                </a:lnTo>
                <a:lnTo>
                  <a:pt x="33731" y="53772"/>
                </a:lnTo>
                <a:cubicBezTo>
                  <a:pt x="32595" y="56437"/>
                  <a:pt x="30949" y="58607"/>
                  <a:pt x="28852" y="60078"/>
                </a:cubicBezTo>
                <a:cubicBezTo>
                  <a:pt x="26740" y="61564"/>
                  <a:pt x="24119" y="62525"/>
                  <a:pt x="20944" y="62933"/>
                </a:cubicBezTo>
                <a:cubicBezTo>
                  <a:pt x="15817" y="63501"/>
                  <a:pt x="11317" y="61957"/>
                  <a:pt x="7632" y="58258"/>
                </a:cubicBezTo>
                <a:cubicBezTo>
                  <a:pt x="3874" y="54515"/>
                  <a:pt x="1588" y="49271"/>
                  <a:pt x="801" y="42557"/>
                </a:cubicBezTo>
                <a:cubicBezTo>
                  <a:pt x="0" y="35843"/>
                  <a:pt x="961" y="30279"/>
                  <a:pt x="3758" y="25721"/>
                </a:cubicBezTo>
                <a:cubicBezTo>
                  <a:pt x="6481" y="21220"/>
                  <a:pt x="10414" y="18672"/>
                  <a:pt x="15584" y="18045"/>
                </a:cubicBezTo>
                <a:cubicBezTo>
                  <a:pt x="18774" y="17696"/>
                  <a:pt x="21512" y="17987"/>
                  <a:pt x="23900" y="18948"/>
                </a:cubicBezTo>
                <a:cubicBezTo>
                  <a:pt x="26347" y="19924"/>
                  <a:pt x="28386" y="21570"/>
                  <a:pt x="30207" y="23958"/>
                </a:cubicBezTo>
                <a:close/>
                <a:moveTo>
                  <a:pt x="8083" y="41712"/>
                </a:moveTo>
                <a:cubicBezTo>
                  <a:pt x="8651" y="46825"/>
                  <a:pt x="10239" y="50757"/>
                  <a:pt x="12686" y="53480"/>
                </a:cubicBezTo>
                <a:cubicBezTo>
                  <a:pt x="15191" y="56160"/>
                  <a:pt x="18264" y="57238"/>
                  <a:pt x="21963" y="56845"/>
                </a:cubicBezTo>
                <a:cubicBezTo>
                  <a:pt x="25662" y="56393"/>
                  <a:pt x="28444" y="54573"/>
                  <a:pt x="30207" y="51383"/>
                </a:cubicBezTo>
                <a:cubicBezTo>
                  <a:pt x="31969" y="48194"/>
                  <a:pt x="32595" y="43984"/>
                  <a:pt x="31969" y="38858"/>
                </a:cubicBezTo>
                <a:cubicBezTo>
                  <a:pt x="31343" y="33687"/>
                  <a:pt x="29813" y="29755"/>
                  <a:pt x="27308" y="27090"/>
                </a:cubicBezTo>
                <a:cubicBezTo>
                  <a:pt x="24803" y="24410"/>
                  <a:pt x="21730" y="23274"/>
                  <a:pt x="18031" y="23725"/>
                </a:cubicBezTo>
                <a:cubicBezTo>
                  <a:pt x="14288" y="24191"/>
                  <a:pt x="11550" y="26012"/>
                  <a:pt x="9787" y="29187"/>
                </a:cubicBezTo>
                <a:cubicBezTo>
                  <a:pt x="8025" y="32377"/>
                  <a:pt x="7457" y="36527"/>
                  <a:pt x="8083" y="41712"/>
                </a:cubicBezTo>
                <a:close/>
                <a:moveTo>
                  <a:pt x="8083" y="417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D1837-D5CD-4CF5-9EEC-154C1DC4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674" y="3302895"/>
            <a:ext cx="48922" cy="60311"/>
          </a:xfrm>
          <a:custGeom xmlns:a="http://schemas.openxmlformats.org/drawingml/2006/main">
            <a:pathLst>
              <a:path w="48922" h="60311">
                <a:moveTo>
                  <a:pt x="0" y="5753"/>
                </a:moveTo>
                <a:lnTo>
                  <a:pt x="48179" y="0"/>
                </a:lnTo>
                <a:lnTo>
                  <a:pt x="48922" y="6496"/>
                </a:lnTo>
                <a:lnTo>
                  <a:pt x="28721" y="8943"/>
                </a:lnTo>
                <a:lnTo>
                  <a:pt x="34751" y="59408"/>
                </a:lnTo>
                <a:lnTo>
                  <a:pt x="27017" y="60311"/>
                </a:lnTo>
                <a:lnTo>
                  <a:pt x="20987" y="9846"/>
                </a:lnTo>
                <a:lnTo>
                  <a:pt x="786" y="12292"/>
                </a:lnTo>
                <a:lnTo>
                  <a:pt x="0" y="5753"/>
                </a:lnTo>
                <a:close/>
                <a:moveTo>
                  <a:pt x="0" y="57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EC245-8142-4127-B4BF-427DEC1F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115" y="3314051"/>
            <a:ext cx="41013" cy="46198"/>
          </a:xfrm>
          <a:custGeom xmlns:a="http://schemas.openxmlformats.org/drawingml/2006/main">
            <a:pathLst>
              <a:path w="41013" h="46198">
                <a:moveTo>
                  <a:pt x="40154" y="19065"/>
                </a:moveTo>
                <a:lnTo>
                  <a:pt x="40562" y="22473"/>
                </a:lnTo>
                <a:lnTo>
                  <a:pt x="8302" y="26347"/>
                </a:lnTo>
                <a:cubicBezTo>
                  <a:pt x="9146" y="31124"/>
                  <a:pt x="11084" y="34649"/>
                  <a:pt x="13996" y="36862"/>
                </a:cubicBezTo>
                <a:cubicBezTo>
                  <a:pt x="16895" y="39091"/>
                  <a:pt x="20652" y="39936"/>
                  <a:pt x="25313" y="39368"/>
                </a:cubicBezTo>
                <a:cubicBezTo>
                  <a:pt x="27978" y="39033"/>
                  <a:pt x="30600" y="38406"/>
                  <a:pt x="33047" y="37430"/>
                </a:cubicBezTo>
                <a:cubicBezTo>
                  <a:pt x="35493" y="36469"/>
                  <a:pt x="37882" y="35158"/>
                  <a:pt x="40212" y="33571"/>
                </a:cubicBezTo>
                <a:lnTo>
                  <a:pt x="41013" y="40227"/>
                </a:lnTo>
                <a:cubicBezTo>
                  <a:pt x="38625" y="41596"/>
                  <a:pt x="36120" y="42674"/>
                  <a:pt x="33556" y="43577"/>
                </a:cubicBezTo>
                <a:cubicBezTo>
                  <a:pt x="30993" y="44436"/>
                  <a:pt x="28328" y="45062"/>
                  <a:pt x="25590" y="45339"/>
                </a:cubicBezTo>
                <a:cubicBezTo>
                  <a:pt x="18774" y="46198"/>
                  <a:pt x="13137" y="44829"/>
                  <a:pt x="8695" y="41363"/>
                </a:cubicBezTo>
                <a:cubicBezTo>
                  <a:pt x="4267" y="37897"/>
                  <a:pt x="1646" y="32712"/>
                  <a:pt x="786" y="25939"/>
                </a:cubicBezTo>
                <a:cubicBezTo>
                  <a:pt x="0" y="19007"/>
                  <a:pt x="1194" y="13195"/>
                  <a:pt x="4486" y="8651"/>
                </a:cubicBezTo>
                <a:cubicBezTo>
                  <a:pt x="7792" y="4093"/>
                  <a:pt x="12627" y="1427"/>
                  <a:pt x="19050" y="685"/>
                </a:cubicBezTo>
                <a:cubicBezTo>
                  <a:pt x="24803" y="0"/>
                  <a:pt x="29522" y="1311"/>
                  <a:pt x="33338" y="4602"/>
                </a:cubicBezTo>
                <a:cubicBezTo>
                  <a:pt x="37081" y="7908"/>
                  <a:pt x="39368" y="12686"/>
                  <a:pt x="40154" y="19065"/>
                </a:cubicBezTo>
                <a:close/>
                <a:moveTo>
                  <a:pt x="32872" y="17871"/>
                </a:moveTo>
                <a:cubicBezTo>
                  <a:pt x="32362" y="13996"/>
                  <a:pt x="30949" y="11098"/>
                  <a:pt x="28561" y="9044"/>
                </a:cubicBezTo>
                <a:cubicBezTo>
                  <a:pt x="26158" y="6991"/>
                  <a:pt x="23259" y="6204"/>
                  <a:pt x="19793" y="6598"/>
                </a:cubicBezTo>
                <a:cubicBezTo>
                  <a:pt x="15919" y="7049"/>
                  <a:pt x="12904" y="8535"/>
                  <a:pt x="10807" y="11040"/>
                </a:cubicBezTo>
                <a:cubicBezTo>
                  <a:pt x="8753" y="13545"/>
                  <a:pt x="7734" y="16836"/>
                  <a:pt x="7850" y="20885"/>
                </a:cubicBezTo>
                <a:lnTo>
                  <a:pt x="32872" y="17871"/>
                </a:lnTo>
                <a:close/>
                <a:moveTo>
                  <a:pt x="32872" y="178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5AEEC-5B90-41EA-9A01-9D7DD3D1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376" y="3308080"/>
            <a:ext cx="45106" cy="47567"/>
          </a:xfrm>
          <a:custGeom xmlns:a="http://schemas.openxmlformats.org/drawingml/2006/main">
            <a:pathLst>
              <a:path w="45106" h="47567">
                <a:moveTo>
                  <a:pt x="39193" y="0"/>
                </a:moveTo>
                <a:lnTo>
                  <a:pt x="26216" y="22589"/>
                </a:lnTo>
                <a:lnTo>
                  <a:pt x="45106" y="42615"/>
                </a:lnTo>
                <a:lnTo>
                  <a:pt x="36804" y="43577"/>
                </a:lnTo>
                <a:lnTo>
                  <a:pt x="22356" y="28269"/>
                </a:lnTo>
                <a:lnTo>
                  <a:pt x="11943" y="46533"/>
                </a:lnTo>
                <a:lnTo>
                  <a:pt x="3699" y="47567"/>
                </a:lnTo>
                <a:lnTo>
                  <a:pt x="17579" y="23216"/>
                </a:lnTo>
                <a:lnTo>
                  <a:pt x="0" y="4661"/>
                </a:lnTo>
                <a:lnTo>
                  <a:pt x="8243" y="3699"/>
                </a:lnTo>
                <a:lnTo>
                  <a:pt x="21381" y="17521"/>
                </a:lnTo>
                <a:lnTo>
                  <a:pt x="30891" y="961"/>
                </a:lnTo>
                <a:lnTo>
                  <a:pt x="39193" y="0"/>
                </a:lnTo>
                <a:close/>
                <a:moveTo>
                  <a:pt x="3919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B39F0-A549-4CD4-A165-F51E3E66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31" y="3293850"/>
            <a:ext cx="31750" cy="54616"/>
          </a:xfrm>
          <a:custGeom xmlns:a="http://schemas.openxmlformats.org/drawingml/2006/main">
            <a:pathLst>
              <a:path w="31750" h="54616">
                <a:moveTo>
                  <a:pt x="10749" y="0"/>
                </a:moveTo>
                <a:lnTo>
                  <a:pt x="12176" y="12118"/>
                </a:lnTo>
                <a:lnTo>
                  <a:pt x="26624" y="10355"/>
                </a:lnTo>
                <a:lnTo>
                  <a:pt x="27308" y="15817"/>
                </a:lnTo>
                <a:lnTo>
                  <a:pt x="12860" y="17579"/>
                </a:lnTo>
                <a:lnTo>
                  <a:pt x="15584" y="40737"/>
                </a:lnTo>
                <a:cubicBezTo>
                  <a:pt x="16050" y="44203"/>
                  <a:pt x="16778" y="46431"/>
                  <a:pt x="17871" y="47276"/>
                </a:cubicBezTo>
                <a:cubicBezTo>
                  <a:pt x="18890" y="48194"/>
                  <a:pt x="20944" y="48427"/>
                  <a:pt x="23842" y="48077"/>
                </a:cubicBezTo>
                <a:lnTo>
                  <a:pt x="31066" y="47232"/>
                </a:lnTo>
                <a:lnTo>
                  <a:pt x="31750" y="53087"/>
                </a:lnTo>
                <a:lnTo>
                  <a:pt x="24526" y="53932"/>
                </a:lnTo>
                <a:cubicBezTo>
                  <a:pt x="19123" y="54616"/>
                  <a:pt x="15249" y="54048"/>
                  <a:pt x="12977" y="52286"/>
                </a:cubicBezTo>
                <a:cubicBezTo>
                  <a:pt x="10647" y="50466"/>
                  <a:pt x="9219" y="46941"/>
                  <a:pt x="8535" y="41596"/>
                </a:cubicBezTo>
                <a:lnTo>
                  <a:pt x="5811" y="18380"/>
                </a:lnTo>
                <a:lnTo>
                  <a:pt x="626" y="19007"/>
                </a:lnTo>
                <a:lnTo>
                  <a:pt x="0" y="13545"/>
                </a:lnTo>
                <a:lnTo>
                  <a:pt x="5127" y="12977"/>
                </a:lnTo>
                <a:lnTo>
                  <a:pt x="3699" y="801"/>
                </a:lnTo>
                <a:lnTo>
                  <a:pt x="10749" y="0"/>
                </a:lnTo>
                <a:close/>
                <a:moveTo>
                  <a:pt x="1074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7D722-3770-499A-8103-9FE3E2DB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505" y="3287937"/>
            <a:ext cx="14506" cy="57864"/>
          </a:xfrm>
          <a:custGeom xmlns:a="http://schemas.openxmlformats.org/drawingml/2006/main">
            <a:pathLst>
              <a:path w="14506" h="57864">
                <a:moveTo>
                  <a:pt x="0" y="918"/>
                </a:moveTo>
                <a:lnTo>
                  <a:pt x="7690" y="0"/>
                </a:lnTo>
                <a:lnTo>
                  <a:pt x="14506" y="56947"/>
                </a:lnTo>
                <a:lnTo>
                  <a:pt x="6772" y="57864"/>
                </a:lnTo>
                <a:lnTo>
                  <a:pt x="0" y="918"/>
                </a:lnTo>
                <a:close/>
                <a:moveTo>
                  <a:pt x="0" y="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AF20D-E3CF-4D5F-9CD6-91105448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681" y="3296297"/>
            <a:ext cx="40853" cy="46825"/>
          </a:xfrm>
          <a:custGeom xmlns:a="http://schemas.openxmlformats.org/drawingml/2006/main">
            <a:pathLst>
              <a:path w="40853" h="46825">
                <a:moveTo>
                  <a:pt x="37780" y="16793"/>
                </a:moveTo>
                <a:lnTo>
                  <a:pt x="40853" y="42557"/>
                </a:lnTo>
                <a:lnTo>
                  <a:pt x="33862" y="43416"/>
                </a:lnTo>
                <a:lnTo>
                  <a:pt x="30789" y="17812"/>
                </a:lnTo>
                <a:cubicBezTo>
                  <a:pt x="30323" y="13778"/>
                  <a:pt x="29129" y="10865"/>
                  <a:pt x="27308" y="9044"/>
                </a:cubicBezTo>
                <a:cubicBezTo>
                  <a:pt x="25488" y="7224"/>
                  <a:pt x="23041" y="6496"/>
                  <a:pt x="19866" y="6889"/>
                </a:cubicBezTo>
                <a:cubicBezTo>
                  <a:pt x="16108" y="7340"/>
                  <a:pt x="13268" y="8884"/>
                  <a:pt x="11331" y="11550"/>
                </a:cubicBezTo>
                <a:cubicBezTo>
                  <a:pt x="9452" y="14229"/>
                  <a:pt x="8768" y="17696"/>
                  <a:pt x="9219" y="21847"/>
                </a:cubicBezTo>
                <a:lnTo>
                  <a:pt x="12118" y="45980"/>
                </a:lnTo>
                <a:lnTo>
                  <a:pt x="5068" y="46825"/>
                </a:lnTo>
                <a:lnTo>
                  <a:pt x="0" y="4107"/>
                </a:lnTo>
                <a:lnTo>
                  <a:pt x="7005" y="3248"/>
                </a:lnTo>
                <a:lnTo>
                  <a:pt x="7807" y="9904"/>
                </a:lnTo>
                <a:cubicBezTo>
                  <a:pt x="9219" y="7122"/>
                  <a:pt x="10923" y="5010"/>
                  <a:pt x="13093" y="3423"/>
                </a:cubicBezTo>
                <a:cubicBezTo>
                  <a:pt x="15191" y="1879"/>
                  <a:pt x="17754" y="976"/>
                  <a:pt x="20711" y="568"/>
                </a:cubicBezTo>
                <a:cubicBezTo>
                  <a:pt x="25604" y="0"/>
                  <a:pt x="29537" y="1092"/>
                  <a:pt x="32377" y="3816"/>
                </a:cubicBezTo>
                <a:cubicBezTo>
                  <a:pt x="35275" y="6539"/>
                  <a:pt x="37096" y="10865"/>
                  <a:pt x="37780" y="16793"/>
                </a:cubicBezTo>
                <a:close/>
                <a:moveTo>
                  <a:pt x="37780" y="167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7C98E-3F33-4524-8A96-1FF78FE9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128" y="3290384"/>
            <a:ext cx="41581" cy="63035"/>
          </a:xfrm>
          <a:custGeom xmlns:a="http://schemas.openxmlformats.org/drawingml/2006/main">
            <a:pathLst>
              <a:path w="41581" h="63035">
                <a:moveTo>
                  <a:pt x="11433" y="39601"/>
                </a:moveTo>
                <a:lnTo>
                  <a:pt x="14113" y="62234"/>
                </a:lnTo>
                <a:lnTo>
                  <a:pt x="7049" y="63035"/>
                </a:lnTo>
                <a:lnTo>
                  <a:pt x="0" y="4093"/>
                </a:lnTo>
                <a:lnTo>
                  <a:pt x="7049" y="3306"/>
                </a:lnTo>
                <a:lnTo>
                  <a:pt x="7850" y="9729"/>
                </a:lnTo>
                <a:cubicBezTo>
                  <a:pt x="9044" y="7049"/>
                  <a:pt x="10690" y="4952"/>
                  <a:pt x="12744" y="3408"/>
                </a:cubicBezTo>
                <a:cubicBezTo>
                  <a:pt x="14841" y="1937"/>
                  <a:pt x="17463" y="961"/>
                  <a:pt x="20594" y="626"/>
                </a:cubicBezTo>
                <a:cubicBezTo>
                  <a:pt x="25823" y="0"/>
                  <a:pt x="30265" y="1529"/>
                  <a:pt x="33964" y="5287"/>
                </a:cubicBezTo>
                <a:cubicBezTo>
                  <a:pt x="37722" y="8986"/>
                  <a:pt x="39994" y="14229"/>
                  <a:pt x="40795" y="20944"/>
                </a:cubicBezTo>
                <a:cubicBezTo>
                  <a:pt x="41581" y="27643"/>
                  <a:pt x="40620" y="33280"/>
                  <a:pt x="37882" y="37780"/>
                </a:cubicBezTo>
                <a:cubicBezTo>
                  <a:pt x="35100" y="42266"/>
                  <a:pt x="31182" y="44829"/>
                  <a:pt x="25939" y="45455"/>
                </a:cubicBezTo>
                <a:cubicBezTo>
                  <a:pt x="22866" y="45849"/>
                  <a:pt x="20084" y="45514"/>
                  <a:pt x="17696" y="44552"/>
                </a:cubicBezTo>
                <a:cubicBezTo>
                  <a:pt x="15307" y="43577"/>
                  <a:pt x="13195" y="41931"/>
                  <a:pt x="11433" y="39601"/>
                </a:cubicBezTo>
                <a:close/>
                <a:moveTo>
                  <a:pt x="33513" y="21788"/>
                </a:moveTo>
                <a:cubicBezTo>
                  <a:pt x="32886" y="16676"/>
                  <a:pt x="31343" y="12744"/>
                  <a:pt x="28896" y="10064"/>
                </a:cubicBezTo>
                <a:cubicBezTo>
                  <a:pt x="26391" y="7399"/>
                  <a:pt x="23318" y="6263"/>
                  <a:pt x="19633" y="6714"/>
                </a:cubicBezTo>
                <a:cubicBezTo>
                  <a:pt x="15875" y="7107"/>
                  <a:pt x="13137" y="8928"/>
                  <a:pt x="11375" y="12118"/>
                </a:cubicBezTo>
                <a:cubicBezTo>
                  <a:pt x="9612" y="15365"/>
                  <a:pt x="9044" y="19516"/>
                  <a:pt x="9612" y="24687"/>
                </a:cubicBezTo>
                <a:cubicBezTo>
                  <a:pt x="10239" y="29813"/>
                  <a:pt x="11783" y="33731"/>
                  <a:pt x="14273" y="36411"/>
                </a:cubicBezTo>
                <a:cubicBezTo>
                  <a:pt x="16720" y="39091"/>
                  <a:pt x="19851" y="40227"/>
                  <a:pt x="23551" y="39775"/>
                </a:cubicBezTo>
                <a:cubicBezTo>
                  <a:pt x="27250" y="39309"/>
                  <a:pt x="29988" y="37547"/>
                  <a:pt x="31809" y="34299"/>
                </a:cubicBezTo>
                <a:cubicBezTo>
                  <a:pt x="33571" y="31124"/>
                  <a:pt x="34139" y="26973"/>
                  <a:pt x="33513" y="21788"/>
                </a:cubicBezTo>
                <a:close/>
                <a:moveTo>
                  <a:pt x="33513" y="217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671A2-DD36-46F5-9929-242EB779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282" y="3284354"/>
            <a:ext cx="40853" cy="46883"/>
          </a:xfrm>
          <a:custGeom xmlns:a="http://schemas.openxmlformats.org/drawingml/2006/main">
            <a:pathLst>
              <a:path w="40853" h="46883">
                <a:moveTo>
                  <a:pt x="3073" y="30148"/>
                </a:moveTo>
                <a:lnTo>
                  <a:pt x="0" y="4267"/>
                </a:lnTo>
                <a:lnTo>
                  <a:pt x="6991" y="3466"/>
                </a:lnTo>
                <a:lnTo>
                  <a:pt x="10064" y="29012"/>
                </a:lnTo>
                <a:cubicBezTo>
                  <a:pt x="10530" y="33047"/>
                  <a:pt x="11724" y="36018"/>
                  <a:pt x="13487" y="37838"/>
                </a:cubicBezTo>
                <a:cubicBezTo>
                  <a:pt x="15307" y="39659"/>
                  <a:pt x="17812" y="40387"/>
                  <a:pt x="20987" y="40052"/>
                </a:cubicBezTo>
                <a:cubicBezTo>
                  <a:pt x="24745" y="39601"/>
                  <a:pt x="27585" y="37998"/>
                  <a:pt x="29522" y="35333"/>
                </a:cubicBezTo>
                <a:cubicBezTo>
                  <a:pt x="31401" y="32653"/>
                  <a:pt x="32144" y="29245"/>
                  <a:pt x="31634" y="25036"/>
                </a:cubicBezTo>
                <a:lnTo>
                  <a:pt x="28736" y="859"/>
                </a:lnTo>
                <a:lnTo>
                  <a:pt x="35726" y="0"/>
                </a:lnTo>
                <a:lnTo>
                  <a:pt x="40853" y="42732"/>
                </a:lnTo>
                <a:lnTo>
                  <a:pt x="33848" y="43577"/>
                </a:lnTo>
                <a:lnTo>
                  <a:pt x="33047" y="36979"/>
                </a:lnTo>
                <a:cubicBezTo>
                  <a:pt x="31692" y="39761"/>
                  <a:pt x="29930" y="41931"/>
                  <a:pt x="27818" y="43460"/>
                </a:cubicBezTo>
                <a:cubicBezTo>
                  <a:pt x="25721" y="45004"/>
                  <a:pt x="23216" y="45965"/>
                  <a:pt x="20201" y="46315"/>
                </a:cubicBezTo>
                <a:cubicBezTo>
                  <a:pt x="15307" y="46883"/>
                  <a:pt x="11375" y="45805"/>
                  <a:pt x="8476" y="43067"/>
                </a:cubicBezTo>
                <a:cubicBezTo>
                  <a:pt x="5578" y="40329"/>
                  <a:pt x="3758" y="36018"/>
                  <a:pt x="3073" y="30148"/>
                </a:cubicBezTo>
                <a:close/>
                <a:moveTo>
                  <a:pt x="3073" y="301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C27B6-1D97-4214-B879-9674647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228" y="3269674"/>
            <a:ext cx="31750" cy="54616"/>
          </a:xfrm>
          <a:custGeom xmlns:a="http://schemas.openxmlformats.org/drawingml/2006/main">
            <a:pathLst>
              <a:path w="31750" h="54616">
                <a:moveTo>
                  <a:pt x="10749" y="0"/>
                </a:moveTo>
                <a:lnTo>
                  <a:pt x="12234" y="12118"/>
                </a:lnTo>
                <a:lnTo>
                  <a:pt x="26624" y="10414"/>
                </a:lnTo>
                <a:lnTo>
                  <a:pt x="27308" y="15875"/>
                </a:lnTo>
                <a:lnTo>
                  <a:pt x="12860" y="17579"/>
                </a:lnTo>
                <a:lnTo>
                  <a:pt x="15642" y="40795"/>
                </a:lnTo>
                <a:cubicBezTo>
                  <a:pt x="16035" y="44261"/>
                  <a:pt x="16778" y="46431"/>
                  <a:pt x="17856" y="47334"/>
                </a:cubicBezTo>
                <a:cubicBezTo>
                  <a:pt x="18948" y="48194"/>
                  <a:pt x="20929" y="48470"/>
                  <a:pt x="23842" y="48135"/>
                </a:cubicBezTo>
                <a:lnTo>
                  <a:pt x="31066" y="47218"/>
                </a:lnTo>
                <a:lnTo>
                  <a:pt x="31750" y="53145"/>
                </a:lnTo>
                <a:lnTo>
                  <a:pt x="24570" y="53990"/>
                </a:lnTo>
                <a:cubicBezTo>
                  <a:pt x="19108" y="54616"/>
                  <a:pt x="15307" y="54048"/>
                  <a:pt x="12962" y="52286"/>
                </a:cubicBezTo>
                <a:cubicBezTo>
                  <a:pt x="10690" y="50524"/>
                  <a:pt x="9219" y="46941"/>
                  <a:pt x="8593" y="41596"/>
                </a:cubicBezTo>
                <a:lnTo>
                  <a:pt x="5797" y="18439"/>
                </a:lnTo>
                <a:lnTo>
                  <a:pt x="626" y="19065"/>
                </a:lnTo>
                <a:lnTo>
                  <a:pt x="0" y="13603"/>
                </a:lnTo>
                <a:lnTo>
                  <a:pt x="5170" y="12977"/>
                </a:lnTo>
                <a:lnTo>
                  <a:pt x="3699" y="859"/>
                </a:lnTo>
                <a:lnTo>
                  <a:pt x="10749" y="0"/>
                </a:lnTo>
                <a:close/>
                <a:moveTo>
                  <a:pt x="1074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BB676-FCF9-4955-84DF-DA6E6995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634" y="3256711"/>
            <a:ext cx="72094" cy="63821"/>
          </a:xfrm>
          <a:custGeom xmlns:a="http://schemas.openxmlformats.org/drawingml/2006/main">
            <a:pathLst>
              <a:path w="72094" h="63821">
                <a:moveTo>
                  <a:pt x="0" y="8578"/>
                </a:moveTo>
                <a:lnTo>
                  <a:pt x="7807" y="7675"/>
                </a:lnTo>
                <a:lnTo>
                  <a:pt x="25488" y="54383"/>
                </a:lnTo>
                <a:lnTo>
                  <a:pt x="31692" y="4835"/>
                </a:lnTo>
                <a:lnTo>
                  <a:pt x="40343" y="3801"/>
                </a:lnTo>
                <a:lnTo>
                  <a:pt x="58097" y="50509"/>
                </a:lnTo>
                <a:lnTo>
                  <a:pt x="64244" y="961"/>
                </a:lnTo>
                <a:lnTo>
                  <a:pt x="72094" y="0"/>
                </a:lnTo>
                <a:lnTo>
                  <a:pt x="64579" y="58651"/>
                </a:lnTo>
                <a:lnTo>
                  <a:pt x="54908" y="59787"/>
                </a:lnTo>
                <a:lnTo>
                  <a:pt x="36979" y="11826"/>
                </a:lnTo>
                <a:lnTo>
                  <a:pt x="30731" y="62685"/>
                </a:lnTo>
                <a:lnTo>
                  <a:pt x="21060" y="63821"/>
                </a:lnTo>
                <a:lnTo>
                  <a:pt x="0" y="8578"/>
                </a:lnTo>
                <a:close/>
                <a:moveTo>
                  <a:pt x="0" y="85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BD3D0-CF41-4B27-A928-776BF09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407" y="3266600"/>
            <a:ext cx="40853" cy="46257"/>
          </a:xfrm>
          <a:custGeom xmlns:a="http://schemas.openxmlformats.org/drawingml/2006/main">
            <a:pathLst>
              <a:path w="40853" h="46257">
                <a:moveTo>
                  <a:pt x="18439" y="6656"/>
                </a:moveTo>
                <a:cubicBezTo>
                  <a:pt x="14681" y="7107"/>
                  <a:pt x="11899" y="8943"/>
                  <a:pt x="10079" y="12118"/>
                </a:cubicBezTo>
                <a:cubicBezTo>
                  <a:pt x="8258" y="15307"/>
                  <a:pt x="7632" y="19458"/>
                  <a:pt x="8258" y="24585"/>
                </a:cubicBezTo>
                <a:cubicBezTo>
                  <a:pt x="8826" y="29697"/>
                  <a:pt x="10414" y="33571"/>
                  <a:pt x="12919" y="36236"/>
                </a:cubicBezTo>
                <a:cubicBezTo>
                  <a:pt x="15482" y="38916"/>
                  <a:pt x="18613" y="40052"/>
                  <a:pt x="22415" y="39601"/>
                </a:cubicBezTo>
                <a:cubicBezTo>
                  <a:pt x="26114" y="39149"/>
                  <a:pt x="28910" y="37329"/>
                  <a:pt x="30731" y="34139"/>
                </a:cubicBezTo>
                <a:cubicBezTo>
                  <a:pt x="32610" y="30891"/>
                  <a:pt x="33221" y="26740"/>
                  <a:pt x="32610" y="21672"/>
                </a:cubicBezTo>
                <a:cubicBezTo>
                  <a:pt x="31983" y="16618"/>
                  <a:pt x="30440" y="12744"/>
                  <a:pt x="27876" y="10020"/>
                </a:cubicBezTo>
                <a:cubicBezTo>
                  <a:pt x="25327" y="7340"/>
                  <a:pt x="22196" y="6204"/>
                  <a:pt x="18439" y="6656"/>
                </a:cubicBezTo>
                <a:close/>
                <a:moveTo>
                  <a:pt x="17754" y="685"/>
                </a:moveTo>
                <a:cubicBezTo>
                  <a:pt x="23842" y="0"/>
                  <a:pt x="28910" y="1369"/>
                  <a:pt x="32828" y="4952"/>
                </a:cubicBezTo>
                <a:cubicBezTo>
                  <a:pt x="36819" y="8476"/>
                  <a:pt x="39207" y="13778"/>
                  <a:pt x="40052" y="20769"/>
                </a:cubicBezTo>
                <a:cubicBezTo>
                  <a:pt x="40853" y="27760"/>
                  <a:pt x="39775" y="33454"/>
                  <a:pt x="36761" y="37838"/>
                </a:cubicBezTo>
                <a:cubicBezTo>
                  <a:pt x="33746" y="42280"/>
                  <a:pt x="29187" y="44829"/>
                  <a:pt x="23099" y="45572"/>
                </a:cubicBezTo>
                <a:cubicBezTo>
                  <a:pt x="16953" y="46257"/>
                  <a:pt x="11957" y="44887"/>
                  <a:pt x="7967" y="41305"/>
                </a:cubicBezTo>
                <a:cubicBezTo>
                  <a:pt x="4049" y="37722"/>
                  <a:pt x="1660" y="32435"/>
                  <a:pt x="859" y="25429"/>
                </a:cubicBezTo>
                <a:cubicBezTo>
                  <a:pt x="0" y="18439"/>
                  <a:pt x="1078" y="12744"/>
                  <a:pt x="4049" y="8360"/>
                </a:cubicBezTo>
                <a:cubicBezTo>
                  <a:pt x="7064" y="3991"/>
                  <a:pt x="11608" y="1427"/>
                  <a:pt x="17754" y="685"/>
                </a:cubicBezTo>
                <a:close/>
                <a:moveTo>
                  <a:pt x="17754" y="6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DA376-284E-48CA-957D-D41E3E10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227" y="3260920"/>
            <a:ext cx="25823" cy="46417"/>
          </a:xfrm>
          <a:custGeom xmlns:a="http://schemas.openxmlformats.org/drawingml/2006/main">
            <a:pathLst>
              <a:path w="25823" h="46417">
                <a:moveTo>
                  <a:pt x="25823" y="7282"/>
                </a:moveTo>
                <a:cubicBezTo>
                  <a:pt x="24978" y="6933"/>
                  <a:pt x="24060" y="6714"/>
                  <a:pt x="23099" y="6598"/>
                </a:cubicBezTo>
                <a:cubicBezTo>
                  <a:pt x="22182" y="6481"/>
                  <a:pt x="21104" y="6481"/>
                  <a:pt x="20026" y="6598"/>
                </a:cubicBezTo>
                <a:cubicBezTo>
                  <a:pt x="16035" y="7107"/>
                  <a:pt x="13137" y="8753"/>
                  <a:pt x="11317" y="11593"/>
                </a:cubicBezTo>
                <a:cubicBezTo>
                  <a:pt x="9496" y="14390"/>
                  <a:pt x="8928" y="18264"/>
                  <a:pt x="9496" y="23099"/>
                </a:cubicBezTo>
                <a:lnTo>
                  <a:pt x="12176" y="45557"/>
                </a:lnTo>
                <a:lnTo>
                  <a:pt x="5112" y="46417"/>
                </a:lnTo>
                <a:lnTo>
                  <a:pt x="0" y="3699"/>
                </a:lnTo>
                <a:lnTo>
                  <a:pt x="7049" y="2898"/>
                </a:lnTo>
                <a:lnTo>
                  <a:pt x="7850" y="9496"/>
                </a:lnTo>
                <a:cubicBezTo>
                  <a:pt x="9044" y="6714"/>
                  <a:pt x="10749" y="4602"/>
                  <a:pt x="12919" y="3073"/>
                </a:cubicBezTo>
                <a:cubicBezTo>
                  <a:pt x="15132" y="1529"/>
                  <a:pt x="17972" y="510"/>
                  <a:pt x="21337" y="102"/>
                </a:cubicBezTo>
                <a:cubicBezTo>
                  <a:pt x="21788" y="58"/>
                  <a:pt x="22356" y="58"/>
                  <a:pt x="22924" y="58"/>
                </a:cubicBezTo>
                <a:cubicBezTo>
                  <a:pt x="23551" y="0"/>
                  <a:pt x="24177" y="58"/>
                  <a:pt x="24920" y="102"/>
                </a:cubicBezTo>
                <a:lnTo>
                  <a:pt x="25823" y="7282"/>
                </a:lnTo>
                <a:close/>
                <a:moveTo>
                  <a:pt x="25823" y="72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70427-3EFF-4660-A191-874E3605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982" y="3240093"/>
            <a:ext cx="41465" cy="63544"/>
          </a:xfrm>
          <a:custGeom xmlns:a="http://schemas.openxmlformats.org/drawingml/2006/main">
            <a:pathLst>
              <a:path w="41465" h="63544">
                <a:moveTo>
                  <a:pt x="30148" y="23944"/>
                </a:moveTo>
                <a:lnTo>
                  <a:pt x="27366" y="845"/>
                </a:lnTo>
                <a:lnTo>
                  <a:pt x="34416" y="0"/>
                </a:lnTo>
                <a:lnTo>
                  <a:pt x="41465" y="59335"/>
                </a:lnTo>
                <a:lnTo>
                  <a:pt x="34474" y="60195"/>
                </a:lnTo>
                <a:lnTo>
                  <a:pt x="33731" y="53757"/>
                </a:lnTo>
                <a:cubicBezTo>
                  <a:pt x="32537" y="56495"/>
                  <a:pt x="30891" y="58593"/>
                  <a:pt x="28779" y="60136"/>
                </a:cubicBezTo>
                <a:cubicBezTo>
                  <a:pt x="26682" y="61607"/>
                  <a:pt x="24060" y="62583"/>
                  <a:pt x="20929" y="62918"/>
                </a:cubicBezTo>
                <a:cubicBezTo>
                  <a:pt x="15759" y="63544"/>
                  <a:pt x="11317" y="62015"/>
                  <a:pt x="7559" y="58258"/>
                </a:cubicBezTo>
                <a:cubicBezTo>
                  <a:pt x="3860" y="54500"/>
                  <a:pt x="1588" y="49330"/>
                  <a:pt x="786" y="42615"/>
                </a:cubicBezTo>
                <a:cubicBezTo>
                  <a:pt x="0" y="35901"/>
                  <a:pt x="961" y="30265"/>
                  <a:pt x="3699" y="25764"/>
                </a:cubicBezTo>
                <a:cubicBezTo>
                  <a:pt x="6423" y="21279"/>
                  <a:pt x="10414" y="18715"/>
                  <a:pt x="15584" y="18089"/>
                </a:cubicBezTo>
                <a:cubicBezTo>
                  <a:pt x="18715" y="17696"/>
                  <a:pt x="21497" y="18031"/>
                  <a:pt x="23886" y="19007"/>
                </a:cubicBezTo>
                <a:cubicBezTo>
                  <a:pt x="26274" y="19910"/>
                  <a:pt x="28386" y="21614"/>
                  <a:pt x="30148" y="23944"/>
                </a:cubicBezTo>
                <a:close/>
                <a:moveTo>
                  <a:pt x="8025" y="41698"/>
                </a:moveTo>
                <a:cubicBezTo>
                  <a:pt x="8651" y="46883"/>
                  <a:pt x="10181" y="50801"/>
                  <a:pt x="12686" y="53480"/>
                </a:cubicBezTo>
                <a:cubicBezTo>
                  <a:pt x="15132" y="56146"/>
                  <a:pt x="18205" y="57296"/>
                  <a:pt x="21963" y="56830"/>
                </a:cubicBezTo>
                <a:cubicBezTo>
                  <a:pt x="25662" y="56379"/>
                  <a:pt x="28386" y="54558"/>
                  <a:pt x="30148" y="51369"/>
                </a:cubicBezTo>
                <a:cubicBezTo>
                  <a:pt x="31969" y="48179"/>
                  <a:pt x="32537" y="44028"/>
                  <a:pt x="31911" y="38858"/>
                </a:cubicBezTo>
                <a:cubicBezTo>
                  <a:pt x="31284" y="33731"/>
                  <a:pt x="29755" y="29813"/>
                  <a:pt x="27250" y="27133"/>
                </a:cubicBezTo>
                <a:cubicBezTo>
                  <a:pt x="24803" y="24410"/>
                  <a:pt x="21672" y="23318"/>
                  <a:pt x="17972" y="23784"/>
                </a:cubicBezTo>
                <a:cubicBezTo>
                  <a:pt x="14273" y="24177"/>
                  <a:pt x="11550" y="25997"/>
                  <a:pt x="9787" y="29187"/>
                </a:cubicBezTo>
                <a:cubicBezTo>
                  <a:pt x="7967" y="32377"/>
                  <a:pt x="7399" y="36586"/>
                  <a:pt x="8025" y="41698"/>
                </a:cubicBezTo>
                <a:close/>
                <a:moveTo>
                  <a:pt x="8025" y="416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80019-68CC-42FB-B5A2-46CE8DFB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569" y="3235651"/>
            <a:ext cx="48689" cy="61505"/>
          </a:xfrm>
          <a:custGeom xmlns:a="http://schemas.openxmlformats.org/drawingml/2006/main">
            <a:pathLst>
              <a:path w="48689" h="61505">
                <a:moveTo>
                  <a:pt x="0" y="5185"/>
                </a:moveTo>
                <a:lnTo>
                  <a:pt x="7734" y="4267"/>
                </a:lnTo>
                <a:lnTo>
                  <a:pt x="11885" y="38858"/>
                </a:lnTo>
                <a:cubicBezTo>
                  <a:pt x="12569" y="44946"/>
                  <a:pt x="14215" y="49213"/>
                  <a:pt x="16720" y="51660"/>
                </a:cubicBezTo>
                <a:cubicBezTo>
                  <a:pt x="19283" y="54048"/>
                  <a:pt x="23041" y="54966"/>
                  <a:pt x="27993" y="54398"/>
                </a:cubicBezTo>
                <a:cubicBezTo>
                  <a:pt x="32930" y="53772"/>
                  <a:pt x="36353" y="52009"/>
                  <a:pt x="38232" y="49097"/>
                </a:cubicBezTo>
                <a:cubicBezTo>
                  <a:pt x="40110" y="46140"/>
                  <a:pt x="40678" y="41596"/>
                  <a:pt x="39936" y="35508"/>
                </a:cubicBezTo>
                <a:lnTo>
                  <a:pt x="35843" y="918"/>
                </a:lnTo>
                <a:lnTo>
                  <a:pt x="43577" y="0"/>
                </a:lnTo>
                <a:lnTo>
                  <a:pt x="47786" y="35566"/>
                </a:lnTo>
                <a:cubicBezTo>
                  <a:pt x="48689" y="42950"/>
                  <a:pt x="47494" y="48762"/>
                  <a:pt x="44319" y="53029"/>
                </a:cubicBezTo>
                <a:cubicBezTo>
                  <a:pt x="41072" y="57238"/>
                  <a:pt x="35901" y="59801"/>
                  <a:pt x="28721" y="60646"/>
                </a:cubicBezTo>
                <a:cubicBezTo>
                  <a:pt x="21555" y="61505"/>
                  <a:pt x="15875" y="60253"/>
                  <a:pt x="11710" y="56889"/>
                </a:cubicBezTo>
                <a:cubicBezTo>
                  <a:pt x="7617" y="53539"/>
                  <a:pt x="5112" y="48135"/>
                  <a:pt x="4209" y="40737"/>
                </a:cubicBezTo>
                <a:lnTo>
                  <a:pt x="0" y="5185"/>
                </a:lnTo>
                <a:close/>
                <a:moveTo>
                  <a:pt x="0" y="51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8BEC9-D048-4629-B24D-7E2C1BF3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730" y="3244128"/>
            <a:ext cx="40853" cy="46766"/>
          </a:xfrm>
          <a:custGeom xmlns:a="http://schemas.openxmlformats.org/drawingml/2006/main">
            <a:pathLst>
              <a:path w="40853" h="46766">
                <a:moveTo>
                  <a:pt x="37780" y="16734"/>
                </a:moveTo>
                <a:lnTo>
                  <a:pt x="40853" y="42499"/>
                </a:lnTo>
                <a:lnTo>
                  <a:pt x="33848" y="43358"/>
                </a:lnTo>
                <a:lnTo>
                  <a:pt x="30789" y="17812"/>
                </a:lnTo>
                <a:cubicBezTo>
                  <a:pt x="30323" y="13778"/>
                  <a:pt x="29129" y="10807"/>
                  <a:pt x="27366" y="9044"/>
                </a:cubicBezTo>
                <a:cubicBezTo>
                  <a:pt x="25546" y="7224"/>
                  <a:pt x="23041" y="6496"/>
                  <a:pt x="19910" y="6831"/>
                </a:cubicBezTo>
                <a:cubicBezTo>
                  <a:pt x="16108" y="7282"/>
                  <a:pt x="13254" y="8884"/>
                  <a:pt x="11375" y="11550"/>
                </a:cubicBezTo>
                <a:cubicBezTo>
                  <a:pt x="9452" y="14229"/>
                  <a:pt x="8768" y="17637"/>
                  <a:pt x="9278" y="21788"/>
                </a:cubicBezTo>
                <a:lnTo>
                  <a:pt x="12118" y="45980"/>
                </a:lnTo>
                <a:lnTo>
                  <a:pt x="5068" y="46766"/>
                </a:lnTo>
                <a:lnTo>
                  <a:pt x="0" y="4093"/>
                </a:lnTo>
                <a:lnTo>
                  <a:pt x="7064" y="3248"/>
                </a:lnTo>
                <a:lnTo>
                  <a:pt x="7850" y="9904"/>
                </a:lnTo>
                <a:cubicBezTo>
                  <a:pt x="9219" y="7122"/>
                  <a:pt x="10923" y="4952"/>
                  <a:pt x="13093" y="3423"/>
                </a:cubicBezTo>
                <a:cubicBezTo>
                  <a:pt x="15191" y="1879"/>
                  <a:pt x="17754" y="918"/>
                  <a:pt x="20711" y="568"/>
                </a:cubicBezTo>
                <a:cubicBezTo>
                  <a:pt x="25604" y="0"/>
                  <a:pt x="29537" y="1078"/>
                  <a:pt x="32377" y="3816"/>
                </a:cubicBezTo>
                <a:cubicBezTo>
                  <a:pt x="35275" y="6539"/>
                  <a:pt x="37096" y="10807"/>
                  <a:pt x="37780" y="16734"/>
                </a:cubicBezTo>
                <a:close/>
                <a:moveTo>
                  <a:pt x="37780" y="167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AF3BC-3470-4B8D-B812-F3EEB07E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472" y="3224786"/>
            <a:ext cx="14098" cy="60195"/>
          </a:xfrm>
          <a:custGeom xmlns:a="http://schemas.openxmlformats.org/drawingml/2006/main">
            <a:pathLst>
              <a:path w="14098" h="60195">
                <a:moveTo>
                  <a:pt x="1981" y="17463"/>
                </a:moveTo>
                <a:lnTo>
                  <a:pt x="9044" y="16676"/>
                </a:lnTo>
                <a:lnTo>
                  <a:pt x="14098" y="59335"/>
                </a:lnTo>
                <a:lnTo>
                  <a:pt x="7107" y="60195"/>
                </a:lnTo>
                <a:lnTo>
                  <a:pt x="1981" y="17463"/>
                </a:lnTo>
                <a:close/>
                <a:moveTo>
                  <a:pt x="0" y="859"/>
                </a:moveTo>
                <a:lnTo>
                  <a:pt x="7049" y="0"/>
                </a:lnTo>
                <a:lnTo>
                  <a:pt x="8069" y="8928"/>
                </a:lnTo>
                <a:lnTo>
                  <a:pt x="1078" y="9729"/>
                </a:lnTo>
                <a:lnTo>
                  <a:pt x="0" y="859"/>
                </a:lnTo>
                <a:close/>
                <a:moveTo>
                  <a:pt x="0" y="8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099EA-3E53-404F-BF5C-D19D7962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828" y="3235491"/>
            <a:ext cx="41814" cy="61666"/>
          </a:xfrm>
          <a:custGeom xmlns:a="http://schemas.openxmlformats.org/drawingml/2006/main">
            <a:pathLst>
              <a:path w="41814" h="61666">
                <a:moveTo>
                  <a:pt x="31911" y="21672"/>
                </a:moveTo>
                <a:cubicBezTo>
                  <a:pt x="31343" y="16603"/>
                  <a:pt x="29813" y="12788"/>
                  <a:pt x="27366" y="10239"/>
                </a:cubicBezTo>
                <a:cubicBezTo>
                  <a:pt x="24978" y="7675"/>
                  <a:pt x="21847" y="6656"/>
                  <a:pt x="18031" y="7107"/>
                </a:cubicBezTo>
                <a:cubicBezTo>
                  <a:pt x="14273" y="7559"/>
                  <a:pt x="11550" y="9321"/>
                  <a:pt x="9787" y="12336"/>
                </a:cubicBezTo>
                <a:cubicBezTo>
                  <a:pt x="8025" y="15409"/>
                  <a:pt x="7442" y="19443"/>
                  <a:pt x="8025" y="24512"/>
                </a:cubicBezTo>
                <a:cubicBezTo>
                  <a:pt x="8637" y="29580"/>
                  <a:pt x="10181" y="33382"/>
                  <a:pt x="12569" y="35945"/>
                </a:cubicBezTo>
                <a:cubicBezTo>
                  <a:pt x="15016" y="38508"/>
                  <a:pt x="18147" y="39528"/>
                  <a:pt x="21905" y="39076"/>
                </a:cubicBezTo>
                <a:cubicBezTo>
                  <a:pt x="25648" y="38625"/>
                  <a:pt x="28444" y="36921"/>
                  <a:pt x="30207" y="33848"/>
                </a:cubicBezTo>
                <a:cubicBezTo>
                  <a:pt x="31969" y="30775"/>
                  <a:pt x="32537" y="26726"/>
                  <a:pt x="31911" y="21672"/>
                </a:cubicBezTo>
                <a:close/>
                <a:moveTo>
                  <a:pt x="40955" y="37430"/>
                </a:moveTo>
                <a:cubicBezTo>
                  <a:pt x="41814" y="44654"/>
                  <a:pt x="40839" y="50291"/>
                  <a:pt x="37998" y="54209"/>
                </a:cubicBezTo>
                <a:cubicBezTo>
                  <a:pt x="35217" y="58141"/>
                  <a:pt x="30483" y="60471"/>
                  <a:pt x="23827" y="61272"/>
                </a:cubicBezTo>
                <a:cubicBezTo>
                  <a:pt x="21381" y="61607"/>
                  <a:pt x="18992" y="61666"/>
                  <a:pt x="16778" y="61549"/>
                </a:cubicBezTo>
                <a:cubicBezTo>
                  <a:pt x="14564" y="61491"/>
                  <a:pt x="12336" y="61156"/>
                  <a:pt x="10239" y="60646"/>
                </a:cubicBezTo>
                <a:lnTo>
                  <a:pt x="9379" y="53815"/>
                </a:lnTo>
                <a:cubicBezTo>
                  <a:pt x="11608" y="54660"/>
                  <a:pt x="13705" y="55286"/>
                  <a:pt x="15817" y="55578"/>
                </a:cubicBezTo>
                <a:cubicBezTo>
                  <a:pt x="17856" y="55854"/>
                  <a:pt x="19968" y="55854"/>
                  <a:pt x="22007" y="55636"/>
                </a:cubicBezTo>
                <a:cubicBezTo>
                  <a:pt x="26624" y="55068"/>
                  <a:pt x="29915" y="53466"/>
                  <a:pt x="31911" y="50801"/>
                </a:cubicBezTo>
                <a:cubicBezTo>
                  <a:pt x="33964" y="48121"/>
                  <a:pt x="34649" y="44363"/>
                  <a:pt x="34081" y="39470"/>
                </a:cubicBezTo>
                <a:lnTo>
                  <a:pt x="33673" y="36003"/>
                </a:lnTo>
                <a:cubicBezTo>
                  <a:pt x="32479" y="38741"/>
                  <a:pt x="30891" y="40839"/>
                  <a:pt x="28779" y="42324"/>
                </a:cubicBezTo>
                <a:cubicBezTo>
                  <a:pt x="26624" y="43853"/>
                  <a:pt x="24002" y="44829"/>
                  <a:pt x="20871" y="45164"/>
                </a:cubicBezTo>
                <a:cubicBezTo>
                  <a:pt x="15642" y="45790"/>
                  <a:pt x="11142" y="44305"/>
                  <a:pt x="7501" y="40722"/>
                </a:cubicBezTo>
                <a:cubicBezTo>
                  <a:pt x="3801" y="37081"/>
                  <a:pt x="1588" y="31969"/>
                  <a:pt x="786" y="25429"/>
                </a:cubicBezTo>
                <a:cubicBezTo>
                  <a:pt x="0" y="18817"/>
                  <a:pt x="961" y="13312"/>
                  <a:pt x="3699" y="8928"/>
                </a:cubicBezTo>
                <a:cubicBezTo>
                  <a:pt x="6423" y="4544"/>
                  <a:pt x="10414" y="2039"/>
                  <a:pt x="15642" y="1413"/>
                </a:cubicBezTo>
                <a:cubicBezTo>
                  <a:pt x="18774" y="1078"/>
                  <a:pt x="21555" y="1354"/>
                  <a:pt x="24002" y="2330"/>
                </a:cubicBezTo>
                <a:cubicBezTo>
                  <a:pt x="26391" y="3292"/>
                  <a:pt x="28503" y="4937"/>
                  <a:pt x="30207" y="7326"/>
                </a:cubicBezTo>
                <a:lnTo>
                  <a:pt x="29464" y="845"/>
                </a:lnTo>
                <a:lnTo>
                  <a:pt x="36469" y="0"/>
                </a:lnTo>
                <a:lnTo>
                  <a:pt x="40955" y="37430"/>
                </a:lnTo>
                <a:close/>
                <a:moveTo>
                  <a:pt x="40955" y="374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B5C74-4DC0-4F34-B449-A8A94166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454" y="3230073"/>
            <a:ext cx="25837" cy="46431"/>
          </a:xfrm>
          <a:custGeom xmlns:a="http://schemas.openxmlformats.org/drawingml/2006/main">
            <a:pathLst>
              <a:path w="25837" h="46431">
                <a:moveTo>
                  <a:pt x="25837" y="7282"/>
                </a:moveTo>
                <a:cubicBezTo>
                  <a:pt x="24978" y="6947"/>
                  <a:pt x="24075" y="6656"/>
                  <a:pt x="23099" y="6612"/>
                </a:cubicBezTo>
                <a:cubicBezTo>
                  <a:pt x="22196" y="6496"/>
                  <a:pt x="21104" y="6496"/>
                  <a:pt x="20026" y="6612"/>
                </a:cubicBezTo>
                <a:cubicBezTo>
                  <a:pt x="16050" y="7122"/>
                  <a:pt x="13152" y="8768"/>
                  <a:pt x="11331" y="11608"/>
                </a:cubicBezTo>
                <a:cubicBezTo>
                  <a:pt x="9511" y="14404"/>
                  <a:pt x="8943" y="18264"/>
                  <a:pt x="9511" y="23099"/>
                </a:cubicBezTo>
                <a:lnTo>
                  <a:pt x="12176" y="45572"/>
                </a:lnTo>
                <a:lnTo>
                  <a:pt x="5127" y="46431"/>
                </a:lnTo>
                <a:lnTo>
                  <a:pt x="0" y="3699"/>
                </a:lnTo>
                <a:lnTo>
                  <a:pt x="7064" y="2855"/>
                </a:lnTo>
                <a:lnTo>
                  <a:pt x="7850" y="9511"/>
                </a:lnTo>
                <a:cubicBezTo>
                  <a:pt x="9044" y="6714"/>
                  <a:pt x="10705" y="4617"/>
                  <a:pt x="12919" y="3073"/>
                </a:cubicBezTo>
                <a:cubicBezTo>
                  <a:pt x="15132" y="1486"/>
                  <a:pt x="17987" y="524"/>
                  <a:pt x="21337" y="117"/>
                </a:cubicBezTo>
                <a:cubicBezTo>
                  <a:pt x="21788" y="58"/>
                  <a:pt x="22356" y="58"/>
                  <a:pt x="22939" y="58"/>
                </a:cubicBezTo>
                <a:cubicBezTo>
                  <a:pt x="23551" y="0"/>
                  <a:pt x="24177" y="58"/>
                  <a:pt x="24920" y="58"/>
                </a:cubicBezTo>
                <a:lnTo>
                  <a:pt x="25837" y="7282"/>
                </a:lnTo>
                <a:close/>
                <a:moveTo>
                  <a:pt x="25837" y="728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7CCA0-A349-4DD1-970B-033AFF5C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224" y="3226374"/>
            <a:ext cx="38115" cy="46490"/>
          </a:xfrm>
          <a:custGeom xmlns:a="http://schemas.openxmlformats.org/drawingml/2006/main">
            <a:pathLst>
              <a:path w="38115" h="46490">
                <a:moveTo>
                  <a:pt x="21570" y="22473"/>
                </a:moveTo>
                <a:cubicBezTo>
                  <a:pt x="15933" y="23157"/>
                  <a:pt x="12059" y="24250"/>
                  <a:pt x="10020" y="25837"/>
                </a:cubicBezTo>
                <a:cubicBezTo>
                  <a:pt x="7967" y="27366"/>
                  <a:pt x="7166" y="29711"/>
                  <a:pt x="7515" y="32828"/>
                </a:cubicBezTo>
                <a:cubicBezTo>
                  <a:pt x="7850" y="35333"/>
                  <a:pt x="8884" y="37212"/>
                  <a:pt x="10705" y="38465"/>
                </a:cubicBezTo>
                <a:cubicBezTo>
                  <a:pt x="12525" y="39775"/>
                  <a:pt x="14856" y="40227"/>
                  <a:pt x="17637" y="39892"/>
                </a:cubicBezTo>
                <a:cubicBezTo>
                  <a:pt x="21570" y="39440"/>
                  <a:pt x="24526" y="37664"/>
                  <a:pt x="26522" y="34605"/>
                </a:cubicBezTo>
                <a:cubicBezTo>
                  <a:pt x="28561" y="31576"/>
                  <a:pt x="29304" y="27774"/>
                  <a:pt x="28736" y="23216"/>
                </a:cubicBezTo>
                <a:lnTo>
                  <a:pt x="28561" y="21628"/>
                </a:lnTo>
                <a:lnTo>
                  <a:pt x="21570" y="22473"/>
                </a:lnTo>
                <a:close/>
                <a:moveTo>
                  <a:pt x="35217" y="17871"/>
                </a:moveTo>
                <a:lnTo>
                  <a:pt x="38115" y="42280"/>
                </a:lnTo>
                <a:lnTo>
                  <a:pt x="31124" y="43125"/>
                </a:lnTo>
                <a:lnTo>
                  <a:pt x="30323" y="36644"/>
                </a:lnTo>
                <a:cubicBezTo>
                  <a:pt x="29071" y="39382"/>
                  <a:pt x="27250" y="41538"/>
                  <a:pt x="25036" y="43081"/>
                </a:cubicBezTo>
                <a:cubicBezTo>
                  <a:pt x="22822" y="44611"/>
                  <a:pt x="19968" y="45572"/>
                  <a:pt x="16501" y="45980"/>
                </a:cubicBezTo>
                <a:cubicBezTo>
                  <a:pt x="12118" y="46490"/>
                  <a:pt x="8476" y="45688"/>
                  <a:pt x="5636" y="43533"/>
                </a:cubicBezTo>
                <a:cubicBezTo>
                  <a:pt x="2738" y="41363"/>
                  <a:pt x="1092" y="38246"/>
                  <a:pt x="568" y="34139"/>
                </a:cubicBezTo>
                <a:cubicBezTo>
                  <a:pt x="0" y="29362"/>
                  <a:pt x="1194" y="25546"/>
                  <a:pt x="4107" y="22706"/>
                </a:cubicBezTo>
                <a:cubicBezTo>
                  <a:pt x="7005" y="19866"/>
                  <a:pt x="11666" y="18104"/>
                  <a:pt x="18045" y="17302"/>
                </a:cubicBezTo>
                <a:lnTo>
                  <a:pt x="27876" y="16166"/>
                </a:lnTo>
                <a:lnTo>
                  <a:pt x="27818" y="15482"/>
                </a:lnTo>
                <a:cubicBezTo>
                  <a:pt x="27425" y="12234"/>
                  <a:pt x="26056" y="9846"/>
                  <a:pt x="23725" y="8375"/>
                </a:cubicBezTo>
                <a:cubicBezTo>
                  <a:pt x="21395" y="6831"/>
                  <a:pt x="18322" y="6321"/>
                  <a:pt x="14448" y="6772"/>
                </a:cubicBezTo>
                <a:cubicBezTo>
                  <a:pt x="12059" y="7064"/>
                  <a:pt x="9671" y="7632"/>
                  <a:pt x="7457" y="8491"/>
                </a:cubicBezTo>
                <a:cubicBezTo>
                  <a:pt x="5185" y="9336"/>
                  <a:pt x="3073" y="10472"/>
                  <a:pt x="1092" y="11957"/>
                </a:cubicBezTo>
                <a:lnTo>
                  <a:pt x="350" y="5418"/>
                </a:lnTo>
                <a:cubicBezTo>
                  <a:pt x="2796" y="4165"/>
                  <a:pt x="5185" y="3073"/>
                  <a:pt x="7515" y="2345"/>
                </a:cubicBezTo>
                <a:cubicBezTo>
                  <a:pt x="9904" y="1544"/>
                  <a:pt x="12176" y="1034"/>
                  <a:pt x="14506" y="743"/>
                </a:cubicBezTo>
                <a:cubicBezTo>
                  <a:pt x="20652" y="0"/>
                  <a:pt x="25488" y="1034"/>
                  <a:pt x="28910" y="3874"/>
                </a:cubicBezTo>
                <a:cubicBezTo>
                  <a:pt x="32318" y="6714"/>
                  <a:pt x="34430" y="11389"/>
                  <a:pt x="35217" y="17871"/>
                </a:cubicBezTo>
                <a:close/>
                <a:moveTo>
                  <a:pt x="35217" y="178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6BD322-2471-41B6-B824-DFCE601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442" y="3216878"/>
            <a:ext cx="67419" cy="50072"/>
          </a:xfrm>
          <a:custGeom xmlns:a="http://schemas.openxmlformats.org/drawingml/2006/main">
            <a:pathLst>
              <a:path w="67419" h="50072">
                <a:moveTo>
                  <a:pt x="34488" y="11550"/>
                </a:moveTo>
                <a:cubicBezTo>
                  <a:pt x="35843" y="8200"/>
                  <a:pt x="37664" y="5636"/>
                  <a:pt x="39950" y="3816"/>
                </a:cubicBezTo>
                <a:cubicBezTo>
                  <a:pt x="42222" y="2054"/>
                  <a:pt x="45004" y="976"/>
                  <a:pt x="48310" y="568"/>
                </a:cubicBezTo>
                <a:cubicBezTo>
                  <a:pt x="52752" y="0"/>
                  <a:pt x="56393" y="1194"/>
                  <a:pt x="59175" y="3991"/>
                </a:cubicBezTo>
                <a:cubicBezTo>
                  <a:pt x="61957" y="6831"/>
                  <a:pt x="63676" y="11098"/>
                  <a:pt x="64345" y="16836"/>
                </a:cubicBezTo>
                <a:lnTo>
                  <a:pt x="67419" y="42615"/>
                </a:lnTo>
                <a:lnTo>
                  <a:pt x="60369" y="43475"/>
                </a:lnTo>
                <a:lnTo>
                  <a:pt x="57355" y="17929"/>
                </a:lnTo>
                <a:cubicBezTo>
                  <a:pt x="56845" y="13822"/>
                  <a:pt x="55767" y="10865"/>
                  <a:pt x="54048" y="9044"/>
                </a:cubicBezTo>
                <a:cubicBezTo>
                  <a:pt x="52403" y="7282"/>
                  <a:pt x="50072" y="6539"/>
                  <a:pt x="47116" y="6889"/>
                </a:cubicBezTo>
                <a:cubicBezTo>
                  <a:pt x="43475" y="7340"/>
                  <a:pt x="40737" y="8884"/>
                  <a:pt x="38916" y="11550"/>
                </a:cubicBezTo>
                <a:cubicBezTo>
                  <a:pt x="37096" y="14229"/>
                  <a:pt x="36411" y="17637"/>
                  <a:pt x="36935" y="21788"/>
                </a:cubicBezTo>
                <a:lnTo>
                  <a:pt x="39775" y="45907"/>
                </a:lnTo>
                <a:lnTo>
                  <a:pt x="32726" y="46766"/>
                </a:lnTo>
                <a:lnTo>
                  <a:pt x="29711" y="21220"/>
                </a:lnTo>
                <a:cubicBezTo>
                  <a:pt x="29187" y="17128"/>
                  <a:pt x="28109" y="14171"/>
                  <a:pt x="26405" y="12351"/>
                </a:cubicBezTo>
                <a:cubicBezTo>
                  <a:pt x="24759" y="10530"/>
                  <a:pt x="22371" y="9846"/>
                  <a:pt x="19356" y="10181"/>
                </a:cubicBezTo>
                <a:cubicBezTo>
                  <a:pt x="15773" y="10647"/>
                  <a:pt x="13093" y="12176"/>
                  <a:pt x="11273" y="14856"/>
                </a:cubicBezTo>
                <a:cubicBezTo>
                  <a:pt x="9452" y="17521"/>
                  <a:pt x="8768" y="20944"/>
                  <a:pt x="9278" y="25094"/>
                </a:cubicBezTo>
                <a:lnTo>
                  <a:pt x="12132" y="49213"/>
                </a:lnTo>
                <a:lnTo>
                  <a:pt x="5068" y="50072"/>
                </a:lnTo>
                <a:lnTo>
                  <a:pt x="0" y="7340"/>
                </a:lnTo>
                <a:lnTo>
                  <a:pt x="7064" y="6539"/>
                </a:lnTo>
                <a:lnTo>
                  <a:pt x="7865" y="13137"/>
                </a:lnTo>
                <a:cubicBezTo>
                  <a:pt x="9103" y="10355"/>
                  <a:pt x="10821" y="8200"/>
                  <a:pt x="12919" y="6656"/>
                </a:cubicBezTo>
                <a:cubicBezTo>
                  <a:pt x="14972" y="5185"/>
                  <a:pt x="17579" y="4209"/>
                  <a:pt x="20652" y="3874"/>
                </a:cubicBezTo>
                <a:cubicBezTo>
                  <a:pt x="23784" y="3466"/>
                  <a:pt x="26522" y="3991"/>
                  <a:pt x="28852" y="5287"/>
                </a:cubicBezTo>
                <a:cubicBezTo>
                  <a:pt x="31241" y="6598"/>
                  <a:pt x="33119" y="8710"/>
                  <a:pt x="34488" y="11550"/>
                </a:cubicBezTo>
                <a:close/>
                <a:moveTo>
                  <a:pt x="34488" y="115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1B2B4-3E8D-44F6-AFE5-54EC3193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831" y="3419643"/>
            <a:ext cx="12584" cy="57748"/>
          </a:xfrm>
          <a:custGeom xmlns:a="http://schemas.openxmlformats.org/drawingml/2006/main">
            <a:pathLst>
              <a:path w="12584" h="57748">
                <a:moveTo>
                  <a:pt x="0" y="626"/>
                </a:moveTo>
                <a:lnTo>
                  <a:pt x="7748" y="0"/>
                </a:lnTo>
                <a:lnTo>
                  <a:pt x="12584" y="57122"/>
                </a:lnTo>
                <a:lnTo>
                  <a:pt x="4835" y="57748"/>
                </a:lnTo>
                <a:lnTo>
                  <a:pt x="0" y="626"/>
                </a:lnTo>
                <a:close/>
                <a:moveTo>
                  <a:pt x="0" y="6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3CC60F-3A05-4056-B851-395319D4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57" y="3429430"/>
            <a:ext cx="39542" cy="46082"/>
          </a:xfrm>
          <a:custGeom xmlns:a="http://schemas.openxmlformats.org/drawingml/2006/main">
            <a:pathLst>
              <a:path w="39542" h="46082">
                <a:moveTo>
                  <a:pt x="37387" y="17128"/>
                </a:moveTo>
                <a:lnTo>
                  <a:pt x="39542" y="43009"/>
                </a:lnTo>
                <a:lnTo>
                  <a:pt x="32551" y="43577"/>
                </a:lnTo>
                <a:lnTo>
                  <a:pt x="30323" y="17972"/>
                </a:lnTo>
                <a:cubicBezTo>
                  <a:pt x="29988" y="13880"/>
                  <a:pt x="28954" y="10923"/>
                  <a:pt x="27192" y="9044"/>
                </a:cubicBezTo>
                <a:cubicBezTo>
                  <a:pt x="25429" y="7166"/>
                  <a:pt x="22983" y="6365"/>
                  <a:pt x="19808" y="6656"/>
                </a:cubicBezTo>
                <a:cubicBezTo>
                  <a:pt x="16050" y="6991"/>
                  <a:pt x="13152" y="8418"/>
                  <a:pt x="11156" y="11040"/>
                </a:cubicBezTo>
                <a:cubicBezTo>
                  <a:pt x="9161" y="13647"/>
                  <a:pt x="8316" y="17069"/>
                  <a:pt x="8710" y="21220"/>
                </a:cubicBezTo>
                <a:lnTo>
                  <a:pt x="10749" y="45455"/>
                </a:lnTo>
                <a:lnTo>
                  <a:pt x="3641" y="46082"/>
                </a:lnTo>
                <a:lnTo>
                  <a:pt x="0" y="3190"/>
                </a:lnTo>
                <a:lnTo>
                  <a:pt x="7107" y="2622"/>
                </a:lnTo>
                <a:lnTo>
                  <a:pt x="7690" y="9278"/>
                </a:lnTo>
                <a:cubicBezTo>
                  <a:pt x="9161" y="6539"/>
                  <a:pt x="10982" y="4442"/>
                  <a:pt x="13152" y="2957"/>
                </a:cubicBezTo>
                <a:cubicBezTo>
                  <a:pt x="15307" y="1529"/>
                  <a:pt x="17871" y="626"/>
                  <a:pt x="20885" y="393"/>
                </a:cubicBezTo>
                <a:cubicBezTo>
                  <a:pt x="25779" y="0"/>
                  <a:pt x="29639" y="1194"/>
                  <a:pt x="32435" y="3976"/>
                </a:cubicBezTo>
                <a:cubicBezTo>
                  <a:pt x="35217" y="6831"/>
                  <a:pt x="36862" y="11200"/>
                  <a:pt x="37387" y="17128"/>
                </a:cubicBezTo>
                <a:close/>
                <a:moveTo>
                  <a:pt x="37387" y="171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542F7-66B8-4CD3-A0F2-313214B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342" y="3425964"/>
            <a:ext cx="34765" cy="45572"/>
          </a:xfrm>
          <a:custGeom xmlns:a="http://schemas.openxmlformats.org/drawingml/2006/main">
            <a:pathLst>
              <a:path w="34765" h="45572">
                <a:moveTo>
                  <a:pt x="29595" y="1354"/>
                </a:moveTo>
                <a:lnTo>
                  <a:pt x="30163" y="8010"/>
                </a:lnTo>
                <a:cubicBezTo>
                  <a:pt x="28109" y="7166"/>
                  <a:pt x="25954" y="6598"/>
                  <a:pt x="23784" y="6248"/>
                </a:cubicBezTo>
                <a:cubicBezTo>
                  <a:pt x="21570" y="5913"/>
                  <a:pt x="19356" y="5855"/>
                  <a:pt x="17069" y="6030"/>
                </a:cubicBezTo>
                <a:cubicBezTo>
                  <a:pt x="13545" y="6365"/>
                  <a:pt x="10982" y="7107"/>
                  <a:pt x="9336" y="8302"/>
                </a:cubicBezTo>
                <a:cubicBezTo>
                  <a:pt x="7690" y="9554"/>
                  <a:pt x="6947" y="11200"/>
                  <a:pt x="7122" y="13370"/>
                </a:cubicBezTo>
                <a:cubicBezTo>
                  <a:pt x="7239" y="15016"/>
                  <a:pt x="7967" y="16210"/>
                  <a:pt x="9336" y="17069"/>
                </a:cubicBezTo>
                <a:cubicBezTo>
                  <a:pt x="10647" y="17856"/>
                  <a:pt x="13210" y="18540"/>
                  <a:pt x="17069" y="19050"/>
                </a:cubicBezTo>
                <a:lnTo>
                  <a:pt x="19516" y="19400"/>
                </a:lnTo>
                <a:cubicBezTo>
                  <a:pt x="24643" y="20026"/>
                  <a:pt x="28284" y="21279"/>
                  <a:pt x="30556" y="23041"/>
                </a:cubicBezTo>
                <a:cubicBezTo>
                  <a:pt x="32828" y="24803"/>
                  <a:pt x="34139" y="27410"/>
                  <a:pt x="34430" y="30949"/>
                </a:cubicBezTo>
                <a:cubicBezTo>
                  <a:pt x="34765" y="34925"/>
                  <a:pt x="33454" y="38232"/>
                  <a:pt x="30498" y="40780"/>
                </a:cubicBezTo>
                <a:cubicBezTo>
                  <a:pt x="27541" y="43402"/>
                  <a:pt x="23332" y="44887"/>
                  <a:pt x="17812" y="45397"/>
                </a:cubicBezTo>
                <a:cubicBezTo>
                  <a:pt x="15540" y="45572"/>
                  <a:pt x="13093" y="45572"/>
                  <a:pt x="10588" y="45339"/>
                </a:cubicBezTo>
                <a:cubicBezTo>
                  <a:pt x="8025" y="45048"/>
                  <a:pt x="5360" y="44654"/>
                  <a:pt x="2563" y="43970"/>
                </a:cubicBezTo>
                <a:lnTo>
                  <a:pt x="1937" y="36688"/>
                </a:lnTo>
                <a:cubicBezTo>
                  <a:pt x="4675" y="37824"/>
                  <a:pt x="7282" y="38625"/>
                  <a:pt x="9904" y="39076"/>
                </a:cubicBezTo>
                <a:cubicBezTo>
                  <a:pt x="12467" y="39528"/>
                  <a:pt x="14972" y="39644"/>
                  <a:pt x="17477" y="39484"/>
                </a:cubicBezTo>
                <a:cubicBezTo>
                  <a:pt x="20769" y="39193"/>
                  <a:pt x="23274" y="38392"/>
                  <a:pt x="24978" y="37081"/>
                </a:cubicBezTo>
                <a:cubicBezTo>
                  <a:pt x="26638" y="35843"/>
                  <a:pt x="27425" y="34124"/>
                  <a:pt x="27265" y="32085"/>
                </a:cubicBezTo>
                <a:cubicBezTo>
                  <a:pt x="27090" y="30148"/>
                  <a:pt x="26289" y="28779"/>
                  <a:pt x="24920" y="27876"/>
                </a:cubicBezTo>
                <a:cubicBezTo>
                  <a:pt x="23565" y="26959"/>
                  <a:pt x="20652" y="26216"/>
                  <a:pt x="16225" y="25590"/>
                </a:cubicBezTo>
                <a:lnTo>
                  <a:pt x="13720" y="25255"/>
                </a:lnTo>
                <a:cubicBezTo>
                  <a:pt x="9278" y="24687"/>
                  <a:pt x="5986" y="23551"/>
                  <a:pt x="3874" y="21847"/>
                </a:cubicBezTo>
                <a:cubicBezTo>
                  <a:pt x="1821" y="20084"/>
                  <a:pt x="626" y="17579"/>
                  <a:pt x="350" y="14273"/>
                </a:cubicBezTo>
                <a:cubicBezTo>
                  <a:pt x="0" y="10239"/>
                  <a:pt x="1151" y="6991"/>
                  <a:pt x="3816" y="4544"/>
                </a:cubicBezTo>
                <a:cubicBezTo>
                  <a:pt x="6496" y="2097"/>
                  <a:pt x="10472" y="670"/>
                  <a:pt x="15715" y="218"/>
                </a:cubicBezTo>
                <a:cubicBezTo>
                  <a:pt x="18322" y="0"/>
                  <a:pt x="20769" y="0"/>
                  <a:pt x="23099" y="160"/>
                </a:cubicBezTo>
                <a:cubicBezTo>
                  <a:pt x="25444" y="335"/>
                  <a:pt x="27600" y="728"/>
                  <a:pt x="29595" y="1354"/>
                </a:cubicBezTo>
                <a:close/>
                <a:moveTo>
                  <a:pt x="29595" y="13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14532-7CC9-45E2-8129-172E8226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938" y="3407642"/>
            <a:ext cx="12118" cy="60136"/>
          </a:xfrm>
          <a:custGeom xmlns:a="http://schemas.openxmlformats.org/drawingml/2006/main">
            <a:pathLst>
              <a:path w="12118" h="60136">
                <a:moveTo>
                  <a:pt x="1427" y="17288"/>
                </a:moveTo>
                <a:lnTo>
                  <a:pt x="8418" y="16662"/>
                </a:lnTo>
                <a:lnTo>
                  <a:pt x="12118" y="59510"/>
                </a:lnTo>
                <a:lnTo>
                  <a:pt x="5068" y="60136"/>
                </a:lnTo>
                <a:lnTo>
                  <a:pt x="1427" y="17288"/>
                </a:lnTo>
                <a:close/>
                <a:moveTo>
                  <a:pt x="0" y="568"/>
                </a:moveTo>
                <a:lnTo>
                  <a:pt x="6991" y="0"/>
                </a:lnTo>
                <a:lnTo>
                  <a:pt x="7792" y="8928"/>
                </a:lnTo>
                <a:lnTo>
                  <a:pt x="743" y="9496"/>
                </a:lnTo>
                <a:lnTo>
                  <a:pt x="0" y="568"/>
                </a:lnTo>
                <a:close/>
                <a:moveTo>
                  <a:pt x="0" y="5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DFD59-7AA4-4CF8-BE56-5B66ADC1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5275" y="3420036"/>
            <a:ext cx="40897" cy="61054"/>
          </a:xfrm>
          <a:custGeom xmlns:a="http://schemas.openxmlformats.org/drawingml/2006/main">
            <a:pathLst>
              <a:path w="40897" h="61054">
                <a:moveTo>
                  <a:pt x="31794" y="21570"/>
                </a:moveTo>
                <a:cubicBezTo>
                  <a:pt x="31401" y="16443"/>
                  <a:pt x="29974" y="12584"/>
                  <a:pt x="27643" y="9962"/>
                </a:cubicBezTo>
                <a:cubicBezTo>
                  <a:pt x="25313" y="7340"/>
                  <a:pt x="22240" y="6204"/>
                  <a:pt x="18424" y="6496"/>
                </a:cubicBezTo>
                <a:cubicBezTo>
                  <a:pt x="14681" y="6831"/>
                  <a:pt x="11826" y="8476"/>
                  <a:pt x="10006" y="11448"/>
                </a:cubicBezTo>
                <a:cubicBezTo>
                  <a:pt x="8127" y="14462"/>
                  <a:pt x="7399" y="18497"/>
                  <a:pt x="7850" y="23565"/>
                </a:cubicBezTo>
                <a:cubicBezTo>
                  <a:pt x="8243" y="28677"/>
                  <a:pt x="9671" y="32493"/>
                  <a:pt x="12001" y="35158"/>
                </a:cubicBezTo>
                <a:cubicBezTo>
                  <a:pt x="14331" y="37780"/>
                  <a:pt x="17404" y="38916"/>
                  <a:pt x="21162" y="38639"/>
                </a:cubicBezTo>
                <a:cubicBezTo>
                  <a:pt x="24978" y="38290"/>
                  <a:pt x="27818" y="36644"/>
                  <a:pt x="29697" y="33629"/>
                </a:cubicBezTo>
                <a:cubicBezTo>
                  <a:pt x="31517" y="30673"/>
                  <a:pt x="32260" y="26638"/>
                  <a:pt x="31794" y="21570"/>
                </a:cubicBezTo>
                <a:close/>
                <a:moveTo>
                  <a:pt x="40271" y="37562"/>
                </a:moveTo>
                <a:cubicBezTo>
                  <a:pt x="40897" y="44844"/>
                  <a:pt x="39703" y="50407"/>
                  <a:pt x="36804" y="54223"/>
                </a:cubicBezTo>
                <a:cubicBezTo>
                  <a:pt x="33848" y="58097"/>
                  <a:pt x="29071" y="60311"/>
                  <a:pt x="22356" y="60879"/>
                </a:cubicBezTo>
                <a:cubicBezTo>
                  <a:pt x="19910" y="61054"/>
                  <a:pt x="17579" y="61054"/>
                  <a:pt x="15307" y="60879"/>
                </a:cubicBezTo>
                <a:cubicBezTo>
                  <a:pt x="13079" y="60704"/>
                  <a:pt x="10923" y="60311"/>
                  <a:pt x="8811" y="59743"/>
                </a:cubicBezTo>
                <a:lnTo>
                  <a:pt x="8185" y="52912"/>
                </a:lnTo>
                <a:cubicBezTo>
                  <a:pt x="10355" y="53830"/>
                  <a:pt x="12453" y="54515"/>
                  <a:pt x="14564" y="54849"/>
                </a:cubicBezTo>
                <a:cubicBezTo>
                  <a:pt x="16603" y="55184"/>
                  <a:pt x="18657" y="55301"/>
                  <a:pt x="20769" y="55141"/>
                </a:cubicBezTo>
                <a:cubicBezTo>
                  <a:pt x="25371" y="54733"/>
                  <a:pt x="28721" y="53262"/>
                  <a:pt x="30833" y="50640"/>
                </a:cubicBezTo>
                <a:cubicBezTo>
                  <a:pt x="32945" y="48019"/>
                  <a:pt x="33731" y="44261"/>
                  <a:pt x="33338" y="39426"/>
                </a:cubicBezTo>
                <a:lnTo>
                  <a:pt x="33047" y="35901"/>
                </a:lnTo>
                <a:cubicBezTo>
                  <a:pt x="31794" y="38581"/>
                  <a:pt x="30090" y="40620"/>
                  <a:pt x="27935" y="42047"/>
                </a:cubicBezTo>
                <a:cubicBezTo>
                  <a:pt x="25764" y="43533"/>
                  <a:pt x="23099" y="44378"/>
                  <a:pt x="19968" y="44669"/>
                </a:cubicBezTo>
                <a:cubicBezTo>
                  <a:pt x="14681" y="45062"/>
                  <a:pt x="10297" y="43475"/>
                  <a:pt x="6772" y="39717"/>
                </a:cubicBezTo>
                <a:cubicBezTo>
                  <a:pt x="3190" y="36018"/>
                  <a:pt x="1136" y="30847"/>
                  <a:pt x="568" y="24191"/>
                </a:cubicBezTo>
                <a:cubicBezTo>
                  <a:pt x="0" y="17579"/>
                  <a:pt x="1136" y="12118"/>
                  <a:pt x="4034" y="7850"/>
                </a:cubicBezTo>
                <a:cubicBezTo>
                  <a:pt x="6874" y="3583"/>
                  <a:pt x="10982" y="1194"/>
                  <a:pt x="16210" y="743"/>
                </a:cubicBezTo>
                <a:cubicBezTo>
                  <a:pt x="19400" y="524"/>
                  <a:pt x="22123" y="859"/>
                  <a:pt x="24512" y="1937"/>
                </a:cubicBezTo>
                <a:cubicBezTo>
                  <a:pt x="26900" y="3015"/>
                  <a:pt x="28896" y="4733"/>
                  <a:pt x="30600" y="7122"/>
                </a:cubicBezTo>
                <a:lnTo>
                  <a:pt x="30032" y="626"/>
                </a:lnTo>
                <a:lnTo>
                  <a:pt x="37096" y="0"/>
                </a:lnTo>
                <a:lnTo>
                  <a:pt x="40271" y="37562"/>
                </a:lnTo>
                <a:close/>
                <a:moveTo>
                  <a:pt x="40271" y="3756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AC981-A2D9-4E79-A0F6-7A4DEA2B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173" y="3401554"/>
            <a:ext cx="40955" cy="60136"/>
          </a:xfrm>
          <a:custGeom xmlns:a="http://schemas.openxmlformats.org/drawingml/2006/main">
            <a:pathLst>
              <a:path w="40955" h="60136">
                <a:moveTo>
                  <a:pt x="38741" y="31226"/>
                </a:moveTo>
                <a:lnTo>
                  <a:pt x="40955" y="57122"/>
                </a:lnTo>
                <a:lnTo>
                  <a:pt x="33906" y="57690"/>
                </a:lnTo>
                <a:lnTo>
                  <a:pt x="31736" y="32027"/>
                </a:lnTo>
                <a:cubicBezTo>
                  <a:pt x="31401" y="27993"/>
                  <a:pt x="30323" y="25036"/>
                  <a:pt x="28604" y="23157"/>
                </a:cubicBezTo>
                <a:cubicBezTo>
                  <a:pt x="26842" y="21279"/>
                  <a:pt x="24395" y="20478"/>
                  <a:pt x="21220" y="20769"/>
                </a:cubicBezTo>
                <a:cubicBezTo>
                  <a:pt x="17404" y="21046"/>
                  <a:pt x="14506" y="22531"/>
                  <a:pt x="12511" y="25138"/>
                </a:cubicBezTo>
                <a:cubicBezTo>
                  <a:pt x="10515" y="27760"/>
                  <a:pt x="9729" y="31124"/>
                  <a:pt x="10064" y="35333"/>
                </a:cubicBezTo>
                <a:lnTo>
                  <a:pt x="12176" y="59568"/>
                </a:lnTo>
                <a:lnTo>
                  <a:pt x="5054" y="60136"/>
                </a:lnTo>
                <a:lnTo>
                  <a:pt x="0" y="626"/>
                </a:lnTo>
                <a:lnTo>
                  <a:pt x="7049" y="0"/>
                </a:lnTo>
                <a:lnTo>
                  <a:pt x="9044" y="23318"/>
                </a:lnTo>
                <a:cubicBezTo>
                  <a:pt x="10515" y="20652"/>
                  <a:pt x="12336" y="18540"/>
                  <a:pt x="14506" y="17069"/>
                </a:cubicBezTo>
                <a:cubicBezTo>
                  <a:pt x="16720" y="15584"/>
                  <a:pt x="19283" y="14739"/>
                  <a:pt x="22240" y="14506"/>
                </a:cubicBezTo>
                <a:cubicBezTo>
                  <a:pt x="27192" y="14055"/>
                  <a:pt x="31051" y="15249"/>
                  <a:pt x="33848" y="18089"/>
                </a:cubicBezTo>
                <a:cubicBezTo>
                  <a:pt x="36629" y="20929"/>
                  <a:pt x="38275" y="25313"/>
                  <a:pt x="38741" y="31226"/>
                </a:cubicBezTo>
                <a:close/>
                <a:moveTo>
                  <a:pt x="38741" y="312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4C07D-D2F5-40D2-B848-300ED411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254" y="3401831"/>
            <a:ext cx="30381" cy="54849"/>
          </a:xfrm>
          <a:custGeom xmlns:a="http://schemas.openxmlformats.org/drawingml/2006/main">
            <a:pathLst>
              <a:path w="30381" h="54849">
                <a:moveTo>
                  <a:pt x="11200" y="0"/>
                </a:moveTo>
                <a:lnTo>
                  <a:pt x="12220" y="12176"/>
                </a:lnTo>
                <a:lnTo>
                  <a:pt x="26740" y="10923"/>
                </a:lnTo>
                <a:lnTo>
                  <a:pt x="27192" y="16385"/>
                </a:lnTo>
                <a:lnTo>
                  <a:pt x="12686" y="17637"/>
                </a:lnTo>
                <a:lnTo>
                  <a:pt x="14666" y="40911"/>
                </a:lnTo>
                <a:cubicBezTo>
                  <a:pt x="14958" y="44378"/>
                  <a:pt x="15642" y="46606"/>
                  <a:pt x="16662" y="47509"/>
                </a:cubicBezTo>
                <a:cubicBezTo>
                  <a:pt x="17739" y="48427"/>
                  <a:pt x="19735" y="48762"/>
                  <a:pt x="22633" y="48529"/>
                </a:cubicBezTo>
                <a:lnTo>
                  <a:pt x="29857" y="47902"/>
                </a:lnTo>
                <a:lnTo>
                  <a:pt x="30381" y="53772"/>
                </a:lnTo>
                <a:lnTo>
                  <a:pt x="23143" y="54398"/>
                </a:lnTo>
                <a:cubicBezTo>
                  <a:pt x="17739" y="54849"/>
                  <a:pt x="13880" y="54165"/>
                  <a:pt x="11652" y="52344"/>
                </a:cubicBezTo>
                <a:cubicBezTo>
                  <a:pt x="9379" y="50466"/>
                  <a:pt x="8069" y="46883"/>
                  <a:pt x="7617" y="41538"/>
                </a:cubicBezTo>
                <a:lnTo>
                  <a:pt x="5622" y="18264"/>
                </a:lnTo>
                <a:lnTo>
                  <a:pt x="451" y="18672"/>
                </a:lnTo>
                <a:lnTo>
                  <a:pt x="0" y="13210"/>
                </a:lnTo>
                <a:lnTo>
                  <a:pt x="5170" y="12744"/>
                </a:lnTo>
                <a:lnTo>
                  <a:pt x="4151" y="568"/>
                </a:lnTo>
                <a:lnTo>
                  <a:pt x="11200" y="0"/>
                </a:lnTo>
                <a:close/>
                <a:moveTo>
                  <a:pt x="112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6BF39-4F13-40E8-866C-2E7A1AB4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044" y="3409579"/>
            <a:ext cx="34823" cy="45572"/>
          </a:xfrm>
          <a:custGeom xmlns:a="http://schemas.openxmlformats.org/drawingml/2006/main">
            <a:pathLst>
              <a:path w="34823" h="45572">
                <a:moveTo>
                  <a:pt x="29639" y="1354"/>
                </a:moveTo>
                <a:lnTo>
                  <a:pt x="30207" y="8010"/>
                </a:lnTo>
                <a:cubicBezTo>
                  <a:pt x="28109" y="7166"/>
                  <a:pt x="25997" y="6539"/>
                  <a:pt x="23784" y="6248"/>
                </a:cubicBezTo>
                <a:cubicBezTo>
                  <a:pt x="21614" y="5913"/>
                  <a:pt x="19400" y="5855"/>
                  <a:pt x="17069" y="6030"/>
                </a:cubicBezTo>
                <a:cubicBezTo>
                  <a:pt x="13603" y="6306"/>
                  <a:pt x="11040" y="7107"/>
                  <a:pt x="9336" y="8302"/>
                </a:cubicBezTo>
                <a:cubicBezTo>
                  <a:pt x="7675" y="9496"/>
                  <a:pt x="6933" y="11200"/>
                  <a:pt x="7166" y="13370"/>
                </a:cubicBezTo>
                <a:cubicBezTo>
                  <a:pt x="7282" y="14958"/>
                  <a:pt x="8025" y="16210"/>
                  <a:pt x="9336" y="17055"/>
                </a:cubicBezTo>
                <a:cubicBezTo>
                  <a:pt x="10690" y="17856"/>
                  <a:pt x="13254" y="18540"/>
                  <a:pt x="17128" y="19050"/>
                </a:cubicBezTo>
                <a:lnTo>
                  <a:pt x="19575" y="19400"/>
                </a:lnTo>
                <a:cubicBezTo>
                  <a:pt x="24628" y="20026"/>
                  <a:pt x="28328" y="21220"/>
                  <a:pt x="30614" y="23041"/>
                </a:cubicBezTo>
                <a:cubicBezTo>
                  <a:pt x="32886" y="24803"/>
                  <a:pt x="34197" y="27410"/>
                  <a:pt x="34474" y="30891"/>
                </a:cubicBezTo>
                <a:cubicBezTo>
                  <a:pt x="34823" y="34867"/>
                  <a:pt x="33513" y="38173"/>
                  <a:pt x="30556" y="40780"/>
                </a:cubicBezTo>
                <a:cubicBezTo>
                  <a:pt x="27585" y="43344"/>
                  <a:pt x="23376" y="44887"/>
                  <a:pt x="17856" y="45339"/>
                </a:cubicBezTo>
                <a:cubicBezTo>
                  <a:pt x="15526" y="45572"/>
                  <a:pt x="13137" y="45514"/>
                  <a:pt x="10632" y="45281"/>
                </a:cubicBezTo>
                <a:cubicBezTo>
                  <a:pt x="8083" y="45048"/>
                  <a:pt x="5403" y="44596"/>
                  <a:pt x="2563" y="43970"/>
                </a:cubicBezTo>
                <a:lnTo>
                  <a:pt x="1995" y="36688"/>
                </a:lnTo>
                <a:cubicBezTo>
                  <a:pt x="4661" y="37824"/>
                  <a:pt x="7340" y="38625"/>
                  <a:pt x="9904" y="39076"/>
                </a:cubicBezTo>
                <a:cubicBezTo>
                  <a:pt x="12511" y="39528"/>
                  <a:pt x="15016" y="39644"/>
                  <a:pt x="17521" y="39426"/>
                </a:cubicBezTo>
                <a:cubicBezTo>
                  <a:pt x="20827" y="39135"/>
                  <a:pt x="23332" y="38392"/>
                  <a:pt x="24978" y="37096"/>
                </a:cubicBezTo>
                <a:cubicBezTo>
                  <a:pt x="26682" y="35785"/>
                  <a:pt x="27483" y="34124"/>
                  <a:pt x="27250" y="32085"/>
                </a:cubicBezTo>
                <a:cubicBezTo>
                  <a:pt x="27133" y="30148"/>
                  <a:pt x="26347" y="28721"/>
                  <a:pt x="24978" y="27818"/>
                </a:cubicBezTo>
                <a:cubicBezTo>
                  <a:pt x="23609" y="26900"/>
                  <a:pt x="20711" y="26172"/>
                  <a:pt x="16268" y="25590"/>
                </a:cubicBezTo>
                <a:lnTo>
                  <a:pt x="13763" y="25255"/>
                </a:lnTo>
                <a:cubicBezTo>
                  <a:pt x="9336" y="24687"/>
                  <a:pt x="6030" y="23551"/>
                  <a:pt x="3918" y="21847"/>
                </a:cubicBezTo>
                <a:cubicBezTo>
                  <a:pt x="1821" y="20084"/>
                  <a:pt x="626" y="17579"/>
                  <a:pt x="335" y="14215"/>
                </a:cubicBezTo>
                <a:cubicBezTo>
                  <a:pt x="0" y="10181"/>
                  <a:pt x="1194" y="6991"/>
                  <a:pt x="3874" y="4544"/>
                </a:cubicBezTo>
                <a:cubicBezTo>
                  <a:pt x="6539" y="2097"/>
                  <a:pt x="10472" y="685"/>
                  <a:pt x="15759" y="218"/>
                </a:cubicBezTo>
                <a:cubicBezTo>
                  <a:pt x="18322" y="0"/>
                  <a:pt x="20827" y="0"/>
                  <a:pt x="23157" y="160"/>
                </a:cubicBezTo>
                <a:cubicBezTo>
                  <a:pt x="25488" y="335"/>
                  <a:pt x="27643" y="728"/>
                  <a:pt x="29639" y="1354"/>
                </a:cubicBezTo>
                <a:close/>
                <a:moveTo>
                  <a:pt x="29639" y="13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CDDC0-5132-43E0-8DF0-1E476DF4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547" y="3390806"/>
            <a:ext cx="48878" cy="60297"/>
          </a:xfrm>
          <a:custGeom xmlns:a="http://schemas.openxmlformats.org/drawingml/2006/main">
            <a:pathLst>
              <a:path w="48878" h="60297">
                <a:moveTo>
                  <a:pt x="44771" y="4151"/>
                </a:moveTo>
                <a:lnTo>
                  <a:pt x="45455" y="12278"/>
                </a:lnTo>
                <a:cubicBezTo>
                  <a:pt x="42674" y="10122"/>
                  <a:pt x="39717" y="8535"/>
                  <a:pt x="36702" y="7617"/>
                </a:cubicBezTo>
                <a:cubicBezTo>
                  <a:pt x="33629" y="6656"/>
                  <a:pt x="30440" y="6306"/>
                  <a:pt x="27133" y="6598"/>
                </a:cubicBezTo>
                <a:cubicBezTo>
                  <a:pt x="20594" y="7166"/>
                  <a:pt x="15759" y="9554"/>
                  <a:pt x="12627" y="13880"/>
                </a:cubicBezTo>
                <a:cubicBezTo>
                  <a:pt x="9511" y="18147"/>
                  <a:pt x="8258" y="24060"/>
                  <a:pt x="8928" y="31619"/>
                </a:cubicBezTo>
                <a:cubicBezTo>
                  <a:pt x="9554" y="39135"/>
                  <a:pt x="11783" y="44771"/>
                  <a:pt x="15598" y="48470"/>
                </a:cubicBezTo>
                <a:cubicBezTo>
                  <a:pt x="19400" y="52170"/>
                  <a:pt x="24585" y="53699"/>
                  <a:pt x="31124" y="53131"/>
                </a:cubicBezTo>
                <a:cubicBezTo>
                  <a:pt x="34416" y="52840"/>
                  <a:pt x="37489" y="51995"/>
                  <a:pt x="40343" y="50568"/>
                </a:cubicBezTo>
                <a:cubicBezTo>
                  <a:pt x="43183" y="49097"/>
                  <a:pt x="45805" y="47043"/>
                  <a:pt x="48194" y="44421"/>
                </a:cubicBezTo>
                <a:lnTo>
                  <a:pt x="48878" y="52505"/>
                </a:lnTo>
                <a:cubicBezTo>
                  <a:pt x="46373" y="54558"/>
                  <a:pt x="43577" y="56204"/>
                  <a:pt x="40620" y="57340"/>
                </a:cubicBezTo>
                <a:cubicBezTo>
                  <a:pt x="37722" y="58534"/>
                  <a:pt x="34532" y="59277"/>
                  <a:pt x="31182" y="59554"/>
                </a:cubicBezTo>
                <a:cubicBezTo>
                  <a:pt x="22531" y="60297"/>
                  <a:pt x="15482" y="58199"/>
                  <a:pt x="10079" y="53364"/>
                </a:cubicBezTo>
                <a:cubicBezTo>
                  <a:pt x="4675" y="48470"/>
                  <a:pt x="1544" y="41465"/>
                  <a:pt x="743" y="32304"/>
                </a:cubicBezTo>
                <a:cubicBezTo>
                  <a:pt x="0" y="23099"/>
                  <a:pt x="1879" y="15700"/>
                  <a:pt x="6379" y="9947"/>
                </a:cubicBezTo>
                <a:cubicBezTo>
                  <a:pt x="10923" y="4267"/>
                  <a:pt x="17463" y="1020"/>
                  <a:pt x="26114" y="277"/>
                </a:cubicBezTo>
                <a:cubicBezTo>
                  <a:pt x="29537" y="0"/>
                  <a:pt x="32828" y="160"/>
                  <a:pt x="35901" y="786"/>
                </a:cubicBezTo>
                <a:cubicBezTo>
                  <a:pt x="39033" y="1471"/>
                  <a:pt x="41989" y="2549"/>
                  <a:pt x="44771" y="4151"/>
                </a:cubicBezTo>
                <a:close/>
                <a:moveTo>
                  <a:pt x="44771" y="41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6377F-AE17-42D1-BCFD-6D4FAA4D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965" y="3400870"/>
            <a:ext cx="40504" cy="46082"/>
          </a:xfrm>
          <a:custGeom xmlns:a="http://schemas.openxmlformats.org/drawingml/2006/main">
            <a:pathLst>
              <a:path w="40504" h="46082">
                <a:moveTo>
                  <a:pt x="18832" y="6481"/>
                </a:moveTo>
                <a:cubicBezTo>
                  <a:pt x="15074" y="6831"/>
                  <a:pt x="12234" y="8535"/>
                  <a:pt x="10297" y="11666"/>
                </a:cubicBezTo>
                <a:cubicBezTo>
                  <a:pt x="8360" y="14797"/>
                  <a:pt x="7559" y="18948"/>
                  <a:pt x="8025" y="24060"/>
                </a:cubicBezTo>
                <a:cubicBezTo>
                  <a:pt x="8476" y="29187"/>
                  <a:pt x="9904" y="33163"/>
                  <a:pt x="12351" y="35901"/>
                </a:cubicBezTo>
                <a:cubicBezTo>
                  <a:pt x="14739" y="38683"/>
                  <a:pt x="17856" y="39877"/>
                  <a:pt x="21672" y="39542"/>
                </a:cubicBezTo>
                <a:cubicBezTo>
                  <a:pt x="25429" y="39251"/>
                  <a:pt x="28269" y="37489"/>
                  <a:pt x="30207" y="34357"/>
                </a:cubicBezTo>
                <a:cubicBezTo>
                  <a:pt x="32144" y="31241"/>
                  <a:pt x="32886" y="27075"/>
                  <a:pt x="32479" y="22021"/>
                </a:cubicBezTo>
                <a:cubicBezTo>
                  <a:pt x="32027" y="16895"/>
                  <a:pt x="30600" y="12977"/>
                  <a:pt x="28153" y="10181"/>
                </a:cubicBezTo>
                <a:cubicBezTo>
                  <a:pt x="25721" y="7399"/>
                  <a:pt x="22589" y="6204"/>
                  <a:pt x="18832" y="6481"/>
                </a:cubicBezTo>
                <a:close/>
                <a:moveTo>
                  <a:pt x="18322" y="510"/>
                </a:moveTo>
                <a:cubicBezTo>
                  <a:pt x="24468" y="0"/>
                  <a:pt x="29464" y="1588"/>
                  <a:pt x="33280" y="5287"/>
                </a:cubicBezTo>
                <a:cubicBezTo>
                  <a:pt x="37096" y="8986"/>
                  <a:pt x="39309" y="14331"/>
                  <a:pt x="39936" y="21337"/>
                </a:cubicBezTo>
                <a:cubicBezTo>
                  <a:pt x="40504" y="28386"/>
                  <a:pt x="39251" y="34022"/>
                  <a:pt x="36061" y="38348"/>
                </a:cubicBezTo>
                <a:cubicBezTo>
                  <a:pt x="32945" y="42615"/>
                  <a:pt x="28269" y="45004"/>
                  <a:pt x="22182" y="45514"/>
                </a:cubicBezTo>
                <a:cubicBezTo>
                  <a:pt x="16035" y="46082"/>
                  <a:pt x="11040" y="44494"/>
                  <a:pt x="7224" y="40795"/>
                </a:cubicBezTo>
                <a:cubicBezTo>
                  <a:pt x="3408" y="37096"/>
                  <a:pt x="1194" y="31692"/>
                  <a:pt x="568" y="24687"/>
                </a:cubicBezTo>
                <a:cubicBezTo>
                  <a:pt x="0" y="17696"/>
                  <a:pt x="1253" y="12001"/>
                  <a:pt x="4384" y="7734"/>
                </a:cubicBezTo>
                <a:cubicBezTo>
                  <a:pt x="7559" y="3466"/>
                  <a:pt x="12176" y="1078"/>
                  <a:pt x="18322" y="510"/>
                </a:cubicBezTo>
                <a:close/>
                <a:moveTo>
                  <a:pt x="18322" y="5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7666F-B0D6-4DAC-B335-6A2F878E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55" y="3394272"/>
            <a:ext cx="66224" cy="48354"/>
          </a:xfrm>
          <a:custGeom xmlns:a="http://schemas.openxmlformats.org/drawingml/2006/main">
            <a:pathLst>
              <a:path w="66224" h="48354">
                <a:moveTo>
                  <a:pt x="34372" y="10865"/>
                </a:moveTo>
                <a:cubicBezTo>
                  <a:pt x="35843" y="7559"/>
                  <a:pt x="37722" y="5068"/>
                  <a:pt x="40052" y="3350"/>
                </a:cubicBezTo>
                <a:cubicBezTo>
                  <a:pt x="42382" y="1646"/>
                  <a:pt x="45237" y="626"/>
                  <a:pt x="48529" y="335"/>
                </a:cubicBezTo>
                <a:cubicBezTo>
                  <a:pt x="52971" y="0"/>
                  <a:pt x="56554" y="1253"/>
                  <a:pt x="59292" y="4151"/>
                </a:cubicBezTo>
                <a:cubicBezTo>
                  <a:pt x="61957" y="7049"/>
                  <a:pt x="63559" y="11433"/>
                  <a:pt x="64011" y="17186"/>
                </a:cubicBezTo>
                <a:lnTo>
                  <a:pt x="66224" y="43067"/>
                </a:lnTo>
                <a:lnTo>
                  <a:pt x="59175" y="43635"/>
                </a:lnTo>
                <a:lnTo>
                  <a:pt x="56947" y="18031"/>
                </a:lnTo>
                <a:cubicBezTo>
                  <a:pt x="56612" y="13880"/>
                  <a:pt x="55651" y="10923"/>
                  <a:pt x="53990" y="9044"/>
                </a:cubicBezTo>
                <a:cubicBezTo>
                  <a:pt x="52403" y="7166"/>
                  <a:pt x="50072" y="6365"/>
                  <a:pt x="47116" y="6656"/>
                </a:cubicBezTo>
                <a:cubicBezTo>
                  <a:pt x="43475" y="6933"/>
                  <a:pt x="40678" y="8418"/>
                  <a:pt x="38741" y="11040"/>
                </a:cubicBezTo>
                <a:cubicBezTo>
                  <a:pt x="36877" y="13589"/>
                  <a:pt x="36076" y="17011"/>
                  <a:pt x="36411" y="21162"/>
                </a:cubicBezTo>
                <a:lnTo>
                  <a:pt x="38465" y="45397"/>
                </a:lnTo>
                <a:lnTo>
                  <a:pt x="31415" y="46023"/>
                </a:lnTo>
                <a:lnTo>
                  <a:pt x="29245" y="20361"/>
                </a:lnTo>
                <a:cubicBezTo>
                  <a:pt x="28852" y="16268"/>
                  <a:pt x="27876" y="13254"/>
                  <a:pt x="26289" y="11375"/>
                </a:cubicBezTo>
                <a:cubicBezTo>
                  <a:pt x="24643" y="9554"/>
                  <a:pt x="22313" y="8753"/>
                  <a:pt x="19298" y="8986"/>
                </a:cubicBezTo>
                <a:cubicBezTo>
                  <a:pt x="15700" y="9321"/>
                  <a:pt x="12919" y="10749"/>
                  <a:pt x="10982" y="13370"/>
                </a:cubicBezTo>
                <a:cubicBezTo>
                  <a:pt x="9103" y="15992"/>
                  <a:pt x="8316" y="19400"/>
                  <a:pt x="8651" y="23551"/>
                </a:cubicBezTo>
                <a:lnTo>
                  <a:pt x="10763" y="47786"/>
                </a:lnTo>
                <a:lnTo>
                  <a:pt x="3641" y="48354"/>
                </a:lnTo>
                <a:lnTo>
                  <a:pt x="0" y="5520"/>
                </a:lnTo>
                <a:lnTo>
                  <a:pt x="7122" y="4894"/>
                </a:lnTo>
                <a:lnTo>
                  <a:pt x="7690" y="11608"/>
                </a:lnTo>
                <a:cubicBezTo>
                  <a:pt x="9044" y="8811"/>
                  <a:pt x="10807" y="6714"/>
                  <a:pt x="12919" y="5287"/>
                </a:cubicBezTo>
                <a:cubicBezTo>
                  <a:pt x="15074" y="3816"/>
                  <a:pt x="17696" y="2957"/>
                  <a:pt x="20769" y="2724"/>
                </a:cubicBezTo>
                <a:cubicBezTo>
                  <a:pt x="23900" y="2447"/>
                  <a:pt x="26624" y="3015"/>
                  <a:pt x="28910" y="4442"/>
                </a:cubicBezTo>
                <a:cubicBezTo>
                  <a:pt x="31241" y="5797"/>
                  <a:pt x="33061" y="7967"/>
                  <a:pt x="34372" y="10865"/>
                </a:cubicBezTo>
                <a:close/>
                <a:moveTo>
                  <a:pt x="34372" y="108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DFBBA-91D7-4391-A9DE-DA2C3C7D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801" y="3390063"/>
            <a:ext cx="40737" cy="62408"/>
          </a:xfrm>
          <a:custGeom xmlns:a="http://schemas.openxmlformats.org/drawingml/2006/main">
            <a:pathLst>
              <a:path w="40737" h="62408">
                <a:moveTo>
                  <a:pt x="10195" y="39076"/>
                </a:moveTo>
                <a:lnTo>
                  <a:pt x="12132" y="61782"/>
                </a:lnTo>
                <a:lnTo>
                  <a:pt x="5010" y="62408"/>
                </a:lnTo>
                <a:lnTo>
                  <a:pt x="0" y="3233"/>
                </a:lnTo>
                <a:lnTo>
                  <a:pt x="7064" y="2607"/>
                </a:lnTo>
                <a:lnTo>
                  <a:pt x="7632" y="9161"/>
                </a:lnTo>
                <a:cubicBezTo>
                  <a:pt x="8884" y="6481"/>
                  <a:pt x="10588" y="4428"/>
                  <a:pt x="12758" y="2957"/>
                </a:cubicBezTo>
                <a:cubicBezTo>
                  <a:pt x="14914" y="1529"/>
                  <a:pt x="17594" y="685"/>
                  <a:pt x="20711" y="451"/>
                </a:cubicBezTo>
                <a:cubicBezTo>
                  <a:pt x="25895" y="0"/>
                  <a:pt x="30338" y="1704"/>
                  <a:pt x="33920" y="5578"/>
                </a:cubicBezTo>
                <a:cubicBezTo>
                  <a:pt x="37503" y="9379"/>
                  <a:pt x="39601" y="14681"/>
                  <a:pt x="40169" y="21439"/>
                </a:cubicBezTo>
                <a:cubicBezTo>
                  <a:pt x="40737" y="28153"/>
                  <a:pt x="39601" y="33731"/>
                  <a:pt x="36702" y="38173"/>
                </a:cubicBezTo>
                <a:cubicBezTo>
                  <a:pt x="33804" y="42557"/>
                  <a:pt x="29755" y="45004"/>
                  <a:pt x="24526" y="45455"/>
                </a:cubicBezTo>
                <a:cubicBezTo>
                  <a:pt x="21395" y="45688"/>
                  <a:pt x="18672" y="45281"/>
                  <a:pt x="16283" y="44261"/>
                </a:cubicBezTo>
                <a:cubicBezTo>
                  <a:pt x="13894" y="43242"/>
                  <a:pt x="11899" y="41465"/>
                  <a:pt x="10195" y="39076"/>
                </a:cubicBezTo>
                <a:close/>
                <a:moveTo>
                  <a:pt x="32886" y="22065"/>
                </a:moveTo>
                <a:cubicBezTo>
                  <a:pt x="32435" y="16895"/>
                  <a:pt x="31008" y="12919"/>
                  <a:pt x="28619" y="10122"/>
                </a:cubicBezTo>
                <a:cubicBezTo>
                  <a:pt x="26230" y="7399"/>
                  <a:pt x="23216" y="6146"/>
                  <a:pt x="19458" y="6481"/>
                </a:cubicBezTo>
                <a:cubicBezTo>
                  <a:pt x="15773" y="6772"/>
                  <a:pt x="12919" y="8535"/>
                  <a:pt x="11040" y="11666"/>
                </a:cubicBezTo>
                <a:cubicBezTo>
                  <a:pt x="9161" y="14783"/>
                  <a:pt x="8491" y="18948"/>
                  <a:pt x="8884" y="24119"/>
                </a:cubicBezTo>
                <a:cubicBezTo>
                  <a:pt x="9336" y="29245"/>
                  <a:pt x="10763" y="33221"/>
                  <a:pt x="13152" y="36003"/>
                </a:cubicBezTo>
                <a:cubicBezTo>
                  <a:pt x="15540" y="38741"/>
                  <a:pt x="18555" y="39994"/>
                  <a:pt x="22313" y="39644"/>
                </a:cubicBezTo>
                <a:cubicBezTo>
                  <a:pt x="26012" y="39368"/>
                  <a:pt x="28852" y="37664"/>
                  <a:pt x="30731" y="34532"/>
                </a:cubicBezTo>
                <a:cubicBezTo>
                  <a:pt x="32610" y="31401"/>
                  <a:pt x="33294" y="27250"/>
                  <a:pt x="32886" y="22065"/>
                </a:cubicBezTo>
                <a:close/>
                <a:moveTo>
                  <a:pt x="32886" y="220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8F0DC-EC06-462E-8C93-965A9F84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539" y="3386130"/>
            <a:ext cx="25648" cy="45805"/>
          </a:xfrm>
          <a:custGeom xmlns:a="http://schemas.openxmlformats.org/drawingml/2006/main">
            <a:pathLst>
              <a:path w="25648" h="45805">
                <a:moveTo>
                  <a:pt x="25648" y="7340"/>
                </a:moveTo>
                <a:cubicBezTo>
                  <a:pt x="24861" y="7005"/>
                  <a:pt x="23944" y="6714"/>
                  <a:pt x="22983" y="6598"/>
                </a:cubicBezTo>
                <a:cubicBezTo>
                  <a:pt x="22065" y="6437"/>
                  <a:pt x="21046" y="6437"/>
                  <a:pt x="19910" y="6496"/>
                </a:cubicBezTo>
                <a:cubicBezTo>
                  <a:pt x="15919" y="6831"/>
                  <a:pt x="12962" y="8418"/>
                  <a:pt x="11084" y="11156"/>
                </a:cubicBezTo>
                <a:cubicBezTo>
                  <a:pt x="9146" y="13938"/>
                  <a:pt x="8418" y="17754"/>
                  <a:pt x="8811" y="22589"/>
                </a:cubicBezTo>
                <a:lnTo>
                  <a:pt x="10749" y="45179"/>
                </a:lnTo>
                <a:lnTo>
                  <a:pt x="3641" y="45805"/>
                </a:lnTo>
                <a:lnTo>
                  <a:pt x="0" y="2898"/>
                </a:lnTo>
                <a:lnTo>
                  <a:pt x="7107" y="2330"/>
                </a:lnTo>
                <a:lnTo>
                  <a:pt x="7675" y="8986"/>
                </a:lnTo>
                <a:cubicBezTo>
                  <a:pt x="8928" y="6263"/>
                  <a:pt x="10690" y="4151"/>
                  <a:pt x="12962" y="2680"/>
                </a:cubicBezTo>
                <a:cubicBezTo>
                  <a:pt x="15191" y="1253"/>
                  <a:pt x="18031" y="350"/>
                  <a:pt x="21439" y="58"/>
                </a:cubicBezTo>
                <a:cubicBezTo>
                  <a:pt x="21890" y="0"/>
                  <a:pt x="22473" y="0"/>
                  <a:pt x="23041" y="0"/>
                </a:cubicBezTo>
                <a:cubicBezTo>
                  <a:pt x="23667" y="58"/>
                  <a:pt x="24293" y="58"/>
                  <a:pt x="25022" y="175"/>
                </a:cubicBezTo>
                <a:lnTo>
                  <a:pt x="25648" y="7340"/>
                </a:lnTo>
                <a:close/>
                <a:moveTo>
                  <a:pt x="25648" y="73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B62CA-7A8C-428F-97BD-0868B992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493" y="3383407"/>
            <a:ext cx="40387" cy="45965"/>
          </a:xfrm>
          <a:custGeom xmlns:a="http://schemas.openxmlformats.org/drawingml/2006/main">
            <a:pathLst>
              <a:path w="40387" h="45965">
                <a:moveTo>
                  <a:pt x="40110" y="19575"/>
                </a:moveTo>
                <a:lnTo>
                  <a:pt x="40387" y="23041"/>
                </a:lnTo>
                <a:lnTo>
                  <a:pt x="8025" y="25764"/>
                </a:lnTo>
                <a:cubicBezTo>
                  <a:pt x="8753" y="30600"/>
                  <a:pt x="10530" y="34183"/>
                  <a:pt x="13370" y="36469"/>
                </a:cubicBezTo>
                <a:cubicBezTo>
                  <a:pt x="16210" y="38800"/>
                  <a:pt x="19910" y="39761"/>
                  <a:pt x="24628" y="39368"/>
                </a:cubicBezTo>
                <a:cubicBezTo>
                  <a:pt x="27308" y="39135"/>
                  <a:pt x="29930" y="38567"/>
                  <a:pt x="32377" y="37722"/>
                </a:cubicBezTo>
                <a:cubicBezTo>
                  <a:pt x="34867" y="36804"/>
                  <a:pt x="37314" y="35610"/>
                  <a:pt x="39703" y="34081"/>
                </a:cubicBezTo>
                <a:lnTo>
                  <a:pt x="40271" y="40737"/>
                </a:lnTo>
                <a:cubicBezTo>
                  <a:pt x="37824" y="42033"/>
                  <a:pt x="35333" y="43067"/>
                  <a:pt x="32712" y="43853"/>
                </a:cubicBezTo>
                <a:cubicBezTo>
                  <a:pt x="30090" y="44654"/>
                  <a:pt x="27425" y="45164"/>
                  <a:pt x="24687" y="45397"/>
                </a:cubicBezTo>
                <a:cubicBezTo>
                  <a:pt x="17856" y="45965"/>
                  <a:pt x="12292" y="44436"/>
                  <a:pt x="7967" y="40795"/>
                </a:cubicBezTo>
                <a:cubicBezTo>
                  <a:pt x="3641" y="37154"/>
                  <a:pt x="1136" y="31911"/>
                  <a:pt x="568" y="25138"/>
                </a:cubicBezTo>
                <a:cubicBezTo>
                  <a:pt x="0" y="18147"/>
                  <a:pt x="1413" y="12394"/>
                  <a:pt x="4835" y="7967"/>
                </a:cubicBezTo>
                <a:cubicBezTo>
                  <a:pt x="8302" y="3525"/>
                  <a:pt x="13195" y="1020"/>
                  <a:pt x="19618" y="510"/>
                </a:cubicBezTo>
                <a:cubicBezTo>
                  <a:pt x="25429" y="0"/>
                  <a:pt x="30148" y="1471"/>
                  <a:pt x="33789" y="4894"/>
                </a:cubicBezTo>
                <a:cubicBezTo>
                  <a:pt x="37489" y="8302"/>
                  <a:pt x="39601" y="13195"/>
                  <a:pt x="40110" y="19575"/>
                </a:cubicBezTo>
                <a:close/>
                <a:moveTo>
                  <a:pt x="32886" y="18089"/>
                </a:moveTo>
                <a:cubicBezTo>
                  <a:pt x="32537" y="14273"/>
                  <a:pt x="31168" y="11317"/>
                  <a:pt x="28896" y="9161"/>
                </a:cubicBezTo>
                <a:cubicBezTo>
                  <a:pt x="26565" y="7049"/>
                  <a:pt x="23725" y="6146"/>
                  <a:pt x="20245" y="6423"/>
                </a:cubicBezTo>
                <a:cubicBezTo>
                  <a:pt x="16327" y="6772"/>
                  <a:pt x="13254" y="8127"/>
                  <a:pt x="11098" y="10574"/>
                </a:cubicBezTo>
                <a:cubicBezTo>
                  <a:pt x="8928" y="12962"/>
                  <a:pt x="7792" y="16210"/>
                  <a:pt x="7792" y="20303"/>
                </a:cubicBezTo>
                <a:lnTo>
                  <a:pt x="32886" y="18089"/>
                </a:lnTo>
                <a:close/>
                <a:moveTo>
                  <a:pt x="32886" y="180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4E523-A5A9-46F8-9E73-66077E1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278" y="3379926"/>
            <a:ext cx="34823" cy="45572"/>
          </a:xfrm>
          <a:custGeom xmlns:a="http://schemas.openxmlformats.org/drawingml/2006/main">
            <a:pathLst>
              <a:path w="34823" h="45572">
                <a:moveTo>
                  <a:pt x="29639" y="1369"/>
                </a:moveTo>
                <a:lnTo>
                  <a:pt x="30207" y="8025"/>
                </a:lnTo>
                <a:cubicBezTo>
                  <a:pt x="28109" y="7180"/>
                  <a:pt x="25997" y="6554"/>
                  <a:pt x="23784" y="6263"/>
                </a:cubicBezTo>
                <a:cubicBezTo>
                  <a:pt x="21614" y="5928"/>
                  <a:pt x="19400" y="5869"/>
                  <a:pt x="17069" y="6044"/>
                </a:cubicBezTo>
                <a:cubicBezTo>
                  <a:pt x="13603" y="6321"/>
                  <a:pt x="11040" y="7122"/>
                  <a:pt x="9336" y="8316"/>
                </a:cubicBezTo>
                <a:cubicBezTo>
                  <a:pt x="7675" y="9511"/>
                  <a:pt x="6947" y="11215"/>
                  <a:pt x="7166" y="13370"/>
                </a:cubicBezTo>
                <a:cubicBezTo>
                  <a:pt x="7282" y="14972"/>
                  <a:pt x="8025" y="16225"/>
                  <a:pt x="9336" y="17069"/>
                </a:cubicBezTo>
                <a:cubicBezTo>
                  <a:pt x="10690" y="17871"/>
                  <a:pt x="13254" y="18555"/>
                  <a:pt x="17128" y="19065"/>
                </a:cubicBezTo>
                <a:lnTo>
                  <a:pt x="19575" y="19414"/>
                </a:lnTo>
                <a:cubicBezTo>
                  <a:pt x="24643" y="20026"/>
                  <a:pt x="28328" y="21220"/>
                  <a:pt x="30614" y="23055"/>
                </a:cubicBezTo>
                <a:cubicBezTo>
                  <a:pt x="32886" y="24818"/>
                  <a:pt x="34197" y="27425"/>
                  <a:pt x="34474" y="30906"/>
                </a:cubicBezTo>
                <a:cubicBezTo>
                  <a:pt x="34823" y="34882"/>
                  <a:pt x="33513" y="38188"/>
                  <a:pt x="30556" y="40795"/>
                </a:cubicBezTo>
                <a:cubicBezTo>
                  <a:pt x="27600" y="43358"/>
                  <a:pt x="23390" y="44902"/>
                  <a:pt x="17871" y="45354"/>
                </a:cubicBezTo>
                <a:cubicBezTo>
                  <a:pt x="15526" y="45572"/>
                  <a:pt x="13137" y="45514"/>
                  <a:pt x="10647" y="45295"/>
                </a:cubicBezTo>
                <a:cubicBezTo>
                  <a:pt x="8083" y="45062"/>
                  <a:pt x="5403" y="44611"/>
                  <a:pt x="2563" y="43984"/>
                </a:cubicBezTo>
                <a:lnTo>
                  <a:pt x="1995" y="36702"/>
                </a:lnTo>
                <a:cubicBezTo>
                  <a:pt x="4661" y="37838"/>
                  <a:pt x="7340" y="38639"/>
                  <a:pt x="9904" y="39091"/>
                </a:cubicBezTo>
                <a:cubicBezTo>
                  <a:pt x="12511" y="39542"/>
                  <a:pt x="15016" y="39659"/>
                  <a:pt x="17521" y="39426"/>
                </a:cubicBezTo>
                <a:cubicBezTo>
                  <a:pt x="20827" y="39149"/>
                  <a:pt x="23332" y="38406"/>
                  <a:pt x="24978" y="37096"/>
                </a:cubicBezTo>
                <a:cubicBezTo>
                  <a:pt x="26682" y="35785"/>
                  <a:pt x="27483" y="34139"/>
                  <a:pt x="27250" y="32100"/>
                </a:cubicBezTo>
                <a:cubicBezTo>
                  <a:pt x="27133" y="30163"/>
                  <a:pt x="26347" y="28736"/>
                  <a:pt x="24978" y="27833"/>
                </a:cubicBezTo>
                <a:cubicBezTo>
                  <a:pt x="23609" y="26915"/>
                  <a:pt x="20711" y="26172"/>
                  <a:pt x="16268" y="25604"/>
                </a:cubicBezTo>
                <a:lnTo>
                  <a:pt x="13763" y="25269"/>
                </a:lnTo>
                <a:cubicBezTo>
                  <a:pt x="9336" y="24701"/>
                  <a:pt x="6030" y="23565"/>
                  <a:pt x="3932" y="21847"/>
                </a:cubicBezTo>
                <a:cubicBezTo>
                  <a:pt x="1821" y="20084"/>
                  <a:pt x="626" y="17579"/>
                  <a:pt x="350" y="14229"/>
                </a:cubicBezTo>
                <a:cubicBezTo>
                  <a:pt x="0" y="10195"/>
                  <a:pt x="1194" y="7005"/>
                  <a:pt x="3874" y="4559"/>
                </a:cubicBezTo>
                <a:cubicBezTo>
                  <a:pt x="6539" y="2112"/>
                  <a:pt x="10472" y="685"/>
                  <a:pt x="15759" y="233"/>
                </a:cubicBezTo>
                <a:cubicBezTo>
                  <a:pt x="18322" y="0"/>
                  <a:pt x="20827" y="0"/>
                  <a:pt x="23157" y="175"/>
                </a:cubicBezTo>
                <a:cubicBezTo>
                  <a:pt x="25488" y="350"/>
                  <a:pt x="27658" y="743"/>
                  <a:pt x="29639" y="1369"/>
                </a:cubicBezTo>
                <a:close/>
                <a:moveTo>
                  <a:pt x="29639" y="13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32CE3-CF1F-4554-B39C-431624EA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132" y="3376460"/>
            <a:ext cx="34765" cy="45572"/>
          </a:xfrm>
          <a:custGeom xmlns:a="http://schemas.openxmlformats.org/drawingml/2006/main">
            <a:pathLst>
              <a:path w="34765" h="45572">
                <a:moveTo>
                  <a:pt x="29580" y="1369"/>
                </a:moveTo>
                <a:lnTo>
                  <a:pt x="30148" y="8025"/>
                </a:lnTo>
                <a:cubicBezTo>
                  <a:pt x="28095" y="7166"/>
                  <a:pt x="25997" y="6539"/>
                  <a:pt x="23784" y="6263"/>
                </a:cubicBezTo>
                <a:cubicBezTo>
                  <a:pt x="21614" y="5913"/>
                  <a:pt x="19342" y="5869"/>
                  <a:pt x="17069" y="6030"/>
                </a:cubicBezTo>
                <a:cubicBezTo>
                  <a:pt x="13530" y="6321"/>
                  <a:pt x="10982" y="7107"/>
                  <a:pt x="9321" y="8316"/>
                </a:cubicBezTo>
                <a:cubicBezTo>
                  <a:pt x="7675" y="9511"/>
                  <a:pt x="6933" y="11215"/>
                  <a:pt x="7107" y="13370"/>
                </a:cubicBezTo>
                <a:cubicBezTo>
                  <a:pt x="7282" y="14972"/>
                  <a:pt x="8025" y="16210"/>
                  <a:pt x="9321" y="17011"/>
                </a:cubicBezTo>
                <a:cubicBezTo>
                  <a:pt x="10632" y="17871"/>
                  <a:pt x="13254" y="18555"/>
                  <a:pt x="17069" y="19065"/>
                </a:cubicBezTo>
                <a:lnTo>
                  <a:pt x="19575" y="19400"/>
                </a:lnTo>
                <a:cubicBezTo>
                  <a:pt x="24628" y="20026"/>
                  <a:pt x="28328" y="21220"/>
                  <a:pt x="30600" y="22983"/>
                </a:cubicBezTo>
                <a:cubicBezTo>
                  <a:pt x="32886" y="24803"/>
                  <a:pt x="34139" y="27425"/>
                  <a:pt x="34416" y="30891"/>
                </a:cubicBezTo>
                <a:cubicBezTo>
                  <a:pt x="34765" y="34882"/>
                  <a:pt x="33454" y="38173"/>
                  <a:pt x="30542" y="40795"/>
                </a:cubicBezTo>
                <a:cubicBezTo>
                  <a:pt x="27585" y="43358"/>
                  <a:pt x="23318" y="44887"/>
                  <a:pt x="17798" y="45339"/>
                </a:cubicBezTo>
                <a:cubicBezTo>
                  <a:pt x="15526" y="45572"/>
                  <a:pt x="13137" y="45514"/>
                  <a:pt x="10574" y="45295"/>
                </a:cubicBezTo>
                <a:cubicBezTo>
                  <a:pt x="8069" y="45062"/>
                  <a:pt x="5403" y="44611"/>
                  <a:pt x="2563" y="43984"/>
                </a:cubicBezTo>
                <a:lnTo>
                  <a:pt x="1937" y="36702"/>
                </a:lnTo>
                <a:cubicBezTo>
                  <a:pt x="4661" y="37838"/>
                  <a:pt x="7340" y="38639"/>
                  <a:pt x="9889" y="39091"/>
                </a:cubicBezTo>
                <a:cubicBezTo>
                  <a:pt x="12453" y="39542"/>
                  <a:pt x="15016" y="39659"/>
                  <a:pt x="17463" y="39426"/>
                </a:cubicBezTo>
                <a:cubicBezTo>
                  <a:pt x="20813" y="39149"/>
                  <a:pt x="23318" y="38406"/>
                  <a:pt x="24978" y="37096"/>
                </a:cubicBezTo>
                <a:cubicBezTo>
                  <a:pt x="26682" y="35785"/>
                  <a:pt x="27425" y="34139"/>
                  <a:pt x="27250" y="32085"/>
                </a:cubicBezTo>
                <a:cubicBezTo>
                  <a:pt x="27075" y="30163"/>
                  <a:pt x="26332" y="28736"/>
                  <a:pt x="24920" y="27818"/>
                </a:cubicBezTo>
                <a:cubicBezTo>
                  <a:pt x="23551" y="26915"/>
                  <a:pt x="20652" y="26172"/>
                  <a:pt x="16210" y="25604"/>
                </a:cubicBezTo>
                <a:lnTo>
                  <a:pt x="13705" y="25269"/>
                </a:lnTo>
                <a:cubicBezTo>
                  <a:pt x="9278" y="24687"/>
                  <a:pt x="6030" y="23551"/>
                  <a:pt x="3918" y="21788"/>
                </a:cubicBezTo>
                <a:cubicBezTo>
                  <a:pt x="1821" y="20084"/>
                  <a:pt x="626" y="17579"/>
                  <a:pt x="335" y="14229"/>
                </a:cubicBezTo>
                <a:cubicBezTo>
                  <a:pt x="0" y="10181"/>
                  <a:pt x="1136" y="7005"/>
                  <a:pt x="3801" y="4559"/>
                </a:cubicBezTo>
                <a:cubicBezTo>
                  <a:pt x="6481" y="2112"/>
                  <a:pt x="10472" y="685"/>
                  <a:pt x="15700" y="233"/>
                </a:cubicBezTo>
                <a:cubicBezTo>
                  <a:pt x="18322" y="0"/>
                  <a:pt x="20769" y="0"/>
                  <a:pt x="23099" y="175"/>
                </a:cubicBezTo>
                <a:cubicBezTo>
                  <a:pt x="25429" y="350"/>
                  <a:pt x="27585" y="743"/>
                  <a:pt x="29580" y="1369"/>
                </a:cubicBezTo>
                <a:close/>
                <a:moveTo>
                  <a:pt x="29580" y="13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B7E6E-E5C5-4A0B-BEF6-0C520D18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20" y="3372367"/>
            <a:ext cx="40445" cy="45965"/>
          </a:xfrm>
          <a:custGeom xmlns:a="http://schemas.openxmlformats.org/drawingml/2006/main">
            <a:pathLst>
              <a:path w="40445" h="45965">
                <a:moveTo>
                  <a:pt x="40169" y="19575"/>
                </a:moveTo>
                <a:lnTo>
                  <a:pt x="40445" y="22983"/>
                </a:lnTo>
                <a:lnTo>
                  <a:pt x="8083" y="25764"/>
                </a:lnTo>
                <a:cubicBezTo>
                  <a:pt x="8811" y="30614"/>
                  <a:pt x="10574" y="34139"/>
                  <a:pt x="13428" y="36469"/>
                </a:cubicBezTo>
                <a:cubicBezTo>
                  <a:pt x="16210" y="38800"/>
                  <a:pt x="19968" y="39761"/>
                  <a:pt x="24628" y="39368"/>
                </a:cubicBezTo>
                <a:cubicBezTo>
                  <a:pt x="27366" y="39135"/>
                  <a:pt x="29930" y="38567"/>
                  <a:pt x="32420" y="37664"/>
                </a:cubicBezTo>
                <a:cubicBezTo>
                  <a:pt x="34925" y="36804"/>
                  <a:pt x="37314" y="35610"/>
                  <a:pt x="39703" y="34081"/>
                </a:cubicBezTo>
                <a:lnTo>
                  <a:pt x="40285" y="40737"/>
                </a:lnTo>
                <a:cubicBezTo>
                  <a:pt x="37882" y="41989"/>
                  <a:pt x="35333" y="43067"/>
                  <a:pt x="32712" y="43810"/>
                </a:cubicBezTo>
                <a:cubicBezTo>
                  <a:pt x="30148" y="44596"/>
                  <a:pt x="27483" y="45120"/>
                  <a:pt x="24745" y="45339"/>
                </a:cubicBezTo>
                <a:cubicBezTo>
                  <a:pt x="17914" y="45965"/>
                  <a:pt x="12292" y="44436"/>
                  <a:pt x="7967" y="40795"/>
                </a:cubicBezTo>
                <a:cubicBezTo>
                  <a:pt x="3641" y="37154"/>
                  <a:pt x="1194" y="31911"/>
                  <a:pt x="626" y="25138"/>
                </a:cubicBezTo>
                <a:cubicBezTo>
                  <a:pt x="0" y="18089"/>
                  <a:pt x="1427" y="12409"/>
                  <a:pt x="4894" y="7967"/>
                </a:cubicBezTo>
                <a:cubicBezTo>
                  <a:pt x="8302" y="3525"/>
                  <a:pt x="13254" y="1020"/>
                  <a:pt x="19676" y="451"/>
                </a:cubicBezTo>
                <a:cubicBezTo>
                  <a:pt x="25429" y="0"/>
                  <a:pt x="30148" y="1427"/>
                  <a:pt x="33848" y="4894"/>
                </a:cubicBezTo>
                <a:cubicBezTo>
                  <a:pt x="37489" y="8302"/>
                  <a:pt x="39601" y="13195"/>
                  <a:pt x="40169" y="19575"/>
                </a:cubicBezTo>
                <a:close/>
                <a:moveTo>
                  <a:pt x="32945" y="18089"/>
                </a:moveTo>
                <a:cubicBezTo>
                  <a:pt x="32537" y="14273"/>
                  <a:pt x="31226" y="11258"/>
                  <a:pt x="28896" y="9161"/>
                </a:cubicBezTo>
                <a:cubicBezTo>
                  <a:pt x="26624" y="7049"/>
                  <a:pt x="23725" y="6146"/>
                  <a:pt x="20259" y="6423"/>
                </a:cubicBezTo>
                <a:cubicBezTo>
                  <a:pt x="16327" y="6772"/>
                  <a:pt x="13312" y="8141"/>
                  <a:pt x="11098" y="10574"/>
                </a:cubicBezTo>
                <a:cubicBezTo>
                  <a:pt x="8928" y="12977"/>
                  <a:pt x="7850" y="16210"/>
                  <a:pt x="7850" y="20303"/>
                </a:cubicBezTo>
                <a:lnTo>
                  <a:pt x="32945" y="18089"/>
                </a:lnTo>
                <a:close/>
                <a:moveTo>
                  <a:pt x="32945" y="180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2B904-5E3D-4887-93B6-26424DB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557" y="3351598"/>
            <a:ext cx="40678" cy="62874"/>
          </a:xfrm>
          <a:custGeom xmlns:a="http://schemas.openxmlformats.org/drawingml/2006/main">
            <a:pathLst>
              <a:path w="40678" h="62874">
                <a:moveTo>
                  <a:pt x="30556" y="23784"/>
                </a:moveTo>
                <a:lnTo>
                  <a:pt x="28561" y="568"/>
                </a:lnTo>
                <a:lnTo>
                  <a:pt x="35625" y="0"/>
                </a:lnTo>
                <a:lnTo>
                  <a:pt x="40678" y="59568"/>
                </a:lnTo>
                <a:lnTo>
                  <a:pt x="33629" y="60136"/>
                </a:lnTo>
                <a:lnTo>
                  <a:pt x="33119" y="53713"/>
                </a:lnTo>
                <a:cubicBezTo>
                  <a:pt x="31809" y="56379"/>
                  <a:pt x="30105" y="58432"/>
                  <a:pt x="27993" y="59860"/>
                </a:cubicBezTo>
                <a:cubicBezTo>
                  <a:pt x="25837" y="61331"/>
                  <a:pt x="23157" y="62190"/>
                  <a:pt x="19968" y="62408"/>
                </a:cubicBezTo>
                <a:cubicBezTo>
                  <a:pt x="14797" y="62874"/>
                  <a:pt x="10414" y="61156"/>
                  <a:pt x="6831" y="57296"/>
                </a:cubicBezTo>
                <a:cubicBezTo>
                  <a:pt x="3248" y="53422"/>
                  <a:pt x="1151" y="48135"/>
                  <a:pt x="568" y="41421"/>
                </a:cubicBezTo>
                <a:cubicBezTo>
                  <a:pt x="0" y="34707"/>
                  <a:pt x="1151" y="29129"/>
                  <a:pt x="4049" y="24687"/>
                </a:cubicBezTo>
                <a:cubicBezTo>
                  <a:pt x="6947" y="20317"/>
                  <a:pt x="10982" y="17871"/>
                  <a:pt x="16166" y="17404"/>
                </a:cubicBezTo>
                <a:cubicBezTo>
                  <a:pt x="19356" y="17186"/>
                  <a:pt x="22080" y="17521"/>
                  <a:pt x="24468" y="18613"/>
                </a:cubicBezTo>
                <a:cubicBezTo>
                  <a:pt x="26798" y="19633"/>
                  <a:pt x="28852" y="21395"/>
                  <a:pt x="30556" y="23784"/>
                </a:cubicBezTo>
                <a:close/>
                <a:moveTo>
                  <a:pt x="7850" y="40795"/>
                </a:moveTo>
                <a:cubicBezTo>
                  <a:pt x="8258" y="45965"/>
                  <a:pt x="9671" y="49956"/>
                  <a:pt x="12074" y="52679"/>
                </a:cubicBezTo>
                <a:cubicBezTo>
                  <a:pt x="14462" y="55476"/>
                  <a:pt x="17536" y="56728"/>
                  <a:pt x="21220" y="56379"/>
                </a:cubicBezTo>
                <a:cubicBezTo>
                  <a:pt x="24920" y="56044"/>
                  <a:pt x="27774" y="54340"/>
                  <a:pt x="29653" y="51208"/>
                </a:cubicBezTo>
                <a:cubicBezTo>
                  <a:pt x="31517" y="48077"/>
                  <a:pt x="32260" y="43926"/>
                  <a:pt x="31809" y="38741"/>
                </a:cubicBezTo>
                <a:cubicBezTo>
                  <a:pt x="31415" y="33571"/>
                  <a:pt x="29988" y="29580"/>
                  <a:pt x="27541" y="26857"/>
                </a:cubicBezTo>
                <a:cubicBezTo>
                  <a:pt x="25153" y="24060"/>
                  <a:pt x="22138" y="22866"/>
                  <a:pt x="18380" y="23157"/>
                </a:cubicBezTo>
                <a:cubicBezTo>
                  <a:pt x="14681" y="23492"/>
                  <a:pt x="11899" y="25211"/>
                  <a:pt x="10020" y="28328"/>
                </a:cubicBezTo>
                <a:cubicBezTo>
                  <a:pt x="8141" y="31459"/>
                  <a:pt x="7399" y="35610"/>
                  <a:pt x="7850" y="40795"/>
                </a:cubicBezTo>
                <a:close/>
                <a:moveTo>
                  <a:pt x="7850" y="407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FA215-8A7A-4EA7-91B4-958F3AED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197" y="3352108"/>
            <a:ext cx="12569" cy="57748"/>
          </a:xfrm>
          <a:custGeom xmlns:a="http://schemas.openxmlformats.org/drawingml/2006/main">
            <a:pathLst>
              <a:path w="12569" h="57748">
                <a:moveTo>
                  <a:pt x="0" y="626"/>
                </a:moveTo>
                <a:lnTo>
                  <a:pt x="7734" y="0"/>
                </a:lnTo>
                <a:lnTo>
                  <a:pt x="12569" y="57122"/>
                </a:lnTo>
                <a:lnTo>
                  <a:pt x="4835" y="57748"/>
                </a:lnTo>
                <a:lnTo>
                  <a:pt x="0" y="626"/>
                </a:lnTo>
                <a:close/>
                <a:moveTo>
                  <a:pt x="0" y="62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BFA88-DE74-476D-8AB6-003D6423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379" y="3362303"/>
            <a:ext cx="36193" cy="45790"/>
          </a:xfrm>
          <a:custGeom xmlns:a="http://schemas.openxmlformats.org/drawingml/2006/main">
            <a:pathLst>
              <a:path w="36193" h="45790">
                <a:moveTo>
                  <a:pt x="32828" y="1821"/>
                </a:moveTo>
                <a:lnTo>
                  <a:pt x="33396" y="8418"/>
                </a:lnTo>
                <a:cubicBezTo>
                  <a:pt x="31299" y="7442"/>
                  <a:pt x="29245" y="6816"/>
                  <a:pt x="27206" y="6423"/>
                </a:cubicBezTo>
                <a:cubicBezTo>
                  <a:pt x="25153" y="6030"/>
                  <a:pt x="23099" y="5971"/>
                  <a:pt x="21060" y="6132"/>
                </a:cubicBezTo>
                <a:cubicBezTo>
                  <a:pt x="16443" y="6481"/>
                  <a:pt x="13035" y="8243"/>
                  <a:pt x="10763" y="11375"/>
                </a:cubicBezTo>
                <a:cubicBezTo>
                  <a:pt x="8476" y="14506"/>
                  <a:pt x="7573" y="18657"/>
                  <a:pt x="8025" y="23886"/>
                </a:cubicBezTo>
                <a:cubicBezTo>
                  <a:pt x="8476" y="29129"/>
                  <a:pt x="10079" y="33047"/>
                  <a:pt x="12860" y="35726"/>
                </a:cubicBezTo>
                <a:cubicBezTo>
                  <a:pt x="15598" y="38450"/>
                  <a:pt x="19298" y="39586"/>
                  <a:pt x="23842" y="39193"/>
                </a:cubicBezTo>
                <a:cubicBezTo>
                  <a:pt x="25895" y="39018"/>
                  <a:pt x="27876" y="38567"/>
                  <a:pt x="29872" y="37824"/>
                </a:cubicBezTo>
                <a:cubicBezTo>
                  <a:pt x="31809" y="37139"/>
                  <a:pt x="33746" y="36120"/>
                  <a:pt x="35625" y="34867"/>
                </a:cubicBezTo>
                <a:lnTo>
                  <a:pt x="36193" y="41348"/>
                </a:lnTo>
                <a:cubicBezTo>
                  <a:pt x="34314" y="42441"/>
                  <a:pt x="32318" y="43285"/>
                  <a:pt x="30279" y="43970"/>
                </a:cubicBezTo>
                <a:cubicBezTo>
                  <a:pt x="28168" y="44596"/>
                  <a:pt x="25954" y="44989"/>
                  <a:pt x="23609" y="45222"/>
                </a:cubicBezTo>
                <a:cubicBezTo>
                  <a:pt x="17128" y="45790"/>
                  <a:pt x="11841" y="44203"/>
                  <a:pt x="7690" y="40445"/>
                </a:cubicBezTo>
                <a:cubicBezTo>
                  <a:pt x="3539" y="36688"/>
                  <a:pt x="1194" y="31401"/>
                  <a:pt x="568" y="24512"/>
                </a:cubicBezTo>
                <a:cubicBezTo>
                  <a:pt x="0" y="17521"/>
                  <a:pt x="1427" y="11885"/>
                  <a:pt x="4952" y="7559"/>
                </a:cubicBezTo>
                <a:cubicBezTo>
                  <a:pt x="8433" y="3175"/>
                  <a:pt x="13545" y="728"/>
                  <a:pt x="20201" y="160"/>
                </a:cubicBezTo>
                <a:cubicBezTo>
                  <a:pt x="22415" y="0"/>
                  <a:pt x="24526" y="44"/>
                  <a:pt x="26638" y="335"/>
                </a:cubicBezTo>
                <a:cubicBezTo>
                  <a:pt x="28736" y="568"/>
                  <a:pt x="30789" y="1078"/>
                  <a:pt x="32828" y="1821"/>
                </a:cubicBezTo>
                <a:close/>
                <a:moveTo>
                  <a:pt x="32828" y="18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D1573-6ED7-4409-A530-1F816630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446" y="3358487"/>
            <a:ext cx="40576" cy="46023"/>
          </a:xfrm>
          <a:custGeom xmlns:a="http://schemas.openxmlformats.org/drawingml/2006/main">
            <a:pathLst>
              <a:path w="40576" h="46023">
                <a:moveTo>
                  <a:pt x="18890" y="6423"/>
                </a:moveTo>
                <a:cubicBezTo>
                  <a:pt x="15089" y="6772"/>
                  <a:pt x="12234" y="8476"/>
                  <a:pt x="10297" y="11666"/>
                </a:cubicBezTo>
                <a:cubicBezTo>
                  <a:pt x="8375" y="14783"/>
                  <a:pt x="7573" y="18890"/>
                  <a:pt x="8025" y="24002"/>
                </a:cubicBezTo>
                <a:cubicBezTo>
                  <a:pt x="8476" y="29129"/>
                  <a:pt x="9904" y="33105"/>
                  <a:pt x="12351" y="35843"/>
                </a:cubicBezTo>
                <a:cubicBezTo>
                  <a:pt x="14797" y="38625"/>
                  <a:pt x="17871" y="39819"/>
                  <a:pt x="21686" y="39542"/>
                </a:cubicBezTo>
                <a:cubicBezTo>
                  <a:pt x="25444" y="39193"/>
                  <a:pt x="28284" y="37489"/>
                  <a:pt x="30221" y="34299"/>
                </a:cubicBezTo>
                <a:cubicBezTo>
                  <a:pt x="32144" y="31168"/>
                  <a:pt x="32945" y="27017"/>
                  <a:pt x="32493" y="21963"/>
                </a:cubicBezTo>
                <a:cubicBezTo>
                  <a:pt x="32042" y="16895"/>
                  <a:pt x="30614" y="12919"/>
                  <a:pt x="28168" y="10122"/>
                </a:cubicBezTo>
                <a:cubicBezTo>
                  <a:pt x="25721" y="7399"/>
                  <a:pt x="22648" y="6146"/>
                  <a:pt x="18890" y="6423"/>
                </a:cubicBezTo>
                <a:close/>
                <a:moveTo>
                  <a:pt x="18380" y="510"/>
                </a:moveTo>
                <a:cubicBezTo>
                  <a:pt x="24468" y="0"/>
                  <a:pt x="29478" y="1529"/>
                  <a:pt x="33294" y="5229"/>
                </a:cubicBezTo>
                <a:cubicBezTo>
                  <a:pt x="37154" y="8928"/>
                  <a:pt x="39382" y="14273"/>
                  <a:pt x="39950" y="21337"/>
                </a:cubicBezTo>
                <a:cubicBezTo>
                  <a:pt x="40576" y="28328"/>
                  <a:pt x="39266" y="33964"/>
                  <a:pt x="36134" y="38290"/>
                </a:cubicBezTo>
                <a:cubicBezTo>
                  <a:pt x="32945" y="42557"/>
                  <a:pt x="28342" y="44946"/>
                  <a:pt x="22196" y="45514"/>
                </a:cubicBezTo>
                <a:cubicBezTo>
                  <a:pt x="16050" y="46023"/>
                  <a:pt x="11040" y="44436"/>
                  <a:pt x="7239" y="40737"/>
                </a:cubicBezTo>
                <a:cubicBezTo>
                  <a:pt x="3423" y="37037"/>
                  <a:pt x="1194" y="31692"/>
                  <a:pt x="626" y="24628"/>
                </a:cubicBezTo>
                <a:cubicBezTo>
                  <a:pt x="0" y="17637"/>
                  <a:pt x="1253" y="11943"/>
                  <a:pt x="4442" y="7675"/>
                </a:cubicBezTo>
                <a:cubicBezTo>
                  <a:pt x="7573" y="3408"/>
                  <a:pt x="12234" y="1020"/>
                  <a:pt x="18380" y="510"/>
                </a:cubicBezTo>
                <a:close/>
                <a:moveTo>
                  <a:pt x="18380" y="5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BF6800-E22B-4668-8885-85E413CE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950" y="3354103"/>
            <a:ext cx="39542" cy="46140"/>
          </a:xfrm>
          <a:custGeom xmlns:a="http://schemas.openxmlformats.org/drawingml/2006/main">
            <a:pathLst>
              <a:path w="39542" h="46140">
                <a:moveTo>
                  <a:pt x="37372" y="17186"/>
                </a:moveTo>
                <a:lnTo>
                  <a:pt x="39542" y="43067"/>
                </a:lnTo>
                <a:lnTo>
                  <a:pt x="32537" y="43635"/>
                </a:lnTo>
                <a:lnTo>
                  <a:pt x="30323" y="18031"/>
                </a:lnTo>
                <a:cubicBezTo>
                  <a:pt x="29974" y="13938"/>
                  <a:pt x="28954" y="10982"/>
                  <a:pt x="27192" y="9103"/>
                </a:cubicBezTo>
                <a:cubicBezTo>
                  <a:pt x="25429" y="7224"/>
                  <a:pt x="22983" y="6423"/>
                  <a:pt x="19793" y="6714"/>
                </a:cubicBezTo>
                <a:cubicBezTo>
                  <a:pt x="16035" y="6991"/>
                  <a:pt x="13137" y="8476"/>
                  <a:pt x="11142" y="11098"/>
                </a:cubicBezTo>
                <a:cubicBezTo>
                  <a:pt x="9161" y="13705"/>
                  <a:pt x="8302" y="17128"/>
                  <a:pt x="8710" y="21279"/>
                </a:cubicBezTo>
                <a:lnTo>
                  <a:pt x="10749" y="45514"/>
                </a:lnTo>
                <a:lnTo>
                  <a:pt x="3641" y="46140"/>
                </a:lnTo>
                <a:lnTo>
                  <a:pt x="0" y="3248"/>
                </a:lnTo>
                <a:lnTo>
                  <a:pt x="7107" y="2680"/>
                </a:lnTo>
                <a:lnTo>
                  <a:pt x="7675" y="9336"/>
                </a:lnTo>
                <a:cubicBezTo>
                  <a:pt x="9161" y="6598"/>
                  <a:pt x="10982" y="4500"/>
                  <a:pt x="13137" y="3015"/>
                </a:cubicBezTo>
                <a:cubicBezTo>
                  <a:pt x="15307" y="1544"/>
                  <a:pt x="17856" y="685"/>
                  <a:pt x="20871" y="451"/>
                </a:cubicBezTo>
                <a:cubicBezTo>
                  <a:pt x="25764" y="0"/>
                  <a:pt x="29639" y="1253"/>
                  <a:pt x="32420" y="4034"/>
                </a:cubicBezTo>
                <a:cubicBezTo>
                  <a:pt x="35217" y="6889"/>
                  <a:pt x="36862" y="11258"/>
                  <a:pt x="37372" y="17186"/>
                </a:cubicBezTo>
                <a:close/>
                <a:moveTo>
                  <a:pt x="37372" y="17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FF6C4-F53E-456F-8443-79957E0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479" y="3335840"/>
            <a:ext cx="12118" cy="60136"/>
          </a:xfrm>
          <a:custGeom xmlns:a="http://schemas.openxmlformats.org/drawingml/2006/main">
            <a:pathLst>
              <a:path w="12118" h="60136">
                <a:moveTo>
                  <a:pt x="1427" y="17302"/>
                </a:moveTo>
                <a:lnTo>
                  <a:pt x="8476" y="16676"/>
                </a:lnTo>
                <a:lnTo>
                  <a:pt x="12118" y="59510"/>
                </a:lnTo>
                <a:lnTo>
                  <a:pt x="5068" y="60136"/>
                </a:lnTo>
                <a:lnTo>
                  <a:pt x="1427" y="17302"/>
                </a:lnTo>
                <a:close/>
                <a:moveTo>
                  <a:pt x="0" y="568"/>
                </a:moveTo>
                <a:lnTo>
                  <a:pt x="7049" y="0"/>
                </a:lnTo>
                <a:lnTo>
                  <a:pt x="7792" y="8928"/>
                </a:lnTo>
                <a:lnTo>
                  <a:pt x="743" y="9496"/>
                </a:lnTo>
                <a:lnTo>
                  <a:pt x="0" y="568"/>
                </a:lnTo>
                <a:close/>
                <a:moveTo>
                  <a:pt x="0" y="5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61250-6900-4BDE-9577-BF7DFFE0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874" y="3348467"/>
            <a:ext cx="36178" cy="45805"/>
          </a:xfrm>
          <a:custGeom xmlns:a="http://schemas.openxmlformats.org/drawingml/2006/main">
            <a:pathLst>
              <a:path w="36178" h="45805">
                <a:moveTo>
                  <a:pt x="32770" y="1821"/>
                </a:moveTo>
                <a:lnTo>
                  <a:pt x="33338" y="8375"/>
                </a:lnTo>
                <a:cubicBezTo>
                  <a:pt x="31284" y="7457"/>
                  <a:pt x="29187" y="6831"/>
                  <a:pt x="27133" y="6437"/>
                </a:cubicBezTo>
                <a:cubicBezTo>
                  <a:pt x="25080" y="6030"/>
                  <a:pt x="23041" y="5971"/>
                  <a:pt x="21046" y="6146"/>
                </a:cubicBezTo>
                <a:cubicBezTo>
                  <a:pt x="16443" y="6496"/>
                  <a:pt x="13021" y="8258"/>
                  <a:pt x="10749" y="11389"/>
                </a:cubicBezTo>
                <a:cubicBezTo>
                  <a:pt x="8476" y="14462"/>
                  <a:pt x="7559" y="18672"/>
                  <a:pt x="8010" y="23900"/>
                </a:cubicBezTo>
                <a:cubicBezTo>
                  <a:pt x="8418" y="29129"/>
                  <a:pt x="10064" y="33061"/>
                  <a:pt x="12802" y="35726"/>
                </a:cubicBezTo>
                <a:cubicBezTo>
                  <a:pt x="15584" y="38406"/>
                  <a:pt x="19283" y="39601"/>
                  <a:pt x="23827" y="39207"/>
                </a:cubicBezTo>
                <a:cubicBezTo>
                  <a:pt x="25881" y="39033"/>
                  <a:pt x="27876" y="38581"/>
                  <a:pt x="29813" y="37838"/>
                </a:cubicBezTo>
                <a:cubicBezTo>
                  <a:pt x="31794" y="37154"/>
                  <a:pt x="33673" y="36134"/>
                  <a:pt x="35610" y="34882"/>
                </a:cubicBezTo>
                <a:lnTo>
                  <a:pt x="36178" y="41363"/>
                </a:lnTo>
                <a:cubicBezTo>
                  <a:pt x="34241" y="42441"/>
                  <a:pt x="32304" y="43300"/>
                  <a:pt x="30207" y="43984"/>
                </a:cubicBezTo>
                <a:cubicBezTo>
                  <a:pt x="28153" y="44611"/>
                  <a:pt x="25939" y="45004"/>
                  <a:pt x="23551" y="45237"/>
                </a:cubicBezTo>
                <a:cubicBezTo>
                  <a:pt x="17113" y="45805"/>
                  <a:pt x="11826" y="44203"/>
                  <a:pt x="7675" y="40460"/>
                </a:cubicBezTo>
                <a:cubicBezTo>
                  <a:pt x="3525" y="36702"/>
                  <a:pt x="1136" y="31415"/>
                  <a:pt x="568" y="24526"/>
                </a:cubicBezTo>
                <a:cubicBezTo>
                  <a:pt x="0" y="17521"/>
                  <a:pt x="1413" y="11899"/>
                  <a:pt x="4952" y="7573"/>
                </a:cubicBezTo>
                <a:cubicBezTo>
                  <a:pt x="8418" y="3190"/>
                  <a:pt x="13530" y="743"/>
                  <a:pt x="20186" y="175"/>
                </a:cubicBezTo>
                <a:cubicBezTo>
                  <a:pt x="22356" y="0"/>
                  <a:pt x="24512" y="58"/>
                  <a:pt x="26624" y="350"/>
                </a:cubicBezTo>
                <a:cubicBezTo>
                  <a:pt x="28721" y="568"/>
                  <a:pt x="30775" y="1092"/>
                  <a:pt x="32770" y="1821"/>
                </a:cubicBezTo>
                <a:close/>
                <a:moveTo>
                  <a:pt x="32770" y="18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444E5-BF6B-41CD-A962-263B2C22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198" y="3330553"/>
            <a:ext cx="43344" cy="59845"/>
          </a:xfrm>
          <a:custGeom xmlns:a="http://schemas.openxmlformats.org/drawingml/2006/main">
            <a:pathLst>
              <a:path w="43344" h="59845">
                <a:moveTo>
                  <a:pt x="36061" y="1704"/>
                </a:moveTo>
                <a:lnTo>
                  <a:pt x="36688" y="9219"/>
                </a:lnTo>
                <a:cubicBezTo>
                  <a:pt x="33673" y="8083"/>
                  <a:pt x="30775" y="7282"/>
                  <a:pt x="28168" y="6831"/>
                </a:cubicBezTo>
                <a:cubicBezTo>
                  <a:pt x="25488" y="6306"/>
                  <a:pt x="22924" y="6204"/>
                  <a:pt x="20478" y="6423"/>
                </a:cubicBezTo>
                <a:cubicBezTo>
                  <a:pt x="16327" y="6772"/>
                  <a:pt x="13137" y="7850"/>
                  <a:pt x="10982" y="9671"/>
                </a:cubicBezTo>
                <a:cubicBezTo>
                  <a:pt x="8811" y="11491"/>
                  <a:pt x="7908" y="13938"/>
                  <a:pt x="8127" y="16953"/>
                </a:cubicBezTo>
                <a:cubicBezTo>
                  <a:pt x="8360" y="19458"/>
                  <a:pt x="9278" y="21337"/>
                  <a:pt x="10923" y="22473"/>
                </a:cubicBezTo>
                <a:cubicBezTo>
                  <a:pt x="12511" y="23609"/>
                  <a:pt x="15467" y="24410"/>
                  <a:pt x="19793" y="24861"/>
                </a:cubicBezTo>
                <a:lnTo>
                  <a:pt x="24570" y="25429"/>
                </a:lnTo>
                <a:cubicBezTo>
                  <a:pt x="30440" y="26056"/>
                  <a:pt x="34823" y="27585"/>
                  <a:pt x="37838" y="30148"/>
                </a:cubicBezTo>
                <a:cubicBezTo>
                  <a:pt x="40795" y="32653"/>
                  <a:pt x="42499" y="36236"/>
                  <a:pt x="42834" y="40897"/>
                </a:cubicBezTo>
                <a:cubicBezTo>
                  <a:pt x="43344" y="46417"/>
                  <a:pt x="41814" y="50801"/>
                  <a:pt x="38348" y="53990"/>
                </a:cubicBezTo>
                <a:cubicBezTo>
                  <a:pt x="34867" y="57122"/>
                  <a:pt x="29580" y="59059"/>
                  <a:pt x="22415" y="59627"/>
                </a:cubicBezTo>
                <a:cubicBezTo>
                  <a:pt x="19735" y="59845"/>
                  <a:pt x="16836" y="59787"/>
                  <a:pt x="13705" y="59452"/>
                </a:cubicBezTo>
                <a:cubicBezTo>
                  <a:pt x="10632" y="59102"/>
                  <a:pt x="7399" y="58476"/>
                  <a:pt x="4034" y="57515"/>
                </a:cubicBezTo>
                <a:lnTo>
                  <a:pt x="3350" y="49606"/>
                </a:lnTo>
                <a:cubicBezTo>
                  <a:pt x="6598" y="51092"/>
                  <a:pt x="9787" y="52111"/>
                  <a:pt x="12919" y="52796"/>
                </a:cubicBezTo>
                <a:cubicBezTo>
                  <a:pt x="15992" y="53422"/>
                  <a:pt x="19007" y="53597"/>
                  <a:pt x="21905" y="53364"/>
                </a:cubicBezTo>
                <a:cubicBezTo>
                  <a:pt x="26289" y="52971"/>
                  <a:pt x="29639" y="51820"/>
                  <a:pt x="31852" y="49898"/>
                </a:cubicBezTo>
                <a:cubicBezTo>
                  <a:pt x="34139" y="47961"/>
                  <a:pt x="35100" y="45339"/>
                  <a:pt x="34823" y="42149"/>
                </a:cubicBezTo>
                <a:cubicBezTo>
                  <a:pt x="34590" y="39368"/>
                  <a:pt x="33571" y="37212"/>
                  <a:pt x="31692" y="35785"/>
                </a:cubicBezTo>
                <a:cubicBezTo>
                  <a:pt x="29872" y="34357"/>
                  <a:pt x="26915" y="33396"/>
                  <a:pt x="22924" y="32945"/>
                </a:cubicBezTo>
                <a:lnTo>
                  <a:pt x="18147" y="32420"/>
                </a:lnTo>
                <a:cubicBezTo>
                  <a:pt x="12292" y="31794"/>
                  <a:pt x="7967" y="30323"/>
                  <a:pt x="5170" y="28109"/>
                </a:cubicBezTo>
                <a:cubicBezTo>
                  <a:pt x="2389" y="25881"/>
                  <a:pt x="801" y="22589"/>
                  <a:pt x="451" y="18205"/>
                </a:cubicBezTo>
                <a:cubicBezTo>
                  <a:pt x="0" y="13137"/>
                  <a:pt x="1427" y="9044"/>
                  <a:pt x="4777" y="5797"/>
                </a:cubicBezTo>
                <a:cubicBezTo>
                  <a:pt x="8083" y="2622"/>
                  <a:pt x="12860" y="743"/>
                  <a:pt x="19108" y="218"/>
                </a:cubicBezTo>
                <a:cubicBezTo>
                  <a:pt x="21788" y="0"/>
                  <a:pt x="24526" y="0"/>
                  <a:pt x="27366" y="218"/>
                </a:cubicBezTo>
                <a:cubicBezTo>
                  <a:pt x="30148" y="510"/>
                  <a:pt x="33047" y="961"/>
                  <a:pt x="36061" y="1704"/>
                </a:cubicBezTo>
                <a:close/>
                <a:moveTo>
                  <a:pt x="36061" y="17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11D51-4662-40D4-A9C0-7662B396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663" y="3340558"/>
            <a:ext cx="36178" cy="45805"/>
          </a:xfrm>
          <a:custGeom xmlns:a="http://schemas.openxmlformats.org/drawingml/2006/main">
            <a:pathLst>
              <a:path w="36178" h="45805">
                <a:moveTo>
                  <a:pt x="32828" y="1821"/>
                </a:moveTo>
                <a:lnTo>
                  <a:pt x="33396" y="8418"/>
                </a:lnTo>
                <a:cubicBezTo>
                  <a:pt x="31284" y="7457"/>
                  <a:pt x="29245" y="6831"/>
                  <a:pt x="27192" y="6437"/>
                </a:cubicBezTo>
                <a:cubicBezTo>
                  <a:pt x="25138" y="6030"/>
                  <a:pt x="23099" y="5971"/>
                  <a:pt x="21046" y="6146"/>
                </a:cubicBezTo>
                <a:cubicBezTo>
                  <a:pt x="16501" y="6554"/>
                  <a:pt x="13079" y="8258"/>
                  <a:pt x="10749" y="11389"/>
                </a:cubicBezTo>
                <a:cubicBezTo>
                  <a:pt x="8476" y="14506"/>
                  <a:pt x="7559" y="18672"/>
                  <a:pt x="8025" y="23900"/>
                </a:cubicBezTo>
                <a:cubicBezTo>
                  <a:pt x="8476" y="29129"/>
                  <a:pt x="10064" y="33061"/>
                  <a:pt x="12860" y="35785"/>
                </a:cubicBezTo>
                <a:cubicBezTo>
                  <a:pt x="15642" y="38465"/>
                  <a:pt x="19283" y="39601"/>
                  <a:pt x="23886" y="39207"/>
                </a:cubicBezTo>
                <a:cubicBezTo>
                  <a:pt x="25881" y="39033"/>
                  <a:pt x="27935" y="38581"/>
                  <a:pt x="29872" y="37838"/>
                </a:cubicBezTo>
                <a:cubicBezTo>
                  <a:pt x="31794" y="37154"/>
                  <a:pt x="33731" y="36134"/>
                  <a:pt x="35610" y="34882"/>
                </a:cubicBezTo>
                <a:lnTo>
                  <a:pt x="36178" y="41363"/>
                </a:lnTo>
                <a:cubicBezTo>
                  <a:pt x="34299" y="42441"/>
                  <a:pt x="32318" y="43358"/>
                  <a:pt x="30265" y="43984"/>
                </a:cubicBezTo>
                <a:cubicBezTo>
                  <a:pt x="28211" y="44611"/>
                  <a:pt x="25997" y="45004"/>
                  <a:pt x="23609" y="45237"/>
                </a:cubicBezTo>
                <a:cubicBezTo>
                  <a:pt x="17171" y="45805"/>
                  <a:pt x="11826" y="44217"/>
                  <a:pt x="7675" y="40460"/>
                </a:cubicBezTo>
                <a:cubicBezTo>
                  <a:pt x="3583" y="36702"/>
                  <a:pt x="1194" y="31415"/>
                  <a:pt x="626" y="24526"/>
                </a:cubicBezTo>
                <a:cubicBezTo>
                  <a:pt x="0" y="17521"/>
                  <a:pt x="1471" y="11899"/>
                  <a:pt x="4952" y="7573"/>
                </a:cubicBezTo>
                <a:cubicBezTo>
                  <a:pt x="8476" y="3190"/>
                  <a:pt x="13530" y="743"/>
                  <a:pt x="20245" y="175"/>
                </a:cubicBezTo>
                <a:cubicBezTo>
                  <a:pt x="22415" y="0"/>
                  <a:pt x="24512" y="58"/>
                  <a:pt x="26624" y="350"/>
                </a:cubicBezTo>
                <a:cubicBezTo>
                  <a:pt x="28721" y="568"/>
                  <a:pt x="30833" y="1092"/>
                  <a:pt x="32828" y="1821"/>
                </a:cubicBezTo>
                <a:close/>
                <a:moveTo>
                  <a:pt x="32828" y="18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95C71-B088-4E2A-8C29-D062AA8E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789" y="3336641"/>
            <a:ext cx="40445" cy="45965"/>
          </a:xfrm>
          <a:custGeom xmlns:a="http://schemas.openxmlformats.org/drawingml/2006/main">
            <a:pathLst>
              <a:path w="40445" h="45965">
                <a:moveTo>
                  <a:pt x="40169" y="19575"/>
                </a:moveTo>
                <a:lnTo>
                  <a:pt x="40445" y="23041"/>
                </a:lnTo>
                <a:lnTo>
                  <a:pt x="8069" y="25764"/>
                </a:lnTo>
                <a:cubicBezTo>
                  <a:pt x="8753" y="30600"/>
                  <a:pt x="10574" y="34183"/>
                  <a:pt x="13370" y="36527"/>
                </a:cubicBezTo>
                <a:cubicBezTo>
                  <a:pt x="16210" y="38800"/>
                  <a:pt x="19968" y="39761"/>
                  <a:pt x="24628" y="39368"/>
                </a:cubicBezTo>
                <a:cubicBezTo>
                  <a:pt x="27308" y="39135"/>
                  <a:pt x="29915" y="38567"/>
                  <a:pt x="32420" y="37722"/>
                </a:cubicBezTo>
                <a:cubicBezTo>
                  <a:pt x="34867" y="36862"/>
                  <a:pt x="37314" y="35610"/>
                  <a:pt x="39703" y="34081"/>
                </a:cubicBezTo>
                <a:lnTo>
                  <a:pt x="40271" y="40737"/>
                </a:lnTo>
                <a:cubicBezTo>
                  <a:pt x="37824" y="42047"/>
                  <a:pt x="35319" y="43067"/>
                  <a:pt x="32712" y="43868"/>
                </a:cubicBezTo>
                <a:cubicBezTo>
                  <a:pt x="30090" y="44654"/>
                  <a:pt x="27410" y="45164"/>
                  <a:pt x="24745" y="45397"/>
                </a:cubicBezTo>
                <a:cubicBezTo>
                  <a:pt x="17856" y="45965"/>
                  <a:pt x="12278" y="44436"/>
                  <a:pt x="7967" y="40795"/>
                </a:cubicBezTo>
                <a:cubicBezTo>
                  <a:pt x="3641" y="37154"/>
                  <a:pt x="1194" y="31969"/>
                  <a:pt x="626" y="25138"/>
                </a:cubicBezTo>
                <a:cubicBezTo>
                  <a:pt x="0" y="18147"/>
                  <a:pt x="1413" y="12394"/>
                  <a:pt x="4894" y="7967"/>
                </a:cubicBezTo>
                <a:cubicBezTo>
                  <a:pt x="8302" y="3525"/>
                  <a:pt x="13254" y="1020"/>
                  <a:pt x="19676" y="510"/>
                </a:cubicBezTo>
                <a:cubicBezTo>
                  <a:pt x="25429" y="0"/>
                  <a:pt x="30148" y="1471"/>
                  <a:pt x="33789" y="4894"/>
                </a:cubicBezTo>
                <a:cubicBezTo>
                  <a:pt x="37489" y="8302"/>
                  <a:pt x="39586" y="13195"/>
                  <a:pt x="40169" y="19575"/>
                </a:cubicBezTo>
                <a:close/>
                <a:moveTo>
                  <a:pt x="32930" y="18147"/>
                </a:moveTo>
                <a:cubicBezTo>
                  <a:pt x="32537" y="14273"/>
                  <a:pt x="31226" y="11317"/>
                  <a:pt x="28896" y="9219"/>
                </a:cubicBezTo>
                <a:cubicBezTo>
                  <a:pt x="26624" y="7049"/>
                  <a:pt x="23725" y="6146"/>
                  <a:pt x="20245" y="6423"/>
                </a:cubicBezTo>
                <a:cubicBezTo>
                  <a:pt x="16327" y="6772"/>
                  <a:pt x="13254" y="8185"/>
                  <a:pt x="11084" y="10574"/>
                </a:cubicBezTo>
                <a:cubicBezTo>
                  <a:pt x="8928" y="13021"/>
                  <a:pt x="7850" y="16268"/>
                  <a:pt x="7850" y="20303"/>
                </a:cubicBezTo>
                <a:lnTo>
                  <a:pt x="32930" y="18147"/>
                </a:lnTo>
                <a:close/>
                <a:moveTo>
                  <a:pt x="32930" y="181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6A737-82A0-4F42-AC44-64F6557D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511" y="3332373"/>
            <a:ext cx="39586" cy="46082"/>
          </a:xfrm>
          <a:custGeom xmlns:a="http://schemas.openxmlformats.org/drawingml/2006/main">
            <a:pathLst>
              <a:path w="39586" h="46082">
                <a:moveTo>
                  <a:pt x="37372" y="17186"/>
                </a:moveTo>
                <a:lnTo>
                  <a:pt x="39586" y="43009"/>
                </a:lnTo>
                <a:lnTo>
                  <a:pt x="32537" y="43635"/>
                </a:lnTo>
                <a:lnTo>
                  <a:pt x="30323" y="17972"/>
                </a:lnTo>
                <a:cubicBezTo>
                  <a:pt x="29974" y="13938"/>
                  <a:pt x="28954" y="10982"/>
                  <a:pt x="27192" y="9103"/>
                </a:cubicBezTo>
                <a:cubicBezTo>
                  <a:pt x="25429" y="7224"/>
                  <a:pt x="22983" y="6423"/>
                  <a:pt x="19851" y="6656"/>
                </a:cubicBezTo>
                <a:cubicBezTo>
                  <a:pt x="16035" y="6991"/>
                  <a:pt x="13137" y="8476"/>
                  <a:pt x="11142" y="11098"/>
                </a:cubicBezTo>
                <a:cubicBezTo>
                  <a:pt x="9161" y="13705"/>
                  <a:pt x="8302" y="17069"/>
                  <a:pt x="8695" y="21279"/>
                </a:cubicBezTo>
                <a:lnTo>
                  <a:pt x="10749" y="45514"/>
                </a:lnTo>
                <a:lnTo>
                  <a:pt x="3699" y="46082"/>
                </a:lnTo>
                <a:lnTo>
                  <a:pt x="0" y="3233"/>
                </a:lnTo>
                <a:lnTo>
                  <a:pt x="7107" y="2622"/>
                </a:lnTo>
                <a:lnTo>
                  <a:pt x="7675" y="9278"/>
                </a:lnTo>
                <a:cubicBezTo>
                  <a:pt x="9161" y="6598"/>
                  <a:pt x="10982" y="4486"/>
                  <a:pt x="13137" y="3015"/>
                </a:cubicBezTo>
                <a:cubicBezTo>
                  <a:pt x="15307" y="1529"/>
                  <a:pt x="17856" y="685"/>
                  <a:pt x="20871" y="451"/>
                </a:cubicBezTo>
                <a:cubicBezTo>
                  <a:pt x="25764" y="0"/>
                  <a:pt x="29639" y="1194"/>
                  <a:pt x="32420" y="4034"/>
                </a:cubicBezTo>
                <a:cubicBezTo>
                  <a:pt x="35217" y="6874"/>
                  <a:pt x="36862" y="11258"/>
                  <a:pt x="37372" y="17186"/>
                </a:cubicBezTo>
                <a:close/>
                <a:moveTo>
                  <a:pt x="37372" y="171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DD063-5521-44ED-8549-9031F1B1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690" y="3328324"/>
            <a:ext cx="40402" cy="45980"/>
          </a:xfrm>
          <a:custGeom xmlns:a="http://schemas.openxmlformats.org/drawingml/2006/main">
            <a:pathLst>
              <a:path w="40402" h="45980">
                <a:moveTo>
                  <a:pt x="40110" y="19575"/>
                </a:moveTo>
                <a:lnTo>
                  <a:pt x="40402" y="22997"/>
                </a:lnTo>
                <a:lnTo>
                  <a:pt x="8025" y="25779"/>
                </a:lnTo>
                <a:cubicBezTo>
                  <a:pt x="8768" y="30614"/>
                  <a:pt x="10530" y="34139"/>
                  <a:pt x="13370" y="36469"/>
                </a:cubicBezTo>
                <a:cubicBezTo>
                  <a:pt x="16166" y="38814"/>
                  <a:pt x="19924" y="39775"/>
                  <a:pt x="24585" y="39382"/>
                </a:cubicBezTo>
                <a:cubicBezTo>
                  <a:pt x="27308" y="39149"/>
                  <a:pt x="29872" y="38581"/>
                  <a:pt x="32377" y="37722"/>
                </a:cubicBezTo>
                <a:cubicBezTo>
                  <a:pt x="34882" y="36819"/>
                  <a:pt x="37329" y="35625"/>
                  <a:pt x="39717" y="34081"/>
                </a:cubicBezTo>
                <a:lnTo>
                  <a:pt x="40285" y="40737"/>
                </a:lnTo>
                <a:cubicBezTo>
                  <a:pt x="37838" y="41989"/>
                  <a:pt x="35275" y="43081"/>
                  <a:pt x="32712" y="43810"/>
                </a:cubicBezTo>
                <a:cubicBezTo>
                  <a:pt x="30105" y="44611"/>
                  <a:pt x="27425" y="45120"/>
                  <a:pt x="24701" y="45354"/>
                </a:cubicBezTo>
                <a:cubicBezTo>
                  <a:pt x="17871" y="45980"/>
                  <a:pt x="12292" y="44436"/>
                  <a:pt x="7908" y="40795"/>
                </a:cubicBezTo>
                <a:cubicBezTo>
                  <a:pt x="3583" y="37154"/>
                  <a:pt x="1136" y="31925"/>
                  <a:pt x="568" y="25153"/>
                </a:cubicBezTo>
                <a:cubicBezTo>
                  <a:pt x="0" y="18162"/>
                  <a:pt x="1427" y="12409"/>
                  <a:pt x="4835" y="7967"/>
                </a:cubicBezTo>
                <a:cubicBezTo>
                  <a:pt x="8258" y="3539"/>
                  <a:pt x="13210" y="1034"/>
                  <a:pt x="19633" y="466"/>
                </a:cubicBezTo>
                <a:cubicBezTo>
                  <a:pt x="25386" y="0"/>
                  <a:pt x="30105" y="1427"/>
                  <a:pt x="33804" y="4894"/>
                </a:cubicBezTo>
                <a:cubicBezTo>
                  <a:pt x="37445" y="8316"/>
                  <a:pt x="39542" y="13210"/>
                  <a:pt x="40110" y="19575"/>
                </a:cubicBezTo>
                <a:close/>
                <a:moveTo>
                  <a:pt x="32886" y="18104"/>
                </a:moveTo>
                <a:cubicBezTo>
                  <a:pt x="32493" y="14288"/>
                  <a:pt x="31182" y="11273"/>
                  <a:pt x="28910" y="9161"/>
                </a:cubicBezTo>
                <a:cubicBezTo>
                  <a:pt x="26580" y="7064"/>
                  <a:pt x="23667" y="6146"/>
                  <a:pt x="20201" y="6437"/>
                </a:cubicBezTo>
                <a:cubicBezTo>
                  <a:pt x="16283" y="6772"/>
                  <a:pt x="13254" y="8141"/>
                  <a:pt x="11098" y="10588"/>
                </a:cubicBezTo>
                <a:cubicBezTo>
                  <a:pt x="8884" y="12977"/>
                  <a:pt x="7807" y="16225"/>
                  <a:pt x="7807" y="20317"/>
                </a:cubicBezTo>
                <a:lnTo>
                  <a:pt x="32886" y="18104"/>
                </a:lnTo>
                <a:close/>
                <a:moveTo>
                  <a:pt x="32886" y="181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79DC9-73F3-4033-B26E-D4CC18D6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491" y="3324800"/>
            <a:ext cx="34809" cy="45630"/>
          </a:xfrm>
          <a:custGeom xmlns:a="http://schemas.openxmlformats.org/drawingml/2006/main">
            <a:pathLst>
              <a:path w="34809" h="45630">
                <a:moveTo>
                  <a:pt x="29639" y="1369"/>
                </a:moveTo>
                <a:lnTo>
                  <a:pt x="30207" y="8025"/>
                </a:lnTo>
                <a:cubicBezTo>
                  <a:pt x="28095" y="7224"/>
                  <a:pt x="25997" y="6598"/>
                  <a:pt x="23769" y="6263"/>
                </a:cubicBezTo>
                <a:cubicBezTo>
                  <a:pt x="21614" y="5971"/>
                  <a:pt x="19400" y="5869"/>
                  <a:pt x="17055" y="6088"/>
                </a:cubicBezTo>
                <a:cubicBezTo>
                  <a:pt x="13589" y="6379"/>
                  <a:pt x="10982" y="7122"/>
                  <a:pt x="9321" y="8375"/>
                </a:cubicBezTo>
                <a:cubicBezTo>
                  <a:pt x="7675" y="9569"/>
                  <a:pt x="6933" y="11273"/>
                  <a:pt x="7107" y="13428"/>
                </a:cubicBezTo>
                <a:cubicBezTo>
                  <a:pt x="7282" y="15030"/>
                  <a:pt x="8010" y="16283"/>
                  <a:pt x="9321" y="17069"/>
                </a:cubicBezTo>
                <a:cubicBezTo>
                  <a:pt x="10632" y="17929"/>
                  <a:pt x="13254" y="18613"/>
                  <a:pt x="17113" y="19123"/>
                </a:cubicBezTo>
                <a:lnTo>
                  <a:pt x="19560" y="19458"/>
                </a:lnTo>
                <a:cubicBezTo>
                  <a:pt x="24628" y="20084"/>
                  <a:pt x="28328" y="21279"/>
                  <a:pt x="30600" y="23041"/>
                </a:cubicBezTo>
                <a:cubicBezTo>
                  <a:pt x="32872" y="24803"/>
                  <a:pt x="34124" y="27483"/>
                  <a:pt x="34474" y="30949"/>
                </a:cubicBezTo>
                <a:cubicBezTo>
                  <a:pt x="34809" y="34940"/>
                  <a:pt x="33498" y="38232"/>
                  <a:pt x="30542" y="40853"/>
                </a:cubicBezTo>
                <a:cubicBezTo>
                  <a:pt x="27585" y="43416"/>
                  <a:pt x="23318" y="44946"/>
                  <a:pt x="17856" y="45412"/>
                </a:cubicBezTo>
                <a:cubicBezTo>
                  <a:pt x="15526" y="45630"/>
                  <a:pt x="13137" y="45572"/>
                  <a:pt x="10574" y="45354"/>
                </a:cubicBezTo>
                <a:cubicBezTo>
                  <a:pt x="8069" y="45120"/>
                  <a:pt x="5403" y="44669"/>
                  <a:pt x="2549" y="44043"/>
                </a:cubicBezTo>
                <a:lnTo>
                  <a:pt x="1922" y="36761"/>
                </a:lnTo>
                <a:cubicBezTo>
                  <a:pt x="4661" y="37897"/>
                  <a:pt x="7340" y="38698"/>
                  <a:pt x="9889" y="39149"/>
                </a:cubicBezTo>
                <a:cubicBezTo>
                  <a:pt x="12453" y="39601"/>
                  <a:pt x="15016" y="39717"/>
                  <a:pt x="17521" y="39484"/>
                </a:cubicBezTo>
                <a:cubicBezTo>
                  <a:pt x="20813" y="39207"/>
                  <a:pt x="23318" y="38406"/>
                  <a:pt x="24963" y="37154"/>
                </a:cubicBezTo>
                <a:cubicBezTo>
                  <a:pt x="26682" y="35843"/>
                  <a:pt x="27410" y="34197"/>
                  <a:pt x="27250" y="32085"/>
                </a:cubicBezTo>
                <a:cubicBezTo>
                  <a:pt x="27075" y="30221"/>
                  <a:pt x="26332" y="28794"/>
                  <a:pt x="24963" y="27876"/>
                </a:cubicBezTo>
                <a:cubicBezTo>
                  <a:pt x="23609" y="26973"/>
                  <a:pt x="20652" y="26230"/>
                  <a:pt x="16210" y="25662"/>
                </a:cubicBezTo>
                <a:lnTo>
                  <a:pt x="13705" y="25269"/>
                </a:lnTo>
                <a:cubicBezTo>
                  <a:pt x="9263" y="24759"/>
                  <a:pt x="6030" y="23609"/>
                  <a:pt x="3918" y="21847"/>
                </a:cubicBezTo>
                <a:cubicBezTo>
                  <a:pt x="1821" y="20143"/>
                  <a:pt x="626" y="17579"/>
                  <a:pt x="335" y="14288"/>
                </a:cubicBezTo>
                <a:cubicBezTo>
                  <a:pt x="0" y="10239"/>
                  <a:pt x="1194" y="7005"/>
                  <a:pt x="3860" y="4617"/>
                </a:cubicBezTo>
                <a:cubicBezTo>
                  <a:pt x="6539" y="2170"/>
                  <a:pt x="10457" y="685"/>
                  <a:pt x="15759" y="291"/>
                </a:cubicBezTo>
                <a:cubicBezTo>
                  <a:pt x="18307" y="58"/>
                  <a:pt x="20754" y="0"/>
                  <a:pt x="23099" y="233"/>
                </a:cubicBezTo>
                <a:cubicBezTo>
                  <a:pt x="25429" y="408"/>
                  <a:pt x="27585" y="801"/>
                  <a:pt x="29639" y="1369"/>
                </a:cubicBezTo>
                <a:close/>
                <a:moveTo>
                  <a:pt x="29639" y="13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22142-3122-47B1-A1A5-CF7E8B2C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594" y="3470502"/>
            <a:ext cx="46257" cy="59452"/>
          </a:xfrm>
          <a:custGeom xmlns:a="http://schemas.openxmlformats.org/drawingml/2006/main">
            <a:pathLst>
              <a:path w="46257" h="59452">
                <a:moveTo>
                  <a:pt x="0" y="2228"/>
                </a:moveTo>
                <a:lnTo>
                  <a:pt x="10472" y="1704"/>
                </a:lnTo>
                <a:lnTo>
                  <a:pt x="38290" y="48310"/>
                </a:lnTo>
                <a:lnTo>
                  <a:pt x="35843" y="408"/>
                </a:lnTo>
                <a:lnTo>
                  <a:pt x="43358" y="0"/>
                </a:lnTo>
                <a:lnTo>
                  <a:pt x="46257" y="57296"/>
                </a:lnTo>
                <a:lnTo>
                  <a:pt x="35843" y="57806"/>
                </a:lnTo>
                <a:lnTo>
                  <a:pt x="8025" y="11215"/>
                </a:lnTo>
                <a:lnTo>
                  <a:pt x="10472" y="59117"/>
                </a:lnTo>
                <a:lnTo>
                  <a:pt x="2957" y="59452"/>
                </a:lnTo>
                <a:lnTo>
                  <a:pt x="0" y="2228"/>
                </a:lnTo>
                <a:close/>
                <a:moveTo>
                  <a:pt x="0" y="22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E488C-FB5D-4DE3-82EA-62190A7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483" y="3481833"/>
            <a:ext cx="40227" cy="45674"/>
          </a:xfrm>
          <a:custGeom xmlns:a="http://schemas.openxmlformats.org/drawingml/2006/main">
            <a:pathLst>
              <a:path w="40227" h="45674">
                <a:moveTo>
                  <a:pt x="40052" y="20070"/>
                </a:moveTo>
                <a:lnTo>
                  <a:pt x="40227" y="23492"/>
                </a:lnTo>
                <a:lnTo>
                  <a:pt x="7807" y="25138"/>
                </a:lnTo>
                <a:cubicBezTo>
                  <a:pt x="8375" y="29974"/>
                  <a:pt x="10020" y="33615"/>
                  <a:pt x="12744" y="36061"/>
                </a:cubicBezTo>
                <a:cubicBezTo>
                  <a:pt x="15482" y="38450"/>
                  <a:pt x="19240" y="39528"/>
                  <a:pt x="23900" y="39309"/>
                </a:cubicBezTo>
                <a:cubicBezTo>
                  <a:pt x="26638" y="39135"/>
                  <a:pt x="29187" y="38683"/>
                  <a:pt x="31750" y="37882"/>
                </a:cubicBezTo>
                <a:cubicBezTo>
                  <a:pt x="34255" y="37081"/>
                  <a:pt x="36702" y="36003"/>
                  <a:pt x="39149" y="34532"/>
                </a:cubicBezTo>
                <a:lnTo>
                  <a:pt x="39484" y="41188"/>
                </a:lnTo>
                <a:cubicBezTo>
                  <a:pt x="37037" y="42382"/>
                  <a:pt x="34488" y="43344"/>
                  <a:pt x="31809" y="44028"/>
                </a:cubicBezTo>
                <a:cubicBezTo>
                  <a:pt x="29187" y="44771"/>
                  <a:pt x="26522" y="45164"/>
                  <a:pt x="23784" y="45281"/>
                </a:cubicBezTo>
                <a:cubicBezTo>
                  <a:pt x="16909" y="45674"/>
                  <a:pt x="11389" y="43912"/>
                  <a:pt x="7180" y="40154"/>
                </a:cubicBezTo>
                <a:cubicBezTo>
                  <a:pt x="2957" y="36353"/>
                  <a:pt x="685" y="31051"/>
                  <a:pt x="350" y="24293"/>
                </a:cubicBezTo>
                <a:cubicBezTo>
                  <a:pt x="0" y="17230"/>
                  <a:pt x="1602" y="11550"/>
                  <a:pt x="5185" y="7282"/>
                </a:cubicBezTo>
                <a:cubicBezTo>
                  <a:pt x="8768" y="2898"/>
                  <a:pt x="13836" y="626"/>
                  <a:pt x="20259" y="277"/>
                </a:cubicBezTo>
                <a:cubicBezTo>
                  <a:pt x="26012" y="0"/>
                  <a:pt x="30673" y="1588"/>
                  <a:pt x="34255" y="5170"/>
                </a:cubicBezTo>
                <a:cubicBezTo>
                  <a:pt x="37780" y="8695"/>
                  <a:pt x="39717" y="13647"/>
                  <a:pt x="40052" y="20070"/>
                </a:cubicBezTo>
                <a:close/>
                <a:moveTo>
                  <a:pt x="32886" y="18307"/>
                </a:moveTo>
                <a:cubicBezTo>
                  <a:pt x="32668" y="14506"/>
                  <a:pt x="31415" y="11491"/>
                  <a:pt x="29187" y="9263"/>
                </a:cubicBezTo>
                <a:cubicBezTo>
                  <a:pt x="26973" y="7049"/>
                  <a:pt x="24133" y="6088"/>
                  <a:pt x="20652" y="6248"/>
                </a:cubicBezTo>
                <a:cubicBezTo>
                  <a:pt x="16676" y="6423"/>
                  <a:pt x="13603" y="7734"/>
                  <a:pt x="11331" y="10064"/>
                </a:cubicBezTo>
                <a:cubicBezTo>
                  <a:pt x="9103" y="12394"/>
                  <a:pt x="7908" y="15584"/>
                  <a:pt x="7748" y="19676"/>
                </a:cubicBezTo>
                <a:lnTo>
                  <a:pt x="32886" y="18307"/>
                </a:lnTo>
                <a:close/>
                <a:moveTo>
                  <a:pt x="32886" y="183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09077-2B6C-4A79-8F30-5558B0FE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36" y="3469031"/>
            <a:ext cx="29012" cy="55068"/>
          </a:xfrm>
          <a:custGeom xmlns:a="http://schemas.openxmlformats.org/drawingml/2006/main">
            <a:pathLst>
              <a:path w="29012" h="55068">
                <a:moveTo>
                  <a:pt x="11652" y="0"/>
                </a:moveTo>
                <a:lnTo>
                  <a:pt x="12278" y="12176"/>
                </a:lnTo>
                <a:lnTo>
                  <a:pt x="26784" y="11433"/>
                </a:lnTo>
                <a:lnTo>
                  <a:pt x="27075" y="16953"/>
                </a:lnTo>
                <a:lnTo>
                  <a:pt x="12569" y="17696"/>
                </a:lnTo>
                <a:lnTo>
                  <a:pt x="13763" y="41013"/>
                </a:lnTo>
                <a:cubicBezTo>
                  <a:pt x="13938" y="44480"/>
                  <a:pt x="14506" y="46708"/>
                  <a:pt x="15526" y="47669"/>
                </a:cubicBezTo>
                <a:cubicBezTo>
                  <a:pt x="16545" y="48631"/>
                  <a:pt x="18482" y="49038"/>
                  <a:pt x="21439" y="48864"/>
                </a:cubicBezTo>
                <a:lnTo>
                  <a:pt x="28663" y="48529"/>
                </a:lnTo>
                <a:lnTo>
                  <a:pt x="29012" y="54383"/>
                </a:lnTo>
                <a:lnTo>
                  <a:pt x="21730" y="54777"/>
                </a:lnTo>
                <a:cubicBezTo>
                  <a:pt x="16327" y="55068"/>
                  <a:pt x="12511" y="54209"/>
                  <a:pt x="10297" y="52330"/>
                </a:cubicBezTo>
                <a:cubicBezTo>
                  <a:pt x="8127" y="50407"/>
                  <a:pt x="6933" y="46708"/>
                  <a:pt x="6656" y="41348"/>
                </a:cubicBezTo>
                <a:lnTo>
                  <a:pt x="5462" y="18031"/>
                </a:lnTo>
                <a:lnTo>
                  <a:pt x="277" y="18307"/>
                </a:lnTo>
                <a:lnTo>
                  <a:pt x="0" y="12802"/>
                </a:lnTo>
                <a:lnTo>
                  <a:pt x="5170" y="12569"/>
                </a:lnTo>
                <a:lnTo>
                  <a:pt x="4544" y="335"/>
                </a:lnTo>
                <a:lnTo>
                  <a:pt x="11652" y="0"/>
                </a:lnTo>
                <a:close/>
                <a:moveTo>
                  <a:pt x="1165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3D3B7-077D-485F-96D0-04985FD7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05" y="3477274"/>
            <a:ext cx="57690" cy="45339"/>
          </a:xfrm>
          <a:custGeom xmlns:a="http://schemas.openxmlformats.org/drawingml/2006/main">
            <a:pathLst>
              <a:path w="57690" h="45339">
                <a:moveTo>
                  <a:pt x="0" y="2957"/>
                </a:moveTo>
                <a:lnTo>
                  <a:pt x="7049" y="2563"/>
                </a:lnTo>
                <a:lnTo>
                  <a:pt x="17579" y="35668"/>
                </a:lnTo>
                <a:lnTo>
                  <a:pt x="24687" y="1704"/>
                </a:lnTo>
                <a:lnTo>
                  <a:pt x="33003" y="1253"/>
                </a:lnTo>
                <a:lnTo>
                  <a:pt x="43518" y="34314"/>
                </a:lnTo>
                <a:lnTo>
                  <a:pt x="50582" y="335"/>
                </a:lnTo>
                <a:lnTo>
                  <a:pt x="57690" y="0"/>
                </a:lnTo>
                <a:lnTo>
                  <a:pt x="48587" y="43518"/>
                </a:lnTo>
                <a:lnTo>
                  <a:pt x="40285" y="43984"/>
                </a:lnTo>
                <a:lnTo>
                  <a:pt x="29245" y="9219"/>
                </a:lnTo>
                <a:lnTo>
                  <a:pt x="21788" y="44887"/>
                </a:lnTo>
                <a:lnTo>
                  <a:pt x="13428" y="45339"/>
                </a:lnTo>
                <a:lnTo>
                  <a:pt x="0" y="2957"/>
                </a:lnTo>
                <a:close/>
                <a:moveTo>
                  <a:pt x="0" y="29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17769-1535-4ADF-B755-96436058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855" y="3474551"/>
            <a:ext cx="40110" cy="45732"/>
          </a:xfrm>
          <a:custGeom xmlns:a="http://schemas.openxmlformats.org/drawingml/2006/main">
            <a:pathLst>
              <a:path w="40110" h="45732">
                <a:moveTo>
                  <a:pt x="19181" y="6306"/>
                </a:moveTo>
                <a:cubicBezTo>
                  <a:pt x="15424" y="6481"/>
                  <a:pt x="12511" y="8127"/>
                  <a:pt x="10472" y="11200"/>
                </a:cubicBezTo>
                <a:cubicBezTo>
                  <a:pt x="8418" y="14215"/>
                  <a:pt x="7515" y="18307"/>
                  <a:pt x="7792" y="23492"/>
                </a:cubicBezTo>
                <a:cubicBezTo>
                  <a:pt x="8025" y="28604"/>
                  <a:pt x="9336" y="32595"/>
                  <a:pt x="11666" y="35435"/>
                </a:cubicBezTo>
                <a:cubicBezTo>
                  <a:pt x="13996" y="38275"/>
                  <a:pt x="17069" y="39586"/>
                  <a:pt x="20885" y="39426"/>
                </a:cubicBezTo>
                <a:cubicBezTo>
                  <a:pt x="24643" y="39251"/>
                  <a:pt x="27541" y="37605"/>
                  <a:pt x="29580" y="34532"/>
                </a:cubicBezTo>
                <a:cubicBezTo>
                  <a:pt x="31634" y="31459"/>
                  <a:pt x="32551" y="27352"/>
                  <a:pt x="32260" y="22240"/>
                </a:cubicBezTo>
                <a:cubicBezTo>
                  <a:pt x="32027" y="17113"/>
                  <a:pt x="30716" y="13137"/>
                  <a:pt x="28386" y="10297"/>
                </a:cubicBezTo>
                <a:cubicBezTo>
                  <a:pt x="25997" y="7442"/>
                  <a:pt x="22983" y="6088"/>
                  <a:pt x="19181" y="6306"/>
                </a:cubicBezTo>
                <a:close/>
                <a:moveTo>
                  <a:pt x="18890" y="335"/>
                </a:moveTo>
                <a:cubicBezTo>
                  <a:pt x="25036" y="0"/>
                  <a:pt x="29930" y="1762"/>
                  <a:pt x="33687" y="5564"/>
                </a:cubicBezTo>
                <a:cubicBezTo>
                  <a:pt x="37387" y="9379"/>
                  <a:pt x="39426" y="14783"/>
                  <a:pt x="39775" y="21847"/>
                </a:cubicBezTo>
                <a:cubicBezTo>
                  <a:pt x="40110" y="28896"/>
                  <a:pt x="38625" y="34474"/>
                  <a:pt x="35333" y="38683"/>
                </a:cubicBezTo>
                <a:cubicBezTo>
                  <a:pt x="32027" y="42834"/>
                  <a:pt x="27308" y="45106"/>
                  <a:pt x="21220" y="45397"/>
                </a:cubicBezTo>
                <a:cubicBezTo>
                  <a:pt x="15016" y="45732"/>
                  <a:pt x="10122" y="43970"/>
                  <a:pt x="6437" y="40154"/>
                </a:cubicBezTo>
                <a:cubicBezTo>
                  <a:pt x="2738" y="36294"/>
                  <a:pt x="685" y="30891"/>
                  <a:pt x="350" y="23827"/>
                </a:cubicBezTo>
                <a:cubicBezTo>
                  <a:pt x="0" y="16836"/>
                  <a:pt x="1427" y="11200"/>
                  <a:pt x="4719" y="7049"/>
                </a:cubicBezTo>
                <a:cubicBezTo>
                  <a:pt x="8025" y="2840"/>
                  <a:pt x="12744" y="626"/>
                  <a:pt x="18890" y="335"/>
                </a:cubicBezTo>
                <a:close/>
                <a:moveTo>
                  <a:pt x="18890" y="3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3F5FE-1ACE-44DD-984C-7FA37D2A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927" y="3472162"/>
            <a:ext cx="25546" cy="45106"/>
          </a:xfrm>
          <a:custGeom xmlns:a="http://schemas.openxmlformats.org/drawingml/2006/main">
            <a:pathLst>
              <a:path w="25546" h="45106">
                <a:moveTo>
                  <a:pt x="25546" y="7442"/>
                </a:moveTo>
                <a:cubicBezTo>
                  <a:pt x="24687" y="7049"/>
                  <a:pt x="23827" y="6758"/>
                  <a:pt x="22866" y="6598"/>
                </a:cubicBezTo>
                <a:cubicBezTo>
                  <a:pt x="21949" y="6423"/>
                  <a:pt x="20871" y="6365"/>
                  <a:pt x="19793" y="6423"/>
                </a:cubicBezTo>
                <a:cubicBezTo>
                  <a:pt x="15817" y="6598"/>
                  <a:pt x="12802" y="8069"/>
                  <a:pt x="10807" y="10749"/>
                </a:cubicBezTo>
                <a:cubicBezTo>
                  <a:pt x="8753" y="13472"/>
                  <a:pt x="7908" y="17230"/>
                  <a:pt x="8127" y="22123"/>
                </a:cubicBezTo>
                <a:lnTo>
                  <a:pt x="9321" y="44713"/>
                </a:lnTo>
                <a:lnTo>
                  <a:pt x="2214" y="45106"/>
                </a:lnTo>
                <a:lnTo>
                  <a:pt x="0" y="2156"/>
                </a:lnTo>
                <a:lnTo>
                  <a:pt x="7107" y="1762"/>
                </a:lnTo>
                <a:lnTo>
                  <a:pt x="7442" y="8476"/>
                </a:lnTo>
                <a:cubicBezTo>
                  <a:pt x="8811" y="5797"/>
                  <a:pt x="10632" y="3743"/>
                  <a:pt x="12962" y="2389"/>
                </a:cubicBezTo>
                <a:cubicBezTo>
                  <a:pt x="15249" y="961"/>
                  <a:pt x="18147" y="160"/>
                  <a:pt x="21555" y="0"/>
                </a:cubicBezTo>
                <a:cubicBezTo>
                  <a:pt x="22007" y="0"/>
                  <a:pt x="22531" y="0"/>
                  <a:pt x="23143" y="44"/>
                </a:cubicBezTo>
                <a:cubicBezTo>
                  <a:pt x="23725" y="44"/>
                  <a:pt x="24395" y="102"/>
                  <a:pt x="25080" y="218"/>
                </a:cubicBezTo>
                <a:lnTo>
                  <a:pt x="25546" y="7442"/>
                </a:lnTo>
                <a:close/>
                <a:moveTo>
                  <a:pt x="25546" y="74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BB35A-CED5-4CEB-9D34-5E4F8F49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386" y="3455544"/>
            <a:ext cx="41188" cy="60078"/>
          </a:xfrm>
          <a:custGeom xmlns:a="http://schemas.openxmlformats.org/drawingml/2006/main">
            <a:pathLst>
              <a:path w="41188" h="60078">
                <a:moveTo>
                  <a:pt x="0" y="393"/>
                </a:moveTo>
                <a:lnTo>
                  <a:pt x="7107" y="0"/>
                </a:lnTo>
                <a:lnTo>
                  <a:pt x="8870" y="35275"/>
                </a:lnTo>
                <a:lnTo>
                  <a:pt x="29012" y="15700"/>
                </a:lnTo>
                <a:lnTo>
                  <a:pt x="37998" y="15191"/>
                </a:lnTo>
                <a:lnTo>
                  <a:pt x="16268" y="36469"/>
                </a:lnTo>
                <a:lnTo>
                  <a:pt x="41188" y="58141"/>
                </a:lnTo>
                <a:lnTo>
                  <a:pt x="31969" y="58593"/>
                </a:lnTo>
                <a:lnTo>
                  <a:pt x="9044" y="38741"/>
                </a:lnTo>
                <a:lnTo>
                  <a:pt x="10122" y="59685"/>
                </a:lnTo>
                <a:lnTo>
                  <a:pt x="3073" y="60078"/>
                </a:lnTo>
                <a:lnTo>
                  <a:pt x="0" y="393"/>
                </a:lnTo>
                <a:close/>
                <a:moveTo>
                  <a:pt x="0" y="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F7911-D72D-4E65-984E-3D631E2E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118" y="3453214"/>
            <a:ext cx="10137" cy="60078"/>
          </a:xfrm>
          <a:custGeom xmlns:a="http://schemas.openxmlformats.org/drawingml/2006/main">
            <a:pathLst>
              <a:path w="10137" h="60078">
                <a:moveTo>
                  <a:pt x="859" y="17113"/>
                </a:moveTo>
                <a:lnTo>
                  <a:pt x="7908" y="16720"/>
                </a:lnTo>
                <a:lnTo>
                  <a:pt x="10137" y="59670"/>
                </a:lnTo>
                <a:lnTo>
                  <a:pt x="3073" y="60078"/>
                </a:lnTo>
                <a:lnTo>
                  <a:pt x="859" y="17113"/>
                </a:lnTo>
                <a:close/>
                <a:moveTo>
                  <a:pt x="0" y="393"/>
                </a:moveTo>
                <a:lnTo>
                  <a:pt x="7064" y="0"/>
                </a:lnTo>
                <a:lnTo>
                  <a:pt x="7515" y="8986"/>
                </a:lnTo>
                <a:lnTo>
                  <a:pt x="466" y="9321"/>
                </a:lnTo>
                <a:lnTo>
                  <a:pt x="0" y="393"/>
                </a:lnTo>
                <a:close/>
                <a:moveTo>
                  <a:pt x="0" y="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B40C0-34DD-4722-974E-F208D8BF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33" y="3466861"/>
            <a:ext cx="38188" cy="45295"/>
          </a:xfrm>
          <a:custGeom xmlns:a="http://schemas.openxmlformats.org/drawingml/2006/main">
            <a:pathLst>
              <a:path w="38188" h="45295">
                <a:moveTo>
                  <a:pt x="36877" y="17521"/>
                </a:moveTo>
                <a:lnTo>
                  <a:pt x="38188" y="43475"/>
                </a:lnTo>
                <a:lnTo>
                  <a:pt x="31124" y="43868"/>
                </a:lnTo>
                <a:lnTo>
                  <a:pt x="29813" y="18147"/>
                </a:lnTo>
                <a:cubicBezTo>
                  <a:pt x="29595" y="14055"/>
                  <a:pt x="28677" y="11098"/>
                  <a:pt x="26973" y="9161"/>
                </a:cubicBezTo>
                <a:cubicBezTo>
                  <a:pt x="25269" y="7224"/>
                  <a:pt x="22881" y="6321"/>
                  <a:pt x="19691" y="6496"/>
                </a:cubicBezTo>
                <a:cubicBezTo>
                  <a:pt x="15875" y="6656"/>
                  <a:pt x="12919" y="8025"/>
                  <a:pt x="10880" y="10588"/>
                </a:cubicBezTo>
                <a:cubicBezTo>
                  <a:pt x="8768" y="13152"/>
                  <a:pt x="7865" y="16501"/>
                  <a:pt x="8083" y="20652"/>
                </a:cubicBezTo>
                <a:lnTo>
                  <a:pt x="9278" y="44946"/>
                </a:lnTo>
                <a:lnTo>
                  <a:pt x="2228" y="45295"/>
                </a:lnTo>
                <a:lnTo>
                  <a:pt x="0" y="2330"/>
                </a:lnTo>
                <a:lnTo>
                  <a:pt x="7122" y="1995"/>
                </a:lnTo>
                <a:lnTo>
                  <a:pt x="7457" y="8651"/>
                </a:lnTo>
                <a:cubicBezTo>
                  <a:pt x="9001" y="6030"/>
                  <a:pt x="10880" y="3991"/>
                  <a:pt x="13093" y="2563"/>
                </a:cubicBezTo>
                <a:cubicBezTo>
                  <a:pt x="15365" y="1194"/>
                  <a:pt x="17929" y="408"/>
                  <a:pt x="20944" y="291"/>
                </a:cubicBezTo>
                <a:cubicBezTo>
                  <a:pt x="25895" y="0"/>
                  <a:pt x="29711" y="1369"/>
                  <a:pt x="32377" y="4267"/>
                </a:cubicBezTo>
                <a:cubicBezTo>
                  <a:pt x="35056" y="7166"/>
                  <a:pt x="36586" y="11608"/>
                  <a:pt x="36877" y="17521"/>
                </a:cubicBezTo>
                <a:close/>
                <a:moveTo>
                  <a:pt x="36877" y="175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D66D0-B0E2-4031-887C-96D6F88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275" y="3464764"/>
            <a:ext cx="39936" cy="60530"/>
          </a:xfrm>
          <a:custGeom xmlns:a="http://schemas.openxmlformats.org/drawingml/2006/main">
            <a:pathLst>
              <a:path w="39936" h="60530">
                <a:moveTo>
                  <a:pt x="31634" y="21439"/>
                </a:moveTo>
                <a:cubicBezTo>
                  <a:pt x="31401" y="16327"/>
                  <a:pt x="30148" y="12394"/>
                  <a:pt x="27876" y="9729"/>
                </a:cubicBezTo>
                <a:cubicBezTo>
                  <a:pt x="25662" y="6991"/>
                  <a:pt x="22589" y="5738"/>
                  <a:pt x="18774" y="5971"/>
                </a:cubicBezTo>
                <a:cubicBezTo>
                  <a:pt x="15016" y="6146"/>
                  <a:pt x="12118" y="7675"/>
                  <a:pt x="10181" y="10632"/>
                </a:cubicBezTo>
                <a:cubicBezTo>
                  <a:pt x="8185" y="13530"/>
                  <a:pt x="7340" y="17579"/>
                  <a:pt x="7617" y="22691"/>
                </a:cubicBezTo>
                <a:cubicBezTo>
                  <a:pt x="7850" y="27760"/>
                  <a:pt x="9161" y="31634"/>
                  <a:pt x="11375" y="34357"/>
                </a:cubicBezTo>
                <a:cubicBezTo>
                  <a:pt x="13647" y="37096"/>
                  <a:pt x="16662" y="38333"/>
                  <a:pt x="20419" y="38115"/>
                </a:cubicBezTo>
                <a:cubicBezTo>
                  <a:pt x="24235" y="37940"/>
                  <a:pt x="27133" y="36411"/>
                  <a:pt x="29071" y="33454"/>
                </a:cubicBezTo>
                <a:cubicBezTo>
                  <a:pt x="31066" y="30542"/>
                  <a:pt x="31911" y="26507"/>
                  <a:pt x="31634" y="21439"/>
                </a:cubicBezTo>
                <a:close/>
                <a:moveTo>
                  <a:pt x="39542" y="37722"/>
                </a:moveTo>
                <a:cubicBezTo>
                  <a:pt x="39936" y="45048"/>
                  <a:pt x="38567" y="50568"/>
                  <a:pt x="35493" y="54267"/>
                </a:cubicBezTo>
                <a:cubicBezTo>
                  <a:pt x="32479" y="58025"/>
                  <a:pt x="27585" y="60078"/>
                  <a:pt x="20871" y="60413"/>
                </a:cubicBezTo>
                <a:cubicBezTo>
                  <a:pt x="18424" y="60530"/>
                  <a:pt x="16035" y="60471"/>
                  <a:pt x="13822" y="60180"/>
                </a:cubicBezTo>
                <a:cubicBezTo>
                  <a:pt x="11608" y="59962"/>
                  <a:pt x="9438" y="59510"/>
                  <a:pt x="7340" y="58826"/>
                </a:cubicBezTo>
                <a:lnTo>
                  <a:pt x="6991" y="51995"/>
                </a:lnTo>
                <a:cubicBezTo>
                  <a:pt x="9103" y="52956"/>
                  <a:pt x="11200" y="53699"/>
                  <a:pt x="13254" y="54150"/>
                </a:cubicBezTo>
                <a:cubicBezTo>
                  <a:pt x="15307" y="54558"/>
                  <a:pt x="17346" y="54733"/>
                  <a:pt x="19458" y="54616"/>
                </a:cubicBezTo>
                <a:cubicBezTo>
                  <a:pt x="24119" y="54383"/>
                  <a:pt x="27527" y="53014"/>
                  <a:pt x="29697" y="50466"/>
                </a:cubicBezTo>
                <a:cubicBezTo>
                  <a:pt x="31852" y="47961"/>
                  <a:pt x="32828" y="44261"/>
                  <a:pt x="32595" y="39368"/>
                </a:cubicBezTo>
                <a:lnTo>
                  <a:pt x="32362" y="35843"/>
                </a:lnTo>
                <a:cubicBezTo>
                  <a:pt x="31066" y="38450"/>
                  <a:pt x="29304" y="40445"/>
                  <a:pt x="27075" y="41814"/>
                </a:cubicBezTo>
                <a:cubicBezTo>
                  <a:pt x="24861" y="43183"/>
                  <a:pt x="22182" y="43970"/>
                  <a:pt x="18992" y="44145"/>
                </a:cubicBezTo>
                <a:cubicBezTo>
                  <a:pt x="13763" y="44378"/>
                  <a:pt x="9379" y="42601"/>
                  <a:pt x="5971" y="38741"/>
                </a:cubicBezTo>
                <a:cubicBezTo>
                  <a:pt x="2563" y="34925"/>
                  <a:pt x="685" y="29697"/>
                  <a:pt x="335" y="23041"/>
                </a:cubicBezTo>
                <a:cubicBezTo>
                  <a:pt x="0" y="16385"/>
                  <a:pt x="1311" y="10982"/>
                  <a:pt x="4326" y="6816"/>
                </a:cubicBezTo>
                <a:cubicBezTo>
                  <a:pt x="7340" y="2607"/>
                  <a:pt x="11491" y="393"/>
                  <a:pt x="16778" y="160"/>
                </a:cubicBezTo>
                <a:cubicBezTo>
                  <a:pt x="19968" y="0"/>
                  <a:pt x="22691" y="451"/>
                  <a:pt x="25036" y="1588"/>
                </a:cubicBezTo>
                <a:cubicBezTo>
                  <a:pt x="27366" y="2724"/>
                  <a:pt x="29347" y="4544"/>
                  <a:pt x="30949" y="6991"/>
                </a:cubicBezTo>
                <a:lnTo>
                  <a:pt x="30600" y="451"/>
                </a:lnTo>
                <a:lnTo>
                  <a:pt x="37664" y="117"/>
                </a:lnTo>
                <a:lnTo>
                  <a:pt x="39542" y="37722"/>
                </a:lnTo>
                <a:close/>
                <a:moveTo>
                  <a:pt x="39542" y="377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EBC0D-570F-4C2D-8AE2-F6450C6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037" y="3449398"/>
            <a:ext cx="10647" cy="57690"/>
          </a:xfrm>
          <a:custGeom xmlns:a="http://schemas.openxmlformats.org/drawingml/2006/main">
            <a:pathLst>
              <a:path w="10647" h="57690">
                <a:moveTo>
                  <a:pt x="0" y="393"/>
                </a:moveTo>
                <a:lnTo>
                  <a:pt x="7748" y="0"/>
                </a:lnTo>
                <a:lnTo>
                  <a:pt x="10647" y="57296"/>
                </a:lnTo>
                <a:lnTo>
                  <a:pt x="2913" y="57690"/>
                </a:lnTo>
                <a:lnTo>
                  <a:pt x="0" y="393"/>
                </a:lnTo>
                <a:close/>
                <a:moveTo>
                  <a:pt x="0" y="3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8EC69-E9DD-4C9A-BB32-FB2B4709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94" y="3447403"/>
            <a:ext cx="38130" cy="58491"/>
          </a:xfrm>
          <a:custGeom xmlns:a="http://schemas.openxmlformats.org/drawingml/2006/main">
            <a:pathLst>
              <a:path w="38130" h="58491">
                <a:moveTo>
                  <a:pt x="8083" y="7166"/>
                </a:moveTo>
                <a:lnTo>
                  <a:pt x="9161" y="28736"/>
                </a:lnTo>
                <a:lnTo>
                  <a:pt x="18890" y="28226"/>
                </a:lnTo>
                <a:cubicBezTo>
                  <a:pt x="22531" y="28051"/>
                  <a:pt x="25269" y="26973"/>
                  <a:pt x="27148" y="24978"/>
                </a:cubicBezTo>
                <a:cubicBezTo>
                  <a:pt x="29027" y="23041"/>
                  <a:pt x="29872" y="20317"/>
                  <a:pt x="29697" y="16851"/>
                </a:cubicBezTo>
                <a:cubicBezTo>
                  <a:pt x="29537" y="13428"/>
                  <a:pt x="28401" y="10807"/>
                  <a:pt x="26347" y="9044"/>
                </a:cubicBezTo>
                <a:cubicBezTo>
                  <a:pt x="24235" y="7282"/>
                  <a:pt x="21453" y="6496"/>
                  <a:pt x="17812" y="6714"/>
                </a:cubicBezTo>
                <a:lnTo>
                  <a:pt x="8083" y="7166"/>
                </a:lnTo>
                <a:close/>
                <a:moveTo>
                  <a:pt x="0" y="1194"/>
                </a:moveTo>
                <a:lnTo>
                  <a:pt x="17477" y="350"/>
                </a:lnTo>
                <a:cubicBezTo>
                  <a:pt x="23900" y="0"/>
                  <a:pt x="28852" y="1194"/>
                  <a:pt x="32260" y="3932"/>
                </a:cubicBezTo>
                <a:cubicBezTo>
                  <a:pt x="35726" y="6656"/>
                  <a:pt x="37547" y="10865"/>
                  <a:pt x="37838" y="16443"/>
                </a:cubicBezTo>
                <a:cubicBezTo>
                  <a:pt x="38130" y="22080"/>
                  <a:pt x="36702" y="26463"/>
                  <a:pt x="33571" y="29537"/>
                </a:cubicBezTo>
                <a:cubicBezTo>
                  <a:pt x="30440" y="32551"/>
                  <a:pt x="25662" y="34255"/>
                  <a:pt x="19240" y="34590"/>
                </a:cubicBezTo>
                <a:lnTo>
                  <a:pt x="9511" y="35100"/>
                </a:lnTo>
                <a:lnTo>
                  <a:pt x="10647" y="58097"/>
                </a:lnTo>
                <a:lnTo>
                  <a:pt x="2913" y="58491"/>
                </a:lnTo>
                <a:lnTo>
                  <a:pt x="0" y="1194"/>
                </a:lnTo>
                <a:close/>
                <a:moveTo>
                  <a:pt x="0" y="11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D95CC-324C-4EF4-BD3D-211687E8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587" y="3444956"/>
            <a:ext cx="38115" cy="58491"/>
          </a:xfrm>
          <a:custGeom xmlns:a="http://schemas.openxmlformats.org/drawingml/2006/main">
            <a:pathLst>
              <a:path w="38115" h="58491">
                <a:moveTo>
                  <a:pt x="8025" y="7224"/>
                </a:moveTo>
                <a:lnTo>
                  <a:pt x="9161" y="28736"/>
                </a:lnTo>
                <a:lnTo>
                  <a:pt x="18890" y="28226"/>
                </a:lnTo>
                <a:cubicBezTo>
                  <a:pt x="22473" y="28051"/>
                  <a:pt x="25211" y="26973"/>
                  <a:pt x="27090" y="25036"/>
                </a:cubicBezTo>
                <a:cubicBezTo>
                  <a:pt x="28969" y="23041"/>
                  <a:pt x="29813" y="20376"/>
                  <a:pt x="29639" y="16895"/>
                </a:cubicBezTo>
                <a:cubicBezTo>
                  <a:pt x="29478" y="13487"/>
                  <a:pt x="28342" y="10865"/>
                  <a:pt x="26289" y="9103"/>
                </a:cubicBezTo>
                <a:cubicBezTo>
                  <a:pt x="24235" y="7340"/>
                  <a:pt x="21395" y="6554"/>
                  <a:pt x="17812" y="6714"/>
                </a:cubicBezTo>
                <a:lnTo>
                  <a:pt x="8025" y="7224"/>
                </a:lnTo>
                <a:close/>
                <a:moveTo>
                  <a:pt x="0" y="1253"/>
                </a:moveTo>
                <a:lnTo>
                  <a:pt x="17463" y="350"/>
                </a:lnTo>
                <a:cubicBezTo>
                  <a:pt x="23900" y="0"/>
                  <a:pt x="28794" y="1253"/>
                  <a:pt x="32260" y="3991"/>
                </a:cubicBezTo>
                <a:cubicBezTo>
                  <a:pt x="35668" y="6714"/>
                  <a:pt x="37547" y="10865"/>
                  <a:pt x="37838" y="16443"/>
                </a:cubicBezTo>
                <a:cubicBezTo>
                  <a:pt x="38115" y="22138"/>
                  <a:pt x="36702" y="26463"/>
                  <a:pt x="33571" y="29537"/>
                </a:cubicBezTo>
                <a:cubicBezTo>
                  <a:pt x="30440" y="32610"/>
                  <a:pt x="25662" y="34314"/>
                  <a:pt x="19240" y="34590"/>
                </a:cubicBezTo>
                <a:lnTo>
                  <a:pt x="9452" y="35100"/>
                </a:lnTo>
                <a:lnTo>
                  <a:pt x="10647" y="58141"/>
                </a:lnTo>
                <a:lnTo>
                  <a:pt x="2898" y="58491"/>
                </a:lnTo>
                <a:lnTo>
                  <a:pt x="0" y="1253"/>
                </a:lnTo>
                <a:close/>
                <a:moveTo>
                  <a:pt x="0" y="12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CF0A2-DFFB-4967-A416-C2212DF5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727" y="3456054"/>
            <a:ext cx="25488" cy="45120"/>
          </a:xfrm>
          <a:custGeom xmlns:a="http://schemas.openxmlformats.org/drawingml/2006/main">
            <a:pathLst>
              <a:path w="25488" h="45120">
                <a:moveTo>
                  <a:pt x="25488" y="7457"/>
                </a:moveTo>
                <a:cubicBezTo>
                  <a:pt x="24643" y="7049"/>
                  <a:pt x="23784" y="6772"/>
                  <a:pt x="22822" y="6598"/>
                </a:cubicBezTo>
                <a:cubicBezTo>
                  <a:pt x="21905" y="6423"/>
                  <a:pt x="20885" y="6379"/>
                  <a:pt x="19749" y="6423"/>
                </a:cubicBezTo>
                <a:cubicBezTo>
                  <a:pt x="15759" y="6598"/>
                  <a:pt x="12744" y="8083"/>
                  <a:pt x="10749" y="10749"/>
                </a:cubicBezTo>
                <a:cubicBezTo>
                  <a:pt x="8768" y="13487"/>
                  <a:pt x="7850" y="17244"/>
                  <a:pt x="8141" y="22138"/>
                </a:cubicBezTo>
                <a:lnTo>
                  <a:pt x="9278" y="44713"/>
                </a:lnTo>
                <a:lnTo>
                  <a:pt x="2170" y="45120"/>
                </a:lnTo>
                <a:lnTo>
                  <a:pt x="0" y="2156"/>
                </a:lnTo>
                <a:lnTo>
                  <a:pt x="7064" y="1762"/>
                </a:lnTo>
                <a:lnTo>
                  <a:pt x="7399" y="8476"/>
                </a:lnTo>
                <a:cubicBezTo>
                  <a:pt x="8768" y="5797"/>
                  <a:pt x="10588" y="3758"/>
                  <a:pt x="12919" y="2389"/>
                </a:cubicBezTo>
                <a:cubicBezTo>
                  <a:pt x="15249" y="961"/>
                  <a:pt x="18089" y="175"/>
                  <a:pt x="21512" y="0"/>
                </a:cubicBezTo>
                <a:cubicBezTo>
                  <a:pt x="21963" y="0"/>
                  <a:pt x="22531" y="0"/>
                  <a:pt x="23099" y="58"/>
                </a:cubicBezTo>
                <a:cubicBezTo>
                  <a:pt x="23667" y="58"/>
                  <a:pt x="24352" y="117"/>
                  <a:pt x="25094" y="233"/>
                </a:cubicBezTo>
                <a:lnTo>
                  <a:pt x="25488" y="7457"/>
                </a:lnTo>
                <a:close/>
                <a:moveTo>
                  <a:pt x="25488" y="74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18E0C-5DC2-4AFF-9301-D9B669EB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171" y="3454408"/>
            <a:ext cx="40285" cy="45674"/>
          </a:xfrm>
          <a:custGeom xmlns:a="http://schemas.openxmlformats.org/drawingml/2006/main">
            <a:pathLst>
              <a:path w="40285" h="45674">
                <a:moveTo>
                  <a:pt x="40052" y="20084"/>
                </a:moveTo>
                <a:lnTo>
                  <a:pt x="40285" y="23492"/>
                </a:lnTo>
                <a:lnTo>
                  <a:pt x="7792" y="25138"/>
                </a:lnTo>
                <a:cubicBezTo>
                  <a:pt x="8375" y="30032"/>
                  <a:pt x="10020" y="33615"/>
                  <a:pt x="12744" y="36061"/>
                </a:cubicBezTo>
                <a:cubicBezTo>
                  <a:pt x="15540" y="38450"/>
                  <a:pt x="19240" y="39542"/>
                  <a:pt x="23900" y="39309"/>
                </a:cubicBezTo>
                <a:cubicBezTo>
                  <a:pt x="26624" y="39135"/>
                  <a:pt x="29245" y="38683"/>
                  <a:pt x="31750" y="37882"/>
                </a:cubicBezTo>
                <a:cubicBezTo>
                  <a:pt x="34255" y="37096"/>
                  <a:pt x="36702" y="36003"/>
                  <a:pt x="39149" y="34532"/>
                </a:cubicBezTo>
                <a:lnTo>
                  <a:pt x="39484" y="41188"/>
                </a:lnTo>
                <a:cubicBezTo>
                  <a:pt x="37037" y="42382"/>
                  <a:pt x="34488" y="43344"/>
                  <a:pt x="31867" y="44028"/>
                </a:cubicBezTo>
                <a:cubicBezTo>
                  <a:pt x="29187" y="44771"/>
                  <a:pt x="26522" y="45164"/>
                  <a:pt x="23784" y="45339"/>
                </a:cubicBezTo>
                <a:cubicBezTo>
                  <a:pt x="16953" y="45674"/>
                  <a:pt x="11389" y="43970"/>
                  <a:pt x="7224" y="40169"/>
                </a:cubicBezTo>
                <a:cubicBezTo>
                  <a:pt x="3015" y="36411"/>
                  <a:pt x="743" y="31066"/>
                  <a:pt x="408" y="24293"/>
                </a:cubicBezTo>
                <a:cubicBezTo>
                  <a:pt x="0" y="17230"/>
                  <a:pt x="1660" y="11550"/>
                  <a:pt x="5243" y="7282"/>
                </a:cubicBezTo>
                <a:cubicBezTo>
                  <a:pt x="8826" y="2957"/>
                  <a:pt x="13836" y="626"/>
                  <a:pt x="20259" y="277"/>
                </a:cubicBezTo>
                <a:cubicBezTo>
                  <a:pt x="26056" y="0"/>
                  <a:pt x="30731" y="1588"/>
                  <a:pt x="34255" y="5170"/>
                </a:cubicBezTo>
                <a:cubicBezTo>
                  <a:pt x="37838" y="8695"/>
                  <a:pt x="39775" y="13647"/>
                  <a:pt x="40052" y="20084"/>
                </a:cubicBezTo>
                <a:close/>
                <a:moveTo>
                  <a:pt x="32945" y="18366"/>
                </a:moveTo>
                <a:cubicBezTo>
                  <a:pt x="32668" y="14506"/>
                  <a:pt x="31415" y="11491"/>
                  <a:pt x="29187" y="9263"/>
                </a:cubicBezTo>
                <a:cubicBezTo>
                  <a:pt x="26973" y="7107"/>
                  <a:pt x="24133" y="6088"/>
                  <a:pt x="20652" y="6248"/>
                </a:cubicBezTo>
                <a:cubicBezTo>
                  <a:pt x="16734" y="6423"/>
                  <a:pt x="13603" y="7734"/>
                  <a:pt x="11389" y="10064"/>
                </a:cubicBezTo>
                <a:cubicBezTo>
                  <a:pt x="9103" y="12394"/>
                  <a:pt x="7908" y="15642"/>
                  <a:pt x="7748" y="19676"/>
                </a:cubicBezTo>
                <a:lnTo>
                  <a:pt x="32945" y="18366"/>
                </a:lnTo>
                <a:close/>
                <a:moveTo>
                  <a:pt x="32945" y="183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C1FBF-264B-4D35-BFD3-761CFE42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3" y="3436319"/>
            <a:ext cx="26798" cy="60748"/>
          </a:xfrm>
          <a:custGeom xmlns:a="http://schemas.openxmlformats.org/drawingml/2006/main">
            <a:pathLst>
              <a:path w="26798" h="60748">
                <a:moveTo>
                  <a:pt x="26507" y="0"/>
                </a:moveTo>
                <a:lnTo>
                  <a:pt x="26798" y="5913"/>
                </a:lnTo>
                <a:lnTo>
                  <a:pt x="20026" y="6248"/>
                </a:lnTo>
                <a:cubicBezTo>
                  <a:pt x="17521" y="6365"/>
                  <a:pt x="15759" y="6991"/>
                  <a:pt x="14856" y="8010"/>
                </a:cubicBezTo>
                <a:cubicBezTo>
                  <a:pt x="13880" y="9103"/>
                  <a:pt x="13487" y="10967"/>
                  <a:pt x="13661" y="13647"/>
                </a:cubicBezTo>
                <a:lnTo>
                  <a:pt x="13822" y="17404"/>
                </a:lnTo>
                <a:lnTo>
                  <a:pt x="25488" y="16836"/>
                </a:lnTo>
                <a:lnTo>
                  <a:pt x="25721" y="22298"/>
                </a:lnTo>
                <a:lnTo>
                  <a:pt x="14113" y="22924"/>
                </a:lnTo>
                <a:lnTo>
                  <a:pt x="16050" y="60355"/>
                </a:lnTo>
                <a:lnTo>
                  <a:pt x="8928" y="60748"/>
                </a:lnTo>
                <a:lnTo>
                  <a:pt x="7005" y="23259"/>
                </a:lnTo>
                <a:lnTo>
                  <a:pt x="291" y="23609"/>
                </a:lnTo>
                <a:lnTo>
                  <a:pt x="0" y="18147"/>
                </a:lnTo>
                <a:lnTo>
                  <a:pt x="6772" y="17798"/>
                </a:lnTo>
                <a:lnTo>
                  <a:pt x="6598" y="14783"/>
                </a:lnTo>
                <a:cubicBezTo>
                  <a:pt x="6379" y="10006"/>
                  <a:pt x="7282" y="6481"/>
                  <a:pt x="9394" y="4209"/>
                </a:cubicBezTo>
                <a:cubicBezTo>
                  <a:pt x="11491" y="1864"/>
                  <a:pt x="14958" y="626"/>
                  <a:pt x="19793" y="335"/>
                </a:cubicBezTo>
                <a:lnTo>
                  <a:pt x="26507" y="0"/>
                </a:lnTo>
                <a:close/>
                <a:moveTo>
                  <a:pt x="2650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66BD1-338B-4E9A-A7FB-6101551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610" y="3435693"/>
            <a:ext cx="10122" cy="60020"/>
          </a:xfrm>
          <a:custGeom xmlns:a="http://schemas.openxmlformats.org/drawingml/2006/main">
            <a:pathLst>
              <a:path w="10122" h="60020">
                <a:moveTo>
                  <a:pt x="845" y="17055"/>
                </a:moveTo>
                <a:lnTo>
                  <a:pt x="7908" y="16720"/>
                </a:lnTo>
                <a:lnTo>
                  <a:pt x="10122" y="59670"/>
                </a:lnTo>
                <a:lnTo>
                  <a:pt x="3073" y="60020"/>
                </a:lnTo>
                <a:lnTo>
                  <a:pt x="845" y="17055"/>
                </a:lnTo>
                <a:close/>
                <a:moveTo>
                  <a:pt x="0" y="335"/>
                </a:moveTo>
                <a:lnTo>
                  <a:pt x="7049" y="0"/>
                </a:lnTo>
                <a:lnTo>
                  <a:pt x="7501" y="8928"/>
                </a:lnTo>
                <a:lnTo>
                  <a:pt x="451" y="9263"/>
                </a:lnTo>
                <a:lnTo>
                  <a:pt x="0" y="335"/>
                </a:lnTo>
                <a:close/>
                <a:moveTo>
                  <a:pt x="0" y="3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62A2C-D044-4430-BA0C-C2FD4B11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602" y="3449791"/>
            <a:ext cx="42397" cy="45062"/>
          </a:xfrm>
          <a:custGeom xmlns:a="http://schemas.openxmlformats.org/drawingml/2006/main">
            <a:pathLst>
              <a:path w="42397" h="45062">
                <a:moveTo>
                  <a:pt x="39426" y="0"/>
                </a:moveTo>
                <a:lnTo>
                  <a:pt x="24920" y="21745"/>
                </a:lnTo>
                <a:lnTo>
                  <a:pt x="42397" y="42965"/>
                </a:lnTo>
                <a:lnTo>
                  <a:pt x="34081" y="43358"/>
                </a:lnTo>
                <a:lnTo>
                  <a:pt x="20711" y="27148"/>
                </a:lnTo>
                <a:lnTo>
                  <a:pt x="9103" y="44669"/>
                </a:lnTo>
                <a:lnTo>
                  <a:pt x="743" y="45062"/>
                </a:lnTo>
                <a:lnTo>
                  <a:pt x="16283" y="21745"/>
                </a:lnTo>
                <a:lnTo>
                  <a:pt x="0" y="2054"/>
                </a:lnTo>
                <a:lnTo>
                  <a:pt x="8316" y="1602"/>
                </a:lnTo>
                <a:lnTo>
                  <a:pt x="20492" y="16327"/>
                </a:lnTo>
                <a:lnTo>
                  <a:pt x="31066" y="466"/>
                </a:lnTo>
                <a:lnTo>
                  <a:pt x="39426" y="0"/>
                </a:lnTo>
                <a:close/>
                <a:moveTo>
                  <a:pt x="3942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21868-0ACA-4C1D-A3CB-5043951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710" y="3553461"/>
            <a:ext cx="46490" cy="58083"/>
          </a:xfrm>
          <a:custGeom xmlns:a="http://schemas.openxmlformats.org/drawingml/2006/main">
            <a:pathLst>
              <a:path w="46490" h="58083">
                <a:moveTo>
                  <a:pt x="0" y="728"/>
                </a:moveTo>
                <a:lnTo>
                  <a:pt x="7734" y="612"/>
                </a:lnTo>
                <a:lnTo>
                  <a:pt x="8200" y="24861"/>
                </a:lnTo>
                <a:lnTo>
                  <a:pt x="33513" y="160"/>
                </a:lnTo>
                <a:lnTo>
                  <a:pt x="43475" y="0"/>
                </a:lnTo>
                <a:lnTo>
                  <a:pt x="15482" y="27192"/>
                </a:lnTo>
                <a:lnTo>
                  <a:pt x="46490" y="57282"/>
                </a:lnTo>
                <a:lnTo>
                  <a:pt x="36236" y="57457"/>
                </a:lnTo>
                <a:lnTo>
                  <a:pt x="8258" y="30323"/>
                </a:lnTo>
                <a:lnTo>
                  <a:pt x="8768" y="57966"/>
                </a:lnTo>
                <a:lnTo>
                  <a:pt x="976" y="58083"/>
                </a:lnTo>
                <a:lnTo>
                  <a:pt x="0" y="728"/>
                </a:lnTo>
                <a:close/>
                <a:moveTo>
                  <a:pt x="0" y="7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24A80-DF91-4A2F-88BC-892340D3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481" y="3566307"/>
            <a:ext cx="40008" cy="45354"/>
          </a:xfrm>
          <a:custGeom xmlns:a="http://schemas.openxmlformats.org/drawingml/2006/main">
            <a:pathLst>
              <a:path w="40008" h="45354">
                <a:moveTo>
                  <a:pt x="39950" y="20536"/>
                </a:moveTo>
                <a:lnTo>
                  <a:pt x="40008" y="23958"/>
                </a:lnTo>
                <a:lnTo>
                  <a:pt x="7515" y="24526"/>
                </a:lnTo>
                <a:cubicBezTo>
                  <a:pt x="7908" y="29420"/>
                  <a:pt x="9452" y="33061"/>
                  <a:pt x="12074" y="35566"/>
                </a:cubicBezTo>
                <a:cubicBezTo>
                  <a:pt x="14739" y="38071"/>
                  <a:pt x="18439" y="39324"/>
                  <a:pt x="23099" y="39207"/>
                </a:cubicBezTo>
                <a:cubicBezTo>
                  <a:pt x="25837" y="39149"/>
                  <a:pt x="28459" y="38800"/>
                  <a:pt x="31008" y="38071"/>
                </a:cubicBezTo>
                <a:cubicBezTo>
                  <a:pt x="33513" y="37387"/>
                  <a:pt x="36018" y="36353"/>
                  <a:pt x="38523" y="34940"/>
                </a:cubicBezTo>
                <a:lnTo>
                  <a:pt x="38639" y="41654"/>
                </a:lnTo>
                <a:cubicBezTo>
                  <a:pt x="36134" y="42732"/>
                  <a:pt x="33513" y="43635"/>
                  <a:pt x="30906" y="44217"/>
                </a:cubicBezTo>
                <a:cubicBezTo>
                  <a:pt x="28226" y="44829"/>
                  <a:pt x="25546" y="45179"/>
                  <a:pt x="22822" y="45237"/>
                </a:cubicBezTo>
                <a:cubicBezTo>
                  <a:pt x="15933" y="45354"/>
                  <a:pt x="10472" y="43416"/>
                  <a:pt x="6379" y="39484"/>
                </a:cubicBezTo>
                <a:cubicBezTo>
                  <a:pt x="2345" y="35566"/>
                  <a:pt x="233" y="30221"/>
                  <a:pt x="117" y="23390"/>
                </a:cubicBezTo>
                <a:cubicBezTo>
                  <a:pt x="0" y="16327"/>
                  <a:pt x="1777" y="10763"/>
                  <a:pt x="5520" y="6554"/>
                </a:cubicBezTo>
                <a:cubicBezTo>
                  <a:pt x="9278" y="2330"/>
                  <a:pt x="14346" y="175"/>
                  <a:pt x="20827" y="58"/>
                </a:cubicBezTo>
                <a:cubicBezTo>
                  <a:pt x="26580" y="0"/>
                  <a:pt x="31182" y="1762"/>
                  <a:pt x="34590" y="5462"/>
                </a:cubicBezTo>
                <a:cubicBezTo>
                  <a:pt x="38071" y="9103"/>
                  <a:pt x="39834" y="14113"/>
                  <a:pt x="39950" y="20536"/>
                </a:cubicBezTo>
                <a:close/>
                <a:moveTo>
                  <a:pt x="32828" y="18555"/>
                </a:moveTo>
                <a:cubicBezTo>
                  <a:pt x="32726" y="14739"/>
                  <a:pt x="31576" y="11666"/>
                  <a:pt x="29420" y="9394"/>
                </a:cubicBezTo>
                <a:cubicBezTo>
                  <a:pt x="27265" y="7122"/>
                  <a:pt x="24468" y="6030"/>
                  <a:pt x="21002" y="6088"/>
                </a:cubicBezTo>
                <a:cubicBezTo>
                  <a:pt x="17011" y="6146"/>
                  <a:pt x="13894" y="7282"/>
                  <a:pt x="11550" y="9569"/>
                </a:cubicBezTo>
                <a:cubicBezTo>
                  <a:pt x="9219" y="11841"/>
                  <a:pt x="7908" y="15030"/>
                  <a:pt x="7632" y="19065"/>
                </a:cubicBezTo>
                <a:lnTo>
                  <a:pt x="32828" y="18555"/>
                </a:lnTo>
                <a:close/>
                <a:moveTo>
                  <a:pt x="32828" y="185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DAB1A-E087-42DE-AFE1-CFE3115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21" y="3566248"/>
            <a:ext cx="41829" cy="60034"/>
          </a:xfrm>
          <a:custGeom xmlns:a="http://schemas.openxmlformats.org/drawingml/2006/main">
            <a:pathLst>
              <a:path w="41829" h="60034">
                <a:moveTo>
                  <a:pt x="23725" y="47334"/>
                </a:moveTo>
                <a:cubicBezTo>
                  <a:pt x="21847" y="52519"/>
                  <a:pt x="19924" y="55869"/>
                  <a:pt x="18104" y="57471"/>
                </a:cubicBezTo>
                <a:cubicBezTo>
                  <a:pt x="16225" y="59059"/>
                  <a:pt x="13661" y="59918"/>
                  <a:pt x="10530" y="59918"/>
                </a:cubicBezTo>
                <a:lnTo>
                  <a:pt x="4835" y="60034"/>
                </a:lnTo>
                <a:lnTo>
                  <a:pt x="4792" y="54107"/>
                </a:lnTo>
                <a:lnTo>
                  <a:pt x="8943" y="54048"/>
                </a:lnTo>
                <a:cubicBezTo>
                  <a:pt x="10865" y="53990"/>
                  <a:pt x="12351" y="53539"/>
                  <a:pt x="13428" y="52577"/>
                </a:cubicBezTo>
                <a:cubicBezTo>
                  <a:pt x="14462" y="51660"/>
                  <a:pt x="15657" y="49446"/>
                  <a:pt x="16909" y="46038"/>
                </a:cubicBezTo>
                <a:lnTo>
                  <a:pt x="18104" y="42790"/>
                </a:lnTo>
                <a:lnTo>
                  <a:pt x="0" y="743"/>
                </a:lnTo>
                <a:lnTo>
                  <a:pt x="7457" y="626"/>
                </a:lnTo>
                <a:lnTo>
                  <a:pt x="21512" y="34022"/>
                </a:lnTo>
                <a:lnTo>
                  <a:pt x="34372" y="175"/>
                </a:lnTo>
                <a:lnTo>
                  <a:pt x="41829" y="0"/>
                </a:lnTo>
                <a:lnTo>
                  <a:pt x="23725" y="47334"/>
                </a:lnTo>
                <a:close/>
                <a:moveTo>
                  <a:pt x="23725" y="473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8BF93-A497-4744-9ED4-99A6F5FA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655" y="3549237"/>
            <a:ext cx="39266" cy="60704"/>
          </a:xfrm>
          <a:custGeom xmlns:a="http://schemas.openxmlformats.org/drawingml/2006/main">
            <a:pathLst>
              <a:path w="39266" h="60704">
                <a:moveTo>
                  <a:pt x="31809" y="37897"/>
                </a:moveTo>
                <a:cubicBezTo>
                  <a:pt x="31692" y="32726"/>
                  <a:pt x="30556" y="28619"/>
                  <a:pt x="28401" y="25721"/>
                </a:cubicBezTo>
                <a:cubicBezTo>
                  <a:pt x="26172" y="22822"/>
                  <a:pt x="23216" y="21395"/>
                  <a:pt x="19516" y="21453"/>
                </a:cubicBezTo>
                <a:cubicBezTo>
                  <a:pt x="15759" y="21512"/>
                  <a:pt x="12860" y="23041"/>
                  <a:pt x="10763" y="26012"/>
                </a:cubicBezTo>
                <a:cubicBezTo>
                  <a:pt x="8651" y="29027"/>
                  <a:pt x="7690" y="33119"/>
                  <a:pt x="7748" y="38290"/>
                </a:cubicBezTo>
                <a:cubicBezTo>
                  <a:pt x="7850" y="43475"/>
                  <a:pt x="9001" y="47567"/>
                  <a:pt x="11156" y="50466"/>
                </a:cubicBezTo>
                <a:cubicBezTo>
                  <a:pt x="13370" y="53378"/>
                  <a:pt x="16327" y="54849"/>
                  <a:pt x="20084" y="54733"/>
                </a:cubicBezTo>
                <a:cubicBezTo>
                  <a:pt x="23784" y="54675"/>
                  <a:pt x="26682" y="53145"/>
                  <a:pt x="28794" y="50189"/>
                </a:cubicBezTo>
                <a:cubicBezTo>
                  <a:pt x="30891" y="47174"/>
                  <a:pt x="31867" y="43081"/>
                  <a:pt x="31809" y="37897"/>
                </a:cubicBezTo>
                <a:close/>
                <a:moveTo>
                  <a:pt x="7515" y="23274"/>
                </a:moveTo>
                <a:cubicBezTo>
                  <a:pt x="8943" y="20711"/>
                  <a:pt x="10807" y="18788"/>
                  <a:pt x="13035" y="17536"/>
                </a:cubicBezTo>
                <a:cubicBezTo>
                  <a:pt x="15249" y="16225"/>
                  <a:pt x="17987" y="15540"/>
                  <a:pt x="21118" y="15482"/>
                </a:cubicBezTo>
                <a:cubicBezTo>
                  <a:pt x="26347" y="15424"/>
                  <a:pt x="30614" y="17419"/>
                  <a:pt x="33964" y="21512"/>
                </a:cubicBezTo>
                <a:cubicBezTo>
                  <a:pt x="37270" y="25604"/>
                  <a:pt x="39033" y="31008"/>
                  <a:pt x="39149" y="37780"/>
                </a:cubicBezTo>
                <a:cubicBezTo>
                  <a:pt x="39266" y="44552"/>
                  <a:pt x="37722" y="50014"/>
                  <a:pt x="34488" y="54223"/>
                </a:cubicBezTo>
                <a:cubicBezTo>
                  <a:pt x="31299" y="58432"/>
                  <a:pt x="27090" y="60544"/>
                  <a:pt x="21905" y="60661"/>
                </a:cubicBezTo>
                <a:cubicBezTo>
                  <a:pt x="18715" y="60704"/>
                  <a:pt x="16050" y="60136"/>
                  <a:pt x="13720" y="58942"/>
                </a:cubicBezTo>
                <a:cubicBezTo>
                  <a:pt x="11433" y="57690"/>
                  <a:pt x="9569" y="55869"/>
                  <a:pt x="8025" y="53320"/>
                </a:cubicBezTo>
                <a:lnTo>
                  <a:pt x="8141" y="59743"/>
                </a:lnTo>
                <a:lnTo>
                  <a:pt x="1034" y="59918"/>
                </a:lnTo>
                <a:lnTo>
                  <a:pt x="0" y="117"/>
                </a:lnTo>
                <a:lnTo>
                  <a:pt x="7122" y="0"/>
                </a:lnTo>
                <a:lnTo>
                  <a:pt x="7515" y="23274"/>
                </a:lnTo>
                <a:close/>
                <a:moveTo>
                  <a:pt x="7515" y="232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A5C81-D30E-427A-86B6-61AC0501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280" y="3563860"/>
            <a:ext cx="39703" cy="45354"/>
          </a:xfrm>
          <a:custGeom xmlns:a="http://schemas.openxmlformats.org/drawingml/2006/main">
            <a:pathLst>
              <a:path w="39703" h="45354">
                <a:moveTo>
                  <a:pt x="19575" y="6088"/>
                </a:moveTo>
                <a:cubicBezTo>
                  <a:pt x="15817" y="6146"/>
                  <a:pt x="12860" y="7690"/>
                  <a:pt x="10690" y="10647"/>
                </a:cubicBezTo>
                <a:cubicBezTo>
                  <a:pt x="8535" y="13661"/>
                  <a:pt x="7501" y="17754"/>
                  <a:pt x="7559" y="22881"/>
                </a:cubicBezTo>
                <a:cubicBezTo>
                  <a:pt x="7675" y="27993"/>
                  <a:pt x="8811" y="32042"/>
                  <a:pt x="11098" y="34998"/>
                </a:cubicBezTo>
                <a:cubicBezTo>
                  <a:pt x="13312" y="37897"/>
                  <a:pt x="16327" y="39324"/>
                  <a:pt x="20143" y="39266"/>
                </a:cubicBezTo>
                <a:cubicBezTo>
                  <a:pt x="23886" y="39207"/>
                  <a:pt x="26857" y="37664"/>
                  <a:pt x="29012" y="34649"/>
                </a:cubicBezTo>
                <a:cubicBezTo>
                  <a:pt x="31168" y="31634"/>
                  <a:pt x="32202" y="27600"/>
                  <a:pt x="32144" y="22473"/>
                </a:cubicBezTo>
                <a:cubicBezTo>
                  <a:pt x="32027" y="17361"/>
                  <a:pt x="30891" y="13312"/>
                  <a:pt x="28619" y="10414"/>
                </a:cubicBezTo>
                <a:cubicBezTo>
                  <a:pt x="26332" y="7457"/>
                  <a:pt x="23376" y="6030"/>
                  <a:pt x="19575" y="6088"/>
                </a:cubicBezTo>
                <a:close/>
                <a:moveTo>
                  <a:pt x="19516" y="117"/>
                </a:moveTo>
                <a:cubicBezTo>
                  <a:pt x="25662" y="0"/>
                  <a:pt x="30498" y="1879"/>
                  <a:pt x="34081" y="5869"/>
                </a:cubicBezTo>
                <a:cubicBezTo>
                  <a:pt x="37664" y="9787"/>
                  <a:pt x="39484" y="15249"/>
                  <a:pt x="39601" y="22313"/>
                </a:cubicBezTo>
                <a:cubicBezTo>
                  <a:pt x="39703" y="29362"/>
                  <a:pt x="38057" y="34940"/>
                  <a:pt x="34649" y="38974"/>
                </a:cubicBezTo>
                <a:cubicBezTo>
                  <a:pt x="31168" y="43067"/>
                  <a:pt x="26391" y="45120"/>
                  <a:pt x="20245" y="45237"/>
                </a:cubicBezTo>
                <a:cubicBezTo>
                  <a:pt x="14113" y="45354"/>
                  <a:pt x="9219" y="43416"/>
                  <a:pt x="5636" y="39484"/>
                </a:cubicBezTo>
                <a:cubicBezTo>
                  <a:pt x="2097" y="35508"/>
                  <a:pt x="277" y="30046"/>
                  <a:pt x="117" y="22983"/>
                </a:cubicBezTo>
                <a:cubicBezTo>
                  <a:pt x="0" y="15933"/>
                  <a:pt x="1646" y="10355"/>
                  <a:pt x="5112" y="6321"/>
                </a:cubicBezTo>
                <a:cubicBezTo>
                  <a:pt x="8535" y="2287"/>
                  <a:pt x="13312" y="175"/>
                  <a:pt x="19516" y="117"/>
                </a:cubicBezTo>
                <a:close/>
                <a:moveTo>
                  <a:pt x="19516" y="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2489F-A99C-4E54-8B6B-4FE00E45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83" y="3563073"/>
            <a:ext cx="36629" cy="45397"/>
          </a:xfrm>
          <a:custGeom xmlns:a="http://schemas.openxmlformats.org/drawingml/2006/main">
            <a:pathLst>
              <a:path w="36629" h="45397">
                <a:moveTo>
                  <a:pt x="22182" y="22415"/>
                </a:moveTo>
                <a:cubicBezTo>
                  <a:pt x="16429" y="22531"/>
                  <a:pt x="12511" y="23259"/>
                  <a:pt x="10355" y="24570"/>
                </a:cubicBezTo>
                <a:cubicBezTo>
                  <a:pt x="8127" y="25939"/>
                  <a:pt x="7107" y="28153"/>
                  <a:pt x="7166" y="31343"/>
                </a:cubicBezTo>
                <a:cubicBezTo>
                  <a:pt x="7166" y="33848"/>
                  <a:pt x="8010" y="35843"/>
                  <a:pt x="9729" y="37256"/>
                </a:cubicBezTo>
                <a:cubicBezTo>
                  <a:pt x="11375" y="38683"/>
                  <a:pt x="13647" y="39426"/>
                  <a:pt x="16487" y="39368"/>
                </a:cubicBezTo>
                <a:cubicBezTo>
                  <a:pt x="20419" y="39309"/>
                  <a:pt x="23551" y="37824"/>
                  <a:pt x="25881" y="35042"/>
                </a:cubicBezTo>
                <a:cubicBezTo>
                  <a:pt x="28153" y="32202"/>
                  <a:pt x="29289" y="28503"/>
                  <a:pt x="29231" y="23886"/>
                </a:cubicBezTo>
                <a:lnTo>
                  <a:pt x="29187" y="22298"/>
                </a:lnTo>
                <a:lnTo>
                  <a:pt x="22182" y="22415"/>
                </a:lnTo>
                <a:close/>
                <a:moveTo>
                  <a:pt x="36236" y="19283"/>
                </a:moveTo>
                <a:lnTo>
                  <a:pt x="36629" y="43810"/>
                </a:lnTo>
                <a:lnTo>
                  <a:pt x="29580" y="43912"/>
                </a:lnTo>
                <a:lnTo>
                  <a:pt x="29464" y="37430"/>
                </a:lnTo>
                <a:cubicBezTo>
                  <a:pt x="27876" y="40052"/>
                  <a:pt x="25881" y="41975"/>
                  <a:pt x="23492" y="43285"/>
                </a:cubicBezTo>
                <a:cubicBezTo>
                  <a:pt x="21104" y="44596"/>
                  <a:pt x="18205" y="45222"/>
                  <a:pt x="14725" y="45281"/>
                </a:cubicBezTo>
                <a:cubicBezTo>
                  <a:pt x="10297" y="45397"/>
                  <a:pt x="6758" y="44203"/>
                  <a:pt x="4151" y="41756"/>
                </a:cubicBezTo>
                <a:cubicBezTo>
                  <a:pt x="1529" y="39368"/>
                  <a:pt x="160" y="36061"/>
                  <a:pt x="58" y="31911"/>
                </a:cubicBezTo>
                <a:cubicBezTo>
                  <a:pt x="0" y="27075"/>
                  <a:pt x="1529" y="23376"/>
                  <a:pt x="4777" y="20871"/>
                </a:cubicBezTo>
                <a:cubicBezTo>
                  <a:pt x="7952" y="18366"/>
                  <a:pt x="12744" y="17069"/>
                  <a:pt x="19167" y="16953"/>
                </a:cubicBezTo>
                <a:lnTo>
                  <a:pt x="29129" y="16778"/>
                </a:lnTo>
                <a:lnTo>
                  <a:pt x="29071" y="16094"/>
                </a:lnTo>
                <a:cubicBezTo>
                  <a:pt x="29012" y="12846"/>
                  <a:pt x="27935" y="10355"/>
                  <a:pt x="25764" y="8593"/>
                </a:cubicBezTo>
                <a:cubicBezTo>
                  <a:pt x="23609" y="6874"/>
                  <a:pt x="20594" y="6030"/>
                  <a:pt x="16720" y="6088"/>
                </a:cubicBezTo>
                <a:cubicBezTo>
                  <a:pt x="14215" y="6146"/>
                  <a:pt x="11826" y="6481"/>
                  <a:pt x="9554" y="7107"/>
                </a:cubicBezTo>
                <a:cubicBezTo>
                  <a:pt x="7224" y="7734"/>
                  <a:pt x="4996" y="8637"/>
                  <a:pt x="2840" y="9831"/>
                </a:cubicBezTo>
                <a:lnTo>
                  <a:pt x="2724" y="3350"/>
                </a:lnTo>
                <a:cubicBezTo>
                  <a:pt x="5345" y="2272"/>
                  <a:pt x="7792" y="1471"/>
                  <a:pt x="10239" y="961"/>
                </a:cubicBezTo>
                <a:cubicBezTo>
                  <a:pt x="12686" y="393"/>
                  <a:pt x="15016" y="117"/>
                  <a:pt x="17346" y="117"/>
                </a:cubicBezTo>
                <a:cubicBezTo>
                  <a:pt x="23551" y="0"/>
                  <a:pt x="28211" y="1529"/>
                  <a:pt x="31343" y="4719"/>
                </a:cubicBezTo>
                <a:cubicBezTo>
                  <a:pt x="34474" y="7850"/>
                  <a:pt x="36120" y="12744"/>
                  <a:pt x="36236" y="19283"/>
                </a:cubicBezTo>
                <a:close/>
                <a:moveTo>
                  <a:pt x="36236" y="192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2060B-FDC7-4938-806E-5AE249F7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158" y="3562214"/>
            <a:ext cx="25313" cy="44436"/>
          </a:xfrm>
          <a:custGeom xmlns:a="http://schemas.openxmlformats.org/drawingml/2006/main">
            <a:pathLst>
              <a:path w="25313" h="44436">
                <a:moveTo>
                  <a:pt x="25313" y="7573"/>
                </a:moveTo>
                <a:cubicBezTo>
                  <a:pt x="24512" y="7166"/>
                  <a:pt x="23609" y="6831"/>
                  <a:pt x="22706" y="6656"/>
                </a:cubicBezTo>
                <a:cubicBezTo>
                  <a:pt x="21730" y="6423"/>
                  <a:pt x="20711" y="6321"/>
                  <a:pt x="19575" y="6379"/>
                </a:cubicBezTo>
                <a:cubicBezTo>
                  <a:pt x="15584" y="6423"/>
                  <a:pt x="12569" y="7792"/>
                  <a:pt x="10472" y="10414"/>
                </a:cubicBezTo>
                <a:cubicBezTo>
                  <a:pt x="8360" y="13035"/>
                  <a:pt x="7340" y="16778"/>
                  <a:pt x="7457" y="21672"/>
                </a:cubicBezTo>
                <a:lnTo>
                  <a:pt x="7850" y="44319"/>
                </a:lnTo>
                <a:lnTo>
                  <a:pt x="743" y="44436"/>
                </a:lnTo>
                <a:lnTo>
                  <a:pt x="0" y="1427"/>
                </a:lnTo>
                <a:lnTo>
                  <a:pt x="7107" y="1311"/>
                </a:lnTo>
                <a:lnTo>
                  <a:pt x="7224" y="7967"/>
                </a:lnTo>
                <a:cubicBezTo>
                  <a:pt x="8651" y="5345"/>
                  <a:pt x="10574" y="3364"/>
                  <a:pt x="12919" y="2054"/>
                </a:cubicBezTo>
                <a:cubicBezTo>
                  <a:pt x="15249" y="743"/>
                  <a:pt x="18147" y="58"/>
                  <a:pt x="21555" y="0"/>
                </a:cubicBezTo>
                <a:cubicBezTo>
                  <a:pt x="22080" y="0"/>
                  <a:pt x="22589" y="58"/>
                  <a:pt x="23157" y="117"/>
                </a:cubicBezTo>
                <a:cubicBezTo>
                  <a:pt x="23784" y="175"/>
                  <a:pt x="24410" y="233"/>
                  <a:pt x="25138" y="350"/>
                </a:cubicBezTo>
                <a:lnTo>
                  <a:pt x="25313" y="7573"/>
                </a:lnTo>
                <a:close/>
                <a:moveTo>
                  <a:pt x="25313" y="75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DA6F3-ABA5-426A-A796-1FC209B8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544" y="3545771"/>
            <a:ext cx="38916" cy="61272"/>
          </a:xfrm>
          <a:custGeom xmlns:a="http://schemas.openxmlformats.org/drawingml/2006/main">
            <a:pathLst>
              <a:path w="38916" h="61272">
                <a:moveTo>
                  <a:pt x="31241" y="23390"/>
                </a:moveTo>
                <a:lnTo>
                  <a:pt x="30833" y="117"/>
                </a:lnTo>
                <a:lnTo>
                  <a:pt x="37897" y="0"/>
                </a:lnTo>
                <a:lnTo>
                  <a:pt x="38916" y="59743"/>
                </a:lnTo>
                <a:lnTo>
                  <a:pt x="31867" y="59860"/>
                </a:lnTo>
                <a:lnTo>
                  <a:pt x="31750" y="53422"/>
                </a:lnTo>
                <a:cubicBezTo>
                  <a:pt x="30323" y="55986"/>
                  <a:pt x="28444" y="57923"/>
                  <a:pt x="26230" y="59233"/>
                </a:cubicBezTo>
                <a:cubicBezTo>
                  <a:pt x="23958" y="60486"/>
                  <a:pt x="21279" y="61156"/>
                  <a:pt x="18089" y="61214"/>
                </a:cubicBezTo>
                <a:cubicBezTo>
                  <a:pt x="12919" y="61272"/>
                  <a:pt x="8651" y="59277"/>
                  <a:pt x="5287" y="55184"/>
                </a:cubicBezTo>
                <a:cubicBezTo>
                  <a:pt x="1937" y="51092"/>
                  <a:pt x="233" y="45688"/>
                  <a:pt x="117" y="38916"/>
                </a:cubicBezTo>
                <a:cubicBezTo>
                  <a:pt x="0" y="32144"/>
                  <a:pt x="1544" y="26682"/>
                  <a:pt x="4719" y="22473"/>
                </a:cubicBezTo>
                <a:cubicBezTo>
                  <a:pt x="7908" y="18264"/>
                  <a:pt x="12118" y="16166"/>
                  <a:pt x="17361" y="16050"/>
                </a:cubicBezTo>
                <a:cubicBezTo>
                  <a:pt x="20478" y="15992"/>
                  <a:pt x="23216" y="16560"/>
                  <a:pt x="25488" y="17812"/>
                </a:cubicBezTo>
                <a:cubicBezTo>
                  <a:pt x="27818" y="19007"/>
                  <a:pt x="29697" y="20827"/>
                  <a:pt x="31241" y="23390"/>
                </a:cubicBezTo>
                <a:close/>
                <a:moveTo>
                  <a:pt x="7399" y="38800"/>
                </a:moveTo>
                <a:cubicBezTo>
                  <a:pt x="7515" y="43984"/>
                  <a:pt x="8651" y="48077"/>
                  <a:pt x="10807" y="50975"/>
                </a:cubicBezTo>
                <a:cubicBezTo>
                  <a:pt x="13035" y="53874"/>
                  <a:pt x="15992" y="55301"/>
                  <a:pt x="19749" y="55243"/>
                </a:cubicBezTo>
                <a:cubicBezTo>
                  <a:pt x="23449" y="55184"/>
                  <a:pt x="26405" y="53655"/>
                  <a:pt x="28444" y="50699"/>
                </a:cubicBezTo>
                <a:cubicBezTo>
                  <a:pt x="30556" y="47684"/>
                  <a:pt x="31576" y="43577"/>
                  <a:pt x="31517" y="38406"/>
                </a:cubicBezTo>
                <a:cubicBezTo>
                  <a:pt x="31401" y="33221"/>
                  <a:pt x="30265" y="29129"/>
                  <a:pt x="28051" y="26230"/>
                </a:cubicBezTo>
                <a:cubicBezTo>
                  <a:pt x="25881" y="23332"/>
                  <a:pt x="22866" y="21847"/>
                  <a:pt x="19181" y="21963"/>
                </a:cubicBezTo>
                <a:cubicBezTo>
                  <a:pt x="15424" y="22021"/>
                  <a:pt x="12525" y="23551"/>
                  <a:pt x="10414" y="26507"/>
                </a:cubicBezTo>
                <a:cubicBezTo>
                  <a:pt x="8302" y="29537"/>
                  <a:pt x="7340" y="33629"/>
                  <a:pt x="7399" y="38800"/>
                </a:cubicBezTo>
                <a:close/>
                <a:moveTo>
                  <a:pt x="7399" y="388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93803-3B44-4997-B341-D4B7F4A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431" y="3547256"/>
            <a:ext cx="48587" cy="57792"/>
          </a:xfrm>
          <a:custGeom xmlns:a="http://schemas.openxmlformats.org/drawingml/2006/main">
            <a:pathLst>
              <a:path w="48587" h="57792">
                <a:moveTo>
                  <a:pt x="0" y="786"/>
                </a:moveTo>
                <a:lnTo>
                  <a:pt x="48470" y="0"/>
                </a:lnTo>
                <a:lnTo>
                  <a:pt x="48587" y="6539"/>
                </a:lnTo>
                <a:lnTo>
                  <a:pt x="28226" y="6874"/>
                </a:lnTo>
                <a:lnTo>
                  <a:pt x="29071" y="57690"/>
                </a:lnTo>
                <a:lnTo>
                  <a:pt x="21279" y="57792"/>
                </a:lnTo>
                <a:lnTo>
                  <a:pt x="20419" y="6991"/>
                </a:lnTo>
                <a:lnTo>
                  <a:pt x="58" y="7340"/>
                </a:lnTo>
                <a:lnTo>
                  <a:pt x="0" y="786"/>
                </a:lnTo>
                <a:close/>
                <a:moveTo>
                  <a:pt x="0" y="7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FC18A-97CE-4DE3-A0AE-67F8F80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48" y="3560219"/>
            <a:ext cx="39994" cy="45354"/>
          </a:xfrm>
          <a:custGeom xmlns:a="http://schemas.openxmlformats.org/drawingml/2006/main">
            <a:pathLst>
              <a:path w="39994" h="45354">
                <a:moveTo>
                  <a:pt x="39936" y="20550"/>
                </a:moveTo>
                <a:lnTo>
                  <a:pt x="39994" y="24017"/>
                </a:lnTo>
                <a:lnTo>
                  <a:pt x="7501" y="24585"/>
                </a:lnTo>
                <a:cubicBezTo>
                  <a:pt x="7908" y="29420"/>
                  <a:pt x="9438" y="33119"/>
                  <a:pt x="12118" y="35625"/>
                </a:cubicBezTo>
                <a:cubicBezTo>
                  <a:pt x="14725" y="38130"/>
                  <a:pt x="18424" y="39324"/>
                  <a:pt x="23099" y="39266"/>
                </a:cubicBezTo>
                <a:cubicBezTo>
                  <a:pt x="25823" y="39207"/>
                  <a:pt x="28444" y="38800"/>
                  <a:pt x="31008" y="38130"/>
                </a:cubicBezTo>
                <a:cubicBezTo>
                  <a:pt x="33513" y="37387"/>
                  <a:pt x="36061" y="36353"/>
                  <a:pt x="38508" y="34998"/>
                </a:cubicBezTo>
                <a:lnTo>
                  <a:pt x="38625" y="41654"/>
                </a:lnTo>
                <a:cubicBezTo>
                  <a:pt x="36120" y="42790"/>
                  <a:pt x="33556" y="43635"/>
                  <a:pt x="30891" y="44261"/>
                </a:cubicBezTo>
                <a:cubicBezTo>
                  <a:pt x="28211" y="44887"/>
                  <a:pt x="25546" y="45179"/>
                  <a:pt x="22808" y="45237"/>
                </a:cubicBezTo>
                <a:cubicBezTo>
                  <a:pt x="15919" y="45354"/>
                  <a:pt x="10457" y="43475"/>
                  <a:pt x="6365" y="39542"/>
                </a:cubicBezTo>
                <a:cubicBezTo>
                  <a:pt x="2330" y="35625"/>
                  <a:pt x="218" y="30221"/>
                  <a:pt x="117" y="23449"/>
                </a:cubicBezTo>
                <a:cubicBezTo>
                  <a:pt x="0" y="16385"/>
                  <a:pt x="1821" y="10763"/>
                  <a:pt x="5520" y="6612"/>
                </a:cubicBezTo>
                <a:cubicBezTo>
                  <a:pt x="9263" y="2389"/>
                  <a:pt x="14331" y="233"/>
                  <a:pt x="20813" y="117"/>
                </a:cubicBezTo>
                <a:cubicBezTo>
                  <a:pt x="26565" y="0"/>
                  <a:pt x="31168" y="1821"/>
                  <a:pt x="34649" y="5462"/>
                </a:cubicBezTo>
                <a:cubicBezTo>
                  <a:pt x="38057" y="9103"/>
                  <a:pt x="39819" y="14171"/>
                  <a:pt x="39936" y="20550"/>
                </a:cubicBezTo>
                <a:close/>
                <a:moveTo>
                  <a:pt x="32828" y="18613"/>
                </a:moveTo>
                <a:cubicBezTo>
                  <a:pt x="32712" y="14739"/>
                  <a:pt x="31576" y="11666"/>
                  <a:pt x="29406" y="9394"/>
                </a:cubicBezTo>
                <a:cubicBezTo>
                  <a:pt x="27308" y="7180"/>
                  <a:pt x="24454" y="6030"/>
                  <a:pt x="20987" y="6088"/>
                </a:cubicBezTo>
                <a:cubicBezTo>
                  <a:pt x="17069" y="6146"/>
                  <a:pt x="13880" y="7340"/>
                  <a:pt x="11608" y="9627"/>
                </a:cubicBezTo>
                <a:cubicBezTo>
                  <a:pt x="9263" y="11899"/>
                  <a:pt x="7967" y="15030"/>
                  <a:pt x="7617" y="19065"/>
                </a:cubicBezTo>
                <a:lnTo>
                  <a:pt x="32828" y="18613"/>
                </a:lnTo>
                <a:close/>
                <a:moveTo>
                  <a:pt x="32828" y="186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42260-0759-42B5-82BC-CE8136DE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545" y="3560277"/>
            <a:ext cx="41698" cy="43693"/>
          </a:xfrm>
          <a:custGeom xmlns:a="http://schemas.openxmlformats.org/drawingml/2006/main">
            <a:pathLst>
              <a:path w="41698" h="43693">
                <a:moveTo>
                  <a:pt x="40169" y="0"/>
                </a:moveTo>
                <a:lnTo>
                  <a:pt x="24978" y="21162"/>
                </a:lnTo>
                <a:lnTo>
                  <a:pt x="41698" y="42965"/>
                </a:lnTo>
                <a:lnTo>
                  <a:pt x="33396" y="43125"/>
                </a:lnTo>
                <a:lnTo>
                  <a:pt x="20536" y="26463"/>
                </a:lnTo>
                <a:lnTo>
                  <a:pt x="8360" y="43533"/>
                </a:lnTo>
                <a:lnTo>
                  <a:pt x="0" y="43693"/>
                </a:lnTo>
                <a:lnTo>
                  <a:pt x="16327" y="20885"/>
                </a:lnTo>
                <a:lnTo>
                  <a:pt x="685" y="685"/>
                </a:lnTo>
                <a:lnTo>
                  <a:pt x="9044" y="510"/>
                </a:lnTo>
                <a:lnTo>
                  <a:pt x="20711" y="15642"/>
                </a:lnTo>
                <a:lnTo>
                  <a:pt x="31809" y="117"/>
                </a:lnTo>
                <a:lnTo>
                  <a:pt x="40169" y="0"/>
                </a:lnTo>
                <a:close/>
                <a:moveTo>
                  <a:pt x="4016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F99EF-1A44-4BA1-810D-47F0FAA1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234" y="3547766"/>
            <a:ext cx="27527" cy="55184"/>
          </a:xfrm>
          <a:custGeom xmlns:a="http://schemas.openxmlformats.org/drawingml/2006/main">
            <a:pathLst>
              <a:path w="27527" h="55184">
                <a:moveTo>
                  <a:pt x="12059" y="0"/>
                </a:moveTo>
                <a:lnTo>
                  <a:pt x="12278" y="12176"/>
                </a:lnTo>
                <a:lnTo>
                  <a:pt x="26784" y="11943"/>
                </a:lnTo>
                <a:lnTo>
                  <a:pt x="26900" y="17463"/>
                </a:lnTo>
                <a:lnTo>
                  <a:pt x="12336" y="17696"/>
                </a:lnTo>
                <a:lnTo>
                  <a:pt x="12744" y="41013"/>
                </a:lnTo>
                <a:cubicBezTo>
                  <a:pt x="12802" y="44552"/>
                  <a:pt x="13312" y="46766"/>
                  <a:pt x="14273" y="47786"/>
                </a:cubicBezTo>
                <a:cubicBezTo>
                  <a:pt x="15293" y="48762"/>
                  <a:pt x="17230" y="49213"/>
                  <a:pt x="20186" y="49155"/>
                </a:cubicBezTo>
                <a:lnTo>
                  <a:pt x="27410" y="49038"/>
                </a:lnTo>
                <a:lnTo>
                  <a:pt x="27527" y="54951"/>
                </a:lnTo>
                <a:lnTo>
                  <a:pt x="20303" y="55068"/>
                </a:lnTo>
                <a:cubicBezTo>
                  <a:pt x="14841" y="55184"/>
                  <a:pt x="11025" y="54223"/>
                  <a:pt x="8928" y="52228"/>
                </a:cubicBezTo>
                <a:cubicBezTo>
                  <a:pt x="6816" y="50233"/>
                  <a:pt x="5738" y="46533"/>
                  <a:pt x="5622" y="41130"/>
                </a:cubicBezTo>
                <a:lnTo>
                  <a:pt x="5229" y="17812"/>
                </a:lnTo>
                <a:lnTo>
                  <a:pt x="58" y="17914"/>
                </a:lnTo>
                <a:lnTo>
                  <a:pt x="0" y="12394"/>
                </a:lnTo>
                <a:lnTo>
                  <a:pt x="5170" y="12351"/>
                </a:lnTo>
                <a:lnTo>
                  <a:pt x="4937" y="117"/>
                </a:lnTo>
                <a:lnTo>
                  <a:pt x="12059" y="0"/>
                </a:lnTo>
                <a:close/>
                <a:moveTo>
                  <a:pt x="120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B452B-90AB-4C0D-BE6F-29D729E6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412" y="3545086"/>
            <a:ext cx="8710" cy="57471"/>
          </a:xfrm>
          <a:custGeom xmlns:a="http://schemas.openxmlformats.org/drawingml/2006/main">
            <a:pathLst>
              <a:path w="8710" h="57471">
                <a:moveTo>
                  <a:pt x="0" y="117"/>
                </a:moveTo>
                <a:lnTo>
                  <a:pt x="7734" y="0"/>
                </a:lnTo>
                <a:lnTo>
                  <a:pt x="8710" y="57355"/>
                </a:lnTo>
                <a:lnTo>
                  <a:pt x="961" y="57471"/>
                </a:lnTo>
                <a:lnTo>
                  <a:pt x="0" y="117"/>
                </a:lnTo>
                <a:close/>
                <a:moveTo>
                  <a:pt x="0" y="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8702F-75D6-44DD-AB9D-CDB7809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220" y="3557714"/>
            <a:ext cx="36819" cy="44436"/>
          </a:xfrm>
          <a:custGeom xmlns:a="http://schemas.openxmlformats.org/drawingml/2006/main">
            <a:pathLst>
              <a:path w="36819" h="44436">
                <a:moveTo>
                  <a:pt x="36367" y="17871"/>
                </a:moveTo>
                <a:lnTo>
                  <a:pt x="36819" y="43868"/>
                </a:lnTo>
                <a:lnTo>
                  <a:pt x="29697" y="43984"/>
                </a:lnTo>
                <a:lnTo>
                  <a:pt x="29304" y="18205"/>
                </a:lnTo>
                <a:cubicBezTo>
                  <a:pt x="29187" y="14171"/>
                  <a:pt x="28401" y="11156"/>
                  <a:pt x="26740" y="9161"/>
                </a:cubicBezTo>
                <a:cubicBezTo>
                  <a:pt x="25094" y="7180"/>
                  <a:pt x="22706" y="6204"/>
                  <a:pt x="19575" y="6263"/>
                </a:cubicBezTo>
                <a:cubicBezTo>
                  <a:pt x="15759" y="6321"/>
                  <a:pt x="12744" y="7573"/>
                  <a:pt x="10588" y="10020"/>
                </a:cubicBezTo>
                <a:cubicBezTo>
                  <a:pt x="8433" y="12525"/>
                  <a:pt x="7399" y="15817"/>
                  <a:pt x="7457" y="20041"/>
                </a:cubicBezTo>
                <a:lnTo>
                  <a:pt x="7850" y="44319"/>
                </a:lnTo>
                <a:lnTo>
                  <a:pt x="743" y="44436"/>
                </a:lnTo>
                <a:lnTo>
                  <a:pt x="0" y="1427"/>
                </a:lnTo>
                <a:lnTo>
                  <a:pt x="7122" y="1311"/>
                </a:lnTo>
                <a:lnTo>
                  <a:pt x="7239" y="8025"/>
                </a:lnTo>
                <a:cubicBezTo>
                  <a:pt x="8884" y="5418"/>
                  <a:pt x="10880" y="3423"/>
                  <a:pt x="13152" y="2112"/>
                </a:cubicBezTo>
                <a:cubicBezTo>
                  <a:pt x="15365" y="801"/>
                  <a:pt x="18045" y="117"/>
                  <a:pt x="21002" y="58"/>
                </a:cubicBezTo>
                <a:cubicBezTo>
                  <a:pt x="25954" y="0"/>
                  <a:pt x="29697" y="1427"/>
                  <a:pt x="32318" y="4442"/>
                </a:cubicBezTo>
                <a:cubicBezTo>
                  <a:pt x="34882" y="7457"/>
                  <a:pt x="36251" y="11957"/>
                  <a:pt x="36367" y="17871"/>
                </a:cubicBezTo>
                <a:close/>
                <a:moveTo>
                  <a:pt x="36367" y="178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95B89-A6A4-4ED2-93A3-1C9E44AC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059" y="3556869"/>
            <a:ext cx="38974" cy="60821"/>
          </a:xfrm>
          <a:custGeom xmlns:a="http://schemas.openxmlformats.org/drawingml/2006/main">
            <a:pathLst>
              <a:path w="38974" h="60821">
                <a:moveTo>
                  <a:pt x="7748" y="37882"/>
                </a:moveTo>
                <a:lnTo>
                  <a:pt x="8141" y="60704"/>
                </a:lnTo>
                <a:lnTo>
                  <a:pt x="1034" y="60821"/>
                </a:lnTo>
                <a:lnTo>
                  <a:pt x="0" y="1471"/>
                </a:lnTo>
                <a:lnTo>
                  <a:pt x="7122" y="1311"/>
                </a:lnTo>
                <a:lnTo>
                  <a:pt x="7224" y="7850"/>
                </a:lnTo>
                <a:cubicBezTo>
                  <a:pt x="8710" y="5287"/>
                  <a:pt x="10530" y="3350"/>
                  <a:pt x="12744" y="2054"/>
                </a:cubicBezTo>
                <a:cubicBezTo>
                  <a:pt x="15030" y="801"/>
                  <a:pt x="17696" y="117"/>
                  <a:pt x="20885" y="58"/>
                </a:cubicBezTo>
                <a:cubicBezTo>
                  <a:pt x="26114" y="0"/>
                  <a:pt x="30381" y="1995"/>
                  <a:pt x="33687" y="6088"/>
                </a:cubicBezTo>
                <a:cubicBezTo>
                  <a:pt x="37037" y="10181"/>
                  <a:pt x="38741" y="15584"/>
                  <a:pt x="38858" y="22356"/>
                </a:cubicBezTo>
                <a:cubicBezTo>
                  <a:pt x="38974" y="29071"/>
                  <a:pt x="37445" y="34590"/>
                  <a:pt x="34255" y="38800"/>
                </a:cubicBezTo>
                <a:cubicBezTo>
                  <a:pt x="31066" y="43009"/>
                  <a:pt x="26857" y="45120"/>
                  <a:pt x="21628" y="45222"/>
                </a:cubicBezTo>
                <a:cubicBezTo>
                  <a:pt x="18497" y="45281"/>
                  <a:pt x="15759" y="44713"/>
                  <a:pt x="13487" y="43518"/>
                </a:cubicBezTo>
                <a:cubicBezTo>
                  <a:pt x="11215" y="42266"/>
                  <a:pt x="9278" y="40387"/>
                  <a:pt x="7748" y="37882"/>
                </a:cubicBezTo>
                <a:close/>
                <a:moveTo>
                  <a:pt x="31517" y="22473"/>
                </a:moveTo>
                <a:cubicBezTo>
                  <a:pt x="31459" y="17288"/>
                  <a:pt x="30323" y="13195"/>
                  <a:pt x="28109" y="10297"/>
                </a:cubicBezTo>
                <a:cubicBezTo>
                  <a:pt x="25954" y="7399"/>
                  <a:pt x="22983" y="5971"/>
                  <a:pt x="19240" y="6030"/>
                </a:cubicBezTo>
                <a:cubicBezTo>
                  <a:pt x="15482" y="6088"/>
                  <a:pt x="12584" y="7617"/>
                  <a:pt x="10472" y="10574"/>
                </a:cubicBezTo>
                <a:cubicBezTo>
                  <a:pt x="8418" y="13603"/>
                  <a:pt x="7399" y="17696"/>
                  <a:pt x="7515" y="22866"/>
                </a:cubicBezTo>
                <a:cubicBezTo>
                  <a:pt x="7573" y="28051"/>
                  <a:pt x="8710" y="32144"/>
                  <a:pt x="10923" y="35042"/>
                </a:cubicBezTo>
                <a:cubicBezTo>
                  <a:pt x="13093" y="37940"/>
                  <a:pt x="16050" y="39368"/>
                  <a:pt x="19808" y="39309"/>
                </a:cubicBezTo>
                <a:cubicBezTo>
                  <a:pt x="23551" y="39251"/>
                  <a:pt x="26463" y="37722"/>
                  <a:pt x="28561" y="34765"/>
                </a:cubicBezTo>
                <a:cubicBezTo>
                  <a:pt x="30614" y="31750"/>
                  <a:pt x="31634" y="27643"/>
                  <a:pt x="31517" y="22473"/>
                </a:cubicBezTo>
                <a:close/>
                <a:moveTo>
                  <a:pt x="31517" y="224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A48F7-4C26-4182-93D0-F3BEA948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563" y="3556869"/>
            <a:ext cx="36746" cy="44538"/>
          </a:xfrm>
          <a:custGeom xmlns:a="http://schemas.openxmlformats.org/drawingml/2006/main">
            <a:pathLst>
              <a:path w="36746" h="44538">
                <a:moveTo>
                  <a:pt x="451" y="26624"/>
                </a:moveTo>
                <a:lnTo>
                  <a:pt x="0" y="626"/>
                </a:lnTo>
                <a:lnTo>
                  <a:pt x="7049" y="510"/>
                </a:lnTo>
                <a:lnTo>
                  <a:pt x="7501" y="26289"/>
                </a:lnTo>
                <a:cubicBezTo>
                  <a:pt x="7559" y="30323"/>
                  <a:pt x="8418" y="33396"/>
                  <a:pt x="10006" y="35391"/>
                </a:cubicBezTo>
                <a:cubicBezTo>
                  <a:pt x="11652" y="37372"/>
                  <a:pt x="14055" y="38348"/>
                  <a:pt x="17230" y="38290"/>
                </a:cubicBezTo>
                <a:cubicBezTo>
                  <a:pt x="21046" y="38232"/>
                  <a:pt x="24002" y="36979"/>
                  <a:pt x="26172" y="34532"/>
                </a:cubicBezTo>
                <a:cubicBezTo>
                  <a:pt x="28386" y="32027"/>
                  <a:pt x="29406" y="28736"/>
                  <a:pt x="29347" y="24526"/>
                </a:cubicBezTo>
                <a:lnTo>
                  <a:pt x="28954" y="117"/>
                </a:lnTo>
                <a:lnTo>
                  <a:pt x="36003" y="0"/>
                </a:lnTo>
                <a:lnTo>
                  <a:pt x="36746" y="43009"/>
                </a:lnTo>
                <a:lnTo>
                  <a:pt x="29697" y="43125"/>
                </a:lnTo>
                <a:lnTo>
                  <a:pt x="29580" y="36527"/>
                </a:lnTo>
                <a:cubicBezTo>
                  <a:pt x="27876" y="39135"/>
                  <a:pt x="25939" y="41130"/>
                  <a:pt x="23667" y="42441"/>
                </a:cubicBezTo>
                <a:cubicBezTo>
                  <a:pt x="21439" y="43751"/>
                  <a:pt x="18832" y="44436"/>
                  <a:pt x="15817" y="44494"/>
                </a:cubicBezTo>
                <a:cubicBezTo>
                  <a:pt x="10865" y="44538"/>
                  <a:pt x="7107" y="43067"/>
                  <a:pt x="4486" y="40052"/>
                </a:cubicBezTo>
                <a:cubicBezTo>
                  <a:pt x="1879" y="37037"/>
                  <a:pt x="510" y="32537"/>
                  <a:pt x="451" y="26624"/>
                </a:cubicBezTo>
                <a:close/>
                <a:moveTo>
                  <a:pt x="451" y="2662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72A23-60AF-4B33-8FB8-44D0A31D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44" y="3544300"/>
            <a:ext cx="27541" cy="55184"/>
          </a:xfrm>
          <a:custGeom xmlns:a="http://schemas.openxmlformats.org/drawingml/2006/main">
            <a:pathLst>
              <a:path w="27541" h="55184">
                <a:moveTo>
                  <a:pt x="12059" y="0"/>
                </a:moveTo>
                <a:lnTo>
                  <a:pt x="12292" y="12220"/>
                </a:lnTo>
                <a:lnTo>
                  <a:pt x="26798" y="11943"/>
                </a:lnTo>
                <a:lnTo>
                  <a:pt x="26915" y="17463"/>
                </a:lnTo>
                <a:lnTo>
                  <a:pt x="12351" y="17681"/>
                </a:lnTo>
                <a:lnTo>
                  <a:pt x="12744" y="41072"/>
                </a:lnTo>
                <a:cubicBezTo>
                  <a:pt x="12802" y="44538"/>
                  <a:pt x="13312" y="46810"/>
                  <a:pt x="14288" y="47786"/>
                </a:cubicBezTo>
                <a:cubicBezTo>
                  <a:pt x="15307" y="48747"/>
                  <a:pt x="17244" y="49213"/>
                  <a:pt x="20201" y="49155"/>
                </a:cubicBezTo>
                <a:lnTo>
                  <a:pt x="27425" y="49038"/>
                </a:lnTo>
                <a:lnTo>
                  <a:pt x="27541" y="54951"/>
                </a:lnTo>
                <a:lnTo>
                  <a:pt x="20317" y="55068"/>
                </a:lnTo>
                <a:cubicBezTo>
                  <a:pt x="14856" y="55184"/>
                  <a:pt x="11040" y="54209"/>
                  <a:pt x="8928" y="52228"/>
                </a:cubicBezTo>
                <a:cubicBezTo>
                  <a:pt x="6831" y="50233"/>
                  <a:pt x="5753" y="46533"/>
                  <a:pt x="5636" y="41188"/>
                </a:cubicBezTo>
                <a:lnTo>
                  <a:pt x="5229" y="17798"/>
                </a:lnTo>
                <a:lnTo>
                  <a:pt x="58" y="17914"/>
                </a:lnTo>
                <a:lnTo>
                  <a:pt x="0" y="12394"/>
                </a:lnTo>
                <a:lnTo>
                  <a:pt x="5185" y="12336"/>
                </a:lnTo>
                <a:lnTo>
                  <a:pt x="4952" y="102"/>
                </a:lnTo>
                <a:lnTo>
                  <a:pt x="12059" y="0"/>
                </a:lnTo>
                <a:close/>
                <a:moveTo>
                  <a:pt x="120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12DFF-2ED2-48A0-820E-ECFC9D1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9" y="3541052"/>
            <a:ext cx="44654" cy="58942"/>
          </a:xfrm>
          <a:custGeom xmlns:a="http://schemas.openxmlformats.org/drawingml/2006/main">
            <a:pathLst>
              <a:path w="44654" h="58942">
                <a:moveTo>
                  <a:pt x="0" y="743"/>
                </a:moveTo>
                <a:lnTo>
                  <a:pt x="7792" y="626"/>
                </a:lnTo>
                <a:lnTo>
                  <a:pt x="8418" y="35450"/>
                </a:lnTo>
                <a:cubicBezTo>
                  <a:pt x="8535" y="41581"/>
                  <a:pt x="9671" y="45965"/>
                  <a:pt x="11943" y="48645"/>
                </a:cubicBezTo>
                <a:cubicBezTo>
                  <a:pt x="14229" y="51310"/>
                  <a:pt x="17871" y="52563"/>
                  <a:pt x="22866" y="52505"/>
                </a:cubicBezTo>
                <a:cubicBezTo>
                  <a:pt x="27818" y="52403"/>
                  <a:pt x="31401" y="51034"/>
                  <a:pt x="33571" y="48296"/>
                </a:cubicBezTo>
                <a:cubicBezTo>
                  <a:pt x="35785" y="45514"/>
                  <a:pt x="36804" y="41072"/>
                  <a:pt x="36688" y="34925"/>
                </a:cubicBezTo>
                <a:lnTo>
                  <a:pt x="36120" y="117"/>
                </a:lnTo>
                <a:lnTo>
                  <a:pt x="43926" y="0"/>
                </a:lnTo>
                <a:lnTo>
                  <a:pt x="44494" y="35785"/>
                </a:lnTo>
                <a:cubicBezTo>
                  <a:pt x="44654" y="43242"/>
                  <a:pt x="42892" y="48922"/>
                  <a:pt x="39251" y="52796"/>
                </a:cubicBezTo>
                <a:cubicBezTo>
                  <a:pt x="35610" y="56670"/>
                  <a:pt x="30207" y="58709"/>
                  <a:pt x="22983" y="58826"/>
                </a:cubicBezTo>
                <a:cubicBezTo>
                  <a:pt x="15700" y="58942"/>
                  <a:pt x="10239" y="57122"/>
                  <a:pt x="6423" y="53364"/>
                </a:cubicBezTo>
                <a:cubicBezTo>
                  <a:pt x="2680" y="49606"/>
                  <a:pt x="743" y="43984"/>
                  <a:pt x="626" y="36527"/>
                </a:cubicBezTo>
                <a:lnTo>
                  <a:pt x="0" y="743"/>
                </a:lnTo>
                <a:close/>
                <a:moveTo>
                  <a:pt x="0" y="7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B0832-4FB0-4BB3-9300-E3FCB8DB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60" y="3553679"/>
            <a:ext cx="36761" cy="44436"/>
          </a:xfrm>
          <a:custGeom xmlns:a="http://schemas.openxmlformats.org/drawingml/2006/main">
            <a:pathLst>
              <a:path w="36761" h="44436">
                <a:moveTo>
                  <a:pt x="36294" y="17871"/>
                </a:moveTo>
                <a:lnTo>
                  <a:pt x="36761" y="43868"/>
                </a:lnTo>
                <a:lnTo>
                  <a:pt x="29639" y="43984"/>
                </a:lnTo>
                <a:lnTo>
                  <a:pt x="29245" y="18205"/>
                </a:lnTo>
                <a:cubicBezTo>
                  <a:pt x="29129" y="14171"/>
                  <a:pt x="28328" y="11156"/>
                  <a:pt x="26682" y="9161"/>
                </a:cubicBezTo>
                <a:cubicBezTo>
                  <a:pt x="25094" y="7166"/>
                  <a:pt x="22648" y="6204"/>
                  <a:pt x="19516" y="6204"/>
                </a:cubicBezTo>
                <a:cubicBezTo>
                  <a:pt x="15700" y="6321"/>
                  <a:pt x="12686" y="7573"/>
                  <a:pt x="10530" y="10020"/>
                </a:cubicBezTo>
                <a:cubicBezTo>
                  <a:pt x="8360" y="12525"/>
                  <a:pt x="7340" y="15817"/>
                  <a:pt x="7399" y="20026"/>
                </a:cubicBezTo>
                <a:lnTo>
                  <a:pt x="7792" y="44319"/>
                </a:lnTo>
                <a:lnTo>
                  <a:pt x="685" y="44436"/>
                </a:lnTo>
                <a:lnTo>
                  <a:pt x="0" y="1427"/>
                </a:lnTo>
                <a:lnTo>
                  <a:pt x="7064" y="1311"/>
                </a:lnTo>
                <a:lnTo>
                  <a:pt x="7166" y="8025"/>
                </a:lnTo>
                <a:cubicBezTo>
                  <a:pt x="8826" y="5403"/>
                  <a:pt x="10807" y="3423"/>
                  <a:pt x="13093" y="2112"/>
                </a:cubicBezTo>
                <a:cubicBezTo>
                  <a:pt x="15307" y="801"/>
                  <a:pt x="17987" y="117"/>
                  <a:pt x="21002" y="58"/>
                </a:cubicBezTo>
                <a:cubicBezTo>
                  <a:pt x="25881" y="0"/>
                  <a:pt x="29639" y="1427"/>
                  <a:pt x="32260" y="4442"/>
                </a:cubicBezTo>
                <a:cubicBezTo>
                  <a:pt x="34823" y="7457"/>
                  <a:pt x="36193" y="11943"/>
                  <a:pt x="36294" y="17871"/>
                </a:cubicBezTo>
                <a:close/>
                <a:moveTo>
                  <a:pt x="36294" y="178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69EF5-0109-4FDF-A05E-67F48081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823" y="3537411"/>
            <a:ext cx="39135" cy="59845"/>
          </a:xfrm>
          <a:custGeom xmlns:a="http://schemas.openxmlformats.org/drawingml/2006/main">
            <a:pathLst>
              <a:path w="39135" h="59845">
                <a:moveTo>
                  <a:pt x="0" y="117"/>
                </a:moveTo>
                <a:lnTo>
                  <a:pt x="7049" y="0"/>
                </a:lnTo>
                <a:lnTo>
                  <a:pt x="7675" y="35275"/>
                </a:lnTo>
                <a:lnTo>
                  <a:pt x="28444" y="16385"/>
                </a:lnTo>
                <a:lnTo>
                  <a:pt x="37430" y="16210"/>
                </a:lnTo>
                <a:lnTo>
                  <a:pt x="15016" y="36746"/>
                </a:lnTo>
                <a:lnTo>
                  <a:pt x="39135" y="59219"/>
                </a:lnTo>
                <a:lnTo>
                  <a:pt x="29915" y="59394"/>
                </a:lnTo>
                <a:lnTo>
                  <a:pt x="7734" y="38741"/>
                </a:lnTo>
                <a:lnTo>
                  <a:pt x="8069" y="59743"/>
                </a:lnTo>
                <a:lnTo>
                  <a:pt x="961" y="59845"/>
                </a:lnTo>
                <a:lnTo>
                  <a:pt x="0" y="117"/>
                </a:lnTo>
                <a:close/>
                <a:moveTo>
                  <a:pt x="0" y="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2B933-F347-4FFB-BC3B-E8A34915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613" y="3552033"/>
            <a:ext cx="36746" cy="44494"/>
          </a:xfrm>
          <a:custGeom xmlns:a="http://schemas.openxmlformats.org/drawingml/2006/main">
            <a:pathLst>
              <a:path w="36746" h="44494">
                <a:moveTo>
                  <a:pt x="36294" y="17914"/>
                </a:moveTo>
                <a:lnTo>
                  <a:pt x="36746" y="43868"/>
                </a:lnTo>
                <a:lnTo>
                  <a:pt x="29697" y="43970"/>
                </a:lnTo>
                <a:lnTo>
                  <a:pt x="29245" y="18264"/>
                </a:lnTo>
                <a:cubicBezTo>
                  <a:pt x="29187" y="14171"/>
                  <a:pt x="28328" y="11156"/>
                  <a:pt x="26740" y="9161"/>
                </a:cubicBezTo>
                <a:cubicBezTo>
                  <a:pt x="25094" y="7166"/>
                  <a:pt x="22706" y="6204"/>
                  <a:pt x="19516" y="6263"/>
                </a:cubicBezTo>
                <a:cubicBezTo>
                  <a:pt x="15700" y="6306"/>
                  <a:pt x="12744" y="7559"/>
                  <a:pt x="10588" y="10064"/>
                </a:cubicBezTo>
                <a:cubicBezTo>
                  <a:pt x="8418" y="12511"/>
                  <a:pt x="7340" y="15875"/>
                  <a:pt x="7399" y="20084"/>
                </a:cubicBezTo>
                <a:lnTo>
                  <a:pt x="7850" y="44378"/>
                </a:lnTo>
                <a:lnTo>
                  <a:pt x="743" y="44494"/>
                </a:lnTo>
                <a:lnTo>
                  <a:pt x="0" y="1471"/>
                </a:lnTo>
                <a:lnTo>
                  <a:pt x="7107" y="1369"/>
                </a:lnTo>
                <a:lnTo>
                  <a:pt x="7224" y="8025"/>
                </a:lnTo>
                <a:cubicBezTo>
                  <a:pt x="8870" y="5403"/>
                  <a:pt x="10807" y="3466"/>
                  <a:pt x="13079" y="2156"/>
                </a:cubicBezTo>
                <a:cubicBezTo>
                  <a:pt x="15365" y="801"/>
                  <a:pt x="17972" y="117"/>
                  <a:pt x="20987" y="117"/>
                </a:cubicBezTo>
                <a:cubicBezTo>
                  <a:pt x="25939" y="0"/>
                  <a:pt x="29697" y="1471"/>
                  <a:pt x="32260" y="4486"/>
                </a:cubicBezTo>
                <a:cubicBezTo>
                  <a:pt x="34882" y="7515"/>
                  <a:pt x="36236" y="11943"/>
                  <a:pt x="36294" y="17914"/>
                </a:cubicBezTo>
                <a:close/>
                <a:moveTo>
                  <a:pt x="36294" y="17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CF6884-BED4-4919-996C-97A46163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889" y="3551232"/>
            <a:ext cx="39717" cy="45339"/>
          </a:xfrm>
          <a:custGeom xmlns:a="http://schemas.openxmlformats.org/drawingml/2006/main">
            <a:pathLst>
              <a:path w="39717" h="45339">
                <a:moveTo>
                  <a:pt x="19575" y="6088"/>
                </a:moveTo>
                <a:cubicBezTo>
                  <a:pt x="15817" y="6146"/>
                  <a:pt x="12802" y="7690"/>
                  <a:pt x="10690" y="10705"/>
                </a:cubicBezTo>
                <a:cubicBezTo>
                  <a:pt x="8535" y="13661"/>
                  <a:pt x="7515" y="17754"/>
                  <a:pt x="7573" y="22881"/>
                </a:cubicBezTo>
                <a:cubicBezTo>
                  <a:pt x="7675" y="28051"/>
                  <a:pt x="8826" y="32085"/>
                  <a:pt x="11040" y="34998"/>
                </a:cubicBezTo>
                <a:cubicBezTo>
                  <a:pt x="13312" y="37897"/>
                  <a:pt x="16327" y="39309"/>
                  <a:pt x="20143" y="39251"/>
                </a:cubicBezTo>
                <a:cubicBezTo>
                  <a:pt x="23900" y="39207"/>
                  <a:pt x="26857" y="37664"/>
                  <a:pt x="29012" y="34649"/>
                </a:cubicBezTo>
                <a:cubicBezTo>
                  <a:pt x="31182" y="31634"/>
                  <a:pt x="32202" y="27600"/>
                  <a:pt x="32085" y="22473"/>
                </a:cubicBezTo>
                <a:cubicBezTo>
                  <a:pt x="32027" y="17361"/>
                  <a:pt x="30833" y="13370"/>
                  <a:pt x="28619" y="10414"/>
                </a:cubicBezTo>
                <a:cubicBezTo>
                  <a:pt x="26347" y="7457"/>
                  <a:pt x="23332" y="6030"/>
                  <a:pt x="19575" y="6088"/>
                </a:cubicBezTo>
                <a:close/>
                <a:moveTo>
                  <a:pt x="19458" y="117"/>
                </a:moveTo>
                <a:cubicBezTo>
                  <a:pt x="25604" y="0"/>
                  <a:pt x="30498" y="1937"/>
                  <a:pt x="34022" y="5869"/>
                </a:cubicBezTo>
                <a:cubicBezTo>
                  <a:pt x="37605" y="9787"/>
                  <a:pt x="39484" y="15307"/>
                  <a:pt x="39601" y="22356"/>
                </a:cubicBezTo>
                <a:cubicBezTo>
                  <a:pt x="39717" y="29362"/>
                  <a:pt x="38057" y="34940"/>
                  <a:pt x="34590" y="39033"/>
                </a:cubicBezTo>
                <a:cubicBezTo>
                  <a:pt x="31182" y="43067"/>
                  <a:pt x="26405" y="45179"/>
                  <a:pt x="20259" y="45295"/>
                </a:cubicBezTo>
                <a:cubicBezTo>
                  <a:pt x="14055" y="45339"/>
                  <a:pt x="9219" y="43475"/>
                  <a:pt x="5636" y="39484"/>
                </a:cubicBezTo>
                <a:cubicBezTo>
                  <a:pt x="2112" y="35566"/>
                  <a:pt x="233" y="30046"/>
                  <a:pt x="117" y="23041"/>
                </a:cubicBezTo>
                <a:cubicBezTo>
                  <a:pt x="0" y="15933"/>
                  <a:pt x="1646" y="10414"/>
                  <a:pt x="5068" y="6379"/>
                </a:cubicBezTo>
                <a:cubicBezTo>
                  <a:pt x="8535" y="2272"/>
                  <a:pt x="13312" y="233"/>
                  <a:pt x="19458" y="117"/>
                </a:cubicBezTo>
                <a:close/>
                <a:moveTo>
                  <a:pt x="19458" y="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5EFF9-C95F-44D5-9280-B8E33D57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14" y="3550956"/>
            <a:ext cx="57748" cy="43751"/>
          </a:xfrm>
          <a:custGeom xmlns:a="http://schemas.openxmlformats.org/drawingml/2006/main">
            <a:pathLst>
              <a:path w="57748" h="43751">
                <a:moveTo>
                  <a:pt x="0" y="961"/>
                </a:moveTo>
                <a:lnTo>
                  <a:pt x="7049" y="845"/>
                </a:lnTo>
                <a:lnTo>
                  <a:pt x="16501" y="34241"/>
                </a:lnTo>
                <a:lnTo>
                  <a:pt x="24687" y="510"/>
                </a:lnTo>
                <a:lnTo>
                  <a:pt x="33047" y="393"/>
                </a:lnTo>
                <a:lnTo>
                  <a:pt x="42441" y="33789"/>
                </a:lnTo>
                <a:lnTo>
                  <a:pt x="50640" y="102"/>
                </a:lnTo>
                <a:lnTo>
                  <a:pt x="57748" y="0"/>
                </a:lnTo>
                <a:lnTo>
                  <a:pt x="47218" y="43169"/>
                </a:lnTo>
                <a:lnTo>
                  <a:pt x="38858" y="43285"/>
                </a:lnTo>
                <a:lnTo>
                  <a:pt x="29012" y="8243"/>
                </a:lnTo>
                <a:lnTo>
                  <a:pt x="20317" y="43635"/>
                </a:lnTo>
                <a:lnTo>
                  <a:pt x="12001" y="43751"/>
                </a:lnTo>
                <a:lnTo>
                  <a:pt x="0" y="961"/>
                </a:lnTo>
                <a:close/>
                <a:moveTo>
                  <a:pt x="0" y="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5BE4C-4C1F-4C17-BE28-0477EB7C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875" y="3549295"/>
            <a:ext cx="36746" cy="44436"/>
          </a:xfrm>
          <a:custGeom xmlns:a="http://schemas.openxmlformats.org/drawingml/2006/main">
            <a:pathLst>
              <a:path w="36746" h="44436">
                <a:moveTo>
                  <a:pt x="36294" y="17871"/>
                </a:moveTo>
                <a:lnTo>
                  <a:pt x="36746" y="43868"/>
                </a:lnTo>
                <a:lnTo>
                  <a:pt x="29697" y="43984"/>
                </a:lnTo>
                <a:lnTo>
                  <a:pt x="29231" y="18264"/>
                </a:lnTo>
                <a:cubicBezTo>
                  <a:pt x="29187" y="14171"/>
                  <a:pt x="28328" y="11156"/>
                  <a:pt x="26740" y="9161"/>
                </a:cubicBezTo>
                <a:cubicBezTo>
                  <a:pt x="25080" y="7180"/>
                  <a:pt x="22691" y="6204"/>
                  <a:pt x="19502" y="6263"/>
                </a:cubicBezTo>
                <a:cubicBezTo>
                  <a:pt x="15700" y="6321"/>
                  <a:pt x="12744" y="7573"/>
                  <a:pt x="10574" y="10020"/>
                </a:cubicBezTo>
                <a:cubicBezTo>
                  <a:pt x="8418" y="12525"/>
                  <a:pt x="7340" y="15817"/>
                  <a:pt x="7442" y="20026"/>
                </a:cubicBezTo>
                <a:lnTo>
                  <a:pt x="7850" y="44319"/>
                </a:lnTo>
                <a:lnTo>
                  <a:pt x="728" y="44436"/>
                </a:lnTo>
                <a:lnTo>
                  <a:pt x="0" y="1486"/>
                </a:lnTo>
                <a:lnTo>
                  <a:pt x="7107" y="1311"/>
                </a:lnTo>
                <a:lnTo>
                  <a:pt x="7224" y="8025"/>
                </a:lnTo>
                <a:cubicBezTo>
                  <a:pt x="8870" y="5403"/>
                  <a:pt x="10807" y="3423"/>
                  <a:pt x="13079" y="2112"/>
                </a:cubicBezTo>
                <a:cubicBezTo>
                  <a:pt x="15351" y="801"/>
                  <a:pt x="17972" y="117"/>
                  <a:pt x="20987" y="58"/>
                </a:cubicBezTo>
                <a:cubicBezTo>
                  <a:pt x="25939" y="0"/>
                  <a:pt x="29697" y="1427"/>
                  <a:pt x="32260" y="4442"/>
                </a:cubicBezTo>
                <a:cubicBezTo>
                  <a:pt x="34867" y="7457"/>
                  <a:pt x="36236" y="11957"/>
                  <a:pt x="36294" y="17871"/>
                </a:cubicBezTo>
                <a:close/>
                <a:moveTo>
                  <a:pt x="36294" y="178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0F226-0C77-4168-B2C4-511FDBBF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083" y="3534906"/>
            <a:ext cx="48645" cy="57806"/>
          </a:xfrm>
          <a:custGeom xmlns:a="http://schemas.openxmlformats.org/drawingml/2006/main">
            <a:pathLst>
              <a:path w="48645" h="57806">
                <a:moveTo>
                  <a:pt x="0" y="801"/>
                </a:moveTo>
                <a:lnTo>
                  <a:pt x="48529" y="0"/>
                </a:lnTo>
                <a:lnTo>
                  <a:pt x="48645" y="6481"/>
                </a:lnTo>
                <a:lnTo>
                  <a:pt x="28269" y="6889"/>
                </a:lnTo>
                <a:lnTo>
                  <a:pt x="29129" y="57631"/>
                </a:lnTo>
                <a:lnTo>
                  <a:pt x="21337" y="57806"/>
                </a:lnTo>
                <a:lnTo>
                  <a:pt x="20478" y="7005"/>
                </a:lnTo>
                <a:lnTo>
                  <a:pt x="117" y="7340"/>
                </a:lnTo>
                <a:lnTo>
                  <a:pt x="0" y="801"/>
                </a:lnTo>
                <a:close/>
                <a:moveTo>
                  <a:pt x="0" y="8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8ED04-F643-435B-8A3D-73319F0C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858" y="3547883"/>
            <a:ext cx="39703" cy="45397"/>
          </a:xfrm>
          <a:custGeom xmlns:a="http://schemas.openxmlformats.org/drawingml/2006/main">
            <a:pathLst>
              <a:path w="39703" h="45397">
                <a:moveTo>
                  <a:pt x="19560" y="6088"/>
                </a:moveTo>
                <a:cubicBezTo>
                  <a:pt x="15759" y="6146"/>
                  <a:pt x="12788" y="7675"/>
                  <a:pt x="10632" y="10690"/>
                </a:cubicBezTo>
                <a:cubicBezTo>
                  <a:pt x="8476" y="13705"/>
                  <a:pt x="7442" y="17739"/>
                  <a:pt x="7559" y="22924"/>
                </a:cubicBezTo>
                <a:cubicBezTo>
                  <a:pt x="7617" y="28036"/>
                  <a:pt x="8753" y="32085"/>
                  <a:pt x="11025" y="34984"/>
                </a:cubicBezTo>
                <a:cubicBezTo>
                  <a:pt x="13254" y="37882"/>
                  <a:pt x="16268" y="39368"/>
                  <a:pt x="20070" y="39251"/>
                </a:cubicBezTo>
                <a:cubicBezTo>
                  <a:pt x="23886" y="39193"/>
                  <a:pt x="26842" y="37664"/>
                  <a:pt x="28954" y="34707"/>
                </a:cubicBezTo>
                <a:cubicBezTo>
                  <a:pt x="31110" y="31678"/>
                  <a:pt x="32144" y="27585"/>
                  <a:pt x="32085" y="22473"/>
                </a:cubicBezTo>
                <a:cubicBezTo>
                  <a:pt x="31969" y="17404"/>
                  <a:pt x="30833" y="13370"/>
                  <a:pt x="28546" y="10414"/>
                </a:cubicBezTo>
                <a:cubicBezTo>
                  <a:pt x="26332" y="7442"/>
                  <a:pt x="23318" y="6030"/>
                  <a:pt x="19560" y="6088"/>
                </a:cubicBezTo>
                <a:close/>
                <a:moveTo>
                  <a:pt x="19458" y="117"/>
                </a:moveTo>
                <a:cubicBezTo>
                  <a:pt x="25590" y="0"/>
                  <a:pt x="30425" y="1937"/>
                  <a:pt x="34022" y="5855"/>
                </a:cubicBezTo>
                <a:cubicBezTo>
                  <a:pt x="37605" y="9787"/>
                  <a:pt x="39426" y="15307"/>
                  <a:pt x="39586" y="22356"/>
                </a:cubicBezTo>
                <a:cubicBezTo>
                  <a:pt x="39703" y="29406"/>
                  <a:pt x="37998" y="34925"/>
                  <a:pt x="34590" y="39018"/>
                </a:cubicBezTo>
                <a:cubicBezTo>
                  <a:pt x="31110" y="43067"/>
                  <a:pt x="26332" y="45164"/>
                  <a:pt x="20186" y="45281"/>
                </a:cubicBezTo>
                <a:cubicBezTo>
                  <a:pt x="14040" y="45397"/>
                  <a:pt x="9146" y="43460"/>
                  <a:pt x="5622" y="39542"/>
                </a:cubicBezTo>
                <a:cubicBezTo>
                  <a:pt x="2039" y="35552"/>
                  <a:pt x="218" y="30032"/>
                  <a:pt x="102" y="23041"/>
                </a:cubicBezTo>
                <a:cubicBezTo>
                  <a:pt x="0" y="15977"/>
                  <a:pt x="1646" y="10414"/>
                  <a:pt x="5054" y="6365"/>
                </a:cubicBezTo>
                <a:cubicBezTo>
                  <a:pt x="8476" y="2330"/>
                  <a:pt x="13254" y="218"/>
                  <a:pt x="19458" y="117"/>
                </a:cubicBezTo>
                <a:close/>
                <a:moveTo>
                  <a:pt x="19458" y="1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035AD-2AB0-447B-9D03-945FAE1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207" y="3531614"/>
            <a:ext cx="39193" cy="59903"/>
          </a:xfrm>
          <a:custGeom xmlns:a="http://schemas.openxmlformats.org/drawingml/2006/main">
            <a:pathLst>
              <a:path w="39193" h="59903">
                <a:moveTo>
                  <a:pt x="0" y="160"/>
                </a:moveTo>
                <a:lnTo>
                  <a:pt x="7107" y="0"/>
                </a:lnTo>
                <a:lnTo>
                  <a:pt x="7675" y="35319"/>
                </a:lnTo>
                <a:lnTo>
                  <a:pt x="28503" y="16429"/>
                </a:lnTo>
                <a:lnTo>
                  <a:pt x="37489" y="16268"/>
                </a:lnTo>
                <a:lnTo>
                  <a:pt x="15016" y="36746"/>
                </a:lnTo>
                <a:lnTo>
                  <a:pt x="39193" y="59219"/>
                </a:lnTo>
                <a:lnTo>
                  <a:pt x="29974" y="59394"/>
                </a:lnTo>
                <a:lnTo>
                  <a:pt x="7792" y="38800"/>
                </a:lnTo>
                <a:lnTo>
                  <a:pt x="8127" y="59787"/>
                </a:lnTo>
                <a:lnTo>
                  <a:pt x="1020" y="59903"/>
                </a:lnTo>
                <a:lnTo>
                  <a:pt x="0" y="160"/>
                </a:lnTo>
                <a:close/>
                <a:moveTo>
                  <a:pt x="0" y="1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61A22-85BB-4E32-B1CD-B2B772DB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653" y="3546339"/>
            <a:ext cx="39994" cy="45354"/>
          </a:xfrm>
          <a:custGeom xmlns:a="http://schemas.openxmlformats.org/drawingml/2006/main">
            <a:pathLst>
              <a:path w="39994" h="45354">
                <a:moveTo>
                  <a:pt x="39936" y="20536"/>
                </a:moveTo>
                <a:lnTo>
                  <a:pt x="39994" y="24017"/>
                </a:lnTo>
                <a:lnTo>
                  <a:pt x="7515" y="24526"/>
                </a:lnTo>
                <a:cubicBezTo>
                  <a:pt x="7908" y="29420"/>
                  <a:pt x="9438" y="33119"/>
                  <a:pt x="12059" y="35566"/>
                </a:cubicBezTo>
                <a:cubicBezTo>
                  <a:pt x="14739" y="38071"/>
                  <a:pt x="18439" y="39309"/>
                  <a:pt x="23099" y="39207"/>
                </a:cubicBezTo>
                <a:cubicBezTo>
                  <a:pt x="25823" y="39207"/>
                  <a:pt x="28444" y="38800"/>
                  <a:pt x="30949" y="38115"/>
                </a:cubicBezTo>
                <a:cubicBezTo>
                  <a:pt x="33513" y="37387"/>
                  <a:pt x="36018" y="36353"/>
                  <a:pt x="38508" y="34998"/>
                </a:cubicBezTo>
                <a:lnTo>
                  <a:pt x="38625" y="41654"/>
                </a:lnTo>
                <a:cubicBezTo>
                  <a:pt x="36120" y="42790"/>
                  <a:pt x="33513" y="43635"/>
                  <a:pt x="30891" y="44261"/>
                </a:cubicBezTo>
                <a:cubicBezTo>
                  <a:pt x="28211" y="44829"/>
                  <a:pt x="25546" y="45179"/>
                  <a:pt x="22808" y="45237"/>
                </a:cubicBezTo>
                <a:cubicBezTo>
                  <a:pt x="15933" y="45354"/>
                  <a:pt x="10472" y="43475"/>
                  <a:pt x="6365" y="39542"/>
                </a:cubicBezTo>
                <a:cubicBezTo>
                  <a:pt x="2330" y="35625"/>
                  <a:pt x="233" y="30207"/>
                  <a:pt x="117" y="23390"/>
                </a:cubicBezTo>
                <a:cubicBezTo>
                  <a:pt x="0" y="16385"/>
                  <a:pt x="1762" y="10763"/>
                  <a:pt x="5520" y="6539"/>
                </a:cubicBezTo>
                <a:cubicBezTo>
                  <a:pt x="9278" y="2330"/>
                  <a:pt x="14331" y="233"/>
                  <a:pt x="20769" y="117"/>
                </a:cubicBezTo>
                <a:cubicBezTo>
                  <a:pt x="26565" y="0"/>
                  <a:pt x="31182" y="1762"/>
                  <a:pt x="34590" y="5462"/>
                </a:cubicBezTo>
                <a:cubicBezTo>
                  <a:pt x="38057" y="9103"/>
                  <a:pt x="39819" y="14171"/>
                  <a:pt x="39936" y="20536"/>
                </a:cubicBezTo>
                <a:close/>
                <a:moveTo>
                  <a:pt x="32828" y="18613"/>
                </a:moveTo>
                <a:cubicBezTo>
                  <a:pt x="32712" y="14739"/>
                  <a:pt x="31576" y="11666"/>
                  <a:pt x="29406" y="9394"/>
                </a:cubicBezTo>
                <a:cubicBezTo>
                  <a:pt x="27250" y="7122"/>
                  <a:pt x="24468" y="6030"/>
                  <a:pt x="20987" y="6088"/>
                </a:cubicBezTo>
                <a:cubicBezTo>
                  <a:pt x="17011" y="6146"/>
                  <a:pt x="13880" y="7282"/>
                  <a:pt x="11550" y="9569"/>
                </a:cubicBezTo>
                <a:cubicBezTo>
                  <a:pt x="9219" y="11841"/>
                  <a:pt x="7908" y="15016"/>
                  <a:pt x="7617" y="19065"/>
                </a:cubicBezTo>
                <a:lnTo>
                  <a:pt x="32828" y="18613"/>
                </a:lnTo>
                <a:close/>
                <a:moveTo>
                  <a:pt x="32828" y="1861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6D573-EEFF-4415-903C-55EA8DD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570" y="3545494"/>
            <a:ext cx="36746" cy="44480"/>
          </a:xfrm>
          <a:custGeom xmlns:a="http://schemas.openxmlformats.org/drawingml/2006/main">
            <a:pathLst>
              <a:path w="36746" h="44480">
                <a:moveTo>
                  <a:pt x="36294" y="17914"/>
                </a:moveTo>
                <a:lnTo>
                  <a:pt x="36746" y="43853"/>
                </a:lnTo>
                <a:lnTo>
                  <a:pt x="29697" y="43970"/>
                </a:lnTo>
                <a:lnTo>
                  <a:pt x="29245" y="18264"/>
                </a:lnTo>
                <a:cubicBezTo>
                  <a:pt x="29187" y="14157"/>
                  <a:pt x="28328" y="11142"/>
                  <a:pt x="26682" y="9161"/>
                </a:cubicBezTo>
                <a:cubicBezTo>
                  <a:pt x="25094" y="7166"/>
                  <a:pt x="22706" y="6190"/>
                  <a:pt x="19516" y="6248"/>
                </a:cubicBezTo>
                <a:cubicBezTo>
                  <a:pt x="15700" y="6306"/>
                  <a:pt x="12686" y="7559"/>
                  <a:pt x="10530" y="10064"/>
                </a:cubicBezTo>
                <a:cubicBezTo>
                  <a:pt x="8360" y="12511"/>
                  <a:pt x="7340" y="15817"/>
                  <a:pt x="7399" y="20026"/>
                </a:cubicBezTo>
                <a:lnTo>
                  <a:pt x="7792" y="44378"/>
                </a:lnTo>
                <a:lnTo>
                  <a:pt x="743" y="44480"/>
                </a:lnTo>
                <a:lnTo>
                  <a:pt x="0" y="1471"/>
                </a:lnTo>
                <a:lnTo>
                  <a:pt x="7107" y="1354"/>
                </a:lnTo>
                <a:lnTo>
                  <a:pt x="7224" y="8010"/>
                </a:lnTo>
                <a:cubicBezTo>
                  <a:pt x="8870" y="5403"/>
                  <a:pt x="10807" y="3466"/>
                  <a:pt x="13079" y="2097"/>
                </a:cubicBezTo>
                <a:cubicBezTo>
                  <a:pt x="15365" y="786"/>
                  <a:pt x="17972" y="102"/>
                  <a:pt x="20987" y="58"/>
                </a:cubicBezTo>
                <a:cubicBezTo>
                  <a:pt x="25939" y="0"/>
                  <a:pt x="29697" y="1471"/>
                  <a:pt x="32260" y="4486"/>
                </a:cubicBezTo>
                <a:cubicBezTo>
                  <a:pt x="34882" y="7442"/>
                  <a:pt x="36178" y="11943"/>
                  <a:pt x="36294" y="17914"/>
                </a:cubicBezTo>
                <a:close/>
                <a:moveTo>
                  <a:pt x="36294" y="17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A0AB9-439F-4676-9413-E6B5B2F1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465" y="4262557"/>
            <a:ext cx="123623" cy="91595"/>
          </a:xfrm>
          <a:custGeom xmlns:a="http://schemas.openxmlformats.org/drawingml/2006/main">
            <a:pathLst>
              <a:path w="123623" h="91595">
                <a:moveTo>
                  <a:pt x="86352" y="20361"/>
                </a:moveTo>
                <a:lnTo>
                  <a:pt x="54442" y="50466"/>
                </a:lnTo>
                <a:lnTo>
                  <a:pt x="68030" y="64972"/>
                </a:lnTo>
                <a:cubicBezTo>
                  <a:pt x="73099" y="70317"/>
                  <a:pt x="78386" y="73113"/>
                  <a:pt x="83905" y="73448"/>
                </a:cubicBezTo>
                <a:cubicBezTo>
                  <a:pt x="89425" y="73740"/>
                  <a:pt x="94770" y="71511"/>
                  <a:pt x="99897" y="66676"/>
                </a:cubicBezTo>
                <a:cubicBezTo>
                  <a:pt x="104966" y="61899"/>
                  <a:pt x="107514" y="56728"/>
                  <a:pt x="107514" y="51150"/>
                </a:cubicBezTo>
                <a:cubicBezTo>
                  <a:pt x="107573" y="45630"/>
                  <a:pt x="105068" y="40227"/>
                  <a:pt x="100014" y="34882"/>
                </a:cubicBezTo>
                <a:lnTo>
                  <a:pt x="86352" y="20361"/>
                </a:lnTo>
                <a:close/>
                <a:moveTo>
                  <a:pt x="84998" y="0"/>
                </a:moveTo>
                <a:lnTo>
                  <a:pt x="109451" y="25939"/>
                </a:lnTo>
                <a:cubicBezTo>
                  <a:pt x="118438" y="35508"/>
                  <a:pt x="123055" y="44713"/>
                  <a:pt x="123331" y="53655"/>
                </a:cubicBezTo>
                <a:cubicBezTo>
                  <a:pt x="123623" y="62583"/>
                  <a:pt x="119632" y="71001"/>
                  <a:pt x="111330" y="78793"/>
                </a:cubicBezTo>
                <a:cubicBezTo>
                  <a:pt x="102912" y="86702"/>
                  <a:pt x="94261" y="90226"/>
                  <a:pt x="85391" y="89382"/>
                </a:cubicBezTo>
                <a:cubicBezTo>
                  <a:pt x="76521" y="88581"/>
                  <a:pt x="67579" y="83410"/>
                  <a:pt x="58593" y="73841"/>
                </a:cubicBezTo>
                <a:lnTo>
                  <a:pt x="44989" y="59394"/>
                </a:lnTo>
                <a:lnTo>
                  <a:pt x="10807" y="91595"/>
                </a:lnTo>
                <a:lnTo>
                  <a:pt x="0" y="80104"/>
                </a:lnTo>
                <a:lnTo>
                  <a:pt x="84998" y="0"/>
                </a:lnTo>
                <a:close/>
                <a:moveTo>
                  <a:pt x="849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8B28B-8FF1-452B-A367-444A809A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674" y="4332874"/>
            <a:ext cx="124380" cy="146328"/>
          </a:xfrm>
          <a:custGeom xmlns:a="http://schemas.openxmlformats.org/drawingml/2006/main">
            <a:pathLst>
              <a:path w="124380" h="146328">
                <a:moveTo>
                  <a:pt x="77890" y="82842"/>
                </a:moveTo>
                <a:cubicBezTo>
                  <a:pt x="79376" y="86076"/>
                  <a:pt x="79827" y="90183"/>
                  <a:pt x="79318" y="95062"/>
                </a:cubicBezTo>
                <a:cubicBezTo>
                  <a:pt x="78750" y="99955"/>
                  <a:pt x="77206" y="105883"/>
                  <a:pt x="74643" y="112758"/>
                </a:cubicBezTo>
                <a:lnTo>
                  <a:pt x="62423" y="146328"/>
                </a:lnTo>
                <a:lnTo>
                  <a:pt x="50757" y="133920"/>
                </a:lnTo>
                <a:lnTo>
                  <a:pt x="62365" y="102519"/>
                </a:lnTo>
                <a:cubicBezTo>
                  <a:pt x="65380" y="94334"/>
                  <a:pt x="66632" y="88071"/>
                  <a:pt x="66006" y="83687"/>
                </a:cubicBezTo>
                <a:cubicBezTo>
                  <a:pt x="65380" y="79259"/>
                  <a:pt x="62874" y="74817"/>
                  <a:pt x="58607" y="70259"/>
                </a:cubicBezTo>
                <a:lnTo>
                  <a:pt x="46766" y="57748"/>
                </a:lnTo>
                <a:lnTo>
                  <a:pt x="10880" y="91595"/>
                </a:lnTo>
                <a:lnTo>
                  <a:pt x="0" y="80046"/>
                </a:lnTo>
                <a:lnTo>
                  <a:pt x="85056" y="0"/>
                </a:lnTo>
                <a:lnTo>
                  <a:pt x="109524" y="25939"/>
                </a:lnTo>
                <a:cubicBezTo>
                  <a:pt x="118685" y="35668"/>
                  <a:pt x="123462" y="44829"/>
                  <a:pt x="123914" y="53422"/>
                </a:cubicBezTo>
                <a:cubicBezTo>
                  <a:pt x="124380" y="62073"/>
                  <a:pt x="120448" y="70200"/>
                  <a:pt x="112262" y="77949"/>
                </a:cubicBezTo>
                <a:cubicBezTo>
                  <a:pt x="106903" y="83002"/>
                  <a:pt x="101281" y="85915"/>
                  <a:pt x="95411" y="86760"/>
                </a:cubicBezTo>
                <a:cubicBezTo>
                  <a:pt x="89556" y="87619"/>
                  <a:pt x="83702" y="86309"/>
                  <a:pt x="77890" y="82842"/>
                </a:cubicBezTo>
                <a:close/>
                <a:moveTo>
                  <a:pt x="86425" y="20376"/>
                </a:moveTo>
                <a:lnTo>
                  <a:pt x="56277" y="48820"/>
                </a:lnTo>
                <a:lnTo>
                  <a:pt x="69865" y="63268"/>
                </a:lnTo>
                <a:cubicBezTo>
                  <a:pt x="75109" y="68846"/>
                  <a:pt x="80337" y="71802"/>
                  <a:pt x="85566" y="72196"/>
                </a:cubicBezTo>
                <a:cubicBezTo>
                  <a:pt x="90751" y="72603"/>
                  <a:pt x="95863" y="70492"/>
                  <a:pt x="100815" y="65831"/>
                </a:cubicBezTo>
                <a:cubicBezTo>
                  <a:pt x="105825" y="61098"/>
                  <a:pt x="108213" y="56160"/>
                  <a:pt x="108097" y="50975"/>
                </a:cubicBezTo>
                <a:cubicBezTo>
                  <a:pt x="107937" y="45747"/>
                  <a:pt x="105257" y="40402"/>
                  <a:pt x="100028" y="34823"/>
                </a:cubicBezTo>
                <a:lnTo>
                  <a:pt x="86425" y="20376"/>
                </a:lnTo>
                <a:close/>
                <a:moveTo>
                  <a:pt x="86425" y="2037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E4873-336B-43C5-86A2-C015572F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036" y="4413896"/>
            <a:ext cx="95863" cy="91595"/>
          </a:xfrm>
          <a:custGeom xmlns:a="http://schemas.openxmlformats.org/drawingml/2006/main">
            <a:pathLst>
              <a:path w="95863" h="91595">
                <a:moveTo>
                  <a:pt x="84998" y="0"/>
                </a:moveTo>
                <a:lnTo>
                  <a:pt x="95863" y="11491"/>
                </a:lnTo>
                <a:lnTo>
                  <a:pt x="10865" y="91595"/>
                </a:lnTo>
                <a:lnTo>
                  <a:pt x="0" y="80104"/>
                </a:lnTo>
                <a:lnTo>
                  <a:pt x="84998" y="0"/>
                </a:lnTo>
                <a:close/>
                <a:moveTo>
                  <a:pt x="8499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6BAF3-03BF-4AEF-96B1-ECF3A2C3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020" y="4463560"/>
            <a:ext cx="120666" cy="118554"/>
          </a:xfrm>
          <a:custGeom xmlns:a="http://schemas.openxmlformats.org/drawingml/2006/main">
            <a:pathLst>
              <a:path w="120666" h="118554">
                <a:moveTo>
                  <a:pt x="95120" y="26565"/>
                </a:moveTo>
                <a:cubicBezTo>
                  <a:pt x="87270" y="18205"/>
                  <a:pt x="77890" y="14506"/>
                  <a:pt x="67025" y="15409"/>
                </a:cubicBezTo>
                <a:cubicBezTo>
                  <a:pt x="56219" y="16385"/>
                  <a:pt x="45397" y="21963"/>
                  <a:pt x="34649" y="32085"/>
                </a:cubicBezTo>
                <a:cubicBezTo>
                  <a:pt x="23958" y="42149"/>
                  <a:pt x="17812" y="52563"/>
                  <a:pt x="16210" y="63370"/>
                </a:cubicBezTo>
                <a:cubicBezTo>
                  <a:pt x="14623" y="74133"/>
                  <a:pt x="17754" y="83687"/>
                  <a:pt x="25604" y="92047"/>
                </a:cubicBezTo>
                <a:cubicBezTo>
                  <a:pt x="33513" y="100407"/>
                  <a:pt x="42848" y="104106"/>
                  <a:pt x="53655" y="103087"/>
                </a:cubicBezTo>
                <a:cubicBezTo>
                  <a:pt x="64462" y="102126"/>
                  <a:pt x="75269" y="96606"/>
                  <a:pt x="85974" y="86469"/>
                </a:cubicBezTo>
                <a:cubicBezTo>
                  <a:pt x="96722" y="76347"/>
                  <a:pt x="102868" y="65933"/>
                  <a:pt x="104514" y="55184"/>
                </a:cubicBezTo>
                <a:cubicBezTo>
                  <a:pt x="106102" y="44436"/>
                  <a:pt x="103029" y="34867"/>
                  <a:pt x="95120" y="26565"/>
                </a:cubicBezTo>
                <a:close/>
                <a:moveTo>
                  <a:pt x="104456" y="17754"/>
                </a:moveTo>
                <a:cubicBezTo>
                  <a:pt x="115729" y="29697"/>
                  <a:pt x="120666" y="42950"/>
                  <a:pt x="119413" y="57631"/>
                </a:cubicBezTo>
                <a:cubicBezTo>
                  <a:pt x="118161" y="72312"/>
                  <a:pt x="110777" y="85959"/>
                  <a:pt x="97348" y="98586"/>
                </a:cubicBezTo>
                <a:cubicBezTo>
                  <a:pt x="83978" y="111228"/>
                  <a:pt x="69924" y="117768"/>
                  <a:pt x="55184" y="118161"/>
                </a:cubicBezTo>
                <a:cubicBezTo>
                  <a:pt x="40460" y="118554"/>
                  <a:pt x="27483" y="112758"/>
                  <a:pt x="16268" y="100873"/>
                </a:cubicBezTo>
                <a:cubicBezTo>
                  <a:pt x="5010" y="88916"/>
                  <a:pt x="0" y="75604"/>
                  <a:pt x="1194" y="60923"/>
                </a:cubicBezTo>
                <a:cubicBezTo>
                  <a:pt x="2447" y="46257"/>
                  <a:pt x="9787" y="32595"/>
                  <a:pt x="23216" y="19910"/>
                </a:cubicBezTo>
                <a:cubicBezTo>
                  <a:pt x="36644" y="7282"/>
                  <a:pt x="50757" y="743"/>
                  <a:pt x="65482" y="393"/>
                </a:cubicBezTo>
                <a:cubicBezTo>
                  <a:pt x="80221" y="0"/>
                  <a:pt x="93198" y="5797"/>
                  <a:pt x="104456" y="17754"/>
                </a:cubicBezTo>
                <a:close/>
                <a:moveTo>
                  <a:pt x="104456" y="177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999B6-5ACD-4614-9542-FBEDE6C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468" y="4605112"/>
            <a:ext cx="98135" cy="121452"/>
          </a:xfrm>
          <a:custGeom xmlns:a="http://schemas.openxmlformats.org/drawingml/2006/main">
            <a:pathLst>
              <a:path w="98135" h="121452">
                <a:moveTo>
                  <a:pt x="20201" y="41013"/>
                </a:moveTo>
                <a:lnTo>
                  <a:pt x="53145" y="70026"/>
                </a:lnTo>
                <a:lnTo>
                  <a:pt x="66283" y="55126"/>
                </a:lnTo>
                <a:cubicBezTo>
                  <a:pt x="71118" y="49548"/>
                  <a:pt x="73448" y="44028"/>
                  <a:pt x="73273" y="38508"/>
                </a:cubicBezTo>
                <a:cubicBezTo>
                  <a:pt x="73055" y="32988"/>
                  <a:pt x="70317" y="27935"/>
                  <a:pt x="65030" y="23259"/>
                </a:cubicBezTo>
                <a:cubicBezTo>
                  <a:pt x="59801" y="18657"/>
                  <a:pt x="54398" y="16545"/>
                  <a:pt x="48878" y="17055"/>
                </a:cubicBezTo>
                <a:cubicBezTo>
                  <a:pt x="43358" y="17579"/>
                  <a:pt x="38173" y="20594"/>
                  <a:pt x="33338" y="26114"/>
                </a:cubicBezTo>
                <a:lnTo>
                  <a:pt x="20201" y="41013"/>
                </a:lnTo>
                <a:close/>
                <a:moveTo>
                  <a:pt x="0" y="44319"/>
                </a:moveTo>
                <a:lnTo>
                  <a:pt x="23551" y="17521"/>
                </a:lnTo>
                <a:cubicBezTo>
                  <a:pt x="32260" y="7675"/>
                  <a:pt x="41028" y="2214"/>
                  <a:pt x="49898" y="1136"/>
                </a:cubicBezTo>
                <a:cubicBezTo>
                  <a:pt x="58767" y="0"/>
                  <a:pt x="67477" y="3175"/>
                  <a:pt x="76070" y="10749"/>
                </a:cubicBezTo>
                <a:cubicBezTo>
                  <a:pt x="84721" y="18366"/>
                  <a:pt x="89032" y="26624"/>
                  <a:pt x="89032" y="35552"/>
                </a:cubicBezTo>
                <a:cubicBezTo>
                  <a:pt x="89032" y="44480"/>
                  <a:pt x="84663" y="53874"/>
                  <a:pt x="76012" y="63661"/>
                </a:cubicBezTo>
                <a:lnTo>
                  <a:pt x="62918" y="78619"/>
                </a:lnTo>
                <a:lnTo>
                  <a:pt x="98135" y="109626"/>
                </a:lnTo>
                <a:lnTo>
                  <a:pt x="87678" y="121452"/>
                </a:lnTo>
                <a:lnTo>
                  <a:pt x="0" y="44319"/>
                </a:lnTo>
                <a:close/>
                <a:moveTo>
                  <a:pt x="0" y="4431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5AEBC-B1DA-4373-9593-03827CE5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03" y="4531940"/>
            <a:ext cx="147799" cy="122093"/>
          </a:xfrm>
          <a:custGeom xmlns:a="http://schemas.openxmlformats.org/drawingml/2006/main">
            <a:pathLst>
              <a:path w="147799" h="122093">
                <a:moveTo>
                  <a:pt x="83177" y="44319"/>
                </a:moveTo>
                <a:cubicBezTo>
                  <a:pt x="86250" y="42557"/>
                  <a:pt x="90285" y="41698"/>
                  <a:pt x="95237" y="41756"/>
                </a:cubicBezTo>
                <a:cubicBezTo>
                  <a:pt x="100188" y="41873"/>
                  <a:pt x="106160" y="42848"/>
                  <a:pt x="113267" y="44771"/>
                </a:cubicBezTo>
                <a:lnTo>
                  <a:pt x="147799" y="53815"/>
                </a:lnTo>
                <a:lnTo>
                  <a:pt x="136599" y="66559"/>
                </a:lnTo>
                <a:lnTo>
                  <a:pt x="104223" y="57981"/>
                </a:lnTo>
                <a:cubicBezTo>
                  <a:pt x="95805" y="55694"/>
                  <a:pt x="89440" y="55068"/>
                  <a:pt x="85114" y="56102"/>
                </a:cubicBezTo>
                <a:cubicBezTo>
                  <a:pt x="80789" y="57180"/>
                  <a:pt x="76580" y="60020"/>
                  <a:pt x="72429" y="64739"/>
                </a:cubicBezTo>
                <a:lnTo>
                  <a:pt x="61039" y="77657"/>
                </a:lnTo>
                <a:lnTo>
                  <a:pt x="98135" y="110252"/>
                </a:lnTo>
                <a:lnTo>
                  <a:pt x="87663" y="122093"/>
                </a:lnTo>
                <a:lnTo>
                  <a:pt x="0" y="44946"/>
                </a:lnTo>
                <a:lnTo>
                  <a:pt x="23551" y="18147"/>
                </a:lnTo>
                <a:cubicBezTo>
                  <a:pt x="32377" y="8141"/>
                  <a:pt x="41072" y="2505"/>
                  <a:pt x="49606" y="1253"/>
                </a:cubicBezTo>
                <a:cubicBezTo>
                  <a:pt x="58141" y="0"/>
                  <a:pt x="66618" y="3131"/>
                  <a:pt x="75094" y="10588"/>
                </a:cubicBezTo>
                <a:cubicBezTo>
                  <a:pt x="80614" y="15424"/>
                  <a:pt x="84080" y="20769"/>
                  <a:pt x="85449" y="26507"/>
                </a:cubicBezTo>
                <a:cubicBezTo>
                  <a:pt x="86818" y="32260"/>
                  <a:pt x="86076" y="38232"/>
                  <a:pt x="83177" y="44319"/>
                </a:cubicBezTo>
                <a:close/>
                <a:moveTo>
                  <a:pt x="20201" y="41698"/>
                </a:moveTo>
                <a:lnTo>
                  <a:pt x="51310" y="69064"/>
                </a:lnTo>
                <a:lnTo>
                  <a:pt x="64462" y="54165"/>
                </a:lnTo>
                <a:cubicBezTo>
                  <a:pt x="69458" y="48412"/>
                  <a:pt x="71963" y="42950"/>
                  <a:pt x="71861" y="37722"/>
                </a:cubicBezTo>
                <a:cubicBezTo>
                  <a:pt x="71802" y="32493"/>
                  <a:pt x="69181" y="27600"/>
                  <a:pt x="64054" y="23099"/>
                </a:cubicBezTo>
                <a:cubicBezTo>
                  <a:pt x="58942" y="18555"/>
                  <a:pt x="53815" y="16618"/>
                  <a:pt x="48645" y="17244"/>
                </a:cubicBezTo>
                <a:cubicBezTo>
                  <a:pt x="43460" y="17871"/>
                  <a:pt x="38348" y="21046"/>
                  <a:pt x="33338" y="26740"/>
                </a:cubicBezTo>
                <a:lnTo>
                  <a:pt x="20201" y="41698"/>
                </a:lnTo>
                <a:close/>
                <a:moveTo>
                  <a:pt x="20201" y="416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628E4-3F1A-4BC2-9A59-32D1BC9E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68" y="4481475"/>
            <a:ext cx="98077" cy="89047"/>
          </a:xfrm>
          <a:custGeom xmlns:a="http://schemas.openxmlformats.org/drawingml/2006/main">
            <a:pathLst>
              <a:path w="98077" h="89047">
                <a:moveTo>
                  <a:pt x="0" y="11841"/>
                </a:moveTo>
                <a:lnTo>
                  <a:pt x="10414" y="0"/>
                </a:lnTo>
                <a:lnTo>
                  <a:pt x="98077" y="77148"/>
                </a:lnTo>
                <a:lnTo>
                  <a:pt x="87663" y="89047"/>
                </a:lnTo>
                <a:lnTo>
                  <a:pt x="0" y="11841"/>
                </a:lnTo>
                <a:close/>
                <a:moveTo>
                  <a:pt x="0" y="11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8D313-EE4C-4F1C-BA26-BCED9983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440" y="4402172"/>
            <a:ext cx="121685" cy="117651"/>
          </a:xfrm>
          <a:custGeom xmlns:a="http://schemas.openxmlformats.org/drawingml/2006/main">
            <a:pathLst>
              <a:path w="121685" h="117651">
                <a:moveTo>
                  <a:pt x="24978" y="27192"/>
                </a:moveTo>
                <a:cubicBezTo>
                  <a:pt x="17404" y="35785"/>
                  <a:pt x="14623" y="45455"/>
                  <a:pt x="16545" y="56204"/>
                </a:cubicBezTo>
                <a:cubicBezTo>
                  <a:pt x="18540" y="66909"/>
                  <a:pt x="25022" y="77148"/>
                  <a:pt x="36120" y="86877"/>
                </a:cubicBezTo>
                <a:cubicBezTo>
                  <a:pt x="47160" y="96606"/>
                  <a:pt x="58141" y="101776"/>
                  <a:pt x="69006" y="102344"/>
                </a:cubicBezTo>
                <a:cubicBezTo>
                  <a:pt x="79871" y="102912"/>
                  <a:pt x="89149" y="98878"/>
                  <a:pt x="96708" y="90285"/>
                </a:cubicBezTo>
                <a:cubicBezTo>
                  <a:pt x="104281" y="81692"/>
                  <a:pt x="107063" y="72021"/>
                  <a:pt x="105082" y="61331"/>
                </a:cubicBezTo>
                <a:cubicBezTo>
                  <a:pt x="103087" y="50684"/>
                  <a:pt x="96591" y="40445"/>
                  <a:pt x="85566" y="30716"/>
                </a:cubicBezTo>
                <a:cubicBezTo>
                  <a:pt x="74468" y="20987"/>
                  <a:pt x="63486" y="15817"/>
                  <a:pt x="52621" y="15191"/>
                </a:cubicBezTo>
                <a:cubicBezTo>
                  <a:pt x="41814" y="14564"/>
                  <a:pt x="32595" y="18540"/>
                  <a:pt x="24978" y="27192"/>
                </a:cubicBezTo>
                <a:close/>
                <a:moveTo>
                  <a:pt x="15351" y="18715"/>
                </a:moveTo>
                <a:cubicBezTo>
                  <a:pt x="26172" y="6423"/>
                  <a:pt x="38960" y="233"/>
                  <a:pt x="53699" y="117"/>
                </a:cubicBezTo>
                <a:cubicBezTo>
                  <a:pt x="68380" y="0"/>
                  <a:pt x="82711" y="6030"/>
                  <a:pt x="96547" y="18264"/>
                </a:cubicBezTo>
                <a:cubicBezTo>
                  <a:pt x="110369" y="30440"/>
                  <a:pt x="118161" y="43810"/>
                  <a:pt x="119923" y="58432"/>
                </a:cubicBezTo>
                <a:cubicBezTo>
                  <a:pt x="121685" y="73055"/>
                  <a:pt x="117141" y="86469"/>
                  <a:pt x="106320" y="98761"/>
                </a:cubicBezTo>
                <a:cubicBezTo>
                  <a:pt x="95513" y="111112"/>
                  <a:pt x="82711" y="117374"/>
                  <a:pt x="67987" y="117476"/>
                </a:cubicBezTo>
                <a:cubicBezTo>
                  <a:pt x="53247" y="117651"/>
                  <a:pt x="38960" y="111621"/>
                  <a:pt x="25138" y="99387"/>
                </a:cubicBezTo>
                <a:cubicBezTo>
                  <a:pt x="11258" y="87212"/>
                  <a:pt x="3466" y="73783"/>
                  <a:pt x="1704" y="59161"/>
                </a:cubicBezTo>
                <a:cubicBezTo>
                  <a:pt x="0" y="44552"/>
                  <a:pt x="4544" y="31066"/>
                  <a:pt x="15351" y="18715"/>
                </a:cubicBezTo>
                <a:close/>
                <a:moveTo>
                  <a:pt x="15351" y="187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8444E-5DAE-4B53-B44E-E5C9AB2F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261" y="4326568"/>
            <a:ext cx="84080" cy="84080"/>
          </a:xfrm>
          <a:custGeom xmlns:a="http://schemas.openxmlformats.org/drawingml/2006/main">
            <a:pathLst>
              <a:path w="84080" h="84080">
                <a:moveTo>
                  <a:pt x="8710" y="3918"/>
                </a:moveTo>
                <a:lnTo>
                  <a:pt x="41421" y="32712"/>
                </a:lnTo>
                <a:lnTo>
                  <a:pt x="70200" y="0"/>
                </a:lnTo>
                <a:lnTo>
                  <a:pt x="80162" y="8811"/>
                </a:lnTo>
                <a:lnTo>
                  <a:pt x="51369" y="41465"/>
                </a:lnTo>
                <a:lnTo>
                  <a:pt x="84080" y="70259"/>
                </a:lnTo>
                <a:lnTo>
                  <a:pt x="75444" y="80148"/>
                </a:lnTo>
                <a:lnTo>
                  <a:pt x="42732" y="51369"/>
                </a:lnTo>
                <a:lnTo>
                  <a:pt x="13938" y="84080"/>
                </a:lnTo>
                <a:lnTo>
                  <a:pt x="3932" y="75269"/>
                </a:lnTo>
                <a:lnTo>
                  <a:pt x="32712" y="42543"/>
                </a:lnTo>
                <a:lnTo>
                  <a:pt x="0" y="13763"/>
                </a:lnTo>
                <a:lnTo>
                  <a:pt x="8710" y="3918"/>
                </a:lnTo>
                <a:close/>
                <a:moveTo>
                  <a:pt x="8710" y="3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C3E1E-A5F1-4124-851B-46E43A88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958" y="4225811"/>
            <a:ext cx="84080" cy="84080"/>
          </a:xfrm>
          <a:custGeom xmlns:a="http://schemas.openxmlformats.org/drawingml/2006/main">
            <a:pathLst>
              <a:path w="84080" h="84080">
                <a:moveTo>
                  <a:pt x="8710" y="3918"/>
                </a:moveTo>
                <a:lnTo>
                  <a:pt x="41421" y="32712"/>
                </a:lnTo>
                <a:lnTo>
                  <a:pt x="70200" y="0"/>
                </a:lnTo>
                <a:lnTo>
                  <a:pt x="80162" y="8753"/>
                </a:lnTo>
                <a:lnTo>
                  <a:pt x="51369" y="41465"/>
                </a:lnTo>
                <a:lnTo>
                  <a:pt x="84080" y="70259"/>
                </a:lnTo>
                <a:lnTo>
                  <a:pt x="75444" y="80162"/>
                </a:lnTo>
                <a:lnTo>
                  <a:pt x="42717" y="51369"/>
                </a:lnTo>
                <a:lnTo>
                  <a:pt x="13880" y="84080"/>
                </a:lnTo>
                <a:lnTo>
                  <a:pt x="3918" y="75269"/>
                </a:lnTo>
                <a:lnTo>
                  <a:pt x="32712" y="42543"/>
                </a:lnTo>
                <a:lnTo>
                  <a:pt x="0" y="13763"/>
                </a:lnTo>
                <a:lnTo>
                  <a:pt x="8710" y="3918"/>
                </a:lnTo>
                <a:close/>
                <a:moveTo>
                  <a:pt x="8710" y="39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1BBA0-7015-4A2F-8DEF-6C62BDB1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47" y="2844408"/>
            <a:ext cx="109801" cy="111738"/>
          </a:xfrm>
          <a:custGeom xmlns:a="http://schemas.openxmlformats.org/drawingml/2006/main">
            <a:pathLst>
              <a:path w="109801" h="111738">
                <a:moveTo>
                  <a:pt x="60136" y="18599"/>
                </a:moveTo>
                <a:lnTo>
                  <a:pt x="40737" y="57966"/>
                </a:lnTo>
                <a:lnTo>
                  <a:pt x="58534" y="66792"/>
                </a:lnTo>
                <a:cubicBezTo>
                  <a:pt x="65132" y="70040"/>
                  <a:pt x="71060" y="70827"/>
                  <a:pt x="76347" y="69181"/>
                </a:cubicBezTo>
                <a:cubicBezTo>
                  <a:pt x="81633" y="67593"/>
                  <a:pt x="85843" y="63603"/>
                  <a:pt x="88974" y="57296"/>
                </a:cubicBezTo>
                <a:cubicBezTo>
                  <a:pt x="92047" y="51034"/>
                  <a:pt x="92615" y="45281"/>
                  <a:pt x="90678" y="40110"/>
                </a:cubicBezTo>
                <a:cubicBezTo>
                  <a:pt x="88799" y="34867"/>
                  <a:pt x="84532" y="30658"/>
                  <a:pt x="77934" y="27425"/>
                </a:cubicBezTo>
                <a:lnTo>
                  <a:pt x="60136" y="18599"/>
                </a:lnTo>
                <a:close/>
                <a:moveTo>
                  <a:pt x="51718" y="0"/>
                </a:moveTo>
                <a:lnTo>
                  <a:pt x="83687" y="15759"/>
                </a:lnTo>
                <a:cubicBezTo>
                  <a:pt x="95455" y="21555"/>
                  <a:pt x="103029" y="28619"/>
                  <a:pt x="106378" y="36862"/>
                </a:cubicBezTo>
                <a:cubicBezTo>
                  <a:pt x="109801" y="45179"/>
                  <a:pt x="108942" y="54442"/>
                  <a:pt x="103888" y="64622"/>
                </a:cubicBezTo>
                <a:cubicBezTo>
                  <a:pt x="98819" y="74977"/>
                  <a:pt x="91930" y="81298"/>
                  <a:pt x="83279" y="83629"/>
                </a:cubicBezTo>
                <a:cubicBezTo>
                  <a:pt x="74701" y="85959"/>
                  <a:pt x="64506" y="84197"/>
                  <a:pt x="52796" y="78400"/>
                </a:cubicBezTo>
                <a:lnTo>
                  <a:pt x="34925" y="69632"/>
                </a:lnTo>
                <a:lnTo>
                  <a:pt x="14157" y="111738"/>
                </a:lnTo>
                <a:lnTo>
                  <a:pt x="0" y="104733"/>
                </a:lnTo>
                <a:lnTo>
                  <a:pt x="51718" y="0"/>
                </a:lnTo>
                <a:close/>
                <a:moveTo>
                  <a:pt x="5171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D5476-678E-4B32-926F-58A087B9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991" y="2887140"/>
            <a:ext cx="110194" cy="145018"/>
          </a:xfrm>
          <a:custGeom xmlns:a="http://schemas.openxmlformats.org/drawingml/2006/main">
            <a:pathLst>
              <a:path w="110194" h="145018">
                <a:moveTo>
                  <a:pt x="73900" y="80148"/>
                </a:moveTo>
                <a:cubicBezTo>
                  <a:pt x="76463" y="82711"/>
                  <a:pt x="78342" y="86352"/>
                  <a:pt x="79536" y="91129"/>
                </a:cubicBezTo>
                <a:cubicBezTo>
                  <a:pt x="80730" y="95907"/>
                  <a:pt x="81357" y="101994"/>
                  <a:pt x="81357" y="109277"/>
                </a:cubicBezTo>
                <a:lnTo>
                  <a:pt x="81590" y="145018"/>
                </a:lnTo>
                <a:lnTo>
                  <a:pt x="66341" y="137502"/>
                </a:lnTo>
                <a:lnTo>
                  <a:pt x="66224" y="104048"/>
                </a:lnTo>
                <a:cubicBezTo>
                  <a:pt x="66224" y="95280"/>
                  <a:pt x="65205" y="88974"/>
                  <a:pt x="63035" y="85100"/>
                </a:cubicBezTo>
                <a:cubicBezTo>
                  <a:pt x="60937" y="81182"/>
                  <a:pt x="57063" y="77876"/>
                  <a:pt x="51485" y="75094"/>
                </a:cubicBezTo>
                <a:lnTo>
                  <a:pt x="36018" y="67462"/>
                </a:lnTo>
                <a:lnTo>
                  <a:pt x="14171" y="111723"/>
                </a:lnTo>
                <a:lnTo>
                  <a:pt x="0" y="104733"/>
                </a:lnTo>
                <a:lnTo>
                  <a:pt x="51718" y="0"/>
                </a:lnTo>
                <a:lnTo>
                  <a:pt x="83687" y="15802"/>
                </a:lnTo>
                <a:cubicBezTo>
                  <a:pt x="95630" y="21730"/>
                  <a:pt x="103378" y="28604"/>
                  <a:pt x="106786" y="36571"/>
                </a:cubicBezTo>
                <a:cubicBezTo>
                  <a:pt x="110194" y="44480"/>
                  <a:pt x="109408" y="53466"/>
                  <a:pt x="104456" y="63544"/>
                </a:cubicBezTo>
                <a:cubicBezTo>
                  <a:pt x="101208" y="70142"/>
                  <a:pt x="96941" y="74861"/>
                  <a:pt x="91712" y="77701"/>
                </a:cubicBezTo>
                <a:cubicBezTo>
                  <a:pt x="86527" y="80556"/>
                  <a:pt x="80556" y="81342"/>
                  <a:pt x="73900" y="80148"/>
                </a:cubicBezTo>
                <a:close/>
                <a:moveTo>
                  <a:pt x="60136" y="18657"/>
                </a:moveTo>
                <a:lnTo>
                  <a:pt x="41756" y="55811"/>
                </a:lnTo>
                <a:lnTo>
                  <a:pt x="59568" y="64622"/>
                </a:lnTo>
                <a:cubicBezTo>
                  <a:pt x="66399" y="67987"/>
                  <a:pt x="72370" y="68948"/>
                  <a:pt x="77366" y="67521"/>
                </a:cubicBezTo>
                <a:cubicBezTo>
                  <a:pt x="82434" y="66108"/>
                  <a:pt x="86469" y="62292"/>
                  <a:pt x="89498" y="56204"/>
                </a:cubicBezTo>
                <a:cubicBezTo>
                  <a:pt x="92513" y="50058"/>
                  <a:pt x="93081" y="44596"/>
                  <a:pt x="91086" y="39761"/>
                </a:cubicBezTo>
                <a:cubicBezTo>
                  <a:pt x="89149" y="34925"/>
                  <a:pt x="84765" y="30833"/>
                  <a:pt x="77949" y="27468"/>
                </a:cubicBezTo>
                <a:lnTo>
                  <a:pt x="60136" y="18657"/>
                </a:lnTo>
                <a:close/>
                <a:moveTo>
                  <a:pt x="60136" y="186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2C31B-29BE-4F22-8219-177EB32F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830" y="2936397"/>
            <a:ext cx="65831" cy="111738"/>
          </a:xfrm>
          <a:custGeom xmlns:a="http://schemas.openxmlformats.org/drawingml/2006/main">
            <a:pathLst>
              <a:path w="65831" h="111738">
                <a:moveTo>
                  <a:pt x="51660" y="0"/>
                </a:moveTo>
                <a:lnTo>
                  <a:pt x="65831" y="7005"/>
                </a:lnTo>
                <a:lnTo>
                  <a:pt x="14171" y="111738"/>
                </a:lnTo>
                <a:lnTo>
                  <a:pt x="0" y="104747"/>
                </a:lnTo>
                <a:lnTo>
                  <a:pt x="51660" y="0"/>
                </a:lnTo>
                <a:close/>
                <a:moveTo>
                  <a:pt x="5166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39135F-39DF-4134-A9ED-276B5669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665" y="2968263"/>
            <a:ext cx="117476" cy="124933"/>
          </a:xfrm>
          <a:custGeom xmlns:a="http://schemas.openxmlformats.org/drawingml/2006/main">
            <a:pathLst>
              <a:path w="117476" h="124933">
                <a:moveTo>
                  <a:pt x="79988" y="19676"/>
                </a:moveTo>
                <a:cubicBezTo>
                  <a:pt x="69691" y="14564"/>
                  <a:pt x="59627" y="14390"/>
                  <a:pt x="49781" y="19050"/>
                </a:cubicBezTo>
                <a:cubicBezTo>
                  <a:pt x="39936" y="23725"/>
                  <a:pt x="31750" y="32712"/>
                  <a:pt x="25211" y="45965"/>
                </a:cubicBezTo>
                <a:cubicBezTo>
                  <a:pt x="18715" y="59102"/>
                  <a:pt x="16618" y="71060"/>
                  <a:pt x="18832" y="81692"/>
                </a:cubicBezTo>
                <a:cubicBezTo>
                  <a:pt x="21104" y="92397"/>
                  <a:pt x="27425" y="100247"/>
                  <a:pt x="37722" y="105301"/>
                </a:cubicBezTo>
                <a:cubicBezTo>
                  <a:pt x="48019" y="110369"/>
                  <a:pt x="58025" y="110602"/>
                  <a:pt x="67812" y="105869"/>
                </a:cubicBezTo>
                <a:cubicBezTo>
                  <a:pt x="77657" y="101208"/>
                  <a:pt x="85799" y="92222"/>
                  <a:pt x="92280" y="79085"/>
                </a:cubicBezTo>
                <a:cubicBezTo>
                  <a:pt x="98819" y="65816"/>
                  <a:pt x="100989" y="53874"/>
                  <a:pt x="98761" y="43242"/>
                </a:cubicBezTo>
                <a:cubicBezTo>
                  <a:pt x="96547" y="32595"/>
                  <a:pt x="90285" y="24745"/>
                  <a:pt x="79988" y="19676"/>
                </a:cubicBezTo>
                <a:close/>
                <a:moveTo>
                  <a:pt x="85682" y="8185"/>
                </a:moveTo>
                <a:cubicBezTo>
                  <a:pt x="100363" y="15409"/>
                  <a:pt x="109626" y="26114"/>
                  <a:pt x="113559" y="40329"/>
                </a:cubicBezTo>
                <a:cubicBezTo>
                  <a:pt x="117476" y="54500"/>
                  <a:pt x="115379" y="69865"/>
                  <a:pt x="107238" y="86411"/>
                </a:cubicBezTo>
                <a:cubicBezTo>
                  <a:pt x="99052" y="102912"/>
                  <a:pt x="88187" y="113952"/>
                  <a:pt x="74526" y="119413"/>
                </a:cubicBezTo>
                <a:cubicBezTo>
                  <a:pt x="60879" y="124933"/>
                  <a:pt x="46708" y="124074"/>
                  <a:pt x="32027" y="116850"/>
                </a:cubicBezTo>
                <a:cubicBezTo>
                  <a:pt x="17302" y="109568"/>
                  <a:pt x="7967" y="98819"/>
                  <a:pt x="3976" y="84648"/>
                </a:cubicBezTo>
                <a:cubicBezTo>
                  <a:pt x="0" y="70492"/>
                  <a:pt x="2112" y="55126"/>
                  <a:pt x="10297" y="38567"/>
                </a:cubicBezTo>
                <a:cubicBezTo>
                  <a:pt x="18439" y="22021"/>
                  <a:pt x="29362" y="10982"/>
                  <a:pt x="43009" y="5520"/>
                </a:cubicBezTo>
                <a:cubicBezTo>
                  <a:pt x="56728" y="0"/>
                  <a:pt x="70943" y="903"/>
                  <a:pt x="85682" y="8185"/>
                </a:cubicBezTo>
                <a:close/>
                <a:moveTo>
                  <a:pt x="85682" y="81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01B6A-27E0-4D8B-9BC6-E1588E56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695" y="3047625"/>
            <a:ext cx="95805" cy="95921"/>
          </a:xfrm>
          <a:custGeom xmlns:a="http://schemas.openxmlformats.org/drawingml/2006/main">
            <a:pathLst>
              <a:path w="95805" h="95921">
                <a:moveTo>
                  <a:pt x="75997" y="5855"/>
                </a:moveTo>
                <a:lnTo>
                  <a:pt x="56714" y="44946"/>
                </a:lnTo>
                <a:lnTo>
                  <a:pt x="95805" y="64171"/>
                </a:lnTo>
                <a:lnTo>
                  <a:pt x="89891" y="76128"/>
                </a:lnTo>
                <a:lnTo>
                  <a:pt x="50859" y="56830"/>
                </a:lnTo>
                <a:lnTo>
                  <a:pt x="31576" y="95921"/>
                </a:lnTo>
                <a:lnTo>
                  <a:pt x="19793" y="90124"/>
                </a:lnTo>
                <a:lnTo>
                  <a:pt x="39076" y="51034"/>
                </a:lnTo>
                <a:lnTo>
                  <a:pt x="0" y="31750"/>
                </a:lnTo>
                <a:lnTo>
                  <a:pt x="5855" y="19793"/>
                </a:lnTo>
                <a:lnTo>
                  <a:pt x="44946" y="39091"/>
                </a:lnTo>
                <a:lnTo>
                  <a:pt x="64229" y="0"/>
                </a:lnTo>
                <a:lnTo>
                  <a:pt x="75997" y="5855"/>
                </a:lnTo>
                <a:close/>
                <a:moveTo>
                  <a:pt x="75997" y="58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AE6A4-7BB6-4D81-9E5C-88A26297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011" y="3107077"/>
            <a:ext cx="95805" cy="95863"/>
          </a:xfrm>
          <a:custGeom xmlns:a="http://schemas.openxmlformats.org/drawingml/2006/main">
            <a:pathLst>
              <a:path w="95805" h="95863">
                <a:moveTo>
                  <a:pt x="76070" y="5811"/>
                </a:moveTo>
                <a:lnTo>
                  <a:pt x="56787" y="44887"/>
                </a:lnTo>
                <a:lnTo>
                  <a:pt x="95805" y="64171"/>
                </a:lnTo>
                <a:lnTo>
                  <a:pt x="89950" y="76070"/>
                </a:lnTo>
                <a:lnTo>
                  <a:pt x="50917" y="56787"/>
                </a:lnTo>
                <a:lnTo>
                  <a:pt x="31576" y="95863"/>
                </a:lnTo>
                <a:lnTo>
                  <a:pt x="19808" y="90066"/>
                </a:lnTo>
                <a:lnTo>
                  <a:pt x="39091" y="50975"/>
                </a:lnTo>
                <a:lnTo>
                  <a:pt x="0" y="31692"/>
                </a:lnTo>
                <a:lnTo>
                  <a:pt x="5928" y="19793"/>
                </a:lnTo>
                <a:lnTo>
                  <a:pt x="45004" y="39091"/>
                </a:lnTo>
                <a:lnTo>
                  <a:pt x="64287" y="0"/>
                </a:lnTo>
                <a:lnTo>
                  <a:pt x="76070" y="5811"/>
                </a:lnTo>
                <a:close/>
                <a:moveTo>
                  <a:pt x="76070" y="5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F33C8-1D0F-4F1D-BB64-6C505BB1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414" y="2954777"/>
            <a:ext cx="75953" cy="133468"/>
          </a:xfrm>
          <a:custGeom xmlns:a="http://schemas.openxmlformats.org/drawingml/2006/main">
            <a:pathLst>
              <a:path w="75953" h="133468">
                <a:moveTo>
                  <a:pt x="75953" y="5520"/>
                </a:moveTo>
                <a:cubicBezTo>
                  <a:pt x="64404" y="13195"/>
                  <a:pt x="54442" y="21570"/>
                  <a:pt x="46198" y="30556"/>
                </a:cubicBezTo>
                <a:cubicBezTo>
                  <a:pt x="37998" y="39601"/>
                  <a:pt x="31226" y="49490"/>
                  <a:pt x="25881" y="60311"/>
                </a:cubicBezTo>
                <a:cubicBezTo>
                  <a:pt x="20536" y="71118"/>
                  <a:pt x="16778" y="82551"/>
                  <a:pt x="14623" y="94669"/>
                </a:cubicBezTo>
                <a:cubicBezTo>
                  <a:pt x="12453" y="106786"/>
                  <a:pt x="11826" y="119705"/>
                  <a:pt x="12802" y="133468"/>
                </a:cubicBezTo>
                <a:lnTo>
                  <a:pt x="1529" y="127948"/>
                </a:lnTo>
                <a:cubicBezTo>
                  <a:pt x="0" y="113500"/>
                  <a:pt x="58" y="100072"/>
                  <a:pt x="1821" y="87780"/>
                </a:cubicBezTo>
                <a:cubicBezTo>
                  <a:pt x="3583" y="75444"/>
                  <a:pt x="7049" y="64054"/>
                  <a:pt x="12234" y="53539"/>
                </a:cubicBezTo>
                <a:cubicBezTo>
                  <a:pt x="17346" y="43125"/>
                  <a:pt x="24235" y="33513"/>
                  <a:pt x="32945" y="24628"/>
                </a:cubicBezTo>
                <a:cubicBezTo>
                  <a:pt x="41640" y="15759"/>
                  <a:pt x="52228" y="7573"/>
                  <a:pt x="64680" y="0"/>
                </a:cubicBezTo>
                <a:lnTo>
                  <a:pt x="75953" y="5520"/>
                </a:lnTo>
                <a:close/>
                <a:moveTo>
                  <a:pt x="75953" y="552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57A09-8106-4B63-8861-C6F1F911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122" y="3002854"/>
            <a:ext cx="145134" cy="135230"/>
          </a:xfrm>
          <a:custGeom xmlns:a="http://schemas.openxmlformats.org/drawingml/2006/main">
            <a:pathLst>
              <a:path w="145134" h="135230">
                <a:moveTo>
                  <a:pt x="92965" y="45572"/>
                </a:moveTo>
                <a:cubicBezTo>
                  <a:pt x="99052" y="41305"/>
                  <a:pt x="105024" y="38974"/>
                  <a:pt x="110879" y="38406"/>
                </a:cubicBezTo>
                <a:cubicBezTo>
                  <a:pt x="116748" y="37882"/>
                  <a:pt x="122720" y="39076"/>
                  <a:pt x="128807" y="42091"/>
                </a:cubicBezTo>
                <a:cubicBezTo>
                  <a:pt x="136934" y="46140"/>
                  <a:pt x="141886" y="52111"/>
                  <a:pt x="143474" y="60078"/>
                </a:cubicBezTo>
                <a:cubicBezTo>
                  <a:pt x="145134" y="67987"/>
                  <a:pt x="143314" y="77206"/>
                  <a:pt x="138070" y="87780"/>
                </a:cubicBezTo>
                <a:lnTo>
                  <a:pt x="114695" y="135230"/>
                </a:lnTo>
                <a:lnTo>
                  <a:pt x="101718" y="128807"/>
                </a:lnTo>
                <a:lnTo>
                  <a:pt x="124933" y="81808"/>
                </a:lnTo>
                <a:cubicBezTo>
                  <a:pt x="128633" y="74235"/>
                  <a:pt x="130060" y="68045"/>
                  <a:pt x="129142" y="63093"/>
                </a:cubicBezTo>
                <a:cubicBezTo>
                  <a:pt x="128283" y="58083"/>
                  <a:pt x="125166" y="54267"/>
                  <a:pt x="119705" y="51602"/>
                </a:cubicBezTo>
                <a:cubicBezTo>
                  <a:pt x="112991" y="48237"/>
                  <a:pt x="106611" y="47902"/>
                  <a:pt x="100523" y="50407"/>
                </a:cubicBezTo>
                <a:cubicBezTo>
                  <a:pt x="94436" y="52912"/>
                  <a:pt x="89542" y="58025"/>
                  <a:pt x="85741" y="65715"/>
                </a:cubicBezTo>
                <a:lnTo>
                  <a:pt x="63836" y="110078"/>
                </a:lnTo>
                <a:lnTo>
                  <a:pt x="50859" y="103713"/>
                </a:lnTo>
                <a:lnTo>
                  <a:pt x="74074" y="56655"/>
                </a:lnTo>
                <a:cubicBezTo>
                  <a:pt x="77774" y="49097"/>
                  <a:pt x="79187" y="42834"/>
                  <a:pt x="78342" y="37940"/>
                </a:cubicBezTo>
                <a:cubicBezTo>
                  <a:pt x="77483" y="32988"/>
                  <a:pt x="74249" y="29129"/>
                  <a:pt x="68671" y="26391"/>
                </a:cubicBezTo>
                <a:cubicBezTo>
                  <a:pt x="62073" y="23157"/>
                  <a:pt x="55752" y="22750"/>
                  <a:pt x="49606" y="25313"/>
                </a:cubicBezTo>
                <a:cubicBezTo>
                  <a:pt x="43577" y="27876"/>
                  <a:pt x="38625" y="32945"/>
                  <a:pt x="34867" y="40562"/>
                </a:cubicBezTo>
                <a:lnTo>
                  <a:pt x="12962" y="84998"/>
                </a:lnTo>
                <a:lnTo>
                  <a:pt x="0" y="78560"/>
                </a:lnTo>
                <a:lnTo>
                  <a:pt x="38741" y="0"/>
                </a:lnTo>
                <a:lnTo>
                  <a:pt x="51718" y="6423"/>
                </a:lnTo>
                <a:lnTo>
                  <a:pt x="45688" y="18657"/>
                </a:lnTo>
                <a:cubicBezTo>
                  <a:pt x="51034" y="15249"/>
                  <a:pt x="56321" y="13487"/>
                  <a:pt x="61549" y="13195"/>
                </a:cubicBezTo>
                <a:cubicBezTo>
                  <a:pt x="66792" y="12962"/>
                  <a:pt x="72254" y="14215"/>
                  <a:pt x="77934" y="17011"/>
                </a:cubicBezTo>
                <a:cubicBezTo>
                  <a:pt x="83629" y="19851"/>
                  <a:pt x="87780" y="23667"/>
                  <a:pt x="90343" y="28561"/>
                </a:cubicBezTo>
                <a:cubicBezTo>
                  <a:pt x="92906" y="33396"/>
                  <a:pt x="93751" y="39076"/>
                  <a:pt x="92965" y="45572"/>
                </a:cubicBezTo>
                <a:close/>
                <a:moveTo>
                  <a:pt x="92965" y="45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BB639-1260-4F07-95DC-34ADAB8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567" y="3079885"/>
            <a:ext cx="89425" cy="98543"/>
          </a:xfrm>
          <a:custGeom xmlns:a="http://schemas.openxmlformats.org/drawingml/2006/main">
            <a:pathLst>
              <a:path w="89425" h="98543">
                <a:moveTo>
                  <a:pt x="82143" y="61549"/>
                </a:moveTo>
                <a:lnTo>
                  <a:pt x="79070" y="67812"/>
                </a:lnTo>
                <a:lnTo>
                  <a:pt x="19676" y="38508"/>
                </a:lnTo>
                <a:cubicBezTo>
                  <a:pt x="15861" y="47728"/>
                  <a:pt x="15234" y="55811"/>
                  <a:pt x="17681" y="62802"/>
                </a:cubicBezTo>
                <a:cubicBezTo>
                  <a:pt x="20186" y="69865"/>
                  <a:pt x="25706" y="75444"/>
                  <a:pt x="34299" y="79711"/>
                </a:cubicBezTo>
                <a:cubicBezTo>
                  <a:pt x="39251" y="82158"/>
                  <a:pt x="44319" y="83920"/>
                  <a:pt x="49606" y="84998"/>
                </a:cubicBezTo>
                <a:cubicBezTo>
                  <a:pt x="54835" y="86076"/>
                  <a:pt x="60355" y="86527"/>
                  <a:pt x="66166" y="86367"/>
                </a:cubicBezTo>
                <a:lnTo>
                  <a:pt x="60122" y="98543"/>
                </a:lnTo>
                <a:cubicBezTo>
                  <a:pt x="54558" y="98251"/>
                  <a:pt x="49038" y="97392"/>
                  <a:pt x="43693" y="96038"/>
                </a:cubicBezTo>
                <a:cubicBezTo>
                  <a:pt x="38275" y="94669"/>
                  <a:pt x="33105" y="92731"/>
                  <a:pt x="28095" y="90285"/>
                </a:cubicBezTo>
                <a:cubicBezTo>
                  <a:pt x="15584" y="84080"/>
                  <a:pt x="7442" y="75546"/>
                  <a:pt x="3743" y="64622"/>
                </a:cubicBezTo>
                <a:cubicBezTo>
                  <a:pt x="0" y="53699"/>
                  <a:pt x="1238" y="42047"/>
                  <a:pt x="7384" y="29580"/>
                </a:cubicBezTo>
                <a:cubicBezTo>
                  <a:pt x="13705" y="16720"/>
                  <a:pt x="22240" y="8243"/>
                  <a:pt x="32872" y="4151"/>
                </a:cubicBezTo>
                <a:cubicBezTo>
                  <a:pt x="43577" y="0"/>
                  <a:pt x="54777" y="845"/>
                  <a:pt x="66618" y="6656"/>
                </a:cubicBezTo>
                <a:cubicBezTo>
                  <a:pt x="77133" y="11885"/>
                  <a:pt x="83847" y="19400"/>
                  <a:pt x="86644" y="29245"/>
                </a:cubicBezTo>
                <a:cubicBezTo>
                  <a:pt x="89425" y="39091"/>
                  <a:pt x="87954" y="49839"/>
                  <a:pt x="82143" y="61549"/>
                </a:cubicBezTo>
                <a:close/>
                <a:moveTo>
                  <a:pt x="71103" y="51369"/>
                </a:moveTo>
                <a:cubicBezTo>
                  <a:pt x="74526" y="44261"/>
                  <a:pt x="75312" y="37664"/>
                  <a:pt x="73550" y="31576"/>
                </a:cubicBezTo>
                <a:cubicBezTo>
                  <a:pt x="71730" y="25429"/>
                  <a:pt x="67695" y="20827"/>
                  <a:pt x="61331" y="17637"/>
                </a:cubicBezTo>
                <a:cubicBezTo>
                  <a:pt x="54150" y="14113"/>
                  <a:pt x="47378" y="13312"/>
                  <a:pt x="41013" y="15249"/>
                </a:cubicBezTo>
                <a:cubicBezTo>
                  <a:pt x="34692" y="17186"/>
                  <a:pt x="29347" y="21672"/>
                  <a:pt x="25080" y="28736"/>
                </a:cubicBezTo>
                <a:lnTo>
                  <a:pt x="71103" y="51369"/>
                </a:lnTo>
                <a:close/>
                <a:moveTo>
                  <a:pt x="71103" y="513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ED036-20FE-4F7C-B186-BCBAD1D7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191" y="3093430"/>
            <a:ext cx="71861" cy="120375"/>
          </a:xfrm>
          <a:custGeom xmlns:a="http://schemas.openxmlformats.org/drawingml/2006/main">
            <a:pathLst>
              <a:path w="71861" h="120375">
                <a:moveTo>
                  <a:pt x="56277" y="6365"/>
                </a:moveTo>
                <a:lnTo>
                  <a:pt x="45295" y="28663"/>
                </a:lnTo>
                <a:lnTo>
                  <a:pt x="71861" y="41814"/>
                </a:lnTo>
                <a:lnTo>
                  <a:pt x="66909" y="51820"/>
                </a:lnTo>
                <a:lnTo>
                  <a:pt x="40343" y="38741"/>
                </a:lnTo>
                <a:lnTo>
                  <a:pt x="19298" y="81357"/>
                </a:lnTo>
                <a:cubicBezTo>
                  <a:pt x="16108" y="87780"/>
                  <a:pt x="14972" y="92324"/>
                  <a:pt x="15817" y="95004"/>
                </a:cubicBezTo>
                <a:cubicBezTo>
                  <a:pt x="16676" y="97742"/>
                  <a:pt x="19808" y="100407"/>
                  <a:pt x="25153" y="103029"/>
                </a:cubicBezTo>
                <a:lnTo>
                  <a:pt x="38406" y="109568"/>
                </a:lnTo>
                <a:lnTo>
                  <a:pt x="33061" y="120375"/>
                </a:lnTo>
                <a:lnTo>
                  <a:pt x="19866" y="113835"/>
                </a:lnTo>
                <a:cubicBezTo>
                  <a:pt x="9846" y="108942"/>
                  <a:pt x="3932" y="103655"/>
                  <a:pt x="1937" y="98077"/>
                </a:cubicBezTo>
                <a:cubicBezTo>
                  <a:pt x="0" y="92498"/>
                  <a:pt x="1486" y="84765"/>
                  <a:pt x="6321" y="74977"/>
                </a:cubicBezTo>
                <a:lnTo>
                  <a:pt x="27366" y="32304"/>
                </a:lnTo>
                <a:lnTo>
                  <a:pt x="17871" y="27643"/>
                </a:lnTo>
                <a:lnTo>
                  <a:pt x="22822" y="17637"/>
                </a:lnTo>
                <a:lnTo>
                  <a:pt x="32318" y="22298"/>
                </a:lnTo>
                <a:lnTo>
                  <a:pt x="43300" y="0"/>
                </a:lnTo>
                <a:lnTo>
                  <a:pt x="56277" y="6365"/>
                </a:lnTo>
                <a:close/>
                <a:moveTo>
                  <a:pt x="56277" y="63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026F5-F897-4078-AE62-35E3AA9E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259" y="3147580"/>
            <a:ext cx="89090" cy="104907"/>
          </a:xfrm>
          <a:custGeom xmlns:a="http://schemas.openxmlformats.org/drawingml/2006/main">
            <a:pathLst>
              <a:path w="89090" h="104907">
                <a:moveTo>
                  <a:pt x="53189" y="52738"/>
                </a:moveTo>
                <a:cubicBezTo>
                  <a:pt x="42776" y="47626"/>
                  <a:pt x="34925" y="45237"/>
                  <a:pt x="29755" y="45630"/>
                </a:cubicBezTo>
                <a:cubicBezTo>
                  <a:pt x="24570" y="46023"/>
                  <a:pt x="20536" y="49097"/>
                  <a:pt x="17696" y="54849"/>
                </a:cubicBezTo>
                <a:cubicBezTo>
                  <a:pt x="15409" y="59394"/>
                  <a:pt x="15132" y="63777"/>
                  <a:pt x="16836" y="67987"/>
                </a:cubicBezTo>
                <a:cubicBezTo>
                  <a:pt x="18540" y="72137"/>
                  <a:pt x="21963" y="75502"/>
                  <a:pt x="27133" y="78065"/>
                </a:cubicBezTo>
                <a:cubicBezTo>
                  <a:pt x="34299" y="81648"/>
                  <a:pt x="41305" y="81925"/>
                  <a:pt x="48121" y="78968"/>
                </a:cubicBezTo>
                <a:cubicBezTo>
                  <a:pt x="54951" y="76070"/>
                  <a:pt x="60471" y="70375"/>
                  <a:pt x="64622" y="61957"/>
                </a:cubicBezTo>
                <a:lnTo>
                  <a:pt x="66050" y="59059"/>
                </a:lnTo>
                <a:lnTo>
                  <a:pt x="53189" y="52738"/>
                </a:lnTo>
                <a:close/>
                <a:moveTo>
                  <a:pt x="81575" y="60136"/>
                </a:moveTo>
                <a:lnTo>
                  <a:pt x="59452" y="104907"/>
                </a:lnTo>
                <a:lnTo>
                  <a:pt x="46533" y="98543"/>
                </a:lnTo>
                <a:lnTo>
                  <a:pt x="52446" y="86658"/>
                </a:lnTo>
                <a:cubicBezTo>
                  <a:pt x="47160" y="89950"/>
                  <a:pt x="41698" y="91654"/>
                  <a:pt x="36178" y="91770"/>
                </a:cubicBezTo>
                <a:cubicBezTo>
                  <a:pt x="30658" y="91887"/>
                  <a:pt x="24745" y="90343"/>
                  <a:pt x="18366" y="87226"/>
                </a:cubicBezTo>
                <a:cubicBezTo>
                  <a:pt x="10355" y="83235"/>
                  <a:pt x="5054" y="77832"/>
                  <a:pt x="2549" y="70943"/>
                </a:cubicBezTo>
                <a:cubicBezTo>
                  <a:pt x="0" y="64127"/>
                  <a:pt x="626" y="56903"/>
                  <a:pt x="4384" y="49330"/>
                </a:cubicBezTo>
                <a:cubicBezTo>
                  <a:pt x="8695" y="40460"/>
                  <a:pt x="14958" y="35275"/>
                  <a:pt x="23099" y="33687"/>
                </a:cubicBezTo>
                <a:cubicBezTo>
                  <a:pt x="31226" y="32144"/>
                  <a:pt x="41188" y="34255"/>
                  <a:pt x="52912" y="40052"/>
                </a:cubicBezTo>
                <a:lnTo>
                  <a:pt x="71001" y="48995"/>
                </a:lnTo>
                <a:lnTo>
                  <a:pt x="71686" y="47684"/>
                </a:lnTo>
                <a:cubicBezTo>
                  <a:pt x="74584" y="41771"/>
                  <a:pt x="74919" y="36193"/>
                  <a:pt x="72589" y="31008"/>
                </a:cubicBezTo>
                <a:cubicBezTo>
                  <a:pt x="70317" y="25837"/>
                  <a:pt x="65598" y="21512"/>
                  <a:pt x="58534" y="18045"/>
                </a:cubicBezTo>
                <a:cubicBezTo>
                  <a:pt x="54048" y="15817"/>
                  <a:pt x="49432" y="14229"/>
                  <a:pt x="44596" y="13152"/>
                </a:cubicBezTo>
                <a:cubicBezTo>
                  <a:pt x="39819" y="12176"/>
                  <a:pt x="34925" y="11724"/>
                  <a:pt x="29974" y="11957"/>
                </a:cubicBezTo>
                <a:lnTo>
                  <a:pt x="35843" y="0"/>
                </a:lnTo>
                <a:cubicBezTo>
                  <a:pt x="41465" y="524"/>
                  <a:pt x="46708" y="1427"/>
                  <a:pt x="51602" y="2738"/>
                </a:cubicBezTo>
                <a:cubicBezTo>
                  <a:pt x="56495" y="3991"/>
                  <a:pt x="61039" y="5695"/>
                  <a:pt x="65248" y="7748"/>
                </a:cubicBezTo>
                <a:cubicBezTo>
                  <a:pt x="76623" y="13370"/>
                  <a:pt x="83687" y="20492"/>
                  <a:pt x="86352" y="29187"/>
                </a:cubicBezTo>
                <a:cubicBezTo>
                  <a:pt x="89090" y="37838"/>
                  <a:pt x="87503" y="48135"/>
                  <a:pt x="81575" y="60136"/>
                </a:cubicBezTo>
                <a:close/>
                <a:moveTo>
                  <a:pt x="81575" y="601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6D74E-70C1-447B-A6EF-13DF88A4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29" y="3182010"/>
            <a:ext cx="112758" cy="115539"/>
          </a:xfrm>
          <a:custGeom xmlns:a="http://schemas.openxmlformats.org/drawingml/2006/main">
            <a:pathLst>
              <a:path w="112758" h="115539">
                <a:moveTo>
                  <a:pt x="78852" y="42499"/>
                </a:moveTo>
                <a:lnTo>
                  <a:pt x="99839" y="0"/>
                </a:lnTo>
                <a:lnTo>
                  <a:pt x="112758" y="6365"/>
                </a:lnTo>
                <a:lnTo>
                  <a:pt x="58869" y="115539"/>
                </a:lnTo>
                <a:lnTo>
                  <a:pt x="45965" y="109175"/>
                </a:lnTo>
                <a:lnTo>
                  <a:pt x="51762" y="97334"/>
                </a:lnTo>
                <a:cubicBezTo>
                  <a:pt x="46752" y="100698"/>
                  <a:pt x="41640" y="102460"/>
                  <a:pt x="36353" y="102679"/>
                </a:cubicBezTo>
                <a:cubicBezTo>
                  <a:pt x="31110" y="102912"/>
                  <a:pt x="25531" y="101601"/>
                  <a:pt x="19735" y="98761"/>
                </a:cubicBezTo>
                <a:cubicBezTo>
                  <a:pt x="10297" y="94101"/>
                  <a:pt x="4428" y="86469"/>
                  <a:pt x="2156" y="75939"/>
                </a:cubicBezTo>
                <a:cubicBezTo>
                  <a:pt x="0" y="65423"/>
                  <a:pt x="1922" y="53990"/>
                  <a:pt x="8010" y="41640"/>
                </a:cubicBezTo>
                <a:cubicBezTo>
                  <a:pt x="14098" y="29289"/>
                  <a:pt x="22007" y="20813"/>
                  <a:pt x="31678" y="16152"/>
                </a:cubicBezTo>
                <a:cubicBezTo>
                  <a:pt x="41407" y="11550"/>
                  <a:pt x="50975" y="11593"/>
                  <a:pt x="60471" y="16268"/>
                </a:cubicBezTo>
                <a:cubicBezTo>
                  <a:pt x="66268" y="19108"/>
                  <a:pt x="70710" y="22691"/>
                  <a:pt x="73725" y="27017"/>
                </a:cubicBezTo>
                <a:cubicBezTo>
                  <a:pt x="76740" y="31343"/>
                  <a:pt x="78444" y="36513"/>
                  <a:pt x="78852" y="42499"/>
                </a:cubicBezTo>
                <a:close/>
                <a:moveTo>
                  <a:pt x="21322" y="48237"/>
                </a:moveTo>
                <a:cubicBezTo>
                  <a:pt x="16662" y="57733"/>
                  <a:pt x="14958" y="66108"/>
                  <a:pt x="16152" y="73448"/>
                </a:cubicBezTo>
                <a:cubicBezTo>
                  <a:pt x="17404" y="80774"/>
                  <a:pt x="21439" y="86134"/>
                  <a:pt x="28269" y="89484"/>
                </a:cubicBezTo>
                <a:cubicBezTo>
                  <a:pt x="35100" y="92848"/>
                  <a:pt x="41814" y="92848"/>
                  <a:pt x="48412" y="89367"/>
                </a:cubicBezTo>
                <a:cubicBezTo>
                  <a:pt x="55010" y="85901"/>
                  <a:pt x="60646" y="79420"/>
                  <a:pt x="65307" y="69909"/>
                </a:cubicBezTo>
                <a:cubicBezTo>
                  <a:pt x="69967" y="60413"/>
                  <a:pt x="71671" y="52053"/>
                  <a:pt x="70419" y="44654"/>
                </a:cubicBezTo>
                <a:cubicBezTo>
                  <a:pt x="69181" y="37314"/>
                  <a:pt x="65132" y="31969"/>
                  <a:pt x="58301" y="28604"/>
                </a:cubicBezTo>
                <a:cubicBezTo>
                  <a:pt x="51485" y="25255"/>
                  <a:pt x="44771" y="25313"/>
                  <a:pt x="38217" y="28779"/>
                </a:cubicBezTo>
                <a:cubicBezTo>
                  <a:pt x="31619" y="32246"/>
                  <a:pt x="25997" y="38741"/>
                  <a:pt x="21322" y="48237"/>
                </a:cubicBezTo>
                <a:close/>
                <a:moveTo>
                  <a:pt x="21322" y="482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7C01A-C18F-4CAE-8ECB-DB87F10F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517" y="3236059"/>
            <a:ext cx="89047" cy="104907"/>
          </a:xfrm>
          <a:custGeom xmlns:a="http://schemas.openxmlformats.org/drawingml/2006/main">
            <a:pathLst>
              <a:path w="89047" h="104907">
                <a:moveTo>
                  <a:pt x="53145" y="52738"/>
                </a:moveTo>
                <a:cubicBezTo>
                  <a:pt x="42732" y="47611"/>
                  <a:pt x="34940" y="45222"/>
                  <a:pt x="29697" y="45616"/>
                </a:cubicBezTo>
                <a:cubicBezTo>
                  <a:pt x="24526" y="46023"/>
                  <a:pt x="20492" y="49097"/>
                  <a:pt x="17637" y="54835"/>
                </a:cubicBezTo>
                <a:cubicBezTo>
                  <a:pt x="15365" y="59394"/>
                  <a:pt x="15074" y="63763"/>
                  <a:pt x="16793" y="67987"/>
                </a:cubicBezTo>
                <a:cubicBezTo>
                  <a:pt x="18497" y="72137"/>
                  <a:pt x="21963" y="75487"/>
                  <a:pt x="27148" y="78051"/>
                </a:cubicBezTo>
                <a:cubicBezTo>
                  <a:pt x="34314" y="81575"/>
                  <a:pt x="41305" y="81925"/>
                  <a:pt x="48135" y="78954"/>
                </a:cubicBezTo>
                <a:cubicBezTo>
                  <a:pt x="54966" y="75997"/>
                  <a:pt x="60428" y="70375"/>
                  <a:pt x="64579" y="61942"/>
                </a:cubicBezTo>
                <a:lnTo>
                  <a:pt x="66006" y="59044"/>
                </a:lnTo>
                <a:lnTo>
                  <a:pt x="53145" y="52738"/>
                </a:lnTo>
                <a:close/>
                <a:moveTo>
                  <a:pt x="81531" y="60078"/>
                </a:moveTo>
                <a:lnTo>
                  <a:pt x="59394" y="104907"/>
                </a:lnTo>
                <a:lnTo>
                  <a:pt x="46490" y="98528"/>
                </a:lnTo>
                <a:lnTo>
                  <a:pt x="52403" y="86644"/>
                </a:lnTo>
                <a:cubicBezTo>
                  <a:pt x="47116" y="89935"/>
                  <a:pt x="41712" y="91654"/>
                  <a:pt x="36193" y="91756"/>
                </a:cubicBezTo>
                <a:cubicBezTo>
                  <a:pt x="30673" y="91872"/>
                  <a:pt x="24701" y="90343"/>
                  <a:pt x="18322" y="87212"/>
                </a:cubicBezTo>
                <a:cubicBezTo>
                  <a:pt x="10297" y="83221"/>
                  <a:pt x="5010" y="77818"/>
                  <a:pt x="2505" y="70943"/>
                </a:cubicBezTo>
                <a:cubicBezTo>
                  <a:pt x="0" y="64054"/>
                  <a:pt x="568" y="56889"/>
                  <a:pt x="4326" y="49257"/>
                </a:cubicBezTo>
                <a:cubicBezTo>
                  <a:pt x="8710" y="40445"/>
                  <a:pt x="14914" y="35260"/>
                  <a:pt x="23041" y="33673"/>
                </a:cubicBezTo>
                <a:cubicBezTo>
                  <a:pt x="31182" y="32144"/>
                  <a:pt x="41144" y="34241"/>
                  <a:pt x="52854" y="40052"/>
                </a:cubicBezTo>
                <a:lnTo>
                  <a:pt x="71001" y="48980"/>
                </a:lnTo>
                <a:lnTo>
                  <a:pt x="71628" y="47669"/>
                </a:lnTo>
                <a:cubicBezTo>
                  <a:pt x="74526" y="41756"/>
                  <a:pt x="74876" y="36178"/>
                  <a:pt x="72545" y="30993"/>
                </a:cubicBezTo>
                <a:cubicBezTo>
                  <a:pt x="70273" y="25823"/>
                  <a:pt x="65598" y="21497"/>
                  <a:pt x="58491" y="18031"/>
                </a:cubicBezTo>
                <a:cubicBezTo>
                  <a:pt x="54048" y="15802"/>
                  <a:pt x="49388" y="14157"/>
                  <a:pt x="44611" y="13137"/>
                </a:cubicBezTo>
                <a:cubicBezTo>
                  <a:pt x="39834" y="12118"/>
                  <a:pt x="34940" y="11710"/>
                  <a:pt x="29930" y="11943"/>
                </a:cubicBezTo>
                <a:lnTo>
                  <a:pt x="35843" y="0"/>
                </a:lnTo>
                <a:cubicBezTo>
                  <a:pt x="41421" y="510"/>
                  <a:pt x="46708" y="1413"/>
                  <a:pt x="51602" y="2724"/>
                </a:cubicBezTo>
                <a:cubicBezTo>
                  <a:pt x="56495" y="3976"/>
                  <a:pt x="61054" y="5680"/>
                  <a:pt x="65263" y="7734"/>
                </a:cubicBezTo>
                <a:cubicBezTo>
                  <a:pt x="76580" y="13370"/>
                  <a:pt x="83643" y="20478"/>
                  <a:pt x="86367" y="29172"/>
                </a:cubicBezTo>
                <a:cubicBezTo>
                  <a:pt x="89047" y="37824"/>
                  <a:pt x="87445" y="48121"/>
                  <a:pt x="81531" y="60078"/>
                </a:cubicBezTo>
                <a:close/>
                <a:moveTo>
                  <a:pt x="81531" y="60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FFAEA-3626-4AC4-8AD0-B0517C3E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797" y="3253114"/>
            <a:ext cx="71861" cy="120389"/>
          </a:xfrm>
          <a:custGeom xmlns:a="http://schemas.openxmlformats.org/drawingml/2006/main">
            <a:pathLst>
              <a:path w="71861" h="120389">
                <a:moveTo>
                  <a:pt x="56277" y="6437"/>
                </a:moveTo>
                <a:lnTo>
                  <a:pt x="45295" y="28736"/>
                </a:lnTo>
                <a:lnTo>
                  <a:pt x="71861" y="41829"/>
                </a:lnTo>
                <a:lnTo>
                  <a:pt x="66909" y="51893"/>
                </a:lnTo>
                <a:lnTo>
                  <a:pt x="40343" y="38756"/>
                </a:lnTo>
                <a:lnTo>
                  <a:pt x="19283" y="81415"/>
                </a:lnTo>
                <a:cubicBezTo>
                  <a:pt x="16108" y="87794"/>
                  <a:pt x="14972" y="92338"/>
                  <a:pt x="15817" y="95076"/>
                </a:cubicBezTo>
                <a:cubicBezTo>
                  <a:pt x="16618" y="97742"/>
                  <a:pt x="19749" y="100421"/>
                  <a:pt x="25153" y="103101"/>
                </a:cubicBezTo>
                <a:lnTo>
                  <a:pt x="38406" y="109641"/>
                </a:lnTo>
                <a:lnTo>
                  <a:pt x="33061" y="120389"/>
                </a:lnTo>
                <a:lnTo>
                  <a:pt x="19808" y="113850"/>
                </a:lnTo>
                <a:cubicBezTo>
                  <a:pt x="9846" y="108956"/>
                  <a:pt x="3874" y="103728"/>
                  <a:pt x="1937" y="98149"/>
                </a:cubicBezTo>
                <a:cubicBezTo>
                  <a:pt x="0" y="92513"/>
                  <a:pt x="1427" y="84838"/>
                  <a:pt x="6263" y="74992"/>
                </a:cubicBezTo>
                <a:lnTo>
                  <a:pt x="27308" y="32377"/>
                </a:lnTo>
                <a:lnTo>
                  <a:pt x="17871" y="27658"/>
                </a:lnTo>
                <a:lnTo>
                  <a:pt x="22822" y="17637"/>
                </a:lnTo>
                <a:lnTo>
                  <a:pt x="32318" y="22313"/>
                </a:lnTo>
                <a:lnTo>
                  <a:pt x="43300" y="0"/>
                </a:lnTo>
                <a:lnTo>
                  <a:pt x="56277" y="6437"/>
                </a:lnTo>
                <a:close/>
                <a:moveTo>
                  <a:pt x="56277" y="643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F28343-F9F6-457B-9E0E-05A5C2B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850" y="3307337"/>
            <a:ext cx="89105" cy="104907"/>
          </a:xfrm>
          <a:custGeom xmlns:a="http://schemas.openxmlformats.org/drawingml/2006/main">
            <a:pathLst>
              <a:path w="89105" h="104907">
                <a:moveTo>
                  <a:pt x="53204" y="52679"/>
                </a:moveTo>
                <a:cubicBezTo>
                  <a:pt x="42790" y="47567"/>
                  <a:pt x="34940" y="45179"/>
                  <a:pt x="29755" y="45572"/>
                </a:cubicBezTo>
                <a:cubicBezTo>
                  <a:pt x="24526" y="45965"/>
                  <a:pt x="20550" y="49038"/>
                  <a:pt x="17696" y="54791"/>
                </a:cubicBezTo>
                <a:cubicBezTo>
                  <a:pt x="15424" y="59394"/>
                  <a:pt x="15147" y="63777"/>
                  <a:pt x="16851" y="67928"/>
                </a:cubicBezTo>
                <a:cubicBezTo>
                  <a:pt x="18555" y="72137"/>
                  <a:pt x="21963" y="75502"/>
                  <a:pt x="27148" y="78051"/>
                </a:cubicBezTo>
                <a:cubicBezTo>
                  <a:pt x="34314" y="81590"/>
                  <a:pt x="41305" y="81866"/>
                  <a:pt x="48135" y="78968"/>
                </a:cubicBezTo>
                <a:cubicBezTo>
                  <a:pt x="54966" y="76012"/>
                  <a:pt x="60486" y="70317"/>
                  <a:pt x="64637" y="61899"/>
                </a:cubicBezTo>
                <a:lnTo>
                  <a:pt x="66064" y="59059"/>
                </a:lnTo>
                <a:lnTo>
                  <a:pt x="53204" y="52679"/>
                </a:lnTo>
                <a:close/>
                <a:moveTo>
                  <a:pt x="81590" y="60078"/>
                </a:moveTo>
                <a:lnTo>
                  <a:pt x="59466" y="104907"/>
                </a:lnTo>
                <a:lnTo>
                  <a:pt x="46548" y="98543"/>
                </a:lnTo>
                <a:lnTo>
                  <a:pt x="52403" y="86585"/>
                </a:lnTo>
                <a:cubicBezTo>
                  <a:pt x="47116" y="89891"/>
                  <a:pt x="41712" y="91595"/>
                  <a:pt x="36193" y="91712"/>
                </a:cubicBezTo>
                <a:cubicBezTo>
                  <a:pt x="30673" y="91828"/>
                  <a:pt x="24759" y="90285"/>
                  <a:pt x="18380" y="87153"/>
                </a:cubicBezTo>
                <a:cubicBezTo>
                  <a:pt x="10355" y="83177"/>
                  <a:pt x="5068" y="77774"/>
                  <a:pt x="2505" y="70885"/>
                </a:cubicBezTo>
                <a:cubicBezTo>
                  <a:pt x="0" y="64069"/>
                  <a:pt x="626" y="56830"/>
                  <a:pt x="4384" y="49271"/>
                </a:cubicBezTo>
                <a:cubicBezTo>
                  <a:pt x="8710" y="40445"/>
                  <a:pt x="14972" y="35217"/>
                  <a:pt x="23099" y="33687"/>
                </a:cubicBezTo>
                <a:cubicBezTo>
                  <a:pt x="31241" y="32085"/>
                  <a:pt x="41203" y="34197"/>
                  <a:pt x="52912" y="39994"/>
                </a:cubicBezTo>
                <a:lnTo>
                  <a:pt x="71001" y="48922"/>
                </a:lnTo>
                <a:lnTo>
                  <a:pt x="71628" y="47684"/>
                </a:lnTo>
                <a:cubicBezTo>
                  <a:pt x="74599" y="41698"/>
                  <a:pt x="74876" y="36178"/>
                  <a:pt x="72603" y="31008"/>
                </a:cubicBezTo>
                <a:cubicBezTo>
                  <a:pt x="70273" y="25837"/>
                  <a:pt x="65598" y="21512"/>
                  <a:pt x="58549" y="17972"/>
                </a:cubicBezTo>
                <a:cubicBezTo>
                  <a:pt x="54048" y="15759"/>
                  <a:pt x="49388" y="14171"/>
                  <a:pt x="44611" y="13137"/>
                </a:cubicBezTo>
                <a:cubicBezTo>
                  <a:pt x="39834" y="12118"/>
                  <a:pt x="34940" y="11724"/>
                  <a:pt x="29988" y="11943"/>
                </a:cubicBezTo>
                <a:lnTo>
                  <a:pt x="35843" y="0"/>
                </a:lnTo>
                <a:cubicBezTo>
                  <a:pt x="41479" y="510"/>
                  <a:pt x="46708" y="1369"/>
                  <a:pt x="51602" y="2680"/>
                </a:cubicBezTo>
                <a:cubicBezTo>
                  <a:pt x="56495" y="3991"/>
                  <a:pt x="61054" y="5636"/>
                  <a:pt x="65263" y="7734"/>
                </a:cubicBezTo>
                <a:cubicBezTo>
                  <a:pt x="76638" y="13312"/>
                  <a:pt x="83702" y="20478"/>
                  <a:pt x="86367" y="29129"/>
                </a:cubicBezTo>
                <a:cubicBezTo>
                  <a:pt x="89105" y="37780"/>
                  <a:pt x="87503" y="48135"/>
                  <a:pt x="81590" y="60078"/>
                </a:cubicBezTo>
                <a:close/>
                <a:moveTo>
                  <a:pt x="81590" y="6007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3FB89-7A85-4AA9-849F-E73046BF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493" y="3315362"/>
            <a:ext cx="75953" cy="133468"/>
          </a:xfrm>
          <a:custGeom xmlns:a="http://schemas.openxmlformats.org/drawingml/2006/main">
            <a:pathLst>
              <a:path w="75953" h="133468">
                <a:moveTo>
                  <a:pt x="63151" y="0"/>
                </a:moveTo>
                <a:lnTo>
                  <a:pt x="74366" y="5520"/>
                </a:lnTo>
                <a:cubicBezTo>
                  <a:pt x="75953" y="20026"/>
                  <a:pt x="75851" y="33396"/>
                  <a:pt x="74133" y="45732"/>
                </a:cubicBezTo>
                <a:cubicBezTo>
                  <a:pt x="72370" y="58025"/>
                  <a:pt x="68962" y="69356"/>
                  <a:pt x="63777" y="79813"/>
                </a:cubicBezTo>
                <a:cubicBezTo>
                  <a:pt x="58665" y="90285"/>
                  <a:pt x="51660" y="99955"/>
                  <a:pt x="42965" y="108840"/>
                </a:cubicBezTo>
                <a:cubicBezTo>
                  <a:pt x="34255" y="117709"/>
                  <a:pt x="23667" y="125953"/>
                  <a:pt x="11215" y="133468"/>
                </a:cubicBezTo>
                <a:lnTo>
                  <a:pt x="0" y="127948"/>
                </a:lnTo>
                <a:cubicBezTo>
                  <a:pt x="11506" y="120273"/>
                  <a:pt x="21395" y="111898"/>
                  <a:pt x="29711" y="102854"/>
                </a:cubicBezTo>
                <a:cubicBezTo>
                  <a:pt x="38013" y="93751"/>
                  <a:pt x="44844" y="83862"/>
                  <a:pt x="50131" y="73055"/>
                </a:cubicBezTo>
                <a:cubicBezTo>
                  <a:pt x="55476" y="62234"/>
                  <a:pt x="59175" y="50801"/>
                  <a:pt x="61331" y="38800"/>
                </a:cubicBezTo>
                <a:cubicBezTo>
                  <a:pt x="63442" y="26740"/>
                  <a:pt x="64069" y="13822"/>
                  <a:pt x="63151" y="0"/>
                </a:cubicBezTo>
                <a:close/>
                <a:moveTo>
                  <a:pt x="6315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162C8-094A-4527-A864-F02C3389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551" y="2724820"/>
            <a:ext cx="117884" cy="86702"/>
          </a:xfrm>
          <a:custGeom xmlns:a="http://schemas.openxmlformats.org/drawingml/2006/main">
            <a:pathLst>
              <a:path w="117884" h="86702">
                <a:moveTo>
                  <a:pt x="14899" y="57864"/>
                </a:moveTo>
                <a:lnTo>
                  <a:pt x="58418" y="63428"/>
                </a:lnTo>
                <a:lnTo>
                  <a:pt x="60923" y="43693"/>
                </a:lnTo>
                <a:cubicBezTo>
                  <a:pt x="61899" y="36411"/>
                  <a:pt x="60704" y="30498"/>
                  <a:pt x="57457" y="26056"/>
                </a:cubicBezTo>
                <a:cubicBezTo>
                  <a:pt x="54209" y="21555"/>
                  <a:pt x="49097" y="18890"/>
                  <a:pt x="42091" y="18031"/>
                </a:cubicBezTo>
                <a:cubicBezTo>
                  <a:pt x="35158" y="17128"/>
                  <a:pt x="29522" y="18439"/>
                  <a:pt x="25255" y="21963"/>
                </a:cubicBezTo>
                <a:cubicBezTo>
                  <a:pt x="20987" y="25429"/>
                  <a:pt x="18366" y="30833"/>
                  <a:pt x="17404" y="38115"/>
                </a:cubicBezTo>
                <a:lnTo>
                  <a:pt x="14899" y="57864"/>
                </a:lnTo>
                <a:close/>
                <a:moveTo>
                  <a:pt x="0" y="71861"/>
                </a:moveTo>
                <a:lnTo>
                  <a:pt x="4544" y="36469"/>
                </a:lnTo>
                <a:cubicBezTo>
                  <a:pt x="6204" y="23492"/>
                  <a:pt x="10414" y="14055"/>
                  <a:pt x="17128" y="8141"/>
                </a:cubicBezTo>
                <a:cubicBezTo>
                  <a:pt x="23827" y="2272"/>
                  <a:pt x="32886" y="0"/>
                  <a:pt x="44203" y="1486"/>
                </a:cubicBezTo>
                <a:cubicBezTo>
                  <a:pt x="55636" y="2957"/>
                  <a:pt x="63836" y="7399"/>
                  <a:pt x="68831" y="14797"/>
                </a:cubicBezTo>
                <a:cubicBezTo>
                  <a:pt x="73841" y="22182"/>
                  <a:pt x="75487" y="32377"/>
                  <a:pt x="73841" y="45339"/>
                </a:cubicBezTo>
                <a:lnTo>
                  <a:pt x="71336" y="65088"/>
                </a:lnTo>
                <a:lnTo>
                  <a:pt x="117884" y="71001"/>
                </a:lnTo>
                <a:lnTo>
                  <a:pt x="115889" y="86702"/>
                </a:lnTo>
                <a:lnTo>
                  <a:pt x="0" y="71861"/>
                </a:lnTo>
                <a:close/>
                <a:moveTo>
                  <a:pt x="0" y="71861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93591-2132-40D6-98A0-6FB39D33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843" y="2625432"/>
            <a:ext cx="127380" cy="90226"/>
          </a:xfrm>
          <a:custGeom xmlns:a="http://schemas.openxmlformats.org/drawingml/2006/main">
            <a:pathLst>
              <a:path w="127380" h="90226">
                <a:moveTo>
                  <a:pt x="68555" y="28328"/>
                </a:moveTo>
                <a:cubicBezTo>
                  <a:pt x="70142" y="25138"/>
                  <a:pt x="72982" y="22182"/>
                  <a:pt x="77075" y="19458"/>
                </a:cubicBezTo>
                <a:cubicBezTo>
                  <a:pt x="81240" y="16778"/>
                  <a:pt x="86760" y="14215"/>
                  <a:pt x="93693" y="11826"/>
                </a:cubicBezTo>
                <a:lnTo>
                  <a:pt x="127380" y="0"/>
                </a:lnTo>
                <a:lnTo>
                  <a:pt x="125268" y="16836"/>
                </a:lnTo>
                <a:lnTo>
                  <a:pt x="93634" y="27818"/>
                </a:lnTo>
                <a:cubicBezTo>
                  <a:pt x="85391" y="30716"/>
                  <a:pt x="79755" y="33731"/>
                  <a:pt x="76740" y="37037"/>
                </a:cubicBezTo>
                <a:cubicBezTo>
                  <a:pt x="73783" y="40271"/>
                  <a:pt x="71846" y="45004"/>
                  <a:pt x="71045" y="51194"/>
                </a:cubicBezTo>
                <a:lnTo>
                  <a:pt x="68890" y="68322"/>
                </a:lnTo>
                <a:lnTo>
                  <a:pt x="117870" y="74584"/>
                </a:lnTo>
                <a:lnTo>
                  <a:pt x="115831" y="90226"/>
                </a:lnTo>
                <a:lnTo>
                  <a:pt x="0" y="75429"/>
                </a:lnTo>
                <a:lnTo>
                  <a:pt x="4544" y="40052"/>
                </a:lnTo>
                <a:cubicBezTo>
                  <a:pt x="6190" y="26798"/>
                  <a:pt x="10239" y="17230"/>
                  <a:pt x="16662" y="11433"/>
                </a:cubicBezTo>
                <a:cubicBezTo>
                  <a:pt x="22983" y="5636"/>
                  <a:pt x="31736" y="3466"/>
                  <a:pt x="42950" y="4894"/>
                </a:cubicBezTo>
                <a:cubicBezTo>
                  <a:pt x="50233" y="5797"/>
                  <a:pt x="56087" y="8302"/>
                  <a:pt x="60471" y="12292"/>
                </a:cubicBezTo>
                <a:cubicBezTo>
                  <a:pt x="64855" y="16327"/>
                  <a:pt x="67521" y="21672"/>
                  <a:pt x="68555" y="28328"/>
                </a:cubicBezTo>
                <a:close/>
                <a:moveTo>
                  <a:pt x="14899" y="61389"/>
                </a:moveTo>
                <a:lnTo>
                  <a:pt x="55971" y="66676"/>
                </a:lnTo>
                <a:lnTo>
                  <a:pt x="58534" y="46926"/>
                </a:lnTo>
                <a:cubicBezTo>
                  <a:pt x="59496" y="39426"/>
                  <a:pt x="58476" y="33454"/>
                  <a:pt x="55461" y="29187"/>
                </a:cubicBezTo>
                <a:cubicBezTo>
                  <a:pt x="52505" y="24861"/>
                  <a:pt x="47611" y="22298"/>
                  <a:pt x="40839" y="21395"/>
                </a:cubicBezTo>
                <a:cubicBezTo>
                  <a:pt x="34066" y="20536"/>
                  <a:pt x="28721" y="21847"/>
                  <a:pt x="24745" y="25255"/>
                </a:cubicBezTo>
                <a:cubicBezTo>
                  <a:pt x="20813" y="28677"/>
                  <a:pt x="18366" y="34139"/>
                  <a:pt x="17404" y="41698"/>
                </a:cubicBezTo>
                <a:lnTo>
                  <a:pt x="14899" y="61389"/>
                </a:lnTo>
                <a:close/>
                <a:moveTo>
                  <a:pt x="14899" y="613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F004E-D22D-4C6E-87CD-31A4E495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941" y="2574734"/>
            <a:ext cx="117884" cy="30556"/>
          </a:xfrm>
          <a:custGeom xmlns:a="http://schemas.openxmlformats.org/drawingml/2006/main">
            <a:pathLst>
              <a:path w="117884" h="30556">
                <a:moveTo>
                  <a:pt x="0" y="15700"/>
                </a:moveTo>
                <a:lnTo>
                  <a:pt x="2054" y="0"/>
                </a:lnTo>
                <a:lnTo>
                  <a:pt x="117884" y="14856"/>
                </a:lnTo>
                <a:lnTo>
                  <a:pt x="115889" y="30556"/>
                </a:lnTo>
                <a:lnTo>
                  <a:pt x="0" y="15700"/>
                </a:lnTo>
                <a:close/>
                <a:moveTo>
                  <a:pt x="0" y="1570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EF981-B5C7-4DB2-87A9-19820198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792" y="2448096"/>
            <a:ext cx="124365" cy="111913"/>
          </a:xfrm>
          <a:custGeom xmlns:a="http://schemas.openxmlformats.org/drawingml/2006/main">
            <a:pathLst>
              <a:path w="124365" h="111913">
                <a:moveTo>
                  <a:pt x="14856" y="49781"/>
                </a:moveTo>
                <a:cubicBezTo>
                  <a:pt x="13370" y="61214"/>
                  <a:pt x="16443" y="70768"/>
                  <a:pt x="24075" y="78575"/>
                </a:cubicBezTo>
                <a:cubicBezTo>
                  <a:pt x="31692" y="86367"/>
                  <a:pt x="42848" y="91144"/>
                  <a:pt x="57529" y="93023"/>
                </a:cubicBezTo>
                <a:cubicBezTo>
                  <a:pt x="72094" y="94902"/>
                  <a:pt x="84037" y="93023"/>
                  <a:pt x="93358" y="87445"/>
                </a:cubicBezTo>
                <a:cubicBezTo>
                  <a:pt x="102752" y="81808"/>
                  <a:pt x="108097" y="73332"/>
                  <a:pt x="109582" y="61957"/>
                </a:cubicBezTo>
                <a:cubicBezTo>
                  <a:pt x="111053" y="50582"/>
                  <a:pt x="107922" y="41013"/>
                  <a:pt x="100305" y="33280"/>
                </a:cubicBezTo>
                <a:cubicBezTo>
                  <a:pt x="92688" y="25546"/>
                  <a:pt x="81590" y="20711"/>
                  <a:pt x="67025" y="18832"/>
                </a:cubicBezTo>
                <a:cubicBezTo>
                  <a:pt x="52344" y="16953"/>
                  <a:pt x="40343" y="18832"/>
                  <a:pt x="31008" y="24410"/>
                </a:cubicBezTo>
                <a:cubicBezTo>
                  <a:pt x="21686" y="29988"/>
                  <a:pt x="16268" y="38406"/>
                  <a:pt x="14856" y="49781"/>
                </a:cubicBezTo>
                <a:close/>
                <a:moveTo>
                  <a:pt x="2112" y="48194"/>
                </a:moveTo>
                <a:cubicBezTo>
                  <a:pt x="4209" y="31911"/>
                  <a:pt x="11331" y="19633"/>
                  <a:pt x="23449" y="11317"/>
                </a:cubicBezTo>
                <a:cubicBezTo>
                  <a:pt x="35566" y="3015"/>
                  <a:pt x="50815" y="0"/>
                  <a:pt x="69123" y="2330"/>
                </a:cubicBezTo>
                <a:cubicBezTo>
                  <a:pt x="87386" y="4661"/>
                  <a:pt x="101324" y="11433"/>
                  <a:pt x="110937" y="22531"/>
                </a:cubicBezTo>
                <a:cubicBezTo>
                  <a:pt x="120622" y="33629"/>
                  <a:pt x="124365" y="47334"/>
                  <a:pt x="122326" y="63544"/>
                </a:cubicBezTo>
                <a:cubicBezTo>
                  <a:pt x="120214" y="79871"/>
                  <a:pt x="113165" y="92163"/>
                  <a:pt x="101048" y="100582"/>
                </a:cubicBezTo>
                <a:cubicBezTo>
                  <a:pt x="88930" y="108898"/>
                  <a:pt x="73681" y="111913"/>
                  <a:pt x="55359" y="109568"/>
                </a:cubicBezTo>
                <a:cubicBezTo>
                  <a:pt x="37037" y="107238"/>
                  <a:pt x="23099" y="100465"/>
                  <a:pt x="13428" y="89323"/>
                </a:cubicBezTo>
                <a:cubicBezTo>
                  <a:pt x="3816" y="78167"/>
                  <a:pt x="0" y="64462"/>
                  <a:pt x="2112" y="48194"/>
                </a:cubicBezTo>
                <a:close/>
                <a:moveTo>
                  <a:pt x="2112" y="4819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16CE9-70D7-4053-80C5-53FD4E1C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926" y="2325377"/>
            <a:ext cx="101266" cy="101164"/>
          </a:xfrm>
          <a:custGeom xmlns:a="http://schemas.openxmlformats.org/drawingml/2006/main">
            <a:pathLst>
              <a:path w="101266" h="101164">
                <a:moveTo>
                  <a:pt x="1646" y="37664"/>
                </a:moveTo>
                <a:lnTo>
                  <a:pt x="44887" y="43242"/>
                </a:lnTo>
                <a:lnTo>
                  <a:pt x="50407" y="0"/>
                </a:lnTo>
                <a:lnTo>
                  <a:pt x="63603" y="1704"/>
                </a:lnTo>
                <a:lnTo>
                  <a:pt x="58025" y="44887"/>
                </a:lnTo>
                <a:lnTo>
                  <a:pt x="101266" y="50407"/>
                </a:lnTo>
                <a:lnTo>
                  <a:pt x="99620" y="63501"/>
                </a:lnTo>
                <a:lnTo>
                  <a:pt x="56379" y="57923"/>
                </a:lnTo>
                <a:lnTo>
                  <a:pt x="50859" y="101164"/>
                </a:lnTo>
                <a:lnTo>
                  <a:pt x="37664" y="99446"/>
                </a:lnTo>
                <a:lnTo>
                  <a:pt x="43183" y="56262"/>
                </a:lnTo>
                <a:lnTo>
                  <a:pt x="0" y="50699"/>
                </a:lnTo>
                <a:lnTo>
                  <a:pt x="1646" y="37664"/>
                </a:lnTo>
                <a:close/>
                <a:moveTo>
                  <a:pt x="1646" y="376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A98E8-96DE-4C74-B076-BEC307AC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937" y="2192258"/>
            <a:ext cx="101324" cy="101150"/>
          </a:xfrm>
          <a:custGeom xmlns:a="http://schemas.openxmlformats.org/drawingml/2006/main">
            <a:pathLst>
              <a:path w="101324" h="101150">
                <a:moveTo>
                  <a:pt x="1704" y="37664"/>
                </a:moveTo>
                <a:lnTo>
                  <a:pt x="44887" y="43169"/>
                </a:lnTo>
                <a:lnTo>
                  <a:pt x="50466" y="0"/>
                </a:lnTo>
                <a:lnTo>
                  <a:pt x="63603" y="1646"/>
                </a:lnTo>
                <a:lnTo>
                  <a:pt x="58083" y="44887"/>
                </a:lnTo>
                <a:lnTo>
                  <a:pt x="101324" y="50407"/>
                </a:lnTo>
                <a:lnTo>
                  <a:pt x="99679" y="63428"/>
                </a:lnTo>
                <a:lnTo>
                  <a:pt x="56437" y="57908"/>
                </a:lnTo>
                <a:lnTo>
                  <a:pt x="50917" y="101150"/>
                </a:lnTo>
                <a:lnTo>
                  <a:pt x="37722" y="99446"/>
                </a:lnTo>
                <a:lnTo>
                  <a:pt x="43227" y="56204"/>
                </a:lnTo>
                <a:lnTo>
                  <a:pt x="0" y="50684"/>
                </a:lnTo>
                <a:lnTo>
                  <a:pt x="1704" y="37664"/>
                </a:lnTo>
                <a:close/>
                <a:moveTo>
                  <a:pt x="1704" y="376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12DE3-56AA-467C-AFE6-C18979D7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799" y="2822168"/>
            <a:ext cx="143081" cy="46140"/>
          </a:xfrm>
          <a:custGeom xmlns:a="http://schemas.openxmlformats.org/drawingml/2006/main">
            <a:pathLst>
              <a:path w="143081" h="46140">
                <a:moveTo>
                  <a:pt x="1588" y="0"/>
                </a:moveTo>
                <a:cubicBezTo>
                  <a:pt x="12569" y="8476"/>
                  <a:pt x="23667" y="15074"/>
                  <a:pt x="34867" y="19968"/>
                </a:cubicBezTo>
                <a:cubicBezTo>
                  <a:pt x="46082" y="24803"/>
                  <a:pt x="57675" y="27978"/>
                  <a:pt x="69632" y="29522"/>
                </a:cubicBezTo>
                <a:cubicBezTo>
                  <a:pt x="81575" y="31051"/>
                  <a:pt x="93634" y="30891"/>
                  <a:pt x="105752" y="29012"/>
                </a:cubicBezTo>
                <a:cubicBezTo>
                  <a:pt x="117928" y="27075"/>
                  <a:pt x="130395" y="23492"/>
                  <a:pt x="143081" y="18147"/>
                </a:cubicBezTo>
                <a:lnTo>
                  <a:pt x="141479" y="30542"/>
                </a:lnTo>
                <a:cubicBezTo>
                  <a:pt x="128341" y="36746"/>
                  <a:pt x="115656" y="41013"/>
                  <a:pt x="103422" y="43344"/>
                </a:cubicBezTo>
                <a:cubicBezTo>
                  <a:pt x="91188" y="45732"/>
                  <a:pt x="79303" y="46140"/>
                  <a:pt x="67695" y="44654"/>
                </a:cubicBezTo>
                <a:cubicBezTo>
                  <a:pt x="56146" y="43169"/>
                  <a:pt x="44771" y="39761"/>
                  <a:pt x="33615" y="34474"/>
                </a:cubicBezTo>
                <a:cubicBezTo>
                  <a:pt x="22415" y="29129"/>
                  <a:pt x="11200" y="21788"/>
                  <a:pt x="0" y="12394"/>
                </a:cubicBezTo>
                <a:lnTo>
                  <a:pt x="1588" y="0"/>
                </a:lnTo>
                <a:close/>
                <a:moveTo>
                  <a:pt x="158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79AB1-32F9-4CB4-BDEB-FCAF11BE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540" y="2675374"/>
            <a:ext cx="103145" cy="135070"/>
          </a:xfrm>
          <a:custGeom xmlns:a="http://schemas.openxmlformats.org/drawingml/2006/main">
            <a:pathLst>
              <a:path w="103145" h="135070">
                <a:moveTo>
                  <a:pt x="25371" y="57864"/>
                </a:moveTo>
                <a:cubicBezTo>
                  <a:pt x="19458" y="53480"/>
                  <a:pt x="15249" y="48587"/>
                  <a:pt x="12860" y="43242"/>
                </a:cubicBezTo>
                <a:cubicBezTo>
                  <a:pt x="10414" y="37897"/>
                  <a:pt x="9671" y="31867"/>
                  <a:pt x="10515" y="25153"/>
                </a:cubicBezTo>
                <a:cubicBezTo>
                  <a:pt x="11652" y="16050"/>
                  <a:pt x="15759" y="9511"/>
                  <a:pt x="22691" y="5418"/>
                </a:cubicBezTo>
                <a:cubicBezTo>
                  <a:pt x="29639" y="1253"/>
                  <a:pt x="38974" y="0"/>
                  <a:pt x="50626" y="1486"/>
                </a:cubicBezTo>
                <a:lnTo>
                  <a:pt x="103145" y="8200"/>
                </a:lnTo>
                <a:lnTo>
                  <a:pt x="101266" y="22531"/>
                </a:lnTo>
                <a:lnTo>
                  <a:pt x="49271" y="15875"/>
                </a:lnTo>
                <a:cubicBezTo>
                  <a:pt x="40955" y="14797"/>
                  <a:pt x="34590" y="15540"/>
                  <a:pt x="30207" y="17987"/>
                </a:cubicBezTo>
                <a:cubicBezTo>
                  <a:pt x="25764" y="20376"/>
                  <a:pt x="23201" y="24643"/>
                  <a:pt x="22415" y="30673"/>
                </a:cubicBezTo>
                <a:cubicBezTo>
                  <a:pt x="21439" y="38071"/>
                  <a:pt x="23157" y="44217"/>
                  <a:pt x="27527" y="49155"/>
                </a:cubicBezTo>
                <a:cubicBezTo>
                  <a:pt x="31911" y="54048"/>
                  <a:pt x="38290" y="57063"/>
                  <a:pt x="46825" y="58156"/>
                </a:cubicBezTo>
                <a:lnTo>
                  <a:pt x="95921" y="64462"/>
                </a:lnTo>
                <a:lnTo>
                  <a:pt x="94101" y="78808"/>
                </a:lnTo>
                <a:lnTo>
                  <a:pt x="42091" y="72152"/>
                </a:lnTo>
                <a:cubicBezTo>
                  <a:pt x="33731" y="71060"/>
                  <a:pt x="27308" y="71744"/>
                  <a:pt x="22924" y="74191"/>
                </a:cubicBezTo>
                <a:cubicBezTo>
                  <a:pt x="18540" y="76638"/>
                  <a:pt x="15977" y="80905"/>
                  <a:pt x="15191" y="87110"/>
                </a:cubicBezTo>
                <a:cubicBezTo>
                  <a:pt x="14273" y="94392"/>
                  <a:pt x="15977" y="100480"/>
                  <a:pt x="20361" y="105432"/>
                </a:cubicBezTo>
                <a:cubicBezTo>
                  <a:pt x="24745" y="110384"/>
                  <a:pt x="31168" y="113340"/>
                  <a:pt x="39586" y="114418"/>
                </a:cubicBezTo>
                <a:lnTo>
                  <a:pt x="88697" y="120739"/>
                </a:lnTo>
                <a:lnTo>
                  <a:pt x="86877" y="135070"/>
                </a:lnTo>
                <a:lnTo>
                  <a:pt x="0" y="123972"/>
                </a:lnTo>
                <a:lnTo>
                  <a:pt x="1821" y="109582"/>
                </a:lnTo>
                <a:lnTo>
                  <a:pt x="15293" y="111345"/>
                </a:lnTo>
                <a:cubicBezTo>
                  <a:pt x="10414" y="107369"/>
                  <a:pt x="6991" y="102985"/>
                  <a:pt x="4996" y="98091"/>
                </a:cubicBezTo>
                <a:cubicBezTo>
                  <a:pt x="3073" y="93198"/>
                  <a:pt x="2505" y="87678"/>
                  <a:pt x="3292" y="81415"/>
                </a:cubicBezTo>
                <a:cubicBezTo>
                  <a:pt x="4093" y="75050"/>
                  <a:pt x="6423" y="69924"/>
                  <a:pt x="10181" y="65889"/>
                </a:cubicBezTo>
                <a:cubicBezTo>
                  <a:pt x="13938" y="61899"/>
                  <a:pt x="18992" y="59233"/>
                  <a:pt x="25371" y="57864"/>
                </a:cubicBezTo>
                <a:close/>
                <a:moveTo>
                  <a:pt x="25371" y="578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C283E-622A-467E-9E47-EC54F61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309" y="2573088"/>
            <a:ext cx="94086" cy="84546"/>
          </a:xfrm>
          <a:custGeom xmlns:a="http://schemas.openxmlformats.org/drawingml/2006/main">
            <a:pathLst>
              <a:path w="94086" h="84546">
                <a:moveTo>
                  <a:pt x="48470" y="1646"/>
                </a:moveTo>
                <a:lnTo>
                  <a:pt x="55461" y="2563"/>
                </a:lnTo>
                <a:lnTo>
                  <a:pt x="47043" y="68220"/>
                </a:lnTo>
                <a:cubicBezTo>
                  <a:pt x="57005" y="68846"/>
                  <a:pt x="64855" y="66851"/>
                  <a:pt x="70652" y="62190"/>
                </a:cubicBezTo>
                <a:cubicBezTo>
                  <a:pt x="76507" y="57573"/>
                  <a:pt x="80046" y="50524"/>
                  <a:pt x="81240" y="41013"/>
                </a:cubicBezTo>
                <a:cubicBezTo>
                  <a:pt x="81910" y="35552"/>
                  <a:pt x="81910" y="30148"/>
                  <a:pt x="81240" y="24803"/>
                </a:cubicBezTo>
                <a:cubicBezTo>
                  <a:pt x="80556" y="19516"/>
                  <a:pt x="79187" y="14113"/>
                  <a:pt x="77133" y="8710"/>
                </a:cubicBezTo>
                <a:lnTo>
                  <a:pt x="90678" y="10414"/>
                </a:lnTo>
                <a:cubicBezTo>
                  <a:pt x="92163" y="15875"/>
                  <a:pt x="93183" y="21337"/>
                  <a:pt x="93634" y="26857"/>
                </a:cubicBezTo>
                <a:cubicBezTo>
                  <a:pt x="94086" y="32377"/>
                  <a:pt x="93926" y="37897"/>
                  <a:pt x="93241" y="43416"/>
                </a:cubicBezTo>
                <a:cubicBezTo>
                  <a:pt x="91479" y="57296"/>
                  <a:pt x="86017" y="67754"/>
                  <a:pt x="76915" y="74817"/>
                </a:cubicBezTo>
                <a:cubicBezTo>
                  <a:pt x="67812" y="81866"/>
                  <a:pt x="56379" y="84546"/>
                  <a:pt x="42601" y="82784"/>
                </a:cubicBezTo>
                <a:cubicBezTo>
                  <a:pt x="28386" y="80963"/>
                  <a:pt x="17579" y="75662"/>
                  <a:pt x="10239" y="66909"/>
                </a:cubicBezTo>
                <a:cubicBezTo>
                  <a:pt x="2840" y="58141"/>
                  <a:pt x="0" y="47276"/>
                  <a:pt x="1646" y="34197"/>
                </a:cubicBezTo>
                <a:cubicBezTo>
                  <a:pt x="3175" y="22531"/>
                  <a:pt x="8127" y="13763"/>
                  <a:pt x="16487" y="7908"/>
                </a:cubicBezTo>
                <a:cubicBezTo>
                  <a:pt x="24905" y="2112"/>
                  <a:pt x="35552" y="0"/>
                  <a:pt x="48470" y="1646"/>
                </a:cubicBezTo>
                <a:close/>
                <a:moveTo>
                  <a:pt x="42484" y="15424"/>
                </a:moveTo>
                <a:cubicBezTo>
                  <a:pt x="34634" y="14506"/>
                  <a:pt x="28153" y="15875"/>
                  <a:pt x="22983" y="19575"/>
                </a:cubicBezTo>
                <a:cubicBezTo>
                  <a:pt x="17739" y="23216"/>
                  <a:pt x="14666" y="28561"/>
                  <a:pt x="13763" y="35610"/>
                </a:cubicBezTo>
                <a:cubicBezTo>
                  <a:pt x="12729" y="43577"/>
                  <a:pt x="14215" y="50233"/>
                  <a:pt x="18089" y="55578"/>
                </a:cubicBezTo>
                <a:cubicBezTo>
                  <a:pt x="21949" y="60996"/>
                  <a:pt x="27978" y="64520"/>
                  <a:pt x="36061" y="66283"/>
                </a:cubicBezTo>
                <a:lnTo>
                  <a:pt x="42484" y="15424"/>
                </a:lnTo>
                <a:close/>
                <a:moveTo>
                  <a:pt x="42484" y="1542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958D0-0F56-49B3-A5B4-D279AA27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216" y="2502654"/>
            <a:ext cx="117200" cy="55694"/>
          </a:xfrm>
          <a:custGeom xmlns:a="http://schemas.openxmlformats.org/drawingml/2006/main">
            <a:pathLst>
              <a:path w="117200" h="55694">
                <a:moveTo>
                  <a:pt x="1821" y="26289"/>
                </a:moveTo>
                <a:lnTo>
                  <a:pt x="26507" y="29420"/>
                </a:lnTo>
                <a:lnTo>
                  <a:pt x="30265" y="0"/>
                </a:lnTo>
                <a:lnTo>
                  <a:pt x="41363" y="1427"/>
                </a:lnTo>
                <a:lnTo>
                  <a:pt x="37605" y="30833"/>
                </a:lnTo>
                <a:lnTo>
                  <a:pt x="84765" y="36862"/>
                </a:lnTo>
                <a:cubicBezTo>
                  <a:pt x="91887" y="37780"/>
                  <a:pt x="96547" y="37430"/>
                  <a:pt x="98819" y="35726"/>
                </a:cubicBezTo>
                <a:cubicBezTo>
                  <a:pt x="101091" y="34081"/>
                  <a:pt x="102577" y="30207"/>
                  <a:pt x="103378" y="24293"/>
                </a:cubicBezTo>
                <a:lnTo>
                  <a:pt x="105257" y="9612"/>
                </a:lnTo>
                <a:lnTo>
                  <a:pt x="117200" y="11156"/>
                </a:lnTo>
                <a:lnTo>
                  <a:pt x="115321" y="25837"/>
                </a:lnTo>
                <a:cubicBezTo>
                  <a:pt x="113894" y="36804"/>
                  <a:pt x="110879" y="44145"/>
                  <a:pt x="106218" y="47844"/>
                </a:cubicBezTo>
                <a:cubicBezTo>
                  <a:pt x="101558" y="51485"/>
                  <a:pt x="93809" y="52621"/>
                  <a:pt x="82944" y="51267"/>
                </a:cubicBezTo>
                <a:lnTo>
                  <a:pt x="35785" y="45179"/>
                </a:lnTo>
                <a:lnTo>
                  <a:pt x="34416" y="55694"/>
                </a:lnTo>
                <a:lnTo>
                  <a:pt x="23332" y="54281"/>
                </a:lnTo>
                <a:lnTo>
                  <a:pt x="24687" y="43751"/>
                </a:lnTo>
                <a:lnTo>
                  <a:pt x="0" y="40620"/>
                </a:lnTo>
                <a:lnTo>
                  <a:pt x="1821" y="26289"/>
                </a:lnTo>
                <a:close/>
                <a:moveTo>
                  <a:pt x="1821" y="262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D561B-DB70-4A2C-9C1D-9B8F70BB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811" y="2433474"/>
            <a:ext cx="88755" cy="62132"/>
          </a:xfrm>
          <a:custGeom xmlns:a="http://schemas.openxmlformats.org/drawingml/2006/main">
            <a:pathLst>
              <a:path w="88755" h="62132">
                <a:moveTo>
                  <a:pt x="19866" y="1762"/>
                </a:moveTo>
                <a:cubicBezTo>
                  <a:pt x="18715" y="3248"/>
                  <a:pt x="17812" y="4952"/>
                  <a:pt x="17186" y="6772"/>
                </a:cubicBezTo>
                <a:cubicBezTo>
                  <a:pt x="16501" y="8593"/>
                  <a:pt x="15992" y="10647"/>
                  <a:pt x="15700" y="12919"/>
                </a:cubicBezTo>
                <a:cubicBezTo>
                  <a:pt x="14681" y="20987"/>
                  <a:pt x="16501" y="27541"/>
                  <a:pt x="21162" y="32493"/>
                </a:cubicBezTo>
                <a:cubicBezTo>
                  <a:pt x="25895" y="37489"/>
                  <a:pt x="33119" y="40620"/>
                  <a:pt x="42965" y="41873"/>
                </a:cubicBezTo>
                <a:lnTo>
                  <a:pt x="88755" y="47728"/>
                </a:lnTo>
                <a:lnTo>
                  <a:pt x="86935" y="62132"/>
                </a:lnTo>
                <a:lnTo>
                  <a:pt x="0" y="50975"/>
                </a:lnTo>
                <a:lnTo>
                  <a:pt x="1879" y="36644"/>
                </a:lnTo>
                <a:lnTo>
                  <a:pt x="15365" y="38348"/>
                </a:lnTo>
                <a:cubicBezTo>
                  <a:pt x="10472" y="34649"/>
                  <a:pt x="7064" y="30265"/>
                  <a:pt x="5127" y="25153"/>
                </a:cubicBezTo>
                <a:cubicBezTo>
                  <a:pt x="3190" y="19968"/>
                  <a:pt x="2622" y="13938"/>
                  <a:pt x="3539" y="7049"/>
                </a:cubicBezTo>
                <a:cubicBezTo>
                  <a:pt x="3641" y="6088"/>
                  <a:pt x="3874" y="5010"/>
                  <a:pt x="4151" y="3874"/>
                </a:cubicBezTo>
                <a:cubicBezTo>
                  <a:pt x="4384" y="2680"/>
                  <a:pt x="4777" y="1369"/>
                  <a:pt x="5243" y="0"/>
                </a:cubicBezTo>
                <a:lnTo>
                  <a:pt x="19866" y="1762"/>
                </a:lnTo>
                <a:close/>
                <a:moveTo>
                  <a:pt x="19866" y="176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36FD0-B0AC-402B-9604-D296C765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0" y="2399961"/>
            <a:ext cx="122545" cy="29755"/>
          </a:xfrm>
          <a:custGeom xmlns:a="http://schemas.openxmlformats.org/drawingml/2006/main">
            <a:pathLst>
              <a:path w="122545" h="29755">
                <a:moveTo>
                  <a:pt x="33848" y="18613"/>
                </a:moveTo>
                <a:lnTo>
                  <a:pt x="35668" y="4326"/>
                </a:lnTo>
                <a:lnTo>
                  <a:pt x="122545" y="15482"/>
                </a:lnTo>
                <a:lnTo>
                  <a:pt x="120724" y="29755"/>
                </a:lnTo>
                <a:lnTo>
                  <a:pt x="33848" y="18613"/>
                </a:lnTo>
                <a:close/>
                <a:moveTo>
                  <a:pt x="0" y="14288"/>
                </a:moveTo>
                <a:lnTo>
                  <a:pt x="1821" y="0"/>
                </a:lnTo>
                <a:lnTo>
                  <a:pt x="19910" y="2330"/>
                </a:lnTo>
                <a:lnTo>
                  <a:pt x="18089" y="16618"/>
                </a:lnTo>
                <a:lnTo>
                  <a:pt x="0" y="14288"/>
                </a:lnTo>
                <a:close/>
                <a:moveTo>
                  <a:pt x="0" y="14288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C26B3-4FD4-42EE-9821-FD2C89CB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885" y="2312298"/>
            <a:ext cx="93591" cy="75662"/>
          </a:xfrm>
          <a:custGeom xmlns:a="http://schemas.openxmlformats.org/drawingml/2006/main">
            <a:pathLst>
              <a:path w="93591" h="75662">
                <a:moveTo>
                  <a:pt x="10355" y="0"/>
                </a:moveTo>
                <a:lnTo>
                  <a:pt x="23725" y="1704"/>
                </a:lnTo>
                <a:cubicBezTo>
                  <a:pt x="21002" y="5462"/>
                  <a:pt x="18788" y="9278"/>
                  <a:pt x="17186" y="13195"/>
                </a:cubicBezTo>
                <a:cubicBezTo>
                  <a:pt x="15540" y="17128"/>
                  <a:pt x="14462" y="21162"/>
                  <a:pt x="13953" y="25313"/>
                </a:cubicBezTo>
                <a:cubicBezTo>
                  <a:pt x="12758" y="34532"/>
                  <a:pt x="14739" y="42149"/>
                  <a:pt x="19982" y="48019"/>
                </a:cubicBezTo>
                <a:cubicBezTo>
                  <a:pt x="25153" y="53874"/>
                  <a:pt x="33061" y="57515"/>
                  <a:pt x="43693" y="58884"/>
                </a:cubicBezTo>
                <a:cubicBezTo>
                  <a:pt x="54281" y="60195"/>
                  <a:pt x="62874" y="58709"/>
                  <a:pt x="69414" y="54325"/>
                </a:cubicBezTo>
                <a:cubicBezTo>
                  <a:pt x="75895" y="49941"/>
                  <a:pt x="79769" y="43125"/>
                  <a:pt x="80963" y="33848"/>
                </a:cubicBezTo>
                <a:cubicBezTo>
                  <a:pt x="81473" y="29755"/>
                  <a:pt x="81473" y="25546"/>
                  <a:pt x="80847" y="21395"/>
                </a:cubicBezTo>
                <a:cubicBezTo>
                  <a:pt x="80279" y="17171"/>
                  <a:pt x="79143" y="12919"/>
                  <a:pt x="77439" y="8593"/>
                </a:cubicBezTo>
                <a:lnTo>
                  <a:pt x="90634" y="10297"/>
                </a:lnTo>
                <a:cubicBezTo>
                  <a:pt x="91945" y="14506"/>
                  <a:pt x="92863" y="18832"/>
                  <a:pt x="93198" y="23216"/>
                </a:cubicBezTo>
                <a:cubicBezTo>
                  <a:pt x="93591" y="27585"/>
                  <a:pt x="93474" y="32202"/>
                  <a:pt x="92863" y="36979"/>
                </a:cubicBezTo>
                <a:cubicBezTo>
                  <a:pt x="91202" y="50058"/>
                  <a:pt x="85741" y="59962"/>
                  <a:pt x="76521" y="66618"/>
                </a:cubicBezTo>
                <a:cubicBezTo>
                  <a:pt x="67317" y="73273"/>
                  <a:pt x="55767" y="75662"/>
                  <a:pt x="41771" y="73900"/>
                </a:cubicBezTo>
                <a:cubicBezTo>
                  <a:pt x="27600" y="72079"/>
                  <a:pt x="16968" y="66792"/>
                  <a:pt x="9846" y="57966"/>
                </a:cubicBezTo>
                <a:cubicBezTo>
                  <a:pt x="2738" y="49097"/>
                  <a:pt x="0" y="37940"/>
                  <a:pt x="1777" y="24352"/>
                </a:cubicBezTo>
                <a:cubicBezTo>
                  <a:pt x="2345" y="19968"/>
                  <a:pt x="3306" y="15759"/>
                  <a:pt x="4792" y="11666"/>
                </a:cubicBezTo>
                <a:cubicBezTo>
                  <a:pt x="6204" y="7617"/>
                  <a:pt x="8083" y="3699"/>
                  <a:pt x="10355" y="0"/>
                </a:cubicBezTo>
                <a:close/>
                <a:moveTo>
                  <a:pt x="10355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4C472-449F-4D0C-8A69-CB6A9FF8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196" y="2231961"/>
            <a:ext cx="93576" cy="72137"/>
          </a:xfrm>
          <a:custGeom xmlns:a="http://schemas.openxmlformats.org/drawingml/2006/main">
            <a:pathLst>
              <a:path w="93576" h="72137">
                <a:moveTo>
                  <a:pt x="9554" y="0"/>
                </a:moveTo>
                <a:lnTo>
                  <a:pt x="23085" y="1762"/>
                </a:lnTo>
                <a:cubicBezTo>
                  <a:pt x="20478" y="5520"/>
                  <a:pt x="18424" y="9511"/>
                  <a:pt x="16836" y="13720"/>
                </a:cubicBezTo>
                <a:cubicBezTo>
                  <a:pt x="15234" y="17929"/>
                  <a:pt x="14098" y="22356"/>
                  <a:pt x="13530" y="27032"/>
                </a:cubicBezTo>
                <a:cubicBezTo>
                  <a:pt x="12627" y="34139"/>
                  <a:pt x="13021" y="39542"/>
                  <a:pt x="14725" y="43358"/>
                </a:cubicBezTo>
                <a:cubicBezTo>
                  <a:pt x="16429" y="47218"/>
                  <a:pt x="19502" y="49388"/>
                  <a:pt x="23827" y="49956"/>
                </a:cubicBezTo>
                <a:cubicBezTo>
                  <a:pt x="27133" y="50349"/>
                  <a:pt x="29915" y="49446"/>
                  <a:pt x="32144" y="47160"/>
                </a:cubicBezTo>
                <a:cubicBezTo>
                  <a:pt x="34357" y="44829"/>
                  <a:pt x="36804" y="39994"/>
                  <a:pt x="39470" y="32551"/>
                </a:cubicBezTo>
                <a:lnTo>
                  <a:pt x="41188" y="27760"/>
                </a:lnTo>
                <a:cubicBezTo>
                  <a:pt x="44654" y="17929"/>
                  <a:pt x="48631" y="11156"/>
                  <a:pt x="53131" y="7340"/>
                </a:cubicBezTo>
                <a:cubicBezTo>
                  <a:pt x="57631" y="3583"/>
                  <a:pt x="63428" y="2170"/>
                  <a:pt x="70535" y="3073"/>
                </a:cubicBezTo>
                <a:cubicBezTo>
                  <a:pt x="78619" y="4093"/>
                  <a:pt x="84590" y="8141"/>
                  <a:pt x="88522" y="15132"/>
                </a:cubicBezTo>
                <a:cubicBezTo>
                  <a:pt x="92382" y="22138"/>
                  <a:pt x="93576" y="31182"/>
                  <a:pt x="92163" y="42382"/>
                </a:cubicBezTo>
                <a:cubicBezTo>
                  <a:pt x="91595" y="46999"/>
                  <a:pt x="90503" y="51835"/>
                  <a:pt x="88916" y="56728"/>
                </a:cubicBezTo>
                <a:cubicBezTo>
                  <a:pt x="87386" y="61680"/>
                  <a:pt x="85333" y="66792"/>
                  <a:pt x="82828" y="72137"/>
                </a:cubicBezTo>
                <a:lnTo>
                  <a:pt x="68089" y="70259"/>
                </a:lnTo>
                <a:cubicBezTo>
                  <a:pt x="71511" y="65365"/>
                  <a:pt x="74235" y="60428"/>
                  <a:pt x="76230" y="55476"/>
                </a:cubicBezTo>
                <a:cubicBezTo>
                  <a:pt x="78284" y="50524"/>
                  <a:pt x="79580" y="45572"/>
                  <a:pt x="80264" y="40504"/>
                </a:cubicBezTo>
                <a:cubicBezTo>
                  <a:pt x="81124" y="33789"/>
                  <a:pt x="80614" y="28503"/>
                  <a:pt x="78793" y="24585"/>
                </a:cubicBezTo>
                <a:cubicBezTo>
                  <a:pt x="76915" y="20652"/>
                  <a:pt x="73958" y="18439"/>
                  <a:pt x="69749" y="17929"/>
                </a:cubicBezTo>
                <a:cubicBezTo>
                  <a:pt x="65875" y="17404"/>
                  <a:pt x="62743" y="18322"/>
                  <a:pt x="60297" y="20652"/>
                </a:cubicBezTo>
                <a:cubicBezTo>
                  <a:pt x="57908" y="22983"/>
                  <a:pt x="55184" y="28503"/>
                  <a:pt x="52170" y="37096"/>
                </a:cubicBezTo>
                <a:lnTo>
                  <a:pt x="50349" y="41931"/>
                </a:lnTo>
                <a:cubicBezTo>
                  <a:pt x="47334" y="50524"/>
                  <a:pt x="43693" y="56554"/>
                  <a:pt x="39309" y="59962"/>
                </a:cubicBezTo>
                <a:cubicBezTo>
                  <a:pt x="34925" y="63442"/>
                  <a:pt x="29406" y="64695"/>
                  <a:pt x="22691" y="63836"/>
                </a:cubicBezTo>
                <a:cubicBezTo>
                  <a:pt x="14506" y="62816"/>
                  <a:pt x="8578" y="59059"/>
                  <a:pt x="4879" y="52738"/>
                </a:cubicBezTo>
                <a:cubicBezTo>
                  <a:pt x="1194" y="46373"/>
                  <a:pt x="0" y="37838"/>
                  <a:pt x="1354" y="27192"/>
                </a:cubicBezTo>
                <a:cubicBezTo>
                  <a:pt x="2039" y="21905"/>
                  <a:pt x="3059" y="17011"/>
                  <a:pt x="4428" y="12467"/>
                </a:cubicBezTo>
                <a:cubicBezTo>
                  <a:pt x="5797" y="7908"/>
                  <a:pt x="7501" y="3758"/>
                  <a:pt x="9554" y="0"/>
                </a:cubicBezTo>
                <a:close/>
                <a:moveTo>
                  <a:pt x="9554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118A2-7084-4CD0-A126-3ABB0F8C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48" y="2174155"/>
            <a:ext cx="143139" cy="46140"/>
          </a:xfrm>
          <a:custGeom xmlns:a="http://schemas.openxmlformats.org/drawingml/2006/main">
            <a:pathLst>
              <a:path w="143139" h="46140">
                <a:moveTo>
                  <a:pt x="0" y="27993"/>
                </a:moveTo>
                <a:lnTo>
                  <a:pt x="1602" y="15598"/>
                </a:lnTo>
                <a:cubicBezTo>
                  <a:pt x="14797" y="9452"/>
                  <a:pt x="27483" y="5127"/>
                  <a:pt x="39659" y="2796"/>
                </a:cubicBezTo>
                <a:cubicBezTo>
                  <a:pt x="51893" y="466"/>
                  <a:pt x="63719" y="0"/>
                  <a:pt x="75269" y="1486"/>
                </a:cubicBezTo>
                <a:cubicBezTo>
                  <a:pt x="86818" y="2971"/>
                  <a:pt x="98251" y="6379"/>
                  <a:pt x="109524" y="11724"/>
                </a:cubicBezTo>
                <a:cubicBezTo>
                  <a:pt x="120724" y="17069"/>
                  <a:pt x="131939" y="24410"/>
                  <a:pt x="143139" y="33746"/>
                </a:cubicBezTo>
                <a:lnTo>
                  <a:pt x="141551" y="46140"/>
                </a:lnTo>
                <a:cubicBezTo>
                  <a:pt x="130570" y="37780"/>
                  <a:pt x="119413" y="31124"/>
                  <a:pt x="108155" y="26230"/>
                </a:cubicBezTo>
                <a:cubicBezTo>
                  <a:pt x="96882" y="21337"/>
                  <a:pt x="85289" y="18104"/>
                  <a:pt x="73332" y="16618"/>
                </a:cubicBezTo>
                <a:cubicBezTo>
                  <a:pt x="61389" y="15089"/>
                  <a:pt x="49388" y="15249"/>
                  <a:pt x="37270" y="17128"/>
                </a:cubicBezTo>
                <a:cubicBezTo>
                  <a:pt x="25211" y="19065"/>
                  <a:pt x="12744" y="22648"/>
                  <a:pt x="0" y="27993"/>
                </a:cubicBezTo>
                <a:close/>
                <a:moveTo>
                  <a:pt x="0" y="27993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F9F59-1173-456C-9284-D216DA25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713" y="3024132"/>
            <a:ext cx="118569" cy="124074"/>
          </a:xfrm>
          <a:custGeom xmlns:a="http://schemas.openxmlformats.org/drawingml/2006/main">
            <a:pathLst>
              <a:path w="118569" h="124074">
                <a:moveTo>
                  <a:pt x="31911" y="22866"/>
                </a:moveTo>
                <a:cubicBezTo>
                  <a:pt x="22531" y="29464"/>
                  <a:pt x="17521" y="38232"/>
                  <a:pt x="16895" y="49097"/>
                </a:cubicBezTo>
                <a:cubicBezTo>
                  <a:pt x="16268" y="59962"/>
                  <a:pt x="20201" y="71453"/>
                  <a:pt x="28677" y="83512"/>
                </a:cubicBezTo>
                <a:cubicBezTo>
                  <a:pt x="37154" y="95572"/>
                  <a:pt x="46533" y="103145"/>
                  <a:pt x="57005" y="106335"/>
                </a:cubicBezTo>
                <a:cubicBezTo>
                  <a:pt x="67419" y="109408"/>
                  <a:pt x="77381" y="107689"/>
                  <a:pt x="86760" y="101091"/>
                </a:cubicBezTo>
                <a:cubicBezTo>
                  <a:pt x="96154" y="94494"/>
                  <a:pt x="101150" y="85784"/>
                  <a:pt x="101718" y="74977"/>
                </a:cubicBezTo>
                <a:cubicBezTo>
                  <a:pt x="102300" y="64112"/>
                  <a:pt x="98368" y="52621"/>
                  <a:pt x="89950" y="40620"/>
                </a:cubicBezTo>
                <a:cubicBezTo>
                  <a:pt x="81473" y="28503"/>
                  <a:pt x="72021" y="20871"/>
                  <a:pt x="61622" y="17754"/>
                </a:cubicBezTo>
                <a:cubicBezTo>
                  <a:pt x="51208" y="14564"/>
                  <a:pt x="41305" y="16268"/>
                  <a:pt x="31911" y="22866"/>
                </a:cubicBezTo>
                <a:close/>
                <a:moveTo>
                  <a:pt x="24585" y="12394"/>
                </a:moveTo>
                <a:cubicBezTo>
                  <a:pt x="37998" y="3015"/>
                  <a:pt x="51835" y="0"/>
                  <a:pt x="66166" y="3350"/>
                </a:cubicBezTo>
                <a:cubicBezTo>
                  <a:pt x="80497" y="6714"/>
                  <a:pt x="92965" y="15933"/>
                  <a:pt x="103538" y="31066"/>
                </a:cubicBezTo>
                <a:cubicBezTo>
                  <a:pt x="114127" y="46140"/>
                  <a:pt x="118569" y="60981"/>
                  <a:pt x="116806" y="75604"/>
                </a:cubicBezTo>
                <a:cubicBezTo>
                  <a:pt x="115088" y="90226"/>
                  <a:pt x="107529" y="102227"/>
                  <a:pt x="94101" y="111621"/>
                </a:cubicBezTo>
                <a:cubicBezTo>
                  <a:pt x="80672" y="121059"/>
                  <a:pt x="66792" y="124074"/>
                  <a:pt x="52461" y="120783"/>
                </a:cubicBezTo>
                <a:cubicBezTo>
                  <a:pt x="38115" y="117418"/>
                  <a:pt x="25604" y="108199"/>
                  <a:pt x="15016" y="93125"/>
                </a:cubicBezTo>
                <a:cubicBezTo>
                  <a:pt x="4442" y="77992"/>
                  <a:pt x="0" y="63093"/>
                  <a:pt x="1762" y="48470"/>
                </a:cubicBezTo>
                <a:cubicBezTo>
                  <a:pt x="3525" y="33848"/>
                  <a:pt x="11156" y="21788"/>
                  <a:pt x="24585" y="12394"/>
                </a:cubicBezTo>
                <a:close/>
                <a:moveTo>
                  <a:pt x="24585" y="123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F4EED-E089-455F-9CFE-19F35CB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702" y="2988799"/>
            <a:ext cx="100713" cy="92673"/>
          </a:xfrm>
          <a:custGeom xmlns:a="http://schemas.openxmlformats.org/drawingml/2006/main">
            <a:pathLst>
              <a:path w="100713" h="92673">
                <a:moveTo>
                  <a:pt x="11841" y="0"/>
                </a:moveTo>
                <a:lnTo>
                  <a:pt x="26114" y="20361"/>
                </a:lnTo>
                <a:lnTo>
                  <a:pt x="50407" y="3350"/>
                </a:lnTo>
                <a:lnTo>
                  <a:pt x="56845" y="12511"/>
                </a:lnTo>
                <a:lnTo>
                  <a:pt x="32551" y="29522"/>
                </a:lnTo>
                <a:lnTo>
                  <a:pt x="59860" y="68438"/>
                </a:lnTo>
                <a:cubicBezTo>
                  <a:pt x="63952" y="74308"/>
                  <a:pt x="67360" y="77483"/>
                  <a:pt x="70157" y="78051"/>
                </a:cubicBezTo>
                <a:cubicBezTo>
                  <a:pt x="72938" y="78619"/>
                  <a:pt x="76754" y="77148"/>
                  <a:pt x="81706" y="73725"/>
                </a:cubicBezTo>
                <a:lnTo>
                  <a:pt x="93766" y="65248"/>
                </a:lnTo>
                <a:lnTo>
                  <a:pt x="100713" y="75094"/>
                </a:lnTo>
                <a:lnTo>
                  <a:pt x="88581" y="83570"/>
                </a:lnTo>
                <a:cubicBezTo>
                  <a:pt x="79492" y="89950"/>
                  <a:pt x="72035" y="92673"/>
                  <a:pt x="66166" y="91712"/>
                </a:cubicBezTo>
                <a:cubicBezTo>
                  <a:pt x="60369" y="90692"/>
                  <a:pt x="54281" y="85741"/>
                  <a:pt x="48019" y="76754"/>
                </a:cubicBezTo>
                <a:lnTo>
                  <a:pt x="20711" y="37838"/>
                </a:lnTo>
                <a:lnTo>
                  <a:pt x="12074" y="43868"/>
                </a:lnTo>
                <a:lnTo>
                  <a:pt x="5636" y="34707"/>
                </a:lnTo>
                <a:lnTo>
                  <a:pt x="14288" y="28677"/>
                </a:lnTo>
                <a:lnTo>
                  <a:pt x="0" y="8302"/>
                </a:lnTo>
                <a:lnTo>
                  <a:pt x="11841" y="0"/>
                </a:lnTo>
                <a:close/>
                <a:moveTo>
                  <a:pt x="1184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837B0-1C10-4A4B-86D7-0C60B93F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565" y="2945339"/>
            <a:ext cx="130002" cy="107980"/>
          </a:xfrm>
          <a:custGeom xmlns:a="http://schemas.openxmlformats.org/drawingml/2006/main">
            <a:pathLst>
              <a:path w="130002" h="107980">
                <a:moveTo>
                  <a:pt x="99620" y="22575"/>
                </a:moveTo>
                <a:lnTo>
                  <a:pt x="130002" y="65875"/>
                </a:lnTo>
                <a:lnTo>
                  <a:pt x="118219" y="74118"/>
                </a:lnTo>
                <a:lnTo>
                  <a:pt x="88129" y="31226"/>
                </a:lnTo>
                <a:cubicBezTo>
                  <a:pt x="83352" y="24395"/>
                  <a:pt x="78458" y="20245"/>
                  <a:pt x="73448" y="18774"/>
                </a:cubicBezTo>
                <a:cubicBezTo>
                  <a:pt x="68438" y="17230"/>
                  <a:pt x="63268" y="18366"/>
                  <a:pt x="57966" y="22065"/>
                </a:cubicBezTo>
                <a:cubicBezTo>
                  <a:pt x="51660" y="26507"/>
                  <a:pt x="48019" y="32085"/>
                  <a:pt x="47218" y="38683"/>
                </a:cubicBezTo>
                <a:cubicBezTo>
                  <a:pt x="46358" y="45339"/>
                  <a:pt x="48412" y="52170"/>
                  <a:pt x="53306" y="59161"/>
                </a:cubicBezTo>
                <a:lnTo>
                  <a:pt x="81750" y="99664"/>
                </a:lnTo>
                <a:lnTo>
                  <a:pt x="69865" y="107980"/>
                </a:lnTo>
                <a:lnTo>
                  <a:pt x="0" y="8302"/>
                </a:lnTo>
                <a:lnTo>
                  <a:pt x="11826" y="0"/>
                </a:lnTo>
                <a:lnTo>
                  <a:pt x="39251" y="39076"/>
                </a:lnTo>
                <a:cubicBezTo>
                  <a:pt x="39076" y="32828"/>
                  <a:pt x="40110" y="27250"/>
                  <a:pt x="42441" y="22473"/>
                </a:cubicBezTo>
                <a:cubicBezTo>
                  <a:pt x="44771" y="17637"/>
                  <a:pt x="48412" y="13472"/>
                  <a:pt x="53422" y="9947"/>
                </a:cubicBezTo>
                <a:cubicBezTo>
                  <a:pt x="61666" y="4209"/>
                  <a:pt x="69691" y="2389"/>
                  <a:pt x="77483" y="4486"/>
                </a:cubicBezTo>
                <a:cubicBezTo>
                  <a:pt x="85275" y="6656"/>
                  <a:pt x="92673" y="12627"/>
                  <a:pt x="99620" y="22575"/>
                </a:cubicBezTo>
                <a:close/>
                <a:moveTo>
                  <a:pt x="99620" y="225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1F39B-E2F2-47CB-B18A-90A42797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696" y="2891232"/>
            <a:ext cx="97407" cy="93926"/>
          </a:xfrm>
          <a:custGeom xmlns:a="http://schemas.openxmlformats.org/drawingml/2006/main">
            <a:pathLst>
              <a:path w="97407" h="93926">
                <a:moveTo>
                  <a:pt x="75502" y="21672"/>
                </a:moveTo>
                <a:lnTo>
                  <a:pt x="79536" y="27425"/>
                </a:lnTo>
                <a:lnTo>
                  <a:pt x="25371" y="65423"/>
                </a:lnTo>
                <a:cubicBezTo>
                  <a:pt x="31576" y="73157"/>
                  <a:pt x="38348" y="77657"/>
                  <a:pt x="45688" y="78852"/>
                </a:cubicBezTo>
                <a:cubicBezTo>
                  <a:pt x="53029" y="79988"/>
                  <a:pt x="60646" y="77876"/>
                  <a:pt x="68438" y="72370"/>
                </a:cubicBezTo>
                <a:cubicBezTo>
                  <a:pt x="72997" y="69239"/>
                  <a:pt x="76973" y="65598"/>
                  <a:pt x="80454" y="61491"/>
                </a:cubicBezTo>
                <a:cubicBezTo>
                  <a:pt x="83920" y="57398"/>
                  <a:pt x="86993" y="52796"/>
                  <a:pt x="89600" y="47611"/>
                </a:cubicBezTo>
                <a:lnTo>
                  <a:pt x="97407" y="58767"/>
                </a:lnTo>
                <a:cubicBezTo>
                  <a:pt x="94436" y="63544"/>
                  <a:pt x="91027" y="67928"/>
                  <a:pt x="87270" y="71963"/>
                </a:cubicBezTo>
                <a:cubicBezTo>
                  <a:pt x="83512" y="76055"/>
                  <a:pt x="79303" y="79696"/>
                  <a:pt x="74759" y="82886"/>
                </a:cubicBezTo>
                <a:cubicBezTo>
                  <a:pt x="63326" y="90911"/>
                  <a:pt x="51893" y="93926"/>
                  <a:pt x="40562" y="91930"/>
                </a:cubicBezTo>
                <a:cubicBezTo>
                  <a:pt x="29187" y="89993"/>
                  <a:pt x="19516" y="83294"/>
                  <a:pt x="11550" y="71904"/>
                </a:cubicBezTo>
                <a:cubicBezTo>
                  <a:pt x="3364" y="60195"/>
                  <a:pt x="0" y="48645"/>
                  <a:pt x="1486" y="37314"/>
                </a:cubicBezTo>
                <a:cubicBezTo>
                  <a:pt x="3015" y="25997"/>
                  <a:pt x="9161" y="16560"/>
                  <a:pt x="19910" y="8986"/>
                </a:cubicBezTo>
                <a:cubicBezTo>
                  <a:pt x="29522" y="2214"/>
                  <a:pt x="39368" y="0"/>
                  <a:pt x="49330" y="2272"/>
                </a:cubicBezTo>
                <a:cubicBezTo>
                  <a:pt x="59277" y="4544"/>
                  <a:pt x="68045" y="10982"/>
                  <a:pt x="75502" y="21672"/>
                </a:cubicBezTo>
                <a:close/>
                <a:moveTo>
                  <a:pt x="61272" y="26449"/>
                </a:moveTo>
                <a:cubicBezTo>
                  <a:pt x="56728" y="20084"/>
                  <a:pt x="51325" y="16210"/>
                  <a:pt x="45062" y="14841"/>
                </a:cubicBezTo>
                <a:cubicBezTo>
                  <a:pt x="38858" y="13487"/>
                  <a:pt x="32828" y="14783"/>
                  <a:pt x="27032" y="18890"/>
                </a:cubicBezTo>
                <a:cubicBezTo>
                  <a:pt x="20419" y="23492"/>
                  <a:pt x="16501" y="29012"/>
                  <a:pt x="15132" y="35493"/>
                </a:cubicBezTo>
                <a:cubicBezTo>
                  <a:pt x="13822" y="41989"/>
                  <a:pt x="15191" y="48805"/>
                  <a:pt x="19342" y="55986"/>
                </a:cubicBezTo>
                <a:lnTo>
                  <a:pt x="61272" y="26449"/>
                </a:lnTo>
                <a:close/>
                <a:moveTo>
                  <a:pt x="61272" y="2644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A099A-6264-4EA7-BD81-F084110E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047" y="2836266"/>
            <a:ext cx="62117" cy="102242"/>
          </a:xfrm>
          <a:custGeom xmlns:a="http://schemas.openxmlformats.org/drawingml/2006/main">
            <a:pathLst>
              <a:path w="62117" h="102242">
                <a:moveTo>
                  <a:pt x="49723" y="12016"/>
                </a:moveTo>
                <a:cubicBezTo>
                  <a:pt x="47844" y="12176"/>
                  <a:pt x="46023" y="12642"/>
                  <a:pt x="44203" y="13370"/>
                </a:cubicBezTo>
                <a:cubicBezTo>
                  <a:pt x="42382" y="14113"/>
                  <a:pt x="40562" y="15132"/>
                  <a:pt x="38683" y="16443"/>
                </a:cubicBezTo>
                <a:cubicBezTo>
                  <a:pt x="32027" y="21118"/>
                  <a:pt x="28386" y="26857"/>
                  <a:pt x="27876" y="33687"/>
                </a:cubicBezTo>
                <a:cubicBezTo>
                  <a:pt x="27352" y="40518"/>
                  <a:pt x="29915" y="48019"/>
                  <a:pt x="35610" y="56102"/>
                </a:cubicBezTo>
                <a:lnTo>
                  <a:pt x="62117" y="93940"/>
                </a:lnTo>
                <a:lnTo>
                  <a:pt x="50291" y="102242"/>
                </a:lnTo>
                <a:lnTo>
                  <a:pt x="0" y="30498"/>
                </a:lnTo>
                <a:lnTo>
                  <a:pt x="11826" y="22196"/>
                </a:lnTo>
                <a:lnTo>
                  <a:pt x="19618" y="33338"/>
                </a:lnTo>
                <a:cubicBezTo>
                  <a:pt x="19050" y="27206"/>
                  <a:pt x="20026" y="21745"/>
                  <a:pt x="22517" y="16851"/>
                </a:cubicBezTo>
                <a:cubicBezTo>
                  <a:pt x="25022" y="11957"/>
                  <a:pt x="29129" y="7515"/>
                  <a:pt x="34751" y="3539"/>
                </a:cubicBezTo>
                <a:cubicBezTo>
                  <a:pt x="35610" y="2957"/>
                  <a:pt x="36513" y="2389"/>
                  <a:pt x="37605" y="1762"/>
                </a:cubicBezTo>
                <a:cubicBezTo>
                  <a:pt x="38625" y="1194"/>
                  <a:pt x="39819" y="568"/>
                  <a:pt x="41188" y="0"/>
                </a:cubicBezTo>
                <a:lnTo>
                  <a:pt x="49723" y="12016"/>
                </a:lnTo>
                <a:close/>
                <a:moveTo>
                  <a:pt x="49723" y="1201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2CE80-E9F7-459E-B3E6-5F0E3BBD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71" y="2798661"/>
            <a:ext cx="88872" cy="102752"/>
          </a:xfrm>
          <a:custGeom xmlns:a="http://schemas.openxmlformats.org/drawingml/2006/main">
            <a:pathLst>
              <a:path w="88872" h="102752">
                <a:moveTo>
                  <a:pt x="44319" y="0"/>
                </a:moveTo>
                <a:lnTo>
                  <a:pt x="52170" y="11156"/>
                </a:lnTo>
                <a:cubicBezTo>
                  <a:pt x="47626" y="11783"/>
                  <a:pt x="43300" y="12919"/>
                  <a:pt x="39091" y="14623"/>
                </a:cubicBezTo>
                <a:cubicBezTo>
                  <a:pt x="34940" y="16268"/>
                  <a:pt x="30891" y="18439"/>
                  <a:pt x="27032" y="21118"/>
                </a:cubicBezTo>
                <a:cubicBezTo>
                  <a:pt x="21220" y="25211"/>
                  <a:pt x="17463" y="29187"/>
                  <a:pt x="15759" y="33061"/>
                </a:cubicBezTo>
                <a:cubicBezTo>
                  <a:pt x="14113" y="36877"/>
                  <a:pt x="14506" y="40562"/>
                  <a:pt x="17069" y="44203"/>
                </a:cubicBezTo>
                <a:cubicBezTo>
                  <a:pt x="18948" y="46941"/>
                  <a:pt x="21512" y="48368"/>
                  <a:pt x="24701" y="48427"/>
                </a:cubicBezTo>
                <a:cubicBezTo>
                  <a:pt x="27876" y="48529"/>
                  <a:pt x="33119" y="47058"/>
                  <a:pt x="40460" y="44043"/>
                </a:cubicBezTo>
                <a:lnTo>
                  <a:pt x="45120" y="42106"/>
                </a:lnTo>
                <a:cubicBezTo>
                  <a:pt x="54733" y="38013"/>
                  <a:pt x="62467" y="36353"/>
                  <a:pt x="68278" y="37154"/>
                </a:cubicBezTo>
                <a:cubicBezTo>
                  <a:pt x="74074" y="37955"/>
                  <a:pt x="79026" y="41305"/>
                  <a:pt x="83119" y="47174"/>
                </a:cubicBezTo>
                <a:cubicBezTo>
                  <a:pt x="87794" y="53830"/>
                  <a:pt x="88872" y="60937"/>
                  <a:pt x="86309" y="68555"/>
                </a:cubicBezTo>
                <a:cubicBezTo>
                  <a:pt x="83745" y="76128"/>
                  <a:pt x="77890" y="83119"/>
                  <a:pt x="68671" y="89615"/>
                </a:cubicBezTo>
                <a:cubicBezTo>
                  <a:pt x="64797" y="92280"/>
                  <a:pt x="60530" y="94727"/>
                  <a:pt x="55869" y="96897"/>
                </a:cubicBezTo>
                <a:cubicBezTo>
                  <a:pt x="51150" y="99052"/>
                  <a:pt x="45965" y="101048"/>
                  <a:pt x="40343" y="102752"/>
                </a:cubicBezTo>
                <a:lnTo>
                  <a:pt x="31809" y="90576"/>
                </a:lnTo>
                <a:cubicBezTo>
                  <a:pt x="37780" y="89775"/>
                  <a:pt x="43242" y="88479"/>
                  <a:pt x="48252" y="86658"/>
                </a:cubicBezTo>
                <a:cubicBezTo>
                  <a:pt x="53247" y="84838"/>
                  <a:pt x="57864" y="82434"/>
                  <a:pt x="62015" y="79536"/>
                </a:cubicBezTo>
                <a:cubicBezTo>
                  <a:pt x="67535" y="75677"/>
                  <a:pt x="71118" y="71686"/>
                  <a:pt x="72764" y="67710"/>
                </a:cubicBezTo>
                <a:cubicBezTo>
                  <a:pt x="74482" y="63719"/>
                  <a:pt x="74074" y="60020"/>
                  <a:pt x="71628" y="56554"/>
                </a:cubicBezTo>
                <a:cubicBezTo>
                  <a:pt x="69414" y="53364"/>
                  <a:pt x="66618" y="51660"/>
                  <a:pt x="63268" y="51441"/>
                </a:cubicBezTo>
                <a:cubicBezTo>
                  <a:pt x="59918" y="51267"/>
                  <a:pt x="54048" y="52912"/>
                  <a:pt x="45630" y="56437"/>
                </a:cubicBezTo>
                <a:lnTo>
                  <a:pt x="40853" y="58374"/>
                </a:lnTo>
                <a:cubicBezTo>
                  <a:pt x="32435" y="61957"/>
                  <a:pt x="25546" y="63268"/>
                  <a:pt x="20026" y="62365"/>
                </a:cubicBezTo>
                <a:cubicBezTo>
                  <a:pt x="14564" y="61447"/>
                  <a:pt x="9904" y="58258"/>
                  <a:pt x="6030" y="52679"/>
                </a:cubicBezTo>
                <a:cubicBezTo>
                  <a:pt x="1253" y="45922"/>
                  <a:pt x="0" y="39033"/>
                  <a:pt x="2228" y="32042"/>
                </a:cubicBezTo>
                <a:cubicBezTo>
                  <a:pt x="4442" y="25036"/>
                  <a:pt x="9962" y="18439"/>
                  <a:pt x="18715" y="12234"/>
                </a:cubicBezTo>
                <a:cubicBezTo>
                  <a:pt x="23099" y="9219"/>
                  <a:pt x="27425" y="6656"/>
                  <a:pt x="31692" y="4617"/>
                </a:cubicBezTo>
                <a:cubicBezTo>
                  <a:pt x="36018" y="2505"/>
                  <a:pt x="40227" y="1034"/>
                  <a:pt x="44319" y="0"/>
                </a:cubicBezTo>
                <a:close/>
                <a:moveTo>
                  <a:pt x="4431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4303C-1521-4F9A-AF12-8A2AB29F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466" y="3410264"/>
            <a:ext cx="82711" cy="123797"/>
          </a:xfrm>
          <a:custGeom xmlns:a="http://schemas.openxmlformats.org/drawingml/2006/main">
            <a:pathLst>
              <a:path w="82711" h="123797">
                <a:moveTo>
                  <a:pt x="17914" y="18875"/>
                </a:moveTo>
                <a:lnTo>
                  <a:pt x="26114" y="62001"/>
                </a:lnTo>
                <a:lnTo>
                  <a:pt x="45616" y="58301"/>
                </a:lnTo>
                <a:cubicBezTo>
                  <a:pt x="52854" y="56947"/>
                  <a:pt x="58083" y="53990"/>
                  <a:pt x="61331" y="49548"/>
                </a:cubicBezTo>
                <a:cubicBezTo>
                  <a:pt x="64564" y="45048"/>
                  <a:pt x="65540" y="39368"/>
                  <a:pt x="64229" y="32420"/>
                </a:cubicBezTo>
                <a:cubicBezTo>
                  <a:pt x="62918" y="25531"/>
                  <a:pt x="59962" y="20638"/>
                  <a:pt x="55286" y="17623"/>
                </a:cubicBezTo>
                <a:cubicBezTo>
                  <a:pt x="50626" y="14608"/>
                  <a:pt x="44713" y="13822"/>
                  <a:pt x="37489" y="15176"/>
                </a:cubicBezTo>
                <a:lnTo>
                  <a:pt x="17914" y="18875"/>
                </a:lnTo>
                <a:close/>
                <a:moveTo>
                  <a:pt x="0" y="9044"/>
                </a:moveTo>
                <a:lnTo>
                  <a:pt x="35042" y="2432"/>
                </a:lnTo>
                <a:cubicBezTo>
                  <a:pt x="47902" y="0"/>
                  <a:pt x="58199" y="1078"/>
                  <a:pt x="65875" y="5622"/>
                </a:cubicBezTo>
                <a:cubicBezTo>
                  <a:pt x="73550" y="10239"/>
                  <a:pt x="78444" y="18089"/>
                  <a:pt x="80614" y="29347"/>
                </a:cubicBezTo>
                <a:cubicBezTo>
                  <a:pt x="82711" y="40664"/>
                  <a:pt x="81065" y="49825"/>
                  <a:pt x="75546" y="56889"/>
                </a:cubicBezTo>
                <a:cubicBezTo>
                  <a:pt x="70084" y="63879"/>
                  <a:pt x="60923" y="68657"/>
                  <a:pt x="48004" y="71045"/>
                </a:cubicBezTo>
                <a:lnTo>
                  <a:pt x="28503" y="74744"/>
                </a:lnTo>
                <a:lnTo>
                  <a:pt x="37197" y="120884"/>
                </a:lnTo>
                <a:lnTo>
                  <a:pt x="21672" y="123797"/>
                </a:lnTo>
                <a:lnTo>
                  <a:pt x="0" y="9044"/>
                </a:lnTo>
                <a:close/>
                <a:moveTo>
                  <a:pt x="0" y="90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12F70-9C2B-47BE-AF3A-9D6EC292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411" y="3398423"/>
            <a:ext cx="37212" cy="117709"/>
          </a:xfrm>
          <a:custGeom xmlns:a="http://schemas.openxmlformats.org/drawingml/2006/main">
            <a:pathLst>
              <a:path w="37212" h="117709">
                <a:moveTo>
                  <a:pt x="0" y="2957"/>
                </a:moveTo>
                <a:lnTo>
                  <a:pt x="15482" y="0"/>
                </a:lnTo>
                <a:lnTo>
                  <a:pt x="37212" y="114753"/>
                </a:lnTo>
                <a:lnTo>
                  <a:pt x="21672" y="117709"/>
                </a:lnTo>
                <a:lnTo>
                  <a:pt x="0" y="2957"/>
                </a:lnTo>
                <a:close/>
                <a:moveTo>
                  <a:pt x="0" y="295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713C1-A037-4520-A283-43100AAA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445" y="3451554"/>
            <a:ext cx="43810" cy="20434"/>
          </a:xfrm>
          <a:custGeom xmlns:a="http://schemas.openxmlformats.org/drawingml/2006/main">
            <a:pathLst>
              <a:path w="43810" h="20434">
                <a:moveTo>
                  <a:pt x="0" y="7850"/>
                </a:moveTo>
                <a:lnTo>
                  <a:pt x="41421" y="0"/>
                </a:lnTo>
                <a:lnTo>
                  <a:pt x="43810" y="12642"/>
                </a:lnTo>
                <a:lnTo>
                  <a:pt x="2330" y="20434"/>
                </a:lnTo>
                <a:lnTo>
                  <a:pt x="0" y="7850"/>
                </a:lnTo>
                <a:close/>
                <a:moveTo>
                  <a:pt x="0" y="78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5C4498-320A-42EA-9164-8898155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615" y="3372760"/>
            <a:ext cx="111112" cy="123856"/>
          </a:xfrm>
          <a:custGeom xmlns:a="http://schemas.openxmlformats.org/drawingml/2006/main">
            <a:pathLst>
              <a:path w="111112" h="123856">
                <a:moveTo>
                  <a:pt x="65933" y="59743"/>
                </a:moveTo>
                <a:cubicBezTo>
                  <a:pt x="69530" y="60253"/>
                  <a:pt x="73215" y="62073"/>
                  <a:pt x="77031" y="65147"/>
                </a:cubicBezTo>
                <a:cubicBezTo>
                  <a:pt x="80905" y="68278"/>
                  <a:pt x="84998" y="72705"/>
                  <a:pt x="89440" y="78575"/>
                </a:cubicBezTo>
                <a:lnTo>
                  <a:pt x="111112" y="106961"/>
                </a:lnTo>
                <a:lnTo>
                  <a:pt x="94392" y="110150"/>
                </a:lnTo>
                <a:lnTo>
                  <a:pt x="74191" y="83469"/>
                </a:lnTo>
                <a:cubicBezTo>
                  <a:pt x="68948" y="76463"/>
                  <a:pt x="64287" y="72079"/>
                  <a:pt x="60253" y="70273"/>
                </a:cubicBezTo>
                <a:cubicBezTo>
                  <a:pt x="56204" y="68394"/>
                  <a:pt x="51150" y="68045"/>
                  <a:pt x="45004" y="69239"/>
                </a:cubicBezTo>
                <a:lnTo>
                  <a:pt x="28051" y="72429"/>
                </a:lnTo>
                <a:lnTo>
                  <a:pt x="37212" y="120957"/>
                </a:lnTo>
                <a:lnTo>
                  <a:pt x="21672" y="123856"/>
                </a:lnTo>
                <a:lnTo>
                  <a:pt x="0" y="9103"/>
                </a:lnTo>
                <a:lnTo>
                  <a:pt x="35042" y="2447"/>
                </a:lnTo>
                <a:cubicBezTo>
                  <a:pt x="48194" y="0"/>
                  <a:pt x="58491" y="918"/>
                  <a:pt x="65991" y="5185"/>
                </a:cubicBezTo>
                <a:cubicBezTo>
                  <a:pt x="73506" y="9394"/>
                  <a:pt x="78284" y="17069"/>
                  <a:pt x="80395" y="28168"/>
                </a:cubicBezTo>
                <a:cubicBezTo>
                  <a:pt x="81750" y="35391"/>
                  <a:pt x="81182" y="41712"/>
                  <a:pt x="78735" y="47116"/>
                </a:cubicBezTo>
                <a:cubicBezTo>
                  <a:pt x="76288" y="52519"/>
                  <a:pt x="72021" y="56728"/>
                  <a:pt x="65933" y="59743"/>
                </a:cubicBezTo>
                <a:close/>
                <a:moveTo>
                  <a:pt x="17929" y="18948"/>
                </a:moveTo>
                <a:lnTo>
                  <a:pt x="25662" y="59685"/>
                </a:lnTo>
                <a:lnTo>
                  <a:pt x="45179" y="55986"/>
                </a:lnTo>
                <a:cubicBezTo>
                  <a:pt x="52621" y="54558"/>
                  <a:pt x="57981" y="51776"/>
                  <a:pt x="61156" y="47567"/>
                </a:cubicBezTo>
                <a:cubicBezTo>
                  <a:pt x="64287" y="43416"/>
                  <a:pt x="65263" y="37955"/>
                  <a:pt x="64011" y="31241"/>
                </a:cubicBezTo>
                <a:cubicBezTo>
                  <a:pt x="62700" y="24526"/>
                  <a:pt x="59845" y="19866"/>
                  <a:pt x="55418" y="17128"/>
                </a:cubicBezTo>
                <a:cubicBezTo>
                  <a:pt x="50917" y="14448"/>
                  <a:pt x="44946" y="13822"/>
                  <a:pt x="37489" y="15249"/>
                </a:cubicBezTo>
                <a:lnTo>
                  <a:pt x="17929" y="18948"/>
                </a:lnTo>
                <a:close/>
                <a:moveTo>
                  <a:pt x="17929" y="189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CAC6D-4C79-4409-8B85-54F8EB2F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158" y="3353477"/>
            <a:ext cx="105199" cy="126361"/>
          </a:xfrm>
          <a:custGeom xmlns:a="http://schemas.openxmlformats.org/drawingml/2006/main">
            <a:pathLst>
              <a:path w="105199" h="126361">
                <a:moveTo>
                  <a:pt x="33789" y="16953"/>
                </a:moveTo>
                <a:lnTo>
                  <a:pt x="23551" y="78051"/>
                </a:lnTo>
                <a:lnTo>
                  <a:pt x="65715" y="70040"/>
                </a:lnTo>
                <a:lnTo>
                  <a:pt x="33789" y="16953"/>
                </a:lnTo>
                <a:close/>
                <a:moveTo>
                  <a:pt x="22123" y="3306"/>
                </a:moveTo>
                <a:lnTo>
                  <a:pt x="39761" y="0"/>
                </a:lnTo>
                <a:lnTo>
                  <a:pt x="105199" y="106509"/>
                </a:lnTo>
                <a:lnTo>
                  <a:pt x="89032" y="109524"/>
                </a:lnTo>
                <a:lnTo>
                  <a:pt x="73055" y="82041"/>
                </a:lnTo>
                <a:lnTo>
                  <a:pt x="21279" y="91828"/>
                </a:lnTo>
                <a:lnTo>
                  <a:pt x="16385" y="123229"/>
                </a:lnTo>
                <a:lnTo>
                  <a:pt x="0" y="126361"/>
                </a:lnTo>
                <a:lnTo>
                  <a:pt x="22123" y="3306"/>
                </a:lnTo>
                <a:close/>
                <a:moveTo>
                  <a:pt x="22123" y="33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7AA6D-B751-47E4-B53B-F8D7F11A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405" y="3332941"/>
            <a:ext cx="82711" cy="123856"/>
          </a:xfrm>
          <a:custGeom xmlns:a="http://schemas.openxmlformats.org/drawingml/2006/main">
            <a:pathLst>
              <a:path w="82711" h="123856">
                <a:moveTo>
                  <a:pt x="17914" y="18890"/>
                </a:moveTo>
                <a:lnTo>
                  <a:pt x="26056" y="62015"/>
                </a:lnTo>
                <a:lnTo>
                  <a:pt x="45630" y="58316"/>
                </a:lnTo>
                <a:cubicBezTo>
                  <a:pt x="52854" y="56947"/>
                  <a:pt x="58083" y="54048"/>
                  <a:pt x="61272" y="49548"/>
                </a:cubicBezTo>
                <a:cubicBezTo>
                  <a:pt x="64564" y="45062"/>
                  <a:pt x="65540" y="39368"/>
                  <a:pt x="64229" y="32420"/>
                </a:cubicBezTo>
                <a:cubicBezTo>
                  <a:pt x="62918" y="25604"/>
                  <a:pt x="59903" y="20652"/>
                  <a:pt x="55301" y="17637"/>
                </a:cubicBezTo>
                <a:cubicBezTo>
                  <a:pt x="50626" y="14681"/>
                  <a:pt x="44713" y="13822"/>
                  <a:pt x="37430" y="15249"/>
                </a:cubicBezTo>
                <a:lnTo>
                  <a:pt x="17914" y="18890"/>
                </a:lnTo>
                <a:close/>
                <a:moveTo>
                  <a:pt x="0" y="9103"/>
                </a:moveTo>
                <a:lnTo>
                  <a:pt x="35042" y="2447"/>
                </a:lnTo>
                <a:cubicBezTo>
                  <a:pt x="47902" y="0"/>
                  <a:pt x="58199" y="1078"/>
                  <a:pt x="65875" y="5695"/>
                </a:cubicBezTo>
                <a:cubicBezTo>
                  <a:pt x="73565" y="10239"/>
                  <a:pt x="78444" y="18147"/>
                  <a:pt x="80614" y="29362"/>
                </a:cubicBezTo>
                <a:cubicBezTo>
                  <a:pt x="82711" y="40678"/>
                  <a:pt x="81065" y="49898"/>
                  <a:pt x="75546" y="56889"/>
                </a:cubicBezTo>
                <a:cubicBezTo>
                  <a:pt x="70084" y="63952"/>
                  <a:pt x="60865" y="68671"/>
                  <a:pt x="48019" y="71118"/>
                </a:cubicBezTo>
                <a:lnTo>
                  <a:pt x="28503" y="74817"/>
                </a:lnTo>
                <a:lnTo>
                  <a:pt x="37197" y="120899"/>
                </a:lnTo>
                <a:lnTo>
                  <a:pt x="21672" y="123856"/>
                </a:lnTo>
                <a:lnTo>
                  <a:pt x="0" y="9103"/>
                </a:lnTo>
                <a:close/>
                <a:moveTo>
                  <a:pt x="0" y="910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EE12C-268B-4676-9F1E-2D553A63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350" y="3315012"/>
            <a:ext cx="82726" cy="123856"/>
          </a:xfrm>
          <a:custGeom xmlns:a="http://schemas.openxmlformats.org/drawingml/2006/main">
            <a:pathLst>
              <a:path w="82726" h="123856">
                <a:moveTo>
                  <a:pt x="17929" y="18890"/>
                </a:moveTo>
                <a:lnTo>
                  <a:pt x="26056" y="62015"/>
                </a:lnTo>
                <a:lnTo>
                  <a:pt x="45572" y="58316"/>
                </a:lnTo>
                <a:cubicBezTo>
                  <a:pt x="52796" y="56961"/>
                  <a:pt x="58039" y="54048"/>
                  <a:pt x="61272" y="49563"/>
                </a:cubicBezTo>
                <a:cubicBezTo>
                  <a:pt x="64520" y="45062"/>
                  <a:pt x="65482" y="39382"/>
                  <a:pt x="64171" y="32435"/>
                </a:cubicBezTo>
                <a:cubicBezTo>
                  <a:pt x="62874" y="25546"/>
                  <a:pt x="59918" y="20652"/>
                  <a:pt x="55243" y="17637"/>
                </a:cubicBezTo>
                <a:cubicBezTo>
                  <a:pt x="50582" y="14623"/>
                  <a:pt x="44669" y="13836"/>
                  <a:pt x="37445" y="15191"/>
                </a:cubicBezTo>
                <a:lnTo>
                  <a:pt x="17929" y="18890"/>
                </a:lnTo>
                <a:close/>
                <a:moveTo>
                  <a:pt x="0" y="9059"/>
                </a:moveTo>
                <a:lnTo>
                  <a:pt x="35042" y="2447"/>
                </a:lnTo>
                <a:cubicBezTo>
                  <a:pt x="47902" y="0"/>
                  <a:pt x="58141" y="1092"/>
                  <a:pt x="65831" y="5636"/>
                </a:cubicBezTo>
                <a:cubicBezTo>
                  <a:pt x="73565" y="10253"/>
                  <a:pt x="78458" y="18162"/>
                  <a:pt x="80570" y="29362"/>
                </a:cubicBezTo>
                <a:cubicBezTo>
                  <a:pt x="82726" y="40678"/>
                  <a:pt x="81022" y="49839"/>
                  <a:pt x="75560" y="56903"/>
                </a:cubicBezTo>
                <a:cubicBezTo>
                  <a:pt x="70040" y="63894"/>
                  <a:pt x="60879" y="68671"/>
                  <a:pt x="48019" y="71060"/>
                </a:cubicBezTo>
                <a:lnTo>
                  <a:pt x="28444" y="74759"/>
                </a:lnTo>
                <a:lnTo>
                  <a:pt x="37212" y="120899"/>
                </a:lnTo>
                <a:lnTo>
                  <a:pt x="21686" y="123856"/>
                </a:lnTo>
                <a:lnTo>
                  <a:pt x="0" y="9059"/>
                </a:lnTo>
                <a:close/>
                <a:moveTo>
                  <a:pt x="0" y="90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4FF4C-D244-4FC3-BA44-839494C0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097" y="3292205"/>
            <a:ext cx="113049" cy="125166"/>
          </a:xfrm>
          <a:custGeom xmlns:a="http://schemas.openxmlformats.org/drawingml/2006/main">
            <a:pathLst>
              <a:path w="113049" h="125166">
                <a:moveTo>
                  <a:pt x="47742" y="15642"/>
                </a:moveTo>
                <a:cubicBezTo>
                  <a:pt x="36469" y="17812"/>
                  <a:pt x="28284" y="23667"/>
                  <a:pt x="23216" y="33338"/>
                </a:cubicBezTo>
                <a:cubicBezTo>
                  <a:pt x="18205" y="43009"/>
                  <a:pt x="17069" y="55068"/>
                  <a:pt x="19808" y="69574"/>
                </a:cubicBezTo>
                <a:cubicBezTo>
                  <a:pt x="22531" y="84037"/>
                  <a:pt x="27993" y="94843"/>
                  <a:pt x="36193" y="102009"/>
                </a:cubicBezTo>
                <a:cubicBezTo>
                  <a:pt x="44436" y="109116"/>
                  <a:pt x="54165" y="111621"/>
                  <a:pt x="65496" y="109524"/>
                </a:cubicBezTo>
                <a:cubicBezTo>
                  <a:pt x="76754" y="107412"/>
                  <a:pt x="84896" y="101499"/>
                  <a:pt x="89891" y="91887"/>
                </a:cubicBezTo>
                <a:cubicBezTo>
                  <a:pt x="94902" y="82216"/>
                  <a:pt x="96038" y="70142"/>
                  <a:pt x="93314" y="55694"/>
                </a:cubicBezTo>
                <a:cubicBezTo>
                  <a:pt x="90518" y="41188"/>
                  <a:pt x="85056" y="30381"/>
                  <a:pt x="76929" y="23216"/>
                </a:cubicBezTo>
                <a:cubicBezTo>
                  <a:pt x="68729" y="16050"/>
                  <a:pt x="59000" y="13545"/>
                  <a:pt x="47742" y="15642"/>
                </a:cubicBezTo>
                <a:close/>
                <a:moveTo>
                  <a:pt x="45354" y="3073"/>
                </a:moveTo>
                <a:cubicBezTo>
                  <a:pt x="61447" y="0"/>
                  <a:pt x="75327" y="2957"/>
                  <a:pt x="86993" y="11943"/>
                </a:cubicBezTo>
                <a:cubicBezTo>
                  <a:pt x="98659" y="20944"/>
                  <a:pt x="106218" y="34474"/>
                  <a:pt x="109641" y="52621"/>
                </a:cubicBezTo>
                <a:cubicBezTo>
                  <a:pt x="113049" y="70725"/>
                  <a:pt x="110952" y="86017"/>
                  <a:pt x="103378" y="98645"/>
                </a:cubicBezTo>
                <a:cubicBezTo>
                  <a:pt x="95761" y="111287"/>
                  <a:pt x="83920" y="119078"/>
                  <a:pt x="67885" y="122152"/>
                </a:cubicBezTo>
                <a:cubicBezTo>
                  <a:pt x="51718" y="125166"/>
                  <a:pt x="37780" y="122268"/>
                  <a:pt x="26114" y="113326"/>
                </a:cubicBezTo>
                <a:cubicBezTo>
                  <a:pt x="14404" y="104339"/>
                  <a:pt x="6831" y="90794"/>
                  <a:pt x="3423" y="72705"/>
                </a:cubicBezTo>
                <a:cubicBezTo>
                  <a:pt x="0" y="54558"/>
                  <a:pt x="2054" y="39193"/>
                  <a:pt x="9685" y="26565"/>
                </a:cubicBezTo>
                <a:cubicBezTo>
                  <a:pt x="17361" y="13938"/>
                  <a:pt x="29187" y="6088"/>
                  <a:pt x="45354" y="3073"/>
                </a:cubicBezTo>
                <a:close/>
                <a:moveTo>
                  <a:pt x="45354" y="307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750B4-6FAA-4CFD-B203-76EF2B32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166" y="3273606"/>
            <a:ext cx="111112" cy="123899"/>
          </a:xfrm>
          <a:custGeom xmlns:a="http://schemas.openxmlformats.org/drawingml/2006/main">
            <a:pathLst>
              <a:path w="111112" h="123899">
                <a:moveTo>
                  <a:pt x="65933" y="59787"/>
                </a:moveTo>
                <a:cubicBezTo>
                  <a:pt x="69516" y="60297"/>
                  <a:pt x="73215" y="62059"/>
                  <a:pt x="77031" y="65190"/>
                </a:cubicBezTo>
                <a:cubicBezTo>
                  <a:pt x="80891" y="68263"/>
                  <a:pt x="84998" y="72764"/>
                  <a:pt x="89425" y="78619"/>
                </a:cubicBezTo>
                <a:lnTo>
                  <a:pt x="111112" y="107005"/>
                </a:lnTo>
                <a:lnTo>
                  <a:pt x="94377" y="110136"/>
                </a:lnTo>
                <a:lnTo>
                  <a:pt x="74176" y="83454"/>
                </a:lnTo>
                <a:cubicBezTo>
                  <a:pt x="68890" y="76521"/>
                  <a:pt x="64287" y="72079"/>
                  <a:pt x="60238" y="70259"/>
                </a:cubicBezTo>
                <a:cubicBezTo>
                  <a:pt x="56204" y="68438"/>
                  <a:pt x="51136" y="68089"/>
                  <a:pt x="44946" y="69239"/>
                </a:cubicBezTo>
                <a:lnTo>
                  <a:pt x="28036" y="72414"/>
                </a:lnTo>
                <a:lnTo>
                  <a:pt x="37197" y="120943"/>
                </a:lnTo>
                <a:lnTo>
                  <a:pt x="21672" y="123899"/>
                </a:lnTo>
                <a:lnTo>
                  <a:pt x="0" y="9103"/>
                </a:lnTo>
                <a:lnTo>
                  <a:pt x="35042" y="2505"/>
                </a:lnTo>
                <a:cubicBezTo>
                  <a:pt x="48179" y="0"/>
                  <a:pt x="58476" y="903"/>
                  <a:pt x="65991" y="5170"/>
                </a:cubicBezTo>
                <a:cubicBezTo>
                  <a:pt x="73448" y="9438"/>
                  <a:pt x="78284" y="17113"/>
                  <a:pt x="80381" y="28153"/>
                </a:cubicBezTo>
                <a:cubicBezTo>
                  <a:pt x="81750" y="35377"/>
                  <a:pt x="81182" y="41698"/>
                  <a:pt x="78735" y="47101"/>
                </a:cubicBezTo>
                <a:cubicBezTo>
                  <a:pt x="76230" y="52505"/>
                  <a:pt x="72021" y="56714"/>
                  <a:pt x="65933" y="59787"/>
                </a:cubicBezTo>
                <a:close/>
                <a:moveTo>
                  <a:pt x="17914" y="18934"/>
                </a:moveTo>
                <a:lnTo>
                  <a:pt x="25648" y="59670"/>
                </a:lnTo>
                <a:lnTo>
                  <a:pt x="45164" y="55971"/>
                </a:lnTo>
                <a:cubicBezTo>
                  <a:pt x="52621" y="54558"/>
                  <a:pt x="57966" y="51762"/>
                  <a:pt x="61156" y="47611"/>
                </a:cubicBezTo>
                <a:cubicBezTo>
                  <a:pt x="64287" y="43402"/>
                  <a:pt x="65248" y="37940"/>
                  <a:pt x="63996" y="31226"/>
                </a:cubicBezTo>
                <a:cubicBezTo>
                  <a:pt x="62685" y="24570"/>
                  <a:pt x="59845" y="19851"/>
                  <a:pt x="55345" y="17171"/>
                </a:cubicBezTo>
                <a:cubicBezTo>
                  <a:pt x="50917" y="14506"/>
                  <a:pt x="44946" y="13822"/>
                  <a:pt x="37489" y="15249"/>
                </a:cubicBezTo>
                <a:lnTo>
                  <a:pt x="17914" y="18934"/>
                </a:lnTo>
                <a:close/>
                <a:moveTo>
                  <a:pt x="17914" y="1893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C092D-162A-45C3-8EDE-0D71B797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76" y="3287311"/>
            <a:ext cx="80221" cy="87051"/>
          </a:xfrm>
          <a:custGeom xmlns:a="http://schemas.openxmlformats.org/drawingml/2006/main">
            <a:pathLst>
              <a:path w="80221" h="87051">
                <a:moveTo>
                  <a:pt x="0" y="0"/>
                </a:moveTo>
                <a:lnTo>
                  <a:pt x="80221" y="0"/>
                </a:lnTo>
                <a:lnTo>
                  <a:pt x="80221" y="16953"/>
                </a:lnTo>
                <a:lnTo>
                  <a:pt x="51369" y="16953"/>
                </a:lnTo>
                <a:lnTo>
                  <a:pt x="51369" y="87051"/>
                </a:lnTo>
                <a:lnTo>
                  <a:pt x="28896" y="87051"/>
                </a:lnTo>
                <a:lnTo>
                  <a:pt x="28896" y="16953"/>
                </a:lnTo>
                <a:lnTo>
                  <a:pt x="0" y="16953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AA6BE-7B75-4957-BCC4-32C7F12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193" y="3307512"/>
            <a:ext cx="71802" cy="68555"/>
          </a:xfrm>
          <a:custGeom xmlns:a="http://schemas.openxmlformats.org/drawingml/2006/main">
            <a:pathLst>
              <a:path w="71802" h="68555">
                <a:moveTo>
                  <a:pt x="35959" y="14899"/>
                </a:moveTo>
                <a:cubicBezTo>
                  <a:pt x="31343" y="14899"/>
                  <a:pt x="27818" y="16560"/>
                  <a:pt x="25371" y="19910"/>
                </a:cubicBezTo>
                <a:cubicBezTo>
                  <a:pt x="22983" y="23216"/>
                  <a:pt x="21730" y="27993"/>
                  <a:pt x="21730" y="34241"/>
                </a:cubicBezTo>
                <a:cubicBezTo>
                  <a:pt x="21730" y="40504"/>
                  <a:pt x="22983" y="45339"/>
                  <a:pt x="25371" y="48645"/>
                </a:cubicBezTo>
                <a:cubicBezTo>
                  <a:pt x="27818" y="51995"/>
                  <a:pt x="31343" y="53641"/>
                  <a:pt x="35959" y="53641"/>
                </a:cubicBezTo>
                <a:cubicBezTo>
                  <a:pt x="40504" y="53641"/>
                  <a:pt x="43984" y="51995"/>
                  <a:pt x="46373" y="48645"/>
                </a:cubicBezTo>
                <a:cubicBezTo>
                  <a:pt x="48820" y="45339"/>
                  <a:pt x="50014" y="40504"/>
                  <a:pt x="50014" y="34241"/>
                </a:cubicBezTo>
                <a:cubicBezTo>
                  <a:pt x="50014" y="27993"/>
                  <a:pt x="48820" y="23216"/>
                  <a:pt x="46373" y="19910"/>
                </a:cubicBezTo>
                <a:cubicBezTo>
                  <a:pt x="43984" y="16560"/>
                  <a:pt x="40504" y="14899"/>
                  <a:pt x="35959" y="14899"/>
                </a:cubicBezTo>
                <a:close/>
                <a:moveTo>
                  <a:pt x="35959" y="0"/>
                </a:moveTo>
                <a:cubicBezTo>
                  <a:pt x="47218" y="0"/>
                  <a:pt x="55986" y="3015"/>
                  <a:pt x="62292" y="9103"/>
                </a:cubicBezTo>
                <a:cubicBezTo>
                  <a:pt x="68613" y="15132"/>
                  <a:pt x="71802" y="23551"/>
                  <a:pt x="71802" y="34241"/>
                </a:cubicBezTo>
                <a:cubicBezTo>
                  <a:pt x="71802" y="45004"/>
                  <a:pt x="68613" y="53422"/>
                  <a:pt x="62292" y="59452"/>
                </a:cubicBezTo>
                <a:cubicBezTo>
                  <a:pt x="55986" y="65540"/>
                  <a:pt x="47218" y="68555"/>
                  <a:pt x="35959" y="68555"/>
                </a:cubicBezTo>
                <a:cubicBezTo>
                  <a:pt x="24687" y="68555"/>
                  <a:pt x="15875" y="65540"/>
                  <a:pt x="9496" y="59452"/>
                </a:cubicBezTo>
                <a:cubicBezTo>
                  <a:pt x="3190" y="53422"/>
                  <a:pt x="0" y="45004"/>
                  <a:pt x="0" y="34241"/>
                </a:cubicBezTo>
                <a:cubicBezTo>
                  <a:pt x="0" y="23551"/>
                  <a:pt x="3190" y="15132"/>
                  <a:pt x="9496" y="9103"/>
                </a:cubicBezTo>
                <a:cubicBezTo>
                  <a:pt x="15875" y="3015"/>
                  <a:pt x="24687" y="0"/>
                  <a:pt x="35959" y="0"/>
                </a:cubicBezTo>
                <a:close/>
                <a:moveTo>
                  <a:pt x="3595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C8744-19A7-46CE-BF57-F5920F31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652" y="3290501"/>
            <a:ext cx="52796" cy="83862"/>
          </a:xfrm>
          <a:custGeom xmlns:a="http://schemas.openxmlformats.org/drawingml/2006/main">
            <a:pathLst>
              <a:path w="52796" h="83862">
                <a:moveTo>
                  <a:pt x="31284" y="0"/>
                </a:moveTo>
                <a:lnTo>
                  <a:pt x="31284" y="18540"/>
                </a:lnTo>
                <a:lnTo>
                  <a:pt x="52796" y="18540"/>
                </a:lnTo>
                <a:lnTo>
                  <a:pt x="52796" y="33513"/>
                </a:lnTo>
                <a:lnTo>
                  <a:pt x="31284" y="33513"/>
                </a:lnTo>
                <a:lnTo>
                  <a:pt x="31284" y="61156"/>
                </a:lnTo>
                <a:cubicBezTo>
                  <a:pt x="31284" y="64229"/>
                  <a:pt x="31852" y="66283"/>
                  <a:pt x="33047" y="67360"/>
                </a:cubicBezTo>
                <a:cubicBezTo>
                  <a:pt x="34299" y="68380"/>
                  <a:pt x="36688" y="68948"/>
                  <a:pt x="40271" y="68948"/>
                </a:cubicBezTo>
                <a:lnTo>
                  <a:pt x="50975" y="68948"/>
                </a:lnTo>
                <a:lnTo>
                  <a:pt x="50975" y="83862"/>
                </a:lnTo>
                <a:lnTo>
                  <a:pt x="33047" y="83862"/>
                </a:lnTo>
                <a:cubicBezTo>
                  <a:pt x="24861" y="83862"/>
                  <a:pt x="18992" y="82143"/>
                  <a:pt x="15584" y="78735"/>
                </a:cubicBezTo>
                <a:cubicBezTo>
                  <a:pt x="12118" y="75269"/>
                  <a:pt x="10414" y="69399"/>
                  <a:pt x="10414" y="61156"/>
                </a:cubicBezTo>
                <a:lnTo>
                  <a:pt x="10414" y="33513"/>
                </a:lnTo>
                <a:lnTo>
                  <a:pt x="0" y="33513"/>
                </a:lnTo>
                <a:lnTo>
                  <a:pt x="0" y="18540"/>
                </a:lnTo>
                <a:lnTo>
                  <a:pt x="10414" y="18540"/>
                </a:lnTo>
                <a:lnTo>
                  <a:pt x="10414" y="0"/>
                </a:lnTo>
                <a:lnTo>
                  <a:pt x="31284" y="0"/>
                </a:lnTo>
                <a:close/>
                <a:moveTo>
                  <a:pt x="312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5A574-1865-4CBA-8F23-7258B73D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298" y="3307512"/>
            <a:ext cx="66108" cy="68555"/>
          </a:xfrm>
          <a:custGeom xmlns:a="http://schemas.openxmlformats.org/drawingml/2006/main">
            <a:pathLst>
              <a:path w="66108" h="68555">
                <a:moveTo>
                  <a:pt x="34197" y="37489"/>
                </a:moveTo>
                <a:cubicBezTo>
                  <a:pt x="29813" y="37489"/>
                  <a:pt x="26565" y="38232"/>
                  <a:pt x="24352" y="39703"/>
                </a:cubicBezTo>
                <a:cubicBezTo>
                  <a:pt x="22182" y="41188"/>
                  <a:pt x="21046" y="43344"/>
                  <a:pt x="21046" y="46257"/>
                </a:cubicBezTo>
                <a:cubicBezTo>
                  <a:pt x="21046" y="48864"/>
                  <a:pt x="21963" y="50917"/>
                  <a:pt x="23725" y="52446"/>
                </a:cubicBezTo>
                <a:cubicBezTo>
                  <a:pt x="25488" y="53932"/>
                  <a:pt x="27993" y="54675"/>
                  <a:pt x="31124" y="54675"/>
                </a:cubicBezTo>
                <a:cubicBezTo>
                  <a:pt x="35042" y="54675"/>
                  <a:pt x="38348" y="53247"/>
                  <a:pt x="41013" y="50466"/>
                </a:cubicBezTo>
                <a:cubicBezTo>
                  <a:pt x="43693" y="47611"/>
                  <a:pt x="45062" y="44086"/>
                  <a:pt x="45062" y="39877"/>
                </a:cubicBezTo>
                <a:lnTo>
                  <a:pt x="45062" y="37489"/>
                </a:lnTo>
                <a:lnTo>
                  <a:pt x="34197" y="37489"/>
                </a:lnTo>
                <a:close/>
                <a:moveTo>
                  <a:pt x="66108" y="29580"/>
                </a:moveTo>
                <a:lnTo>
                  <a:pt x="66108" y="66851"/>
                </a:lnTo>
                <a:lnTo>
                  <a:pt x="45062" y="66851"/>
                </a:lnTo>
                <a:lnTo>
                  <a:pt x="45062" y="57180"/>
                </a:lnTo>
                <a:cubicBezTo>
                  <a:pt x="42266" y="61156"/>
                  <a:pt x="39076" y="64054"/>
                  <a:pt x="35610" y="65875"/>
                </a:cubicBezTo>
                <a:cubicBezTo>
                  <a:pt x="32085" y="67637"/>
                  <a:pt x="27818" y="68555"/>
                  <a:pt x="22808" y="68555"/>
                </a:cubicBezTo>
                <a:cubicBezTo>
                  <a:pt x="16035" y="68555"/>
                  <a:pt x="10574" y="66559"/>
                  <a:pt x="6365" y="62641"/>
                </a:cubicBezTo>
                <a:cubicBezTo>
                  <a:pt x="2097" y="58709"/>
                  <a:pt x="0" y="53582"/>
                  <a:pt x="0" y="47276"/>
                </a:cubicBezTo>
                <a:cubicBezTo>
                  <a:pt x="0" y="39601"/>
                  <a:pt x="2665" y="33964"/>
                  <a:pt x="7908" y="30440"/>
                </a:cubicBezTo>
                <a:cubicBezTo>
                  <a:pt x="13195" y="26857"/>
                  <a:pt x="21453" y="25036"/>
                  <a:pt x="32712" y="25036"/>
                </a:cubicBezTo>
                <a:lnTo>
                  <a:pt x="45062" y="25036"/>
                </a:lnTo>
                <a:lnTo>
                  <a:pt x="45062" y="23434"/>
                </a:lnTo>
                <a:cubicBezTo>
                  <a:pt x="45062" y="20143"/>
                  <a:pt x="43751" y="17696"/>
                  <a:pt x="41130" y="16152"/>
                </a:cubicBezTo>
                <a:cubicBezTo>
                  <a:pt x="38508" y="14623"/>
                  <a:pt x="34474" y="13822"/>
                  <a:pt x="28954" y="13822"/>
                </a:cubicBezTo>
                <a:cubicBezTo>
                  <a:pt x="24468" y="13822"/>
                  <a:pt x="20303" y="14273"/>
                  <a:pt x="16443" y="15191"/>
                </a:cubicBezTo>
                <a:cubicBezTo>
                  <a:pt x="12627" y="16094"/>
                  <a:pt x="9044" y="17404"/>
                  <a:pt x="5738" y="19225"/>
                </a:cubicBezTo>
                <a:lnTo>
                  <a:pt x="5738" y="3292"/>
                </a:lnTo>
                <a:cubicBezTo>
                  <a:pt x="10181" y="2214"/>
                  <a:pt x="14681" y="1369"/>
                  <a:pt x="19225" y="845"/>
                </a:cubicBezTo>
                <a:cubicBezTo>
                  <a:pt x="23725" y="277"/>
                  <a:pt x="28211" y="0"/>
                  <a:pt x="32712" y="0"/>
                </a:cubicBezTo>
                <a:cubicBezTo>
                  <a:pt x="44494" y="0"/>
                  <a:pt x="53014" y="2330"/>
                  <a:pt x="58258" y="6933"/>
                </a:cubicBezTo>
                <a:cubicBezTo>
                  <a:pt x="63486" y="11608"/>
                  <a:pt x="66108" y="19108"/>
                  <a:pt x="66108" y="29580"/>
                </a:cubicBezTo>
                <a:close/>
                <a:moveTo>
                  <a:pt x="66108" y="2958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B1F55-E0AF-4B7F-A38F-9F34F2A0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805" y="3283612"/>
            <a:ext cx="20885" cy="90736"/>
          </a:xfrm>
          <a:custGeom xmlns:a="http://schemas.openxmlformats.org/drawingml/2006/main">
            <a:pathLst>
              <a:path w="20885" h="90736">
                <a:moveTo>
                  <a:pt x="0" y="0"/>
                </a:moveTo>
                <a:lnTo>
                  <a:pt x="20885" y="0"/>
                </a:lnTo>
                <a:lnTo>
                  <a:pt x="20885" y="90736"/>
                </a:lnTo>
                <a:lnTo>
                  <a:pt x="0" y="907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9E4E4-4F57-4F9F-BAA1-8812A1D7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259" y="3287311"/>
            <a:ext cx="85173" cy="87051"/>
          </a:xfrm>
          <a:custGeom xmlns:a="http://schemas.openxmlformats.org/drawingml/2006/main">
            <a:pathLst>
              <a:path w="85173" h="87051">
                <a:moveTo>
                  <a:pt x="0" y="0"/>
                </a:moveTo>
                <a:lnTo>
                  <a:pt x="22473" y="0"/>
                </a:lnTo>
                <a:lnTo>
                  <a:pt x="22473" y="31750"/>
                </a:lnTo>
                <a:lnTo>
                  <a:pt x="54791" y="0"/>
                </a:lnTo>
                <a:lnTo>
                  <a:pt x="80905" y="0"/>
                </a:lnTo>
                <a:lnTo>
                  <a:pt x="38974" y="41246"/>
                </a:lnTo>
                <a:lnTo>
                  <a:pt x="85173" y="87051"/>
                </a:lnTo>
                <a:lnTo>
                  <a:pt x="57063" y="87051"/>
                </a:lnTo>
                <a:lnTo>
                  <a:pt x="22473" y="52738"/>
                </a:lnTo>
                <a:lnTo>
                  <a:pt x="22473" y="87051"/>
                </a:lnTo>
                <a:lnTo>
                  <a:pt x="0" y="8705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14467-D843-4F2C-A622-0ECC035B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976" y="3307512"/>
            <a:ext cx="70084" cy="68555"/>
          </a:xfrm>
          <a:custGeom xmlns:a="http://schemas.openxmlformats.org/drawingml/2006/main">
            <a:pathLst>
              <a:path w="70084" h="68555">
                <a:moveTo>
                  <a:pt x="70084" y="34022"/>
                </a:moveTo>
                <a:lnTo>
                  <a:pt x="70084" y="39994"/>
                </a:lnTo>
                <a:lnTo>
                  <a:pt x="21279" y="39994"/>
                </a:lnTo>
                <a:cubicBezTo>
                  <a:pt x="21788" y="44887"/>
                  <a:pt x="23551" y="48529"/>
                  <a:pt x="26565" y="50975"/>
                </a:cubicBezTo>
                <a:cubicBezTo>
                  <a:pt x="29639" y="53480"/>
                  <a:pt x="33848" y="54675"/>
                  <a:pt x="39309" y="54675"/>
                </a:cubicBezTo>
                <a:cubicBezTo>
                  <a:pt x="43693" y="54675"/>
                  <a:pt x="48179" y="54048"/>
                  <a:pt x="52796" y="52738"/>
                </a:cubicBezTo>
                <a:cubicBezTo>
                  <a:pt x="57398" y="51427"/>
                  <a:pt x="62117" y="49432"/>
                  <a:pt x="67011" y="46825"/>
                </a:cubicBezTo>
                <a:lnTo>
                  <a:pt x="67011" y="62860"/>
                </a:lnTo>
                <a:cubicBezTo>
                  <a:pt x="62059" y="64739"/>
                  <a:pt x="57107" y="66166"/>
                  <a:pt x="52170" y="67127"/>
                </a:cubicBezTo>
                <a:cubicBezTo>
                  <a:pt x="47276" y="68103"/>
                  <a:pt x="42324" y="68555"/>
                  <a:pt x="37372" y="68555"/>
                </a:cubicBezTo>
                <a:cubicBezTo>
                  <a:pt x="25531" y="68555"/>
                  <a:pt x="16385" y="65540"/>
                  <a:pt x="9831" y="59568"/>
                </a:cubicBezTo>
                <a:cubicBezTo>
                  <a:pt x="3292" y="53539"/>
                  <a:pt x="0" y="45106"/>
                  <a:pt x="0" y="34241"/>
                </a:cubicBezTo>
                <a:cubicBezTo>
                  <a:pt x="0" y="23609"/>
                  <a:pt x="3233" y="15249"/>
                  <a:pt x="9671" y="9161"/>
                </a:cubicBezTo>
                <a:cubicBezTo>
                  <a:pt x="16094" y="3015"/>
                  <a:pt x="24920" y="0"/>
                  <a:pt x="36236" y="0"/>
                </a:cubicBezTo>
                <a:cubicBezTo>
                  <a:pt x="46475" y="0"/>
                  <a:pt x="54660" y="3073"/>
                  <a:pt x="60865" y="9278"/>
                </a:cubicBezTo>
                <a:cubicBezTo>
                  <a:pt x="67011" y="15409"/>
                  <a:pt x="70084" y="23667"/>
                  <a:pt x="70084" y="34022"/>
                </a:cubicBezTo>
                <a:close/>
                <a:moveTo>
                  <a:pt x="48631" y="27075"/>
                </a:moveTo>
                <a:cubicBezTo>
                  <a:pt x="48631" y="23157"/>
                  <a:pt x="47436" y="19910"/>
                  <a:pt x="45164" y="17521"/>
                </a:cubicBezTo>
                <a:cubicBezTo>
                  <a:pt x="42834" y="15074"/>
                  <a:pt x="39819" y="13822"/>
                  <a:pt x="36061" y="13822"/>
                </a:cubicBezTo>
                <a:cubicBezTo>
                  <a:pt x="32027" y="13822"/>
                  <a:pt x="28779" y="14958"/>
                  <a:pt x="26216" y="17230"/>
                </a:cubicBezTo>
                <a:cubicBezTo>
                  <a:pt x="23711" y="19516"/>
                  <a:pt x="22123" y="22808"/>
                  <a:pt x="21497" y="27075"/>
                </a:cubicBezTo>
                <a:lnTo>
                  <a:pt x="48631" y="27075"/>
                </a:lnTo>
                <a:close/>
                <a:moveTo>
                  <a:pt x="48631" y="2707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D97C1-443A-4234-9A6F-94B20750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83" y="3309041"/>
            <a:ext cx="74249" cy="91086"/>
          </a:xfrm>
          <a:custGeom xmlns:a="http://schemas.openxmlformats.org/drawingml/2006/main">
            <a:pathLst>
              <a:path w="74249" h="91086">
                <a:moveTo>
                  <a:pt x="0" y="0"/>
                </a:moveTo>
                <a:lnTo>
                  <a:pt x="20885" y="0"/>
                </a:lnTo>
                <a:lnTo>
                  <a:pt x="38465" y="44319"/>
                </a:lnTo>
                <a:lnTo>
                  <a:pt x="53364" y="0"/>
                </a:lnTo>
                <a:lnTo>
                  <a:pt x="74249" y="0"/>
                </a:lnTo>
                <a:lnTo>
                  <a:pt x="46766" y="71511"/>
                </a:lnTo>
                <a:cubicBezTo>
                  <a:pt x="44043" y="78793"/>
                  <a:pt x="40795" y="83862"/>
                  <a:pt x="37154" y="86760"/>
                </a:cubicBezTo>
                <a:cubicBezTo>
                  <a:pt x="33454" y="89673"/>
                  <a:pt x="28619" y="91086"/>
                  <a:pt x="22589" y="91086"/>
                </a:cubicBezTo>
                <a:lnTo>
                  <a:pt x="10530" y="91086"/>
                </a:lnTo>
                <a:lnTo>
                  <a:pt x="10530" y="77439"/>
                </a:lnTo>
                <a:lnTo>
                  <a:pt x="17069" y="77439"/>
                </a:lnTo>
                <a:cubicBezTo>
                  <a:pt x="20594" y="77439"/>
                  <a:pt x="23157" y="76871"/>
                  <a:pt x="24745" y="75735"/>
                </a:cubicBezTo>
                <a:cubicBezTo>
                  <a:pt x="26347" y="74584"/>
                  <a:pt x="27658" y="72545"/>
                  <a:pt x="28503" y="69647"/>
                </a:cubicBezTo>
                <a:lnTo>
                  <a:pt x="29129" y="67826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131F7-4872-4618-9846-B397FA11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834" y="3307512"/>
            <a:ext cx="59277" cy="68555"/>
          </a:xfrm>
          <a:custGeom xmlns:a="http://schemas.openxmlformats.org/drawingml/2006/main">
            <a:pathLst>
              <a:path w="59277" h="68555">
                <a:moveTo>
                  <a:pt x="54908" y="3583"/>
                </a:moveTo>
                <a:lnTo>
                  <a:pt x="54908" y="19458"/>
                </a:lnTo>
                <a:cubicBezTo>
                  <a:pt x="50466" y="17579"/>
                  <a:pt x="46140" y="16152"/>
                  <a:pt x="41931" y="15249"/>
                </a:cubicBezTo>
                <a:cubicBezTo>
                  <a:pt x="37780" y="14331"/>
                  <a:pt x="33848" y="13822"/>
                  <a:pt x="30207" y="13822"/>
                </a:cubicBezTo>
                <a:cubicBezTo>
                  <a:pt x="26230" y="13822"/>
                  <a:pt x="23274" y="14331"/>
                  <a:pt x="21337" y="15365"/>
                </a:cubicBezTo>
                <a:cubicBezTo>
                  <a:pt x="19400" y="16327"/>
                  <a:pt x="18497" y="17856"/>
                  <a:pt x="18497" y="19910"/>
                </a:cubicBezTo>
                <a:cubicBezTo>
                  <a:pt x="18497" y="21614"/>
                  <a:pt x="19181" y="22866"/>
                  <a:pt x="20652" y="23784"/>
                </a:cubicBezTo>
                <a:cubicBezTo>
                  <a:pt x="22080" y="24628"/>
                  <a:pt x="24687" y="25313"/>
                  <a:pt x="28503" y="25764"/>
                </a:cubicBezTo>
                <a:lnTo>
                  <a:pt x="32144" y="26289"/>
                </a:lnTo>
                <a:cubicBezTo>
                  <a:pt x="42848" y="27643"/>
                  <a:pt x="50072" y="29872"/>
                  <a:pt x="53713" y="32988"/>
                </a:cubicBezTo>
                <a:cubicBezTo>
                  <a:pt x="57413" y="36061"/>
                  <a:pt x="59277" y="40955"/>
                  <a:pt x="59277" y="47611"/>
                </a:cubicBezTo>
                <a:cubicBezTo>
                  <a:pt x="59277" y="54558"/>
                  <a:pt x="56728" y="59787"/>
                  <a:pt x="51543" y="63311"/>
                </a:cubicBezTo>
                <a:cubicBezTo>
                  <a:pt x="46431" y="66792"/>
                  <a:pt x="38800" y="68555"/>
                  <a:pt x="28619" y="68555"/>
                </a:cubicBezTo>
                <a:cubicBezTo>
                  <a:pt x="24293" y="68555"/>
                  <a:pt x="19851" y="68205"/>
                  <a:pt x="15191" y="67535"/>
                </a:cubicBezTo>
                <a:cubicBezTo>
                  <a:pt x="10647" y="66851"/>
                  <a:pt x="5855" y="65816"/>
                  <a:pt x="1020" y="64462"/>
                </a:cubicBezTo>
                <a:lnTo>
                  <a:pt x="1020" y="48645"/>
                </a:lnTo>
                <a:cubicBezTo>
                  <a:pt x="5185" y="50626"/>
                  <a:pt x="9452" y="52170"/>
                  <a:pt x="13822" y="53189"/>
                </a:cubicBezTo>
                <a:cubicBezTo>
                  <a:pt x="18205" y="54165"/>
                  <a:pt x="22648" y="54675"/>
                  <a:pt x="27133" y="54675"/>
                </a:cubicBezTo>
                <a:cubicBezTo>
                  <a:pt x="31241" y="54675"/>
                  <a:pt x="34314" y="54107"/>
                  <a:pt x="36353" y="53014"/>
                </a:cubicBezTo>
                <a:cubicBezTo>
                  <a:pt x="38406" y="51878"/>
                  <a:pt x="39484" y="50174"/>
                  <a:pt x="39484" y="47961"/>
                </a:cubicBezTo>
                <a:cubicBezTo>
                  <a:pt x="39484" y="46082"/>
                  <a:pt x="38741" y="44713"/>
                  <a:pt x="37329" y="43810"/>
                </a:cubicBezTo>
                <a:cubicBezTo>
                  <a:pt x="35901" y="42892"/>
                  <a:pt x="33061" y="42149"/>
                  <a:pt x="28852" y="41640"/>
                </a:cubicBezTo>
                <a:lnTo>
                  <a:pt x="25153" y="41188"/>
                </a:lnTo>
                <a:cubicBezTo>
                  <a:pt x="15875" y="40052"/>
                  <a:pt x="9336" y="37882"/>
                  <a:pt x="5636" y="34707"/>
                </a:cubicBezTo>
                <a:cubicBezTo>
                  <a:pt x="1879" y="31576"/>
                  <a:pt x="0" y="26798"/>
                  <a:pt x="0" y="20361"/>
                </a:cubicBezTo>
                <a:cubicBezTo>
                  <a:pt x="0" y="13487"/>
                  <a:pt x="2389" y="8360"/>
                  <a:pt x="7107" y="5010"/>
                </a:cubicBezTo>
                <a:cubicBezTo>
                  <a:pt x="11899" y="1646"/>
                  <a:pt x="19181" y="0"/>
                  <a:pt x="28954" y="0"/>
                </a:cubicBezTo>
                <a:cubicBezTo>
                  <a:pt x="32828" y="0"/>
                  <a:pt x="36862" y="277"/>
                  <a:pt x="41072" y="845"/>
                </a:cubicBezTo>
                <a:cubicBezTo>
                  <a:pt x="45339" y="1413"/>
                  <a:pt x="49956" y="2330"/>
                  <a:pt x="54908" y="3583"/>
                </a:cubicBezTo>
                <a:close/>
                <a:moveTo>
                  <a:pt x="54908" y="35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8D015-F72D-48FA-88BB-64396C5B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118" y="3309041"/>
            <a:ext cx="21046" cy="65321"/>
          </a:xfrm>
          <a:custGeom xmlns:a="http://schemas.openxmlformats.org/drawingml/2006/main">
            <a:pathLst>
              <a:path w="21046" h="65321">
                <a:moveTo>
                  <a:pt x="0" y="0"/>
                </a:moveTo>
                <a:lnTo>
                  <a:pt x="21046" y="0"/>
                </a:lnTo>
                <a:lnTo>
                  <a:pt x="21046" y="22589"/>
                </a:lnTo>
                <a:lnTo>
                  <a:pt x="0" y="22589"/>
                </a:lnTo>
                <a:lnTo>
                  <a:pt x="0" y="0"/>
                </a:lnTo>
                <a:close/>
                <a:moveTo>
                  <a:pt x="0" y="42790"/>
                </a:moveTo>
                <a:lnTo>
                  <a:pt x="21046" y="42790"/>
                </a:lnTo>
                <a:lnTo>
                  <a:pt x="21046" y="65321"/>
                </a:lnTo>
                <a:lnTo>
                  <a:pt x="0" y="65321"/>
                </a:lnTo>
                <a:lnTo>
                  <a:pt x="0" y="42790"/>
                </a:lnTo>
                <a:close/>
                <a:moveTo>
                  <a:pt x="0" y="4279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CED8E-0095-4D2D-87F5-FE013142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208" y="3287311"/>
            <a:ext cx="51835" cy="87051"/>
          </a:xfrm>
          <a:custGeom xmlns:a="http://schemas.openxmlformats.org/drawingml/2006/main">
            <a:pathLst>
              <a:path w="51835" h="87051">
                <a:moveTo>
                  <a:pt x="1704" y="77148"/>
                </a:moveTo>
                <a:lnTo>
                  <a:pt x="20944" y="77148"/>
                </a:lnTo>
                <a:lnTo>
                  <a:pt x="20944" y="10690"/>
                </a:lnTo>
                <a:lnTo>
                  <a:pt x="0" y="14914"/>
                </a:lnTo>
                <a:lnTo>
                  <a:pt x="0" y="4209"/>
                </a:lnTo>
                <a:lnTo>
                  <a:pt x="20827" y="0"/>
                </a:lnTo>
                <a:lnTo>
                  <a:pt x="32610" y="0"/>
                </a:lnTo>
                <a:lnTo>
                  <a:pt x="32610" y="77148"/>
                </a:lnTo>
                <a:lnTo>
                  <a:pt x="51835" y="77148"/>
                </a:lnTo>
                <a:lnTo>
                  <a:pt x="51835" y="87051"/>
                </a:lnTo>
                <a:lnTo>
                  <a:pt x="1704" y="87051"/>
                </a:lnTo>
                <a:lnTo>
                  <a:pt x="1704" y="77148"/>
                </a:lnTo>
                <a:close/>
                <a:moveTo>
                  <a:pt x="1704" y="771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66DC7-FEEC-477A-8E85-9D80BFB2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210" y="3285723"/>
            <a:ext cx="59685" cy="90343"/>
          </a:xfrm>
          <a:custGeom xmlns:a="http://schemas.openxmlformats.org/drawingml/2006/main">
            <a:pathLst>
              <a:path w="59685" h="90343">
                <a:moveTo>
                  <a:pt x="29813" y="47276"/>
                </a:moveTo>
                <a:cubicBezTo>
                  <a:pt x="24235" y="47276"/>
                  <a:pt x="19866" y="48805"/>
                  <a:pt x="16618" y="51762"/>
                </a:cubicBezTo>
                <a:cubicBezTo>
                  <a:pt x="13428" y="54777"/>
                  <a:pt x="11841" y="58942"/>
                  <a:pt x="11841" y="64171"/>
                </a:cubicBezTo>
                <a:cubicBezTo>
                  <a:pt x="11841" y="69399"/>
                  <a:pt x="13428" y="73506"/>
                  <a:pt x="16618" y="76521"/>
                </a:cubicBezTo>
                <a:cubicBezTo>
                  <a:pt x="19866" y="79536"/>
                  <a:pt x="24235" y="81007"/>
                  <a:pt x="29813" y="81007"/>
                </a:cubicBezTo>
                <a:cubicBezTo>
                  <a:pt x="35450" y="81007"/>
                  <a:pt x="39834" y="79536"/>
                  <a:pt x="43067" y="76521"/>
                </a:cubicBezTo>
                <a:cubicBezTo>
                  <a:pt x="46315" y="73506"/>
                  <a:pt x="47902" y="69341"/>
                  <a:pt x="47902" y="64171"/>
                </a:cubicBezTo>
                <a:cubicBezTo>
                  <a:pt x="47902" y="58942"/>
                  <a:pt x="46315" y="54777"/>
                  <a:pt x="43125" y="51762"/>
                </a:cubicBezTo>
                <a:cubicBezTo>
                  <a:pt x="39892" y="48805"/>
                  <a:pt x="35508" y="47276"/>
                  <a:pt x="29813" y="47276"/>
                </a:cubicBezTo>
                <a:close/>
                <a:moveTo>
                  <a:pt x="18045" y="42324"/>
                </a:moveTo>
                <a:cubicBezTo>
                  <a:pt x="13035" y="41072"/>
                  <a:pt x="9044" y="38683"/>
                  <a:pt x="6263" y="35275"/>
                </a:cubicBezTo>
                <a:cubicBezTo>
                  <a:pt x="3423" y="31794"/>
                  <a:pt x="2054" y="27527"/>
                  <a:pt x="2054" y="22589"/>
                </a:cubicBezTo>
                <a:cubicBezTo>
                  <a:pt x="2054" y="15642"/>
                  <a:pt x="4500" y="10122"/>
                  <a:pt x="9452" y="6088"/>
                </a:cubicBezTo>
                <a:cubicBezTo>
                  <a:pt x="14404" y="2039"/>
                  <a:pt x="21220" y="0"/>
                  <a:pt x="29813" y="0"/>
                </a:cubicBezTo>
                <a:cubicBezTo>
                  <a:pt x="38523" y="0"/>
                  <a:pt x="45295" y="2039"/>
                  <a:pt x="50247" y="6088"/>
                </a:cubicBezTo>
                <a:cubicBezTo>
                  <a:pt x="55184" y="10122"/>
                  <a:pt x="57631" y="15642"/>
                  <a:pt x="57631" y="22589"/>
                </a:cubicBezTo>
                <a:cubicBezTo>
                  <a:pt x="57631" y="27527"/>
                  <a:pt x="56277" y="31794"/>
                  <a:pt x="53422" y="35275"/>
                </a:cubicBezTo>
                <a:cubicBezTo>
                  <a:pt x="50640" y="38683"/>
                  <a:pt x="46708" y="41072"/>
                  <a:pt x="41712" y="42324"/>
                </a:cubicBezTo>
                <a:cubicBezTo>
                  <a:pt x="47334" y="43635"/>
                  <a:pt x="51776" y="46198"/>
                  <a:pt x="54966" y="50058"/>
                </a:cubicBezTo>
                <a:cubicBezTo>
                  <a:pt x="58097" y="53932"/>
                  <a:pt x="59685" y="58593"/>
                  <a:pt x="59685" y="64171"/>
                </a:cubicBezTo>
                <a:cubicBezTo>
                  <a:pt x="59685" y="72589"/>
                  <a:pt x="57122" y="79070"/>
                  <a:pt x="51951" y="83570"/>
                </a:cubicBezTo>
                <a:cubicBezTo>
                  <a:pt x="46825" y="88129"/>
                  <a:pt x="39426" y="90343"/>
                  <a:pt x="29813" y="90343"/>
                </a:cubicBezTo>
                <a:cubicBezTo>
                  <a:pt x="20259" y="90343"/>
                  <a:pt x="12860" y="88129"/>
                  <a:pt x="7690" y="83570"/>
                </a:cubicBezTo>
                <a:cubicBezTo>
                  <a:pt x="2563" y="79070"/>
                  <a:pt x="0" y="72589"/>
                  <a:pt x="0" y="64171"/>
                </a:cubicBezTo>
                <a:cubicBezTo>
                  <a:pt x="0" y="58593"/>
                  <a:pt x="1602" y="53932"/>
                  <a:pt x="4777" y="50058"/>
                </a:cubicBezTo>
                <a:cubicBezTo>
                  <a:pt x="7967" y="46198"/>
                  <a:pt x="12409" y="43635"/>
                  <a:pt x="18045" y="42324"/>
                </a:cubicBezTo>
                <a:close/>
                <a:moveTo>
                  <a:pt x="13778" y="23725"/>
                </a:moveTo>
                <a:cubicBezTo>
                  <a:pt x="13778" y="28211"/>
                  <a:pt x="15132" y="31678"/>
                  <a:pt x="17987" y="34241"/>
                </a:cubicBezTo>
                <a:cubicBezTo>
                  <a:pt x="20769" y="36746"/>
                  <a:pt x="24759" y="37998"/>
                  <a:pt x="29813" y="37998"/>
                </a:cubicBezTo>
                <a:cubicBezTo>
                  <a:pt x="34882" y="37998"/>
                  <a:pt x="38858" y="36746"/>
                  <a:pt x="41712" y="34241"/>
                </a:cubicBezTo>
                <a:cubicBezTo>
                  <a:pt x="44552" y="31678"/>
                  <a:pt x="45980" y="28211"/>
                  <a:pt x="45980" y="23725"/>
                </a:cubicBezTo>
                <a:cubicBezTo>
                  <a:pt x="45980" y="19167"/>
                  <a:pt x="44552" y="15642"/>
                  <a:pt x="41712" y="13137"/>
                </a:cubicBezTo>
                <a:cubicBezTo>
                  <a:pt x="38858" y="10574"/>
                  <a:pt x="34882" y="9321"/>
                  <a:pt x="29813" y="9321"/>
                </a:cubicBezTo>
                <a:cubicBezTo>
                  <a:pt x="24759" y="9321"/>
                  <a:pt x="20769" y="10574"/>
                  <a:pt x="17987" y="13137"/>
                </a:cubicBezTo>
                <a:cubicBezTo>
                  <a:pt x="15132" y="15642"/>
                  <a:pt x="13778" y="19167"/>
                  <a:pt x="13778" y="23725"/>
                </a:cubicBezTo>
                <a:close/>
                <a:moveTo>
                  <a:pt x="13778" y="23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E4CB5F-322B-471B-AF52-5FD38EBB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9" y="3287311"/>
            <a:ext cx="56321" cy="88755"/>
          </a:xfrm>
          <a:custGeom xmlns:a="http://schemas.openxmlformats.org/drawingml/2006/main">
            <a:pathLst>
              <a:path w="56321" h="88755">
                <a:moveTo>
                  <a:pt x="3641" y="0"/>
                </a:moveTo>
                <a:lnTo>
                  <a:pt x="49898" y="0"/>
                </a:lnTo>
                <a:lnTo>
                  <a:pt x="49898" y="9904"/>
                </a:lnTo>
                <a:lnTo>
                  <a:pt x="14448" y="9904"/>
                </a:lnTo>
                <a:lnTo>
                  <a:pt x="14448" y="31241"/>
                </a:lnTo>
                <a:cubicBezTo>
                  <a:pt x="16166" y="30673"/>
                  <a:pt x="17871" y="30207"/>
                  <a:pt x="19575" y="29930"/>
                </a:cubicBezTo>
                <a:cubicBezTo>
                  <a:pt x="21279" y="29639"/>
                  <a:pt x="22983" y="29522"/>
                  <a:pt x="24701" y="29522"/>
                </a:cubicBezTo>
                <a:cubicBezTo>
                  <a:pt x="34430" y="29522"/>
                  <a:pt x="42106" y="32202"/>
                  <a:pt x="47800" y="37489"/>
                </a:cubicBezTo>
                <a:cubicBezTo>
                  <a:pt x="53480" y="42848"/>
                  <a:pt x="56321" y="50014"/>
                  <a:pt x="56321" y="59117"/>
                </a:cubicBezTo>
                <a:cubicBezTo>
                  <a:pt x="56321" y="68496"/>
                  <a:pt x="53422" y="75779"/>
                  <a:pt x="47567" y="80963"/>
                </a:cubicBezTo>
                <a:cubicBezTo>
                  <a:pt x="41756" y="86192"/>
                  <a:pt x="33513" y="88755"/>
                  <a:pt x="22939" y="88755"/>
                </a:cubicBezTo>
                <a:cubicBezTo>
                  <a:pt x="19240" y="88755"/>
                  <a:pt x="15540" y="88464"/>
                  <a:pt x="11724" y="87838"/>
                </a:cubicBezTo>
                <a:cubicBezTo>
                  <a:pt x="7967" y="87212"/>
                  <a:pt x="4049" y="86250"/>
                  <a:pt x="0" y="85056"/>
                </a:cubicBezTo>
                <a:lnTo>
                  <a:pt x="0" y="73172"/>
                </a:lnTo>
                <a:cubicBezTo>
                  <a:pt x="3481" y="75094"/>
                  <a:pt x="7122" y="76521"/>
                  <a:pt x="10807" y="77424"/>
                </a:cubicBezTo>
                <a:cubicBezTo>
                  <a:pt x="14564" y="78342"/>
                  <a:pt x="18497" y="78852"/>
                  <a:pt x="22648" y="78852"/>
                </a:cubicBezTo>
                <a:cubicBezTo>
                  <a:pt x="29420" y="78852"/>
                  <a:pt x="34707" y="77089"/>
                  <a:pt x="38639" y="73506"/>
                </a:cubicBezTo>
                <a:cubicBezTo>
                  <a:pt x="42557" y="69982"/>
                  <a:pt x="44552" y="65205"/>
                  <a:pt x="44552" y="59117"/>
                </a:cubicBezTo>
                <a:cubicBezTo>
                  <a:pt x="44552" y="53087"/>
                  <a:pt x="42557" y="48252"/>
                  <a:pt x="38639" y="44713"/>
                </a:cubicBezTo>
                <a:cubicBezTo>
                  <a:pt x="34707" y="41188"/>
                  <a:pt x="29420" y="39426"/>
                  <a:pt x="22648" y="39426"/>
                </a:cubicBezTo>
                <a:cubicBezTo>
                  <a:pt x="19516" y="39426"/>
                  <a:pt x="16385" y="39775"/>
                  <a:pt x="13254" y="40445"/>
                </a:cubicBezTo>
                <a:cubicBezTo>
                  <a:pt x="10137" y="41188"/>
                  <a:pt x="6947" y="42266"/>
                  <a:pt x="3641" y="43751"/>
                </a:cubicBezTo>
                <a:lnTo>
                  <a:pt x="3641" y="0"/>
                </a:lnTo>
                <a:close/>
                <a:moveTo>
                  <a:pt x="364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4FB68-EAEE-47A6-96AA-60D60CD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975" y="3555281"/>
            <a:ext cx="91260" cy="87095"/>
          </a:xfrm>
          <a:custGeom xmlns:a="http://schemas.openxmlformats.org/drawingml/2006/main">
            <a:pathLst>
              <a:path w="91260" h="87095">
                <a:moveTo>
                  <a:pt x="63209" y="71220"/>
                </a:moveTo>
                <a:lnTo>
                  <a:pt x="28109" y="71220"/>
                </a:lnTo>
                <a:lnTo>
                  <a:pt x="22589" y="87095"/>
                </a:lnTo>
                <a:lnTo>
                  <a:pt x="0" y="87095"/>
                </a:lnTo>
                <a:lnTo>
                  <a:pt x="32260" y="0"/>
                </a:lnTo>
                <a:lnTo>
                  <a:pt x="59059" y="0"/>
                </a:lnTo>
                <a:lnTo>
                  <a:pt x="91260" y="87095"/>
                </a:lnTo>
                <a:lnTo>
                  <a:pt x="68729" y="87095"/>
                </a:lnTo>
                <a:lnTo>
                  <a:pt x="63209" y="71220"/>
                </a:lnTo>
                <a:close/>
                <a:moveTo>
                  <a:pt x="33731" y="55068"/>
                </a:moveTo>
                <a:lnTo>
                  <a:pt x="57573" y="55068"/>
                </a:lnTo>
                <a:lnTo>
                  <a:pt x="45688" y="20419"/>
                </a:lnTo>
                <a:lnTo>
                  <a:pt x="33731" y="55068"/>
                </a:lnTo>
                <a:close/>
                <a:moveTo>
                  <a:pt x="33731" y="550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23885-F7B1-421C-AC60-5A62687A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624" y="3577070"/>
            <a:ext cx="74293" cy="65307"/>
          </a:xfrm>
          <a:custGeom xmlns:a="http://schemas.openxmlformats.org/drawingml/2006/main">
            <a:pathLst>
              <a:path w="74293" h="65307">
                <a:moveTo>
                  <a:pt x="0" y="0"/>
                </a:moveTo>
                <a:lnTo>
                  <a:pt x="20871" y="0"/>
                </a:lnTo>
                <a:lnTo>
                  <a:pt x="37139" y="45106"/>
                </a:lnTo>
                <a:lnTo>
                  <a:pt x="53364" y="0"/>
                </a:lnTo>
                <a:lnTo>
                  <a:pt x="74293" y="0"/>
                </a:lnTo>
                <a:lnTo>
                  <a:pt x="48587" y="65307"/>
                </a:lnTo>
                <a:lnTo>
                  <a:pt x="25648" y="6530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61D00-10E0-423A-BF25-B8AF8E3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025" y="3575584"/>
            <a:ext cx="70098" cy="92571"/>
          </a:xfrm>
          <a:custGeom xmlns:a="http://schemas.openxmlformats.org/drawingml/2006/main">
            <a:pathLst>
              <a:path w="70098" h="92571">
                <a:moveTo>
                  <a:pt x="49111" y="55694"/>
                </a:moveTo>
                <a:cubicBezTo>
                  <a:pt x="46257" y="59510"/>
                  <a:pt x="43067" y="62292"/>
                  <a:pt x="39601" y="64112"/>
                </a:cubicBezTo>
                <a:cubicBezTo>
                  <a:pt x="36134" y="65875"/>
                  <a:pt x="32144" y="66792"/>
                  <a:pt x="27600" y="66792"/>
                </a:cubicBezTo>
                <a:cubicBezTo>
                  <a:pt x="19633" y="66792"/>
                  <a:pt x="13035" y="63661"/>
                  <a:pt x="7807" y="57355"/>
                </a:cubicBezTo>
                <a:cubicBezTo>
                  <a:pt x="2622" y="51092"/>
                  <a:pt x="0" y="43067"/>
                  <a:pt x="0" y="33338"/>
                </a:cubicBezTo>
                <a:cubicBezTo>
                  <a:pt x="0" y="23609"/>
                  <a:pt x="2622" y="15584"/>
                  <a:pt x="7807" y="9394"/>
                </a:cubicBezTo>
                <a:cubicBezTo>
                  <a:pt x="13035" y="3131"/>
                  <a:pt x="19633" y="0"/>
                  <a:pt x="27600" y="0"/>
                </a:cubicBezTo>
                <a:cubicBezTo>
                  <a:pt x="32144" y="0"/>
                  <a:pt x="36134" y="918"/>
                  <a:pt x="39601" y="2680"/>
                </a:cubicBezTo>
                <a:cubicBezTo>
                  <a:pt x="43067" y="4500"/>
                  <a:pt x="46257" y="7282"/>
                  <a:pt x="49111" y="11156"/>
                </a:cubicBezTo>
                <a:lnTo>
                  <a:pt x="49111" y="1486"/>
                </a:lnTo>
                <a:lnTo>
                  <a:pt x="70098" y="1486"/>
                </a:lnTo>
                <a:lnTo>
                  <a:pt x="70098" y="60195"/>
                </a:lnTo>
                <a:cubicBezTo>
                  <a:pt x="70098" y="70725"/>
                  <a:pt x="66792" y="78677"/>
                  <a:pt x="60136" y="84255"/>
                </a:cubicBezTo>
                <a:cubicBezTo>
                  <a:pt x="53539" y="89775"/>
                  <a:pt x="43926" y="92571"/>
                  <a:pt x="31357" y="92571"/>
                </a:cubicBezTo>
                <a:cubicBezTo>
                  <a:pt x="27265" y="92571"/>
                  <a:pt x="23332" y="92222"/>
                  <a:pt x="19458" y="91595"/>
                </a:cubicBezTo>
                <a:cubicBezTo>
                  <a:pt x="15715" y="90969"/>
                  <a:pt x="11841" y="90066"/>
                  <a:pt x="8025" y="88755"/>
                </a:cubicBezTo>
                <a:lnTo>
                  <a:pt x="8025" y="72487"/>
                </a:lnTo>
                <a:cubicBezTo>
                  <a:pt x="11666" y="74584"/>
                  <a:pt x="15249" y="76186"/>
                  <a:pt x="18730" y="77206"/>
                </a:cubicBezTo>
                <a:cubicBezTo>
                  <a:pt x="22254" y="78225"/>
                  <a:pt x="25779" y="78735"/>
                  <a:pt x="29304" y="78735"/>
                </a:cubicBezTo>
                <a:cubicBezTo>
                  <a:pt x="36134" y="78735"/>
                  <a:pt x="41144" y="77264"/>
                  <a:pt x="44319" y="74249"/>
                </a:cubicBezTo>
                <a:cubicBezTo>
                  <a:pt x="47509" y="71234"/>
                  <a:pt x="49111" y="66559"/>
                  <a:pt x="49111" y="60195"/>
                </a:cubicBezTo>
                <a:lnTo>
                  <a:pt x="49111" y="55694"/>
                </a:lnTo>
                <a:close/>
                <a:moveTo>
                  <a:pt x="35333" y="15074"/>
                </a:moveTo>
                <a:cubicBezTo>
                  <a:pt x="31008" y="15074"/>
                  <a:pt x="27658" y="16676"/>
                  <a:pt x="25269" y="19851"/>
                </a:cubicBezTo>
                <a:cubicBezTo>
                  <a:pt x="22881" y="23041"/>
                  <a:pt x="21628" y="27541"/>
                  <a:pt x="21628" y="33338"/>
                </a:cubicBezTo>
                <a:cubicBezTo>
                  <a:pt x="21628" y="39368"/>
                  <a:pt x="22822" y="43926"/>
                  <a:pt x="25153" y="46999"/>
                </a:cubicBezTo>
                <a:cubicBezTo>
                  <a:pt x="27483" y="50072"/>
                  <a:pt x="30906" y="51602"/>
                  <a:pt x="35333" y="51602"/>
                </a:cubicBezTo>
                <a:cubicBezTo>
                  <a:pt x="39717" y="51602"/>
                  <a:pt x="43067" y="50014"/>
                  <a:pt x="45514" y="46825"/>
                </a:cubicBezTo>
                <a:cubicBezTo>
                  <a:pt x="47917" y="43635"/>
                  <a:pt x="49111" y="39149"/>
                  <a:pt x="49111" y="33338"/>
                </a:cubicBezTo>
                <a:cubicBezTo>
                  <a:pt x="49111" y="27541"/>
                  <a:pt x="47917" y="23041"/>
                  <a:pt x="45514" y="19851"/>
                </a:cubicBezTo>
                <a:cubicBezTo>
                  <a:pt x="43067" y="16676"/>
                  <a:pt x="39717" y="15074"/>
                  <a:pt x="35333" y="15074"/>
                </a:cubicBezTo>
                <a:close/>
                <a:moveTo>
                  <a:pt x="35333" y="150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BA3CA-830C-43FB-95F2-6AA7011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385" y="3575409"/>
            <a:ext cx="55694" cy="68671"/>
          </a:xfrm>
          <a:custGeom xmlns:a="http://schemas.openxmlformats.org/drawingml/2006/main">
            <a:pathLst>
              <a:path w="55694" h="68671">
                <a:moveTo>
                  <a:pt x="18948" y="31750"/>
                </a:moveTo>
                <a:cubicBezTo>
                  <a:pt x="14739" y="30789"/>
                  <a:pt x="11724" y="29071"/>
                  <a:pt x="9904" y="26522"/>
                </a:cubicBezTo>
                <a:cubicBezTo>
                  <a:pt x="8535" y="24759"/>
                  <a:pt x="7850" y="22648"/>
                  <a:pt x="7850" y="20259"/>
                </a:cubicBezTo>
                <a:cubicBezTo>
                  <a:pt x="7850" y="13661"/>
                  <a:pt x="10982" y="8418"/>
                  <a:pt x="17302" y="4559"/>
                </a:cubicBezTo>
                <a:cubicBezTo>
                  <a:pt x="22254" y="1544"/>
                  <a:pt x="28561" y="0"/>
                  <a:pt x="36193" y="0"/>
                </a:cubicBezTo>
                <a:cubicBezTo>
                  <a:pt x="39149" y="0"/>
                  <a:pt x="42222" y="233"/>
                  <a:pt x="45455" y="685"/>
                </a:cubicBezTo>
                <a:cubicBezTo>
                  <a:pt x="48703" y="1136"/>
                  <a:pt x="52111" y="1879"/>
                  <a:pt x="55694" y="2796"/>
                </a:cubicBezTo>
                <a:lnTo>
                  <a:pt x="53830" y="12525"/>
                </a:lnTo>
                <a:cubicBezTo>
                  <a:pt x="50291" y="11433"/>
                  <a:pt x="46999" y="10588"/>
                  <a:pt x="43984" y="10079"/>
                </a:cubicBezTo>
                <a:cubicBezTo>
                  <a:pt x="40911" y="9569"/>
                  <a:pt x="38013" y="9336"/>
                  <a:pt x="35275" y="9336"/>
                </a:cubicBezTo>
                <a:cubicBezTo>
                  <a:pt x="30614" y="9336"/>
                  <a:pt x="26798" y="10239"/>
                  <a:pt x="23784" y="12016"/>
                </a:cubicBezTo>
                <a:cubicBezTo>
                  <a:pt x="20084" y="14171"/>
                  <a:pt x="18264" y="16793"/>
                  <a:pt x="18264" y="19924"/>
                </a:cubicBezTo>
                <a:cubicBezTo>
                  <a:pt x="18264" y="21963"/>
                  <a:pt x="19240" y="23725"/>
                  <a:pt x="21104" y="25153"/>
                </a:cubicBezTo>
                <a:cubicBezTo>
                  <a:pt x="23390" y="26857"/>
                  <a:pt x="26798" y="27716"/>
                  <a:pt x="31299" y="27716"/>
                </a:cubicBezTo>
                <a:lnTo>
                  <a:pt x="40285" y="27716"/>
                </a:lnTo>
                <a:lnTo>
                  <a:pt x="38639" y="36586"/>
                </a:lnTo>
                <a:lnTo>
                  <a:pt x="29988" y="36586"/>
                </a:lnTo>
                <a:cubicBezTo>
                  <a:pt x="24643" y="36586"/>
                  <a:pt x="20376" y="37547"/>
                  <a:pt x="17244" y="39542"/>
                </a:cubicBezTo>
                <a:cubicBezTo>
                  <a:pt x="12977" y="42222"/>
                  <a:pt x="10807" y="45688"/>
                  <a:pt x="10807" y="49839"/>
                </a:cubicBezTo>
                <a:cubicBezTo>
                  <a:pt x="10807" y="52519"/>
                  <a:pt x="11957" y="54675"/>
                  <a:pt x="14288" y="56437"/>
                </a:cubicBezTo>
                <a:cubicBezTo>
                  <a:pt x="17128" y="58607"/>
                  <a:pt x="21512" y="59743"/>
                  <a:pt x="27366" y="59743"/>
                </a:cubicBezTo>
                <a:cubicBezTo>
                  <a:pt x="31008" y="59743"/>
                  <a:pt x="34532" y="59350"/>
                  <a:pt x="37955" y="58665"/>
                </a:cubicBezTo>
                <a:cubicBezTo>
                  <a:pt x="41479" y="57923"/>
                  <a:pt x="44727" y="56845"/>
                  <a:pt x="47742" y="55418"/>
                </a:cubicBezTo>
                <a:lnTo>
                  <a:pt x="45747" y="65380"/>
                </a:lnTo>
                <a:cubicBezTo>
                  <a:pt x="42047" y="66457"/>
                  <a:pt x="38523" y="67302"/>
                  <a:pt x="35100" y="67826"/>
                </a:cubicBezTo>
                <a:cubicBezTo>
                  <a:pt x="31750" y="68394"/>
                  <a:pt x="28503" y="68671"/>
                  <a:pt x="25371" y="68671"/>
                </a:cubicBezTo>
                <a:cubicBezTo>
                  <a:pt x="16166" y="68671"/>
                  <a:pt x="9336" y="66851"/>
                  <a:pt x="5010" y="63326"/>
                </a:cubicBezTo>
                <a:cubicBezTo>
                  <a:pt x="1660" y="60602"/>
                  <a:pt x="0" y="56961"/>
                  <a:pt x="0" y="52403"/>
                </a:cubicBezTo>
                <a:cubicBezTo>
                  <a:pt x="0" y="46198"/>
                  <a:pt x="2228" y="41188"/>
                  <a:pt x="6539" y="37387"/>
                </a:cubicBezTo>
                <a:cubicBezTo>
                  <a:pt x="9787" y="34532"/>
                  <a:pt x="13880" y="32668"/>
                  <a:pt x="18948" y="31750"/>
                </a:cubicBezTo>
                <a:close/>
                <a:moveTo>
                  <a:pt x="18948" y="317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4C674-AAA7-41F6-9D47-7143F5F2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906" y="3615126"/>
            <a:ext cx="36178" cy="48019"/>
          </a:xfrm>
          <a:custGeom xmlns:a="http://schemas.openxmlformats.org/drawingml/2006/main">
            <a:pathLst>
              <a:path w="36178" h="48019">
                <a:moveTo>
                  <a:pt x="36178" y="2840"/>
                </a:moveTo>
                <a:lnTo>
                  <a:pt x="36178" y="9904"/>
                </a:lnTo>
                <a:cubicBezTo>
                  <a:pt x="34022" y="8710"/>
                  <a:pt x="31911" y="7850"/>
                  <a:pt x="29813" y="7224"/>
                </a:cubicBezTo>
                <a:cubicBezTo>
                  <a:pt x="27643" y="6656"/>
                  <a:pt x="25488" y="6365"/>
                  <a:pt x="23318" y="6365"/>
                </a:cubicBezTo>
                <a:cubicBezTo>
                  <a:pt x="18439" y="6365"/>
                  <a:pt x="14681" y="7908"/>
                  <a:pt x="11943" y="11040"/>
                </a:cubicBezTo>
                <a:cubicBezTo>
                  <a:pt x="9278" y="14113"/>
                  <a:pt x="7908" y="18439"/>
                  <a:pt x="7908" y="24002"/>
                </a:cubicBezTo>
                <a:cubicBezTo>
                  <a:pt x="7908" y="29580"/>
                  <a:pt x="9278" y="33906"/>
                  <a:pt x="11943" y="37037"/>
                </a:cubicBezTo>
                <a:cubicBezTo>
                  <a:pt x="14681" y="40110"/>
                  <a:pt x="18439" y="41640"/>
                  <a:pt x="23318" y="41640"/>
                </a:cubicBezTo>
                <a:cubicBezTo>
                  <a:pt x="25488" y="41640"/>
                  <a:pt x="27643" y="41363"/>
                  <a:pt x="29813" y="40795"/>
                </a:cubicBezTo>
                <a:cubicBezTo>
                  <a:pt x="31911" y="40169"/>
                  <a:pt x="34022" y="39309"/>
                  <a:pt x="36178" y="38115"/>
                </a:cubicBezTo>
                <a:lnTo>
                  <a:pt x="36178" y="45062"/>
                </a:lnTo>
                <a:cubicBezTo>
                  <a:pt x="34081" y="46082"/>
                  <a:pt x="31911" y="46766"/>
                  <a:pt x="29639" y="47276"/>
                </a:cubicBezTo>
                <a:cubicBezTo>
                  <a:pt x="27425" y="47786"/>
                  <a:pt x="25036" y="48019"/>
                  <a:pt x="22473" y="48019"/>
                </a:cubicBezTo>
                <a:cubicBezTo>
                  <a:pt x="15584" y="48019"/>
                  <a:pt x="10122" y="45849"/>
                  <a:pt x="6088" y="41523"/>
                </a:cubicBezTo>
                <a:cubicBezTo>
                  <a:pt x="2054" y="37212"/>
                  <a:pt x="0" y="31343"/>
                  <a:pt x="0" y="24002"/>
                </a:cubicBezTo>
                <a:cubicBezTo>
                  <a:pt x="0" y="16560"/>
                  <a:pt x="2054" y="10690"/>
                  <a:pt x="6146" y="6423"/>
                </a:cubicBezTo>
                <a:cubicBezTo>
                  <a:pt x="10239" y="2156"/>
                  <a:pt x="15875" y="0"/>
                  <a:pt x="22983" y="0"/>
                </a:cubicBezTo>
                <a:cubicBezTo>
                  <a:pt x="25313" y="0"/>
                  <a:pt x="27541" y="233"/>
                  <a:pt x="29755" y="743"/>
                </a:cubicBezTo>
                <a:cubicBezTo>
                  <a:pt x="31969" y="1194"/>
                  <a:pt x="34081" y="1937"/>
                  <a:pt x="36178" y="2840"/>
                </a:cubicBezTo>
                <a:close/>
                <a:moveTo>
                  <a:pt x="36178" y="28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40BB5-997C-4899-A602-5D1CD3F5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119" y="3598450"/>
            <a:ext cx="7515" cy="63486"/>
          </a:xfrm>
          <a:custGeom xmlns:a="http://schemas.openxmlformats.org/drawingml/2006/main">
            <a:pathLst>
              <a:path w="7515" h="63486">
                <a:moveTo>
                  <a:pt x="0" y="0"/>
                </a:moveTo>
                <a:lnTo>
                  <a:pt x="7515" y="0"/>
                </a:lnTo>
                <a:lnTo>
                  <a:pt x="7515" y="63486"/>
                </a:lnTo>
                <a:lnTo>
                  <a:pt x="0" y="634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A1E72-7188-412B-89D8-DBDBF6D6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0" y="3615126"/>
            <a:ext cx="38639" cy="48019"/>
          </a:xfrm>
          <a:custGeom xmlns:a="http://schemas.openxmlformats.org/drawingml/2006/main">
            <a:pathLst>
              <a:path w="38639" h="48019">
                <a:moveTo>
                  <a:pt x="23667" y="23842"/>
                </a:moveTo>
                <a:cubicBezTo>
                  <a:pt x="17579" y="23842"/>
                  <a:pt x="13370" y="24526"/>
                  <a:pt x="11040" y="25939"/>
                </a:cubicBezTo>
                <a:cubicBezTo>
                  <a:pt x="8710" y="27308"/>
                  <a:pt x="7515" y="29697"/>
                  <a:pt x="7515" y="33047"/>
                </a:cubicBezTo>
                <a:cubicBezTo>
                  <a:pt x="7515" y="35726"/>
                  <a:pt x="8418" y="37838"/>
                  <a:pt x="10181" y="39368"/>
                </a:cubicBezTo>
                <a:cubicBezTo>
                  <a:pt x="11957" y="40955"/>
                  <a:pt x="14346" y="41698"/>
                  <a:pt x="17361" y="41698"/>
                </a:cubicBezTo>
                <a:cubicBezTo>
                  <a:pt x="21512" y="41698"/>
                  <a:pt x="24861" y="40227"/>
                  <a:pt x="27366" y="37314"/>
                </a:cubicBezTo>
                <a:cubicBezTo>
                  <a:pt x="29872" y="34357"/>
                  <a:pt x="31124" y="30440"/>
                  <a:pt x="31124" y="25546"/>
                </a:cubicBezTo>
                <a:lnTo>
                  <a:pt x="31124" y="23842"/>
                </a:lnTo>
                <a:lnTo>
                  <a:pt x="23667" y="23842"/>
                </a:lnTo>
                <a:close/>
                <a:moveTo>
                  <a:pt x="38639" y="20769"/>
                </a:moveTo>
                <a:lnTo>
                  <a:pt x="38639" y="46825"/>
                </a:lnTo>
                <a:lnTo>
                  <a:pt x="31124" y="46825"/>
                </a:lnTo>
                <a:lnTo>
                  <a:pt x="31124" y="39877"/>
                </a:lnTo>
                <a:cubicBezTo>
                  <a:pt x="29420" y="42674"/>
                  <a:pt x="27308" y="44713"/>
                  <a:pt x="24745" y="46023"/>
                </a:cubicBezTo>
                <a:cubicBezTo>
                  <a:pt x="22196" y="47334"/>
                  <a:pt x="19007" y="48019"/>
                  <a:pt x="15307" y="48019"/>
                </a:cubicBezTo>
                <a:cubicBezTo>
                  <a:pt x="10647" y="48019"/>
                  <a:pt x="6947" y="46708"/>
                  <a:pt x="4151" y="44086"/>
                </a:cubicBezTo>
                <a:cubicBezTo>
                  <a:pt x="1427" y="41421"/>
                  <a:pt x="0" y="37940"/>
                  <a:pt x="0" y="33513"/>
                </a:cubicBezTo>
                <a:cubicBezTo>
                  <a:pt x="0" y="28386"/>
                  <a:pt x="1762" y="24526"/>
                  <a:pt x="5185" y="21905"/>
                </a:cubicBezTo>
                <a:cubicBezTo>
                  <a:pt x="8651" y="19283"/>
                  <a:pt x="13778" y="17972"/>
                  <a:pt x="20594" y="17972"/>
                </a:cubicBezTo>
                <a:lnTo>
                  <a:pt x="31124" y="17972"/>
                </a:lnTo>
                <a:lnTo>
                  <a:pt x="31124" y="17244"/>
                </a:lnTo>
                <a:cubicBezTo>
                  <a:pt x="31124" y="13763"/>
                  <a:pt x="29988" y="11098"/>
                  <a:pt x="27716" y="9219"/>
                </a:cubicBezTo>
                <a:cubicBezTo>
                  <a:pt x="25429" y="7340"/>
                  <a:pt x="22254" y="6365"/>
                  <a:pt x="18147" y="6365"/>
                </a:cubicBezTo>
                <a:cubicBezTo>
                  <a:pt x="15540" y="6365"/>
                  <a:pt x="12977" y="6714"/>
                  <a:pt x="10530" y="7340"/>
                </a:cubicBezTo>
                <a:cubicBezTo>
                  <a:pt x="8025" y="7967"/>
                  <a:pt x="5636" y="8870"/>
                  <a:pt x="3364" y="10122"/>
                </a:cubicBezTo>
                <a:lnTo>
                  <a:pt x="3364" y="3190"/>
                </a:lnTo>
                <a:cubicBezTo>
                  <a:pt x="6146" y="2097"/>
                  <a:pt x="8768" y="1311"/>
                  <a:pt x="11375" y="801"/>
                </a:cubicBezTo>
                <a:cubicBezTo>
                  <a:pt x="13938" y="277"/>
                  <a:pt x="16501" y="0"/>
                  <a:pt x="18948" y="0"/>
                </a:cubicBezTo>
                <a:cubicBezTo>
                  <a:pt x="25546" y="0"/>
                  <a:pt x="30498" y="1704"/>
                  <a:pt x="33746" y="5170"/>
                </a:cubicBezTo>
                <a:cubicBezTo>
                  <a:pt x="37037" y="8593"/>
                  <a:pt x="38639" y="13763"/>
                  <a:pt x="38639" y="20769"/>
                </a:cubicBezTo>
                <a:close/>
                <a:moveTo>
                  <a:pt x="38639" y="207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182C5-7AD9-4329-89D1-E25BE887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587" y="3598450"/>
            <a:ext cx="7515" cy="63501"/>
          </a:xfrm>
          <a:custGeom xmlns:a="http://schemas.openxmlformats.org/drawingml/2006/main">
            <a:pathLst>
              <a:path w="7515" h="63501">
                <a:moveTo>
                  <a:pt x="0" y="17812"/>
                </a:moveTo>
                <a:lnTo>
                  <a:pt x="7515" y="17812"/>
                </a:lnTo>
                <a:lnTo>
                  <a:pt x="7515" y="63501"/>
                </a:lnTo>
                <a:lnTo>
                  <a:pt x="0" y="63501"/>
                </a:lnTo>
                <a:lnTo>
                  <a:pt x="0" y="17812"/>
                </a:lnTo>
                <a:close/>
                <a:moveTo>
                  <a:pt x="0" y="0"/>
                </a:moveTo>
                <a:lnTo>
                  <a:pt x="7515" y="0"/>
                </a:lnTo>
                <a:lnTo>
                  <a:pt x="7515" y="9511"/>
                </a:lnTo>
                <a:lnTo>
                  <a:pt x="0" y="9511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0BBF3-98F2-4414-9ECF-39D3CFC6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511" y="3615126"/>
            <a:ext cx="66792" cy="46825"/>
          </a:xfrm>
          <a:custGeom xmlns:a="http://schemas.openxmlformats.org/drawingml/2006/main">
            <a:pathLst>
              <a:path w="66792" h="46825">
                <a:moveTo>
                  <a:pt x="35901" y="9904"/>
                </a:moveTo>
                <a:cubicBezTo>
                  <a:pt x="37780" y="6481"/>
                  <a:pt x="40052" y="4034"/>
                  <a:pt x="42615" y="2447"/>
                </a:cubicBezTo>
                <a:cubicBezTo>
                  <a:pt x="45237" y="801"/>
                  <a:pt x="48310" y="0"/>
                  <a:pt x="51893" y="0"/>
                </a:cubicBezTo>
                <a:cubicBezTo>
                  <a:pt x="56612" y="0"/>
                  <a:pt x="60311" y="1704"/>
                  <a:pt x="62874" y="5010"/>
                </a:cubicBezTo>
                <a:cubicBezTo>
                  <a:pt x="65482" y="8360"/>
                  <a:pt x="66792" y="13079"/>
                  <a:pt x="66792" y="19225"/>
                </a:cubicBezTo>
                <a:lnTo>
                  <a:pt x="66792" y="46825"/>
                </a:lnTo>
                <a:lnTo>
                  <a:pt x="59233" y="46825"/>
                </a:lnTo>
                <a:lnTo>
                  <a:pt x="59233" y="19458"/>
                </a:lnTo>
                <a:cubicBezTo>
                  <a:pt x="59233" y="15074"/>
                  <a:pt x="58432" y="11826"/>
                  <a:pt x="56903" y="9729"/>
                </a:cubicBezTo>
                <a:cubicBezTo>
                  <a:pt x="55359" y="7617"/>
                  <a:pt x="52971" y="6539"/>
                  <a:pt x="49781" y="6539"/>
                </a:cubicBezTo>
                <a:cubicBezTo>
                  <a:pt x="45922" y="6539"/>
                  <a:pt x="42848" y="7850"/>
                  <a:pt x="40562" y="10414"/>
                </a:cubicBezTo>
                <a:cubicBezTo>
                  <a:pt x="38290" y="13021"/>
                  <a:pt x="37154" y="16501"/>
                  <a:pt x="37154" y="20987"/>
                </a:cubicBezTo>
                <a:lnTo>
                  <a:pt x="37154" y="46825"/>
                </a:lnTo>
                <a:lnTo>
                  <a:pt x="29639" y="46825"/>
                </a:lnTo>
                <a:lnTo>
                  <a:pt x="29639" y="19458"/>
                </a:lnTo>
                <a:cubicBezTo>
                  <a:pt x="29639" y="15074"/>
                  <a:pt x="28852" y="11826"/>
                  <a:pt x="27308" y="9729"/>
                </a:cubicBezTo>
                <a:cubicBezTo>
                  <a:pt x="25721" y="7617"/>
                  <a:pt x="23332" y="6539"/>
                  <a:pt x="20084" y="6539"/>
                </a:cubicBezTo>
                <a:cubicBezTo>
                  <a:pt x="16283" y="6539"/>
                  <a:pt x="13210" y="7850"/>
                  <a:pt x="10923" y="10472"/>
                </a:cubicBezTo>
                <a:cubicBezTo>
                  <a:pt x="8710" y="13021"/>
                  <a:pt x="7573" y="16560"/>
                  <a:pt x="7573" y="20987"/>
                </a:cubicBezTo>
                <a:lnTo>
                  <a:pt x="7573" y="46825"/>
                </a:lnTo>
                <a:lnTo>
                  <a:pt x="0" y="46825"/>
                </a:lnTo>
                <a:lnTo>
                  <a:pt x="0" y="1136"/>
                </a:lnTo>
                <a:lnTo>
                  <a:pt x="7573" y="1136"/>
                </a:lnTo>
                <a:lnTo>
                  <a:pt x="7573" y="8185"/>
                </a:lnTo>
                <a:cubicBezTo>
                  <a:pt x="9278" y="5403"/>
                  <a:pt x="11331" y="3350"/>
                  <a:pt x="13720" y="1995"/>
                </a:cubicBezTo>
                <a:cubicBezTo>
                  <a:pt x="16108" y="685"/>
                  <a:pt x="18948" y="0"/>
                  <a:pt x="22254" y="0"/>
                </a:cubicBezTo>
                <a:cubicBezTo>
                  <a:pt x="25604" y="0"/>
                  <a:pt x="28401" y="845"/>
                  <a:pt x="30731" y="2563"/>
                </a:cubicBezTo>
                <a:cubicBezTo>
                  <a:pt x="33061" y="4209"/>
                  <a:pt x="34765" y="6656"/>
                  <a:pt x="35901" y="9904"/>
                </a:cubicBezTo>
                <a:close/>
                <a:moveTo>
                  <a:pt x="35901" y="99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ACEA3-7DC9-4642-9957-FA08670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029" y="3577070"/>
            <a:ext cx="21046" cy="65307"/>
          </a:xfrm>
          <a:custGeom xmlns:a="http://schemas.openxmlformats.org/drawingml/2006/main">
            <a:pathLst>
              <a:path w="21046" h="65307">
                <a:moveTo>
                  <a:pt x="0" y="0"/>
                </a:moveTo>
                <a:lnTo>
                  <a:pt x="21046" y="0"/>
                </a:lnTo>
                <a:lnTo>
                  <a:pt x="21046" y="22531"/>
                </a:lnTo>
                <a:lnTo>
                  <a:pt x="0" y="22531"/>
                </a:lnTo>
                <a:lnTo>
                  <a:pt x="0" y="0"/>
                </a:lnTo>
                <a:close/>
                <a:moveTo>
                  <a:pt x="0" y="42717"/>
                </a:moveTo>
                <a:lnTo>
                  <a:pt x="21046" y="42717"/>
                </a:lnTo>
                <a:lnTo>
                  <a:pt x="21046" y="65307"/>
                </a:lnTo>
                <a:lnTo>
                  <a:pt x="0" y="65307"/>
                </a:lnTo>
                <a:lnTo>
                  <a:pt x="0" y="42717"/>
                </a:lnTo>
                <a:close/>
                <a:moveTo>
                  <a:pt x="0" y="427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3864F-1124-4A99-8C37-BF30ADDD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342" y="3553737"/>
            <a:ext cx="60078" cy="90343"/>
          </a:xfrm>
          <a:custGeom xmlns:a="http://schemas.openxmlformats.org/drawingml/2006/main">
            <a:pathLst>
              <a:path w="60078" h="90343">
                <a:moveTo>
                  <a:pt x="31066" y="40387"/>
                </a:moveTo>
                <a:cubicBezTo>
                  <a:pt x="25779" y="40387"/>
                  <a:pt x="21570" y="42222"/>
                  <a:pt x="18497" y="45863"/>
                </a:cubicBezTo>
                <a:cubicBezTo>
                  <a:pt x="15424" y="49446"/>
                  <a:pt x="13880" y="54383"/>
                  <a:pt x="13880" y="60704"/>
                </a:cubicBezTo>
                <a:cubicBezTo>
                  <a:pt x="13880" y="66967"/>
                  <a:pt x="15424" y="71919"/>
                  <a:pt x="18497" y="75560"/>
                </a:cubicBezTo>
                <a:cubicBezTo>
                  <a:pt x="21570" y="79201"/>
                  <a:pt x="25779" y="81022"/>
                  <a:pt x="31066" y="81022"/>
                </a:cubicBezTo>
                <a:cubicBezTo>
                  <a:pt x="36353" y="81022"/>
                  <a:pt x="40562" y="79201"/>
                  <a:pt x="43635" y="75560"/>
                </a:cubicBezTo>
                <a:cubicBezTo>
                  <a:pt x="46708" y="71919"/>
                  <a:pt x="48252" y="66967"/>
                  <a:pt x="48252" y="60704"/>
                </a:cubicBezTo>
                <a:cubicBezTo>
                  <a:pt x="48252" y="54383"/>
                  <a:pt x="46708" y="49446"/>
                  <a:pt x="43635" y="45863"/>
                </a:cubicBezTo>
                <a:cubicBezTo>
                  <a:pt x="40562" y="42222"/>
                  <a:pt x="36353" y="40387"/>
                  <a:pt x="31066" y="40387"/>
                </a:cubicBezTo>
                <a:close/>
                <a:moveTo>
                  <a:pt x="54442" y="3466"/>
                </a:moveTo>
                <a:lnTo>
                  <a:pt x="54442" y="14229"/>
                </a:lnTo>
                <a:cubicBezTo>
                  <a:pt x="51485" y="12802"/>
                  <a:pt x="48529" y="11783"/>
                  <a:pt x="45514" y="11040"/>
                </a:cubicBezTo>
                <a:cubicBezTo>
                  <a:pt x="42499" y="10239"/>
                  <a:pt x="39484" y="9904"/>
                  <a:pt x="36527" y="9904"/>
                </a:cubicBezTo>
                <a:cubicBezTo>
                  <a:pt x="28794" y="9904"/>
                  <a:pt x="22822" y="12511"/>
                  <a:pt x="18715" y="17754"/>
                </a:cubicBezTo>
                <a:cubicBezTo>
                  <a:pt x="14623" y="23041"/>
                  <a:pt x="12292" y="30949"/>
                  <a:pt x="11724" y="41596"/>
                </a:cubicBezTo>
                <a:cubicBezTo>
                  <a:pt x="13996" y="38173"/>
                  <a:pt x="16836" y="35552"/>
                  <a:pt x="20317" y="33789"/>
                </a:cubicBezTo>
                <a:cubicBezTo>
                  <a:pt x="23784" y="31969"/>
                  <a:pt x="27600" y="31066"/>
                  <a:pt x="31750" y="31066"/>
                </a:cubicBezTo>
                <a:cubicBezTo>
                  <a:pt x="40504" y="31066"/>
                  <a:pt x="47393" y="33731"/>
                  <a:pt x="52519" y="39033"/>
                </a:cubicBezTo>
                <a:cubicBezTo>
                  <a:pt x="57573" y="44319"/>
                  <a:pt x="60078" y="51543"/>
                  <a:pt x="60078" y="60704"/>
                </a:cubicBezTo>
                <a:cubicBezTo>
                  <a:pt x="60078" y="69632"/>
                  <a:pt x="57471" y="76798"/>
                  <a:pt x="52170" y="82216"/>
                </a:cubicBezTo>
                <a:cubicBezTo>
                  <a:pt x="46883" y="87619"/>
                  <a:pt x="39834" y="90343"/>
                  <a:pt x="31066" y="90343"/>
                </a:cubicBezTo>
                <a:cubicBezTo>
                  <a:pt x="21002" y="90343"/>
                  <a:pt x="13312" y="86483"/>
                  <a:pt x="7967" y="78735"/>
                </a:cubicBezTo>
                <a:cubicBezTo>
                  <a:pt x="2622" y="71001"/>
                  <a:pt x="0" y="59845"/>
                  <a:pt x="0" y="45179"/>
                </a:cubicBezTo>
                <a:cubicBezTo>
                  <a:pt x="0" y="31401"/>
                  <a:pt x="3248" y="20419"/>
                  <a:pt x="9787" y="12292"/>
                </a:cubicBezTo>
                <a:cubicBezTo>
                  <a:pt x="16327" y="4093"/>
                  <a:pt x="25094" y="0"/>
                  <a:pt x="36076" y="0"/>
                </a:cubicBezTo>
                <a:cubicBezTo>
                  <a:pt x="39033" y="0"/>
                  <a:pt x="42047" y="291"/>
                  <a:pt x="45004" y="859"/>
                </a:cubicBezTo>
                <a:cubicBezTo>
                  <a:pt x="48019" y="1427"/>
                  <a:pt x="51208" y="2330"/>
                  <a:pt x="54442" y="3466"/>
                </a:cubicBezTo>
                <a:close/>
                <a:moveTo>
                  <a:pt x="54442" y="346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A5D70-8241-4DFC-A7C4-E25C9E52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737" y="3627521"/>
            <a:ext cx="12292" cy="14856"/>
          </a:xfrm>
          <a:custGeom xmlns:a="http://schemas.openxmlformats.org/drawingml/2006/main">
            <a:pathLst>
              <a:path w="12292" h="14856">
                <a:moveTo>
                  <a:pt x="0" y="0"/>
                </a:moveTo>
                <a:lnTo>
                  <a:pt x="12292" y="0"/>
                </a:lnTo>
                <a:lnTo>
                  <a:pt x="12292" y="14856"/>
                </a:lnTo>
                <a:lnTo>
                  <a:pt x="0" y="148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419B7A-144B-407D-AAA5-7D4B6D6F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84" y="3553737"/>
            <a:ext cx="60195" cy="90343"/>
          </a:xfrm>
          <a:custGeom xmlns:a="http://schemas.openxmlformats.org/drawingml/2006/main">
            <a:pathLst>
              <a:path w="60195" h="90343">
                <a:moveTo>
                  <a:pt x="30105" y="9336"/>
                </a:moveTo>
                <a:cubicBezTo>
                  <a:pt x="24075" y="9336"/>
                  <a:pt x="19458" y="12292"/>
                  <a:pt x="16443" y="18264"/>
                </a:cubicBezTo>
                <a:cubicBezTo>
                  <a:pt x="13370" y="24235"/>
                  <a:pt x="11841" y="33221"/>
                  <a:pt x="11841" y="45179"/>
                </a:cubicBezTo>
                <a:cubicBezTo>
                  <a:pt x="11841" y="57122"/>
                  <a:pt x="13370" y="66050"/>
                  <a:pt x="16443" y="72021"/>
                </a:cubicBezTo>
                <a:cubicBezTo>
                  <a:pt x="19458" y="78007"/>
                  <a:pt x="24075" y="81022"/>
                  <a:pt x="30105" y="81022"/>
                </a:cubicBezTo>
                <a:cubicBezTo>
                  <a:pt x="36193" y="81022"/>
                  <a:pt x="40795" y="78007"/>
                  <a:pt x="43810" y="72021"/>
                </a:cubicBezTo>
                <a:cubicBezTo>
                  <a:pt x="46883" y="66050"/>
                  <a:pt x="48427" y="57122"/>
                  <a:pt x="48427" y="45179"/>
                </a:cubicBezTo>
                <a:cubicBezTo>
                  <a:pt x="48427" y="33221"/>
                  <a:pt x="46883" y="24235"/>
                  <a:pt x="43810" y="18264"/>
                </a:cubicBezTo>
                <a:cubicBezTo>
                  <a:pt x="40795" y="12292"/>
                  <a:pt x="36193" y="9336"/>
                  <a:pt x="30105" y="9336"/>
                </a:cubicBezTo>
                <a:close/>
                <a:moveTo>
                  <a:pt x="30105" y="0"/>
                </a:moveTo>
                <a:cubicBezTo>
                  <a:pt x="39892" y="0"/>
                  <a:pt x="47334" y="3874"/>
                  <a:pt x="52461" y="11550"/>
                </a:cubicBezTo>
                <a:cubicBezTo>
                  <a:pt x="57631" y="19283"/>
                  <a:pt x="60195" y="30498"/>
                  <a:pt x="60195" y="45179"/>
                </a:cubicBezTo>
                <a:cubicBezTo>
                  <a:pt x="60195" y="59845"/>
                  <a:pt x="57631" y="71001"/>
                  <a:pt x="52461" y="78735"/>
                </a:cubicBezTo>
                <a:cubicBezTo>
                  <a:pt x="47334" y="86483"/>
                  <a:pt x="39892" y="90343"/>
                  <a:pt x="30105" y="90343"/>
                </a:cubicBezTo>
                <a:cubicBezTo>
                  <a:pt x="20376" y="90343"/>
                  <a:pt x="12919" y="86483"/>
                  <a:pt x="7748" y="78735"/>
                </a:cubicBezTo>
                <a:cubicBezTo>
                  <a:pt x="2622" y="71001"/>
                  <a:pt x="0" y="59845"/>
                  <a:pt x="0" y="45179"/>
                </a:cubicBezTo>
                <a:cubicBezTo>
                  <a:pt x="0" y="30498"/>
                  <a:pt x="2622" y="19283"/>
                  <a:pt x="7748" y="11550"/>
                </a:cubicBezTo>
                <a:cubicBezTo>
                  <a:pt x="12919" y="3874"/>
                  <a:pt x="20376" y="0"/>
                  <a:pt x="30105" y="0"/>
                </a:cubicBezTo>
                <a:close/>
                <a:moveTo>
                  <a:pt x="3010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D0899-6DCC-4278-B0FD-8022B5E5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048" y="3553737"/>
            <a:ext cx="57296" cy="90343"/>
          </a:xfrm>
          <a:custGeom xmlns:a="http://schemas.openxmlformats.org/drawingml/2006/main">
            <a:pathLst>
              <a:path w="57296" h="90343">
                <a:moveTo>
                  <a:pt x="39309" y="41698"/>
                </a:moveTo>
                <a:cubicBezTo>
                  <a:pt x="44946" y="42892"/>
                  <a:pt x="49388" y="45397"/>
                  <a:pt x="52505" y="49213"/>
                </a:cubicBezTo>
                <a:cubicBezTo>
                  <a:pt x="55694" y="53029"/>
                  <a:pt x="57296" y="57748"/>
                  <a:pt x="57296" y="63326"/>
                </a:cubicBezTo>
                <a:cubicBezTo>
                  <a:pt x="57296" y="71919"/>
                  <a:pt x="54325" y="78575"/>
                  <a:pt x="48412" y="83294"/>
                </a:cubicBezTo>
                <a:cubicBezTo>
                  <a:pt x="42499" y="87954"/>
                  <a:pt x="34139" y="90343"/>
                  <a:pt x="23216" y="90343"/>
                </a:cubicBezTo>
                <a:cubicBezTo>
                  <a:pt x="19575" y="90343"/>
                  <a:pt x="15817" y="89950"/>
                  <a:pt x="11943" y="89265"/>
                </a:cubicBezTo>
                <a:cubicBezTo>
                  <a:pt x="8083" y="88522"/>
                  <a:pt x="4093" y="87445"/>
                  <a:pt x="0" y="86017"/>
                </a:cubicBezTo>
                <a:lnTo>
                  <a:pt x="0" y="74643"/>
                </a:lnTo>
                <a:cubicBezTo>
                  <a:pt x="3248" y="76521"/>
                  <a:pt x="6831" y="77949"/>
                  <a:pt x="10690" y="78968"/>
                </a:cubicBezTo>
                <a:cubicBezTo>
                  <a:pt x="14564" y="79929"/>
                  <a:pt x="18657" y="80395"/>
                  <a:pt x="22866" y="80395"/>
                </a:cubicBezTo>
                <a:cubicBezTo>
                  <a:pt x="30265" y="80395"/>
                  <a:pt x="35901" y="78968"/>
                  <a:pt x="39761" y="76012"/>
                </a:cubicBezTo>
                <a:cubicBezTo>
                  <a:pt x="43635" y="73113"/>
                  <a:pt x="45572" y="68904"/>
                  <a:pt x="45572" y="63326"/>
                </a:cubicBezTo>
                <a:cubicBezTo>
                  <a:pt x="45572" y="58199"/>
                  <a:pt x="43751" y="54165"/>
                  <a:pt x="40169" y="51267"/>
                </a:cubicBezTo>
                <a:cubicBezTo>
                  <a:pt x="36586" y="48354"/>
                  <a:pt x="31576" y="46941"/>
                  <a:pt x="25153" y="46941"/>
                </a:cubicBezTo>
                <a:lnTo>
                  <a:pt x="15016" y="46941"/>
                </a:lnTo>
                <a:lnTo>
                  <a:pt x="15016" y="37270"/>
                </a:lnTo>
                <a:lnTo>
                  <a:pt x="25662" y="37270"/>
                </a:lnTo>
                <a:cubicBezTo>
                  <a:pt x="31401" y="37270"/>
                  <a:pt x="35843" y="36076"/>
                  <a:pt x="38916" y="33789"/>
                </a:cubicBezTo>
                <a:cubicBezTo>
                  <a:pt x="41989" y="31459"/>
                  <a:pt x="43518" y="28168"/>
                  <a:pt x="43518" y="23784"/>
                </a:cubicBezTo>
                <a:cubicBezTo>
                  <a:pt x="43518" y="19283"/>
                  <a:pt x="41931" y="15875"/>
                  <a:pt x="38741" y="13487"/>
                </a:cubicBezTo>
                <a:cubicBezTo>
                  <a:pt x="35610" y="11098"/>
                  <a:pt x="31066" y="9904"/>
                  <a:pt x="25153" y="9904"/>
                </a:cubicBezTo>
                <a:cubicBezTo>
                  <a:pt x="21905" y="9904"/>
                  <a:pt x="18497" y="10239"/>
                  <a:pt x="14797" y="10982"/>
                </a:cubicBezTo>
                <a:cubicBezTo>
                  <a:pt x="11098" y="11666"/>
                  <a:pt x="6991" y="12744"/>
                  <a:pt x="2563" y="14229"/>
                </a:cubicBezTo>
                <a:lnTo>
                  <a:pt x="2563" y="3699"/>
                </a:lnTo>
                <a:cubicBezTo>
                  <a:pt x="7049" y="2505"/>
                  <a:pt x="11258" y="1544"/>
                  <a:pt x="15132" y="918"/>
                </a:cubicBezTo>
                <a:cubicBezTo>
                  <a:pt x="19065" y="291"/>
                  <a:pt x="22750" y="0"/>
                  <a:pt x="26230" y="0"/>
                </a:cubicBezTo>
                <a:cubicBezTo>
                  <a:pt x="35158" y="0"/>
                  <a:pt x="42208" y="2054"/>
                  <a:pt x="47451" y="6088"/>
                </a:cubicBezTo>
                <a:cubicBezTo>
                  <a:pt x="52621" y="10122"/>
                  <a:pt x="55243" y="15642"/>
                  <a:pt x="55243" y="22531"/>
                </a:cubicBezTo>
                <a:cubicBezTo>
                  <a:pt x="55243" y="27366"/>
                  <a:pt x="53874" y="31459"/>
                  <a:pt x="51092" y="34765"/>
                </a:cubicBezTo>
                <a:cubicBezTo>
                  <a:pt x="48354" y="38115"/>
                  <a:pt x="44436" y="40387"/>
                  <a:pt x="39309" y="41698"/>
                </a:cubicBezTo>
                <a:close/>
                <a:moveTo>
                  <a:pt x="39309" y="416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1BA67-128D-4136-83D0-4D480861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76" y="3848958"/>
            <a:ext cx="91246" cy="87095"/>
          </a:xfrm>
          <a:custGeom xmlns:a="http://schemas.openxmlformats.org/drawingml/2006/main">
            <a:pathLst>
              <a:path w="91246" h="87095">
                <a:moveTo>
                  <a:pt x="63209" y="71220"/>
                </a:moveTo>
                <a:lnTo>
                  <a:pt x="28109" y="71220"/>
                </a:lnTo>
                <a:lnTo>
                  <a:pt x="22589" y="87095"/>
                </a:lnTo>
                <a:lnTo>
                  <a:pt x="0" y="87095"/>
                </a:lnTo>
                <a:lnTo>
                  <a:pt x="32260" y="0"/>
                </a:lnTo>
                <a:lnTo>
                  <a:pt x="59000" y="0"/>
                </a:lnTo>
                <a:lnTo>
                  <a:pt x="91246" y="87095"/>
                </a:lnTo>
                <a:lnTo>
                  <a:pt x="68671" y="87095"/>
                </a:lnTo>
                <a:lnTo>
                  <a:pt x="63209" y="71220"/>
                </a:lnTo>
                <a:close/>
                <a:moveTo>
                  <a:pt x="33673" y="55068"/>
                </a:moveTo>
                <a:lnTo>
                  <a:pt x="57573" y="55068"/>
                </a:lnTo>
                <a:lnTo>
                  <a:pt x="45630" y="20419"/>
                </a:lnTo>
                <a:lnTo>
                  <a:pt x="33673" y="55068"/>
                </a:lnTo>
                <a:close/>
                <a:moveTo>
                  <a:pt x="33673" y="5506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284D5-FD14-4DB3-AF7A-8B294A1B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25" y="3870746"/>
            <a:ext cx="74293" cy="65307"/>
          </a:xfrm>
          <a:custGeom xmlns:a="http://schemas.openxmlformats.org/drawingml/2006/main">
            <a:pathLst>
              <a:path w="74293" h="65307">
                <a:moveTo>
                  <a:pt x="0" y="0"/>
                </a:moveTo>
                <a:lnTo>
                  <a:pt x="20871" y="0"/>
                </a:lnTo>
                <a:lnTo>
                  <a:pt x="37139" y="45106"/>
                </a:lnTo>
                <a:lnTo>
                  <a:pt x="53364" y="0"/>
                </a:lnTo>
                <a:lnTo>
                  <a:pt x="74293" y="0"/>
                </a:lnTo>
                <a:lnTo>
                  <a:pt x="48572" y="65307"/>
                </a:lnTo>
                <a:lnTo>
                  <a:pt x="25648" y="6530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BE8EC-DF0F-44C1-9426-E6A2E8CC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225" y="3869260"/>
            <a:ext cx="70098" cy="92571"/>
          </a:xfrm>
          <a:custGeom xmlns:a="http://schemas.openxmlformats.org/drawingml/2006/main">
            <a:pathLst>
              <a:path w="70098" h="92571">
                <a:moveTo>
                  <a:pt x="49097" y="55694"/>
                </a:moveTo>
                <a:cubicBezTo>
                  <a:pt x="46257" y="59510"/>
                  <a:pt x="43067" y="62292"/>
                  <a:pt x="39601" y="64112"/>
                </a:cubicBezTo>
                <a:cubicBezTo>
                  <a:pt x="36134" y="65889"/>
                  <a:pt x="32144" y="66792"/>
                  <a:pt x="27600" y="66792"/>
                </a:cubicBezTo>
                <a:cubicBezTo>
                  <a:pt x="19633" y="66792"/>
                  <a:pt x="13035" y="63661"/>
                  <a:pt x="7807" y="57413"/>
                </a:cubicBezTo>
                <a:cubicBezTo>
                  <a:pt x="2622" y="51092"/>
                  <a:pt x="0" y="43067"/>
                  <a:pt x="0" y="33338"/>
                </a:cubicBezTo>
                <a:cubicBezTo>
                  <a:pt x="0" y="23609"/>
                  <a:pt x="2622" y="15584"/>
                  <a:pt x="7807" y="9394"/>
                </a:cubicBezTo>
                <a:cubicBezTo>
                  <a:pt x="13035" y="3131"/>
                  <a:pt x="19633" y="0"/>
                  <a:pt x="27600" y="0"/>
                </a:cubicBezTo>
                <a:cubicBezTo>
                  <a:pt x="32144" y="0"/>
                  <a:pt x="36134" y="918"/>
                  <a:pt x="39601" y="2680"/>
                </a:cubicBezTo>
                <a:cubicBezTo>
                  <a:pt x="43067" y="4500"/>
                  <a:pt x="46257" y="7282"/>
                  <a:pt x="49097" y="11156"/>
                </a:cubicBezTo>
                <a:lnTo>
                  <a:pt x="49097" y="1486"/>
                </a:lnTo>
                <a:lnTo>
                  <a:pt x="70098" y="1486"/>
                </a:lnTo>
                <a:lnTo>
                  <a:pt x="70098" y="60195"/>
                </a:lnTo>
                <a:cubicBezTo>
                  <a:pt x="70098" y="70725"/>
                  <a:pt x="66792" y="78735"/>
                  <a:pt x="60136" y="84255"/>
                </a:cubicBezTo>
                <a:cubicBezTo>
                  <a:pt x="53539" y="89775"/>
                  <a:pt x="43926" y="92571"/>
                  <a:pt x="31299" y="92571"/>
                </a:cubicBezTo>
                <a:cubicBezTo>
                  <a:pt x="27250" y="92571"/>
                  <a:pt x="23274" y="92222"/>
                  <a:pt x="19458" y="91595"/>
                </a:cubicBezTo>
                <a:cubicBezTo>
                  <a:pt x="15657" y="90969"/>
                  <a:pt x="11841" y="90066"/>
                  <a:pt x="7967" y="88755"/>
                </a:cubicBezTo>
                <a:lnTo>
                  <a:pt x="7967" y="72487"/>
                </a:lnTo>
                <a:cubicBezTo>
                  <a:pt x="11666" y="74584"/>
                  <a:pt x="15191" y="76186"/>
                  <a:pt x="18730" y="77206"/>
                </a:cubicBezTo>
                <a:cubicBezTo>
                  <a:pt x="22196" y="78225"/>
                  <a:pt x="25721" y="78735"/>
                  <a:pt x="29245" y="78735"/>
                </a:cubicBezTo>
                <a:cubicBezTo>
                  <a:pt x="36134" y="78735"/>
                  <a:pt x="41144" y="77264"/>
                  <a:pt x="44319" y="74249"/>
                </a:cubicBezTo>
                <a:cubicBezTo>
                  <a:pt x="47509" y="71234"/>
                  <a:pt x="49097" y="66559"/>
                  <a:pt x="49097" y="60195"/>
                </a:cubicBezTo>
                <a:lnTo>
                  <a:pt x="49097" y="55694"/>
                </a:lnTo>
                <a:close/>
                <a:moveTo>
                  <a:pt x="35333" y="15074"/>
                </a:moveTo>
                <a:cubicBezTo>
                  <a:pt x="31008" y="15074"/>
                  <a:pt x="27658" y="16676"/>
                  <a:pt x="25269" y="19851"/>
                </a:cubicBezTo>
                <a:cubicBezTo>
                  <a:pt x="22822" y="23041"/>
                  <a:pt x="21628" y="27541"/>
                  <a:pt x="21628" y="33338"/>
                </a:cubicBezTo>
                <a:cubicBezTo>
                  <a:pt x="21628" y="39368"/>
                  <a:pt x="22822" y="43926"/>
                  <a:pt x="25153" y="46999"/>
                </a:cubicBezTo>
                <a:cubicBezTo>
                  <a:pt x="27483" y="50072"/>
                  <a:pt x="30847" y="51602"/>
                  <a:pt x="35333" y="51602"/>
                </a:cubicBezTo>
                <a:cubicBezTo>
                  <a:pt x="39717" y="51602"/>
                  <a:pt x="43067" y="50014"/>
                  <a:pt x="45455" y="46825"/>
                </a:cubicBezTo>
                <a:cubicBezTo>
                  <a:pt x="47902" y="43635"/>
                  <a:pt x="49097" y="39149"/>
                  <a:pt x="49097" y="33338"/>
                </a:cubicBezTo>
                <a:cubicBezTo>
                  <a:pt x="49097" y="27541"/>
                  <a:pt x="47902" y="23041"/>
                  <a:pt x="45455" y="19851"/>
                </a:cubicBezTo>
                <a:cubicBezTo>
                  <a:pt x="43067" y="16676"/>
                  <a:pt x="39717" y="15074"/>
                  <a:pt x="35333" y="15074"/>
                </a:cubicBezTo>
                <a:close/>
                <a:moveTo>
                  <a:pt x="35333" y="1507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C87A2-19CF-4211-8242-211F90E5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252" y="3825509"/>
            <a:ext cx="37212" cy="21905"/>
          </a:xfrm>
          <a:custGeom xmlns:a="http://schemas.openxmlformats.org/drawingml/2006/main">
            <a:pathLst>
              <a:path w="37212" h="21905">
                <a:moveTo>
                  <a:pt x="14273" y="0"/>
                </a:moveTo>
                <a:lnTo>
                  <a:pt x="22924" y="0"/>
                </a:lnTo>
                <a:lnTo>
                  <a:pt x="37212" y="21905"/>
                </a:lnTo>
                <a:lnTo>
                  <a:pt x="29071" y="21905"/>
                </a:lnTo>
                <a:lnTo>
                  <a:pt x="18599" y="7690"/>
                </a:lnTo>
                <a:lnTo>
                  <a:pt x="8083" y="21905"/>
                </a:lnTo>
                <a:lnTo>
                  <a:pt x="0" y="21905"/>
                </a:lnTo>
                <a:lnTo>
                  <a:pt x="14273" y="0"/>
                </a:lnTo>
                <a:close/>
                <a:moveTo>
                  <a:pt x="1427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FA03C-8C60-422C-B6AE-DCBB7000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586" y="3869086"/>
            <a:ext cx="55694" cy="68671"/>
          </a:xfrm>
          <a:custGeom xmlns:a="http://schemas.openxmlformats.org/drawingml/2006/main">
            <a:pathLst>
              <a:path w="55694" h="68671">
                <a:moveTo>
                  <a:pt x="18890" y="31750"/>
                </a:moveTo>
                <a:cubicBezTo>
                  <a:pt x="14681" y="30789"/>
                  <a:pt x="11666" y="29085"/>
                  <a:pt x="9846" y="26522"/>
                </a:cubicBezTo>
                <a:cubicBezTo>
                  <a:pt x="8476" y="24759"/>
                  <a:pt x="7850" y="22648"/>
                  <a:pt x="7850" y="20259"/>
                </a:cubicBezTo>
                <a:cubicBezTo>
                  <a:pt x="7850" y="13661"/>
                  <a:pt x="10982" y="8433"/>
                  <a:pt x="17302" y="4559"/>
                </a:cubicBezTo>
                <a:cubicBezTo>
                  <a:pt x="22254" y="1544"/>
                  <a:pt x="28561" y="0"/>
                  <a:pt x="36193" y="0"/>
                </a:cubicBezTo>
                <a:cubicBezTo>
                  <a:pt x="39149" y="0"/>
                  <a:pt x="42222" y="233"/>
                  <a:pt x="45397" y="685"/>
                </a:cubicBezTo>
                <a:cubicBezTo>
                  <a:pt x="48645" y="1194"/>
                  <a:pt x="52053" y="1879"/>
                  <a:pt x="55694" y="2796"/>
                </a:cubicBezTo>
                <a:lnTo>
                  <a:pt x="53815" y="12525"/>
                </a:lnTo>
                <a:cubicBezTo>
                  <a:pt x="50233" y="11448"/>
                  <a:pt x="46999" y="10588"/>
                  <a:pt x="43984" y="10079"/>
                </a:cubicBezTo>
                <a:cubicBezTo>
                  <a:pt x="40911" y="9569"/>
                  <a:pt x="38013" y="9336"/>
                  <a:pt x="35217" y="9336"/>
                </a:cubicBezTo>
                <a:cubicBezTo>
                  <a:pt x="30614" y="9336"/>
                  <a:pt x="26798" y="10253"/>
                  <a:pt x="23725" y="12016"/>
                </a:cubicBezTo>
                <a:cubicBezTo>
                  <a:pt x="20084" y="14171"/>
                  <a:pt x="18264" y="16793"/>
                  <a:pt x="18264" y="19924"/>
                </a:cubicBezTo>
                <a:cubicBezTo>
                  <a:pt x="18264" y="21963"/>
                  <a:pt x="19225" y="23725"/>
                  <a:pt x="21104" y="25153"/>
                </a:cubicBezTo>
                <a:cubicBezTo>
                  <a:pt x="23390" y="26857"/>
                  <a:pt x="26740" y="27716"/>
                  <a:pt x="31299" y="27716"/>
                </a:cubicBezTo>
                <a:lnTo>
                  <a:pt x="40285" y="27716"/>
                </a:lnTo>
                <a:lnTo>
                  <a:pt x="38625" y="36586"/>
                </a:lnTo>
                <a:lnTo>
                  <a:pt x="29988" y="36586"/>
                </a:lnTo>
                <a:cubicBezTo>
                  <a:pt x="24643" y="36586"/>
                  <a:pt x="20376" y="37562"/>
                  <a:pt x="17244" y="39542"/>
                </a:cubicBezTo>
                <a:cubicBezTo>
                  <a:pt x="12919" y="42222"/>
                  <a:pt x="10807" y="45688"/>
                  <a:pt x="10807" y="49839"/>
                </a:cubicBezTo>
                <a:cubicBezTo>
                  <a:pt x="10807" y="52519"/>
                  <a:pt x="11943" y="54733"/>
                  <a:pt x="14229" y="56437"/>
                </a:cubicBezTo>
                <a:cubicBezTo>
                  <a:pt x="17128" y="58607"/>
                  <a:pt x="21512" y="59743"/>
                  <a:pt x="27366" y="59743"/>
                </a:cubicBezTo>
                <a:cubicBezTo>
                  <a:pt x="30949" y="59743"/>
                  <a:pt x="34474" y="59350"/>
                  <a:pt x="37955" y="58665"/>
                </a:cubicBezTo>
                <a:cubicBezTo>
                  <a:pt x="41421" y="57923"/>
                  <a:pt x="44669" y="56845"/>
                  <a:pt x="47684" y="55418"/>
                </a:cubicBezTo>
                <a:lnTo>
                  <a:pt x="45747" y="65380"/>
                </a:lnTo>
                <a:cubicBezTo>
                  <a:pt x="42047" y="66457"/>
                  <a:pt x="38523" y="67302"/>
                  <a:pt x="35100" y="67826"/>
                </a:cubicBezTo>
                <a:cubicBezTo>
                  <a:pt x="31750" y="68394"/>
                  <a:pt x="28503" y="68671"/>
                  <a:pt x="25371" y="68671"/>
                </a:cubicBezTo>
                <a:cubicBezTo>
                  <a:pt x="16108" y="68671"/>
                  <a:pt x="9336" y="66909"/>
                  <a:pt x="4952" y="63326"/>
                </a:cubicBezTo>
                <a:cubicBezTo>
                  <a:pt x="1646" y="60602"/>
                  <a:pt x="0" y="56961"/>
                  <a:pt x="0" y="52403"/>
                </a:cubicBezTo>
                <a:cubicBezTo>
                  <a:pt x="0" y="46198"/>
                  <a:pt x="2170" y="41203"/>
                  <a:pt x="6539" y="37387"/>
                </a:cubicBezTo>
                <a:cubicBezTo>
                  <a:pt x="9787" y="34532"/>
                  <a:pt x="13880" y="32668"/>
                  <a:pt x="18890" y="31750"/>
                </a:cubicBezTo>
                <a:close/>
                <a:moveTo>
                  <a:pt x="18890" y="3175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5A470-2148-4FE8-8D01-8672CF83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490" y="3892127"/>
            <a:ext cx="7516" cy="63487"/>
          </a:xfrm>
          <a:custGeom xmlns:a="http://schemas.openxmlformats.org/drawingml/2006/main">
            <a:pathLst>
              <a:path w="7516" h="63487">
                <a:moveTo>
                  <a:pt x="0" y="0"/>
                </a:moveTo>
                <a:lnTo>
                  <a:pt x="7516" y="0"/>
                </a:lnTo>
                <a:lnTo>
                  <a:pt x="7516" y="63487"/>
                </a:lnTo>
                <a:lnTo>
                  <a:pt x="0" y="634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10F40-A119-4BD7-B29F-90F8DE3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458" y="3908803"/>
            <a:ext cx="41989" cy="48019"/>
          </a:xfrm>
          <a:custGeom xmlns:a="http://schemas.openxmlformats.org/drawingml/2006/main">
            <a:pathLst>
              <a:path w="41989" h="48019">
                <a:moveTo>
                  <a:pt x="20987" y="6365"/>
                </a:moveTo>
                <a:cubicBezTo>
                  <a:pt x="16953" y="6365"/>
                  <a:pt x="13763" y="7967"/>
                  <a:pt x="11433" y="11098"/>
                </a:cubicBezTo>
                <a:cubicBezTo>
                  <a:pt x="9103" y="14229"/>
                  <a:pt x="7908" y="18540"/>
                  <a:pt x="7908" y="24002"/>
                </a:cubicBezTo>
                <a:cubicBezTo>
                  <a:pt x="7908" y="29464"/>
                  <a:pt x="9103" y="33789"/>
                  <a:pt x="11433" y="36921"/>
                </a:cubicBezTo>
                <a:cubicBezTo>
                  <a:pt x="13763" y="40052"/>
                  <a:pt x="16953" y="41640"/>
                  <a:pt x="20987" y="41640"/>
                </a:cubicBezTo>
                <a:cubicBezTo>
                  <a:pt x="24978" y="41640"/>
                  <a:pt x="28153" y="40052"/>
                  <a:pt x="30483" y="36921"/>
                </a:cubicBezTo>
                <a:cubicBezTo>
                  <a:pt x="32828" y="33731"/>
                  <a:pt x="34022" y="29464"/>
                  <a:pt x="34022" y="24002"/>
                </a:cubicBezTo>
                <a:cubicBezTo>
                  <a:pt x="34022" y="18599"/>
                  <a:pt x="32828" y="14273"/>
                  <a:pt x="30483" y="11156"/>
                </a:cubicBezTo>
                <a:cubicBezTo>
                  <a:pt x="28153" y="7967"/>
                  <a:pt x="24978" y="6365"/>
                  <a:pt x="20987" y="6365"/>
                </a:cubicBezTo>
                <a:close/>
                <a:moveTo>
                  <a:pt x="20987" y="0"/>
                </a:moveTo>
                <a:cubicBezTo>
                  <a:pt x="27527" y="0"/>
                  <a:pt x="32653" y="2156"/>
                  <a:pt x="36353" y="6365"/>
                </a:cubicBezTo>
                <a:cubicBezTo>
                  <a:pt x="40110" y="10632"/>
                  <a:pt x="41989" y="16501"/>
                  <a:pt x="41989" y="24002"/>
                </a:cubicBezTo>
                <a:cubicBezTo>
                  <a:pt x="41989" y="31517"/>
                  <a:pt x="40110" y="37372"/>
                  <a:pt x="36353" y="41640"/>
                </a:cubicBezTo>
                <a:cubicBezTo>
                  <a:pt x="32653" y="45907"/>
                  <a:pt x="27527" y="48019"/>
                  <a:pt x="20987" y="48019"/>
                </a:cubicBezTo>
                <a:cubicBezTo>
                  <a:pt x="14448" y="48019"/>
                  <a:pt x="9263" y="45907"/>
                  <a:pt x="5578" y="41640"/>
                </a:cubicBezTo>
                <a:cubicBezTo>
                  <a:pt x="1879" y="37372"/>
                  <a:pt x="0" y="31517"/>
                  <a:pt x="0" y="24002"/>
                </a:cubicBezTo>
                <a:cubicBezTo>
                  <a:pt x="0" y="16501"/>
                  <a:pt x="1879" y="10632"/>
                  <a:pt x="5578" y="6365"/>
                </a:cubicBezTo>
                <a:cubicBezTo>
                  <a:pt x="9263" y="2156"/>
                  <a:pt x="14448" y="0"/>
                  <a:pt x="20987" y="0"/>
                </a:cubicBezTo>
                <a:close/>
                <a:moveTo>
                  <a:pt x="20987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78EB9-E448-43A9-9EB7-B28918CD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16" y="3909939"/>
            <a:ext cx="61331" cy="45688"/>
          </a:xfrm>
          <a:custGeom xmlns:a="http://schemas.openxmlformats.org/drawingml/2006/main">
            <a:pathLst>
              <a:path w="61331" h="45688">
                <a:moveTo>
                  <a:pt x="0" y="0"/>
                </a:moveTo>
                <a:lnTo>
                  <a:pt x="7515" y="0"/>
                </a:lnTo>
                <a:lnTo>
                  <a:pt x="16895" y="35668"/>
                </a:lnTo>
                <a:lnTo>
                  <a:pt x="26230" y="0"/>
                </a:lnTo>
                <a:lnTo>
                  <a:pt x="35100" y="0"/>
                </a:lnTo>
                <a:lnTo>
                  <a:pt x="44494" y="35668"/>
                </a:lnTo>
                <a:lnTo>
                  <a:pt x="53830" y="0"/>
                </a:lnTo>
                <a:lnTo>
                  <a:pt x="61331" y="0"/>
                </a:lnTo>
                <a:lnTo>
                  <a:pt x="49388" y="45688"/>
                </a:lnTo>
                <a:lnTo>
                  <a:pt x="40504" y="45688"/>
                </a:lnTo>
                <a:lnTo>
                  <a:pt x="30673" y="8243"/>
                </a:lnTo>
                <a:lnTo>
                  <a:pt x="20827" y="45688"/>
                </a:lnTo>
                <a:lnTo>
                  <a:pt x="11957" y="4568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BD2FE-4515-4C5C-A908-CF17B51B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988" y="3908803"/>
            <a:ext cx="42382" cy="48019"/>
          </a:xfrm>
          <a:custGeom xmlns:a="http://schemas.openxmlformats.org/drawingml/2006/main">
            <a:pathLst>
              <a:path w="42382" h="48019">
                <a:moveTo>
                  <a:pt x="42382" y="22080"/>
                </a:moveTo>
                <a:lnTo>
                  <a:pt x="42382" y="25779"/>
                </a:lnTo>
                <a:lnTo>
                  <a:pt x="7850" y="25779"/>
                </a:lnTo>
                <a:cubicBezTo>
                  <a:pt x="8185" y="30949"/>
                  <a:pt x="9729" y="34867"/>
                  <a:pt x="12511" y="37605"/>
                </a:cubicBezTo>
                <a:cubicBezTo>
                  <a:pt x="15307" y="40285"/>
                  <a:pt x="19167" y="41640"/>
                  <a:pt x="24177" y="41640"/>
                </a:cubicBezTo>
                <a:cubicBezTo>
                  <a:pt x="27017" y="41640"/>
                  <a:pt x="29872" y="41305"/>
                  <a:pt x="32537" y="40562"/>
                </a:cubicBezTo>
                <a:cubicBezTo>
                  <a:pt x="35275" y="39877"/>
                  <a:pt x="37940" y="38800"/>
                  <a:pt x="40620" y="37372"/>
                </a:cubicBezTo>
                <a:lnTo>
                  <a:pt x="40620" y="44494"/>
                </a:lnTo>
                <a:cubicBezTo>
                  <a:pt x="37940" y="45630"/>
                  <a:pt x="35158" y="46533"/>
                  <a:pt x="32318" y="47101"/>
                </a:cubicBezTo>
                <a:cubicBezTo>
                  <a:pt x="29522" y="47728"/>
                  <a:pt x="26624" y="48019"/>
                  <a:pt x="23725" y="48019"/>
                </a:cubicBezTo>
                <a:cubicBezTo>
                  <a:pt x="16443" y="48019"/>
                  <a:pt x="10632" y="45907"/>
                  <a:pt x="6365" y="41640"/>
                </a:cubicBezTo>
                <a:cubicBezTo>
                  <a:pt x="2097" y="37430"/>
                  <a:pt x="0" y="31692"/>
                  <a:pt x="0" y="24410"/>
                </a:cubicBezTo>
                <a:cubicBezTo>
                  <a:pt x="0" y="16953"/>
                  <a:pt x="2039" y="10982"/>
                  <a:pt x="6088" y="6598"/>
                </a:cubicBezTo>
                <a:cubicBezTo>
                  <a:pt x="10122" y="2214"/>
                  <a:pt x="15526" y="0"/>
                  <a:pt x="22415" y="0"/>
                </a:cubicBezTo>
                <a:cubicBezTo>
                  <a:pt x="28561" y="0"/>
                  <a:pt x="33454" y="1995"/>
                  <a:pt x="36979" y="5971"/>
                </a:cubicBezTo>
                <a:cubicBezTo>
                  <a:pt x="40562" y="9904"/>
                  <a:pt x="42382" y="15307"/>
                  <a:pt x="42382" y="22080"/>
                </a:cubicBezTo>
                <a:close/>
                <a:moveTo>
                  <a:pt x="34867" y="19910"/>
                </a:moveTo>
                <a:cubicBezTo>
                  <a:pt x="34809" y="15759"/>
                  <a:pt x="33673" y="12511"/>
                  <a:pt x="31401" y="10064"/>
                </a:cubicBezTo>
                <a:cubicBezTo>
                  <a:pt x="29187" y="7617"/>
                  <a:pt x="26172" y="6365"/>
                  <a:pt x="22473" y="6365"/>
                </a:cubicBezTo>
                <a:cubicBezTo>
                  <a:pt x="18322" y="6365"/>
                  <a:pt x="14958" y="7573"/>
                  <a:pt x="12453" y="9962"/>
                </a:cubicBezTo>
                <a:cubicBezTo>
                  <a:pt x="9889" y="12292"/>
                  <a:pt x="8476" y="15642"/>
                  <a:pt x="8069" y="19910"/>
                </a:cubicBezTo>
                <a:lnTo>
                  <a:pt x="34867" y="19910"/>
                </a:lnTo>
                <a:close/>
                <a:moveTo>
                  <a:pt x="34867" y="1991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C43C7-7377-4341-96E8-99E91653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371" y="3908803"/>
            <a:ext cx="26798" cy="46825"/>
          </a:xfrm>
          <a:custGeom xmlns:a="http://schemas.openxmlformats.org/drawingml/2006/main">
            <a:pathLst>
              <a:path w="26798" h="46825">
                <a:moveTo>
                  <a:pt x="26798" y="8141"/>
                </a:moveTo>
                <a:cubicBezTo>
                  <a:pt x="25939" y="7617"/>
                  <a:pt x="25036" y="7282"/>
                  <a:pt x="24060" y="7049"/>
                </a:cubicBezTo>
                <a:cubicBezTo>
                  <a:pt x="23041" y="6831"/>
                  <a:pt x="21963" y="6714"/>
                  <a:pt x="20769" y="6714"/>
                </a:cubicBezTo>
                <a:cubicBezTo>
                  <a:pt x="16501" y="6714"/>
                  <a:pt x="13254" y="8083"/>
                  <a:pt x="10982" y="10865"/>
                </a:cubicBezTo>
                <a:cubicBezTo>
                  <a:pt x="8710" y="13603"/>
                  <a:pt x="7573" y="17579"/>
                  <a:pt x="7573" y="22750"/>
                </a:cubicBezTo>
                <a:lnTo>
                  <a:pt x="7573" y="46825"/>
                </a:lnTo>
                <a:lnTo>
                  <a:pt x="0" y="46825"/>
                </a:lnTo>
                <a:lnTo>
                  <a:pt x="0" y="1136"/>
                </a:lnTo>
                <a:lnTo>
                  <a:pt x="7573" y="1136"/>
                </a:lnTo>
                <a:lnTo>
                  <a:pt x="7573" y="8243"/>
                </a:lnTo>
                <a:cubicBezTo>
                  <a:pt x="9161" y="5462"/>
                  <a:pt x="11215" y="3408"/>
                  <a:pt x="13720" y="2054"/>
                </a:cubicBezTo>
                <a:cubicBezTo>
                  <a:pt x="16268" y="685"/>
                  <a:pt x="19342" y="0"/>
                  <a:pt x="22983" y="0"/>
                </a:cubicBezTo>
                <a:cubicBezTo>
                  <a:pt x="23492" y="0"/>
                  <a:pt x="24060" y="58"/>
                  <a:pt x="24687" y="117"/>
                </a:cubicBezTo>
                <a:cubicBezTo>
                  <a:pt x="25313" y="175"/>
                  <a:pt x="25997" y="291"/>
                  <a:pt x="26740" y="393"/>
                </a:cubicBezTo>
                <a:lnTo>
                  <a:pt x="26798" y="8141"/>
                </a:lnTo>
                <a:close/>
                <a:moveTo>
                  <a:pt x="26798" y="81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041EC-53B1-4938-A2EA-A0C67C3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788" y="3870746"/>
            <a:ext cx="21046" cy="65307"/>
          </a:xfrm>
          <a:custGeom xmlns:a="http://schemas.openxmlformats.org/drawingml/2006/main">
            <a:pathLst>
              <a:path w="21046" h="65307">
                <a:moveTo>
                  <a:pt x="0" y="0"/>
                </a:moveTo>
                <a:lnTo>
                  <a:pt x="21046" y="0"/>
                </a:lnTo>
                <a:lnTo>
                  <a:pt x="21046" y="22531"/>
                </a:lnTo>
                <a:lnTo>
                  <a:pt x="0" y="22531"/>
                </a:lnTo>
                <a:lnTo>
                  <a:pt x="0" y="0"/>
                </a:lnTo>
                <a:close/>
                <a:moveTo>
                  <a:pt x="0" y="42717"/>
                </a:moveTo>
                <a:lnTo>
                  <a:pt x="21046" y="42717"/>
                </a:lnTo>
                <a:lnTo>
                  <a:pt x="21046" y="65307"/>
                </a:lnTo>
                <a:lnTo>
                  <a:pt x="0" y="65307"/>
                </a:lnTo>
                <a:lnTo>
                  <a:pt x="0" y="42717"/>
                </a:lnTo>
                <a:close/>
                <a:moveTo>
                  <a:pt x="0" y="427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B2A09-0E38-47EC-BFD2-47B06E5F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78" y="3848958"/>
            <a:ext cx="51878" cy="87095"/>
          </a:xfrm>
          <a:custGeom xmlns:a="http://schemas.openxmlformats.org/drawingml/2006/main">
            <a:pathLst>
              <a:path w="51878" h="87095">
                <a:moveTo>
                  <a:pt x="1704" y="77191"/>
                </a:moveTo>
                <a:lnTo>
                  <a:pt x="20929" y="77191"/>
                </a:lnTo>
                <a:lnTo>
                  <a:pt x="20929" y="10749"/>
                </a:lnTo>
                <a:lnTo>
                  <a:pt x="0" y="14958"/>
                </a:lnTo>
                <a:lnTo>
                  <a:pt x="0" y="4209"/>
                </a:lnTo>
                <a:lnTo>
                  <a:pt x="20813" y="0"/>
                </a:lnTo>
                <a:lnTo>
                  <a:pt x="32595" y="0"/>
                </a:lnTo>
                <a:lnTo>
                  <a:pt x="32595" y="77191"/>
                </a:lnTo>
                <a:lnTo>
                  <a:pt x="51878" y="77191"/>
                </a:lnTo>
                <a:lnTo>
                  <a:pt x="51878" y="87095"/>
                </a:lnTo>
                <a:lnTo>
                  <a:pt x="1704" y="87095"/>
                </a:lnTo>
                <a:lnTo>
                  <a:pt x="1704" y="77191"/>
                </a:lnTo>
                <a:close/>
                <a:moveTo>
                  <a:pt x="1704" y="7719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92B2B-C6C7-422D-B33A-24FDF0C6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841" y="3847414"/>
            <a:ext cx="57355" cy="90343"/>
          </a:xfrm>
          <a:custGeom xmlns:a="http://schemas.openxmlformats.org/drawingml/2006/main">
            <a:pathLst>
              <a:path w="57355" h="90343">
                <a:moveTo>
                  <a:pt x="39368" y="41698"/>
                </a:moveTo>
                <a:cubicBezTo>
                  <a:pt x="45004" y="42892"/>
                  <a:pt x="49446" y="45397"/>
                  <a:pt x="52577" y="49213"/>
                </a:cubicBezTo>
                <a:cubicBezTo>
                  <a:pt x="55752" y="53029"/>
                  <a:pt x="57355" y="57748"/>
                  <a:pt x="57355" y="63326"/>
                </a:cubicBezTo>
                <a:cubicBezTo>
                  <a:pt x="57355" y="71919"/>
                  <a:pt x="54398" y="78575"/>
                  <a:pt x="48470" y="83294"/>
                </a:cubicBezTo>
                <a:cubicBezTo>
                  <a:pt x="42557" y="87954"/>
                  <a:pt x="34197" y="90343"/>
                  <a:pt x="23274" y="90343"/>
                </a:cubicBezTo>
                <a:cubicBezTo>
                  <a:pt x="19633" y="90343"/>
                  <a:pt x="15875" y="89950"/>
                  <a:pt x="12001" y="89265"/>
                </a:cubicBezTo>
                <a:cubicBezTo>
                  <a:pt x="8141" y="88522"/>
                  <a:pt x="4151" y="87445"/>
                  <a:pt x="0" y="86017"/>
                </a:cubicBezTo>
                <a:lnTo>
                  <a:pt x="0" y="74643"/>
                </a:lnTo>
                <a:cubicBezTo>
                  <a:pt x="3306" y="76521"/>
                  <a:pt x="6889" y="78007"/>
                  <a:pt x="10749" y="78968"/>
                </a:cubicBezTo>
                <a:cubicBezTo>
                  <a:pt x="14623" y="79929"/>
                  <a:pt x="18715" y="80395"/>
                  <a:pt x="22924" y="80395"/>
                </a:cubicBezTo>
                <a:cubicBezTo>
                  <a:pt x="30323" y="80395"/>
                  <a:pt x="35959" y="78968"/>
                  <a:pt x="39834" y="76012"/>
                </a:cubicBezTo>
                <a:cubicBezTo>
                  <a:pt x="43693" y="73113"/>
                  <a:pt x="45630" y="68904"/>
                  <a:pt x="45630" y="63326"/>
                </a:cubicBezTo>
                <a:cubicBezTo>
                  <a:pt x="45630" y="58199"/>
                  <a:pt x="43810" y="54165"/>
                  <a:pt x="40227" y="51325"/>
                </a:cubicBezTo>
                <a:cubicBezTo>
                  <a:pt x="36644" y="48412"/>
                  <a:pt x="31634" y="46941"/>
                  <a:pt x="25211" y="46941"/>
                </a:cubicBezTo>
                <a:lnTo>
                  <a:pt x="15074" y="46941"/>
                </a:lnTo>
                <a:lnTo>
                  <a:pt x="15074" y="37270"/>
                </a:lnTo>
                <a:lnTo>
                  <a:pt x="25662" y="37270"/>
                </a:lnTo>
                <a:cubicBezTo>
                  <a:pt x="31459" y="37270"/>
                  <a:pt x="35901" y="36134"/>
                  <a:pt x="38974" y="33789"/>
                </a:cubicBezTo>
                <a:cubicBezTo>
                  <a:pt x="42047" y="31459"/>
                  <a:pt x="43577" y="28168"/>
                  <a:pt x="43577" y="23784"/>
                </a:cubicBezTo>
                <a:cubicBezTo>
                  <a:pt x="43577" y="19342"/>
                  <a:pt x="41989" y="15875"/>
                  <a:pt x="38800" y="13487"/>
                </a:cubicBezTo>
                <a:cubicBezTo>
                  <a:pt x="35668" y="11098"/>
                  <a:pt x="31124" y="9904"/>
                  <a:pt x="25211" y="9904"/>
                </a:cubicBezTo>
                <a:cubicBezTo>
                  <a:pt x="21963" y="9904"/>
                  <a:pt x="18555" y="10239"/>
                  <a:pt x="14856" y="10982"/>
                </a:cubicBezTo>
                <a:cubicBezTo>
                  <a:pt x="11156" y="11666"/>
                  <a:pt x="7064" y="12744"/>
                  <a:pt x="2622" y="14229"/>
                </a:cubicBezTo>
                <a:lnTo>
                  <a:pt x="2622" y="3699"/>
                </a:lnTo>
                <a:cubicBezTo>
                  <a:pt x="7107" y="2505"/>
                  <a:pt x="11331" y="1544"/>
                  <a:pt x="15191" y="918"/>
                </a:cubicBezTo>
                <a:cubicBezTo>
                  <a:pt x="19123" y="291"/>
                  <a:pt x="22822" y="0"/>
                  <a:pt x="26289" y="0"/>
                </a:cubicBezTo>
                <a:cubicBezTo>
                  <a:pt x="35217" y="0"/>
                  <a:pt x="42280" y="2054"/>
                  <a:pt x="47509" y="6088"/>
                </a:cubicBezTo>
                <a:cubicBezTo>
                  <a:pt x="52679" y="10122"/>
                  <a:pt x="55301" y="15642"/>
                  <a:pt x="55301" y="22531"/>
                </a:cubicBezTo>
                <a:cubicBezTo>
                  <a:pt x="55301" y="27366"/>
                  <a:pt x="53932" y="31459"/>
                  <a:pt x="51150" y="34765"/>
                </a:cubicBezTo>
                <a:cubicBezTo>
                  <a:pt x="48412" y="38115"/>
                  <a:pt x="44494" y="40402"/>
                  <a:pt x="39368" y="41698"/>
                </a:cubicBezTo>
                <a:close/>
                <a:moveTo>
                  <a:pt x="39368" y="4169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83016-EF10-4602-94D5-717902E8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93" y="3921212"/>
            <a:ext cx="12351" cy="14856"/>
          </a:xfrm>
          <a:custGeom xmlns:a="http://schemas.openxmlformats.org/drawingml/2006/main">
            <a:pathLst>
              <a:path w="12351" h="14856">
                <a:moveTo>
                  <a:pt x="0" y="0"/>
                </a:moveTo>
                <a:lnTo>
                  <a:pt x="12351" y="0"/>
                </a:lnTo>
                <a:lnTo>
                  <a:pt x="12351" y="14856"/>
                </a:lnTo>
                <a:lnTo>
                  <a:pt x="0" y="148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D70F9-AE90-4CA4-A6FC-B975012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00" y="3847414"/>
            <a:ext cx="59685" cy="90343"/>
          </a:xfrm>
          <a:custGeom xmlns:a="http://schemas.openxmlformats.org/drawingml/2006/main">
            <a:pathLst>
              <a:path w="59685" h="90343">
                <a:moveTo>
                  <a:pt x="29813" y="47276"/>
                </a:moveTo>
                <a:cubicBezTo>
                  <a:pt x="24235" y="47276"/>
                  <a:pt x="19851" y="48762"/>
                  <a:pt x="16618" y="51776"/>
                </a:cubicBezTo>
                <a:cubicBezTo>
                  <a:pt x="13428" y="54791"/>
                  <a:pt x="11841" y="58884"/>
                  <a:pt x="11841" y="64112"/>
                </a:cubicBezTo>
                <a:cubicBezTo>
                  <a:pt x="11841" y="69356"/>
                  <a:pt x="13428" y="73506"/>
                  <a:pt x="16618" y="76521"/>
                </a:cubicBezTo>
                <a:cubicBezTo>
                  <a:pt x="19851" y="79478"/>
                  <a:pt x="24235" y="81022"/>
                  <a:pt x="29813" y="81022"/>
                </a:cubicBezTo>
                <a:cubicBezTo>
                  <a:pt x="35450" y="81022"/>
                  <a:pt x="39834" y="79478"/>
                  <a:pt x="43067" y="76463"/>
                </a:cubicBezTo>
                <a:cubicBezTo>
                  <a:pt x="46315" y="73448"/>
                  <a:pt x="47902" y="69356"/>
                  <a:pt x="47902" y="64112"/>
                </a:cubicBezTo>
                <a:cubicBezTo>
                  <a:pt x="47902" y="58884"/>
                  <a:pt x="46315" y="54791"/>
                  <a:pt x="43125" y="51776"/>
                </a:cubicBezTo>
                <a:cubicBezTo>
                  <a:pt x="39877" y="48762"/>
                  <a:pt x="35508" y="47276"/>
                  <a:pt x="29813" y="47276"/>
                </a:cubicBezTo>
                <a:close/>
                <a:moveTo>
                  <a:pt x="18031" y="42266"/>
                </a:moveTo>
                <a:cubicBezTo>
                  <a:pt x="13035" y="41028"/>
                  <a:pt x="9044" y="38683"/>
                  <a:pt x="6263" y="35217"/>
                </a:cubicBezTo>
                <a:cubicBezTo>
                  <a:pt x="3423" y="31750"/>
                  <a:pt x="2054" y="27541"/>
                  <a:pt x="2054" y="22531"/>
                </a:cubicBezTo>
                <a:cubicBezTo>
                  <a:pt x="2054" y="15584"/>
                  <a:pt x="4500" y="10122"/>
                  <a:pt x="9452" y="6030"/>
                </a:cubicBezTo>
                <a:cubicBezTo>
                  <a:pt x="14390" y="1995"/>
                  <a:pt x="21220" y="0"/>
                  <a:pt x="29813" y="0"/>
                </a:cubicBezTo>
                <a:cubicBezTo>
                  <a:pt x="38523" y="0"/>
                  <a:pt x="45295" y="1995"/>
                  <a:pt x="50233" y="6030"/>
                </a:cubicBezTo>
                <a:cubicBezTo>
                  <a:pt x="55184" y="10122"/>
                  <a:pt x="57631" y="15584"/>
                  <a:pt x="57631" y="22531"/>
                </a:cubicBezTo>
                <a:cubicBezTo>
                  <a:pt x="57631" y="27541"/>
                  <a:pt x="56262" y="31750"/>
                  <a:pt x="53422" y="35217"/>
                </a:cubicBezTo>
                <a:cubicBezTo>
                  <a:pt x="50582" y="38683"/>
                  <a:pt x="46708" y="41028"/>
                  <a:pt x="41698" y="42266"/>
                </a:cubicBezTo>
                <a:cubicBezTo>
                  <a:pt x="47334" y="43577"/>
                  <a:pt x="51776" y="46198"/>
                  <a:pt x="54908" y="50072"/>
                </a:cubicBezTo>
                <a:cubicBezTo>
                  <a:pt x="58083" y="53874"/>
                  <a:pt x="59685" y="58607"/>
                  <a:pt x="59685" y="64112"/>
                </a:cubicBezTo>
                <a:cubicBezTo>
                  <a:pt x="59685" y="72603"/>
                  <a:pt x="57122" y="79085"/>
                  <a:pt x="51951" y="83570"/>
                </a:cubicBezTo>
                <a:cubicBezTo>
                  <a:pt x="46825" y="88071"/>
                  <a:pt x="39426" y="90343"/>
                  <a:pt x="29813" y="90343"/>
                </a:cubicBezTo>
                <a:cubicBezTo>
                  <a:pt x="20259" y="90343"/>
                  <a:pt x="12860" y="88071"/>
                  <a:pt x="7675" y="83570"/>
                </a:cubicBezTo>
                <a:cubicBezTo>
                  <a:pt x="2563" y="79085"/>
                  <a:pt x="0" y="72603"/>
                  <a:pt x="0" y="64112"/>
                </a:cubicBezTo>
                <a:cubicBezTo>
                  <a:pt x="0" y="58607"/>
                  <a:pt x="1602" y="53874"/>
                  <a:pt x="4719" y="50072"/>
                </a:cubicBezTo>
                <a:cubicBezTo>
                  <a:pt x="7967" y="46198"/>
                  <a:pt x="12409" y="43577"/>
                  <a:pt x="18031" y="42266"/>
                </a:cubicBezTo>
                <a:close/>
                <a:moveTo>
                  <a:pt x="13763" y="23667"/>
                </a:moveTo>
                <a:cubicBezTo>
                  <a:pt x="13763" y="28168"/>
                  <a:pt x="15132" y="31692"/>
                  <a:pt x="17987" y="34197"/>
                </a:cubicBezTo>
                <a:cubicBezTo>
                  <a:pt x="20769" y="36761"/>
                  <a:pt x="24745" y="37998"/>
                  <a:pt x="29813" y="37998"/>
                </a:cubicBezTo>
                <a:cubicBezTo>
                  <a:pt x="34882" y="37998"/>
                  <a:pt x="38858" y="36761"/>
                  <a:pt x="41698" y="34197"/>
                </a:cubicBezTo>
                <a:cubicBezTo>
                  <a:pt x="44552" y="31692"/>
                  <a:pt x="45965" y="28168"/>
                  <a:pt x="45965" y="23667"/>
                </a:cubicBezTo>
                <a:cubicBezTo>
                  <a:pt x="45965" y="19181"/>
                  <a:pt x="44552" y="15642"/>
                  <a:pt x="41698" y="13093"/>
                </a:cubicBezTo>
                <a:cubicBezTo>
                  <a:pt x="38858" y="10588"/>
                  <a:pt x="34882" y="9336"/>
                  <a:pt x="29813" y="9336"/>
                </a:cubicBezTo>
                <a:cubicBezTo>
                  <a:pt x="24745" y="9336"/>
                  <a:pt x="20769" y="10588"/>
                  <a:pt x="17987" y="13093"/>
                </a:cubicBezTo>
                <a:cubicBezTo>
                  <a:pt x="15132" y="15642"/>
                  <a:pt x="13763" y="19181"/>
                  <a:pt x="13763" y="23667"/>
                </a:cubicBezTo>
                <a:close/>
                <a:moveTo>
                  <a:pt x="13763" y="236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2117A-0FCE-4817-8B05-1F8444EA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789" y="3848958"/>
            <a:ext cx="56321" cy="88799"/>
          </a:xfrm>
          <a:custGeom xmlns:a="http://schemas.openxmlformats.org/drawingml/2006/main">
            <a:pathLst>
              <a:path w="56321" h="88799">
                <a:moveTo>
                  <a:pt x="3641" y="0"/>
                </a:moveTo>
                <a:lnTo>
                  <a:pt x="49898" y="0"/>
                </a:lnTo>
                <a:lnTo>
                  <a:pt x="49898" y="9947"/>
                </a:lnTo>
                <a:lnTo>
                  <a:pt x="14448" y="9947"/>
                </a:lnTo>
                <a:lnTo>
                  <a:pt x="14448" y="31284"/>
                </a:lnTo>
                <a:cubicBezTo>
                  <a:pt x="16166" y="30716"/>
                  <a:pt x="17871" y="30265"/>
                  <a:pt x="19575" y="29974"/>
                </a:cubicBezTo>
                <a:cubicBezTo>
                  <a:pt x="21279" y="29697"/>
                  <a:pt x="22983" y="29522"/>
                  <a:pt x="24687" y="29522"/>
                </a:cubicBezTo>
                <a:cubicBezTo>
                  <a:pt x="34416" y="29522"/>
                  <a:pt x="42106" y="32202"/>
                  <a:pt x="47786" y="37547"/>
                </a:cubicBezTo>
                <a:cubicBezTo>
                  <a:pt x="53480" y="42834"/>
                  <a:pt x="56321" y="50058"/>
                  <a:pt x="56321" y="59161"/>
                </a:cubicBezTo>
                <a:cubicBezTo>
                  <a:pt x="56321" y="68496"/>
                  <a:pt x="53422" y="75837"/>
                  <a:pt x="47567" y="81007"/>
                </a:cubicBezTo>
                <a:cubicBezTo>
                  <a:pt x="41756" y="86192"/>
                  <a:pt x="33513" y="88799"/>
                  <a:pt x="22924" y="88799"/>
                </a:cubicBezTo>
                <a:cubicBezTo>
                  <a:pt x="19225" y="88799"/>
                  <a:pt x="15540" y="88464"/>
                  <a:pt x="11724" y="87838"/>
                </a:cubicBezTo>
                <a:cubicBezTo>
                  <a:pt x="7967" y="87212"/>
                  <a:pt x="4034" y="86294"/>
                  <a:pt x="0" y="85041"/>
                </a:cubicBezTo>
                <a:lnTo>
                  <a:pt x="0" y="73215"/>
                </a:lnTo>
                <a:cubicBezTo>
                  <a:pt x="3466" y="75094"/>
                  <a:pt x="7107" y="76507"/>
                  <a:pt x="10807" y="77483"/>
                </a:cubicBezTo>
                <a:cubicBezTo>
                  <a:pt x="14564" y="78386"/>
                  <a:pt x="18497" y="78852"/>
                  <a:pt x="22648" y="78852"/>
                </a:cubicBezTo>
                <a:cubicBezTo>
                  <a:pt x="29420" y="78852"/>
                  <a:pt x="34707" y="77089"/>
                  <a:pt x="38625" y="73550"/>
                </a:cubicBezTo>
                <a:cubicBezTo>
                  <a:pt x="42557" y="70026"/>
                  <a:pt x="44552" y="65248"/>
                  <a:pt x="44552" y="59161"/>
                </a:cubicBezTo>
                <a:cubicBezTo>
                  <a:pt x="44552" y="53073"/>
                  <a:pt x="42557" y="48296"/>
                  <a:pt x="38625" y="44771"/>
                </a:cubicBezTo>
                <a:cubicBezTo>
                  <a:pt x="34707" y="41246"/>
                  <a:pt x="29420" y="39426"/>
                  <a:pt x="22648" y="39426"/>
                </a:cubicBezTo>
                <a:cubicBezTo>
                  <a:pt x="19516" y="39426"/>
                  <a:pt x="16385" y="39819"/>
                  <a:pt x="13254" y="40504"/>
                </a:cubicBezTo>
                <a:cubicBezTo>
                  <a:pt x="10122" y="41188"/>
                  <a:pt x="6947" y="42266"/>
                  <a:pt x="3641" y="43737"/>
                </a:cubicBezTo>
                <a:lnTo>
                  <a:pt x="3641" y="0"/>
                </a:lnTo>
                <a:close/>
                <a:moveTo>
                  <a:pt x="364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868A3-5F29-42B2-A8B1-F33B8104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56" y="6718769"/>
            <a:ext cx="378674" cy="132507"/>
          </a:xfrm>
          <a:custGeom xmlns:a="http://schemas.openxmlformats.org/drawingml/2006/main">
            <a:pathLst>
              <a:path w="378674" h="132507">
                <a:moveTo>
                  <a:pt x="0" y="0"/>
                </a:moveTo>
                <a:lnTo>
                  <a:pt x="378674" y="0"/>
                </a:lnTo>
                <a:lnTo>
                  <a:pt x="378674" y="132507"/>
                </a:lnTo>
                <a:lnTo>
                  <a:pt x="0" y="1325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CA6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CA511-3835-4C8D-B4BA-3258432F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56" y="6718769"/>
            <a:ext cx="378674" cy="132507"/>
          </a:xfrm>
          <a:custGeom xmlns:a="http://schemas.openxmlformats.org/drawingml/2006/main">
            <a:pathLst>
              <a:path w="378674" h="132507" fill="none">
                <a:moveTo>
                  <a:pt x="0" y="0"/>
                </a:moveTo>
                <a:lnTo>
                  <a:pt x="378674" y="0"/>
                </a:lnTo>
                <a:lnTo>
                  <a:pt x="378674" y="132507"/>
                </a:lnTo>
                <a:lnTo>
                  <a:pt x="0" y="1325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64" cap="flat">
            <a:solidFill>
              <a:srgbClr val="FFFFFF"/>
            </a:solidFill>
            <a:miter/>
          </a:ln>
        </p:spPr>
      </p:sp>
      <p:sp>
        <p:nvSpPr>
          <p:cNvPr id="4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603CC-D949-4237-A55E-77A5FA27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84" y="6713249"/>
            <a:ext cx="104456" cy="138012"/>
          </a:xfrm>
          <a:custGeom xmlns:a="http://schemas.openxmlformats.org/drawingml/2006/main">
            <a:pathLst>
              <a:path w="104456" h="138012">
                <a:moveTo>
                  <a:pt x="0" y="0"/>
                </a:moveTo>
                <a:lnTo>
                  <a:pt x="25153" y="0"/>
                </a:lnTo>
                <a:lnTo>
                  <a:pt x="86367" y="115481"/>
                </a:lnTo>
                <a:lnTo>
                  <a:pt x="86367" y="0"/>
                </a:lnTo>
                <a:lnTo>
                  <a:pt x="104456" y="0"/>
                </a:lnTo>
                <a:lnTo>
                  <a:pt x="104456" y="138012"/>
                </a:lnTo>
                <a:lnTo>
                  <a:pt x="79303" y="138012"/>
                </a:lnTo>
                <a:lnTo>
                  <a:pt x="18147" y="22575"/>
                </a:lnTo>
                <a:lnTo>
                  <a:pt x="18147" y="138012"/>
                </a:lnTo>
                <a:lnTo>
                  <a:pt x="0" y="13801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DAC80-BC75-425A-8B20-62E1153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10" y="6745276"/>
            <a:ext cx="95018" cy="108723"/>
          </a:xfrm>
          <a:custGeom xmlns:a="http://schemas.openxmlformats.org/drawingml/2006/main">
            <a:pathLst>
              <a:path w="95018" h="108723">
                <a:moveTo>
                  <a:pt x="47509" y="14390"/>
                </a:moveTo>
                <a:cubicBezTo>
                  <a:pt x="38406" y="14390"/>
                  <a:pt x="31182" y="17972"/>
                  <a:pt x="25881" y="25094"/>
                </a:cubicBezTo>
                <a:cubicBezTo>
                  <a:pt x="20536" y="32202"/>
                  <a:pt x="17929" y="41931"/>
                  <a:pt x="17929" y="54325"/>
                </a:cubicBezTo>
                <a:cubicBezTo>
                  <a:pt x="17929" y="66734"/>
                  <a:pt x="20536" y="76463"/>
                  <a:pt x="25837" y="83570"/>
                </a:cubicBezTo>
                <a:cubicBezTo>
                  <a:pt x="31124" y="90678"/>
                  <a:pt x="38348" y="94275"/>
                  <a:pt x="47509" y="94275"/>
                </a:cubicBezTo>
                <a:cubicBezTo>
                  <a:pt x="56554" y="94275"/>
                  <a:pt x="63777" y="90678"/>
                  <a:pt x="69006" y="83570"/>
                </a:cubicBezTo>
                <a:cubicBezTo>
                  <a:pt x="74366" y="76405"/>
                  <a:pt x="76973" y="66676"/>
                  <a:pt x="76973" y="54325"/>
                </a:cubicBezTo>
                <a:cubicBezTo>
                  <a:pt x="76973" y="42047"/>
                  <a:pt x="74366" y="32318"/>
                  <a:pt x="69006" y="25138"/>
                </a:cubicBezTo>
                <a:cubicBezTo>
                  <a:pt x="63777" y="17972"/>
                  <a:pt x="56554" y="14390"/>
                  <a:pt x="47509" y="14390"/>
                </a:cubicBezTo>
                <a:close/>
                <a:moveTo>
                  <a:pt x="47509" y="0"/>
                </a:moveTo>
                <a:cubicBezTo>
                  <a:pt x="62292" y="0"/>
                  <a:pt x="73900" y="4777"/>
                  <a:pt x="82318" y="14448"/>
                </a:cubicBezTo>
                <a:cubicBezTo>
                  <a:pt x="90794" y="24002"/>
                  <a:pt x="95018" y="37314"/>
                  <a:pt x="95018" y="54325"/>
                </a:cubicBezTo>
                <a:cubicBezTo>
                  <a:pt x="95018" y="71278"/>
                  <a:pt x="90794" y="84590"/>
                  <a:pt x="82318" y="94217"/>
                </a:cubicBezTo>
                <a:cubicBezTo>
                  <a:pt x="73900" y="103888"/>
                  <a:pt x="62292" y="108723"/>
                  <a:pt x="47509" y="108723"/>
                </a:cubicBezTo>
                <a:cubicBezTo>
                  <a:pt x="32653" y="108723"/>
                  <a:pt x="20987" y="103888"/>
                  <a:pt x="12569" y="94217"/>
                </a:cubicBezTo>
                <a:cubicBezTo>
                  <a:pt x="4209" y="84590"/>
                  <a:pt x="0" y="71278"/>
                  <a:pt x="0" y="54325"/>
                </a:cubicBezTo>
                <a:cubicBezTo>
                  <a:pt x="0" y="37314"/>
                  <a:pt x="4209" y="24002"/>
                  <a:pt x="12569" y="14448"/>
                </a:cubicBezTo>
                <a:cubicBezTo>
                  <a:pt x="20987" y="4777"/>
                  <a:pt x="32653" y="0"/>
                  <a:pt x="47509" y="0"/>
                </a:cubicBezTo>
                <a:close/>
                <a:moveTo>
                  <a:pt x="475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170B4-A7CA-41C6-B7B6-CDCD07AE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95" y="6718361"/>
            <a:ext cx="64579" cy="132900"/>
          </a:xfrm>
          <a:custGeom xmlns:a="http://schemas.openxmlformats.org/drawingml/2006/main">
            <a:pathLst>
              <a:path w="64579" h="132900">
                <a:moveTo>
                  <a:pt x="29580" y="0"/>
                </a:moveTo>
                <a:lnTo>
                  <a:pt x="29580" y="29362"/>
                </a:lnTo>
                <a:lnTo>
                  <a:pt x="64579" y="29362"/>
                </a:lnTo>
                <a:lnTo>
                  <a:pt x="64579" y="42615"/>
                </a:lnTo>
                <a:lnTo>
                  <a:pt x="29580" y="42615"/>
                </a:lnTo>
                <a:lnTo>
                  <a:pt x="29580" y="98819"/>
                </a:lnTo>
                <a:cubicBezTo>
                  <a:pt x="29580" y="107252"/>
                  <a:pt x="30716" y="112699"/>
                  <a:pt x="33061" y="115102"/>
                </a:cubicBezTo>
                <a:cubicBezTo>
                  <a:pt x="35333" y="117491"/>
                  <a:pt x="40052" y="118685"/>
                  <a:pt x="47160" y="118685"/>
                </a:cubicBezTo>
                <a:lnTo>
                  <a:pt x="64579" y="118685"/>
                </a:lnTo>
                <a:lnTo>
                  <a:pt x="64579" y="132900"/>
                </a:lnTo>
                <a:lnTo>
                  <a:pt x="47160" y="132900"/>
                </a:lnTo>
                <a:cubicBezTo>
                  <a:pt x="34022" y="132900"/>
                  <a:pt x="24920" y="130453"/>
                  <a:pt x="19968" y="125560"/>
                </a:cubicBezTo>
                <a:cubicBezTo>
                  <a:pt x="14958" y="120666"/>
                  <a:pt x="12453" y="111738"/>
                  <a:pt x="12453" y="98819"/>
                </a:cubicBezTo>
                <a:lnTo>
                  <a:pt x="12453" y="42615"/>
                </a:lnTo>
                <a:lnTo>
                  <a:pt x="0" y="42615"/>
                </a:lnTo>
                <a:lnTo>
                  <a:pt x="0" y="29362"/>
                </a:lnTo>
                <a:lnTo>
                  <a:pt x="12453" y="29362"/>
                </a:lnTo>
                <a:lnTo>
                  <a:pt x="12453" y="0"/>
                </a:lnTo>
                <a:lnTo>
                  <a:pt x="29580" y="0"/>
                </a:lnTo>
                <a:close/>
                <a:moveTo>
                  <a:pt x="29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4CE9C-9636-4610-866C-7376BBF1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84" y="6713249"/>
            <a:ext cx="126477" cy="138012"/>
          </a:xfrm>
          <a:custGeom xmlns:a="http://schemas.openxmlformats.org/drawingml/2006/main">
            <a:pathLst>
              <a:path w="126477" h="138012">
                <a:moveTo>
                  <a:pt x="63268" y="18424"/>
                </a:moveTo>
                <a:lnTo>
                  <a:pt x="37897" y="87095"/>
                </a:lnTo>
                <a:lnTo>
                  <a:pt x="88639" y="87095"/>
                </a:lnTo>
                <a:lnTo>
                  <a:pt x="63268" y="18424"/>
                </a:lnTo>
                <a:close/>
                <a:moveTo>
                  <a:pt x="52694" y="0"/>
                </a:moveTo>
                <a:lnTo>
                  <a:pt x="73856" y="0"/>
                </a:lnTo>
                <a:lnTo>
                  <a:pt x="126477" y="138012"/>
                </a:lnTo>
                <a:lnTo>
                  <a:pt x="107077" y="138012"/>
                </a:lnTo>
                <a:lnTo>
                  <a:pt x="94508" y="102635"/>
                </a:lnTo>
                <a:lnTo>
                  <a:pt x="32260" y="102635"/>
                </a:lnTo>
                <a:lnTo>
                  <a:pt x="19691" y="138012"/>
                </a:lnTo>
                <a:lnTo>
                  <a:pt x="0" y="138012"/>
                </a:lnTo>
                <a:lnTo>
                  <a:pt x="52694" y="0"/>
                </a:lnTo>
                <a:close/>
                <a:moveTo>
                  <a:pt x="526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25F17-18FC-4DE0-BD3B-DFC5039A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57" y="6747723"/>
            <a:ext cx="86702" cy="106276"/>
          </a:xfrm>
          <a:custGeom xmlns:a="http://schemas.openxmlformats.org/drawingml/2006/main">
            <a:pathLst>
              <a:path w="86702" h="106276">
                <a:moveTo>
                  <a:pt x="0" y="62700"/>
                </a:moveTo>
                <a:lnTo>
                  <a:pt x="0" y="0"/>
                </a:lnTo>
                <a:lnTo>
                  <a:pt x="17011" y="0"/>
                </a:lnTo>
                <a:lnTo>
                  <a:pt x="17011" y="62073"/>
                </a:lnTo>
                <a:cubicBezTo>
                  <a:pt x="17011" y="71846"/>
                  <a:pt x="18890" y="79187"/>
                  <a:pt x="22706" y="84138"/>
                </a:cubicBezTo>
                <a:cubicBezTo>
                  <a:pt x="26507" y="89032"/>
                  <a:pt x="32260" y="91479"/>
                  <a:pt x="39936" y="91479"/>
                </a:cubicBezTo>
                <a:cubicBezTo>
                  <a:pt x="49097" y="91479"/>
                  <a:pt x="56321" y="88522"/>
                  <a:pt x="61666" y="82667"/>
                </a:cubicBezTo>
                <a:cubicBezTo>
                  <a:pt x="67011" y="76798"/>
                  <a:pt x="69691" y="68831"/>
                  <a:pt x="69691" y="58709"/>
                </a:cubicBezTo>
                <a:lnTo>
                  <a:pt x="69691" y="0"/>
                </a:lnTo>
                <a:lnTo>
                  <a:pt x="86702" y="0"/>
                </a:lnTo>
                <a:lnTo>
                  <a:pt x="86702" y="103538"/>
                </a:lnTo>
                <a:lnTo>
                  <a:pt x="69691" y="103538"/>
                </a:lnTo>
                <a:lnTo>
                  <a:pt x="69691" y="87663"/>
                </a:lnTo>
                <a:cubicBezTo>
                  <a:pt x="65540" y="93926"/>
                  <a:pt x="60763" y="98586"/>
                  <a:pt x="55301" y="101659"/>
                </a:cubicBezTo>
                <a:cubicBezTo>
                  <a:pt x="49839" y="104733"/>
                  <a:pt x="43518" y="106276"/>
                  <a:pt x="36294" y="106276"/>
                </a:cubicBezTo>
                <a:cubicBezTo>
                  <a:pt x="24410" y="106276"/>
                  <a:pt x="15365" y="102577"/>
                  <a:pt x="9219" y="95178"/>
                </a:cubicBezTo>
                <a:cubicBezTo>
                  <a:pt x="3073" y="87780"/>
                  <a:pt x="0" y="76973"/>
                  <a:pt x="0" y="62700"/>
                </a:cubicBezTo>
                <a:close/>
                <a:moveTo>
                  <a:pt x="0" y="627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405FC-62D6-41E8-B824-77BCD703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58" y="6707438"/>
            <a:ext cx="92557" cy="146561"/>
          </a:xfrm>
          <a:custGeom xmlns:a="http://schemas.openxmlformats.org/drawingml/2006/main">
            <a:pathLst>
              <a:path w="92557" h="146561">
                <a:moveTo>
                  <a:pt x="75546" y="56044"/>
                </a:moveTo>
                <a:lnTo>
                  <a:pt x="75546" y="0"/>
                </a:lnTo>
                <a:lnTo>
                  <a:pt x="92557" y="0"/>
                </a:lnTo>
                <a:lnTo>
                  <a:pt x="92557" y="143823"/>
                </a:lnTo>
                <a:lnTo>
                  <a:pt x="75546" y="143823"/>
                </a:lnTo>
                <a:lnTo>
                  <a:pt x="75546" y="128298"/>
                </a:lnTo>
                <a:cubicBezTo>
                  <a:pt x="71963" y="134502"/>
                  <a:pt x="67462" y="139046"/>
                  <a:pt x="62001" y="142061"/>
                </a:cubicBezTo>
                <a:cubicBezTo>
                  <a:pt x="56539" y="145018"/>
                  <a:pt x="50000" y="146561"/>
                  <a:pt x="42382" y="146561"/>
                </a:cubicBezTo>
                <a:cubicBezTo>
                  <a:pt x="29857" y="146561"/>
                  <a:pt x="19676" y="141551"/>
                  <a:pt x="11768" y="131589"/>
                </a:cubicBezTo>
                <a:cubicBezTo>
                  <a:pt x="3918" y="121584"/>
                  <a:pt x="0" y="108446"/>
                  <a:pt x="0" y="92163"/>
                </a:cubicBezTo>
                <a:cubicBezTo>
                  <a:pt x="0" y="75895"/>
                  <a:pt x="3918" y="62758"/>
                  <a:pt x="11768" y="52796"/>
                </a:cubicBezTo>
                <a:cubicBezTo>
                  <a:pt x="19676" y="42790"/>
                  <a:pt x="29857" y="37838"/>
                  <a:pt x="42382" y="37838"/>
                </a:cubicBezTo>
                <a:cubicBezTo>
                  <a:pt x="50000" y="37838"/>
                  <a:pt x="56539" y="39309"/>
                  <a:pt x="62001" y="42324"/>
                </a:cubicBezTo>
                <a:cubicBezTo>
                  <a:pt x="67462" y="45295"/>
                  <a:pt x="71963" y="49839"/>
                  <a:pt x="75546" y="56044"/>
                </a:cubicBezTo>
                <a:close/>
                <a:moveTo>
                  <a:pt x="17579" y="92163"/>
                </a:moveTo>
                <a:cubicBezTo>
                  <a:pt x="17579" y="104689"/>
                  <a:pt x="20186" y="114476"/>
                  <a:pt x="25313" y="121584"/>
                </a:cubicBezTo>
                <a:cubicBezTo>
                  <a:pt x="30483" y="128749"/>
                  <a:pt x="37547" y="132274"/>
                  <a:pt x="46533" y="132274"/>
                </a:cubicBezTo>
                <a:cubicBezTo>
                  <a:pt x="55519" y="132274"/>
                  <a:pt x="62569" y="128749"/>
                  <a:pt x="67754" y="121584"/>
                </a:cubicBezTo>
                <a:cubicBezTo>
                  <a:pt x="72924" y="114476"/>
                  <a:pt x="75546" y="104689"/>
                  <a:pt x="75546" y="92163"/>
                </a:cubicBezTo>
                <a:cubicBezTo>
                  <a:pt x="75546" y="79653"/>
                  <a:pt x="72924" y="69865"/>
                  <a:pt x="67754" y="62758"/>
                </a:cubicBezTo>
                <a:cubicBezTo>
                  <a:pt x="62569" y="55592"/>
                  <a:pt x="55519" y="52053"/>
                  <a:pt x="46533" y="52053"/>
                </a:cubicBezTo>
                <a:cubicBezTo>
                  <a:pt x="37547" y="52053"/>
                  <a:pt x="30483" y="55592"/>
                  <a:pt x="25313" y="62758"/>
                </a:cubicBezTo>
                <a:cubicBezTo>
                  <a:pt x="20186" y="69865"/>
                  <a:pt x="17579" y="79653"/>
                  <a:pt x="17579" y="92163"/>
                </a:cubicBezTo>
                <a:close/>
                <a:moveTo>
                  <a:pt x="17579" y="921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FE5B7-C02B-483A-A468-B294E7D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57" y="6707438"/>
            <a:ext cx="17011" cy="143823"/>
          </a:xfrm>
          <a:custGeom xmlns:a="http://schemas.openxmlformats.org/drawingml/2006/main">
            <a:pathLst>
              <a:path w="17011" h="143823">
                <a:moveTo>
                  <a:pt x="0" y="40285"/>
                </a:moveTo>
                <a:lnTo>
                  <a:pt x="17011" y="40285"/>
                </a:lnTo>
                <a:lnTo>
                  <a:pt x="17011" y="143823"/>
                </a:lnTo>
                <a:lnTo>
                  <a:pt x="0" y="143823"/>
                </a:lnTo>
                <a:lnTo>
                  <a:pt x="0" y="40285"/>
                </a:lnTo>
                <a:close/>
                <a:moveTo>
                  <a:pt x="0" y="0"/>
                </a:moveTo>
                <a:lnTo>
                  <a:pt x="17011" y="0"/>
                </a:lnTo>
                <a:lnTo>
                  <a:pt x="17011" y="21570"/>
                </a:lnTo>
                <a:lnTo>
                  <a:pt x="0" y="2157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B0773-9634-498D-93EB-481072C4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390" y="6718361"/>
            <a:ext cx="64622" cy="132900"/>
          </a:xfrm>
          <a:custGeom xmlns:a="http://schemas.openxmlformats.org/drawingml/2006/main">
            <a:pathLst>
              <a:path w="64622" h="132900">
                <a:moveTo>
                  <a:pt x="29580" y="0"/>
                </a:moveTo>
                <a:lnTo>
                  <a:pt x="29580" y="29362"/>
                </a:lnTo>
                <a:lnTo>
                  <a:pt x="64622" y="29362"/>
                </a:lnTo>
                <a:lnTo>
                  <a:pt x="64622" y="42615"/>
                </a:lnTo>
                <a:lnTo>
                  <a:pt x="29580" y="42615"/>
                </a:lnTo>
                <a:lnTo>
                  <a:pt x="29580" y="98819"/>
                </a:lnTo>
                <a:cubicBezTo>
                  <a:pt x="29580" y="107252"/>
                  <a:pt x="30775" y="112699"/>
                  <a:pt x="33047" y="115102"/>
                </a:cubicBezTo>
                <a:cubicBezTo>
                  <a:pt x="35377" y="117491"/>
                  <a:pt x="40110" y="118685"/>
                  <a:pt x="47160" y="118685"/>
                </a:cubicBezTo>
                <a:lnTo>
                  <a:pt x="64622" y="118685"/>
                </a:lnTo>
                <a:lnTo>
                  <a:pt x="64622" y="132900"/>
                </a:lnTo>
                <a:lnTo>
                  <a:pt x="47160" y="132900"/>
                </a:lnTo>
                <a:cubicBezTo>
                  <a:pt x="34022" y="132900"/>
                  <a:pt x="24978" y="130453"/>
                  <a:pt x="19968" y="125560"/>
                </a:cubicBezTo>
                <a:cubicBezTo>
                  <a:pt x="15016" y="120666"/>
                  <a:pt x="12511" y="111738"/>
                  <a:pt x="12511" y="98819"/>
                </a:cubicBezTo>
                <a:lnTo>
                  <a:pt x="12511" y="42615"/>
                </a:lnTo>
                <a:lnTo>
                  <a:pt x="0" y="42615"/>
                </a:lnTo>
                <a:lnTo>
                  <a:pt x="0" y="29362"/>
                </a:lnTo>
                <a:lnTo>
                  <a:pt x="12511" y="29362"/>
                </a:lnTo>
                <a:lnTo>
                  <a:pt x="12511" y="0"/>
                </a:lnTo>
                <a:lnTo>
                  <a:pt x="29580" y="0"/>
                </a:lnTo>
                <a:close/>
                <a:moveTo>
                  <a:pt x="29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8D460-8F0D-40F2-9E40-9525F7A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985" y="6745276"/>
            <a:ext cx="95965" cy="108723"/>
          </a:xfrm>
          <a:custGeom xmlns:a="http://schemas.openxmlformats.org/drawingml/2006/main">
            <a:pathLst>
              <a:path w="95965" h="108723">
                <a:moveTo>
                  <a:pt x="95965" y="50000"/>
                </a:moveTo>
                <a:lnTo>
                  <a:pt x="95965" y="58316"/>
                </a:lnTo>
                <a:lnTo>
                  <a:pt x="17739" y="58316"/>
                </a:lnTo>
                <a:cubicBezTo>
                  <a:pt x="18540" y="70026"/>
                  <a:pt x="22065" y="78910"/>
                  <a:pt x="28386" y="85056"/>
                </a:cubicBezTo>
                <a:cubicBezTo>
                  <a:pt x="34692" y="91202"/>
                  <a:pt x="43460" y="94275"/>
                  <a:pt x="54718" y="94275"/>
                </a:cubicBezTo>
                <a:cubicBezTo>
                  <a:pt x="61272" y="94275"/>
                  <a:pt x="67637" y="93474"/>
                  <a:pt x="73725" y="91872"/>
                </a:cubicBezTo>
                <a:cubicBezTo>
                  <a:pt x="79871" y="90285"/>
                  <a:pt x="85959" y="87838"/>
                  <a:pt x="92047" y="84648"/>
                </a:cubicBezTo>
                <a:lnTo>
                  <a:pt x="92047" y="100756"/>
                </a:lnTo>
                <a:cubicBezTo>
                  <a:pt x="85901" y="103320"/>
                  <a:pt x="79638" y="105301"/>
                  <a:pt x="73215" y="106670"/>
                </a:cubicBezTo>
                <a:cubicBezTo>
                  <a:pt x="66836" y="108039"/>
                  <a:pt x="60355" y="108723"/>
                  <a:pt x="53757" y="108723"/>
                </a:cubicBezTo>
                <a:cubicBezTo>
                  <a:pt x="37197" y="108723"/>
                  <a:pt x="24119" y="103888"/>
                  <a:pt x="14506" y="94319"/>
                </a:cubicBezTo>
                <a:cubicBezTo>
                  <a:pt x="4835" y="84648"/>
                  <a:pt x="0" y="71686"/>
                  <a:pt x="0" y="55243"/>
                </a:cubicBezTo>
                <a:cubicBezTo>
                  <a:pt x="0" y="38290"/>
                  <a:pt x="4602" y="24861"/>
                  <a:pt x="13763" y="14899"/>
                </a:cubicBezTo>
                <a:cubicBezTo>
                  <a:pt x="22924" y="4952"/>
                  <a:pt x="35260" y="0"/>
                  <a:pt x="50801" y="0"/>
                </a:cubicBezTo>
                <a:cubicBezTo>
                  <a:pt x="64739" y="0"/>
                  <a:pt x="75720" y="4486"/>
                  <a:pt x="83847" y="13428"/>
                </a:cubicBezTo>
                <a:cubicBezTo>
                  <a:pt x="91930" y="22415"/>
                  <a:pt x="95965" y="34590"/>
                  <a:pt x="95965" y="50000"/>
                </a:cubicBezTo>
                <a:close/>
                <a:moveTo>
                  <a:pt x="78954" y="45004"/>
                </a:moveTo>
                <a:cubicBezTo>
                  <a:pt x="78852" y="35668"/>
                  <a:pt x="76288" y="28269"/>
                  <a:pt x="71162" y="22750"/>
                </a:cubicBezTo>
                <a:cubicBezTo>
                  <a:pt x="66108" y="17186"/>
                  <a:pt x="59335" y="14390"/>
                  <a:pt x="50975" y="14390"/>
                </a:cubicBezTo>
                <a:cubicBezTo>
                  <a:pt x="41465" y="14390"/>
                  <a:pt x="33906" y="17069"/>
                  <a:pt x="28211" y="22415"/>
                </a:cubicBezTo>
                <a:cubicBezTo>
                  <a:pt x="22458" y="27818"/>
                  <a:pt x="19225" y="35333"/>
                  <a:pt x="18307" y="45120"/>
                </a:cubicBezTo>
                <a:lnTo>
                  <a:pt x="78954" y="45004"/>
                </a:lnTo>
                <a:close/>
                <a:moveTo>
                  <a:pt x="78954" y="450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AA442-E908-44C4-B798-B7C79503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500" y="6707438"/>
            <a:ext cx="92557" cy="146561"/>
          </a:xfrm>
          <a:custGeom xmlns:a="http://schemas.openxmlformats.org/drawingml/2006/main">
            <a:pathLst>
              <a:path w="92557" h="146561">
                <a:moveTo>
                  <a:pt x="75546" y="56044"/>
                </a:moveTo>
                <a:lnTo>
                  <a:pt x="75546" y="0"/>
                </a:lnTo>
                <a:lnTo>
                  <a:pt x="92557" y="0"/>
                </a:lnTo>
                <a:lnTo>
                  <a:pt x="92557" y="143823"/>
                </a:lnTo>
                <a:lnTo>
                  <a:pt x="75546" y="143823"/>
                </a:lnTo>
                <a:lnTo>
                  <a:pt x="75546" y="128298"/>
                </a:lnTo>
                <a:cubicBezTo>
                  <a:pt x="71963" y="134502"/>
                  <a:pt x="67404" y="139046"/>
                  <a:pt x="61942" y="142061"/>
                </a:cubicBezTo>
                <a:cubicBezTo>
                  <a:pt x="56539" y="145018"/>
                  <a:pt x="50000" y="146561"/>
                  <a:pt x="42324" y="146561"/>
                </a:cubicBezTo>
                <a:cubicBezTo>
                  <a:pt x="29799" y="146561"/>
                  <a:pt x="19618" y="141551"/>
                  <a:pt x="11768" y="131589"/>
                </a:cubicBezTo>
                <a:cubicBezTo>
                  <a:pt x="3918" y="121584"/>
                  <a:pt x="0" y="108446"/>
                  <a:pt x="0" y="92163"/>
                </a:cubicBezTo>
                <a:cubicBezTo>
                  <a:pt x="0" y="75895"/>
                  <a:pt x="3918" y="62758"/>
                  <a:pt x="11768" y="52796"/>
                </a:cubicBezTo>
                <a:cubicBezTo>
                  <a:pt x="19618" y="42790"/>
                  <a:pt x="29799" y="37838"/>
                  <a:pt x="42324" y="37838"/>
                </a:cubicBezTo>
                <a:cubicBezTo>
                  <a:pt x="50000" y="37838"/>
                  <a:pt x="56539" y="39309"/>
                  <a:pt x="61942" y="42324"/>
                </a:cubicBezTo>
                <a:cubicBezTo>
                  <a:pt x="67404" y="45295"/>
                  <a:pt x="71963" y="49839"/>
                  <a:pt x="75546" y="56044"/>
                </a:cubicBezTo>
                <a:close/>
                <a:moveTo>
                  <a:pt x="17579" y="92163"/>
                </a:moveTo>
                <a:cubicBezTo>
                  <a:pt x="17579" y="104689"/>
                  <a:pt x="20128" y="114476"/>
                  <a:pt x="25313" y="121584"/>
                </a:cubicBezTo>
                <a:cubicBezTo>
                  <a:pt x="30425" y="128749"/>
                  <a:pt x="37489" y="132274"/>
                  <a:pt x="46475" y="132274"/>
                </a:cubicBezTo>
                <a:cubicBezTo>
                  <a:pt x="55461" y="132274"/>
                  <a:pt x="62569" y="128749"/>
                  <a:pt x="67754" y="121584"/>
                </a:cubicBezTo>
                <a:cubicBezTo>
                  <a:pt x="72924" y="114476"/>
                  <a:pt x="75546" y="104689"/>
                  <a:pt x="75546" y="92163"/>
                </a:cubicBezTo>
                <a:cubicBezTo>
                  <a:pt x="75546" y="79653"/>
                  <a:pt x="72924" y="69865"/>
                  <a:pt x="67754" y="62758"/>
                </a:cubicBezTo>
                <a:cubicBezTo>
                  <a:pt x="62569" y="55592"/>
                  <a:pt x="55461" y="52053"/>
                  <a:pt x="46475" y="52053"/>
                </a:cubicBezTo>
                <a:cubicBezTo>
                  <a:pt x="37489" y="52053"/>
                  <a:pt x="30425" y="55592"/>
                  <a:pt x="25313" y="62758"/>
                </a:cubicBezTo>
                <a:cubicBezTo>
                  <a:pt x="20128" y="69865"/>
                  <a:pt x="17579" y="79653"/>
                  <a:pt x="17579" y="92163"/>
                </a:cubicBezTo>
                <a:close/>
                <a:moveTo>
                  <a:pt x="17579" y="921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00388-0265-4A7F-A1CB-D9FC0D53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56" y="6996687"/>
            <a:ext cx="378674" cy="132507"/>
          </a:xfrm>
          <a:custGeom xmlns:a="http://schemas.openxmlformats.org/drawingml/2006/main">
            <a:pathLst>
              <a:path w="378674" h="132507">
                <a:moveTo>
                  <a:pt x="0" y="0"/>
                </a:moveTo>
                <a:lnTo>
                  <a:pt x="378674" y="0"/>
                </a:lnTo>
                <a:lnTo>
                  <a:pt x="378674" y="132507"/>
                </a:lnTo>
                <a:lnTo>
                  <a:pt x="0" y="1325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747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5A569-44F2-4113-82E8-A2009677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14" y="6991167"/>
            <a:ext cx="126477" cy="138012"/>
          </a:xfrm>
          <a:custGeom xmlns:a="http://schemas.openxmlformats.org/drawingml/2006/main">
            <a:pathLst>
              <a:path w="126477" h="138012">
                <a:moveTo>
                  <a:pt x="52679" y="138012"/>
                </a:moveTo>
                <a:lnTo>
                  <a:pt x="0" y="0"/>
                </a:lnTo>
                <a:lnTo>
                  <a:pt x="19458" y="0"/>
                </a:lnTo>
                <a:lnTo>
                  <a:pt x="63209" y="116224"/>
                </a:lnTo>
                <a:lnTo>
                  <a:pt x="107077" y="0"/>
                </a:lnTo>
                <a:lnTo>
                  <a:pt x="126477" y="0"/>
                </a:lnTo>
                <a:lnTo>
                  <a:pt x="73856" y="138012"/>
                </a:lnTo>
                <a:lnTo>
                  <a:pt x="52679" y="138012"/>
                </a:lnTo>
                <a:close/>
                <a:moveTo>
                  <a:pt x="52679" y="1380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9F748-DD10-4EF3-B8FC-8A1C9CB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24" y="6985356"/>
            <a:ext cx="17011" cy="143823"/>
          </a:xfrm>
          <a:custGeom xmlns:a="http://schemas.openxmlformats.org/drawingml/2006/main">
            <a:pathLst>
              <a:path w="17011" h="143823">
                <a:moveTo>
                  <a:pt x="0" y="40285"/>
                </a:moveTo>
                <a:lnTo>
                  <a:pt x="17011" y="40285"/>
                </a:lnTo>
                <a:lnTo>
                  <a:pt x="17011" y="143823"/>
                </a:lnTo>
                <a:lnTo>
                  <a:pt x="0" y="143823"/>
                </a:lnTo>
                <a:lnTo>
                  <a:pt x="0" y="40285"/>
                </a:lnTo>
                <a:close/>
                <a:moveTo>
                  <a:pt x="0" y="0"/>
                </a:moveTo>
                <a:lnTo>
                  <a:pt x="17011" y="0"/>
                </a:lnTo>
                <a:lnTo>
                  <a:pt x="17011" y="21570"/>
                </a:lnTo>
                <a:lnTo>
                  <a:pt x="0" y="2157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A5D01-89B2-46D8-8FA2-1832B8F9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6" y="7023194"/>
            <a:ext cx="95018" cy="108723"/>
          </a:xfrm>
          <a:custGeom xmlns:a="http://schemas.openxmlformats.org/drawingml/2006/main">
            <a:pathLst>
              <a:path w="95018" h="108723">
                <a:moveTo>
                  <a:pt x="47509" y="14390"/>
                </a:moveTo>
                <a:cubicBezTo>
                  <a:pt x="38406" y="14390"/>
                  <a:pt x="31182" y="17914"/>
                  <a:pt x="25895" y="25094"/>
                </a:cubicBezTo>
                <a:cubicBezTo>
                  <a:pt x="20536" y="32202"/>
                  <a:pt x="17929" y="41931"/>
                  <a:pt x="17929" y="54325"/>
                </a:cubicBezTo>
                <a:cubicBezTo>
                  <a:pt x="17929" y="66734"/>
                  <a:pt x="20536" y="76463"/>
                  <a:pt x="25837" y="83570"/>
                </a:cubicBezTo>
                <a:cubicBezTo>
                  <a:pt x="31066" y="90678"/>
                  <a:pt x="38348" y="94275"/>
                  <a:pt x="47509" y="94275"/>
                </a:cubicBezTo>
                <a:cubicBezTo>
                  <a:pt x="56554" y="94275"/>
                  <a:pt x="63719" y="90678"/>
                  <a:pt x="69021" y="83570"/>
                </a:cubicBezTo>
                <a:cubicBezTo>
                  <a:pt x="74366" y="76405"/>
                  <a:pt x="76987" y="66676"/>
                  <a:pt x="76987" y="54325"/>
                </a:cubicBezTo>
                <a:cubicBezTo>
                  <a:pt x="76987" y="42047"/>
                  <a:pt x="74366" y="32318"/>
                  <a:pt x="69021" y="25138"/>
                </a:cubicBezTo>
                <a:cubicBezTo>
                  <a:pt x="63719" y="17972"/>
                  <a:pt x="56554" y="14390"/>
                  <a:pt x="47509" y="14390"/>
                </a:cubicBezTo>
                <a:close/>
                <a:moveTo>
                  <a:pt x="47509" y="0"/>
                </a:moveTo>
                <a:cubicBezTo>
                  <a:pt x="62306" y="0"/>
                  <a:pt x="73914" y="4777"/>
                  <a:pt x="82333" y="14390"/>
                </a:cubicBezTo>
                <a:cubicBezTo>
                  <a:pt x="90809" y="24002"/>
                  <a:pt x="95018" y="37314"/>
                  <a:pt x="95018" y="54325"/>
                </a:cubicBezTo>
                <a:cubicBezTo>
                  <a:pt x="95018" y="71278"/>
                  <a:pt x="90809" y="84546"/>
                  <a:pt x="82333" y="94217"/>
                </a:cubicBezTo>
                <a:cubicBezTo>
                  <a:pt x="73914" y="103888"/>
                  <a:pt x="62306" y="108723"/>
                  <a:pt x="47509" y="108723"/>
                </a:cubicBezTo>
                <a:cubicBezTo>
                  <a:pt x="32668" y="108723"/>
                  <a:pt x="21002" y="103888"/>
                  <a:pt x="12584" y="94217"/>
                </a:cubicBezTo>
                <a:cubicBezTo>
                  <a:pt x="4165" y="84546"/>
                  <a:pt x="0" y="71278"/>
                  <a:pt x="0" y="54325"/>
                </a:cubicBezTo>
                <a:cubicBezTo>
                  <a:pt x="0" y="37314"/>
                  <a:pt x="4165" y="24002"/>
                  <a:pt x="12584" y="14390"/>
                </a:cubicBezTo>
                <a:cubicBezTo>
                  <a:pt x="21002" y="4777"/>
                  <a:pt x="32668" y="0"/>
                  <a:pt x="47509" y="0"/>
                </a:cubicBezTo>
                <a:close/>
                <a:moveTo>
                  <a:pt x="475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9192E-1D99-44C3-8FFF-E2350958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75" y="6985356"/>
            <a:ext cx="17011" cy="143823"/>
          </a:xfrm>
          <a:custGeom xmlns:a="http://schemas.openxmlformats.org/drawingml/2006/main">
            <a:pathLst>
              <a:path w="17011" h="143823">
                <a:moveTo>
                  <a:pt x="0" y="0"/>
                </a:moveTo>
                <a:lnTo>
                  <a:pt x="17011" y="0"/>
                </a:lnTo>
                <a:lnTo>
                  <a:pt x="17011" y="143823"/>
                </a:lnTo>
                <a:lnTo>
                  <a:pt x="0" y="1438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E0F55-AB13-4A7E-A716-634147B0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57" y="7023194"/>
            <a:ext cx="87503" cy="108723"/>
          </a:xfrm>
          <a:custGeom xmlns:a="http://schemas.openxmlformats.org/drawingml/2006/main">
            <a:pathLst>
              <a:path w="87503" h="108723">
                <a:moveTo>
                  <a:pt x="53597" y="53990"/>
                </a:moveTo>
                <a:cubicBezTo>
                  <a:pt x="39834" y="53990"/>
                  <a:pt x="30323" y="55519"/>
                  <a:pt x="24978" y="58651"/>
                </a:cubicBezTo>
                <a:cubicBezTo>
                  <a:pt x="19691" y="61782"/>
                  <a:pt x="17011" y="67186"/>
                  <a:pt x="17011" y="74759"/>
                </a:cubicBezTo>
                <a:cubicBezTo>
                  <a:pt x="17011" y="80789"/>
                  <a:pt x="19007" y="85624"/>
                  <a:pt x="23041" y="89149"/>
                </a:cubicBezTo>
                <a:cubicBezTo>
                  <a:pt x="27032" y="92673"/>
                  <a:pt x="32435" y="94436"/>
                  <a:pt x="39207" y="94436"/>
                </a:cubicBezTo>
                <a:cubicBezTo>
                  <a:pt x="48703" y="94436"/>
                  <a:pt x="56277" y="91086"/>
                  <a:pt x="61957" y="84430"/>
                </a:cubicBezTo>
                <a:cubicBezTo>
                  <a:pt x="67652" y="77716"/>
                  <a:pt x="70492" y="68831"/>
                  <a:pt x="70492" y="57748"/>
                </a:cubicBezTo>
                <a:lnTo>
                  <a:pt x="70492" y="53990"/>
                </a:lnTo>
                <a:lnTo>
                  <a:pt x="53597" y="53990"/>
                </a:lnTo>
                <a:close/>
                <a:moveTo>
                  <a:pt x="87503" y="46941"/>
                </a:moveTo>
                <a:lnTo>
                  <a:pt x="87503" y="105985"/>
                </a:lnTo>
                <a:lnTo>
                  <a:pt x="70492" y="105985"/>
                </a:lnTo>
                <a:lnTo>
                  <a:pt x="70492" y="90285"/>
                </a:lnTo>
                <a:cubicBezTo>
                  <a:pt x="66632" y="96547"/>
                  <a:pt x="61797" y="101208"/>
                  <a:pt x="55986" y="104223"/>
                </a:cubicBezTo>
                <a:cubicBezTo>
                  <a:pt x="50189" y="107179"/>
                  <a:pt x="43067" y="108723"/>
                  <a:pt x="34707" y="108723"/>
                </a:cubicBezTo>
                <a:cubicBezTo>
                  <a:pt x="24133" y="108723"/>
                  <a:pt x="15700" y="105708"/>
                  <a:pt x="9394" y="99781"/>
                </a:cubicBezTo>
                <a:cubicBezTo>
                  <a:pt x="3131" y="93809"/>
                  <a:pt x="0" y="85843"/>
                  <a:pt x="0" y="75837"/>
                </a:cubicBezTo>
                <a:cubicBezTo>
                  <a:pt x="0" y="64229"/>
                  <a:pt x="3932" y="55461"/>
                  <a:pt x="11724" y="49548"/>
                </a:cubicBezTo>
                <a:cubicBezTo>
                  <a:pt x="19516" y="43635"/>
                  <a:pt x="31182" y="40678"/>
                  <a:pt x="46606" y="40678"/>
                </a:cubicBezTo>
                <a:lnTo>
                  <a:pt x="70492" y="40678"/>
                </a:lnTo>
                <a:lnTo>
                  <a:pt x="70492" y="38974"/>
                </a:lnTo>
                <a:cubicBezTo>
                  <a:pt x="70492" y="31124"/>
                  <a:pt x="67928" y="25094"/>
                  <a:pt x="62758" y="20827"/>
                </a:cubicBezTo>
                <a:cubicBezTo>
                  <a:pt x="57631" y="16501"/>
                  <a:pt x="50407" y="14390"/>
                  <a:pt x="41086" y="14390"/>
                </a:cubicBezTo>
                <a:cubicBezTo>
                  <a:pt x="35158" y="14390"/>
                  <a:pt x="29420" y="15074"/>
                  <a:pt x="23784" y="16501"/>
                </a:cubicBezTo>
                <a:cubicBezTo>
                  <a:pt x="18205" y="17914"/>
                  <a:pt x="12802" y="20084"/>
                  <a:pt x="7632" y="22924"/>
                </a:cubicBezTo>
                <a:lnTo>
                  <a:pt x="7632" y="7166"/>
                </a:lnTo>
                <a:cubicBezTo>
                  <a:pt x="13836" y="4777"/>
                  <a:pt x="19866" y="2957"/>
                  <a:pt x="25721" y="1762"/>
                </a:cubicBezTo>
                <a:cubicBezTo>
                  <a:pt x="31576" y="568"/>
                  <a:pt x="37270" y="0"/>
                  <a:pt x="42848" y="0"/>
                </a:cubicBezTo>
                <a:cubicBezTo>
                  <a:pt x="57806" y="0"/>
                  <a:pt x="69021" y="3874"/>
                  <a:pt x="76405" y="11666"/>
                </a:cubicBezTo>
                <a:cubicBezTo>
                  <a:pt x="83804" y="19400"/>
                  <a:pt x="87503" y="31182"/>
                  <a:pt x="87503" y="46941"/>
                </a:cubicBezTo>
                <a:close/>
                <a:moveTo>
                  <a:pt x="87503" y="469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5809A-2680-4933-A10E-C78D0B62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558" y="6996221"/>
            <a:ext cx="64579" cy="132958"/>
          </a:xfrm>
          <a:custGeom xmlns:a="http://schemas.openxmlformats.org/drawingml/2006/main">
            <a:pathLst>
              <a:path w="64579" h="132958">
                <a:moveTo>
                  <a:pt x="29595" y="0"/>
                </a:moveTo>
                <a:lnTo>
                  <a:pt x="29595" y="29420"/>
                </a:lnTo>
                <a:lnTo>
                  <a:pt x="64579" y="29420"/>
                </a:lnTo>
                <a:lnTo>
                  <a:pt x="64579" y="42674"/>
                </a:lnTo>
                <a:lnTo>
                  <a:pt x="29595" y="42674"/>
                </a:lnTo>
                <a:lnTo>
                  <a:pt x="29595" y="98878"/>
                </a:lnTo>
                <a:cubicBezTo>
                  <a:pt x="29595" y="107310"/>
                  <a:pt x="30731" y="112714"/>
                  <a:pt x="33003" y="115161"/>
                </a:cubicBezTo>
                <a:cubicBezTo>
                  <a:pt x="35333" y="117549"/>
                  <a:pt x="40052" y="118743"/>
                  <a:pt x="47116" y="118743"/>
                </a:cubicBezTo>
                <a:lnTo>
                  <a:pt x="64579" y="118743"/>
                </a:lnTo>
                <a:lnTo>
                  <a:pt x="64579" y="132958"/>
                </a:lnTo>
                <a:lnTo>
                  <a:pt x="47116" y="132958"/>
                </a:lnTo>
                <a:cubicBezTo>
                  <a:pt x="34022" y="132958"/>
                  <a:pt x="24920" y="130512"/>
                  <a:pt x="19982" y="125618"/>
                </a:cubicBezTo>
                <a:cubicBezTo>
                  <a:pt x="14972" y="120724"/>
                  <a:pt x="12467" y="111796"/>
                  <a:pt x="12467" y="98878"/>
                </a:cubicBezTo>
                <a:lnTo>
                  <a:pt x="12467" y="42674"/>
                </a:lnTo>
                <a:lnTo>
                  <a:pt x="0" y="42674"/>
                </a:lnTo>
                <a:lnTo>
                  <a:pt x="0" y="29420"/>
                </a:lnTo>
                <a:lnTo>
                  <a:pt x="12467" y="29420"/>
                </a:lnTo>
                <a:lnTo>
                  <a:pt x="12467" y="0"/>
                </a:lnTo>
                <a:lnTo>
                  <a:pt x="29595" y="0"/>
                </a:lnTo>
                <a:close/>
                <a:moveTo>
                  <a:pt x="295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1D247-8306-4FA8-8AFA-126C73A0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51" y="6985356"/>
            <a:ext cx="17011" cy="143823"/>
          </a:xfrm>
          <a:custGeom xmlns:a="http://schemas.openxmlformats.org/drawingml/2006/main">
            <a:pathLst>
              <a:path w="17011" h="143823">
                <a:moveTo>
                  <a:pt x="0" y="40285"/>
                </a:moveTo>
                <a:lnTo>
                  <a:pt x="17011" y="40285"/>
                </a:lnTo>
                <a:lnTo>
                  <a:pt x="17011" y="143823"/>
                </a:lnTo>
                <a:lnTo>
                  <a:pt x="0" y="143823"/>
                </a:lnTo>
                <a:lnTo>
                  <a:pt x="0" y="40285"/>
                </a:lnTo>
                <a:close/>
                <a:moveTo>
                  <a:pt x="0" y="0"/>
                </a:moveTo>
                <a:lnTo>
                  <a:pt x="17011" y="0"/>
                </a:lnTo>
                <a:lnTo>
                  <a:pt x="17011" y="21570"/>
                </a:lnTo>
                <a:lnTo>
                  <a:pt x="0" y="2157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12D26-AF50-4CB4-8CF9-BC453DF8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730" y="7023194"/>
            <a:ext cx="95062" cy="108723"/>
          </a:xfrm>
          <a:custGeom xmlns:a="http://schemas.openxmlformats.org/drawingml/2006/main">
            <a:pathLst>
              <a:path w="95062" h="108723">
                <a:moveTo>
                  <a:pt x="47494" y="14390"/>
                </a:moveTo>
                <a:cubicBezTo>
                  <a:pt x="38392" y="14390"/>
                  <a:pt x="31168" y="17914"/>
                  <a:pt x="25881" y="25094"/>
                </a:cubicBezTo>
                <a:cubicBezTo>
                  <a:pt x="20594" y="32202"/>
                  <a:pt x="17914" y="41931"/>
                  <a:pt x="17914" y="54325"/>
                </a:cubicBezTo>
                <a:cubicBezTo>
                  <a:pt x="17914" y="66734"/>
                  <a:pt x="20594" y="76463"/>
                  <a:pt x="25823" y="83570"/>
                </a:cubicBezTo>
                <a:cubicBezTo>
                  <a:pt x="31110" y="90678"/>
                  <a:pt x="38333" y="94275"/>
                  <a:pt x="47494" y="94275"/>
                </a:cubicBezTo>
                <a:cubicBezTo>
                  <a:pt x="56597" y="94275"/>
                  <a:pt x="63777" y="90678"/>
                  <a:pt x="69064" y="83570"/>
                </a:cubicBezTo>
                <a:cubicBezTo>
                  <a:pt x="74351" y="76405"/>
                  <a:pt x="77031" y="66676"/>
                  <a:pt x="77031" y="54325"/>
                </a:cubicBezTo>
                <a:cubicBezTo>
                  <a:pt x="77031" y="42047"/>
                  <a:pt x="74351" y="32318"/>
                  <a:pt x="69064" y="25138"/>
                </a:cubicBezTo>
                <a:cubicBezTo>
                  <a:pt x="63777" y="17972"/>
                  <a:pt x="56597" y="14390"/>
                  <a:pt x="47494" y="14390"/>
                </a:cubicBezTo>
                <a:close/>
                <a:moveTo>
                  <a:pt x="47494" y="0"/>
                </a:moveTo>
                <a:cubicBezTo>
                  <a:pt x="62292" y="0"/>
                  <a:pt x="73958" y="4777"/>
                  <a:pt x="82376" y="14390"/>
                </a:cubicBezTo>
                <a:cubicBezTo>
                  <a:pt x="90853" y="24002"/>
                  <a:pt x="95062" y="37314"/>
                  <a:pt x="95062" y="54325"/>
                </a:cubicBezTo>
                <a:cubicBezTo>
                  <a:pt x="95062" y="71278"/>
                  <a:pt x="90853" y="84546"/>
                  <a:pt x="82376" y="94217"/>
                </a:cubicBezTo>
                <a:cubicBezTo>
                  <a:pt x="73958" y="103888"/>
                  <a:pt x="62292" y="108723"/>
                  <a:pt x="47494" y="108723"/>
                </a:cubicBezTo>
                <a:cubicBezTo>
                  <a:pt x="32653" y="108723"/>
                  <a:pt x="21046" y="103888"/>
                  <a:pt x="12627" y="94217"/>
                </a:cubicBezTo>
                <a:cubicBezTo>
                  <a:pt x="4209" y="84546"/>
                  <a:pt x="0" y="71278"/>
                  <a:pt x="0" y="54325"/>
                </a:cubicBezTo>
                <a:cubicBezTo>
                  <a:pt x="0" y="37314"/>
                  <a:pt x="4209" y="24002"/>
                  <a:pt x="12627" y="14390"/>
                </a:cubicBezTo>
                <a:cubicBezTo>
                  <a:pt x="21046" y="4777"/>
                  <a:pt x="32653" y="0"/>
                  <a:pt x="47494" y="0"/>
                </a:cubicBezTo>
                <a:close/>
                <a:moveTo>
                  <a:pt x="474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262C1-CEEF-423F-A976-D9D60636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3" y="7023194"/>
            <a:ext cx="86760" cy="105985"/>
          </a:xfrm>
          <a:custGeom xmlns:a="http://schemas.openxmlformats.org/drawingml/2006/main">
            <a:pathLst>
              <a:path w="86760" h="105985">
                <a:moveTo>
                  <a:pt x="86760" y="43518"/>
                </a:moveTo>
                <a:lnTo>
                  <a:pt x="86760" y="105985"/>
                </a:lnTo>
                <a:lnTo>
                  <a:pt x="69749" y="105985"/>
                </a:lnTo>
                <a:lnTo>
                  <a:pt x="69749" y="44028"/>
                </a:lnTo>
                <a:cubicBezTo>
                  <a:pt x="69749" y="34241"/>
                  <a:pt x="67812" y="26915"/>
                  <a:pt x="63996" y="22080"/>
                </a:cubicBezTo>
                <a:cubicBezTo>
                  <a:pt x="60136" y="17186"/>
                  <a:pt x="54442" y="14797"/>
                  <a:pt x="46810" y="14797"/>
                </a:cubicBezTo>
                <a:cubicBezTo>
                  <a:pt x="37605" y="14797"/>
                  <a:pt x="30381" y="17696"/>
                  <a:pt x="25022" y="23551"/>
                </a:cubicBezTo>
                <a:cubicBezTo>
                  <a:pt x="19735" y="29406"/>
                  <a:pt x="17055" y="37372"/>
                  <a:pt x="17055" y="47509"/>
                </a:cubicBezTo>
                <a:lnTo>
                  <a:pt x="17055" y="105985"/>
                </a:lnTo>
                <a:lnTo>
                  <a:pt x="0" y="105985"/>
                </a:lnTo>
                <a:lnTo>
                  <a:pt x="0" y="2447"/>
                </a:lnTo>
                <a:lnTo>
                  <a:pt x="17055" y="2447"/>
                </a:lnTo>
                <a:lnTo>
                  <a:pt x="17055" y="18540"/>
                </a:lnTo>
                <a:cubicBezTo>
                  <a:pt x="21162" y="12351"/>
                  <a:pt x="25939" y="7675"/>
                  <a:pt x="31459" y="4602"/>
                </a:cubicBezTo>
                <a:cubicBezTo>
                  <a:pt x="36979" y="1529"/>
                  <a:pt x="43344" y="0"/>
                  <a:pt x="50568" y="0"/>
                </a:cubicBezTo>
                <a:cubicBezTo>
                  <a:pt x="62467" y="0"/>
                  <a:pt x="71453" y="3641"/>
                  <a:pt x="77541" y="11040"/>
                </a:cubicBezTo>
                <a:cubicBezTo>
                  <a:pt x="83687" y="18380"/>
                  <a:pt x="86760" y="29187"/>
                  <a:pt x="86760" y="43518"/>
                </a:cubicBezTo>
                <a:close/>
                <a:moveTo>
                  <a:pt x="86760" y="4351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038F9-69F8-43B4-9F99-08D959E7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37" y="6985356"/>
            <a:ext cx="92557" cy="146561"/>
          </a:xfrm>
          <a:custGeom xmlns:a="http://schemas.openxmlformats.org/drawingml/2006/main">
            <a:pathLst>
              <a:path w="92557" h="146561">
                <a:moveTo>
                  <a:pt x="75546" y="55986"/>
                </a:moveTo>
                <a:lnTo>
                  <a:pt x="75546" y="0"/>
                </a:lnTo>
                <a:lnTo>
                  <a:pt x="92557" y="0"/>
                </a:lnTo>
                <a:lnTo>
                  <a:pt x="92557" y="143823"/>
                </a:lnTo>
                <a:lnTo>
                  <a:pt x="75546" y="143823"/>
                </a:lnTo>
                <a:lnTo>
                  <a:pt x="75546" y="128298"/>
                </a:lnTo>
                <a:cubicBezTo>
                  <a:pt x="71963" y="134444"/>
                  <a:pt x="67477" y="139046"/>
                  <a:pt x="62015" y="142061"/>
                </a:cubicBezTo>
                <a:cubicBezTo>
                  <a:pt x="56554" y="145018"/>
                  <a:pt x="50000" y="146561"/>
                  <a:pt x="42382" y="146561"/>
                </a:cubicBezTo>
                <a:cubicBezTo>
                  <a:pt x="29872" y="146561"/>
                  <a:pt x="19676" y="141551"/>
                  <a:pt x="11768" y="131589"/>
                </a:cubicBezTo>
                <a:cubicBezTo>
                  <a:pt x="3918" y="121584"/>
                  <a:pt x="0" y="108446"/>
                  <a:pt x="0" y="92163"/>
                </a:cubicBezTo>
                <a:cubicBezTo>
                  <a:pt x="0" y="75895"/>
                  <a:pt x="3918" y="62758"/>
                  <a:pt x="11768" y="52796"/>
                </a:cubicBezTo>
                <a:cubicBezTo>
                  <a:pt x="19676" y="42790"/>
                  <a:pt x="29872" y="37838"/>
                  <a:pt x="42382" y="37838"/>
                </a:cubicBezTo>
                <a:cubicBezTo>
                  <a:pt x="50000" y="37838"/>
                  <a:pt x="56554" y="39309"/>
                  <a:pt x="62015" y="42324"/>
                </a:cubicBezTo>
                <a:cubicBezTo>
                  <a:pt x="67477" y="45295"/>
                  <a:pt x="71963" y="49839"/>
                  <a:pt x="75546" y="55986"/>
                </a:cubicBezTo>
                <a:close/>
                <a:moveTo>
                  <a:pt x="17579" y="92163"/>
                </a:moveTo>
                <a:cubicBezTo>
                  <a:pt x="17579" y="104689"/>
                  <a:pt x="20201" y="114476"/>
                  <a:pt x="25313" y="121584"/>
                </a:cubicBezTo>
                <a:cubicBezTo>
                  <a:pt x="30498" y="128691"/>
                  <a:pt x="37547" y="132274"/>
                  <a:pt x="46533" y="132274"/>
                </a:cubicBezTo>
                <a:cubicBezTo>
                  <a:pt x="55519" y="132274"/>
                  <a:pt x="62583" y="128691"/>
                  <a:pt x="67754" y="121584"/>
                </a:cubicBezTo>
                <a:cubicBezTo>
                  <a:pt x="72938" y="114476"/>
                  <a:pt x="75546" y="104689"/>
                  <a:pt x="75546" y="92163"/>
                </a:cubicBezTo>
                <a:cubicBezTo>
                  <a:pt x="75546" y="79653"/>
                  <a:pt x="72938" y="69865"/>
                  <a:pt x="67754" y="62700"/>
                </a:cubicBezTo>
                <a:cubicBezTo>
                  <a:pt x="62583" y="55592"/>
                  <a:pt x="55519" y="52053"/>
                  <a:pt x="46533" y="52053"/>
                </a:cubicBezTo>
                <a:cubicBezTo>
                  <a:pt x="37547" y="52053"/>
                  <a:pt x="30498" y="55592"/>
                  <a:pt x="25313" y="62700"/>
                </a:cubicBezTo>
                <a:cubicBezTo>
                  <a:pt x="20201" y="69865"/>
                  <a:pt x="17579" y="79653"/>
                  <a:pt x="17579" y="92163"/>
                </a:cubicBezTo>
                <a:close/>
                <a:moveTo>
                  <a:pt x="17579" y="921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79784-71CE-4708-81D3-E98941C7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951" y="7023194"/>
            <a:ext cx="95979" cy="108723"/>
          </a:xfrm>
          <a:custGeom xmlns:a="http://schemas.openxmlformats.org/drawingml/2006/main">
            <a:pathLst>
              <a:path w="95979" h="108723">
                <a:moveTo>
                  <a:pt x="95979" y="49956"/>
                </a:moveTo>
                <a:lnTo>
                  <a:pt x="95979" y="58316"/>
                </a:lnTo>
                <a:lnTo>
                  <a:pt x="17754" y="58316"/>
                </a:lnTo>
                <a:cubicBezTo>
                  <a:pt x="18482" y="69982"/>
                  <a:pt x="22007" y="78910"/>
                  <a:pt x="28328" y="85056"/>
                </a:cubicBezTo>
                <a:cubicBezTo>
                  <a:pt x="34649" y="91202"/>
                  <a:pt x="43460" y="94275"/>
                  <a:pt x="54733" y="94275"/>
                </a:cubicBezTo>
                <a:cubicBezTo>
                  <a:pt x="61272" y="94275"/>
                  <a:pt x="67579" y="93474"/>
                  <a:pt x="73725" y="91872"/>
                </a:cubicBezTo>
                <a:cubicBezTo>
                  <a:pt x="79871" y="90285"/>
                  <a:pt x="85959" y="87838"/>
                  <a:pt x="91989" y="84648"/>
                </a:cubicBezTo>
                <a:lnTo>
                  <a:pt x="91989" y="100756"/>
                </a:lnTo>
                <a:cubicBezTo>
                  <a:pt x="85901" y="103320"/>
                  <a:pt x="79653" y="105301"/>
                  <a:pt x="73215" y="106670"/>
                </a:cubicBezTo>
                <a:cubicBezTo>
                  <a:pt x="66792" y="108039"/>
                  <a:pt x="60297" y="108723"/>
                  <a:pt x="53699" y="108723"/>
                </a:cubicBezTo>
                <a:cubicBezTo>
                  <a:pt x="37197" y="108723"/>
                  <a:pt x="24119" y="103888"/>
                  <a:pt x="14448" y="94275"/>
                </a:cubicBezTo>
                <a:cubicBezTo>
                  <a:pt x="4835" y="84648"/>
                  <a:pt x="0" y="71628"/>
                  <a:pt x="0" y="55243"/>
                </a:cubicBezTo>
                <a:cubicBezTo>
                  <a:pt x="0" y="38290"/>
                  <a:pt x="4544" y="24861"/>
                  <a:pt x="13705" y="14899"/>
                </a:cubicBezTo>
                <a:cubicBezTo>
                  <a:pt x="22866" y="4952"/>
                  <a:pt x="35217" y="0"/>
                  <a:pt x="50742" y="0"/>
                </a:cubicBezTo>
                <a:cubicBezTo>
                  <a:pt x="64680" y="0"/>
                  <a:pt x="75720" y="4442"/>
                  <a:pt x="83804" y="13428"/>
                </a:cubicBezTo>
                <a:cubicBezTo>
                  <a:pt x="91930" y="22415"/>
                  <a:pt x="95979" y="34590"/>
                  <a:pt x="95979" y="49956"/>
                </a:cubicBezTo>
                <a:close/>
                <a:moveTo>
                  <a:pt x="78968" y="45004"/>
                </a:moveTo>
                <a:cubicBezTo>
                  <a:pt x="78852" y="35668"/>
                  <a:pt x="76230" y="28269"/>
                  <a:pt x="71162" y="22750"/>
                </a:cubicBezTo>
                <a:cubicBezTo>
                  <a:pt x="66050" y="17186"/>
                  <a:pt x="59335" y="14390"/>
                  <a:pt x="50917" y="14390"/>
                </a:cubicBezTo>
                <a:cubicBezTo>
                  <a:pt x="41465" y="14390"/>
                  <a:pt x="33848" y="17069"/>
                  <a:pt x="28153" y="22415"/>
                </a:cubicBezTo>
                <a:cubicBezTo>
                  <a:pt x="22473" y="27818"/>
                  <a:pt x="19167" y="35333"/>
                  <a:pt x="18322" y="45120"/>
                </a:cubicBezTo>
                <a:lnTo>
                  <a:pt x="78968" y="45004"/>
                </a:lnTo>
                <a:close/>
                <a:moveTo>
                  <a:pt x="78968" y="450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102E1E-BB71-44E5-A175-3C0308A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063" y="6996221"/>
            <a:ext cx="64622" cy="132958"/>
          </a:xfrm>
          <a:custGeom xmlns:a="http://schemas.openxmlformats.org/drawingml/2006/main">
            <a:pathLst>
              <a:path w="64622" h="132958">
                <a:moveTo>
                  <a:pt x="29580" y="0"/>
                </a:moveTo>
                <a:lnTo>
                  <a:pt x="29580" y="29420"/>
                </a:lnTo>
                <a:lnTo>
                  <a:pt x="64622" y="29420"/>
                </a:lnTo>
                <a:lnTo>
                  <a:pt x="64622" y="42674"/>
                </a:lnTo>
                <a:lnTo>
                  <a:pt x="29580" y="42674"/>
                </a:lnTo>
                <a:lnTo>
                  <a:pt x="29580" y="98878"/>
                </a:lnTo>
                <a:cubicBezTo>
                  <a:pt x="29580" y="107310"/>
                  <a:pt x="30775" y="112714"/>
                  <a:pt x="33047" y="115161"/>
                </a:cubicBezTo>
                <a:cubicBezTo>
                  <a:pt x="35377" y="117549"/>
                  <a:pt x="40052" y="118743"/>
                  <a:pt x="47160" y="118743"/>
                </a:cubicBezTo>
                <a:lnTo>
                  <a:pt x="64622" y="118743"/>
                </a:lnTo>
                <a:lnTo>
                  <a:pt x="64622" y="132958"/>
                </a:lnTo>
                <a:lnTo>
                  <a:pt x="47160" y="132958"/>
                </a:lnTo>
                <a:cubicBezTo>
                  <a:pt x="34022" y="132958"/>
                  <a:pt x="24963" y="130512"/>
                  <a:pt x="19968" y="125618"/>
                </a:cubicBezTo>
                <a:cubicBezTo>
                  <a:pt x="15016" y="120724"/>
                  <a:pt x="12511" y="111796"/>
                  <a:pt x="12511" y="98878"/>
                </a:cubicBezTo>
                <a:lnTo>
                  <a:pt x="12511" y="42674"/>
                </a:lnTo>
                <a:lnTo>
                  <a:pt x="0" y="42674"/>
                </a:lnTo>
                <a:lnTo>
                  <a:pt x="0" y="29420"/>
                </a:lnTo>
                <a:lnTo>
                  <a:pt x="12511" y="29420"/>
                </a:lnTo>
                <a:lnTo>
                  <a:pt x="12511" y="0"/>
                </a:lnTo>
                <a:lnTo>
                  <a:pt x="29580" y="0"/>
                </a:lnTo>
                <a:close/>
                <a:moveTo>
                  <a:pt x="29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A0BAF-61A8-4468-A169-9470001C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643" y="7023194"/>
            <a:ext cx="95979" cy="108723"/>
          </a:xfrm>
          <a:custGeom xmlns:a="http://schemas.openxmlformats.org/drawingml/2006/main">
            <a:pathLst>
              <a:path w="95979" h="108723">
                <a:moveTo>
                  <a:pt x="95979" y="49956"/>
                </a:moveTo>
                <a:lnTo>
                  <a:pt x="95979" y="58316"/>
                </a:lnTo>
                <a:lnTo>
                  <a:pt x="17754" y="58316"/>
                </a:lnTo>
                <a:cubicBezTo>
                  <a:pt x="18555" y="69982"/>
                  <a:pt x="22080" y="78910"/>
                  <a:pt x="28401" y="85056"/>
                </a:cubicBezTo>
                <a:cubicBezTo>
                  <a:pt x="34649" y="91202"/>
                  <a:pt x="43475" y="94275"/>
                  <a:pt x="54733" y="94275"/>
                </a:cubicBezTo>
                <a:cubicBezTo>
                  <a:pt x="61287" y="94275"/>
                  <a:pt x="67593" y="93474"/>
                  <a:pt x="73740" y="91872"/>
                </a:cubicBezTo>
                <a:cubicBezTo>
                  <a:pt x="79886" y="90285"/>
                  <a:pt x="85974" y="87838"/>
                  <a:pt x="92062" y="84648"/>
                </a:cubicBezTo>
                <a:lnTo>
                  <a:pt x="92062" y="100756"/>
                </a:lnTo>
                <a:cubicBezTo>
                  <a:pt x="85915" y="103320"/>
                  <a:pt x="79653" y="105301"/>
                  <a:pt x="73230" y="106670"/>
                </a:cubicBezTo>
                <a:cubicBezTo>
                  <a:pt x="66851" y="108039"/>
                  <a:pt x="60311" y="108723"/>
                  <a:pt x="53772" y="108723"/>
                </a:cubicBezTo>
                <a:cubicBezTo>
                  <a:pt x="37212" y="108723"/>
                  <a:pt x="24133" y="103888"/>
                  <a:pt x="14521" y="94275"/>
                </a:cubicBezTo>
                <a:cubicBezTo>
                  <a:pt x="4850" y="84648"/>
                  <a:pt x="0" y="71628"/>
                  <a:pt x="0" y="55243"/>
                </a:cubicBezTo>
                <a:cubicBezTo>
                  <a:pt x="0" y="38290"/>
                  <a:pt x="4617" y="24861"/>
                  <a:pt x="13778" y="14899"/>
                </a:cubicBezTo>
                <a:cubicBezTo>
                  <a:pt x="22881" y="4952"/>
                  <a:pt x="35217" y="0"/>
                  <a:pt x="50815" y="0"/>
                </a:cubicBezTo>
                <a:cubicBezTo>
                  <a:pt x="64695" y="0"/>
                  <a:pt x="75735" y="4442"/>
                  <a:pt x="83862" y="13428"/>
                </a:cubicBezTo>
                <a:cubicBezTo>
                  <a:pt x="91945" y="22415"/>
                  <a:pt x="95979" y="34590"/>
                  <a:pt x="95979" y="49956"/>
                </a:cubicBezTo>
                <a:close/>
                <a:moveTo>
                  <a:pt x="78968" y="45004"/>
                </a:moveTo>
                <a:cubicBezTo>
                  <a:pt x="78866" y="35668"/>
                  <a:pt x="76245" y="28269"/>
                  <a:pt x="71176" y="22750"/>
                </a:cubicBezTo>
                <a:cubicBezTo>
                  <a:pt x="66122" y="17186"/>
                  <a:pt x="59350" y="14390"/>
                  <a:pt x="50975" y="14390"/>
                </a:cubicBezTo>
                <a:cubicBezTo>
                  <a:pt x="41479" y="14390"/>
                  <a:pt x="33920" y="17069"/>
                  <a:pt x="28168" y="22415"/>
                </a:cubicBezTo>
                <a:cubicBezTo>
                  <a:pt x="22473" y="27818"/>
                  <a:pt x="19181" y="35333"/>
                  <a:pt x="18322" y="45120"/>
                </a:cubicBezTo>
                <a:lnTo>
                  <a:pt x="78968" y="45004"/>
                </a:lnTo>
                <a:close/>
                <a:moveTo>
                  <a:pt x="78968" y="450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D8AB4-43D9-4B7B-836D-6C95D70D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58" y="7023194"/>
            <a:ext cx="81939" cy="108723"/>
          </a:xfrm>
          <a:custGeom xmlns:a="http://schemas.openxmlformats.org/drawingml/2006/main">
            <a:pathLst>
              <a:path w="81939" h="108723">
                <a:moveTo>
                  <a:pt x="81939" y="6423"/>
                </a:moveTo>
                <a:lnTo>
                  <a:pt x="81939" y="22356"/>
                </a:lnTo>
                <a:cubicBezTo>
                  <a:pt x="77089" y="19676"/>
                  <a:pt x="72254" y="17696"/>
                  <a:pt x="67419" y="16385"/>
                </a:cubicBezTo>
                <a:cubicBezTo>
                  <a:pt x="62641" y="15016"/>
                  <a:pt x="57748" y="14390"/>
                  <a:pt x="52810" y="14390"/>
                </a:cubicBezTo>
                <a:cubicBezTo>
                  <a:pt x="41771" y="14390"/>
                  <a:pt x="33178" y="17856"/>
                  <a:pt x="27090" y="24861"/>
                </a:cubicBezTo>
                <a:cubicBezTo>
                  <a:pt x="21002" y="31852"/>
                  <a:pt x="17929" y="41698"/>
                  <a:pt x="17929" y="54325"/>
                </a:cubicBezTo>
                <a:cubicBezTo>
                  <a:pt x="17929" y="66967"/>
                  <a:pt x="21002" y="76798"/>
                  <a:pt x="27090" y="83804"/>
                </a:cubicBezTo>
                <a:cubicBezTo>
                  <a:pt x="33178" y="90794"/>
                  <a:pt x="41771" y="94275"/>
                  <a:pt x="52810" y="94275"/>
                </a:cubicBezTo>
                <a:cubicBezTo>
                  <a:pt x="57748" y="94275"/>
                  <a:pt x="62641" y="93591"/>
                  <a:pt x="67419" y="92280"/>
                </a:cubicBezTo>
                <a:cubicBezTo>
                  <a:pt x="72254" y="90969"/>
                  <a:pt x="77089" y="88974"/>
                  <a:pt x="81939" y="86309"/>
                </a:cubicBezTo>
                <a:lnTo>
                  <a:pt x="81939" y="102067"/>
                </a:lnTo>
                <a:cubicBezTo>
                  <a:pt x="77148" y="104223"/>
                  <a:pt x="72254" y="105927"/>
                  <a:pt x="67142" y="107019"/>
                </a:cubicBezTo>
                <a:cubicBezTo>
                  <a:pt x="62073" y="108155"/>
                  <a:pt x="56670" y="108723"/>
                  <a:pt x="50932" y="108723"/>
                </a:cubicBezTo>
                <a:cubicBezTo>
                  <a:pt x="35333" y="108723"/>
                  <a:pt x="22939" y="103771"/>
                  <a:pt x="13778" y="93984"/>
                </a:cubicBezTo>
                <a:cubicBezTo>
                  <a:pt x="4559" y="84197"/>
                  <a:pt x="0" y="70943"/>
                  <a:pt x="0" y="54325"/>
                </a:cubicBezTo>
                <a:cubicBezTo>
                  <a:pt x="0" y="37430"/>
                  <a:pt x="4617" y="24177"/>
                  <a:pt x="13894" y="14506"/>
                </a:cubicBezTo>
                <a:cubicBezTo>
                  <a:pt x="23216" y="4835"/>
                  <a:pt x="35901" y="0"/>
                  <a:pt x="52068" y="0"/>
                </a:cubicBezTo>
                <a:cubicBezTo>
                  <a:pt x="57296" y="0"/>
                  <a:pt x="62423" y="510"/>
                  <a:pt x="67375" y="1588"/>
                </a:cubicBezTo>
                <a:cubicBezTo>
                  <a:pt x="72370" y="2680"/>
                  <a:pt x="77206" y="4267"/>
                  <a:pt x="81939" y="6423"/>
                </a:cubicBezTo>
                <a:close/>
                <a:moveTo>
                  <a:pt x="81939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E91C9-1DD5-4C7B-9651-A86088A9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875" y="6996221"/>
            <a:ext cx="64622" cy="132958"/>
          </a:xfrm>
          <a:custGeom xmlns:a="http://schemas.openxmlformats.org/drawingml/2006/main">
            <a:pathLst>
              <a:path w="64622" h="132958">
                <a:moveTo>
                  <a:pt x="29580" y="0"/>
                </a:moveTo>
                <a:lnTo>
                  <a:pt x="29580" y="29420"/>
                </a:lnTo>
                <a:lnTo>
                  <a:pt x="64622" y="29420"/>
                </a:lnTo>
                <a:lnTo>
                  <a:pt x="64622" y="42674"/>
                </a:lnTo>
                <a:lnTo>
                  <a:pt x="29580" y="42674"/>
                </a:lnTo>
                <a:lnTo>
                  <a:pt x="29580" y="98878"/>
                </a:lnTo>
                <a:cubicBezTo>
                  <a:pt x="29580" y="107310"/>
                  <a:pt x="30775" y="112714"/>
                  <a:pt x="33047" y="115161"/>
                </a:cubicBezTo>
                <a:cubicBezTo>
                  <a:pt x="35391" y="117549"/>
                  <a:pt x="40110" y="118743"/>
                  <a:pt x="47160" y="118743"/>
                </a:cubicBezTo>
                <a:lnTo>
                  <a:pt x="64622" y="118743"/>
                </a:lnTo>
                <a:lnTo>
                  <a:pt x="64622" y="132958"/>
                </a:lnTo>
                <a:lnTo>
                  <a:pt x="47160" y="132958"/>
                </a:lnTo>
                <a:cubicBezTo>
                  <a:pt x="34022" y="132958"/>
                  <a:pt x="24978" y="130512"/>
                  <a:pt x="19968" y="125618"/>
                </a:cubicBezTo>
                <a:cubicBezTo>
                  <a:pt x="15016" y="120724"/>
                  <a:pt x="12511" y="111796"/>
                  <a:pt x="12511" y="98878"/>
                </a:cubicBezTo>
                <a:lnTo>
                  <a:pt x="12511" y="42674"/>
                </a:lnTo>
                <a:lnTo>
                  <a:pt x="0" y="42674"/>
                </a:lnTo>
                <a:lnTo>
                  <a:pt x="0" y="29420"/>
                </a:lnTo>
                <a:lnTo>
                  <a:pt x="12511" y="29420"/>
                </a:lnTo>
                <a:lnTo>
                  <a:pt x="12511" y="0"/>
                </a:lnTo>
                <a:lnTo>
                  <a:pt x="29580" y="0"/>
                </a:lnTo>
                <a:close/>
                <a:moveTo>
                  <a:pt x="29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C8BA4D-33CF-4798-BD64-7C51D99D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470" y="7023194"/>
            <a:ext cx="95979" cy="108723"/>
          </a:xfrm>
          <a:custGeom xmlns:a="http://schemas.openxmlformats.org/drawingml/2006/main">
            <a:pathLst>
              <a:path w="95979" h="108723">
                <a:moveTo>
                  <a:pt x="95979" y="49956"/>
                </a:moveTo>
                <a:lnTo>
                  <a:pt x="95979" y="58316"/>
                </a:lnTo>
                <a:lnTo>
                  <a:pt x="17739" y="58316"/>
                </a:lnTo>
                <a:cubicBezTo>
                  <a:pt x="18540" y="69982"/>
                  <a:pt x="22065" y="78910"/>
                  <a:pt x="28386" y="85056"/>
                </a:cubicBezTo>
                <a:cubicBezTo>
                  <a:pt x="34707" y="91202"/>
                  <a:pt x="43460" y="94275"/>
                  <a:pt x="54718" y="94275"/>
                </a:cubicBezTo>
                <a:cubicBezTo>
                  <a:pt x="61272" y="94275"/>
                  <a:pt x="67579" y="93474"/>
                  <a:pt x="73725" y="91872"/>
                </a:cubicBezTo>
                <a:cubicBezTo>
                  <a:pt x="79871" y="90285"/>
                  <a:pt x="85959" y="87838"/>
                  <a:pt x="92047" y="84648"/>
                </a:cubicBezTo>
                <a:lnTo>
                  <a:pt x="92047" y="100756"/>
                </a:lnTo>
                <a:cubicBezTo>
                  <a:pt x="85901" y="103320"/>
                  <a:pt x="79638" y="105301"/>
                  <a:pt x="73215" y="106670"/>
                </a:cubicBezTo>
                <a:cubicBezTo>
                  <a:pt x="66851" y="108039"/>
                  <a:pt x="60355" y="108723"/>
                  <a:pt x="53757" y="108723"/>
                </a:cubicBezTo>
                <a:cubicBezTo>
                  <a:pt x="37197" y="108723"/>
                  <a:pt x="24119" y="103888"/>
                  <a:pt x="14506" y="94275"/>
                </a:cubicBezTo>
                <a:cubicBezTo>
                  <a:pt x="4835" y="84648"/>
                  <a:pt x="0" y="71628"/>
                  <a:pt x="0" y="55243"/>
                </a:cubicBezTo>
                <a:cubicBezTo>
                  <a:pt x="0" y="38290"/>
                  <a:pt x="4602" y="24861"/>
                  <a:pt x="13763" y="14899"/>
                </a:cubicBezTo>
                <a:cubicBezTo>
                  <a:pt x="22924" y="4952"/>
                  <a:pt x="35275" y="0"/>
                  <a:pt x="50801" y="0"/>
                </a:cubicBezTo>
                <a:cubicBezTo>
                  <a:pt x="64739" y="0"/>
                  <a:pt x="75720" y="4442"/>
                  <a:pt x="83847" y="13428"/>
                </a:cubicBezTo>
                <a:cubicBezTo>
                  <a:pt x="91930" y="22415"/>
                  <a:pt x="95979" y="34590"/>
                  <a:pt x="95979" y="49956"/>
                </a:cubicBezTo>
                <a:close/>
                <a:moveTo>
                  <a:pt x="78968" y="45004"/>
                </a:moveTo>
                <a:cubicBezTo>
                  <a:pt x="78852" y="35668"/>
                  <a:pt x="76288" y="28269"/>
                  <a:pt x="71162" y="22750"/>
                </a:cubicBezTo>
                <a:cubicBezTo>
                  <a:pt x="66108" y="17186"/>
                  <a:pt x="59335" y="14390"/>
                  <a:pt x="50975" y="14390"/>
                </a:cubicBezTo>
                <a:cubicBezTo>
                  <a:pt x="41465" y="14390"/>
                  <a:pt x="33906" y="17069"/>
                  <a:pt x="28211" y="22415"/>
                </a:cubicBezTo>
                <a:cubicBezTo>
                  <a:pt x="22473" y="27818"/>
                  <a:pt x="19225" y="35333"/>
                  <a:pt x="18307" y="45120"/>
                </a:cubicBezTo>
                <a:lnTo>
                  <a:pt x="78968" y="45004"/>
                </a:lnTo>
                <a:close/>
                <a:moveTo>
                  <a:pt x="78968" y="4500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56BC3-0462-4746-AC85-FD17C66F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985" y="6985356"/>
            <a:ext cx="92557" cy="146561"/>
          </a:xfrm>
          <a:custGeom xmlns:a="http://schemas.openxmlformats.org/drawingml/2006/main">
            <a:pathLst>
              <a:path w="92557" h="146561">
                <a:moveTo>
                  <a:pt x="75546" y="55986"/>
                </a:moveTo>
                <a:lnTo>
                  <a:pt x="75546" y="0"/>
                </a:lnTo>
                <a:lnTo>
                  <a:pt x="92557" y="0"/>
                </a:lnTo>
                <a:lnTo>
                  <a:pt x="92557" y="143823"/>
                </a:lnTo>
                <a:lnTo>
                  <a:pt x="75546" y="143823"/>
                </a:lnTo>
                <a:lnTo>
                  <a:pt x="75546" y="128298"/>
                </a:lnTo>
                <a:cubicBezTo>
                  <a:pt x="71963" y="134444"/>
                  <a:pt x="67419" y="139046"/>
                  <a:pt x="61957" y="142061"/>
                </a:cubicBezTo>
                <a:cubicBezTo>
                  <a:pt x="56554" y="145018"/>
                  <a:pt x="50000" y="146561"/>
                  <a:pt x="42324" y="146561"/>
                </a:cubicBezTo>
                <a:cubicBezTo>
                  <a:pt x="29813" y="146561"/>
                  <a:pt x="19618" y="141551"/>
                  <a:pt x="11768" y="131589"/>
                </a:cubicBezTo>
                <a:cubicBezTo>
                  <a:pt x="3918" y="121584"/>
                  <a:pt x="0" y="108446"/>
                  <a:pt x="0" y="92163"/>
                </a:cubicBezTo>
                <a:cubicBezTo>
                  <a:pt x="0" y="75895"/>
                  <a:pt x="3918" y="62758"/>
                  <a:pt x="11768" y="52796"/>
                </a:cubicBezTo>
                <a:cubicBezTo>
                  <a:pt x="19618" y="42790"/>
                  <a:pt x="29813" y="37838"/>
                  <a:pt x="42324" y="37838"/>
                </a:cubicBezTo>
                <a:cubicBezTo>
                  <a:pt x="50000" y="37838"/>
                  <a:pt x="56554" y="39309"/>
                  <a:pt x="61957" y="42324"/>
                </a:cubicBezTo>
                <a:cubicBezTo>
                  <a:pt x="67419" y="45295"/>
                  <a:pt x="71963" y="49839"/>
                  <a:pt x="75546" y="55986"/>
                </a:cubicBezTo>
                <a:close/>
                <a:moveTo>
                  <a:pt x="17579" y="92163"/>
                </a:moveTo>
                <a:cubicBezTo>
                  <a:pt x="17579" y="104689"/>
                  <a:pt x="20143" y="114476"/>
                  <a:pt x="25313" y="121584"/>
                </a:cubicBezTo>
                <a:cubicBezTo>
                  <a:pt x="30440" y="128691"/>
                  <a:pt x="37489" y="132274"/>
                  <a:pt x="46475" y="132274"/>
                </a:cubicBezTo>
                <a:cubicBezTo>
                  <a:pt x="55461" y="132274"/>
                  <a:pt x="62583" y="128691"/>
                  <a:pt x="67754" y="121584"/>
                </a:cubicBezTo>
                <a:cubicBezTo>
                  <a:pt x="72924" y="114476"/>
                  <a:pt x="75546" y="104689"/>
                  <a:pt x="75546" y="92163"/>
                </a:cubicBezTo>
                <a:cubicBezTo>
                  <a:pt x="75546" y="79653"/>
                  <a:pt x="72924" y="69865"/>
                  <a:pt x="67754" y="62700"/>
                </a:cubicBezTo>
                <a:cubicBezTo>
                  <a:pt x="62583" y="55592"/>
                  <a:pt x="55461" y="52053"/>
                  <a:pt x="46475" y="52053"/>
                </a:cubicBezTo>
                <a:cubicBezTo>
                  <a:pt x="37489" y="52053"/>
                  <a:pt x="30440" y="55592"/>
                  <a:pt x="25313" y="62700"/>
                </a:cubicBezTo>
                <a:cubicBezTo>
                  <a:pt x="20143" y="69865"/>
                  <a:pt x="17579" y="79653"/>
                  <a:pt x="17579" y="92163"/>
                </a:cubicBezTo>
                <a:close/>
                <a:moveTo>
                  <a:pt x="17579" y="921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B826F-BBBD-4E5E-AA5C-0DF3D5C8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56" y="7274605"/>
            <a:ext cx="378674" cy="132507"/>
          </a:xfrm>
          <a:custGeom xmlns:a="http://schemas.openxmlformats.org/drawingml/2006/main">
            <a:pathLst>
              <a:path w="378674" h="132507">
                <a:moveTo>
                  <a:pt x="0" y="0"/>
                </a:moveTo>
                <a:lnTo>
                  <a:pt x="378674" y="0"/>
                </a:lnTo>
                <a:lnTo>
                  <a:pt x="378674" y="132507"/>
                </a:lnTo>
                <a:lnTo>
                  <a:pt x="0" y="1325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1D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96161-7DBB-4366-84A2-6AD240E5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14" y="7269085"/>
            <a:ext cx="126477" cy="138012"/>
          </a:xfrm>
          <a:custGeom xmlns:a="http://schemas.openxmlformats.org/drawingml/2006/main">
            <a:pathLst>
              <a:path w="126477" h="138012">
                <a:moveTo>
                  <a:pt x="52679" y="138012"/>
                </a:moveTo>
                <a:lnTo>
                  <a:pt x="0" y="0"/>
                </a:lnTo>
                <a:lnTo>
                  <a:pt x="19458" y="0"/>
                </a:lnTo>
                <a:lnTo>
                  <a:pt x="63209" y="116166"/>
                </a:lnTo>
                <a:lnTo>
                  <a:pt x="107077" y="0"/>
                </a:lnTo>
                <a:lnTo>
                  <a:pt x="126477" y="0"/>
                </a:lnTo>
                <a:lnTo>
                  <a:pt x="73856" y="138012"/>
                </a:lnTo>
                <a:lnTo>
                  <a:pt x="52679" y="138012"/>
                </a:lnTo>
                <a:close/>
                <a:moveTo>
                  <a:pt x="52679" y="1380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4F1DF-D4D7-4E30-808B-AC8F7BE0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24" y="7263215"/>
            <a:ext cx="17011" cy="143882"/>
          </a:xfrm>
          <a:custGeom xmlns:a="http://schemas.openxmlformats.org/drawingml/2006/main">
            <a:pathLst>
              <a:path w="17011" h="143882">
                <a:moveTo>
                  <a:pt x="0" y="40343"/>
                </a:moveTo>
                <a:lnTo>
                  <a:pt x="17011" y="40343"/>
                </a:lnTo>
                <a:lnTo>
                  <a:pt x="17011" y="143882"/>
                </a:lnTo>
                <a:lnTo>
                  <a:pt x="0" y="143882"/>
                </a:lnTo>
                <a:lnTo>
                  <a:pt x="0" y="40343"/>
                </a:lnTo>
                <a:close/>
                <a:moveTo>
                  <a:pt x="0" y="0"/>
                </a:moveTo>
                <a:lnTo>
                  <a:pt x="17011" y="0"/>
                </a:lnTo>
                <a:lnTo>
                  <a:pt x="17011" y="21628"/>
                </a:lnTo>
                <a:lnTo>
                  <a:pt x="0" y="2162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6E41F-FCAA-494A-8E77-55249595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46" y="7301112"/>
            <a:ext cx="95018" cy="108723"/>
          </a:xfrm>
          <a:custGeom xmlns:a="http://schemas.openxmlformats.org/drawingml/2006/main">
            <a:pathLst>
              <a:path w="95018" h="108723">
                <a:moveTo>
                  <a:pt x="47509" y="14390"/>
                </a:moveTo>
                <a:cubicBezTo>
                  <a:pt x="38406" y="14390"/>
                  <a:pt x="31182" y="17914"/>
                  <a:pt x="25895" y="25036"/>
                </a:cubicBezTo>
                <a:cubicBezTo>
                  <a:pt x="20536" y="32202"/>
                  <a:pt x="17929" y="41931"/>
                  <a:pt x="17929" y="54325"/>
                </a:cubicBezTo>
                <a:cubicBezTo>
                  <a:pt x="17929" y="66676"/>
                  <a:pt x="20536" y="76463"/>
                  <a:pt x="25837" y="83570"/>
                </a:cubicBezTo>
                <a:cubicBezTo>
                  <a:pt x="31066" y="90678"/>
                  <a:pt x="38348" y="94275"/>
                  <a:pt x="47509" y="94275"/>
                </a:cubicBezTo>
                <a:cubicBezTo>
                  <a:pt x="56554" y="94275"/>
                  <a:pt x="63719" y="90678"/>
                  <a:pt x="69021" y="83570"/>
                </a:cubicBezTo>
                <a:cubicBezTo>
                  <a:pt x="74366" y="76405"/>
                  <a:pt x="76987" y="66618"/>
                  <a:pt x="76987" y="54325"/>
                </a:cubicBezTo>
                <a:cubicBezTo>
                  <a:pt x="76987" y="42047"/>
                  <a:pt x="74366" y="32318"/>
                  <a:pt x="69021" y="25138"/>
                </a:cubicBezTo>
                <a:cubicBezTo>
                  <a:pt x="63719" y="17972"/>
                  <a:pt x="56554" y="14390"/>
                  <a:pt x="47509" y="14390"/>
                </a:cubicBezTo>
                <a:close/>
                <a:moveTo>
                  <a:pt x="47509" y="0"/>
                </a:moveTo>
                <a:cubicBezTo>
                  <a:pt x="62306" y="0"/>
                  <a:pt x="73914" y="4777"/>
                  <a:pt x="82333" y="14390"/>
                </a:cubicBezTo>
                <a:cubicBezTo>
                  <a:pt x="90809" y="24002"/>
                  <a:pt x="95018" y="37314"/>
                  <a:pt x="95018" y="54325"/>
                </a:cubicBezTo>
                <a:cubicBezTo>
                  <a:pt x="95018" y="71278"/>
                  <a:pt x="90809" y="84546"/>
                  <a:pt x="82333" y="94217"/>
                </a:cubicBezTo>
                <a:cubicBezTo>
                  <a:pt x="73914" y="103888"/>
                  <a:pt x="62306" y="108723"/>
                  <a:pt x="47509" y="108723"/>
                </a:cubicBezTo>
                <a:cubicBezTo>
                  <a:pt x="32668" y="108723"/>
                  <a:pt x="21002" y="103888"/>
                  <a:pt x="12584" y="94217"/>
                </a:cubicBezTo>
                <a:cubicBezTo>
                  <a:pt x="4165" y="84546"/>
                  <a:pt x="0" y="71278"/>
                  <a:pt x="0" y="54325"/>
                </a:cubicBezTo>
                <a:cubicBezTo>
                  <a:pt x="0" y="37314"/>
                  <a:pt x="4165" y="24002"/>
                  <a:pt x="12584" y="14390"/>
                </a:cubicBezTo>
                <a:cubicBezTo>
                  <a:pt x="21002" y="4777"/>
                  <a:pt x="32668" y="0"/>
                  <a:pt x="47509" y="0"/>
                </a:cubicBezTo>
                <a:close/>
                <a:moveTo>
                  <a:pt x="475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0D047-6E26-4A5B-AE8D-03E8A863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75" y="7263215"/>
            <a:ext cx="17011" cy="143882"/>
          </a:xfrm>
          <a:custGeom xmlns:a="http://schemas.openxmlformats.org/drawingml/2006/main">
            <a:pathLst>
              <a:path w="17011" h="143882">
                <a:moveTo>
                  <a:pt x="0" y="0"/>
                </a:moveTo>
                <a:lnTo>
                  <a:pt x="17011" y="0"/>
                </a:lnTo>
                <a:lnTo>
                  <a:pt x="17011" y="143882"/>
                </a:lnTo>
                <a:lnTo>
                  <a:pt x="0" y="1438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19B47-19E2-40A5-9E09-7511B871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57" y="7301112"/>
            <a:ext cx="87503" cy="108723"/>
          </a:xfrm>
          <a:custGeom xmlns:a="http://schemas.openxmlformats.org/drawingml/2006/main">
            <a:pathLst>
              <a:path w="87503" h="108723">
                <a:moveTo>
                  <a:pt x="53597" y="53990"/>
                </a:moveTo>
                <a:cubicBezTo>
                  <a:pt x="39834" y="53990"/>
                  <a:pt x="30323" y="55519"/>
                  <a:pt x="24978" y="58651"/>
                </a:cubicBezTo>
                <a:cubicBezTo>
                  <a:pt x="19691" y="61782"/>
                  <a:pt x="17011" y="67186"/>
                  <a:pt x="17011" y="74759"/>
                </a:cubicBezTo>
                <a:cubicBezTo>
                  <a:pt x="17011" y="80789"/>
                  <a:pt x="19007" y="85566"/>
                  <a:pt x="23041" y="89149"/>
                </a:cubicBezTo>
                <a:cubicBezTo>
                  <a:pt x="27032" y="92673"/>
                  <a:pt x="32435" y="94436"/>
                  <a:pt x="39207" y="94436"/>
                </a:cubicBezTo>
                <a:cubicBezTo>
                  <a:pt x="48703" y="94436"/>
                  <a:pt x="56277" y="91086"/>
                  <a:pt x="61957" y="84430"/>
                </a:cubicBezTo>
                <a:cubicBezTo>
                  <a:pt x="67652" y="77716"/>
                  <a:pt x="70492" y="68831"/>
                  <a:pt x="70492" y="57748"/>
                </a:cubicBezTo>
                <a:lnTo>
                  <a:pt x="70492" y="53990"/>
                </a:lnTo>
                <a:lnTo>
                  <a:pt x="53597" y="53990"/>
                </a:lnTo>
                <a:close/>
                <a:moveTo>
                  <a:pt x="87503" y="46941"/>
                </a:moveTo>
                <a:lnTo>
                  <a:pt x="87503" y="105985"/>
                </a:lnTo>
                <a:lnTo>
                  <a:pt x="70492" y="105985"/>
                </a:lnTo>
                <a:lnTo>
                  <a:pt x="70492" y="90285"/>
                </a:lnTo>
                <a:cubicBezTo>
                  <a:pt x="66632" y="96547"/>
                  <a:pt x="61797" y="101208"/>
                  <a:pt x="55986" y="104165"/>
                </a:cubicBezTo>
                <a:cubicBezTo>
                  <a:pt x="50189" y="107179"/>
                  <a:pt x="43067" y="108723"/>
                  <a:pt x="34707" y="108723"/>
                </a:cubicBezTo>
                <a:cubicBezTo>
                  <a:pt x="24133" y="108723"/>
                  <a:pt x="15700" y="105708"/>
                  <a:pt x="9394" y="99737"/>
                </a:cubicBezTo>
                <a:cubicBezTo>
                  <a:pt x="3131" y="93809"/>
                  <a:pt x="0" y="85843"/>
                  <a:pt x="0" y="75837"/>
                </a:cubicBezTo>
                <a:cubicBezTo>
                  <a:pt x="0" y="64229"/>
                  <a:pt x="3932" y="55476"/>
                  <a:pt x="11724" y="49548"/>
                </a:cubicBezTo>
                <a:cubicBezTo>
                  <a:pt x="19516" y="43635"/>
                  <a:pt x="31182" y="40678"/>
                  <a:pt x="46606" y="40678"/>
                </a:cubicBezTo>
                <a:lnTo>
                  <a:pt x="70492" y="40678"/>
                </a:lnTo>
                <a:lnTo>
                  <a:pt x="70492" y="38974"/>
                </a:lnTo>
                <a:cubicBezTo>
                  <a:pt x="70492" y="31124"/>
                  <a:pt x="67928" y="25094"/>
                  <a:pt x="62758" y="20827"/>
                </a:cubicBezTo>
                <a:cubicBezTo>
                  <a:pt x="57631" y="16501"/>
                  <a:pt x="50407" y="14390"/>
                  <a:pt x="41086" y="14390"/>
                </a:cubicBezTo>
                <a:cubicBezTo>
                  <a:pt x="35158" y="14390"/>
                  <a:pt x="29420" y="15074"/>
                  <a:pt x="23784" y="16501"/>
                </a:cubicBezTo>
                <a:cubicBezTo>
                  <a:pt x="18205" y="17914"/>
                  <a:pt x="12802" y="20084"/>
                  <a:pt x="7632" y="22924"/>
                </a:cubicBezTo>
                <a:lnTo>
                  <a:pt x="7632" y="7166"/>
                </a:lnTo>
                <a:cubicBezTo>
                  <a:pt x="13836" y="4777"/>
                  <a:pt x="19866" y="2957"/>
                  <a:pt x="25721" y="1762"/>
                </a:cubicBezTo>
                <a:cubicBezTo>
                  <a:pt x="31576" y="568"/>
                  <a:pt x="37270" y="0"/>
                  <a:pt x="42848" y="0"/>
                </a:cubicBezTo>
                <a:cubicBezTo>
                  <a:pt x="57806" y="0"/>
                  <a:pt x="69021" y="3874"/>
                  <a:pt x="76405" y="11608"/>
                </a:cubicBezTo>
                <a:cubicBezTo>
                  <a:pt x="83804" y="19400"/>
                  <a:pt x="87503" y="31124"/>
                  <a:pt x="87503" y="46941"/>
                </a:cubicBezTo>
                <a:close/>
                <a:moveTo>
                  <a:pt x="87503" y="469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5B44D-146A-4405-9854-582CF0C5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558" y="7274138"/>
            <a:ext cx="64579" cy="132958"/>
          </a:xfrm>
          <a:custGeom xmlns:a="http://schemas.openxmlformats.org/drawingml/2006/main">
            <a:pathLst>
              <a:path w="64579" h="132958">
                <a:moveTo>
                  <a:pt x="29595" y="0"/>
                </a:moveTo>
                <a:lnTo>
                  <a:pt x="29595" y="29420"/>
                </a:lnTo>
                <a:lnTo>
                  <a:pt x="64579" y="29420"/>
                </a:lnTo>
                <a:lnTo>
                  <a:pt x="64579" y="42674"/>
                </a:lnTo>
                <a:lnTo>
                  <a:pt x="29595" y="42674"/>
                </a:lnTo>
                <a:lnTo>
                  <a:pt x="29595" y="98878"/>
                </a:lnTo>
                <a:cubicBezTo>
                  <a:pt x="29595" y="107310"/>
                  <a:pt x="30731" y="112714"/>
                  <a:pt x="33003" y="115161"/>
                </a:cubicBezTo>
                <a:cubicBezTo>
                  <a:pt x="35333" y="117549"/>
                  <a:pt x="40052" y="118743"/>
                  <a:pt x="47116" y="118743"/>
                </a:cubicBezTo>
                <a:lnTo>
                  <a:pt x="64579" y="118743"/>
                </a:lnTo>
                <a:lnTo>
                  <a:pt x="64579" y="132958"/>
                </a:lnTo>
                <a:lnTo>
                  <a:pt x="47116" y="132958"/>
                </a:lnTo>
                <a:cubicBezTo>
                  <a:pt x="34022" y="132958"/>
                  <a:pt x="24920" y="130512"/>
                  <a:pt x="19982" y="125618"/>
                </a:cubicBezTo>
                <a:cubicBezTo>
                  <a:pt x="14972" y="120724"/>
                  <a:pt x="12467" y="111796"/>
                  <a:pt x="12467" y="98878"/>
                </a:cubicBezTo>
                <a:lnTo>
                  <a:pt x="12467" y="42674"/>
                </a:lnTo>
                <a:lnTo>
                  <a:pt x="0" y="42674"/>
                </a:lnTo>
                <a:lnTo>
                  <a:pt x="0" y="29420"/>
                </a:lnTo>
                <a:lnTo>
                  <a:pt x="12467" y="29420"/>
                </a:lnTo>
                <a:lnTo>
                  <a:pt x="12467" y="0"/>
                </a:lnTo>
                <a:lnTo>
                  <a:pt x="29595" y="0"/>
                </a:lnTo>
                <a:close/>
                <a:moveTo>
                  <a:pt x="2959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F20FE-1E2F-405A-BD76-3DC86027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51" y="7263215"/>
            <a:ext cx="17011" cy="143882"/>
          </a:xfrm>
          <a:custGeom xmlns:a="http://schemas.openxmlformats.org/drawingml/2006/main">
            <a:pathLst>
              <a:path w="17011" h="143882">
                <a:moveTo>
                  <a:pt x="0" y="40343"/>
                </a:moveTo>
                <a:lnTo>
                  <a:pt x="17011" y="40343"/>
                </a:lnTo>
                <a:lnTo>
                  <a:pt x="17011" y="143882"/>
                </a:lnTo>
                <a:lnTo>
                  <a:pt x="0" y="143882"/>
                </a:lnTo>
                <a:lnTo>
                  <a:pt x="0" y="40343"/>
                </a:lnTo>
                <a:close/>
                <a:moveTo>
                  <a:pt x="0" y="0"/>
                </a:moveTo>
                <a:lnTo>
                  <a:pt x="17011" y="0"/>
                </a:lnTo>
                <a:lnTo>
                  <a:pt x="17011" y="21628"/>
                </a:lnTo>
                <a:lnTo>
                  <a:pt x="0" y="2162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5F5C1-5C70-4DAE-9A1E-F2BEE2C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730" y="7301112"/>
            <a:ext cx="95062" cy="108723"/>
          </a:xfrm>
          <a:custGeom xmlns:a="http://schemas.openxmlformats.org/drawingml/2006/main">
            <a:pathLst>
              <a:path w="95062" h="108723">
                <a:moveTo>
                  <a:pt x="47494" y="14390"/>
                </a:moveTo>
                <a:cubicBezTo>
                  <a:pt x="38392" y="14390"/>
                  <a:pt x="31168" y="17914"/>
                  <a:pt x="25881" y="25036"/>
                </a:cubicBezTo>
                <a:cubicBezTo>
                  <a:pt x="20594" y="32202"/>
                  <a:pt x="17914" y="41931"/>
                  <a:pt x="17914" y="54325"/>
                </a:cubicBezTo>
                <a:cubicBezTo>
                  <a:pt x="17914" y="66676"/>
                  <a:pt x="20594" y="76463"/>
                  <a:pt x="25823" y="83570"/>
                </a:cubicBezTo>
                <a:cubicBezTo>
                  <a:pt x="31110" y="90678"/>
                  <a:pt x="38333" y="94275"/>
                  <a:pt x="47494" y="94275"/>
                </a:cubicBezTo>
                <a:cubicBezTo>
                  <a:pt x="56597" y="94275"/>
                  <a:pt x="63777" y="90678"/>
                  <a:pt x="69064" y="83570"/>
                </a:cubicBezTo>
                <a:cubicBezTo>
                  <a:pt x="74351" y="76405"/>
                  <a:pt x="77031" y="66618"/>
                  <a:pt x="77031" y="54325"/>
                </a:cubicBezTo>
                <a:cubicBezTo>
                  <a:pt x="77031" y="42047"/>
                  <a:pt x="74351" y="32318"/>
                  <a:pt x="69064" y="25138"/>
                </a:cubicBezTo>
                <a:cubicBezTo>
                  <a:pt x="63777" y="17972"/>
                  <a:pt x="56597" y="14390"/>
                  <a:pt x="47494" y="14390"/>
                </a:cubicBezTo>
                <a:close/>
                <a:moveTo>
                  <a:pt x="47494" y="0"/>
                </a:moveTo>
                <a:cubicBezTo>
                  <a:pt x="62292" y="0"/>
                  <a:pt x="73958" y="4777"/>
                  <a:pt x="82376" y="14390"/>
                </a:cubicBezTo>
                <a:cubicBezTo>
                  <a:pt x="90853" y="24002"/>
                  <a:pt x="95062" y="37314"/>
                  <a:pt x="95062" y="54325"/>
                </a:cubicBezTo>
                <a:cubicBezTo>
                  <a:pt x="95062" y="71278"/>
                  <a:pt x="90853" y="84546"/>
                  <a:pt x="82376" y="94217"/>
                </a:cubicBezTo>
                <a:cubicBezTo>
                  <a:pt x="73958" y="103888"/>
                  <a:pt x="62292" y="108723"/>
                  <a:pt x="47494" y="108723"/>
                </a:cubicBezTo>
                <a:cubicBezTo>
                  <a:pt x="32653" y="108723"/>
                  <a:pt x="21046" y="103888"/>
                  <a:pt x="12627" y="94217"/>
                </a:cubicBezTo>
                <a:cubicBezTo>
                  <a:pt x="4209" y="84546"/>
                  <a:pt x="0" y="71278"/>
                  <a:pt x="0" y="54325"/>
                </a:cubicBezTo>
                <a:cubicBezTo>
                  <a:pt x="0" y="37314"/>
                  <a:pt x="4209" y="24002"/>
                  <a:pt x="12627" y="14390"/>
                </a:cubicBezTo>
                <a:cubicBezTo>
                  <a:pt x="21046" y="4777"/>
                  <a:pt x="32653" y="0"/>
                  <a:pt x="47494" y="0"/>
                </a:cubicBezTo>
                <a:close/>
                <a:moveTo>
                  <a:pt x="4749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93DD0-6C9D-45A0-AD2F-42D19696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3" y="7301112"/>
            <a:ext cx="86760" cy="105985"/>
          </a:xfrm>
          <a:custGeom xmlns:a="http://schemas.openxmlformats.org/drawingml/2006/main">
            <a:pathLst>
              <a:path w="86760" h="105985">
                <a:moveTo>
                  <a:pt x="86760" y="43460"/>
                </a:moveTo>
                <a:lnTo>
                  <a:pt x="86760" y="105985"/>
                </a:lnTo>
                <a:lnTo>
                  <a:pt x="69749" y="105985"/>
                </a:lnTo>
                <a:lnTo>
                  <a:pt x="69749" y="44028"/>
                </a:lnTo>
                <a:cubicBezTo>
                  <a:pt x="69749" y="34255"/>
                  <a:pt x="67812" y="26915"/>
                  <a:pt x="63996" y="22080"/>
                </a:cubicBezTo>
                <a:cubicBezTo>
                  <a:pt x="60136" y="17186"/>
                  <a:pt x="54442" y="14797"/>
                  <a:pt x="46810" y="14797"/>
                </a:cubicBezTo>
                <a:cubicBezTo>
                  <a:pt x="37605" y="14797"/>
                  <a:pt x="30381" y="17696"/>
                  <a:pt x="25022" y="23551"/>
                </a:cubicBezTo>
                <a:cubicBezTo>
                  <a:pt x="19735" y="29406"/>
                  <a:pt x="17055" y="37372"/>
                  <a:pt x="17055" y="47509"/>
                </a:cubicBezTo>
                <a:lnTo>
                  <a:pt x="17055" y="105985"/>
                </a:lnTo>
                <a:lnTo>
                  <a:pt x="0" y="105985"/>
                </a:lnTo>
                <a:lnTo>
                  <a:pt x="0" y="2447"/>
                </a:lnTo>
                <a:lnTo>
                  <a:pt x="17055" y="2447"/>
                </a:lnTo>
                <a:lnTo>
                  <a:pt x="17055" y="18540"/>
                </a:lnTo>
                <a:cubicBezTo>
                  <a:pt x="21162" y="12351"/>
                  <a:pt x="25939" y="7675"/>
                  <a:pt x="31459" y="4602"/>
                </a:cubicBezTo>
                <a:cubicBezTo>
                  <a:pt x="36979" y="1529"/>
                  <a:pt x="43344" y="0"/>
                  <a:pt x="50568" y="0"/>
                </a:cubicBezTo>
                <a:cubicBezTo>
                  <a:pt x="62467" y="0"/>
                  <a:pt x="71453" y="3641"/>
                  <a:pt x="77541" y="10982"/>
                </a:cubicBezTo>
                <a:cubicBezTo>
                  <a:pt x="83687" y="18380"/>
                  <a:pt x="86760" y="29187"/>
                  <a:pt x="86760" y="43460"/>
                </a:cubicBezTo>
                <a:close/>
                <a:moveTo>
                  <a:pt x="86760" y="434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B753B-35CC-4E12-8612-51A1FF03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509" y="7301112"/>
            <a:ext cx="86760" cy="105985"/>
          </a:xfrm>
          <a:custGeom xmlns:a="http://schemas.openxmlformats.org/drawingml/2006/main">
            <a:pathLst>
              <a:path w="86760" h="105985">
                <a:moveTo>
                  <a:pt x="86760" y="43460"/>
                </a:moveTo>
                <a:lnTo>
                  <a:pt x="86760" y="105985"/>
                </a:lnTo>
                <a:lnTo>
                  <a:pt x="69749" y="105985"/>
                </a:lnTo>
                <a:lnTo>
                  <a:pt x="69749" y="44028"/>
                </a:lnTo>
                <a:cubicBezTo>
                  <a:pt x="69749" y="34255"/>
                  <a:pt x="67812" y="26915"/>
                  <a:pt x="63996" y="22080"/>
                </a:cubicBezTo>
                <a:cubicBezTo>
                  <a:pt x="60180" y="17186"/>
                  <a:pt x="54442" y="14797"/>
                  <a:pt x="46825" y="14797"/>
                </a:cubicBezTo>
                <a:cubicBezTo>
                  <a:pt x="37605" y="14797"/>
                  <a:pt x="30381" y="17696"/>
                  <a:pt x="25022" y="23551"/>
                </a:cubicBezTo>
                <a:cubicBezTo>
                  <a:pt x="19735" y="29406"/>
                  <a:pt x="17113" y="37372"/>
                  <a:pt x="17113" y="47509"/>
                </a:cubicBezTo>
                <a:lnTo>
                  <a:pt x="17113" y="105985"/>
                </a:lnTo>
                <a:lnTo>
                  <a:pt x="0" y="105985"/>
                </a:lnTo>
                <a:lnTo>
                  <a:pt x="0" y="2447"/>
                </a:lnTo>
                <a:lnTo>
                  <a:pt x="17113" y="2447"/>
                </a:lnTo>
                <a:lnTo>
                  <a:pt x="17113" y="18540"/>
                </a:lnTo>
                <a:cubicBezTo>
                  <a:pt x="21162" y="12351"/>
                  <a:pt x="25997" y="7675"/>
                  <a:pt x="31459" y="4602"/>
                </a:cubicBezTo>
                <a:cubicBezTo>
                  <a:pt x="36979" y="1529"/>
                  <a:pt x="43344" y="0"/>
                  <a:pt x="50568" y="0"/>
                </a:cubicBezTo>
                <a:cubicBezTo>
                  <a:pt x="62467" y="0"/>
                  <a:pt x="71453" y="3641"/>
                  <a:pt x="77541" y="10982"/>
                </a:cubicBezTo>
                <a:cubicBezTo>
                  <a:pt x="83687" y="18380"/>
                  <a:pt x="86760" y="29187"/>
                  <a:pt x="86760" y="43460"/>
                </a:cubicBezTo>
                <a:close/>
                <a:moveTo>
                  <a:pt x="86760" y="4346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B59D8-8397-437B-9C48-75E5A187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776" y="7301112"/>
            <a:ext cx="95004" cy="108723"/>
          </a:xfrm>
          <a:custGeom xmlns:a="http://schemas.openxmlformats.org/drawingml/2006/main">
            <a:pathLst>
              <a:path w="95004" h="108723">
                <a:moveTo>
                  <a:pt x="47509" y="14390"/>
                </a:moveTo>
                <a:cubicBezTo>
                  <a:pt x="38406" y="14390"/>
                  <a:pt x="31182" y="17914"/>
                  <a:pt x="25881" y="25036"/>
                </a:cubicBezTo>
                <a:cubicBezTo>
                  <a:pt x="20536" y="32202"/>
                  <a:pt x="17929" y="41931"/>
                  <a:pt x="17929" y="54325"/>
                </a:cubicBezTo>
                <a:cubicBezTo>
                  <a:pt x="17929" y="66676"/>
                  <a:pt x="20536" y="76463"/>
                  <a:pt x="25823" y="83570"/>
                </a:cubicBezTo>
                <a:cubicBezTo>
                  <a:pt x="31124" y="90678"/>
                  <a:pt x="38348" y="94275"/>
                  <a:pt x="47509" y="94275"/>
                </a:cubicBezTo>
                <a:cubicBezTo>
                  <a:pt x="56554" y="94275"/>
                  <a:pt x="63719" y="90678"/>
                  <a:pt x="69006" y="83570"/>
                </a:cubicBezTo>
                <a:cubicBezTo>
                  <a:pt x="74351" y="76405"/>
                  <a:pt x="76973" y="66618"/>
                  <a:pt x="76973" y="54325"/>
                </a:cubicBezTo>
                <a:cubicBezTo>
                  <a:pt x="76973" y="42047"/>
                  <a:pt x="74351" y="32318"/>
                  <a:pt x="69006" y="25138"/>
                </a:cubicBezTo>
                <a:cubicBezTo>
                  <a:pt x="63719" y="17972"/>
                  <a:pt x="56554" y="14390"/>
                  <a:pt x="47509" y="14390"/>
                </a:cubicBezTo>
                <a:close/>
                <a:moveTo>
                  <a:pt x="47509" y="0"/>
                </a:moveTo>
                <a:cubicBezTo>
                  <a:pt x="62292" y="0"/>
                  <a:pt x="73900" y="4777"/>
                  <a:pt x="82318" y="14390"/>
                </a:cubicBezTo>
                <a:cubicBezTo>
                  <a:pt x="90794" y="24002"/>
                  <a:pt x="95004" y="37314"/>
                  <a:pt x="95004" y="54325"/>
                </a:cubicBezTo>
                <a:cubicBezTo>
                  <a:pt x="95004" y="71278"/>
                  <a:pt x="90794" y="84546"/>
                  <a:pt x="82318" y="94217"/>
                </a:cubicBezTo>
                <a:cubicBezTo>
                  <a:pt x="73900" y="103888"/>
                  <a:pt x="62292" y="108723"/>
                  <a:pt x="47509" y="108723"/>
                </a:cubicBezTo>
                <a:cubicBezTo>
                  <a:pt x="32653" y="108723"/>
                  <a:pt x="20987" y="103888"/>
                  <a:pt x="12569" y="94217"/>
                </a:cubicBezTo>
                <a:cubicBezTo>
                  <a:pt x="4209" y="84546"/>
                  <a:pt x="0" y="71278"/>
                  <a:pt x="0" y="54325"/>
                </a:cubicBezTo>
                <a:cubicBezTo>
                  <a:pt x="0" y="37314"/>
                  <a:pt x="4209" y="24002"/>
                  <a:pt x="12569" y="14390"/>
                </a:cubicBezTo>
                <a:cubicBezTo>
                  <a:pt x="20987" y="4777"/>
                  <a:pt x="32653" y="0"/>
                  <a:pt x="47509" y="0"/>
                </a:cubicBezTo>
                <a:close/>
                <a:moveTo>
                  <a:pt x="47509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2CADB-D838-4640-95F4-632915B6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62" y="7274138"/>
            <a:ext cx="64579" cy="132958"/>
          </a:xfrm>
          <a:custGeom xmlns:a="http://schemas.openxmlformats.org/drawingml/2006/main">
            <a:pathLst>
              <a:path w="64579" h="132958">
                <a:moveTo>
                  <a:pt x="29580" y="0"/>
                </a:moveTo>
                <a:lnTo>
                  <a:pt x="29580" y="29420"/>
                </a:lnTo>
                <a:lnTo>
                  <a:pt x="64579" y="29420"/>
                </a:lnTo>
                <a:lnTo>
                  <a:pt x="64579" y="42674"/>
                </a:lnTo>
                <a:lnTo>
                  <a:pt x="29580" y="42674"/>
                </a:lnTo>
                <a:lnTo>
                  <a:pt x="29580" y="98878"/>
                </a:lnTo>
                <a:cubicBezTo>
                  <a:pt x="29580" y="107310"/>
                  <a:pt x="30716" y="112714"/>
                  <a:pt x="33047" y="115161"/>
                </a:cubicBezTo>
                <a:cubicBezTo>
                  <a:pt x="35333" y="117549"/>
                  <a:pt x="40052" y="118743"/>
                  <a:pt x="47160" y="118743"/>
                </a:cubicBezTo>
                <a:lnTo>
                  <a:pt x="64579" y="118743"/>
                </a:lnTo>
                <a:lnTo>
                  <a:pt x="64579" y="132958"/>
                </a:lnTo>
                <a:lnTo>
                  <a:pt x="47160" y="132958"/>
                </a:lnTo>
                <a:cubicBezTo>
                  <a:pt x="34022" y="132958"/>
                  <a:pt x="24920" y="130512"/>
                  <a:pt x="19968" y="125618"/>
                </a:cubicBezTo>
                <a:cubicBezTo>
                  <a:pt x="14958" y="120724"/>
                  <a:pt x="12453" y="111796"/>
                  <a:pt x="12453" y="98878"/>
                </a:cubicBezTo>
                <a:lnTo>
                  <a:pt x="12453" y="42674"/>
                </a:lnTo>
                <a:lnTo>
                  <a:pt x="0" y="42674"/>
                </a:lnTo>
                <a:lnTo>
                  <a:pt x="0" y="29420"/>
                </a:lnTo>
                <a:lnTo>
                  <a:pt x="12453" y="29420"/>
                </a:lnTo>
                <a:lnTo>
                  <a:pt x="12453" y="0"/>
                </a:lnTo>
                <a:lnTo>
                  <a:pt x="29580" y="0"/>
                </a:lnTo>
                <a:close/>
                <a:moveTo>
                  <a:pt x="29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0C43A-8D39-4A41-A452-21F2AD64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051" y="7263215"/>
            <a:ext cx="92498" cy="146620"/>
          </a:xfrm>
          <a:custGeom xmlns:a="http://schemas.openxmlformats.org/drawingml/2006/main">
            <a:pathLst>
              <a:path w="92498" h="146620">
                <a:moveTo>
                  <a:pt x="75487" y="56044"/>
                </a:moveTo>
                <a:lnTo>
                  <a:pt x="75487" y="0"/>
                </a:lnTo>
                <a:lnTo>
                  <a:pt x="92498" y="0"/>
                </a:lnTo>
                <a:lnTo>
                  <a:pt x="92498" y="143882"/>
                </a:lnTo>
                <a:lnTo>
                  <a:pt x="75487" y="143882"/>
                </a:lnTo>
                <a:lnTo>
                  <a:pt x="75487" y="128356"/>
                </a:lnTo>
                <a:cubicBezTo>
                  <a:pt x="71904" y="134502"/>
                  <a:pt x="67419" y="139105"/>
                  <a:pt x="61957" y="142061"/>
                </a:cubicBezTo>
                <a:cubicBezTo>
                  <a:pt x="56495" y="145076"/>
                  <a:pt x="49941" y="146620"/>
                  <a:pt x="42324" y="146620"/>
                </a:cubicBezTo>
                <a:cubicBezTo>
                  <a:pt x="29813" y="146620"/>
                  <a:pt x="19618" y="141610"/>
                  <a:pt x="11768" y="131604"/>
                </a:cubicBezTo>
                <a:cubicBezTo>
                  <a:pt x="3918" y="121642"/>
                  <a:pt x="0" y="108505"/>
                  <a:pt x="0" y="92222"/>
                </a:cubicBezTo>
                <a:cubicBezTo>
                  <a:pt x="0" y="75953"/>
                  <a:pt x="3918" y="62816"/>
                  <a:pt x="11768" y="52854"/>
                </a:cubicBezTo>
                <a:cubicBezTo>
                  <a:pt x="19618" y="42848"/>
                  <a:pt x="29813" y="37897"/>
                  <a:pt x="42324" y="37897"/>
                </a:cubicBezTo>
                <a:cubicBezTo>
                  <a:pt x="49941" y="37897"/>
                  <a:pt x="56495" y="39382"/>
                  <a:pt x="61957" y="42397"/>
                </a:cubicBezTo>
                <a:cubicBezTo>
                  <a:pt x="67419" y="45354"/>
                  <a:pt x="71904" y="49898"/>
                  <a:pt x="75487" y="56044"/>
                </a:cubicBezTo>
                <a:close/>
                <a:moveTo>
                  <a:pt x="17521" y="92222"/>
                </a:moveTo>
                <a:cubicBezTo>
                  <a:pt x="17521" y="104747"/>
                  <a:pt x="20128" y="114534"/>
                  <a:pt x="25255" y="121642"/>
                </a:cubicBezTo>
                <a:cubicBezTo>
                  <a:pt x="30425" y="128749"/>
                  <a:pt x="37489" y="132332"/>
                  <a:pt x="46475" y="132332"/>
                </a:cubicBezTo>
                <a:cubicBezTo>
                  <a:pt x="55461" y="132332"/>
                  <a:pt x="62583" y="128749"/>
                  <a:pt x="67695" y="121642"/>
                </a:cubicBezTo>
                <a:cubicBezTo>
                  <a:pt x="72924" y="114534"/>
                  <a:pt x="75487" y="104747"/>
                  <a:pt x="75487" y="92222"/>
                </a:cubicBezTo>
                <a:cubicBezTo>
                  <a:pt x="75487" y="79711"/>
                  <a:pt x="72924" y="69865"/>
                  <a:pt x="67695" y="62758"/>
                </a:cubicBezTo>
                <a:cubicBezTo>
                  <a:pt x="62583" y="55651"/>
                  <a:pt x="55461" y="52111"/>
                  <a:pt x="46475" y="52111"/>
                </a:cubicBezTo>
                <a:cubicBezTo>
                  <a:pt x="37489" y="52111"/>
                  <a:pt x="30425" y="55651"/>
                  <a:pt x="25255" y="62758"/>
                </a:cubicBezTo>
                <a:cubicBezTo>
                  <a:pt x="20128" y="69865"/>
                  <a:pt x="17521" y="79711"/>
                  <a:pt x="17521" y="92222"/>
                </a:cubicBezTo>
                <a:close/>
                <a:moveTo>
                  <a:pt x="17521" y="922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68A44-90FD-4B3A-9B70-556EB4DC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207" y="7301112"/>
            <a:ext cx="95965" cy="108723"/>
          </a:xfrm>
          <a:custGeom xmlns:a="http://schemas.openxmlformats.org/drawingml/2006/main">
            <a:pathLst>
              <a:path w="95965" h="108723">
                <a:moveTo>
                  <a:pt x="95965" y="49956"/>
                </a:moveTo>
                <a:lnTo>
                  <a:pt x="95965" y="58258"/>
                </a:lnTo>
                <a:lnTo>
                  <a:pt x="17739" y="58258"/>
                </a:lnTo>
                <a:cubicBezTo>
                  <a:pt x="18482" y="69982"/>
                  <a:pt x="22007" y="78910"/>
                  <a:pt x="28328" y="85056"/>
                </a:cubicBezTo>
                <a:cubicBezTo>
                  <a:pt x="34649" y="91202"/>
                  <a:pt x="43460" y="94275"/>
                  <a:pt x="54718" y="94275"/>
                </a:cubicBezTo>
                <a:cubicBezTo>
                  <a:pt x="61272" y="94275"/>
                  <a:pt x="67579" y="93474"/>
                  <a:pt x="73725" y="91887"/>
                </a:cubicBezTo>
                <a:cubicBezTo>
                  <a:pt x="79871" y="90285"/>
                  <a:pt x="85959" y="87838"/>
                  <a:pt x="91989" y="84648"/>
                </a:cubicBezTo>
                <a:lnTo>
                  <a:pt x="91989" y="100756"/>
                </a:lnTo>
                <a:cubicBezTo>
                  <a:pt x="85901" y="103320"/>
                  <a:pt x="79638" y="105301"/>
                  <a:pt x="73215" y="106670"/>
                </a:cubicBezTo>
                <a:cubicBezTo>
                  <a:pt x="66792" y="108039"/>
                  <a:pt x="60297" y="108723"/>
                  <a:pt x="53699" y="108723"/>
                </a:cubicBezTo>
                <a:cubicBezTo>
                  <a:pt x="37197" y="108723"/>
                  <a:pt x="24119" y="103888"/>
                  <a:pt x="14448" y="94275"/>
                </a:cubicBezTo>
                <a:cubicBezTo>
                  <a:pt x="4835" y="84648"/>
                  <a:pt x="0" y="71628"/>
                  <a:pt x="0" y="55243"/>
                </a:cubicBezTo>
                <a:cubicBezTo>
                  <a:pt x="0" y="38290"/>
                  <a:pt x="4602" y="24861"/>
                  <a:pt x="13705" y="14899"/>
                </a:cubicBezTo>
                <a:cubicBezTo>
                  <a:pt x="22866" y="4952"/>
                  <a:pt x="35217" y="0"/>
                  <a:pt x="50742" y="0"/>
                </a:cubicBezTo>
                <a:cubicBezTo>
                  <a:pt x="64680" y="0"/>
                  <a:pt x="75720" y="4442"/>
                  <a:pt x="83804" y="13428"/>
                </a:cubicBezTo>
                <a:cubicBezTo>
                  <a:pt x="91930" y="22356"/>
                  <a:pt x="95965" y="34590"/>
                  <a:pt x="95965" y="49956"/>
                </a:cubicBezTo>
                <a:close/>
                <a:moveTo>
                  <a:pt x="78954" y="44946"/>
                </a:moveTo>
                <a:cubicBezTo>
                  <a:pt x="78852" y="35668"/>
                  <a:pt x="76230" y="28269"/>
                  <a:pt x="71162" y="22706"/>
                </a:cubicBezTo>
                <a:cubicBezTo>
                  <a:pt x="66050" y="17186"/>
                  <a:pt x="59335" y="14390"/>
                  <a:pt x="50975" y="14390"/>
                </a:cubicBezTo>
                <a:cubicBezTo>
                  <a:pt x="41465" y="14390"/>
                  <a:pt x="33848" y="17069"/>
                  <a:pt x="28153" y="22415"/>
                </a:cubicBezTo>
                <a:cubicBezTo>
                  <a:pt x="22473" y="27760"/>
                  <a:pt x="19167" y="35333"/>
                  <a:pt x="18307" y="45120"/>
                </a:cubicBezTo>
                <a:lnTo>
                  <a:pt x="78954" y="44946"/>
                </a:lnTo>
                <a:close/>
                <a:moveTo>
                  <a:pt x="78954" y="449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14A1B-2242-4A17-A14C-609D76C4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319" y="7274138"/>
            <a:ext cx="64622" cy="132958"/>
          </a:xfrm>
          <a:custGeom xmlns:a="http://schemas.openxmlformats.org/drawingml/2006/main">
            <a:pathLst>
              <a:path w="64622" h="132958">
                <a:moveTo>
                  <a:pt x="29580" y="0"/>
                </a:moveTo>
                <a:lnTo>
                  <a:pt x="29580" y="29420"/>
                </a:lnTo>
                <a:lnTo>
                  <a:pt x="64622" y="29420"/>
                </a:lnTo>
                <a:lnTo>
                  <a:pt x="64622" y="42674"/>
                </a:lnTo>
                <a:lnTo>
                  <a:pt x="29580" y="42674"/>
                </a:lnTo>
                <a:lnTo>
                  <a:pt x="29580" y="98878"/>
                </a:lnTo>
                <a:cubicBezTo>
                  <a:pt x="29580" y="107310"/>
                  <a:pt x="30775" y="112714"/>
                  <a:pt x="33047" y="115161"/>
                </a:cubicBezTo>
                <a:cubicBezTo>
                  <a:pt x="35377" y="117549"/>
                  <a:pt x="40096" y="118743"/>
                  <a:pt x="47160" y="118743"/>
                </a:cubicBezTo>
                <a:lnTo>
                  <a:pt x="64622" y="118743"/>
                </a:lnTo>
                <a:lnTo>
                  <a:pt x="64622" y="132958"/>
                </a:lnTo>
                <a:lnTo>
                  <a:pt x="47160" y="132958"/>
                </a:lnTo>
                <a:cubicBezTo>
                  <a:pt x="34008" y="132958"/>
                  <a:pt x="24963" y="130512"/>
                  <a:pt x="19968" y="125618"/>
                </a:cubicBezTo>
                <a:cubicBezTo>
                  <a:pt x="15016" y="120724"/>
                  <a:pt x="12511" y="111796"/>
                  <a:pt x="12511" y="98878"/>
                </a:cubicBezTo>
                <a:lnTo>
                  <a:pt x="12511" y="42674"/>
                </a:lnTo>
                <a:lnTo>
                  <a:pt x="0" y="42674"/>
                </a:lnTo>
                <a:lnTo>
                  <a:pt x="0" y="29420"/>
                </a:lnTo>
                <a:lnTo>
                  <a:pt x="12511" y="29420"/>
                </a:lnTo>
                <a:lnTo>
                  <a:pt x="12511" y="0"/>
                </a:lnTo>
                <a:lnTo>
                  <a:pt x="29580" y="0"/>
                </a:lnTo>
                <a:close/>
                <a:moveTo>
                  <a:pt x="29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CBE10-0EBA-4DCC-AA53-4C1328EF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899" y="7301112"/>
            <a:ext cx="95979" cy="108723"/>
          </a:xfrm>
          <a:custGeom xmlns:a="http://schemas.openxmlformats.org/drawingml/2006/main">
            <a:pathLst>
              <a:path w="95979" h="108723">
                <a:moveTo>
                  <a:pt x="95979" y="49956"/>
                </a:moveTo>
                <a:lnTo>
                  <a:pt x="95979" y="58258"/>
                </a:lnTo>
                <a:lnTo>
                  <a:pt x="17754" y="58258"/>
                </a:lnTo>
                <a:cubicBezTo>
                  <a:pt x="18555" y="69982"/>
                  <a:pt x="22080" y="78910"/>
                  <a:pt x="28401" y="85056"/>
                </a:cubicBezTo>
                <a:cubicBezTo>
                  <a:pt x="34707" y="91202"/>
                  <a:pt x="43475" y="94275"/>
                  <a:pt x="54733" y="94275"/>
                </a:cubicBezTo>
                <a:cubicBezTo>
                  <a:pt x="61272" y="94275"/>
                  <a:pt x="67593" y="93474"/>
                  <a:pt x="73740" y="91887"/>
                </a:cubicBezTo>
                <a:cubicBezTo>
                  <a:pt x="79886" y="90285"/>
                  <a:pt x="85974" y="87838"/>
                  <a:pt x="92062" y="84648"/>
                </a:cubicBezTo>
                <a:lnTo>
                  <a:pt x="92062" y="100756"/>
                </a:lnTo>
                <a:cubicBezTo>
                  <a:pt x="85915" y="103320"/>
                  <a:pt x="79653" y="105301"/>
                  <a:pt x="73230" y="106670"/>
                </a:cubicBezTo>
                <a:cubicBezTo>
                  <a:pt x="66851" y="108039"/>
                  <a:pt x="60369" y="108723"/>
                  <a:pt x="53772" y="108723"/>
                </a:cubicBezTo>
                <a:cubicBezTo>
                  <a:pt x="37212" y="108723"/>
                  <a:pt x="24133" y="103888"/>
                  <a:pt x="14506" y="94275"/>
                </a:cubicBezTo>
                <a:cubicBezTo>
                  <a:pt x="4835" y="84648"/>
                  <a:pt x="0" y="71628"/>
                  <a:pt x="0" y="55243"/>
                </a:cubicBezTo>
                <a:cubicBezTo>
                  <a:pt x="0" y="38290"/>
                  <a:pt x="4617" y="24861"/>
                  <a:pt x="13778" y="14899"/>
                </a:cubicBezTo>
                <a:cubicBezTo>
                  <a:pt x="22939" y="4952"/>
                  <a:pt x="35275" y="0"/>
                  <a:pt x="50815" y="0"/>
                </a:cubicBezTo>
                <a:cubicBezTo>
                  <a:pt x="64753" y="0"/>
                  <a:pt x="75735" y="4442"/>
                  <a:pt x="83862" y="13428"/>
                </a:cubicBezTo>
                <a:cubicBezTo>
                  <a:pt x="91945" y="22356"/>
                  <a:pt x="95979" y="34590"/>
                  <a:pt x="95979" y="49956"/>
                </a:cubicBezTo>
                <a:close/>
                <a:moveTo>
                  <a:pt x="78968" y="44946"/>
                </a:moveTo>
                <a:cubicBezTo>
                  <a:pt x="78852" y="35668"/>
                  <a:pt x="76303" y="28269"/>
                  <a:pt x="71176" y="22706"/>
                </a:cubicBezTo>
                <a:cubicBezTo>
                  <a:pt x="66108" y="17186"/>
                  <a:pt x="59350" y="14390"/>
                  <a:pt x="50975" y="14390"/>
                </a:cubicBezTo>
                <a:cubicBezTo>
                  <a:pt x="41479" y="14390"/>
                  <a:pt x="33906" y="17069"/>
                  <a:pt x="28226" y="22415"/>
                </a:cubicBezTo>
                <a:cubicBezTo>
                  <a:pt x="22473" y="27760"/>
                  <a:pt x="19240" y="35333"/>
                  <a:pt x="18322" y="45120"/>
                </a:cubicBezTo>
                <a:lnTo>
                  <a:pt x="78968" y="44946"/>
                </a:lnTo>
                <a:close/>
                <a:moveTo>
                  <a:pt x="78968" y="449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13111-542A-4A10-B14A-62FA411A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414" y="7301112"/>
            <a:ext cx="81925" cy="108723"/>
          </a:xfrm>
          <a:custGeom xmlns:a="http://schemas.openxmlformats.org/drawingml/2006/main">
            <a:pathLst>
              <a:path w="81925" h="108723">
                <a:moveTo>
                  <a:pt x="81925" y="6423"/>
                </a:moveTo>
                <a:lnTo>
                  <a:pt x="81925" y="22356"/>
                </a:lnTo>
                <a:cubicBezTo>
                  <a:pt x="77089" y="19691"/>
                  <a:pt x="72312" y="17696"/>
                  <a:pt x="67477" y="16385"/>
                </a:cubicBezTo>
                <a:cubicBezTo>
                  <a:pt x="62641" y="15016"/>
                  <a:pt x="57748" y="14390"/>
                  <a:pt x="52796" y="14390"/>
                </a:cubicBezTo>
                <a:cubicBezTo>
                  <a:pt x="41771" y="14390"/>
                  <a:pt x="33178" y="17856"/>
                  <a:pt x="27090" y="24861"/>
                </a:cubicBezTo>
                <a:cubicBezTo>
                  <a:pt x="21002" y="31852"/>
                  <a:pt x="17929" y="41698"/>
                  <a:pt x="17929" y="54325"/>
                </a:cubicBezTo>
                <a:cubicBezTo>
                  <a:pt x="17929" y="66967"/>
                  <a:pt x="21002" y="76798"/>
                  <a:pt x="27090" y="83804"/>
                </a:cubicBezTo>
                <a:cubicBezTo>
                  <a:pt x="33178" y="90736"/>
                  <a:pt x="41771" y="94275"/>
                  <a:pt x="52796" y="94275"/>
                </a:cubicBezTo>
                <a:cubicBezTo>
                  <a:pt x="57748" y="94275"/>
                  <a:pt x="62641" y="93591"/>
                  <a:pt x="67477" y="92280"/>
                </a:cubicBezTo>
                <a:cubicBezTo>
                  <a:pt x="72312" y="90969"/>
                  <a:pt x="77089" y="88974"/>
                  <a:pt x="81925" y="86309"/>
                </a:cubicBezTo>
                <a:lnTo>
                  <a:pt x="81925" y="102067"/>
                </a:lnTo>
                <a:cubicBezTo>
                  <a:pt x="77148" y="104223"/>
                  <a:pt x="72254" y="105869"/>
                  <a:pt x="67142" y="107019"/>
                </a:cubicBezTo>
                <a:cubicBezTo>
                  <a:pt x="62073" y="108155"/>
                  <a:pt x="56670" y="108723"/>
                  <a:pt x="50917" y="108723"/>
                </a:cubicBezTo>
                <a:cubicBezTo>
                  <a:pt x="35333" y="108723"/>
                  <a:pt x="22939" y="103771"/>
                  <a:pt x="13778" y="93984"/>
                </a:cubicBezTo>
                <a:cubicBezTo>
                  <a:pt x="4617" y="84197"/>
                  <a:pt x="0" y="70943"/>
                  <a:pt x="0" y="54325"/>
                </a:cubicBezTo>
                <a:cubicBezTo>
                  <a:pt x="0" y="37430"/>
                  <a:pt x="4617" y="24177"/>
                  <a:pt x="13894" y="14506"/>
                </a:cubicBezTo>
                <a:cubicBezTo>
                  <a:pt x="23216" y="4835"/>
                  <a:pt x="35901" y="0"/>
                  <a:pt x="52068" y="0"/>
                </a:cubicBezTo>
                <a:cubicBezTo>
                  <a:pt x="57296" y="0"/>
                  <a:pt x="62423" y="510"/>
                  <a:pt x="67419" y="1588"/>
                </a:cubicBezTo>
                <a:cubicBezTo>
                  <a:pt x="72370" y="2680"/>
                  <a:pt x="77206" y="4267"/>
                  <a:pt x="81925" y="6423"/>
                </a:cubicBezTo>
                <a:close/>
                <a:moveTo>
                  <a:pt x="81925" y="64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3E95F-372F-42A6-AE69-AF00B9C1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190" y="7274138"/>
            <a:ext cx="64564" cy="132958"/>
          </a:xfrm>
          <a:custGeom xmlns:a="http://schemas.openxmlformats.org/drawingml/2006/main">
            <a:pathLst>
              <a:path w="64564" h="132958">
                <a:moveTo>
                  <a:pt x="29580" y="0"/>
                </a:moveTo>
                <a:lnTo>
                  <a:pt x="29580" y="29420"/>
                </a:lnTo>
                <a:lnTo>
                  <a:pt x="64564" y="29420"/>
                </a:lnTo>
                <a:lnTo>
                  <a:pt x="64564" y="42674"/>
                </a:lnTo>
                <a:lnTo>
                  <a:pt x="29580" y="42674"/>
                </a:lnTo>
                <a:lnTo>
                  <a:pt x="29580" y="98878"/>
                </a:lnTo>
                <a:cubicBezTo>
                  <a:pt x="29580" y="107310"/>
                  <a:pt x="30716" y="112714"/>
                  <a:pt x="32988" y="115161"/>
                </a:cubicBezTo>
                <a:cubicBezTo>
                  <a:pt x="35319" y="117549"/>
                  <a:pt x="40052" y="118743"/>
                  <a:pt x="47101" y="118743"/>
                </a:cubicBezTo>
                <a:lnTo>
                  <a:pt x="64564" y="118743"/>
                </a:lnTo>
                <a:lnTo>
                  <a:pt x="64564" y="132958"/>
                </a:lnTo>
                <a:lnTo>
                  <a:pt x="47101" y="132958"/>
                </a:lnTo>
                <a:cubicBezTo>
                  <a:pt x="34022" y="132958"/>
                  <a:pt x="24920" y="130512"/>
                  <a:pt x="19968" y="125618"/>
                </a:cubicBezTo>
                <a:cubicBezTo>
                  <a:pt x="14958" y="120724"/>
                  <a:pt x="12453" y="111796"/>
                  <a:pt x="12453" y="98878"/>
                </a:cubicBezTo>
                <a:lnTo>
                  <a:pt x="12453" y="42674"/>
                </a:lnTo>
                <a:lnTo>
                  <a:pt x="0" y="42674"/>
                </a:lnTo>
                <a:lnTo>
                  <a:pt x="0" y="29420"/>
                </a:lnTo>
                <a:lnTo>
                  <a:pt x="12453" y="29420"/>
                </a:lnTo>
                <a:lnTo>
                  <a:pt x="12453" y="0"/>
                </a:lnTo>
                <a:lnTo>
                  <a:pt x="29580" y="0"/>
                </a:lnTo>
                <a:close/>
                <a:moveTo>
                  <a:pt x="295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C3A83-FA82-4D57-BE93-4762BF64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769" y="7301112"/>
            <a:ext cx="95921" cy="108723"/>
          </a:xfrm>
          <a:custGeom xmlns:a="http://schemas.openxmlformats.org/drawingml/2006/main">
            <a:pathLst>
              <a:path w="95921" h="108723">
                <a:moveTo>
                  <a:pt x="95921" y="49956"/>
                </a:moveTo>
                <a:lnTo>
                  <a:pt x="95921" y="58258"/>
                </a:lnTo>
                <a:lnTo>
                  <a:pt x="17754" y="58258"/>
                </a:lnTo>
                <a:cubicBezTo>
                  <a:pt x="18497" y="69982"/>
                  <a:pt x="22021" y="78910"/>
                  <a:pt x="28342" y="85056"/>
                </a:cubicBezTo>
                <a:cubicBezTo>
                  <a:pt x="34649" y="91202"/>
                  <a:pt x="43416" y="94275"/>
                  <a:pt x="54733" y="94275"/>
                </a:cubicBezTo>
                <a:cubicBezTo>
                  <a:pt x="61229" y="94275"/>
                  <a:pt x="67593" y="93474"/>
                  <a:pt x="73681" y="91887"/>
                </a:cubicBezTo>
                <a:cubicBezTo>
                  <a:pt x="79827" y="90285"/>
                  <a:pt x="85915" y="87838"/>
                  <a:pt x="92003" y="84648"/>
                </a:cubicBezTo>
                <a:lnTo>
                  <a:pt x="92003" y="100756"/>
                </a:lnTo>
                <a:cubicBezTo>
                  <a:pt x="85857" y="103320"/>
                  <a:pt x="79594" y="105301"/>
                  <a:pt x="73230" y="106670"/>
                </a:cubicBezTo>
                <a:cubicBezTo>
                  <a:pt x="66792" y="108039"/>
                  <a:pt x="60311" y="108723"/>
                  <a:pt x="53713" y="108723"/>
                </a:cubicBezTo>
                <a:cubicBezTo>
                  <a:pt x="37154" y="108723"/>
                  <a:pt x="24075" y="103888"/>
                  <a:pt x="14462" y="94275"/>
                </a:cubicBezTo>
                <a:cubicBezTo>
                  <a:pt x="4792" y="84648"/>
                  <a:pt x="0" y="71628"/>
                  <a:pt x="0" y="55243"/>
                </a:cubicBezTo>
                <a:cubicBezTo>
                  <a:pt x="0" y="38290"/>
                  <a:pt x="4559" y="24861"/>
                  <a:pt x="13720" y="14899"/>
                </a:cubicBezTo>
                <a:cubicBezTo>
                  <a:pt x="22881" y="4952"/>
                  <a:pt x="35217" y="0"/>
                  <a:pt x="50757" y="0"/>
                </a:cubicBezTo>
                <a:cubicBezTo>
                  <a:pt x="64695" y="0"/>
                  <a:pt x="75677" y="4442"/>
                  <a:pt x="83804" y="13428"/>
                </a:cubicBezTo>
                <a:cubicBezTo>
                  <a:pt x="91887" y="22356"/>
                  <a:pt x="95921" y="34590"/>
                  <a:pt x="95921" y="49956"/>
                </a:cubicBezTo>
                <a:close/>
                <a:moveTo>
                  <a:pt x="78910" y="44946"/>
                </a:moveTo>
                <a:cubicBezTo>
                  <a:pt x="78808" y="35668"/>
                  <a:pt x="76245" y="28269"/>
                  <a:pt x="71118" y="22706"/>
                </a:cubicBezTo>
                <a:cubicBezTo>
                  <a:pt x="66064" y="17186"/>
                  <a:pt x="59292" y="14390"/>
                  <a:pt x="50932" y="14390"/>
                </a:cubicBezTo>
                <a:cubicBezTo>
                  <a:pt x="41421" y="14390"/>
                  <a:pt x="33862" y="17069"/>
                  <a:pt x="28168" y="22415"/>
                </a:cubicBezTo>
                <a:cubicBezTo>
                  <a:pt x="22429" y="27760"/>
                  <a:pt x="19181" y="35333"/>
                  <a:pt x="18264" y="45120"/>
                </a:cubicBezTo>
                <a:lnTo>
                  <a:pt x="78910" y="44946"/>
                </a:lnTo>
                <a:close/>
                <a:moveTo>
                  <a:pt x="78910" y="449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E716A-30D5-4A17-B76B-107421DC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41" y="7263215"/>
            <a:ext cx="92557" cy="146620"/>
          </a:xfrm>
          <a:custGeom xmlns:a="http://schemas.openxmlformats.org/drawingml/2006/main">
            <a:pathLst>
              <a:path w="92557" h="146620">
                <a:moveTo>
                  <a:pt x="75546" y="56044"/>
                </a:moveTo>
                <a:lnTo>
                  <a:pt x="75546" y="0"/>
                </a:lnTo>
                <a:lnTo>
                  <a:pt x="92557" y="0"/>
                </a:lnTo>
                <a:lnTo>
                  <a:pt x="92557" y="143882"/>
                </a:lnTo>
                <a:lnTo>
                  <a:pt x="75546" y="143882"/>
                </a:lnTo>
                <a:lnTo>
                  <a:pt x="75546" y="128356"/>
                </a:lnTo>
                <a:cubicBezTo>
                  <a:pt x="71963" y="134502"/>
                  <a:pt x="67462" y="139105"/>
                  <a:pt x="61942" y="142061"/>
                </a:cubicBezTo>
                <a:cubicBezTo>
                  <a:pt x="56539" y="145076"/>
                  <a:pt x="50000" y="146620"/>
                  <a:pt x="42324" y="146620"/>
                </a:cubicBezTo>
                <a:cubicBezTo>
                  <a:pt x="29799" y="146620"/>
                  <a:pt x="19618" y="141610"/>
                  <a:pt x="11768" y="131604"/>
                </a:cubicBezTo>
                <a:cubicBezTo>
                  <a:pt x="3918" y="121642"/>
                  <a:pt x="0" y="108505"/>
                  <a:pt x="0" y="92222"/>
                </a:cubicBezTo>
                <a:cubicBezTo>
                  <a:pt x="0" y="75953"/>
                  <a:pt x="3918" y="62816"/>
                  <a:pt x="11768" y="52854"/>
                </a:cubicBezTo>
                <a:cubicBezTo>
                  <a:pt x="19618" y="42848"/>
                  <a:pt x="29799" y="37897"/>
                  <a:pt x="42324" y="37897"/>
                </a:cubicBezTo>
                <a:cubicBezTo>
                  <a:pt x="50000" y="37897"/>
                  <a:pt x="56539" y="39382"/>
                  <a:pt x="61942" y="42397"/>
                </a:cubicBezTo>
                <a:cubicBezTo>
                  <a:pt x="67462" y="45354"/>
                  <a:pt x="71963" y="49898"/>
                  <a:pt x="75546" y="56044"/>
                </a:cubicBezTo>
                <a:close/>
                <a:moveTo>
                  <a:pt x="17579" y="92222"/>
                </a:moveTo>
                <a:cubicBezTo>
                  <a:pt x="17579" y="104747"/>
                  <a:pt x="20128" y="114534"/>
                  <a:pt x="25313" y="121642"/>
                </a:cubicBezTo>
                <a:cubicBezTo>
                  <a:pt x="30425" y="128749"/>
                  <a:pt x="37489" y="132332"/>
                  <a:pt x="46533" y="132332"/>
                </a:cubicBezTo>
                <a:cubicBezTo>
                  <a:pt x="55519" y="132332"/>
                  <a:pt x="62569" y="128749"/>
                  <a:pt x="67754" y="121642"/>
                </a:cubicBezTo>
                <a:cubicBezTo>
                  <a:pt x="72924" y="114534"/>
                  <a:pt x="75546" y="104747"/>
                  <a:pt x="75546" y="92222"/>
                </a:cubicBezTo>
                <a:cubicBezTo>
                  <a:pt x="75546" y="79711"/>
                  <a:pt x="72924" y="69865"/>
                  <a:pt x="67754" y="62758"/>
                </a:cubicBezTo>
                <a:cubicBezTo>
                  <a:pt x="62569" y="55651"/>
                  <a:pt x="55519" y="52111"/>
                  <a:pt x="46533" y="52111"/>
                </a:cubicBezTo>
                <a:cubicBezTo>
                  <a:pt x="37489" y="52111"/>
                  <a:pt x="30425" y="55651"/>
                  <a:pt x="25313" y="62758"/>
                </a:cubicBezTo>
                <a:cubicBezTo>
                  <a:pt x="20128" y="69865"/>
                  <a:pt x="17579" y="79711"/>
                  <a:pt x="17579" y="92222"/>
                </a:cubicBezTo>
                <a:close/>
                <a:moveTo>
                  <a:pt x="17579" y="922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76d4cb0ae4b6e"/>
          <a:stretch xmlns:a="http://schemas.openxmlformats.org/drawingml/2006/main"/>
        </p:blipFill>
        <p:spPr>
          <a:xfrm xmlns:a="http://schemas.openxmlformats.org/drawingml/2006/main">
            <a:off x="540790" y="7475375"/>
            <a:ext cx="5998358" cy="398467"/>
          </a:xfrm>
          <a:prstGeom xmlns:a="http://schemas.openxmlformats.org/drawingml/2006/main" prst="rect">
            <a:avLst/>
          </a:prstGeom>
        </p:spPr>
      </p:pic>
      <p:sp>
        <p:nvSpPr>
          <p:cNvPr id="4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733FA-356A-4999-A382-4D414ECF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1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47FCE-E8F4-40FE-8E2F-D74CF630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4" y="8050042"/>
            <a:ext cx="38290" cy="11666"/>
          </a:xfrm>
          <a:custGeom xmlns:a="http://schemas.openxmlformats.org/drawingml/2006/main">
            <a:pathLst>
              <a:path w="38290" h="11666">
                <a:moveTo>
                  <a:pt x="0" y="0"/>
                </a:moveTo>
                <a:lnTo>
                  <a:pt x="38290" y="0"/>
                </a:lnTo>
                <a:lnTo>
                  <a:pt x="38290" y="11666"/>
                </a:lnTo>
                <a:lnTo>
                  <a:pt x="0" y="116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27F2F-5A9D-4381-80AB-773E6A56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56" y="7987692"/>
            <a:ext cx="67419" cy="108082"/>
          </a:xfrm>
          <a:custGeom xmlns:a="http://schemas.openxmlformats.org/drawingml/2006/main">
            <a:pathLst>
              <a:path w="67419" h="108082">
                <a:moveTo>
                  <a:pt x="17288" y="95965"/>
                </a:moveTo>
                <a:lnTo>
                  <a:pt x="67419" y="95965"/>
                </a:lnTo>
                <a:lnTo>
                  <a:pt x="67419" y="108082"/>
                </a:lnTo>
                <a:lnTo>
                  <a:pt x="0" y="108082"/>
                </a:lnTo>
                <a:lnTo>
                  <a:pt x="0" y="95965"/>
                </a:lnTo>
                <a:cubicBezTo>
                  <a:pt x="5462" y="90343"/>
                  <a:pt x="12846" y="82769"/>
                  <a:pt x="22298" y="73273"/>
                </a:cubicBezTo>
                <a:cubicBezTo>
                  <a:pt x="31678" y="63763"/>
                  <a:pt x="37605" y="57631"/>
                  <a:pt x="40052" y="54893"/>
                </a:cubicBezTo>
                <a:cubicBezTo>
                  <a:pt x="44596" y="49723"/>
                  <a:pt x="47844" y="45339"/>
                  <a:pt x="49665" y="41756"/>
                </a:cubicBezTo>
                <a:cubicBezTo>
                  <a:pt x="51485" y="38173"/>
                  <a:pt x="52388" y="34634"/>
                  <a:pt x="52388" y="31226"/>
                </a:cubicBezTo>
                <a:cubicBezTo>
                  <a:pt x="52388" y="25531"/>
                  <a:pt x="50407" y="20987"/>
                  <a:pt x="46475" y="17404"/>
                </a:cubicBezTo>
                <a:cubicBezTo>
                  <a:pt x="42499" y="13880"/>
                  <a:pt x="37372" y="12059"/>
                  <a:pt x="31008" y="12059"/>
                </a:cubicBezTo>
                <a:cubicBezTo>
                  <a:pt x="26507" y="12059"/>
                  <a:pt x="21730" y="12846"/>
                  <a:pt x="16720" y="14390"/>
                </a:cubicBezTo>
                <a:cubicBezTo>
                  <a:pt x="11710" y="15977"/>
                  <a:pt x="6365" y="18366"/>
                  <a:pt x="685" y="21555"/>
                </a:cubicBezTo>
                <a:lnTo>
                  <a:pt x="685" y="6991"/>
                </a:lnTo>
                <a:cubicBezTo>
                  <a:pt x="6481" y="4719"/>
                  <a:pt x="11885" y="2957"/>
                  <a:pt x="16895" y="1762"/>
                </a:cubicBezTo>
                <a:cubicBezTo>
                  <a:pt x="21963" y="568"/>
                  <a:pt x="26565" y="0"/>
                  <a:pt x="30716" y="0"/>
                </a:cubicBezTo>
                <a:cubicBezTo>
                  <a:pt x="41698" y="0"/>
                  <a:pt x="50466" y="2724"/>
                  <a:pt x="57005" y="8243"/>
                </a:cubicBezTo>
                <a:cubicBezTo>
                  <a:pt x="63544" y="13763"/>
                  <a:pt x="66851" y="21104"/>
                  <a:pt x="66851" y="30265"/>
                </a:cubicBezTo>
                <a:cubicBezTo>
                  <a:pt x="66851" y="34634"/>
                  <a:pt x="65991" y="38800"/>
                  <a:pt x="64404" y="42717"/>
                </a:cubicBezTo>
                <a:cubicBezTo>
                  <a:pt x="62743" y="46591"/>
                  <a:pt x="59787" y="51194"/>
                  <a:pt x="55461" y="56481"/>
                </a:cubicBezTo>
                <a:cubicBezTo>
                  <a:pt x="54267" y="57908"/>
                  <a:pt x="50509" y="61899"/>
                  <a:pt x="44145" y="68438"/>
                </a:cubicBezTo>
                <a:cubicBezTo>
                  <a:pt x="37824" y="75036"/>
                  <a:pt x="28837" y="84197"/>
                  <a:pt x="17288" y="95965"/>
                </a:cubicBezTo>
                <a:close/>
                <a:moveTo>
                  <a:pt x="17288" y="959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0E3FE-2538-41F8-9A97-DBC73611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98" y="7989556"/>
            <a:ext cx="68671" cy="108272"/>
          </a:xfrm>
          <a:custGeom xmlns:a="http://schemas.openxmlformats.org/drawingml/2006/main">
            <a:pathLst>
              <a:path w="68671" h="108272">
                <a:moveTo>
                  <a:pt x="4500" y="0"/>
                </a:moveTo>
                <a:lnTo>
                  <a:pt x="60879" y="0"/>
                </a:lnTo>
                <a:lnTo>
                  <a:pt x="60879" y="12132"/>
                </a:lnTo>
                <a:lnTo>
                  <a:pt x="17637" y="12132"/>
                </a:lnTo>
                <a:lnTo>
                  <a:pt x="17637" y="38130"/>
                </a:lnTo>
                <a:cubicBezTo>
                  <a:pt x="19691" y="37445"/>
                  <a:pt x="21788" y="36935"/>
                  <a:pt x="23842" y="36527"/>
                </a:cubicBezTo>
                <a:cubicBezTo>
                  <a:pt x="25939" y="36193"/>
                  <a:pt x="28051" y="36018"/>
                  <a:pt x="30148" y="36018"/>
                </a:cubicBezTo>
                <a:cubicBezTo>
                  <a:pt x="41989" y="36018"/>
                  <a:pt x="51369" y="39266"/>
                  <a:pt x="58316" y="45747"/>
                </a:cubicBezTo>
                <a:cubicBezTo>
                  <a:pt x="65205" y="52286"/>
                  <a:pt x="68671" y="61054"/>
                  <a:pt x="68671" y="72152"/>
                </a:cubicBezTo>
                <a:cubicBezTo>
                  <a:pt x="68671" y="83585"/>
                  <a:pt x="65147" y="92455"/>
                  <a:pt x="58025" y="98776"/>
                </a:cubicBezTo>
                <a:cubicBezTo>
                  <a:pt x="50917" y="105140"/>
                  <a:pt x="40853" y="108272"/>
                  <a:pt x="27935" y="108272"/>
                </a:cubicBezTo>
                <a:cubicBezTo>
                  <a:pt x="23492" y="108272"/>
                  <a:pt x="18948" y="107937"/>
                  <a:pt x="14273" y="107136"/>
                </a:cubicBezTo>
                <a:cubicBezTo>
                  <a:pt x="9671" y="106393"/>
                  <a:pt x="4894" y="105257"/>
                  <a:pt x="0" y="103728"/>
                </a:cubicBezTo>
                <a:lnTo>
                  <a:pt x="0" y="89265"/>
                </a:lnTo>
                <a:cubicBezTo>
                  <a:pt x="4267" y="91610"/>
                  <a:pt x="8651" y="93314"/>
                  <a:pt x="13195" y="94450"/>
                </a:cubicBezTo>
                <a:cubicBezTo>
                  <a:pt x="17754" y="95586"/>
                  <a:pt x="22589" y="96154"/>
                  <a:pt x="27643" y="96154"/>
                </a:cubicBezTo>
                <a:cubicBezTo>
                  <a:pt x="35843" y="96154"/>
                  <a:pt x="42324" y="94042"/>
                  <a:pt x="47101" y="89731"/>
                </a:cubicBezTo>
                <a:cubicBezTo>
                  <a:pt x="51893" y="85406"/>
                  <a:pt x="54325" y="79536"/>
                  <a:pt x="54325" y="72152"/>
                </a:cubicBezTo>
                <a:cubicBezTo>
                  <a:pt x="54325" y="64753"/>
                  <a:pt x="51893" y="58884"/>
                  <a:pt x="47101" y="54616"/>
                </a:cubicBezTo>
                <a:cubicBezTo>
                  <a:pt x="42324" y="50305"/>
                  <a:pt x="35843" y="48135"/>
                  <a:pt x="27643" y="48135"/>
                </a:cubicBezTo>
                <a:cubicBezTo>
                  <a:pt x="23784" y="48135"/>
                  <a:pt x="19968" y="48543"/>
                  <a:pt x="16152" y="49388"/>
                </a:cubicBezTo>
                <a:cubicBezTo>
                  <a:pt x="12351" y="50247"/>
                  <a:pt x="8418" y="51558"/>
                  <a:pt x="4500" y="53378"/>
                </a:cubicBezTo>
                <a:lnTo>
                  <a:pt x="4500" y="0"/>
                </a:lnTo>
                <a:close/>
                <a:moveTo>
                  <a:pt x="4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3EE9E-E53D-45C0-BF77-A25FEDAE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70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834D6-9712-4104-801A-D3BE9395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216" y="8050042"/>
            <a:ext cx="38348" cy="11666"/>
          </a:xfrm>
          <a:custGeom xmlns:a="http://schemas.openxmlformats.org/drawingml/2006/main">
            <a:pathLst>
              <a:path w="38348" h="11666">
                <a:moveTo>
                  <a:pt x="0" y="0"/>
                </a:moveTo>
                <a:lnTo>
                  <a:pt x="38348" y="0"/>
                </a:lnTo>
                <a:lnTo>
                  <a:pt x="38348" y="11666"/>
                </a:lnTo>
                <a:lnTo>
                  <a:pt x="0" y="116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B71E6-CF58-45EC-88BE-68E4E0FA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63" y="7989556"/>
            <a:ext cx="63195" cy="106218"/>
          </a:xfrm>
          <a:custGeom xmlns:a="http://schemas.openxmlformats.org/drawingml/2006/main">
            <a:pathLst>
              <a:path w="63195" h="106218">
                <a:moveTo>
                  <a:pt x="2097" y="94101"/>
                </a:moveTo>
                <a:lnTo>
                  <a:pt x="25546" y="94101"/>
                </a:lnTo>
                <a:lnTo>
                  <a:pt x="25546" y="13093"/>
                </a:lnTo>
                <a:lnTo>
                  <a:pt x="0" y="18205"/>
                </a:lnTo>
                <a:lnTo>
                  <a:pt x="0" y="5127"/>
                </a:lnTo>
                <a:lnTo>
                  <a:pt x="25429" y="0"/>
                </a:lnTo>
                <a:lnTo>
                  <a:pt x="39761" y="0"/>
                </a:lnTo>
                <a:lnTo>
                  <a:pt x="39761" y="94101"/>
                </a:lnTo>
                <a:lnTo>
                  <a:pt x="63195" y="94101"/>
                </a:lnTo>
                <a:lnTo>
                  <a:pt x="63195" y="106218"/>
                </a:lnTo>
                <a:lnTo>
                  <a:pt x="2097" y="106218"/>
                </a:lnTo>
                <a:lnTo>
                  <a:pt x="2097" y="94101"/>
                </a:lnTo>
                <a:close/>
                <a:moveTo>
                  <a:pt x="2097" y="941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53B08-8D10-4D08-AF55-0E4F2EC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506" y="7987692"/>
            <a:ext cx="73273" cy="110136"/>
          </a:xfrm>
          <a:custGeom xmlns:a="http://schemas.openxmlformats.org/drawingml/2006/main">
            <a:pathLst>
              <a:path w="73273" h="110136">
                <a:moveTo>
                  <a:pt x="6831" y="105869"/>
                </a:moveTo>
                <a:lnTo>
                  <a:pt x="6831" y="92790"/>
                </a:lnTo>
                <a:cubicBezTo>
                  <a:pt x="10414" y="94494"/>
                  <a:pt x="14113" y="95805"/>
                  <a:pt x="17754" y="96708"/>
                </a:cubicBezTo>
                <a:cubicBezTo>
                  <a:pt x="21453" y="97625"/>
                  <a:pt x="25094" y="98018"/>
                  <a:pt x="28677" y="98018"/>
                </a:cubicBezTo>
                <a:cubicBezTo>
                  <a:pt x="38173" y="98018"/>
                  <a:pt x="45397" y="94829"/>
                  <a:pt x="50407" y="88464"/>
                </a:cubicBezTo>
                <a:cubicBezTo>
                  <a:pt x="55418" y="82085"/>
                  <a:pt x="58258" y="72414"/>
                  <a:pt x="58942" y="59452"/>
                </a:cubicBezTo>
                <a:cubicBezTo>
                  <a:pt x="56219" y="63486"/>
                  <a:pt x="52738" y="66618"/>
                  <a:pt x="48470" y="68831"/>
                </a:cubicBezTo>
                <a:cubicBezTo>
                  <a:pt x="44261" y="71001"/>
                  <a:pt x="39601" y="72079"/>
                  <a:pt x="34474" y="72079"/>
                </a:cubicBezTo>
                <a:cubicBezTo>
                  <a:pt x="23900" y="72079"/>
                  <a:pt x="15482" y="68890"/>
                  <a:pt x="9278" y="62467"/>
                </a:cubicBezTo>
                <a:cubicBezTo>
                  <a:pt x="3073" y="56029"/>
                  <a:pt x="0" y="47276"/>
                  <a:pt x="0" y="36120"/>
                </a:cubicBezTo>
                <a:cubicBezTo>
                  <a:pt x="0" y="25196"/>
                  <a:pt x="3248" y="16487"/>
                  <a:pt x="9671" y="9889"/>
                </a:cubicBezTo>
                <a:cubicBezTo>
                  <a:pt x="16108" y="3292"/>
                  <a:pt x="24687" y="0"/>
                  <a:pt x="35391" y="0"/>
                </a:cubicBezTo>
                <a:cubicBezTo>
                  <a:pt x="47684" y="0"/>
                  <a:pt x="57063" y="4719"/>
                  <a:pt x="63544" y="14098"/>
                </a:cubicBezTo>
                <a:cubicBezTo>
                  <a:pt x="70040" y="23551"/>
                  <a:pt x="73273" y="37197"/>
                  <a:pt x="73273" y="55126"/>
                </a:cubicBezTo>
                <a:cubicBezTo>
                  <a:pt x="73273" y="71846"/>
                  <a:pt x="69297" y="85216"/>
                  <a:pt x="61331" y="95178"/>
                </a:cubicBezTo>
                <a:cubicBezTo>
                  <a:pt x="53364" y="105184"/>
                  <a:pt x="42732" y="110136"/>
                  <a:pt x="29304" y="110136"/>
                </a:cubicBezTo>
                <a:cubicBezTo>
                  <a:pt x="25721" y="110136"/>
                  <a:pt x="22021" y="109801"/>
                  <a:pt x="18322" y="109058"/>
                </a:cubicBezTo>
                <a:cubicBezTo>
                  <a:pt x="14681" y="108374"/>
                  <a:pt x="10807" y="107296"/>
                  <a:pt x="6831" y="105869"/>
                </a:cubicBezTo>
                <a:close/>
                <a:moveTo>
                  <a:pt x="35391" y="60865"/>
                </a:moveTo>
                <a:cubicBezTo>
                  <a:pt x="41873" y="60865"/>
                  <a:pt x="46941" y="58651"/>
                  <a:pt x="50742" y="54267"/>
                </a:cubicBezTo>
                <a:cubicBezTo>
                  <a:pt x="54500" y="49825"/>
                  <a:pt x="56379" y="43795"/>
                  <a:pt x="56379" y="36120"/>
                </a:cubicBezTo>
                <a:cubicBezTo>
                  <a:pt x="56379" y="28503"/>
                  <a:pt x="54500" y="22473"/>
                  <a:pt x="50742" y="18031"/>
                </a:cubicBezTo>
                <a:cubicBezTo>
                  <a:pt x="46941" y="13589"/>
                  <a:pt x="41873" y="11375"/>
                  <a:pt x="35391" y="11375"/>
                </a:cubicBezTo>
                <a:cubicBezTo>
                  <a:pt x="28954" y="11375"/>
                  <a:pt x="23842" y="13589"/>
                  <a:pt x="20084" y="18031"/>
                </a:cubicBezTo>
                <a:cubicBezTo>
                  <a:pt x="16327" y="22473"/>
                  <a:pt x="14448" y="28503"/>
                  <a:pt x="14448" y="36120"/>
                </a:cubicBezTo>
                <a:cubicBezTo>
                  <a:pt x="14448" y="43795"/>
                  <a:pt x="16327" y="49825"/>
                  <a:pt x="20084" y="54267"/>
                </a:cubicBezTo>
                <a:cubicBezTo>
                  <a:pt x="23842" y="58651"/>
                  <a:pt x="28954" y="60865"/>
                  <a:pt x="35391" y="60865"/>
                </a:cubicBezTo>
                <a:close/>
                <a:moveTo>
                  <a:pt x="35391" y="608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31938-E158-415C-A577-E048D38F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117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67769-C371-480D-BD69-CC7E888A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321" y="8050042"/>
            <a:ext cx="38348" cy="11666"/>
          </a:xfrm>
          <a:custGeom xmlns:a="http://schemas.openxmlformats.org/drawingml/2006/main">
            <a:pathLst>
              <a:path w="38348" h="11666">
                <a:moveTo>
                  <a:pt x="0" y="0"/>
                </a:moveTo>
                <a:lnTo>
                  <a:pt x="38348" y="0"/>
                </a:lnTo>
                <a:lnTo>
                  <a:pt x="38348" y="11666"/>
                </a:lnTo>
                <a:lnTo>
                  <a:pt x="0" y="116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C2C7D-BFDF-4346-95A1-5CFB2316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768" y="7989556"/>
            <a:ext cx="63209" cy="106218"/>
          </a:xfrm>
          <a:custGeom xmlns:a="http://schemas.openxmlformats.org/drawingml/2006/main">
            <a:pathLst>
              <a:path w="63209" h="106218">
                <a:moveTo>
                  <a:pt x="2054" y="94101"/>
                </a:moveTo>
                <a:lnTo>
                  <a:pt x="25546" y="94101"/>
                </a:lnTo>
                <a:lnTo>
                  <a:pt x="25546" y="13093"/>
                </a:lnTo>
                <a:lnTo>
                  <a:pt x="0" y="18205"/>
                </a:lnTo>
                <a:lnTo>
                  <a:pt x="0" y="5127"/>
                </a:lnTo>
                <a:lnTo>
                  <a:pt x="25371" y="0"/>
                </a:lnTo>
                <a:lnTo>
                  <a:pt x="39775" y="0"/>
                </a:lnTo>
                <a:lnTo>
                  <a:pt x="39775" y="94101"/>
                </a:lnTo>
                <a:lnTo>
                  <a:pt x="63209" y="94101"/>
                </a:lnTo>
                <a:lnTo>
                  <a:pt x="63209" y="106218"/>
                </a:lnTo>
                <a:lnTo>
                  <a:pt x="2054" y="106218"/>
                </a:lnTo>
                <a:lnTo>
                  <a:pt x="2054" y="94101"/>
                </a:lnTo>
                <a:close/>
                <a:moveTo>
                  <a:pt x="2054" y="941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792B2-FADE-4016-8468-CE798241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62" y="7987692"/>
            <a:ext cx="69851" cy="110136"/>
          </a:xfrm>
          <a:custGeom xmlns:a="http://schemas.openxmlformats.org/drawingml/2006/main">
            <a:pathLst>
              <a:path w="69851" h="110136">
                <a:moveTo>
                  <a:pt x="47961" y="50801"/>
                </a:moveTo>
                <a:cubicBezTo>
                  <a:pt x="54835" y="52272"/>
                  <a:pt x="60180" y="55345"/>
                  <a:pt x="64054" y="60020"/>
                </a:cubicBezTo>
                <a:cubicBezTo>
                  <a:pt x="67928" y="64680"/>
                  <a:pt x="69851" y="70375"/>
                  <a:pt x="69851" y="77191"/>
                </a:cubicBezTo>
                <a:cubicBezTo>
                  <a:pt x="69851" y="87663"/>
                  <a:pt x="66268" y="95805"/>
                  <a:pt x="59044" y="101543"/>
                </a:cubicBezTo>
                <a:cubicBezTo>
                  <a:pt x="51820" y="107296"/>
                  <a:pt x="41581" y="110136"/>
                  <a:pt x="28328" y="110136"/>
                </a:cubicBezTo>
                <a:cubicBezTo>
                  <a:pt x="23886" y="110136"/>
                  <a:pt x="19283" y="109743"/>
                  <a:pt x="14564" y="108825"/>
                </a:cubicBezTo>
                <a:cubicBezTo>
                  <a:pt x="9831" y="107980"/>
                  <a:pt x="4996" y="106611"/>
                  <a:pt x="0" y="104849"/>
                </a:cubicBezTo>
                <a:lnTo>
                  <a:pt x="0" y="91027"/>
                </a:lnTo>
                <a:cubicBezTo>
                  <a:pt x="3918" y="93358"/>
                  <a:pt x="8302" y="95062"/>
                  <a:pt x="13021" y="96256"/>
                </a:cubicBezTo>
                <a:cubicBezTo>
                  <a:pt x="17798" y="97450"/>
                  <a:pt x="22750" y="98018"/>
                  <a:pt x="27935" y="98018"/>
                </a:cubicBezTo>
                <a:cubicBezTo>
                  <a:pt x="36921" y="98018"/>
                  <a:pt x="43737" y="96256"/>
                  <a:pt x="48470" y="92731"/>
                </a:cubicBezTo>
                <a:cubicBezTo>
                  <a:pt x="53189" y="89149"/>
                  <a:pt x="55578" y="84022"/>
                  <a:pt x="55578" y="77191"/>
                </a:cubicBezTo>
                <a:cubicBezTo>
                  <a:pt x="55578" y="70943"/>
                  <a:pt x="53364" y="66050"/>
                  <a:pt x="48980" y="62525"/>
                </a:cubicBezTo>
                <a:cubicBezTo>
                  <a:pt x="44596" y="58986"/>
                  <a:pt x="38508" y="57223"/>
                  <a:pt x="30716" y="57223"/>
                </a:cubicBezTo>
                <a:lnTo>
                  <a:pt x="18307" y="57223"/>
                </a:lnTo>
                <a:lnTo>
                  <a:pt x="18307" y="45455"/>
                </a:lnTo>
                <a:lnTo>
                  <a:pt x="31284" y="45455"/>
                </a:lnTo>
                <a:cubicBezTo>
                  <a:pt x="38333" y="45455"/>
                  <a:pt x="43737" y="44028"/>
                  <a:pt x="47436" y="41188"/>
                </a:cubicBezTo>
                <a:cubicBezTo>
                  <a:pt x="51194" y="38392"/>
                  <a:pt x="53073" y="34299"/>
                  <a:pt x="53073" y="29012"/>
                </a:cubicBezTo>
                <a:cubicBezTo>
                  <a:pt x="53073" y="23551"/>
                  <a:pt x="51136" y="19400"/>
                  <a:pt x="47276" y="16429"/>
                </a:cubicBezTo>
                <a:cubicBezTo>
                  <a:pt x="43402" y="13530"/>
                  <a:pt x="37882" y="12059"/>
                  <a:pt x="30716" y="12059"/>
                </a:cubicBezTo>
                <a:cubicBezTo>
                  <a:pt x="26740" y="12059"/>
                  <a:pt x="22517" y="12511"/>
                  <a:pt x="18031" y="13370"/>
                </a:cubicBezTo>
                <a:cubicBezTo>
                  <a:pt x="13530" y="14215"/>
                  <a:pt x="8578" y="15526"/>
                  <a:pt x="3175" y="17346"/>
                </a:cubicBezTo>
                <a:lnTo>
                  <a:pt x="3175" y="4544"/>
                </a:lnTo>
                <a:cubicBezTo>
                  <a:pt x="8637" y="3015"/>
                  <a:pt x="13705" y="1864"/>
                  <a:pt x="18482" y="1136"/>
                </a:cubicBezTo>
                <a:cubicBezTo>
                  <a:pt x="23259" y="393"/>
                  <a:pt x="27760" y="0"/>
                  <a:pt x="31969" y="0"/>
                </a:cubicBezTo>
                <a:cubicBezTo>
                  <a:pt x="42892" y="0"/>
                  <a:pt x="51485" y="2447"/>
                  <a:pt x="57850" y="7442"/>
                </a:cubicBezTo>
                <a:cubicBezTo>
                  <a:pt x="64229" y="12394"/>
                  <a:pt x="67360" y="19050"/>
                  <a:pt x="67360" y="27468"/>
                </a:cubicBezTo>
                <a:cubicBezTo>
                  <a:pt x="67360" y="33396"/>
                  <a:pt x="65700" y="38333"/>
                  <a:pt x="62350" y="42382"/>
                </a:cubicBezTo>
                <a:cubicBezTo>
                  <a:pt x="58928" y="46475"/>
                  <a:pt x="54150" y="49257"/>
                  <a:pt x="47961" y="50801"/>
                </a:cubicBezTo>
                <a:close/>
                <a:moveTo>
                  <a:pt x="47961" y="508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75FBC3-FE17-44E7-9C53-291B6E3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237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7C8A3-8D42-4C78-8241-FC5BAA40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756" y="8050042"/>
            <a:ext cx="38348" cy="11666"/>
          </a:xfrm>
          <a:custGeom xmlns:a="http://schemas.openxmlformats.org/drawingml/2006/main">
            <a:pathLst>
              <a:path w="38348" h="11666">
                <a:moveTo>
                  <a:pt x="0" y="0"/>
                </a:moveTo>
                <a:lnTo>
                  <a:pt x="38348" y="0"/>
                </a:lnTo>
                <a:lnTo>
                  <a:pt x="38348" y="11666"/>
                </a:lnTo>
                <a:lnTo>
                  <a:pt x="0" y="116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F0E2A-4185-41F8-887D-2FEFB02F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333" y="7987692"/>
            <a:ext cx="73332" cy="110136"/>
          </a:xfrm>
          <a:custGeom xmlns:a="http://schemas.openxmlformats.org/drawingml/2006/main">
            <a:pathLst>
              <a:path w="73332" h="110136">
                <a:moveTo>
                  <a:pt x="37955" y="49257"/>
                </a:moveTo>
                <a:cubicBezTo>
                  <a:pt x="31517" y="49257"/>
                  <a:pt x="26405" y="51485"/>
                  <a:pt x="22589" y="55913"/>
                </a:cubicBezTo>
                <a:cubicBezTo>
                  <a:pt x="18832" y="60297"/>
                  <a:pt x="16953" y="66326"/>
                  <a:pt x="16953" y="74016"/>
                </a:cubicBezTo>
                <a:cubicBezTo>
                  <a:pt x="16953" y="81633"/>
                  <a:pt x="18832" y="87663"/>
                  <a:pt x="22589" y="92105"/>
                </a:cubicBezTo>
                <a:cubicBezTo>
                  <a:pt x="26405" y="96533"/>
                  <a:pt x="31517" y="98761"/>
                  <a:pt x="37955" y="98761"/>
                </a:cubicBezTo>
                <a:cubicBezTo>
                  <a:pt x="44378" y="98761"/>
                  <a:pt x="49504" y="96533"/>
                  <a:pt x="53247" y="92105"/>
                </a:cubicBezTo>
                <a:cubicBezTo>
                  <a:pt x="57005" y="87663"/>
                  <a:pt x="58884" y="81633"/>
                  <a:pt x="58884" y="74016"/>
                </a:cubicBezTo>
                <a:cubicBezTo>
                  <a:pt x="58884" y="66326"/>
                  <a:pt x="57005" y="60297"/>
                  <a:pt x="53247" y="55913"/>
                </a:cubicBezTo>
                <a:cubicBezTo>
                  <a:pt x="49504" y="51485"/>
                  <a:pt x="44378" y="49257"/>
                  <a:pt x="37955" y="49257"/>
                </a:cubicBezTo>
                <a:close/>
                <a:moveTo>
                  <a:pt x="66457" y="4267"/>
                </a:moveTo>
                <a:lnTo>
                  <a:pt x="66457" y="17346"/>
                </a:lnTo>
                <a:cubicBezTo>
                  <a:pt x="62874" y="15642"/>
                  <a:pt x="59233" y="14331"/>
                  <a:pt x="55534" y="13414"/>
                </a:cubicBezTo>
                <a:cubicBezTo>
                  <a:pt x="51893" y="12511"/>
                  <a:pt x="48252" y="12059"/>
                  <a:pt x="44611" y="12059"/>
                </a:cubicBezTo>
                <a:cubicBezTo>
                  <a:pt x="35100" y="12059"/>
                  <a:pt x="27876" y="15293"/>
                  <a:pt x="22866" y="21672"/>
                </a:cubicBezTo>
                <a:cubicBezTo>
                  <a:pt x="17871" y="28095"/>
                  <a:pt x="15016" y="37765"/>
                  <a:pt x="14346" y="50684"/>
                </a:cubicBezTo>
                <a:cubicBezTo>
                  <a:pt x="17128" y="46591"/>
                  <a:pt x="20594" y="43402"/>
                  <a:pt x="24803" y="41188"/>
                </a:cubicBezTo>
                <a:cubicBezTo>
                  <a:pt x="29071" y="39018"/>
                  <a:pt x="33746" y="37882"/>
                  <a:pt x="38800" y="37882"/>
                </a:cubicBezTo>
                <a:cubicBezTo>
                  <a:pt x="49446" y="37882"/>
                  <a:pt x="57864" y="41130"/>
                  <a:pt x="64069" y="47611"/>
                </a:cubicBezTo>
                <a:cubicBezTo>
                  <a:pt x="70259" y="54092"/>
                  <a:pt x="73332" y="62860"/>
                  <a:pt x="73332" y="74016"/>
                </a:cubicBezTo>
                <a:cubicBezTo>
                  <a:pt x="73332" y="84940"/>
                  <a:pt x="70157" y="93693"/>
                  <a:pt x="63661" y="100290"/>
                </a:cubicBezTo>
                <a:cubicBezTo>
                  <a:pt x="57238" y="106830"/>
                  <a:pt x="48645" y="110136"/>
                  <a:pt x="37955" y="110136"/>
                </a:cubicBezTo>
                <a:cubicBezTo>
                  <a:pt x="25662" y="110136"/>
                  <a:pt x="16268" y="105475"/>
                  <a:pt x="9787" y="96023"/>
                </a:cubicBezTo>
                <a:cubicBezTo>
                  <a:pt x="3306" y="86644"/>
                  <a:pt x="0" y="72982"/>
                  <a:pt x="0" y="55126"/>
                </a:cubicBezTo>
                <a:cubicBezTo>
                  <a:pt x="0" y="38333"/>
                  <a:pt x="3991" y="24963"/>
                  <a:pt x="11943" y="14958"/>
                </a:cubicBezTo>
                <a:cubicBezTo>
                  <a:pt x="19910" y="4996"/>
                  <a:pt x="30614" y="0"/>
                  <a:pt x="44043" y="0"/>
                </a:cubicBezTo>
                <a:cubicBezTo>
                  <a:pt x="47684" y="0"/>
                  <a:pt x="51325" y="335"/>
                  <a:pt x="54966" y="1078"/>
                </a:cubicBezTo>
                <a:cubicBezTo>
                  <a:pt x="58665" y="1762"/>
                  <a:pt x="62467" y="2840"/>
                  <a:pt x="66457" y="4267"/>
                </a:cubicBezTo>
                <a:close/>
                <a:moveTo>
                  <a:pt x="66457" y="42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BC412-2762-49B3-9AB8-305D52BD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342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6F331-11D9-4402-B23B-47DE65B7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596" y="7987692"/>
            <a:ext cx="73390" cy="110136"/>
          </a:xfrm>
          <a:custGeom xmlns:a="http://schemas.openxmlformats.org/drawingml/2006/main">
            <a:pathLst>
              <a:path w="73390" h="110136">
                <a:moveTo>
                  <a:pt x="36702" y="11375"/>
                </a:moveTo>
                <a:cubicBezTo>
                  <a:pt x="29304" y="11375"/>
                  <a:pt x="23725" y="15016"/>
                  <a:pt x="20026" y="22298"/>
                </a:cubicBezTo>
                <a:cubicBezTo>
                  <a:pt x="16268" y="29580"/>
                  <a:pt x="14448" y="40504"/>
                  <a:pt x="14448" y="55126"/>
                </a:cubicBezTo>
                <a:cubicBezTo>
                  <a:pt x="14448" y="69632"/>
                  <a:pt x="16268" y="80556"/>
                  <a:pt x="20026" y="87838"/>
                </a:cubicBezTo>
                <a:cubicBezTo>
                  <a:pt x="23725" y="95120"/>
                  <a:pt x="29304" y="98761"/>
                  <a:pt x="36702" y="98761"/>
                </a:cubicBezTo>
                <a:cubicBezTo>
                  <a:pt x="44145" y="98761"/>
                  <a:pt x="49723" y="95120"/>
                  <a:pt x="53422" y="87838"/>
                </a:cubicBezTo>
                <a:cubicBezTo>
                  <a:pt x="57180" y="80556"/>
                  <a:pt x="59059" y="69632"/>
                  <a:pt x="59059" y="55126"/>
                </a:cubicBezTo>
                <a:cubicBezTo>
                  <a:pt x="59059" y="40504"/>
                  <a:pt x="57180" y="29580"/>
                  <a:pt x="53422" y="22298"/>
                </a:cubicBezTo>
                <a:cubicBezTo>
                  <a:pt x="49723" y="15016"/>
                  <a:pt x="44145" y="11375"/>
                  <a:pt x="36702" y="11375"/>
                </a:cubicBezTo>
                <a:close/>
                <a:moveTo>
                  <a:pt x="36702" y="0"/>
                </a:moveTo>
                <a:cubicBezTo>
                  <a:pt x="48587" y="0"/>
                  <a:pt x="57690" y="4719"/>
                  <a:pt x="64011" y="14098"/>
                </a:cubicBezTo>
                <a:cubicBezTo>
                  <a:pt x="70259" y="23551"/>
                  <a:pt x="73390" y="37197"/>
                  <a:pt x="73390" y="55126"/>
                </a:cubicBezTo>
                <a:cubicBezTo>
                  <a:pt x="73390" y="72982"/>
                  <a:pt x="70259" y="86644"/>
                  <a:pt x="64011" y="96023"/>
                </a:cubicBezTo>
                <a:cubicBezTo>
                  <a:pt x="57690" y="105475"/>
                  <a:pt x="48587" y="110136"/>
                  <a:pt x="36702" y="110136"/>
                </a:cubicBezTo>
                <a:cubicBezTo>
                  <a:pt x="24803" y="110136"/>
                  <a:pt x="15700" y="105475"/>
                  <a:pt x="9452" y="96023"/>
                </a:cubicBezTo>
                <a:cubicBezTo>
                  <a:pt x="3131" y="86644"/>
                  <a:pt x="0" y="72982"/>
                  <a:pt x="0" y="55126"/>
                </a:cubicBezTo>
                <a:cubicBezTo>
                  <a:pt x="0" y="37197"/>
                  <a:pt x="3131" y="23551"/>
                  <a:pt x="9452" y="14098"/>
                </a:cubicBezTo>
                <a:cubicBezTo>
                  <a:pt x="15700" y="4719"/>
                  <a:pt x="24803" y="0"/>
                  <a:pt x="36702" y="0"/>
                </a:cubicBezTo>
                <a:close/>
                <a:moveTo>
                  <a:pt x="3670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57B0A-3C7D-4BF7-8956-67A881F4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404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BB217-77DD-48D6-BFA7-959682FC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284" y="7987692"/>
            <a:ext cx="73332" cy="110136"/>
          </a:xfrm>
          <a:custGeom xmlns:a="http://schemas.openxmlformats.org/drawingml/2006/main">
            <a:pathLst>
              <a:path w="73332" h="110136">
                <a:moveTo>
                  <a:pt x="37882" y="49257"/>
                </a:moveTo>
                <a:cubicBezTo>
                  <a:pt x="31459" y="49257"/>
                  <a:pt x="26332" y="51485"/>
                  <a:pt x="22589" y="55913"/>
                </a:cubicBezTo>
                <a:cubicBezTo>
                  <a:pt x="18774" y="60297"/>
                  <a:pt x="16895" y="66326"/>
                  <a:pt x="16895" y="74016"/>
                </a:cubicBezTo>
                <a:cubicBezTo>
                  <a:pt x="16895" y="81633"/>
                  <a:pt x="18774" y="87663"/>
                  <a:pt x="22589" y="92105"/>
                </a:cubicBezTo>
                <a:cubicBezTo>
                  <a:pt x="26332" y="96533"/>
                  <a:pt x="31459" y="98761"/>
                  <a:pt x="37882" y="98761"/>
                </a:cubicBezTo>
                <a:cubicBezTo>
                  <a:pt x="44319" y="98761"/>
                  <a:pt x="49432" y="96533"/>
                  <a:pt x="53189" y="92105"/>
                </a:cubicBezTo>
                <a:cubicBezTo>
                  <a:pt x="56947" y="87663"/>
                  <a:pt x="58884" y="81633"/>
                  <a:pt x="58884" y="74016"/>
                </a:cubicBezTo>
                <a:cubicBezTo>
                  <a:pt x="58884" y="66326"/>
                  <a:pt x="56947" y="60297"/>
                  <a:pt x="53189" y="55913"/>
                </a:cubicBezTo>
                <a:cubicBezTo>
                  <a:pt x="49432" y="51485"/>
                  <a:pt x="44319" y="49257"/>
                  <a:pt x="37882" y="49257"/>
                </a:cubicBezTo>
                <a:close/>
                <a:moveTo>
                  <a:pt x="66384" y="4267"/>
                </a:moveTo>
                <a:lnTo>
                  <a:pt x="66384" y="17346"/>
                </a:lnTo>
                <a:cubicBezTo>
                  <a:pt x="62802" y="15642"/>
                  <a:pt x="59161" y="14331"/>
                  <a:pt x="55461" y="13414"/>
                </a:cubicBezTo>
                <a:cubicBezTo>
                  <a:pt x="51820" y="12511"/>
                  <a:pt x="48179" y="12059"/>
                  <a:pt x="44538" y="12059"/>
                </a:cubicBezTo>
                <a:cubicBezTo>
                  <a:pt x="35100" y="12059"/>
                  <a:pt x="27818" y="15293"/>
                  <a:pt x="22808" y="21672"/>
                </a:cubicBezTo>
                <a:cubicBezTo>
                  <a:pt x="17856" y="28095"/>
                  <a:pt x="14958" y="37765"/>
                  <a:pt x="14273" y="50684"/>
                </a:cubicBezTo>
                <a:cubicBezTo>
                  <a:pt x="17069" y="46591"/>
                  <a:pt x="20594" y="43402"/>
                  <a:pt x="24803" y="41188"/>
                </a:cubicBezTo>
                <a:cubicBezTo>
                  <a:pt x="29012" y="39018"/>
                  <a:pt x="33673" y="37882"/>
                  <a:pt x="38741" y="37882"/>
                </a:cubicBezTo>
                <a:cubicBezTo>
                  <a:pt x="49373" y="37882"/>
                  <a:pt x="57850" y="41130"/>
                  <a:pt x="63996" y="47611"/>
                </a:cubicBezTo>
                <a:cubicBezTo>
                  <a:pt x="70200" y="54092"/>
                  <a:pt x="73332" y="62860"/>
                  <a:pt x="73332" y="74016"/>
                </a:cubicBezTo>
                <a:cubicBezTo>
                  <a:pt x="73332" y="84940"/>
                  <a:pt x="70084" y="93693"/>
                  <a:pt x="63661" y="100290"/>
                </a:cubicBezTo>
                <a:cubicBezTo>
                  <a:pt x="57180" y="106830"/>
                  <a:pt x="48587" y="110136"/>
                  <a:pt x="37882" y="110136"/>
                </a:cubicBezTo>
                <a:cubicBezTo>
                  <a:pt x="25604" y="110136"/>
                  <a:pt x="16210" y="105475"/>
                  <a:pt x="9729" y="96023"/>
                </a:cubicBezTo>
                <a:cubicBezTo>
                  <a:pt x="3233" y="86644"/>
                  <a:pt x="0" y="72982"/>
                  <a:pt x="0" y="55126"/>
                </a:cubicBezTo>
                <a:cubicBezTo>
                  <a:pt x="0" y="38333"/>
                  <a:pt x="3976" y="24963"/>
                  <a:pt x="11943" y="14958"/>
                </a:cubicBezTo>
                <a:cubicBezTo>
                  <a:pt x="19910" y="4996"/>
                  <a:pt x="30600" y="0"/>
                  <a:pt x="43970" y="0"/>
                </a:cubicBezTo>
                <a:cubicBezTo>
                  <a:pt x="47611" y="0"/>
                  <a:pt x="51252" y="335"/>
                  <a:pt x="54893" y="1078"/>
                </a:cubicBezTo>
                <a:cubicBezTo>
                  <a:pt x="58593" y="1762"/>
                  <a:pt x="62408" y="2840"/>
                  <a:pt x="66384" y="4267"/>
                </a:cubicBezTo>
                <a:close/>
                <a:moveTo>
                  <a:pt x="66384" y="426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E8F86-73F4-4613-9795-30DF711F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524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935D8-6C69-480E-A035-F768D415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827" y="7989556"/>
            <a:ext cx="63268" cy="106218"/>
          </a:xfrm>
          <a:custGeom xmlns:a="http://schemas.openxmlformats.org/drawingml/2006/main">
            <a:pathLst>
              <a:path w="63268" h="106218">
                <a:moveTo>
                  <a:pt x="2112" y="94101"/>
                </a:moveTo>
                <a:lnTo>
                  <a:pt x="25546" y="94101"/>
                </a:lnTo>
                <a:lnTo>
                  <a:pt x="25546" y="13093"/>
                </a:lnTo>
                <a:lnTo>
                  <a:pt x="0" y="18205"/>
                </a:lnTo>
                <a:lnTo>
                  <a:pt x="0" y="5127"/>
                </a:lnTo>
                <a:lnTo>
                  <a:pt x="25429" y="0"/>
                </a:lnTo>
                <a:lnTo>
                  <a:pt x="39775" y="0"/>
                </a:lnTo>
                <a:lnTo>
                  <a:pt x="39775" y="94101"/>
                </a:lnTo>
                <a:lnTo>
                  <a:pt x="63268" y="94101"/>
                </a:lnTo>
                <a:lnTo>
                  <a:pt x="63268" y="106218"/>
                </a:lnTo>
                <a:lnTo>
                  <a:pt x="2112" y="106218"/>
                </a:lnTo>
                <a:lnTo>
                  <a:pt x="2112" y="94101"/>
                </a:lnTo>
                <a:close/>
                <a:moveTo>
                  <a:pt x="2112" y="941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08EA3-6B6F-4D68-9C26-9E858543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622" y="7987692"/>
            <a:ext cx="69851" cy="110136"/>
          </a:xfrm>
          <a:custGeom xmlns:a="http://schemas.openxmlformats.org/drawingml/2006/main">
            <a:pathLst>
              <a:path w="69851" h="110136">
                <a:moveTo>
                  <a:pt x="48004" y="50801"/>
                </a:moveTo>
                <a:cubicBezTo>
                  <a:pt x="54835" y="52272"/>
                  <a:pt x="60238" y="55345"/>
                  <a:pt x="64054" y="60020"/>
                </a:cubicBezTo>
                <a:cubicBezTo>
                  <a:pt x="67928" y="64680"/>
                  <a:pt x="69851" y="70375"/>
                  <a:pt x="69851" y="77191"/>
                </a:cubicBezTo>
                <a:cubicBezTo>
                  <a:pt x="69851" y="87663"/>
                  <a:pt x="66268" y="95805"/>
                  <a:pt x="59044" y="101543"/>
                </a:cubicBezTo>
                <a:cubicBezTo>
                  <a:pt x="51878" y="107296"/>
                  <a:pt x="41640" y="110136"/>
                  <a:pt x="28328" y="110136"/>
                </a:cubicBezTo>
                <a:cubicBezTo>
                  <a:pt x="23886" y="110136"/>
                  <a:pt x="19342" y="109743"/>
                  <a:pt x="14608" y="108825"/>
                </a:cubicBezTo>
                <a:cubicBezTo>
                  <a:pt x="9889" y="107980"/>
                  <a:pt x="4996" y="106611"/>
                  <a:pt x="0" y="104849"/>
                </a:cubicBezTo>
                <a:lnTo>
                  <a:pt x="0" y="91027"/>
                </a:lnTo>
                <a:cubicBezTo>
                  <a:pt x="3976" y="93358"/>
                  <a:pt x="8302" y="95062"/>
                  <a:pt x="13079" y="96256"/>
                </a:cubicBezTo>
                <a:cubicBezTo>
                  <a:pt x="17798" y="97450"/>
                  <a:pt x="22750" y="98018"/>
                  <a:pt x="27935" y="98018"/>
                </a:cubicBezTo>
                <a:cubicBezTo>
                  <a:pt x="36921" y="98018"/>
                  <a:pt x="43795" y="96256"/>
                  <a:pt x="48529" y="92731"/>
                </a:cubicBezTo>
                <a:cubicBezTo>
                  <a:pt x="53247" y="89149"/>
                  <a:pt x="55578" y="84022"/>
                  <a:pt x="55578" y="77191"/>
                </a:cubicBezTo>
                <a:cubicBezTo>
                  <a:pt x="55578" y="70943"/>
                  <a:pt x="53422" y="66050"/>
                  <a:pt x="49038" y="62525"/>
                </a:cubicBezTo>
                <a:cubicBezTo>
                  <a:pt x="44654" y="58986"/>
                  <a:pt x="38508" y="57223"/>
                  <a:pt x="30716" y="57223"/>
                </a:cubicBezTo>
                <a:lnTo>
                  <a:pt x="18307" y="57223"/>
                </a:lnTo>
                <a:lnTo>
                  <a:pt x="18307" y="45455"/>
                </a:lnTo>
                <a:lnTo>
                  <a:pt x="31284" y="45455"/>
                </a:lnTo>
                <a:cubicBezTo>
                  <a:pt x="38333" y="45455"/>
                  <a:pt x="43737" y="44028"/>
                  <a:pt x="47494" y="41188"/>
                </a:cubicBezTo>
                <a:cubicBezTo>
                  <a:pt x="51252" y="38392"/>
                  <a:pt x="53131" y="34299"/>
                  <a:pt x="53131" y="29012"/>
                </a:cubicBezTo>
                <a:cubicBezTo>
                  <a:pt x="53131" y="23551"/>
                  <a:pt x="51194" y="19400"/>
                  <a:pt x="47334" y="16429"/>
                </a:cubicBezTo>
                <a:cubicBezTo>
                  <a:pt x="43460" y="13530"/>
                  <a:pt x="37940" y="12059"/>
                  <a:pt x="30716" y="12059"/>
                </a:cubicBezTo>
                <a:cubicBezTo>
                  <a:pt x="26784" y="12059"/>
                  <a:pt x="22517" y="12511"/>
                  <a:pt x="18031" y="13370"/>
                </a:cubicBezTo>
                <a:cubicBezTo>
                  <a:pt x="13530" y="14215"/>
                  <a:pt x="8578" y="15526"/>
                  <a:pt x="3175" y="17346"/>
                </a:cubicBezTo>
                <a:lnTo>
                  <a:pt x="3175" y="4544"/>
                </a:lnTo>
                <a:cubicBezTo>
                  <a:pt x="8637" y="3015"/>
                  <a:pt x="13763" y="1864"/>
                  <a:pt x="18540" y="1136"/>
                </a:cubicBezTo>
                <a:cubicBezTo>
                  <a:pt x="23259" y="393"/>
                  <a:pt x="27760" y="0"/>
                  <a:pt x="31969" y="0"/>
                </a:cubicBezTo>
                <a:cubicBezTo>
                  <a:pt x="42892" y="0"/>
                  <a:pt x="51543" y="2447"/>
                  <a:pt x="57850" y="7442"/>
                </a:cubicBezTo>
                <a:cubicBezTo>
                  <a:pt x="64229" y="12394"/>
                  <a:pt x="67404" y="19050"/>
                  <a:pt x="67404" y="27468"/>
                </a:cubicBezTo>
                <a:cubicBezTo>
                  <a:pt x="67404" y="33396"/>
                  <a:pt x="65700" y="38333"/>
                  <a:pt x="62350" y="42382"/>
                </a:cubicBezTo>
                <a:cubicBezTo>
                  <a:pt x="58986" y="46475"/>
                  <a:pt x="54209" y="49257"/>
                  <a:pt x="48004" y="50801"/>
                </a:cubicBezTo>
                <a:close/>
                <a:moveTo>
                  <a:pt x="48004" y="508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802F4-4BE8-4BAB-A5E5-C3445775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10B86-E0EE-4905-AB67-8C6D992A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947" y="7989556"/>
            <a:ext cx="63209" cy="106218"/>
          </a:xfrm>
          <a:custGeom xmlns:a="http://schemas.openxmlformats.org/drawingml/2006/main">
            <a:pathLst>
              <a:path w="63209" h="106218">
                <a:moveTo>
                  <a:pt x="2039" y="94101"/>
                </a:moveTo>
                <a:lnTo>
                  <a:pt x="25546" y="94101"/>
                </a:lnTo>
                <a:lnTo>
                  <a:pt x="25546" y="13093"/>
                </a:lnTo>
                <a:lnTo>
                  <a:pt x="0" y="18205"/>
                </a:lnTo>
                <a:lnTo>
                  <a:pt x="0" y="5127"/>
                </a:lnTo>
                <a:lnTo>
                  <a:pt x="25371" y="0"/>
                </a:lnTo>
                <a:lnTo>
                  <a:pt x="39761" y="0"/>
                </a:lnTo>
                <a:lnTo>
                  <a:pt x="39761" y="94101"/>
                </a:lnTo>
                <a:lnTo>
                  <a:pt x="63209" y="94101"/>
                </a:lnTo>
                <a:lnTo>
                  <a:pt x="63209" y="106218"/>
                </a:lnTo>
                <a:lnTo>
                  <a:pt x="2039" y="106218"/>
                </a:lnTo>
                <a:lnTo>
                  <a:pt x="2039" y="94101"/>
                </a:lnTo>
                <a:close/>
                <a:moveTo>
                  <a:pt x="2039" y="9410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218B0-8107-49DB-96F9-D31E4E7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790" y="7987692"/>
            <a:ext cx="73230" cy="110136"/>
          </a:xfrm>
          <a:custGeom xmlns:a="http://schemas.openxmlformats.org/drawingml/2006/main">
            <a:pathLst>
              <a:path w="73230" h="110136">
                <a:moveTo>
                  <a:pt x="6831" y="105869"/>
                </a:moveTo>
                <a:lnTo>
                  <a:pt x="6831" y="92790"/>
                </a:lnTo>
                <a:cubicBezTo>
                  <a:pt x="10414" y="94494"/>
                  <a:pt x="14055" y="95805"/>
                  <a:pt x="17754" y="96708"/>
                </a:cubicBezTo>
                <a:cubicBezTo>
                  <a:pt x="21453" y="97625"/>
                  <a:pt x="25094" y="98018"/>
                  <a:pt x="28677" y="98018"/>
                </a:cubicBezTo>
                <a:cubicBezTo>
                  <a:pt x="38130" y="98018"/>
                  <a:pt x="45412" y="94829"/>
                  <a:pt x="50349" y="88464"/>
                </a:cubicBezTo>
                <a:cubicBezTo>
                  <a:pt x="55359" y="82085"/>
                  <a:pt x="58258" y="72414"/>
                  <a:pt x="58942" y="59452"/>
                </a:cubicBezTo>
                <a:cubicBezTo>
                  <a:pt x="56219" y="63486"/>
                  <a:pt x="52694" y="66618"/>
                  <a:pt x="48485" y="68831"/>
                </a:cubicBezTo>
                <a:cubicBezTo>
                  <a:pt x="44261" y="71001"/>
                  <a:pt x="39601" y="72079"/>
                  <a:pt x="34488" y="72079"/>
                </a:cubicBezTo>
                <a:cubicBezTo>
                  <a:pt x="23842" y="72079"/>
                  <a:pt x="15482" y="68890"/>
                  <a:pt x="9278" y="62467"/>
                </a:cubicBezTo>
                <a:cubicBezTo>
                  <a:pt x="3073" y="56029"/>
                  <a:pt x="0" y="47276"/>
                  <a:pt x="0" y="36120"/>
                </a:cubicBezTo>
                <a:cubicBezTo>
                  <a:pt x="0" y="25196"/>
                  <a:pt x="3190" y="16487"/>
                  <a:pt x="9671" y="9889"/>
                </a:cubicBezTo>
                <a:cubicBezTo>
                  <a:pt x="16108" y="3292"/>
                  <a:pt x="24701" y="0"/>
                  <a:pt x="35391" y="0"/>
                </a:cubicBezTo>
                <a:cubicBezTo>
                  <a:pt x="47684" y="0"/>
                  <a:pt x="57063" y="4719"/>
                  <a:pt x="63501" y="14098"/>
                </a:cubicBezTo>
                <a:cubicBezTo>
                  <a:pt x="69982" y="23551"/>
                  <a:pt x="73230" y="37197"/>
                  <a:pt x="73230" y="55126"/>
                </a:cubicBezTo>
                <a:cubicBezTo>
                  <a:pt x="73230" y="71846"/>
                  <a:pt x="69239" y="85216"/>
                  <a:pt x="61331" y="95178"/>
                </a:cubicBezTo>
                <a:cubicBezTo>
                  <a:pt x="53364" y="105184"/>
                  <a:pt x="42732" y="110136"/>
                  <a:pt x="29304" y="110136"/>
                </a:cubicBezTo>
                <a:cubicBezTo>
                  <a:pt x="25662" y="110136"/>
                  <a:pt x="22021" y="109801"/>
                  <a:pt x="18322" y="109058"/>
                </a:cubicBezTo>
                <a:cubicBezTo>
                  <a:pt x="14623" y="108374"/>
                  <a:pt x="10821" y="107296"/>
                  <a:pt x="6831" y="105869"/>
                </a:cubicBezTo>
                <a:close/>
                <a:moveTo>
                  <a:pt x="35391" y="60865"/>
                </a:moveTo>
                <a:cubicBezTo>
                  <a:pt x="41814" y="60865"/>
                  <a:pt x="46941" y="58651"/>
                  <a:pt x="50699" y="54267"/>
                </a:cubicBezTo>
                <a:cubicBezTo>
                  <a:pt x="54515" y="49825"/>
                  <a:pt x="56379" y="43795"/>
                  <a:pt x="56379" y="36120"/>
                </a:cubicBezTo>
                <a:cubicBezTo>
                  <a:pt x="56379" y="28503"/>
                  <a:pt x="54515" y="22473"/>
                  <a:pt x="50699" y="18031"/>
                </a:cubicBezTo>
                <a:cubicBezTo>
                  <a:pt x="46941" y="13589"/>
                  <a:pt x="41814" y="11375"/>
                  <a:pt x="35391" y="11375"/>
                </a:cubicBezTo>
                <a:cubicBezTo>
                  <a:pt x="28969" y="11375"/>
                  <a:pt x="23842" y="13589"/>
                  <a:pt x="20084" y="18031"/>
                </a:cubicBezTo>
                <a:cubicBezTo>
                  <a:pt x="16327" y="22473"/>
                  <a:pt x="14462" y="28503"/>
                  <a:pt x="14462" y="36120"/>
                </a:cubicBezTo>
                <a:cubicBezTo>
                  <a:pt x="14462" y="43795"/>
                  <a:pt x="16327" y="49825"/>
                  <a:pt x="20084" y="54267"/>
                </a:cubicBezTo>
                <a:cubicBezTo>
                  <a:pt x="23842" y="58651"/>
                  <a:pt x="28969" y="60865"/>
                  <a:pt x="35391" y="60865"/>
                </a:cubicBezTo>
                <a:close/>
                <a:moveTo>
                  <a:pt x="35391" y="608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7A3BA-85B4-4424-8E07-7EC6FC57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690" y="7883178"/>
            <a:ext cx="10" cy="50975"/>
          </a:xfrm>
          <a:custGeom xmlns:a="http://schemas.openxmlformats.org/drawingml/2006/main">
            <a:pathLst>
              <a:path w="1" h="50975" fill="none">
                <a:moveTo>
                  <a:pt x="0" y="0"/>
                </a:moveTo>
                <a:lnTo>
                  <a:pt x="0" y="50975"/>
                </a:lnTo>
              </a:path>
            </a:pathLst>
          </a:custGeom>
          <a:noFill xmlns:a="http://schemas.openxmlformats.org/drawingml/2006/main"/>
          <a:ln xmlns:a="http://schemas.openxmlformats.org/drawingml/2006/main" w="11652" cap="flat">
            <a:solidFill>
              <a:srgbClr val="000000"/>
            </a:solidFill>
            <a:round/>
          </a:ln>
        </p:spPr>
      </p:sp>
      <p:sp>
        <p:nvSpPr>
          <p:cNvPr id="4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A14B8-6DF2-41FE-B2BB-D3661EB7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2707" y="7987692"/>
            <a:ext cx="67419" cy="108082"/>
          </a:xfrm>
          <a:custGeom xmlns:a="http://schemas.openxmlformats.org/drawingml/2006/main">
            <a:pathLst>
              <a:path w="67419" h="108082">
                <a:moveTo>
                  <a:pt x="17302" y="95965"/>
                </a:moveTo>
                <a:lnTo>
                  <a:pt x="67419" y="95965"/>
                </a:lnTo>
                <a:lnTo>
                  <a:pt x="67419" y="108082"/>
                </a:lnTo>
                <a:lnTo>
                  <a:pt x="0" y="108082"/>
                </a:lnTo>
                <a:lnTo>
                  <a:pt x="0" y="95965"/>
                </a:lnTo>
                <a:cubicBezTo>
                  <a:pt x="5462" y="90343"/>
                  <a:pt x="12860" y="82769"/>
                  <a:pt x="22313" y="73273"/>
                </a:cubicBezTo>
                <a:cubicBezTo>
                  <a:pt x="31692" y="63763"/>
                  <a:pt x="37605" y="57631"/>
                  <a:pt x="40052" y="54893"/>
                </a:cubicBezTo>
                <a:cubicBezTo>
                  <a:pt x="44611" y="49723"/>
                  <a:pt x="47844" y="45339"/>
                  <a:pt x="49665" y="41756"/>
                </a:cubicBezTo>
                <a:cubicBezTo>
                  <a:pt x="51485" y="38173"/>
                  <a:pt x="52403" y="34634"/>
                  <a:pt x="52403" y="31226"/>
                </a:cubicBezTo>
                <a:cubicBezTo>
                  <a:pt x="52403" y="25531"/>
                  <a:pt x="50407" y="20987"/>
                  <a:pt x="46490" y="17404"/>
                </a:cubicBezTo>
                <a:cubicBezTo>
                  <a:pt x="42499" y="13880"/>
                  <a:pt x="37329" y="12059"/>
                  <a:pt x="31008" y="12059"/>
                </a:cubicBezTo>
                <a:cubicBezTo>
                  <a:pt x="26522" y="12059"/>
                  <a:pt x="21730" y="12846"/>
                  <a:pt x="16734" y="14390"/>
                </a:cubicBezTo>
                <a:cubicBezTo>
                  <a:pt x="11724" y="15977"/>
                  <a:pt x="6379" y="18366"/>
                  <a:pt x="685" y="21555"/>
                </a:cubicBezTo>
                <a:lnTo>
                  <a:pt x="685" y="6991"/>
                </a:lnTo>
                <a:cubicBezTo>
                  <a:pt x="6496" y="4719"/>
                  <a:pt x="11899" y="2957"/>
                  <a:pt x="16895" y="1762"/>
                </a:cubicBezTo>
                <a:cubicBezTo>
                  <a:pt x="21963" y="568"/>
                  <a:pt x="26565" y="0"/>
                  <a:pt x="30731" y="0"/>
                </a:cubicBezTo>
                <a:cubicBezTo>
                  <a:pt x="41712" y="0"/>
                  <a:pt x="50466" y="2724"/>
                  <a:pt x="57005" y="8243"/>
                </a:cubicBezTo>
                <a:cubicBezTo>
                  <a:pt x="63559" y="13763"/>
                  <a:pt x="66851" y="21104"/>
                  <a:pt x="66851" y="30265"/>
                </a:cubicBezTo>
                <a:cubicBezTo>
                  <a:pt x="66851" y="34634"/>
                  <a:pt x="66006" y="38800"/>
                  <a:pt x="64404" y="42717"/>
                </a:cubicBezTo>
                <a:cubicBezTo>
                  <a:pt x="62758" y="46591"/>
                  <a:pt x="59801" y="51194"/>
                  <a:pt x="55476" y="56481"/>
                </a:cubicBezTo>
                <a:cubicBezTo>
                  <a:pt x="54281" y="57908"/>
                  <a:pt x="50524" y="61899"/>
                  <a:pt x="44159" y="68438"/>
                </a:cubicBezTo>
                <a:cubicBezTo>
                  <a:pt x="37780" y="75036"/>
                  <a:pt x="28852" y="84197"/>
                  <a:pt x="17302" y="95965"/>
                </a:cubicBezTo>
                <a:close/>
                <a:moveTo>
                  <a:pt x="17302" y="9596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B7B38-84AD-4D42-BC33-1A842D0B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963" y="7989556"/>
            <a:ext cx="68657" cy="108272"/>
          </a:xfrm>
          <a:custGeom xmlns:a="http://schemas.openxmlformats.org/drawingml/2006/main">
            <a:pathLst>
              <a:path w="68657" h="108272">
                <a:moveTo>
                  <a:pt x="4486" y="0"/>
                </a:moveTo>
                <a:lnTo>
                  <a:pt x="60865" y="0"/>
                </a:lnTo>
                <a:lnTo>
                  <a:pt x="60865" y="12132"/>
                </a:lnTo>
                <a:lnTo>
                  <a:pt x="17637" y="12132"/>
                </a:lnTo>
                <a:lnTo>
                  <a:pt x="17637" y="38130"/>
                </a:lnTo>
                <a:cubicBezTo>
                  <a:pt x="19676" y="37445"/>
                  <a:pt x="21788" y="36935"/>
                  <a:pt x="23827" y="36527"/>
                </a:cubicBezTo>
                <a:cubicBezTo>
                  <a:pt x="25939" y="36193"/>
                  <a:pt x="28036" y="36018"/>
                  <a:pt x="30148" y="36018"/>
                </a:cubicBezTo>
                <a:cubicBezTo>
                  <a:pt x="41975" y="36018"/>
                  <a:pt x="51369" y="39266"/>
                  <a:pt x="58316" y="45747"/>
                </a:cubicBezTo>
                <a:cubicBezTo>
                  <a:pt x="65190" y="52286"/>
                  <a:pt x="68657" y="61054"/>
                  <a:pt x="68657" y="72152"/>
                </a:cubicBezTo>
                <a:cubicBezTo>
                  <a:pt x="68657" y="83585"/>
                  <a:pt x="65132" y="92455"/>
                  <a:pt x="58025" y="98776"/>
                </a:cubicBezTo>
                <a:cubicBezTo>
                  <a:pt x="50917" y="105140"/>
                  <a:pt x="40839" y="108272"/>
                  <a:pt x="27935" y="108272"/>
                </a:cubicBezTo>
                <a:cubicBezTo>
                  <a:pt x="23492" y="108272"/>
                  <a:pt x="18934" y="107937"/>
                  <a:pt x="14273" y="107136"/>
                </a:cubicBezTo>
                <a:cubicBezTo>
                  <a:pt x="9671" y="106393"/>
                  <a:pt x="4894" y="105257"/>
                  <a:pt x="0" y="103728"/>
                </a:cubicBezTo>
                <a:lnTo>
                  <a:pt x="0" y="89265"/>
                </a:lnTo>
                <a:cubicBezTo>
                  <a:pt x="4267" y="91610"/>
                  <a:pt x="8637" y="93314"/>
                  <a:pt x="13195" y="94450"/>
                </a:cubicBezTo>
                <a:cubicBezTo>
                  <a:pt x="17739" y="95586"/>
                  <a:pt x="22575" y="96154"/>
                  <a:pt x="27643" y="96154"/>
                </a:cubicBezTo>
                <a:cubicBezTo>
                  <a:pt x="35843" y="96154"/>
                  <a:pt x="42324" y="94042"/>
                  <a:pt x="47101" y="89731"/>
                </a:cubicBezTo>
                <a:cubicBezTo>
                  <a:pt x="51878" y="85406"/>
                  <a:pt x="54325" y="79536"/>
                  <a:pt x="54325" y="72152"/>
                </a:cubicBezTo>
                <a:cubicBezTo>
                  <a:pt x="54325" y="64753"/>
                  <a:pt x="51878" y="58884"/>
                  <a:pt x="47101" y="54616"/>
                </a:cubicBezTo>
                <a:cubicBezTo>
                  <a:pt x="42324" y="50305"/>
                  <a:pt x="35843" y="48135"/>
                  <a:pt x="27643" y="48135"/>
                </a:cubicBezTo>
                <a:cubicBezTo>
                  <a:pt x="23769" y="48135"/>
                  <a:pt x="19968" y="48543"/>
                  <a:pt x="16152" y="49388"/>
                </a:cubicBezTo>
                <a:cubicBezTo>
                  <a:pt x="12336" y="50247"/>
                  <a:pt x="8418" y="51558"/>
                  <a:pt x="4486" y="53378"/>
                </a:cubicBezTo>
                <a:lnTo>
                  <a:pt x="4486" y="0"/>
                </a:lnTo>
                <a:close/>
                <a:moveTo>
                  <a:pt x="448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73700-2147-43AA-BBBC-1B778270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660" y="8248074"/>
            <a:ext cx="88304" cy="108840"/>
          </a:xfrm>
          <a:custGeom xmlns:a="http://schemas.openxmlformats.org/drawingml/2006/main">
            <a:pathLst>
              <a:path w="88304" h="108840">
                <a:moveTo>
                  <a:pt x="29988" y="50305"/>
                </a:moveTo>
                <a:cubicBezTo>
                  <a:pt x="23332" y="48820"/>
                  <a:pt x="18555" y="46096"/>
                  <a:pt x="15657" y="42106"/>
                </a:cubicBezTo>
                <a:cubicBezTo>
                  <a:pt x="13487" y="39266"/>
                  <a:pt x="12409" y="35959"/>
                  <a:pt x="12409" y="32144"/>
                </a:cubicBezTo>
                <a:cubicBezTo>
                  <a:pt x="12409" y="21686"/>
                  <a:pt x="17419" y="13370"/>
                  <a:pt x="27366" y="7239"/>
                </a:cubicBezTo>
                <a:cubicBezTo>
                  <a:pt x="35275" y="2447"/>
                  <a:pt x="45237" y="0"/>
                  <a:pt x="57355" y="0"/>
                </a:cubicBezTo>
                <a:cubicBezTo>
                  <a:pt x="62015" y="0"/>
                  <a:pt x="66909" y="408"/>
                  <a:pt x="72035" y="1151"/>
                </a:cubicBezTo>
                <a:cubicBezTo>
                  <a:pt x="77148" y="1879"/>
                  <a:pt x="82551" y="2971"/>
                  <a:pt x="88304" y="4442"/>
                </a:cubicBezTo>
                <a:lnTo>
                  <a:pt x="85347" y="19924"/>
                </a:lnTo>
                <a:cubicBezTo>
                  <a:pt x="79653" y="18162"/>
                  <a:pt x="74482" y="16851"/>
                  <a:pt x="69705" y="16050"/>
                </a:cubicBezTo>
                <a:cubicBezTo>
                  <a:pt x="64870" y="15249"/>
                  <a:pt x="60253" y="14797"/>
                  <a:pt x="55869" y="14797"/>
                </a:cubicBezTo>
                <a:cubicBezTo>
                  <a:pt x="48529" y="14797"/>
                  <a:pt x="42441" y="16225"/>
                  <a:pt x="37664" y="19065"/>
                </a:cubicBezTo>
                <a:cubicBezTo>
                  <a:pt x="31867" y="22473"/>
                  <a:pt x="28969" y="26638"/>
                  <a:pt x="28969" y="31576"/>
                </a:cubicBezTo>
                <a:cubicBezTo>
                  <a:pt x="28969" y="34823"/>
                  <a:pt x="30440" y="37620"/>
                  <a:pt x="33454" y="39892"/>
                </a:cubicBezTo>
                <a:cubicBezTo>
                  <a:pt x="37037" y="42615"/>
                  <a:pt x="42441" y="43984"/>
                  <a:pt x="49563" y="43984"/>
                </a:cubicBezTo>
                <a:lnTo>
                  <a:pt x="63894" y="43984"/>
                </a:lnTo>
                <a:lnTo>
                  <a:pt x="61229" y="58039"/>
                </a:lnTo>
                <a:lnTo>
                  <a:pt x="47509" y="58039"/>
                </a:lnTo>
                <a:cubicBezTo>
                  <a:pt x="39033" y="58039"/>
                  <a:pt x="32260" y="59568"/>
                  <a:pt x="27308" y="62700"/>
                </a:cubicBezTo>
                <a:cubicBezTo>
                  <a:pt x="20492" y="66967"/>
                  <a:pt x="17128" y="72429"/>
                  <a:pt x="17128" y="79085"/>
                </a:cubicBezTo>
                <a:cubicBezTo>
                  <a:pt x="17128" y="83294"/>
                  <a:pt x="18948" y="86760"/>
                  <a:pt x="22589" y="89498"/>
                </a:cubicBezTo>
                <a:cubicBezTo>
                  <a:pt x="27148" y="92965"/>
                  <a:pt x="34081" y="94669"/>
                  <a:pt x="43416" y="94669"/>
                </a:cubicBezTo>
                <a:cubicBezTo>
                  <a:pt x="49111" y="94669"/>
                  <a:pt x="54675" y="94159"/>
                  <a:pt x="60195" y="93023"/>
                </a:cubicBezTo>
                <a:cubicBezTo>
                  <a:pt x="65715" y="91887"/>
                  <a:pt x="70841" y="90124"/>
                  <a:pt x="75618" y="87852"/>
                </a:cubicBezTo>
                <a:lnTo>
                  <a:pt x="72487" y="103669"/>
                </a:lnTo>
                <a:cubicBezTo>
                  <a:pt x="66632" y="105432"/>
                  <a:pt x="61054" y="106684"/>
                  <a:pt x="55651" y="107587"/>
                </a:cubicBezTo>
                <a:cubicBezTo>
                  <a:pt x="50305" y="108446"/>
                  <a:pt x="45179" y="108840"/>
                  <a:pt x="40227" y="108840"/>
                </a:cubicBezTo>
                <a:cubicBezTo>
                  <a:pt x="25546" y="108840"/>
                  <a:pt x="14797" y="106058"/>
                  <a:pt x="7908" y="100421"/>
                </a:cubicBezTo>
                <a:cubicBezTo>
                  <a:pt x="2622" y="96096"/>
                  <a:pt x="0" y="90357"/>
                  <a:pt x="0" y="83075"/>
                </a:cubicBezTo>
                <a:cubicBezTo>
                  <a:pt x="0" y="73288"/>
                  <a:pt x="3481" y="65380"/>
                  <a:pt x="10355" y="59292"/>
                </a:cubicBezTo>
                <a:cubicBezTo>
                  <a:pt x="15482" y="54791"/>
                  <a:pt x="22021" y="51776"/>
                  <a:pt x="29988" y="50305"/>
                </a:cubicBezTo>
                <a:close/>
                <a:moveTo>
                  <a:pt x="29988" y="503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048F4-CEE4-41A0-A0AE-E1BA868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961" y="8311123"/>
            <a:ext cx="57282" cy="76055"/>
          </a:xfrm>
          <a:custGeom xmlns:a="http://schemas.openxmlformats.org/drawingml/2006/main">
            <a:pathLst>
              <a:path w="57282" h="76055">
                <a:moveTo>
                  <a:pt x="57282" y="4486"/>
                </a:moveTo>
                <a:lnTo>
                  <a:pt x="57282" y="15642"/>
                </a:lnTo>
                <a:cubicBezTo>
                  <a:pt x="53932" y="13763"/>
                  <a:pt x="50582" y="12336"/>
                  <a:pt x="47160" y="11433"/>
                </a:cubicBezTo>
                <a:cubicBezTo>
                  <a:pt x="43810" y="10515"/>
                  <a:pt x="40387" y="10064"/>
                  <a:pt x="36921" y="10064"/>
                </a:cubicBezTo>
                <a:cubicBezTo>
                  <a:pt x="29187" y="10064"/>
                  <a:pt x="23216" y="12511"/>
                  <a:pt x="18948" y="17404"/>
                </a:cubicBezTo>
                <a:cubicBezTo>
                  <a:pt x="14681" y="22298"/>
                  <a:pt x="12511" y="29187"/>
                  <a:pt x="12511" y="37998"/>
                </a:cubicBezTo>
                <a:cubicBezTo>
                  <a:pt x="12511" y="46868"/>
                  <a:pt x="14681" y="53757"/>
                  <a:pt x="18948" y="58651"/>
                </a:cubicBezTo>
                <a:cubicBezTo>
                  <a:pt x="23216" y="63544"/>
                  <a:pt x="29187" y="65991"/>
                  <a:pt x="36921" y="65991"/>
                </a:cubicBezTo>
                <a:cubicBezTo>
                  <a:pt x="40387" y="65991"/>
                  <a:pt x="43810" y="65540"/>
                  <a:pt x="47160" y="64564"/>
                </a:cubicBezTo>
                <a:cubicBezTo>
                  <a:pt x="50582" y="63661"/>
                  <a:pt x="53932" y="62234"/>
                  <a:pt x="57282" y="60413"/>
                </a:cubicBezTo>
                <a:lnTo>
                  <a:pt x="57282" y="71395"/>
                </a:lnTo>
                <a:cubicBezTo>
                  <a:pt x="53990" y="72982"/>
                  <a:pt x="50524" y="74118"/>
                  <a:pt x="46985" y="74919"/>
                </a:cubicBezTo>
                <a:cubicBezTo>
                  <a:pt x="43402" y="75662"/>
                  <a:pt x="39659" y="76055"/>
                  <a:pt x="35610" y="76055"/>
                </a:cubicBezTo>
                <a:cubicBezTo>
                  <a:pt x="24687" y="76055"/>
                  <a:pt x="16035" y="72647"/>
                  <a:pt x="9612" y="65758"/>
                </a:cubicBezTo>
                <a:cubicBezTo>
                  <a:pt x="3190" y="58928"/>
                  <a:pt x="0" y="49665"/>
                  <a:pt x="0" y="37998"/>
                </a:cubicBezTo>
                <a:cubicBezTo>
                  <a:pt x="0" y="26216"/>
                  <a:pt x="3248" y="16895"/>
                  <a:pt x="9729" y="10122"/>
                </a:cubicBezTo>
                <a:cubicBezTo>
                  <a:pt x="16210" y="3350"/>
                  <a:pt x="25094" y="0"/>
                  <a:pt x="36411" y="0"/>
                </a:cubicBezTo>
                <a:cubicBezTo>
                  <a:pt x="40052" y="0"/>
                  <a:pt x="43635" y="335"/>
                  <a:pt x="47160" y="1136"/>
                </a:cubicBezTo>
                <a:cubicBezTo>
                  <a:pt x="50626" y="1864"/>
                  <a:pt x="54048" y="2957"/>
                  <a:pt x="57282" y="4486"/>
                </a:cubicBezTo>
                <a:close/>
                <a:moveTo>
                  <a:pt x="57282" y="448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6B16B-5C47-4870-AD46-4B7796EA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953" y="8284601"/>
            <a:ext cx="11943" cy="100698"/>
          </a:xfrm>
          <a:custGeom xmlns:a="http://schemas.openxmlformats.org/drawingml/2006/main">
            <a:pathLst>
              <a:path w="11943" h="100698">
                <a:moveTo>
                  <a:pt x="0" y="0"/>
                </a:moveTo>
                <a:lnTo>
                  <a:pt x="11943" y="0"/>
                </a:lnTo>
                <a:lnTo>
                  <a:pt x="11943" y="100698"/>
                </a:lnTo>
                <a:lnTo>
                  <a:pt x="0" y="1006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F6C23-4162-4170-A25C-4D9E97A5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271" y="8311123"/>
            <a:ext cx="61214" cy="76055"/>
          </a:xfrm>
          <a:custGeom xmlns:a="http://schemas.openxmlformats.org/drawingml/2006/main">
            <a:pathLst>
              <a:path w="61214" h="76055">
                <a:moveTo>
                  <a:pt x="37489" y="37765"/>
                </a:moveTo>
                <a:cubicBezTo>
                  <a:pt x="27876" y="37765"/>
                  <a:pt x="21162" y="38858"/>
                  <a:pt x="17463" y="41072"/>
                </a:cubicBezTo>
                <a:cubicBezTo>
                  <a:pt x="13763" y="43227"/>
                  <a:pt x="11885" y="46985"/>
                  <a:pt x="11885" y="52330"/>
                </a:cubicBezTo>
                <a:cubicBezTo>
                  <a:pt x="11885" y="56539"/>
                  <a:pt x="13312" y="59903"/>
                  <a:pt x="16108" y="62408"/>
                </a:cubicBezTo>
                <a:cubicBezTo>
                  <a:pt x="18890" y="64855"/>
                  <a:pt x="22648" y="66108"/>
                  <a:pt x="27425" y="66108"/>
                </a:cubicBezTo>
                <a:cubicBezTo>
                  <a:pt x="34022" y="66108"/>
                  <a:pt x="39368" y="63763"/>
                  <a:pt x="43358" y="59044"/>
                </a:cubicBezTo>
                <a:cubicBezTo>
                  <a:pt x="47334" y="54383"/>
                  <a:pt x="49330" y="48179"/>
                  <a:pt x="49330" y="40387"/>
                </a:cubicBezTo>
                <a:lnTo>
                  <a:pt x="49330" y="37765"/>
                </a:lnTo>
                <a:lnTo>
                  <a:pt x="37489" y="37765"/>
                </a:lnTo>
                <a:close/>
                <a:moveTo>
                  <a:pt x="61214" y="32828"/>
                </a:moveTo>
                <a:lnTo>
                  <a:pt x="61214" y="74176"/>
                </a:lnTo>
                <a:lnTo>
                  <a:pt x="49330" y="74176"/>
                </a:lnTo>
                <a:lnTo>
                  <a:pt x="49330" y="63195"/>
                </a:lnTo>
                <a:cubicBezTo>
                  <a:pt x="46591" y="67579"/>
                  <a:pt x="43242" y="70827"/>
                  <a:pt x="39149" y="72924"/>
                </a:cubicBezTo>
                <a:cubicBezTo>
                  <a:pt x="35100" y="75036"/>
                  <a:pt x="30148" y="76055"/>
                  <a:pt x="24293" y="76055"/>
                </a:cubicBezTo>
                <a:cubicBezTo>
                  <a:pt x="16836" y="76055"/>
                  <a:pt x="10923" y="74016"/>
                  <a:pt x="6539" y="69807"/>
                </a:cubicBezTo>
                <a:cubicBezTo>
                  <a:pt x="2170" y="65642"/>
                  <a:pt x="0" y="60078"/>
                  <a:pt x="0" y="53073"/>
                </a:cubicBezTo>
                <a:cubicBezTo>
                  <a:pt x="0" y="44946"/>
                  <a:pt x="2738" y="38800"/>
                  <a:pt x="8200" y="34634"/>
                </a:cubicBezTo>
                <a:cubicBezTo>
                  <a:pt x="13661" y="30483"/>
                  <a:pt x="21788" y="28444"/>
                  <a:pt x="32595" y="28444"/>
                </a:cubicBezTo>
                <a:lnTo>
                  <a:pt x="49330" y="28444"/>
                </a:lnTo>
                <a:lnTo>
                  <a:pt x="49330" y="27250"/>
                </a:lnTo>
                <a:cubicBezTo>
                  <a:pt x="49330" y="21788"/>
                  <a:pt x="47509" y="17521"/>
                  <a:pt x="43926" y="14564"/>
                </a:cubicBezTo>
                <a:cubicBezTo>
                  <a:pt x="40343" y="11550"/>
                  <a:pt x="35275" y="10064"/>
                  <a:pt x="28736" y="10064"/>
                </a:cubicBezTo>
                <a:cubicBezTo>
                  <a:pt x="24585" y="10064"/>
                  <a:pt x="20536" y="10574"/>
                  <a:pt x="16618" y="11550"/>
                </a:cubicBezTo>
                <a:cubicBezTo>
                  <a:pt x="12686" y="12569"/>
                  <a:pt x="8928" y="14040"/>
                  <a:pt x="5287" y="16035"/>
                </a:cubicBezTo>
                <a:lnTo>
                  <a:pt x="5287" y="4996"/>
                </a:lnTo>
                <a:cubicBezTo>
                  <a:pt x="9671" y="3292"/>
                  <a:pt x="13880" y="2039"/>
                  <a:pt x="17972" y="1253"/>
                </a:cubicBezTo>
                <a:cubicBezTo>
                  <a:pt x="22080" y="393"/>
                  <a:pt x="26056" y="0"/>
                  <a:pt x="29988" y="0"/>
                </a:cubicBezTo>
                <a:cubicBezTo>
                  <a:pt x="40445" y="0"/>
                  <a:pt x="48296" y="2665"/>
                  <a:pt x="53480" y="8127"/>
                </a:cubicBezTo>
                <a:cubicBezTo>
                  <a:pt x="58651" y="13530"/>
                  <a:pt x="61214" y="21788"/>
                  <a:pt x="61214" y="32828"/>
                </a:cubicBezTo>
                <a:close/>
                <a:moveTo>
                  <a:pt x="61214" y="3282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1247C-76A2-4286-A233-936DF2A6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012" y="8284601"/>
            <a:ext cx="11885" cy="100698"/>
          </a:xfrm>
          <a:custGeom xmlns:a="http://schemas.openxmlformats.org/drawingml/2006/main">
            <a:pathLst>
              <a:path w="11885" h="100698">
                <a:moveTo>
                  <a:pt x="0" y="28226"/>
                </a:moveTo>
                <a:lnTo>
                  <a:pt x="11885" y="28226"/>
                </a:lnTo>
                <a:lnTo>
                  <a:pt x="11885" y="100698"/>
                </a:lnTo>
                <a:lnTo>
                  <a:pt x="0" y="100698"/>
                </a:lnTo>
                <a:lnTo>
                  <a:pt x="0" y="28226"/>
                </a:lnTo>
                <a:close/>
                <a:moveTo>
                  <a:pt x="0" y="0"/>
                </a:moveTo>
                <a:lnTo>
                  <a:pt x="11885" y="0"/>
                </a:lnTo>
                <a:lnTo>
                  <a:pt x="11885" y="15074"/>
                </a:lnTo>
                <a:lnTo>
                  <a:pt x="0" y="15074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5A078-A9B2-4CBF-BD51-E78B857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365" y="8311123"/>
            <a:ext cx="105825" cy="74176"/>
          </a:xfrm>
          <a:custGeom xmlns:a="http://schemas.openxmlformats.org/drawingml/2006/main">
            <a:pathLst>
              <a:path w="105825" h="74176">
                <a:moveTo>
                  <a:pt x="56889" y="15642"/>
                </a:moveTo>
                <a:cubicBezTo>
                  <a:pt x="59903" y="10297"/>
                  <a:pt x="63428" y="6306"/>
                  <a:pt x="67593" y="3801"/>
                </a:cubicBezTo>
                <a:cubicBezTo>
                  <a:pt x="71744" y="1253"/>
                  <a:pt x="76638" y="0"/>
                  <a:pt x="82201" y="0"/>
                </a:cubicBezTo>
                <a:cubicBezTo>
                  <a:pt x="89775" y="0"/>
                  <a:pt x="95572" y="2607"/>
                  <a:pt x="99679" y="7908"/>
                </a:cubicBezTo>
                <a:cubicBezTo>
                  <a:pt x="103771" y="13195"/>
                  <a:pt x="105825" y="20696"/>
                  <a:pt x="105825" y="30425"/>
                </a:cubicBezTo>
                <a:lnTo>
                  <a:pt x="105825" y="74176"/>
                </a:lnTo>
                <a:lnTo>
                  <a:pt x="93868" y="74176"/>
                </a:lnTo>
                <a:lnTo>
                  <a:pt x="93868" y="30833"/>
                </a:lnTo>
                <a:cubicBezTo>
                  <a:pt x="93868" y="23886"/>
                  <a:pt x="92615" y="18715"/>
                  <a:pt x="90168" y="15351"/>
                </a:cubicBezTo>
                <a:cubicBezTo>
                  <a:pt x="87721" y="12001"/>
                  <a:pt x="83978" y="10355"/>
                  <a:pt x="78910" y="10355"/>
                </a:cubicBezTo>
                <a:cubicBezTo>
                  <a:pt x="72764" y="10355"/>
                  <a:pt x="67870" y="12394"/>
                  <a:pt x="64287" y="16487"/>
                </a:cubicBezTo>
                <a:cubicBezTo>
                  <a:pt x="60704" y="20594"/>
                  <a:pt x="58942" y="26158"/>
                  <a:pt x="58942" y="33221"/>
                </a:cubicBezTo>
                <a:lnTo>
                  <a:pt x="58942" y="74176"/>
                </a:lnTo>
                <a:lnTo>
                  <a:pt x="46941" y="74176"/>
                </a:lnTo>
                <a:lnTo>
                  <a:pt x="46941" y="30833"/>
                </a:lnTo>
                <a:cubicBezTo>
                  <a:pt x="46941" y="23827"/>
                  <a:pt x="45747" y="18657"/>
                  <a:pt x="43242" y="15351"/>
                </a:cubicBezTo>
                <a:cubicBezTo>
                  <a:pt x="40795" y="12001"/>
                  <a:pt x="37037" y="10355"/>
                  <a:pt x="31852" y="10355"/>
                </a:cubicBezTo>
                <a:cubicBezTo>
                  <a:pt x="25764" y="10355"/>
                  <a:pt x="20929" y="12394"/>
                  <a:pt x="17346" y="16487"/>
                </a:cubicBezTo>
                <a:cubicBezTo>
                  <a:pt x="13763" y="20594"/>
                  <a:pt x="12001" y="26158"/>
                  <a:pt x="12001" y="33221"/>
                </a:cubicBezTo>
                <a:lnTo>
                  <a:pt x="12001" y="74176"/>
                </a:lnTo>
                <a:lnTo>
                  <a:pt x="0" y="74176"/>
                </a:lnTo>
                <a:lnTo>
                  <a:pt x="0" y="1704"/>
                </a:lnTo>
                <a:lnTo>
                  <a:pt x="12001" y="1704"/>
                </a:lnTo>
                <a:lnTo>
                  <a:pt x="12001" y="12962"/>
                </a:lnTo>
                <a:cubicBezTo>
                  <a:pt x="14739" y="8535"/>
                  <a:pt x="17972" y="5229"/>
                  <a:pt x="21788" y="3117"/>
                </a:cubicBezTo>
                <a:cubicBezTo>
                  <a:pt x="25546" y="1020"/>
                  <a:pt x="30090" y="0"/>
                  <a:pt x="35275" y="0"/>
                </a:cubicBezTo>
                <a:cubicBezTo>
                  <a:pt x="40562" y="0"/>
                  <a:pt x="45062" y="1296"/>
                  <a:pt x="48762" y="3976"/>
                </a:cubicBezTo>
                <a:cubicBezTo>
                  <a:pt x="52403" y="6656"/>
                  <a:pt x="55126" y="10515"/>
                  <a:pt x="56889" y="15642"/>
                </a:cubicBezTo>
                <a:close/>
                <a:moveTo>
                  <a:pt x="56889" y="1564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A41BA-4DF0-4522-A60E-C911F676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579" y="8287048"/>
            <a:ext cx="118510" cy="15700"/>
          </a:xfrm>
          <a:custGeom xmlns:a="http://schemas.openxmlformats.org/drawingml/2006/main">
            <a:pathLst>
              <a:path w="118510" h="15700">
                <a:moveTo>
                  <a:pt x="0" y="0"/>
                </a:moveTo>
                <a:lnTo>
                  <a:pt x="118510" y="0"/>
                </a:lnTo>
                <a:lnTo>
                  <a:pt x="118510" y="15700"/>
                </a:lnTo>
                <a:lnTo>
                  <a:pt x="0" y="157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832BF-2D70-4656-B8DE-C5F4BC6E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918" y="8179010"/>
            <a:ext cx="59000" cy="34765"/>
          </a:xfrm>
          <a:custGeom xmlns:a="http://schemas.openxmlformats.org/drawingml/2006/main">
            <a:pathLst>
              <a:path w="59000" h="34765">
                <a:moveTo>
                  <a:pt x="22633" y="0"/>
                </a:moveTo>
                <a:lnTo>
                  <a:pt x="36353" y="0"/>
                </a:lnTo>
                <a:lnTo>
                  <a:pt x="59000" y="34765"/>
                </a:lnTo>
                <a:lnTo>
                  <a:pt x="46140" y="34765"/>
                </a:lnTo>
                <a:lnTo>
                  <a:pt x="29464" y="12118"/>
                </a:lnTo>
                <a:lnTo>
                  <a:pt x="12860" y="34765"/>
                </a:lnTo>
                <a:lnTo>
                  <a:pt x="0" y="34765"/>
                </a:lnTo>
                <a:lnTo>
                  <a:pt x="22633" y="0"/>
                </a:lnTo>
                <a:close/>
                <a:moveTo>
                  <a:pt x="226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589BE6-7B9E-4AAC-B322-42F0882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421" y="8248074"/>
            <a:ext cx="88304" cy="108840"/>
          </a:xfrm>
          <a:custGeom xmlns:a="http://schemas.openxmlformats.org/drawingml/2006/main">
            <a:pathLst>
              <a:path w="88304" h="108840">
                <a:moveTo>
                  <a:pt x="29988" y="50305"/>
                </a:moveTo>
                <a:cubicBezTo>
                  <a:pt x="23332" y="48820"/>
                  <a:pt x="18555" y="46096"/>
                  <a:pt x="15642" y="42106"/>
                </a:cubicBezTo>
                <a:cubicBezTo>
                  <a:pt x="13487" y="39266"/>
                  <a:pt x="12409" y="35959"/>
                  <a:pt x="12409" y="32144"/>
                </a:cubicBezTo>
                <a:cubicBezTo>
                  <a:pt x="12409" y="21686"/>
                  <a:pt x="17419" y="13370"/>
                  <a:pt x="27366" y="7239"/>
                </a:cubicBezTo>
                <a:cubicBezTo>
                  <a:pt x="35275" y="2447"/>
                  <a:pt x="45295" y="0"/>
                  <a:pt x="57355" y="0"/>
                </a:cubicBezTo>
                <a:cubicBezTo>
                  <a:pt x="62015" y="0"/>
                  <a:pt x="66909" y="408"/>
                  <a:pt x="72035" y="1151"/>
                </a:cubicBezTo>
                <a:cubicBezTo>
                  <a:pt x="77148" y="1879"/>
                  <a:pt x="82609" y="2971"/>
                  <a:pt x="88304" y="4442"/>
                </a:cubicBezTo>
                <a:lnTo>
                  <a:pt x="85347" y="19924"/>
                </a:lnTo>
                <a:cubicBezTo>
                  <a:pt x="79711" y="18162"/>
                  <a:pt x="74482" y="16851"/>
                  <a:pt x="69749" y="16050"/>
                </a:cubicBezTo>
                <a:cubicBezTo>
                  <a:pt x="64855" y="15249"/>
                  <a:pt x="60253" y="14797"/>
                  <a:pt x="55869" y="14797"/>
                </a:cubicBezTo>
                <a:cubicBezTo>
                  <a:pt x="48529" y="14797"/>
                  <a:pt x="42499" y="16225"/>
                  <a:pt x="37664" y="19065"/>
                </a:cubicBezTo>
                <a:cubicBezTo>
                  <a:pt x="31867" y="22473"/>
                  <a:pt x="28969" y="26638"/>
                  <a:pt x="28969" y="31576"/>
                </a:cubicBezTo>
                <a:cubicBezTo>
                  <a:pt x="28969" y="34823"/>
                  <a:pt x="30498" y="37620"/>
                  <a:pt x="33513" y="39892"/>
                </a:cubicBezTo>
                <a:cubicBezTo>
                  <a:pt x="37096" y="42615"/>
                  <a:pt x="42441" y="43984"/>
                  <a:pt x="49563" y="43984"/>
                </a:cubicBezTo>
                <a:lnTo>
                  <a:pt x="63894" y="43984"/>
                </a:lnTo>
                <a:lnTo>
                  <a:pt x="61214" y="58039"/>
                </a:lnTo>
                <a:lnTo>
                  <a:pt x="47567" y="58039"/>
                </a:lnTo>
                <a:cubicBezTo>
                  <a:pt x="39033" y="58039"/>
                  <a:pt x="32318" y="59568"/>
                  <a:pt x="27308" y="62700"/>
                </a:cubicBezTo>
                <a:cubicBezTo>
                  <a:pt x="20536" y="66967"/>
                  <a:pt x="17128" y="72429"/>
                  <a:pt x="17128" y="79085"/>
                </a:cubicBezTo>
                <a:cubicBezTo>
                  <a:pt x="17128" y="83294"/>
                  <a:pt x="18948" y="86760"/>
                  <a:pt x="22589" y="89498"/>
                </a:cubicBezTo>
                <a:cubicBezTo>
                  <a:pt x="27148" y="92965"/>
                  <a:pt x="34081" y="94669"/>
                  <a:pt x="43416" y="94669"/>
                </a:cubicBezTo>
                <a:cubicBezTo>
                  <a:pt x="49097" y="94669"/>
                  <a:pt x="54733" y="94159"/>
                  <a:pt x="60195" y="93023"/>
                </a:cubicBezTo>
                <a:cubicBezTo>
                  <a:pt x="65715" y="91887"/>
                  <a:pt x="70841" y="90124"/>
                  <a:pt x="75677" y="87852"/>
                </a:cubicBezTo>
                <a:lnTo>
                  <a:pt x="72487" y="103669"/>
                </a:lnTo>
                <a:cubicBezTo>
                  <a:pt x="66676" y="105432"/>
                  <a:pt x="61054" y="106684"/>
                  <a:pt x="55694" y="107587"/>
                </a:cubicBezTo>
                <a:cubicBezTo>
                  <a:pt x="50291" y="108446"/>
                  <a:pt x="45179" y="108840"/>
                  <a:pt x="40227" y="108840"/>
                </a:cubicBezTo>
                <a:cubicBezTo>
                  <a:pt x="25604" y="108840"/>
                  <a:pt x="14797" y="106058"/>
                  <a:pt x="7908" y="100421"/>
                </a:cubicBezTo>
                <a:cubicBezTo>
                  <a:pt x="2680" y="96096"/>
                  <a:pt x="0" y="90357"/>
                  <a:pt x="0" y="83075"/>
                </a:cubicBezTo>
                <a:cubicBezTo>
                  <a:pt x="0" y="73288"/>
                  <a:pt x="3481" y="65380"/>
                  <a:pt x="10355" y="59292"/>
                </a:cubicBezTo>
                <a:cubicBezTo>
                  <a:pt x="15482" y="54791"/>
                  <a:pt x="22021" y="51776"/>
                  <a:pt x="29988" y="50305"/>
                </a:cubicBezTo>
                <a:close/>
                <a:moveTo>
                  <a:pt x="29988" y="503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DE908-3C27-4E1E-A21E-2309567F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712" y="8284601"/>
            <a:ext cx="11885" cy="100698"/>
          </a:xfrm>
          <a:custGeom xmlns:a="http://schemas.openxmlformats.org/drawingml/2006/main">
            <a:pathLst>
              <a:path w="11885" h="100698">
                <a:moveTo>
                  <a:pt x="0" y="0"/>
                </a:moveTo>
                <a:lnTo>
                  <a:pt x="11885" y="0"/>
                </a:lnTo>
                <a:lnTo>
                  <a:pt x="11885" y="100698"/>
                </a:lnTo>
                <a:lnTo>
                  <a:pt x="0" y="1006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A51A1-ECA0-4106-8158-14EF5D6A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346" y="8311123"/>
            <a:ext cx="66501" cy="76055"/>
          </a:xfrm>
          <a:custGeom xmlns:a="http://schemas.openxmlformats.org/drawingml/2006/main">
            <a:pathLst>
              <a:path w="66501" h="76055">
                <a:moveTo>
                  <a:pt x="33280" y="10064"/>
                </a:moveTo>
                <a:cubicBezTo>
                  <a:pt x="26857" y="10064"/>
                  <a:pt x="21847" y="12569"/>
                  <a:pt x="18089" y="17521"/>
                </a:cubicBezTo>
                <a:cubicBezTo>
                  <a:pt x="14390" y="22517"/>
                  <a:pt x="12569" y="29347"/>
                  <a:pt x="12569" y="37998"/>
                </a:cubicBezTo>
                <a:cubicBezTo>
                  <a:pt x="12569" y="46708"/>
                  <a:pt x="14390" y="53524"/>
                  <a:pt x="18089" y="58476"/>
                </a:cubicBezTo>
                <a:cubicBezTo>
                  <a:pt x="21788" y="63486"/>
                  <a:pt x="26857" y="65991"/>
                  <a:pt x="33280" y="65991"/>
                </a:cubicBezTo>
                <a:cubicBezTo>
                  <a:pt x="39601" y="65991"/>
                  <a:pt x="44611" y="63486"/>
                  <a:pt x="48354" y="58476"/>
                </a:cubicBezTo>
                <a:cubicBezTo>
                  <a:pt x="52053" y="53466"/>
                  <a:pt x="53874" y="46650"/>
                  <a:pt x="53874" y="37998"/>
                </a:cubicBezTo>
                <a:cubicBezTo>
                  <a:pt x="53874" y="29406"/>
                  <a:pt x="52053" y="22633"/>
                  <a:pt x="48354" y="17579"/>
                </a:cubicBezTo>
                <a:cubicBezTo>
                  <a:pt x="44611" y="12569"/>
                  <a:pt x="39601" y="10064"/>
                  <a:pt x="33280" y="10064"/>
                </a:cubicBezTo>
                <a:close/>
                <a:moveTo>
                  <a:pt x="33280" y="0"/>
                </a:moveTo>
                <a:cubicBezTo>
                  <a:pt x="43635" y="0"/>
                  <a:pt x="51718" y="3350"/>
                  <a:pt x="57631" y="10064"/>
                </a:cubicBezTo>
                <a:cubicBezTo>
                  <a:pt x="63544" y="16778"/>
                  <a:pt x="66501" y="26114"/>
                  <a:pt x="66501" y="37998"/>
                </a:cubicBezTo>
                <a:cubicBezTo>
                  <a:pt x="66501" y="49883"/>
                  <a:pt x="63544" y="59161"/>
                  <a:pt x="57631" y="65933"/>
                </a:cubicBezTo>
                <a:cubicBezTo>
                  <a:pt x="51718" y="72705"/>
                  <a:pt x="43635" y="76055"/>
                  <a:pt x="33280" y="76055"/>
                </a:cubicBezTo>
                <a:cubicBezTo>
                  <a:pt x="22866" y="76055"/>
                  <a:pt x="14739" y="72705"/>
                  <a:pt x="8826" y="65933"/>
                </a:cubicBezTo>
                <a:cubicBezTo>
                  <a:pt x="2957" y="59161"/>
                  <a:pt x="0" y="49883"/>
                  <a:pt x="0" y="37998"/>
                </a:cubicBezTo>
                <a:cubicBezTo>
                  <a:pt x="0" y="26114"/>
                  <a:pt x="2957" y="16778"/>
                  <a:pt x="8826" y="10064"/>
                </a:cubicBezTo>
                <a:cubicBezTo>
                  <a:pt x="14739" y="3350"/>
                  <a:pt x="22866" y="0"/>
                  <a:pt x="33280" y="0"/>
                </a:cubicBezTo>
                <a:close/>
                <a:moveTo>
                  <a:pt x="3328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94275-C437-4009-A16C-4E489E18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707" y="8312827"/>
            <a:ext cx="97232" cy="72472"/>
          </a:xfrm>
          <a:custGeom xmlns:a="http://schemas.openxmlformats.org/drawingml/2006/main">
            <a:pathLst>
              <a:path w="97232" h="72472">
                <a:moveTo>
                  <a:pt x="0" y="0"/>
                </a:moveTo>
                <a:lnTo>
                  <a:pt x="11899" y="0"/>
                </a:lnTo>
                <a:lnTo>
                  <a:pt x="26798" y="56554"/>
                </a:lnTo>
                <a:lnTo>
                  <a:pt x="41596" y="0"/>
                </a:lnTo>
                <a:lnTo>
                  <a:pt x="55651" y="0"/>
                </a:lnTo>
                <a:lnTo>
                  <a:pt x="70492" y="56554"/>
                </a:lnTo>
                <a:lnTo>
                  <a:pt x="85347" y="0"/>
                </a:lnTo>
                <a:lnTo>
                  <a:pt x="97232" y="0"/>
                </a:lnTo>
                <a:lnTo>
                  <a:pt x="78284" y="72472"/>
                </a:lnTo>
                <a:lnTo>
                  <a:pt x="64229" y="72472"/>
                </a:lnTo>
                <a:lnTo>
                  <a:pt x="48645" y="13079"/>
                </a:lnTo>
                <a:lnTo>
                  <a:pt x="33003" y="72472"/>
                </a:lnTo>
                <a:lnTo>
                  <a:pt x="18948" y="7247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04E93-AB1E-4A25-8F77-84F08DED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858" y="8311123"/>
            <a:ext cx="67127" cy="76055"/>
          </a:xfrm>
          <a:custGeom xmlns:a="http://schemas.openxmlformats.org/drawingml/2006/main">
            <a:pathLst>
              <a:path w="67127" h="76055">
                <a:moveTo>
                  <a:pt x="67127" y="34984"/>
                </a:moveTo>
                <a:lnTo>
                  <a:pt x="67127" y="40780"/>
                </a:lnTo>
                <a:lnTo>
                  <a:pt x="12394" y="40780"/>
                </a:lnTo>
                <a:cubicBezTo>
                  <a:pt x="12904" y="48980"/>
                  <a:pt x="15409" y="55243"/>
                  <a:pt x="19793" y="59510"/>
                </a:cubicBezTo>
                <a:cubicBezTo>
                  <a:pt x="24235" y="63821"/>
                  <a:pt x="30381" y="65991"/>
                  <a:pt x="38290" y="65991"/>
                </a:cubicBezTo>
                <a:cubicBezTo>
                  <a:pt x="42834" y="65991"/>
                  <a:pt x="47276" y="65423"/>
                  <a:pt x="51602" y="64287"/>
                </a:cubicBezTo>
                <a:cubicBezTo>
                  <a:pt x="55869" y="63195"/>
                  <a:pt x="60136" y="61491"/>
                  <a:pt x="64404" y="59219"/>
                </a:cubicBezTo>
                <a:lnTo>
                  <a:pt x="64404" y="70477"/>
                </a:lnTo>
                <a:cubicBezTo>
                  <a:pt x="60078" y="72298"/>
                  <a:pt x="55694" y="73667"/>
                  <a:pt x="51194" y="74643"/>
                </a:cubicBezTo>
                <a:cubicBezTo>
                  <a:pt x="46766" y="75604"/>
                  <a:pt x="42208" y="76055"/>
                  <a:pt x="37605" y="76055"/>
                </a:cubicBezTo>
                <a:cubicBezTo>
                  <a:pt x="25997" y="76055"/>
                  <a:pt x="16836" y="72705"/>
                  <a:pt x="10122" y="65991"/>
                </a:cubicBezTo>
                <a:cubicBezTo>
                  <a:pt x="3350" y="59277"/>
                  <a:pt x="0" y="50116"/>
                  <a:pt x="0" y="38683"/>
                </a:cubicBezTo>
                <a:cubicBezTo>
                  <a:pt x="0" y="26784"/>
                  <a:pt x="3190" y="17404"/>
                  <a:pt x="9554" y="10399"/>
                </a:cubicBezTo>
                <a:cubicBezTo>
                  <a:pt x="15977" y="3466"/>
                  <a:pt x="24628" y="0"/>
                  <a:pt x="35493" y="0"/>
                </a:cubicBezTo>
                <a:cubicBezTo>
                  <a:pt x="45222" y="0"/>
                  <a:pt x="52956" y="3117"/>
                  <a:pt x="58651" y="9379"/>
                </a:cubicBezTo>
                <a:cubicBezTo>
                  <a:pt x="64287" y="15642"/>
                  <a:pt x="67127" y="24177"/>
                  <a:pt x="67127" y="34984"/>
                </a:cubicBezTo>
                <a:close/>
                <a:moveTo>
                  <a:pt x="55243" y="31459"/>
                </a:moveTo>
                <a:cubicBezTo>
                  <a:pt x="55184" y="24963"/>
                  <a:pt x="53364" y="19793"/>
                  <a:pt x="49781" y="15861"/>
                </a:cubicBezTo>
                <a:cubicBezTo>
                  <a:pt x="46198" y="12001"/>
                  <a:pt x="41465" y="10064"/>
                  <a:pt x="35610" y="10064"/>
                </a:cubicBezTo>
                <a:cubicBezTo>
                  <a:pt x="29012" y="10064"/>
                  <a:pt x="23667" y="11943"/>
                  <a:pt x="19676" y="15700"/>
                </a:cubicBezTo>
                <a:cubicBezTo>
                  <a:pt x="15700" y="19458"/>
                  <a:pt x="13428" y="24745"/>
                  <a:pt x="12802" y="31576"/>
                </a:cubicBezTo>
                <a:lnTo>
                  <a:pt x="55243" y="31459"/>
                </a:lnTo>
                <a:close/>
                <a:moveTo>
                  <a:pt x="55243" y="3145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6B921-BEEF-433B-832C-285841EA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108" y="8311123"/>
            <a:ext cx="42441" cy="74176"/>
          </a:xfrm>
          <a:custGeom xmlns:a="http://schemas.openxmlformats.org/drawingml/2006/main">
            <a:pathLst>
              <a:path w="42441" h="74176">
                <a:moveTo>
                  <a:pt x="42441" y="12846"/>
                </a:moveTo>
                <a:cubicBezTo>
                  <a:pt x="41072" y="12059"/>
                  <a:pt x="39644" y="11491"/>
                  <a:pt x="38057" y="11142"/>
                </a:cubicBezTo>
                <a:cubicBezTo>
                  <a:pt x="36513" y="10749"/>
                  <a:pt x="34751" y="10574"/>
                  <a:pt x="32872" y="10574"/>
                </a:cubicBezTo>
                <a:cubicBezTo>
                  <a:pt x="26114" y="10574"/>
                  <a:pt x="20987" y="12744"/>
                  <a:pt x="17346" y="17113"/>
                </a:cubicBezTo>
                <a:cubicBezTo>
                  <a:pt x="13763" y="21497"/>
                  <a:pt x="11943" y="27818"/>
                  <a:pt x="11943" y="36003"/>
                </a:cubicBezTo>
                <a:lnTo>
                  <a:pt x="11943" y="74176"/>
                </a:lnTo>
                <a:lnTo>
                  <a:pt x="0" y="74176"/>
                </a:lnTo>
                <a:lnTo>
                  <a:pt x="0" y="1704"/>
                </a:lnTo>
                <a:lnTo>
                  <a:pt x="11943" y="1704"/>
                </a:lnTo>
                <a:lnTo>
                  <a:pt x="11943" y="12962"/>
                </a:lnTo>
                <a:cubicBezTo>
                  <a:pt x="14448" y="8578"/>
                  <a:pt x="17739" y="5287"/>
                  <a:pt x="21730" y="3175"/>
                </a:cubicBezTo>
                <a:cubicBezTo>
                  <a:pt x="25764" y="1020"/>
                  <a:pt x="30600" y="0"/>
                  <a:pt x="36353" y="0"/>
                </a:cubicBezTo>
                <a:cubicBezTo>
                  <a:pt x="37197" y="0"/>
                  <a:pt x="38115" y="58"/>
                  <a:pt x="39076" y="102"/>
                </a:cubicBezTo>
                <a:cubicBezTo>
                  <a:pt x="40052" y="218"/>
                  <a:pt x="41188" y="393"/>
                  <a:pt x="42382" y="626"/>
                </a:cubicBezTo>
                <a:lnTo>
                  <a:pt x="42441" y="12846"/>
                </a:lnTo>
                <a:close/>
                <a:moveTo>
                  <a:pt x="42441" y="128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A9B63-E919-4151-9BF9-55223DF4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1" y="7482031"/>
            <a:ext cx="6016740" cy="401147"/>
          </a:xfrm>
          <a:custGeom xmlns:a="http://schemas.openxmlformats.org/drawingml/2006/main">
            <a:pathLst>
              <a:path w="6016740" h="401147" fill="none">
                <a:moveTo>
                  <a:pt x="0" y="0"/>
                </a:moveTo>
                <a:lnTo>
                  <a:pt x="6016740" y="0"/>
                </a:lnTo>
                <a:lnTo>
                  <a:pt x="6016740" y="401147"/>
                </a:lnTo>
                <a:lnTo>
                  <a:pt x="0" y="401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52" cap="sq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585236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2026-09-05T17:01:10.2840000Z</dcterms:created>
  <dcterms:modified xsi:type="dcterms:W3CDTF">2026-09-05T17:01:10.2840000Z</dcterms:modified>
</coreProperties>
</file>